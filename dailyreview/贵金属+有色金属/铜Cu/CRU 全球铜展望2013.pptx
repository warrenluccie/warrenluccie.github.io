
<file path=[Content_Types].xml><?xml version="1.0" encoding="utf-8"?>
<Types xmlns="http://schemas.openxmlformats.org/package/2006/content-types"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drawings/drawing2.xml" ContentType="application/vnd.openxmlformats-officedocument.drawingml.chartshapes+xml"/>
  <Override PartName="/ppt/charts/chart19.xml" ContentType="application/vnd.openxmlformats-officedocument.drawingml.char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charts/chart17.xml" ContentType="application/vnd.openxmlformats-officedocument.drawingml.char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charts/chart13.xml" ContentType="application/vnd.openxmlformats-officedocument.drawingml.chart+xml"/>
  <Override PartName="/ppt/charts/chart15.xml" ContentType="application/vnd.openxmlformats-officedocument.drawingml.char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charts/chart9.xml" ContentType="application/vnd.openxmlformats-officedocument.drawingml.chart+xml"/>
  <Override PartName="/ppt/charts/chart11.xml" ContentType="application/vnd.openxmlformats-officedocument.drawingml.chart+xml"/>
  <Override PartName="/ppt/charts/chart7.xml" ContentType="application/vnd.openxmlformats-officedocument.drawingml.chart+xml"/>
  <Override PartName="/ppt/charts/chart20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charts/chart5.xml" ContentType="application/vnd.openxmlformats-officedocument.drawingml.chart+xml"/>
  <Default Extension="xlsx" ContentType="application/vnd.openxmlformats-officedocument.spreadsheetml.sheet"/>
  <Override PartName="/ppt/diagrams/layout1.xml" ContentType="application/vnd.openxmlformats-officedocument.drawingml.diagramLayout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drawings/drawing3.xml" ContentType="application/vnd.openxmlformats-officedocument.drawingml.chartshape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drawings/drawing1.xml" ContentType="application/vnd.openxmlformats-officedocument.drawingml.chartshapes+xml"/>
  <Override PartName="/ppt/charts/chart18.xml" ContentType="application/vnd.openxmlformats-officedocument.drawingml.char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emf" ContentType="image/x-emf"/>
  <Override PartName="/ppt/diagrams/quickStyle1.xml" ContentType="application/vnd.openxmlformats-officedocument.drawingml.diagramStyle+xml"/>
  <Override PartName="/ppt/charts/chart16.xml" ContentType="application/vnd.openxmlformats-officedocument.drawingml.char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charts/chart14.xml" ContentType="application/vnd.openxmlformats-officedocument.drawingml.char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charts/chart8.xml" ContentType="application/vnd.openxmlformats-officedocument.drawingml.chart+xml"/>
  <Override PartName="/ppt/charts/chart12.xml" ContentType="application/vnd.openxmlformats-officedocument.drawingml.chart+xml"/>
  <Override PartName="/ppt/charts/chart21.xml" ContentType="application/vnd.openxmlformats-officedocument.drawingml.chart+xml"/>
  <Override PartName="/ppt/slideLayouts/slideLayout10.xml" ContentType="application/vnd.openxmlformats-officedocument.presentationml.slideLayout+xml"/>
  <Override PartName="/ppt/charts/chart6.xml" ContentType="application/vnd.openxmlformats-officedocument.drawingml.chart+xml"/>
  <Override PartName="/ppt/charts/chart10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charts/chart2.xml" ContentType="application/vnd.openxmlformats-officedocument.drawingml.chart+xml"/>
  <Override PartName="/ppt/diagrams/data1.xml" ContentType="application/vnd.openxmlformats-officedocument.drawingml.diagramData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</Types>
</file>

<file path=_rels/.rels>&#65279;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SPWFD6BV79TA06TGRVR8YL007NNMOYYREJ0XLJDWXGPRTFCTZRBRVCJTFYRTPCRRBOMXCOLKZI778IJJQXFAQF8C89C0WHCBBSOODHB35D53C9220CCB54909EAE1F93FE4B141E" Type="http://schemas.microsoft.com/office/2006/relationships/officeDocumentMain" Target="docProps/core.xml"/><Relationship Id="CYWMY6BV796A0T9GRZR8YL0Y7ZD0OYYREE06NJDWXFFRTFCTZIBJICJGFYSHPB8RXFMXHOZNZH578PXJRUFAPF8P8RN0WHLBAOOO0HB3EA4731EB1CA84ACBCE88E9A5340631C3" Type="http://schemas.microsoft.com/office/2006/relationships/officeDocumentExtended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30"/>
  </p:notesMasterIdLst>
  <p:handoutMasterIdLst>
    <p:handoutMasterId r:id="rId31"/>
  </p:handoutMasterIdLst>
  <p:sldIdLst>
    <p:sldId id="324" r:id="rId2"/>
    <p:sldId id="373" r:id="rId3"/>
    <p:sldId id="388" r:id="rId4"/>
    <p:sldId id="384" r:id="rId5"/>
    <p:sldId id="366" r:id="rId6"/>
    <p:sldId id="367" r:id="rId7"/>
    <p:sldId id="372" r:id="rId8"/>
    <p:sldId id="387" r:id="rId9"/>
    <p:sldId id="396" r:id="rId10"/>
    <p:sldId id="379" r:id="rId11"/>
    <p:sldId id="351" r:id="rId12"/>
    <p:sldId id="332" r:id="rId13"/>
    <p:sldId id="349" r:id="rId14"/>
    <p:sldId id="385" r:id="rId15"/>
    <p:sldId id="369" r:id="rId16"/>
    <p:sldId id="364" r:id="rId17"/>
    <p:sldId id="374" r:id="rId18"/>
    <p:sldId id="389" r:id="rId19"/>
    <p:sldId id="397" r:id="rId20"/>
    <p:sldId id="390" r:id="rId21"/>
    <p:sldId id="392" r:id="rId22"/>
    <p:sldId id="393" r:id="rId23"/>
    <p:sldId id="365" r:id="rId24"/>
    <p:sldId id="386" r:id="rId25"/>
    <p:sldId id="380" r:id="rId26"/>
    <p:sldId id="381" r:id="rId27"/>
    <p:sldId id="382" r:id="rId28"/>
    <p:sldId id="356" r:id="rId2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D7E"/>
    <a:srgbClr val="68A4F4"/>
    <a:srgbClr val="C9DEFB"/>
    <a:srgbClr val="B02226"/>
    <a:srgbClr val="4D81B1"/>
    <a:srgbClr val="F4C4C5"/>
    <a:srgbClr val="D6A716"/>
    <a:srgbClr val="509098"/>
    <a:srgbClr val="FF7C80"/>
    <a:srgbClr val="4B9006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9472" autoAdjust="0"/>
  </p:normalViewPr>
  <p:slideViewPr>
    <p:cSldViewPr>
      <p:cViewPr>
        <p:scale>
          <a:sx n="66" d="100"/>
          <a:sy n="66" d="100"/>
        </p:scale>
        <p:origin x="-1500" y="-2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8424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\\srvfp02\data\Basemetals\Group\COPPER\Matthew\Quarterly\Price%20chart%20-%20Apr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\\srvfp02\data\CRUShared\CoT\COT_Disagg_Copper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\\srvfp02\data\Basemetals\Group\COPPER\D_PRTC\Copper%20Prices.XLS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\\srvfp02\data\Basemetals\Group\COPPER\D_BAL\CUSTOCKS.XLS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___1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Book1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D:\my%20documents\CESCO%202013\VL%20paper\Copper%20ali%20prices%20with%20forecasts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___2.xlsx"/></Relationships>
</file>

<file path=ppt/charts/_rels/chart9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Office_Excel____3.xlsx"/></Relationships>
</file>

<file path=ppt/charts/_rels/chart10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.xml"/><Relationship Id="rId1" Type="http://schemas.openxmlformats.org/officeDocument/2006/relationships/package" Target="../embeddings/Microsoft_Office_Excel____4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file:///\\srvfp02\data\Basemetals\Group\COPPER\Copper%20Mine%20Costs%20Report\February%202013\Charts\Chart_NoBP_2012.xlsm" TargetMode="Externa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___5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oleObject" Target="file:///\\srvfp02\data\Basemetals\Group\COPPER\P_QUART\CHAP3\Chap3Tabs-Working%20Document.xls" TargetMode="External"/></Relationships>
</file>

<file path=ppt/charts/_rels/chart20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3.xml"/><Relationship Id="rId1" Type="http://schemas.openxmlformats.org/officeDocument/2006/relationships/oleObject" Target="file:///C:\Documents%20and%20Settings\vlloyd\Local%20Settings\Temporary%20Internet%20Files\Content.Outlook\BRZWWAS9\Investor%20influence.xlsx" TargetMode="External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___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CN"/>
  <c:chart>
    <c:plotArea>
      <c:layout>
        <c:manualLayout>
          <c:layoutTarget val="inner"/>
          <c:xMode val="edge"/>
          <c:yMode val="edge"/>
          <c:x val="9.3690885129035242E-2"/>
          <c:y val="0.15309562573361377"/>
          <c:w val="0.88139000137581525"/>
          <c:h val="0.7341287441376928"/>
        </c:manualLayout>
      </c:layout>
      <c:lineChart>
        <c:grouping val="standard"/>
        <c:ser>
          <c:idx val="0"/>
          <c:order val="0"/>
          <c:spPr>
            <a:ln>
              <a:solidFill>
                <a:schemeClr val="tx2"/>
              </a:solidFill>
            </a:ln>
          </c:spPr>
          <c:marker>
            <c:symbol val="none"/>
          </c:marker>
          <c:cat>
            <c:numRef>
              <c:f>Sheet1!$A$263:$A$1129</c:f>
              <c:numCache>
                <c:formatCode>mmm/yy</c:formatCode>
                <c:ptCount val="867"/>
                <c:pt idx="0">
                  <c:v>40182</c:v>
                </c:pt>
                <c:pt idx="1">
                  <c:v>40183</c:v>
                </c:pt>
                <c:pt idx="2">
                  <c:v>40184</c:v>
                </c:pt>
                <c:pt idx="3">
                  <c:v>40185</c:v>
                </c:pt>
                <c:pt idx="4">
                  <c:v>40186</c:v>
                </c:pt>
                <c:pt idx="5">
                  <c:v>40189</c:v>
                </c:pt>
                <c:pt idx="6">
                  <c:v>40190</c:v>
                </c:pt>
                <c:pt idx="7">
                  <c:v>40191</c:v>
                </c:pt>
                <c:pt idx="8">
                  <c:v>40192</c:v>
                </c:pt>
                <c:pt idx="9">
                  <c:v>40193</c:v>
                </c:pt>
                <c:pt idx="10">
                  <c:v>40196</c:v>
                </c:pt>
                <c:pt idx="11">
                  <c:v>40197</c:v>
                </c:pt>
                <c:pt idx="12">
                  <c:v>40198</c:v>
                </c:pt>
                <c:pt idx="13">
                  <c:v>40199</c:v>
                </c:pt>
                <c:pt idx="14">
                  <c:v>40200</c:v>
                </c:pt>
                <c:pt idx="15">
                  <c:v>40203</c:v>
                </c:pt>
                <c:pt idx="16">
                  <c:v>40204</c:v>
                </c:pt>
                <c:pt idx="17">
                  <c:v>40205</c:v>
                </c:pt>
                <c:pt idx="18">
                  <c:v>40206</c:v>
                </c:pt>
                <c:pt idx="19">
                  <c:v>40207</c:v>
                </c:pt>
                <c:pt idx="20">
                  <c:v>40210</c:v>
                </c:pt>
                <c:pt idx="21">
                  <c:v>40211</c:v>
                </c:pt>
                <c:pt idx="22">
                  <c:v>40212</c:v>
                </c:pt>
                <c:pt idx="23">
                  <c:v>40213</c:v>
                </c:pt>
                <c:pt idx="24">
                  <c:v>40214</c:v>
                </c:pt>
                <c:pt idx="25">
                  <c:v>40217</c:v>
                </c:pt>
                <c:pt idx="26">
                  <c:v>40218</c:v>
                </c:pt>
                <c:pt idx="27">
                  <c:v>40219</c:v>
                </c:pt>
                <c:pt idx="28">
                  <c:v>40220</c:v>
                </c:pt>
                <c:pt idx="29">
                  <c:v>40221</c:v>
                </c:pt>
                <c:pt idx="30">
                  <c:v>40224</c:v>
                </c:pt>
                <c:pt idx="31">
                  <c:v>40225</c:v>
                </c:pt>
                <c:pt idx="32">
                  <c:v>40226</c:v>
                </c:pt>
                <c:pt idx="33">
                  <c:v>40227</c:v>
                </c:pt>
                <c:pt idx="34">
                  <c:v>40228</c:v>
                </c:pt>
                <c:pt idx="35">
                  <c:v>40231</c:v>
                </c:pt>
                <c:pt idx="36">
                  <c:v>40232</c:v>
                </c:pt>
                <c:pt idx="37">
                  <c:v>40233</c:v>
                </c:pt>
                <c:pt idx="38">
                  <c:v>40234</c:v>
                </c:pt>
                <c:pt idx="39">
                  <c:v>40235</c:v>
                </c:pt>
                <c:pt idx="40">
                  <c:v>40238</c:v>
                </c:pt>
                <c:pt idx="41">
                  <c:v>40239</c:v>
                </c:pt>
                <c:pt idx="42">
                  <c:v>40240</c:v>
                </c:pt>
                <c:pt idx="43">
                  <c:v>40241</c:v>
                </c:pt>
                <c:pt idx="44">
                  <c:v>40242</c:v>
                </c:pt>
                <c:pt idx="45">
                  <c:v>40245</c:v>
                </c:pt>
                <c:pt idx="46">
                  <c:v>40246</c:v>
                </c:pt>
                <c:pt idx="47">
                  <c:v>40247</c:v>
                </c:pt>
                <c:pt idx="48">
                  <c:v>40248</c:v>
                </c:pt>
                <c:pt idx="49">
                  <c:v>40249</c:v>
                </c:pt>
                <c:pt idx="50">
                  <c:v>40252</c:v>
                </c:pt>
                <c:pt idx="51">
                  <c:v>40253</c:v>
                </c:pt>
                <c:pt idx="52">
                  <c:v>40254</c:v>
                </c:pt>
                <c:pt idx="53">
                  <c:v>40255</c:v>
                </c:pt>
                <c:pt idx="54">
                  <c:v>40256</c:v>
                </c:pt>
                <c:pt idx="55">
                  <c:v>40259</c:v>
                </c:pt>
                <c:pt idx="56">
                  <c:v>40260</c:v>
                </c:pt>
                <c:pt idx="57">
                  <c:v>40261</c:v>
                </c:pt>
                <c:pt idx="58">
                  <c:v>40262</c:v>
                </c:pt>
                <c:pt idx="59">
                  <c:v>40263</c:v>
                </c:pt>
                <c:pt idx="60">
                  <c:v>40266</c:v>
                </c:pt>
                <c:pt idx="61">
                  <c:v>40267</c:v>
                </c:pt>
                <c:pt idx="62">
                  <c:v>40268</c:v>
                </c:pt>
                <c:pt idx="63">
                  <c:v>40269</c:v>
                </c:pt>
                <c:pt idx="64">
                  <c:v>40270</c:v>
                </c:pt>
                <c:pt idx="65">
                  <c:v>40273</c:v>
                </c:pt>
                <c:pt idx="66">
                  <c:v>40274</c:v>
                </c:pt>
                <c:pt idx="67">
                  <c:v>40275</c:v>
                </c:pt>
                <c:pt idx="68">
                  <c:v>40276</c:v>
                </c:pt>
                <c:pt idx="69">
                  <c:v>40277</c:v>
                </c:pt>
                <c:pt idx="70">
                  <c:v>40280</c:v>
                </c:pt>
                <c:pt idx="71">
                  <c:v>40281</c:v>
                </c:pt>
                <c:pt idx="72">
                  <c:v>40282</c:v>
                </c:pt>
                <c:pt idx="73">
                  <c:v>40283</c:v>
                </c:pt>
                <c:pt idx="74">
                  <c:v>40284</c:v>
                </c:pt>
                <c:pt idx="75">
                  <c:v>40287</c:v>
                </c:pt>
                <c:pt idx="76">
                  <c:v>40288</c:v>
                </c:pt>
                <c:pt idx="77">
                  <c:v>40289</c:v>
                </c:pt>
                <c:pt idx="78">
                  <c:v>40290</c:v>
                </c:pt>
                <c:pt idx="79">
                  <c:v>40291</c:v>
                </c:pt>
                <c:pt idx="80">
                  <c:v>40294</c:v>
                </c:pt>
                <c:pt idx="81">
                  <c:v>40295</c:v>
                </c:pt>
                <c:pt idx="82">
                  <c:v>40296</c:v>
                </c:pt>
                <c:pt idx="83">
                  <c:v>40297</c:v>
                </c:pt>
                <c:pt idx="84">
                  <c:v>40298</c:v>
                </c:pt>
                <c:pt idx="85">
                  <c:v>40301</c:v>
                </c:pt>
                <c:pt idx="86">
                  <c:v>40302</c:v>
                </c:pt>
                <c:pt idx="87">
                  <c:v>40303</c:v>
                </c:pt>
                <c:pt idx="88">
                  <c:v>40304</c:v>
                </c:pt>
                <c:pt idx="89">
                  <c:v>40305</c:v>
                </c:pt>
                <c:pt idx="90">
                  <c:v>40308</c:v>
                </c:pt>
                <c:pt idx="91">
                  <c:v>40309</c:v>
                </c:pt>
                <c:pt idx="92">
                  <c:v>40310</c:v>
                </c:pt>
                <c:pt idx="93">
                  <c:v>40311</c:v>
                </c:pt>
                <c:pt idx="94">
                  <c:v>40312</c:v>
                </c:pt>
                <c:pt idx="95">
                  <c:v>40315</c:v>
                </c:pt>
                <c:pt idx="96">
                  <c:v>40316</c:v>
                </c:pt>
                <c:pt idx="97">
                  <c:v>40317</c:v>
                </c:pt>
                <c:pt idx="98">
                  <c:v>40318</c:v>
                </c:pt>
                <c:pt idx="99">
                  <c:v>40319</c:v>
                </c:pt>
                <c:pt idx="100">
                  <c:v>40322</c:v>
                </c:pt>
                <c:pt idx="101">
                  <c:v>40323</c:v>
                </c:pt>
                <c:pt idx="102">
                  <c:v>40324</c:v>
                </c:pt>
                <c:pt idx="103">
                  <c:v>40325</c:v>
                </c:pt>
                <c:pt idx="104">
                  <c:v>40326</c:v>
                </c:pt>
                <c:pt idx="105">
                  <c:v>40329</c:v>
                </c:pt>
                <c:pt idx="106">
                  <c:v>40330</c:v>
                </c:pt>
                <c:pt idx="107">
                  <c:v>40331</c:v>
                </c:pt>
                <c:pt idx="108">
                  <c:v>40332</c:v>
                </c:pt>
                <c:pt idx="109">
                  <c:v>40333</c:v>
                </c:pt>
                <c:pt idx="110">
                  <c:v>40336</c:v>
                </c:pt>
                <c:pt idx="111">
                  <c:v>40337</c:v>
                </c:pt>
                <c:pt idx="112">
                  <c:v>40338</c:v>
                </c:pt>
                <c:pt idx="113">
                  <c:v>40339</c:v>
                </c:pt>
                <c:pt idx="114">
                  <c:v>40340</c:v>
                </c:pt>
                <c:pt idx="115">
                  <c:v>40343</c:v>
                </c:pt>
                <c:pt idx="116">
                  <c:v>40344</c:v>
                </c:pt>
                <c:pt idx="117">
                  <c:v>40345</c:v>
                </c:pt>
                <c:pt idx="118">
                  <c:v>40346</c:v>
                </c:pt>
                <c:pt idx="119">
                  <c:v>40347</c:v>
                </c:pt>
                <c:pt idx="120">
                  <c:v>40350</c:v>
                </c:pt>
                <c:pt idx="121">
                  <c:v>40351</c:v>
                </c:pt>
                <c:pt idx="122">
                  <c:v>40352</c:v>
                </c:pt>
                <c:pt idx="123">
                  <c:v>40353</c:v>
                </c:pt>
                <c:pt idx="124">
                  <c:v>40354</c:v>
                </c:pt>
                <c:pt idx="125">
                  <c:v>40357</c:v>
                </c:pt>
                <c:pt idx="126">
                  <c:v>40358</c:v>
                </c:pt>
                <c:pt idx="127">
                  <c:v>40359</c:v>
                </c:pt>
                <c:pt idx="128">
                  <c:v>40360</c:v>
                </c:pt>
                <c:pt idx="129">
                  <c:v>40361</c:v>
                </c:pt>
                <c:pt idx="130">
                  <c:v>40364</c:v>
                </c:pt>
                <c:pt idx="131">
                  <c:v>40365</c:v>
                </c:pt>
                <c:pt idx="132">
                  <c:v>40366</c:v>
                </c:pt>
                <c:pt idx="133">
                  <c:v>40367</c:v>
                </c:pt>
                <c:pt idx="134">
                  <c:v>40368</c:v>
                </c:pt>
                <c:pt idx="135">
                  <c:v>40371</c:v>
                </c:pt>
                <c:pt idx="136">
                  <c:v>40372</c:v>
                </c:pt>
                <c:pt idx="137">
                  <c:v>40373</c:v>
                </c:pt>
                <c:pt idx="138">
                  <c:v>40374</c:v>
                </c:pt>
                <c:pt idx="139">
                  <c:v>40375</c:v>
                </c:pt>
                <c:pt idx="140">
                  <c:v>40378</c:v>
                </c:pt>
                <c:pt idx="141">
                  <c:v>40379</c:v>
                </c:pt>
                <c:pt idx="142">
                  <c:v>40380</c:v>
                </c:pt>
                <c:pt idx="143">
                  <c:v>40381</c:v>
                </c:pt>
                <c:pt idx="144">
                  <c:v>40382</c:v>
                </c:pt>
                <c:pt idx="145">
                  <c:v>40385</c:v>
                </c:pt>
                <c:pt idx="146">
                  <c:v>40386</c:v>
                </c:pt>
                <c:pt idx="147">
                  <c:v>40387</c:v>
                </c:pt>
                <c:pt idx="148">
                  <c:v>40388</c:v>
                </c:pt>
                <c:pt idx="149">
                  <c:v>40389</c:v>
                </c:pt>
                <c:pt idx="150">
                  <c:v>40392</c:v>
                </c:pt>
                <c:pt idx="151">
                  <c:v>40393</c:v>
                </c:pt>
                <c:pt idx="152">
                  <c:v>40394</c:v>
                </c:pt>
                <c:pt idx="153">
                  <c:v>40395</c:v>
                </c:pt>
                <c:pt idx="154">
                  <c:v>40396</c:v>
                </c:pt>
                <c:pt idx="155">
                  <c:v>40399</c:v>
                </c:pt>
                <c:pt idx="156">
                  <c:v>40400</c:v>
                </c:pt>
                <c:pt idx="157">
                  <c:v>40401</c:v>
                </c:pt>
                <c:pt idx="158">
                  <c:v>40402</c:v>
                </c:pt>
                <c:pt idx="159">
                  <c:v>40403</c:v>
                </c:pt>
                <c:pt idx="160">
                  <c:v>40406</c:v>
                </c:pt>
                <c:pt idx="161">
                  <c:v>40407</c:v>
                </c:pt>
                <c:pt idx="162">
                  <c:v>40408</c:v>
                </c:pt>
                <c:pt idx="163">
                  <c:v>40409</c:v>
                </c:pt>
                <c:pt idx="164">
                  <c:v>40410</c:v>
                </c:pt>
                <c:pt idx="165">
                  <c:v>40413</c:v>
                </c:pt>
                <c:pt idx="166">
                  <c:v>40414</c:v>
                </c:pt>
                <c:pt idx="167">
                  <c:v>40415</c:v>
                </c:pt>
                <c:pt idx="168">
                  <c:v>40416</c:v>
                </c:pt>
                <c:pt idx="169">
                  <c:v>40417</c:v>
                </c:pt>
                <c:pt idx="170">
                  <c:v>40420</c:v>
                </c:pt>
                <c:pt idx="171">
                  <c:v>40421</c:v>
                </c:pt>
                <c:pt idx="172">
                  <c:v>40422</c:v>
                </c:pt>
                <c:pt idx="173">
                  <c:v>40423</c:v>
                </c:pt>
                <c:pt idx="174">
                  <c:v>40424</c:v>
                </c:pt>
                <c:pt idx="175">
                  <c:v>40427</c:v>
                </c:pt>
                <c:pt idx="176">
                  <c:v>40428</c:v>
                </c:pt>
                <c:pt idx="177">
                  <c:v>40429</c:v>
                </c:pt>
                <c:pt idx="178">
                  <c:v>40430</c:v>
                </c:pt>
                <c:pt idx="179">
                  <c:v>40431</c:v>
                </c:pt>
                <c:pt idx="180">
                  <c:v>40434</c:v>
                </c:pt>
                <c:pt idx="181">
                  <c:v>40435</c:v>
                </c:pt>
                <c:pt idx="182">
                  <c:v>40436</c:v>
                </c:pt>
                <c:pt idx="183">
                  <c:v>40437</c:v>
                </c:pt>
                <c:pt idx="184">
                  <c:v>40438</c:v>
                </c:pt>
                <c:pt idx="185">
                  <c:v>40441</c:v>
                </c:pt>
                <c:pt idx="186">
                  <c:v>40442</c:v>
                </c:pt>
                <c:pt idx="187">
                  <c:v>40443</c:v>
                </c:pt>
                <c:pt idx="188">
                  <c:v>40444</c:v>
                </c:pt>
                <c:pt idx="189">
                  <c:v>40445</c:v>
                </c:pt>
                <c:pt idx="190">
                  <c:v>40448</c:v>
                </c:pt>
                <c:pt idx="191">
                  <c:v>40449</c:v>
                </c:pt>
                <c:pt idx="192">
                  <c:v>40450</c:v>
                </c:pt>
                <c:pt idx="193">
                  <c:v>40451</c:v>
                </c:pt>
                <c:pt idx="194">
                  <c:v>40452</c:v>
                </c:pt>
                <c:pt idx="195">
                  <c:v>40455</c:v>
                </c:pt>
                <c:pt idx="196">
                  <c:v>40456</c:v>
                </c:pt>
                <c:pt idx="197">
                  <c:v>40457</c:v>
                </c:pt>
                <c:pt idx="198">
                  <c:v>40458</c:v>
                </c:pt>
                <c:pt idx="199">
                  <c:v>40459</c:v>
                </c:pt>
                <c:pt idx="200">
                  <c:v>40462</c:v>
                </c:pt>
                <c:pt idx="201">
                  <c:v>40463</c:v>
                </c:pt>
                <c:pt idx="202">
                  <c:v>40464</c:v>
                </c:pt>
                <c:pt idx="203">
                  <c:v>40465</c:v>
                </c:pt>
                <c:pt idx="204">
                  <c:v>40466</c:v>
                </c:pt>
                <c:pt idx="205">
                  <c:v>40469</c:v>
                </c:pt>
                <c:pt idx="206">
                  <c:v>40470</c:v>
                </c:pt>
                <c:pt idx="207">
                  <c:v>40471</c:v>
                </c:pt>
                <c:pt idx="208">
                  <c:v>40472</c:v>
                </c:pt>
                <c:pt idx="209">
                  <c:v>40473</c:v>
                </c:pt>
                <c:pt idx="210">
                  <c:v>40476</c:v>
                </c:pt>
                <c:pt idx="211">
                  <c:v>40477</c:v>
                </c:pt>
                <c:pt idx="212">
                  <c:v>40478</c:v>
                </c:pt>
                <c:pt idx="213">
                  <c:v>40479</c:v>
                </c:pt>
                <c:pt idx="214">
                  <c:v>40480</c:v>
                </c:pt>
                <c:pt idx="215">
                  <c:v>40483</c:v>
                </c:pt>
                <c:pt idx="216">
                  <c:v>40484</c:v>
                </c:pt>
                <c:pt idx="217">
                  <c:v>40485</c:v>
                </c:pt>
                <c:pt idx="218">
                  <c:v>40486</c:v>
                </c:pt>
                <c:pt idx="219">
                  <c:v>40487</c:v>
                </c:pt>
                <c:pt idx="220">
                  <c:v>40490</c:v>
                </c:pt>
                <c:pt idx="221">
                  <c:v>40491</c:v>
                </c:pt>
                <c:pt idx="222">
                  <c:v>40492</c:v>
                </c:pt>
                <c:pt idx="223">
                  <c:v>40493</c:v>
                </c:pt>
                <c:pt idx="224">
                  <c:v>40494</c:v>
                </c:pt>
                <c:pt idx="225">
                  <c:v>40497</c:v>
                </c:pt>
                <c:pt idx="226">
                  <c:v>40498</c:v>
                </c:pt>
                <c:pt idx="227">
                  <c:v>40499</c:v>
                </c:pt>
                <c:pt idx="228">
                  <c:v>40500</c:v>
                </c:pt>
                <c:pt idx="229">
                  <c:v>40501</c:v>
                </c:pt>
                <c:pt idx="230">
                  <c:v>40504</c:v>
                </c:pt>
                <c:pt idx="231">
                  <c:v>40505</c:v>
                </c:pt>
                <c:pt idx="232">
                  <c:v>40506</c:v>
                </c:pt>
                <c:pt idx="233">
                  <c:v>40507</c:v>
                </c:pt>
                <c:pt idx="234">
                  <c:v>40508</c:v>
                </c:pt>
                <c:pt idx="235">
                  <c:v>40511</c:v>
                </c:pt>
                <c:pt idx="236">
                  <c:v>40512</c:v>
                </c:pt>
                <c:pt idx="237">
                  <c:v>40513</c:v>
                </c:pt>
                <c:pt idx="238">
                  <c:v>40514</c:v>
                </c:pt>
                <c:pt idx="239">
                  <c:v>40515</c:v>
                </c:pt>
                <c:pt idx="240">
                  <c:v>40518</c:v>
                </c:pt>
                <c:pt idx="241">
                  <c:v>40519</c:v>
                </c:pt>
                <c:pt idx="242">
                  <c:v>40520</c:v>
                </c:pt>
                <c:pt idx="243">
                  <c:v>40521</c:v>
                </c:pt>
                <c:pt idx="244">
                  <c:v>40522</c:v>
                </c:pt>
                <c:pt idx="245">
                  <c:v>40525</c:v>
                </c:pt>
                <c:pt idx="246">
                  <c:v>40526</c:v>
                </c:pt>
                <c:pt idx="247">
                  <c:v>40527</c:v>
                </c:pt>
                <c:pt idx="248">
                  <c:v>40528</c:v>
                </c:pt>
                <c:pt idx="249">
                  <c:v>40529</c:v>
                </c:pt>
                <c:pt idx="250">
                  <c:v>40532</c:v>
                </c:pt>
                <c:pt idx="251">
                  <c:v>40533</c:v>
                </c:pt>
                <c:pt idx="252">
                  <c:v>40534</c:v>
                </c:pt>
                <c:pt idx="253">
                  <c:v>40535</c:v>
                </c:pt>
                <c:pt idx="254">
                  <c:v>40536</c:v>
                </c:pt>
                <c:pt idx="255">
                  <c:v>40539</c:v>
                </c:pt>
                <c:pt idx="256">
                  <c:v>40540</c:v>
                </c:pt>
                <c:pt idx="257">
                  <c:v>40541</c:v>
                </c:pt>
                <c:pt idx="258">
                  <c:v>40542</c:v>
                </c:pt>
                <c:pt idx="259">
                  <c:v>40543</c:v>
                </c:pt>
                <c:pt idx="260">
                  <c:v>40546</c:v>
                </c:pt>
                <c:pt idx="261">
                  <c:v>40547</c:v>
                </c:pt>
                <c:pt idx="262">
                  <c:v>40548</c:v>
                </c:pt>
                <c:pt idx="263">
                  <c:v>40549</c:v>
                </c:pt>
                <c:pt idx="264">
                  <c:v>40550</c:v>
                </c:pt>
                <c:pt idx="265">
                  <c:v>40553</c:v>
                </c:pt>
                <c:pt idx="266">
                  <c:v>40554</c:v>
                </c:pt>
                <c:pt idx="267">
                  <c:v>40555</c:v>
                </c:pt>
                <c:pt idx="268">
                  <c:v>40556</c:v>
                </c:pt>
                <c:pt idx="269">
                  <c:v>40557</c:v>
                </c:pt>
                <c:pt idx="270">
                  <c:v>40560</c:v>
                </c:pt>
                <c:pt idx="271">
                  <c:v>40561</c:v>
                </c:pt>
                <c:pt idx="272">
                  <c:v>40562</c:v>
                </c:pt>
                <c:pt idx="273">
                  <c:v>40563</c:v>
                </c:pt>
                <c:pt idx="274">
                  <c:v>40564</c:v>
                </c:pt>
                <c:pt idx="275">
                  <c:v>40567</c:v>
                </c:pt>
                <c:pt idx="276">
                  <c:v>40568</c:v>
                </c:pt>
                <c:pt idx="277">
                  <c:v>40569</c:v>
                </c:pt>
                <c:pt idx="278">
                  <c:v>40570</c:v>
                </c:pt>
                <c:pt idx="279">
                  <c:v>40571</c:v>
                </c:pt>
                <c:pt idx="280">
                  <c:v>40574</c:v>
                </c:pt>
                <c:pt idx="281">
                  <c:v>40575</c:v>
                </c:pt>
                <c:pt idx="282">
                  <c:v>40576</c:v>
                </c:pt>
                <c:pt idx="283">
                  <c:v>40577</c:v>
                </c:pt>
                <c:pt idx="284">
                  <c:v>40578</c:v>
                </c:pt>
                <c:pt idx="285">
                  <c:v>40581</c:v>
                </c:pt>
                <c:pt idx="286">
                  <c:v>40582</c:v>
                </c:pt>
                <c:pt idx="287">
                  <c:v>40583</c:v>
                </c:pt>
                <c:pt idx="288">
                  <c:v>40584</c:v>
                </c:pt>
                <c:pt idx="289">
                  <c:v>40585</c:v>
                </c:pt>
                <c:pt idx="290">
                  <c:v>40588</c:v>
                </c:pt>
                <c:pt idx="291">
                  <c:v>40589</c:v>
                </c:pt>
                <c:pt idx="292">
                  <c:v>40590</c:v>
                </c:pt>
                <c:pt idx="293">
                  <c:v>40591</c:v>
                </c:pt>
                <c:pt idx="294">
                  <c:v>40592</c:v>
                </c:pt>
                <c:pt idx="295">
                  <c:v>40595</c:v>
                </c:pt>
                <c:pt idx="296">
                  <c:v>40596</c:v>
                </c:pt>
                <c:pt idx="297">
                  <c:v>40597</c:v>
                </c:pt>
                <c:pt idx="298">
                  <c:v>40598</c:v>
                </c:pt>
                <c:pt idx="299">
                  <c:v>40599</c:v>
                </c:pt>
                <c:pt idx="300">
                  <c:v>40602</c:v>
                </c:pt>
                <c:pt idx="301">
                  <c:v>40603</c:v>
                </c:pt>
                <c:pt idx="302">
                  <c:v>40604</c:v>
                </c:pt>
                <c:pt idx="303">
                  <c:v>40605</c:v>
                </c:pt>
                <c:pt idx="304">
                  <c:v>40606</c:v>
                </c:pt>
                <c:pt idx="305">
                  <c:v>40609</c:v>
                </c:pt>
                <c:pt idx="306">
                  <c:v>40610</c:v>
                </c:pt>
                <c:pt idx="307">
                  <c:v>40611</c:v>
                </c:pt>
                <c:pt idx="308">
                  <c:v>40612</c:v>
                </c:pt>
                <c:pt idx="309">
                  <c:v>40613</c:v>
                </c:pt>
                <c:pt idx="310">
                  <c:v>40616</c:v>
                </c:pt>
                <c:pt idx="311">
                  <c:v>40617</c:v>
                </c:pt>
                <c:pt idx="312">
                  <c:v>40618</c:v>
                </c:pt>
                <c:pt idx="313">
                  <c:v>40619</c:v>
                </c:pt>
                <c:pt idx="314">
                  <c:v>40620</c:v>
                </c:pt>
                <c:pt idx="315">
                  <c:v>40623</c:v>
                </c:pt>
                <c:pt idx="316">
                  <c:v>40624</c:v>
                </c:pt>
                <c:pt idx="317">
                  <c:v>40625</c:v>
                </c:pt>
                <c:pt idx="318">
                  <c:v>40626</c:v>
                </c:pt>
                <c:pt idx="319">
                  <c:v>40627</c:v>
                </c:pt>
                <c:pt idx="320">
                  <c:v>40630</c:v>
                </c:pt>
                <c:pt idx="321">
                  <c:v>40631</c:v>
                </c:pt>
                <c:pt idx="322">
                  <c:v>40632</c:v>
                </c:pt>
                <c:pt idx="323">
                  <c:v>40633</c:v>
                </c:pt>
                <c:pt idx="324">
                  <c:v>40634</c:v>
                </c:pt>
                <c:pt idx="325">
                  <c:v>40637</c:v>
                </c:pt>
                <c:pt idx="326">
                  <c:v>40638</c:v>
                </c:pt>
                <c:pt idx="327">
                  <c:v>40639</c:v>
                </c:pt>
                <c:pt idx="328">
                  <c:v>40640</c:v>
                </c:pt>
                <c:pt idx="329">
                  <c:v>40641</c:v>
                </c:pt>
                <c:pt idx="330">
                  <c:v>40644</c:v>
                </c:pt>
                <c:pt idx="331">
                  <c:v>40645</c:v>
                </c:pt>
                <c:pt idx="332">
                  <c:v>40646</c:v>
                </c:pt>
                <c:pt idx="333">
                  <c:v>40647</c:v>
                </c:pt>
                <c:pt idx="334">
                  <c:v>40648</c:v>
                </c:pt>
                <c:pt idx="335">
                  <c:v>40651</c:v>
                </c:pt>
                <c:pt idx="336">
                  <c:v>40652</c:v>
                </c:pt>
                <c:pt idx="337">
                  <c:v>40653</c:v>
                </c:pt>
                <c:pt idx="338">
                  <c:v>40654</c:v>
                </c:pt>
                <c:pt idx="339">
                  <c:v>40655</c:v>
                </c:pt>
                <c:pt idx="340">
                  <c:v>40658</c:v>
                </c:pt>
                <c:pt idx="341">
                  <c:v>40659</c:v>
                </c:pt>
                <c:pt idx="342">
                  <c:v>40660</c:v>
                </c:pt>
                <c:pt idx="343">
                  <c:v>40661</c:v>
                </c:pt>
                <c:pt idx="344">
                  <c:v>40662</c:v>
                </c:pt>
                <c:pt idx="345">
                  <c:v>40665</c:v>
                </c:pt>
                <c:pt idx="346">
                  <c:v>40666</c:v>
                </c:pt>
                <c:pt idx="347">
                  <c:v>40667</c:v>
                </c:pt>
                <c:pt idx="348">
                  <c:v>40668</c:v>
                </c:pt>
                <c:pt idx="349">
                  <c:v>40669</c:v>
                </c:pt>
                <c:pt idx="350">
                  <c:v>40672</c:v>
                </c:pt>
                <c:pt idx="351">
                  <c:v>40673</c:v>
                </c:pt>
                <c:pt idx="352">
                  <c:v>40674</c:v>
                </c:pt>
                <c:pt idx="353">
                  <c:v>40675</c:v>
                </c:pt>
                <c:pt idx="354">
                  <c:v>40676</c:v>
                </c:pt>
                <c:pt idx="355">
                  <c:v>40679</c:v>
                </c:pt>
                <c:pt idx="356">
                  <c:v>40680</c:v>
                </c:pt>
                <c:pt idx="357">
                  <c:v>40681</c:v>
                </c:pt>
                <c:pt idx="358">
                  <c:v>40682</c:v>
                </c:pt>
                <c:pt idx="359">
                  <c:v>40683</c:v>
                </c:pt>
                <c:pt idx="360">
                  <c:v>40686</c:v>
                </c:pt>
                <c:pt idx="361">
                  <c:v>40687</c:v>
                </c:pt>
                <c:pt idx="362">
                  <c:v>40688</c:v>
                </c:pt>
                <c:pt idx="363">
                  <c:v>40689</c:v>
                </c:pt>
                <c:pt idx="364">
                  <c:v>40690</c:v>
                </c:pt>
                <c:pt idx="365">
                  <c:v>40693</c:v>
                </c:pt>
                <c:pt idx="366">
                  <c:v>40694</c:v>
                </c:pt>
                <c:pt idx="367">
                  <c:v>40695</c:v>
                </c:pt>
                <c:pt idx="368">
                  <c:v>40696</c:v>
                </c:pt>
                <c:pt idx="369">
                  <c:v>40697</c:v>
                </c:pt>
                <c:pt idx="370">
                  <c:v>40700</c:v>
                </c:pt>
                <c:pt idx="371">
                  <c:v>40701</c:v>
                </c:pt>
                <c:pt idx="372">
                  <c:v>40702</c:v>
                </c:pt>
                <c:pt idx="373">
                  <c:v>40703</c:v>
                </c:pt>
                <c:pt idx="374">
                  <c:v>40704</c:v>
                </c:pt>
                <c:pt idx="375">
                  <c:v>40707</c:v>
                </c:pt>
                <c:pt idx="376">
                  <c:v>40708</c:v>
                </c:pt>
                <c:pt idx="377">
                  <c:v>40709</c:v>
                </c:pt>
                <c:pt idx="378">
                  <c:v>40710</c:v>
                </c:pt>
                <c:pt idx="379">
                  <c:v>40711</c:v>
                </c:pt>
                <c:pt idx="380">
                  <c:v>40714</c:v>
                </c:pt>
                <c:pt idx="381">
                  <c:v>40715</c:v>
                </c:pt>
                <c:pt idx="382">
                  <c:v>40716</c:v>
                </c:pt>
                <c:pt idx="383">
                  <c:v>40717</c:v>
                </c:pt>
                <c:pt idx="384">
                  <c:v>40718</c:v>
                </c:pt>
                <c:pt idx="385">
                  <c:v>40721</c:v>
                </c:pt>
                <c:pt idx="386">
                  <c:v>40722</c:v>
                </c:pt>
                <c:pt idx="387">
                  <c:v>40723</c:v>
                </c:pt>
                <c:pt idx="388">
                  <c:v>40724</c:v>
                </c:pt>
                <c:pt idx="389">
                  <c:v>40725</c:v>
                </c:pt>
                <c:pt idx="390">
                  <c:v>40728</c:v>
                </c:pt>
                <c:pt idx="391">
                  <c:v>40729</c:v>
                </c:pt>
                <c:pt idx="392">
                  <c:v>40730</c:v>
                </c:pt>
                <c:pt idx="393">
                  <c:v>40731</c:v>
                </c:pt>
                <c:pt idx="394">
                  <c:v>40732</c:v>
                </c:pt>
                <c:pt idx="395">
                  <c:v>40735</c:v>
                </c:pt>
                <c:pt idx="396">
                  <c:v>40736</c:v>
                </c:pt>
                <c:pt idx="397">
                  <c:v>40737</c:v>
                </c:pt>
                <c:pt idx="398">
                  <c:v>40738</c:v>
                </c:pt>
                <c:pt idx="399">
                  <c:v>40739</c:v>
                </c:pt>
                <c:pt idx="400">
                  <c:v>40742</c:v>
                </c:pt>
                <c:pt idx="401">
                  <c:v>40743</c:v>
                </c:pt>
                <c:pt idx="402">
                  <c:v>40744</c:v>
                </c:pt>
                <c:pt idx="403">
                  <c:v>40745</c:v>
                </c:pt>
                <c:pt idx="404">
                  <c:v>40746</c:v>
                </c:pt>
                <c:pt idx="405">
                  <c:v>40749</c:v>
                </c:pt>
                <c:pt idx="406">
                  <c:v>40750</c:v>
                </c:pt>
                <c:pt idx="407">
                  <c:v>40751</c:v>
                </c:pt>
                <c:pt idx="408">
                  <c:v>40752</c:v>
                </c:pt>
                <c:pt idx="409">
                  <c:v>40753</c:v>
                </c:pt>
                <c:pt idx="410">
                  <c:v>40756</c:v>
                </c:pt>
                <c:pt idx="411">
                  <c:v>40757</c:v>
                </c:pt>
                <c:pt idx="412">
                  <c:v>40758</c:v>
                </c:pt>
                <c:pt idx="413">
                  <c:v>40759</c:v>
                </c:pt>
                <c:pt idx="414">
                  <c:v>40760</c:v>
                </c:pt>
                <c:pt idx="415">
                  <c:v>40763</c:v>
                </c:pt>
                <c:pt idx="416">
                  <c:v>40764</c:v>
                </c:pt>
                <c:pt idx="417">
                  <c:v>40765</c:v>
                </c:pt>
                <c:pt idx="418">
                  <c:v>40766</c:v>
                </c:pt>
                <c:pt idx="419">
                  <c:v>40767</c:v>
                </c:pt>
                <c:pt idx="420">
                  <c:v>40770</c:v>
                </c:pt>
                <c:pt idx="421">
                  <c:v>40771</c:v>
                </c:pt>
                <c:pt idx="422">
                  <c:v>40772</c:v>
                </c:pt>
                <c:pt idx="423">
                  <c:v>40773</c:v>
                </c:pt>
                <c:pt idx="424">
                  <c:v>40774</c:v>
                </c:pt>
                <c:pt idx="425">
                  <c:v>40777</c:v>
                </c:pt>
                <c:pt idx="426">
                  <c:v>40778</c:v>
                </c:pt>
                <c:pt idx="427">
                  <c:v>40779</c:v>
                </c:pt>
                <c:pt idx="428">
                  <c:v>40780</c:v>
                </c:pt>
                <c:pt idx="429">
                  <c:v>40781</c:v>
                </c:pt>
                <c:pt idx="430">
                  <c:v>40784</c:v>
                </c:pt>
                <c:pt idx="431">
                  <c:v>40785</c:v>
                </c:pt>
                <c:pt idx="432">
                  <c:v>40786</c:v>
                </c:pt>
                <c:pt idx="433">
                  <c:v>40787</c:v>
                </c:pt>
                <c:pt idx="434">
                  <c:v>40788</c:v>
                </c:pt>
                <c:pt idx="435">
                  <c:v>40791</c:v>
                </c:pt>
                <c:pt idx="436">
                  <c:v>40792</c:v>
                </c:pt>
                <c:pt idx="437">
                  <c:v>40793</c:v>
                </c:pt>
                <c:pt idx="438">
                  <c:v>40794</c:v>
                </c:pt>
                <c:pt idx="439">
                  <c:v>40795</c:v>
                </c:pt>
                <c:pt idx="440">
                  <c:v>40798</c:v>
                </c:pt>
                <c:pt idx="441">
                  <c:v>40799</c:v>
                </c:pt>
                <c:pt idx="442">
                  <c:v>40800</c:v>
                </c:pt>
                <c:pt idx="443">
                  <c:v>40801</c:v>
                </c:pt>
                <c:pt idx="444">
                  <c:v>40802</c:v>
                </c:pt>
                <c:pt idx="445">
                  <c:v>40805</c:v>
                </c:pt>
                <c:pt idx="446">
                  <c:v>40806</c:v>
                </c:pt>
                <c:pt idx="447">
                  <c:v>40807</c:v>
                </c:pt>
                <c:pt idx="448">
                  <c:v>40808</c:v>
                </c:pt>
                <c:pt idx="449">
                  <c:v>40809</c:v>
                </c:pt>
                <c:pt idx="450">
                  <c:v>40812</c:v>
                </c:pt>
                <c:pt idx="451">
                  <c:v>40813</c:v>
                </c:pt>
                <c:pt idx="452">
                  <c:v>40814</c:v>
                </c:pt>
                <c:pt idx="453">
                  <c:v>40815</c:v>
                </c:pt>
                <c:pt idx="454">
                  <c:v>40816</c:v>
                </c:pt>
                <c:pt idx="455">
                  <c:v>40819</c:v>
                </c:pt>
                <c:pt idx="456">
                  <c:v>40820</c:v>
                </c:pt>
                <c:pt idx="457">
                  <c:v>40821</c:v>
                </c:pt>
                <c:pt idx="458">
                  <c:v>40822</c:v>
                </c:pt>
                <c:pt idx="459">
                  <c:v>40823</c:v>
                </c:pt>
                <c:pt idx="460">
                  <c:v>40826</c:v>
                </c:pt>
                <c:pt idx="461">
                  <c:v>40827</c:v>
                </c:pt>
                <c:pt idx="462">
                  <c:v>40828</c:v>
                </c:pt>
                <c:pt idx="463">
                  <c:v>40829</c:v>
                </c:pt>
                <c:pt idx="464">
                  <c:v>40830</c:v>
                </c:pt>
                <c:pt idx="465">
                  <c:v>40833</c:v>
                </c:pt>
                <c:pt idx="466">
                  <c:v>40834</c:v>
                </c:pt>
                <c:pt idx="467">
                  <c:v>40835</c:v>
                </c:pt>
                <c:pt idx="468">
                  <c:v>40836</c:v>
                </c:pt>
                <c:pt idx="469">
                  <c:v>40837</c:v>
                </c:pt>
                <c:pt idx="470">
                  <c:v>40840</c:v>
                </c:pt>
                <c:pt idx="471">
                  <c:v>40841</c:v>
                </c:pt>
                <c:pt idx="472">
                  <c:v>40842</c:v>
                </c:pt>
                <c:pt idx="473">
                  <c:v>40843</c:v>
                </c:pt>
                <c:pt idx="474">
                  <c:v>40844</c:v>
                </c:pt>
                <c:pt idx="475">
                  <c:v>40847</c:v>
                </c:pt>
                <c:pt idx="476">
                  <c:v>40848</c:v>
                </c:pt>
                <c:pt idx="477">
                  <c:v>40849</c:v>
                </c:pt>
                <c:pt idx="478">
                  <c:v>40850</c:v>
                </c:pt>
                <c:pt idx="479">
                  <c:v>40851</c:v>
                </c:pt>
                <c:pt idx="480">
                  <c:v>40854</c:v>
                </c:pt>
                <c:pt idx="481">
                  <c:v>40855</c:v>
                </c:pt>
                <c:pt idx="482">
                  <c:v>40856</c:v>
                </c:pt>
                <c:pt idx="483">
                  <c:v>40857</c:v>
                </c:pt>
                <c:pt idx="484">
                  <c:v>40858</c:v>
                </c:pt>
                <c:pt idx="485">
                  <c:v>40861</c:v>
                </c:pt>
                <c:pt idx="486">
                  <c:v>40862</c:v>
                </c:pt>
                <c:pt idx="487">
                  <c:v>40863</c:v>
                </c:pt>
                <c:pt idx="488">
                  <c:v>40864</c:v>
                </c:pt>
                <c:pt idx="489">
                  <c:v>40865</c:v>
                </c:pt>
                <c:pt idx="490">
                  <c:v>40868</c:v>
                </c:pt>
                <c:pt idx="491">
                  <c:v>40869</c:v>
                </c:pt>
                <c:pt idx="492">
                  <c:v>40870</c:v>
                </c:pt>
                <c:pt idx="493">
                  <c:v>40871</c:v>
                </c:pt>
                <c:pt idx="494">
                  <c:v>40872</c:v>
                </c:pt>
                <c:pt idx="495">
                  <c:v>40875</c:v>
                </c:pt>
                <c:pt idx="496">
                  <c:v>40876</c:v>
                </c:pt>
                <c:pt idx="497">
                  <c:v>40877</c:v>
                </c:pt>
                <c:pt idx="498">
                  <c:v>40878</c:v>
                </c:pt>
                <c:pt idx="499">
                  <c:v>40879</c:v>
                </c:pt>
                <c:pt idx="500">
                  <c:v>40882</c:v>
                </c:pt>
                <c:pt idx="501">
                  <c:v>40883</c:v>
                </c:pt>
                <c:pt idx="502">
                  <c:v>40884</c:v>
                </c:pt>
                <c:pt idx="503">
                  <c:v>40885</c:v>
                </c:pt>
                <c:pt idx="504">
                  <c:v>40886</c:v>
                </c:pt>
                <c:pt idx="505">
                  <c:v>40889</c:v>
                </c:pt>
                <c:pt idx="506">
                  <c:v>40890</c:v>
                </c:pt>
                <c:pt idx="507">
                  <c:v>40891</c:v>
                </c:pt>
                <c:pt idx="508">
                  <c:v>40892</c:v>
                </c:pt>
                <c:pt idx="509">
                  <c:v>40893</c:v>
                </c:pt>
                <c:pt idx="510">
                  <c:v>40896</c:v>
                </c:pt>
                <c:pt idx="511">
                  <c:v>40897</c:v>
                </c:pt>
                <c:pt idx="512">
                  <c:v>40898</c:v>
                </c:pt>
                <c:pt idx="513">
                  <c:v>40899</c:v>
                </c:pt>
                <c:pt idx="514">
                  <c:v>40900</c:v>
                </c:pt>
                <c:pt idx="515">
                  <c:v>40903</c:v>
                </c:pt>
                <c:pt idx="516">
                  <c:v>40904</c:v>
                </c:pt>
                <c:pt idx="517">
                  <c:v>40905</c:v>
                </c:pt>
                <c:pt idx="518">
                  <c:v>40906</c:v>
                </c:pt>
                <c:pt idx="519">
                  <c:v>40907</c:v>
                </c:pt>
                <c:pt idx="520">
                  <c:v>40911</c:v>
                </c:pt>
                <c:pt idx="521">
                  <c:v>40912</c:v>
                </c:pt>
                <c:pt idx="522">
                  <c:v>40913</c:v>
                </c:pt>
                <c:pt idx="523">
                  <c:v>40914</c:v>
                </c:pt>
                <c:pt idx="524">
                  <c:v>40917</c:v>
                </c:pt>
                <c:pt idx="525">
                  <c:v>40918</c:v>
                </c:pt>
                <c:pt idx="526">
                  <c:v>40919</c:v>
                </c:pt>
                <c:pt idx="527">
                  <c:v>40920</c:v>
                </c:pt>
                <c:pt idx="528">
                  <c:v>40921</c:v>
                </c:pt>
                <c:pt idx="529">
                  <c:v>40924</c:v>
                </c:pt>
                <c:pt idx="530">
                  <c:v>40925</c:v>
                </c:pt>
                <c:pt idx="531">
                  <c:v>40926</c:v>
                </c:pt>
                <c:pt idx="532">
                  <c:v>40927</c:v>
                </c:pt>
                <c:pt idx="533">
                  <c:v>40928</c:v>
                </c:pt>
                <c:pt idx="534">
                  <c:v>40931</c:v>
                </c:pt>
                <c:pt idx="535">
                  <c:v>40932</c:v>
                </c:pt>
                <c:pt idx="536">
                  <c:v>40933</c:v>
                </c:pt>
                <c:pt idx="537">
                  <c:v>40934</c:v>
                </c:pt>
                <c:pt idx="538">
                  <c:v>40935</c:v>
                </c:pt>
                <c:pt idx="539">
                  <c:v>40938</c:v>
                </c:pt>
                <c:pt idx="540">
                  <c:v>40939</c:v>
                </c:pt>
                <c:pt idx="541">
                  <c:v>40940</c:v>
                </c:pt>
                <c:pt idx="542">
                  <c:v>40941</c:v>
                </c:pt>
                <c:pt idx="543">
                  <c:v>40942</c:v>
                </c:pt>
                <c:pt idx="544">
                  <c:v>40945</c:v>
                </c:pt>
                <c:pt idx="545">
                  <c:v>40946</c:v>
                </c:pt>
                <c:pt idx="546">
                  <c:v>40947</c:v>
                </c:pt>
                <c:pt idx="547">
                  <c:v>40948</c:v>
                </c:pt>
                <c:pt idx="548">
                  <c:v>40949</c:v>
                </c:pt>
                <c:pt idx="549">
                  <c:v>40952</c:v>
                </c:pt>
                <c:pt idx="550">
                  <c:v>40953</c:v>
                </c:pt>
                <c:pt idx="551">
                  <c:v>40954</c:v>
                </c:pt>
                <c:pt idx="552">
                  <c:v>40955</c:v>
                </c:pt>
                <c:pt idx="553">
                  <c:v>40956</c:v>
                </c:pt>
                <c:pt idx="554">
                  <c:v>40959</c:v>
                </c:pt>
                <c:pt idx="555">
                  <c:v>40960</c:v>
                </c:pt>
                <c:pt idx="556">
                  <c:v>40961</c:v>
                </c:pt>
                <c:pt idx="557">
                  <c:v>40962</c:v>
                </c:pt>
                <c:pt idx="558">
                  <c:v>40963</c:v>
                </c:pt>
                <c:pt idx="559">
                  <c:v>40966</c:v>
                </c:pt>
                <c:pt idx="560">
                  <c:v>40967</c:v>
                </c:pt>
                <c:pt idx="561">
                  <c:v>40968</c:v>
                </c:pt>
                <c:pt idx="562">
                  <c:v>40969</c:v>
                </c:pt>
                <c:pt idx="563">
                  <c:v>40970</c:v>
                </c:pt>
                <c:pt idx="564">
                  <c:v>40973</c:v>
                </c:pt>
                <c:pt idx="565">
                  <c:v>40974</c:v>
                </c:pt>
                <c:pt idx="566">
                  <c:v>40975</c:v>
                </c:pt>
                <c:pt idx="567">
                  <c:v>40976</c:v>
                </c:pt>
                <c:pt idx="568">
                  <c:v>40977</c:v>
                </c:pt>
                <c:pt idx="569">
                  <c:v>40980</c:v>
                </c:pt>
                <c:pt idx="570">
                  <c:v>40981</c:v>
                </c:pt>
                <c:pt idx="571">
                  <c:v>40982</c:v>
                </c:pt>
                <c:pt idx="572">
                  <c:v>40983</c:v>
                </c:pt>
                <c:pt idx="573">
                  <c:v>40984</c:v>
                </c:pt>
                <c:pt idx="574">
                  <c:v>40987</c:v>
                </c:pt>
                <c:pt idx="575">
                  <c:v>40988</c:v>
                </c:pt>
                <c:pt idx="576">
                  <c:v>40989</c:v>
                </c:pt>
                <c:pt idx="577">
                  <c:v>40990</c:v>
                </c:pt>
                <c:pt idx="578">
                  <c:v>40991</c:v>
                </c:pt>
                <c:pt idx="579">
                  <c:v>40994</c:v>
                </c:pt>
                <c:pt idx="580">
                  <c:v>40995</c:v>
                </c:pt>
                <c:pt idx="581">
                  <c:v>40996</c:v>
                </c:pt>
                <c:pt idx="582">
                  <c:v>40997</c:v>
                </c:pt>
                <c:pt idx="583">
                  <c:v>40998</c:v>
                </c:pt>
                <c:pt idx="584">
                  <c:v>41001</c:v>
                </c:pt>
                <c:pt idx="585">
                  <c:v>41002</c:v>
                </c:pt>
                <c:pt idx="586">
                  <c:v>41003</c:v>
                </c:pt>
                <c:pt idx="587">
                  <c:v>41004</c:v>
                </c:pt>
                <c:pt idx="588">
                  <c:v>41005</c:v>
                </c:pt>
                <c:pt idx="589">
                  <c:v>41008</c:v>
                </c:pt>
                <c:pt idx="590">
                  <c:v>41009</c:v>
                </c:pt>
                <c:pt idx="591">
                  <c:v>41010</c:v>
                </c:pt>
                <c:pt idx="592">
                  <c:v>41011</c:v>
                </c:pt>
                <c:pt idx="593">
                  <c:v>41012</c:v>
                </c:pt>
                <c:pt idx="594">
                  <c:v>41015</c:v>
                </c:pt>
                <c:pt idx="595">
                  <c:v>41016</c:v>
                </c:pt>
                <c:pt idx="596">
                  <c:v>41017</c:v>
                </c:pt>
                <c:pt idx="597">
                  <c:v>41018</c:v>
                </c:pt>
                <c:pt idx="598">
                  <c:v>41019</c:v>
                </c:pt>
                <c:pt idx="599">
                  <c:v>41022</c:v>
                </c:pt>
                <c:pt idx="600">
                  <c:v>41023</c:v>
                </c:pt>
                <c:pt idx="601">
                  <c:v>41024</c:v>
                </c:pt>
                <c:pt idx="602">
                  <c:v>41025</c:v>
                </c:pt>
                <c:pt idx="603">
                  <c:v>41026</c:v>
                </c:pt>
                <c:pt idx="604">
                  <c:v>41029</c:v>
                </c:pt>
                <c:pt idx="605">
                  <c:v>41030</c:v>
                </c:pt>
                <c:pt idx="606">
                  <c:v>41031</c:v>
                </c:pt>
                <c:pt idx="607">
                  <c:v>41032</c:v>
                </c:pt>
                <c:pt idx="608">
                  <c:v>41033</c:v>
                </c:pt>
                <c:pt idx="609">
                  <c:v>41036</c:v>
                </c:pt>
                <c:pt idx="610">
                  <c:v>41037</c:v>
                </c:pt>
                <c:pt idx="611">
                  <c:v>41038</c:v>
                </c:pt>
                <c:pt idx="612">
                  <c:v>41039</c:v>
                </c:pt>
                <c:pt idx="613">
                  <c:v>41040</c:v>
                </c:pt>
                <c:pt idx="614">
                  <c:v>41043</c:v>
                </c:pt>
                <c:pt idx="615">
                  <c:v>41044</c:v>
                </c:pt>
                <c:pt idx="616">
                  <c:v>41045</c:v>
                </c:pt>
                <c:pt idx="617">
                  <c:v>41046</c:v>
                </c:pt>
                <c:pt idx="618">
                  <c:v>41047</c:v>
                </c:pt>
                <c:pt idx="619">
                  <c:v>41050</c:v>
                </c:pt>
                <c:pt idx="620">
                  <c:v>41051</c:v>
                </c:pt>
                <c:pt idx="621">
                  <c:v>41052</c:v>
                </c:pt>
                <c:pt idx="622">
                  <c:v>41053</c:v>
                </c:pt>
                <c:pt idx="623">
                  <c:v>41054</c:v>
                </c:pt>
                <c:pt idx="624">
                  <c:v>41057</c:v>
                </c:pt>
                <c:pt idx="625">
                  <c:v>41058</c:v>
                </c:pt>
                <c:pt idx="626">
                  <c:v>41059</c:v>
                </c:pt>
                <c:pt idx="627">
                  <c:v>41060</c:v>
                </c:pt>
                <c:pt idx="628">
                  <c:v>41061</c:v>
                </c:pt>
                <c:pt idx="629">
                  <c:v>41064</c:v>
                </c:pt>
                <c:pt idx="630">
                  <c:v>41065</c:v>
                </c:pt>
                <c:pt idx="631">
                  <c:v>41066</c:v>
                </c:pt>
                <c:pt idx="632">
                  <c:v>41067</c:v>
                </c:pt>
                <c:pt idx="633">
                  <c:v>41068</c:v>
                </c:pt>
                <c:pt idx="634">
                  <c:v>41071</c:v>
                </c:pt>
                <c:pt idx="635">
                  <c:v>41072</c:v>
                </c:pt>
                <c:pt idx="636">
                  <c:v>41073</c:v>
                </c:pt>
                <c:pt idx="637">
                  <c:v>41074</c:v>
                </c:pt>
                <c:pt idx="638">
                  <c:v>41075</c:v>
                </c:pt>
                <c:pt idx="639">
                  <c:v>41078</c:v>
                </c:pt>
                <c:pt idx="640">
                  <c:v>41079</c:v>
                </c:pt>
                <c:pt idx="641">
                  <c:v>41080</c:v>
                </c:pt>
                <c:pt idx="642">
                  <c:v>41081</c:v>
                </c:pt>
                <c:pt idx="643">
                  <c:v>41082</c:v>
                </c:pt>
                <c:pt idx="644">
                  <c:v>41085</c:v>
                </c:pt>
                <c:pt idx="645">
                  <c:v>41086</c:v>
                </c:pt>
                <c:pt idx="646">
                  <c:v>41087</c:v>
                </c:pt>
                <c:pt idx="647">
                  <c:v>41088</c:v>
                </c:pt>
                <c:pt idx="648">
                  <c:v>41089</c:v>
                </c:pt>
                <c:pt idx="649">
                  <c:v>41092</c:v>
                </c:pt>
                <c:pt idx="650">
                  <c:v>41093</c:v>
                </c:pt>
                <c:pt idx="651">
                  <c:v>41094</c:v>
                </c:pt>
                <c:pt idx="652">
                  <c:v>41095</c:v>
                </c:pt>
                <c:pt idx="653">
                  <c:v>41096</c:v>
                </c:pt>
                <c:pt idx="654">
                  <c:v>41099</c:v>
                </c:pt>
                <c:pt idx="655">
                  <c:v>41100</c:v>
                </c:pt>
                <c:pt idx="656">
                  <c:v>41101</c:v>
                </c:pt>
                <c:pt idx="657">
                  <c:v>41102</c:v>
                </c:pt>
                <c:pt idx="658">
                  <c:v>41103</c:v>
                </c:pt>
                <c:pt idx="659">
                  <c:v>41106</c:v>
                </c:pt>
                <c:pt idx="660">
                  <c:v>41107</c:v>
                </c:pt>
                <c:pt idx="661">
                  <c:v>41108</c:v>
                </c:pt>
                <c:pt idx="662">
                  <c:v>41109</c:v>
                </c:pt>
                <c:pt idx="663">
                  <c:v>41110</c:v>
                </c:pt>
                <c:pt idx="664">
                  <c:v>41113</c:v>
                </c:pt>
                <c:pt idx="665">
                  <c:v>41114</c:v>
                </c:pt>
                <c:pt idx="666">
                  <c:v>41115</c:v>
                </c:pt>
                <c:pt idx="667">
                  <c:v>41116</c:v>
                </c:pt>
                <c:pt idx="668">
                  <c:v>41117</c:v>
                </c:pt>
                <c:pt idx="669">
                  <c:v>41120</c:v>
                </c:pt>
                <c:pt idx="670">
                  <c:v>41121</c:v>
                </c:pt>
                <c:pt idx="671">
                  <c:v>41122</c:v>
                </c:pt>
                <c:pt idx="672">
                  <c:v>41123</c:v>
                </c:pt>
                <c:pt idx="673">
                  <c:v>41124</c:v>
                </c:pt>
                <c:pt idx="674">
                  <c:v>41127</c:v>
                </c:pt>
                <c:pt idx="675">
                  <c:v>41128</c:v>
                </c:pt>
                <c:pt idx="676">
                  <c:v>41129</c:v>
                </c:pt>
                <c:pt idx="677">
                  <c:v>41130</c:v>
                </c:pt>
                <c:pt idx="678">
                  <c:v>41131</c:v>
                </c:pt>
                <c:pt idx="679">
                  <c:v>41134</c:v>
                </c:pt>
                <c:pt idx="680">
                  <c:v>41135</c:v>
                </c:pt>
                <c:pt idx="681">
                  <c:v>41136</c:v>
                </c:pt>
                <c:pt idx="682">
                  <c:v>41137</c:v>
                </c:pt>
                <c:pt idx="683">
                  <c:v>41138</c:v>
                </c:pt>
                <c:pt idx="684">
                  <c:v>41141</c:v>
                </c:pt>
                <c:pt idx="685">
                  <c:v>41142</c:v>
                </c:pt>
                <c:pt idx="686">
                  <c:v>41143</c:v>
                </c:pt>
                <c:pt idx="687">
                  <c:v>41144</c:v>
                </c:pt>
                <c:pt idx="688">
                  <c:v>41145</c:v>
                </c:pt>
                <c:pt idx="689">
                  <c:v>41148</c:v>
                </c:pt>
                <c:pt idx="690">
                  <c:v>41149</c:v>
                </c:pt>
                <c:pt idx="691">
                  <c:v>41150</c:v>
                </c:pt>
                <c:pt idx="692">
                  <c:v>41151</c:v>
                </c:pt>
                <c:pt idx="693">
                  <c:v>41152</c:v>
                </c:pt>
                <c:pt idx="694">
                  <c:v>41155</c:v>
                </c:pt>
                <c:pt idx="695">
                  <c:v>41156</c:v>
                </c:pt>
                <c:pt idx="696">
                  <c:v>41157</c:v>
                </c:pt>
                <c:pt idx="697">
                  <c:v>41158</c:v>
                </c:pt>
                <c:pt idx="698">
                  <c:v>41159</c:v>
                </c:pt>
                <c:pt idx="699">
                  <c:v>41162</c:v>
                </c:pt>
                <c:pt idx="700">
                  <c:v>41163</c:v>
                </c:pt>
                <c:pt idx="701">
                  <c:v>41164</c:v>
                </c:pt>
                <c:pt idx="702">
                  <c:v>41165</c:v>
                </c:pt>
                <c:pt idx="703">
                  <c:v>41166</c:v>
                </c:pt>
                <c:pt idx="704">
                  <c:v>41169</c:v>
                </c:pt>
                <c:pt idx="705">
                  <c:v>41170</c:v>
                </c:pt>
                <c:pt idx="706">
                  <c:v>41171</c:v>
                </c:pt>
                <c:pt idx="707">
                  <c:v>41172</c:v>
                </c:pt>
                <c:pt idx="708">
                  <c:v>41173</c:v>
                </c:pt>
                <c:pt idx="709">
                  <c:v>41176</c:v>
                </c:pt>
                <c:pt idx="710">
                  <c:v>41177</c:v>
                </c:pt>
                <c:pt idx="711">
                  <c:v>41178</c:v>
                </c:pt>
                <c:pt idx="712">
                  <c:v>41179</c:v>
                </c:pt>
                <c:pt idx="713">
                  <c:v>41180</c:v>
                </c:pt>
                <c:pt idx="714">
                  <c:v>41183</c:v>
                </c:pt>
                <c:pt idx="715">
                  <c:v>41184</c:v>
                </c:pt>
                <c:pt idx="716">
                  <c:v>41185</c:v>
                </c:pt>
                <c:pt idx="717">
                  <c:v>41186</c:v>
                </c:pt>
                <c:pt idx="718">
                  <c:v>41187</c:v>
                </c:pt>
                <c:pt idx="719">
                  <c:v>41190</c:v>
                </c:pt>
                <c:pt idx="720">
                  <c:v>41191</c:v>
                </c:pt>
                <c:pt idx="721">
                  <c:v>41192</c:v>
                </c:pt>
                <c:pt idx="722">
                  <c:v>41193</c:v>
                </c:pt>
                <c:pt idx="723">
                  <c:v>41194</c:v>
                </c:pt>
                <c:pt idx="724">
                  <c:v>41197</c:v>
                </c:pt>
                <c:pt idx="725">
                  <c:v>41198</c:v>
                </c:pt>
                <c:pt idx="726">
                  <c:v>41199</c:v>
                </c:pt>
                <c:pt idx="727">
                  <c:v>41200</c:v>
                </c:pt>
                <c:pt idx="728">
                  <c:v>41201</c:v>
                </c:pt>
                <c:pt idx="729">
                  <c:v>41204</c:v>
                </c:pt>
                <c:pt idx="730">
                  <c:v>41205</c:v>
                </c:pt>
                <c:pt idx="731">
                  <c:v>41206</c:v>
                </c:pt>
                <c:pt idx="732">
                  <c:v>41207</c:v>
                </c:pt>
                <c:pt idx="733">
                  <c:v>41208</c:v>
                </c:pt>
                <c:pt idx="734">
                  <c:v>41211</c:v>
                </c:pt>
                <c:pt idx="735">
                  <c:v>41212</c:v>
                </c:pt>
                <c:pt idx="736">
                  <c:v>41213</c:v>
                </c:pt>
                <c:pt idx="737">
                  <c:v>41214</c:v>
                </c:pt>
                <c:pt idx="738">
                  <c:v>41215</c:v>
                </c:pt>
                <c:pt idx="739">
                  <c:v>41218</c:v>
                </c:pt>
                <c:pt idx="740">
                  <c:v>41219</c:v>
                </c:pt>
                <c:pt idx="741">
                  <c:v>41220</c:v>
                </c:pt>
                <c:pt idx="742">
                  <c:v>41221</c:v>
                </c:pt>
                <c:pt idx="743">
                  <c:v>41222</c:v>
                </c:pt>
                <c:pt idx="744">
                  <c:v>41225</c:v>
                </c:pt>
                <c:pt idx="745">
                  <c:v>41226</c:v>
                </c:pt>
                <c:pt idx="746">
                  <c:v>41227</c:v>
                </c:pt>
                <c:pt idx="747">
                  <c:v>41228</c:v>
                </c:pt>
                <c:pt idx="748">
                  <c:v>41229</c:v>
                </c:pt>
                <c:pt idx="749">
                  <c:v>41232</c:v>
                </c:pt>
                <c:pt idx="750">
                  <c:v>41233</c:v>
                </c:pt>
                <c:pt idx="751">
                  <c:v>41234</c:v>
                </c:pt>
                <c:pt idx="752">
                  <c:v>41235</c:v>
                </c:pt>
                <c:pt idx="753">
                  <c:v>41236</c:v>
                </c:pt>
                <c:pt idx="754">
                  <c:v>41239</c:v>
                </c:pt>
                <c:pt idx="755">
                  <c:v>41240</c:v>
                </c:pt>
                <c:pt idx="756">
                  <c:v>41241</c:v>
                </c:pt>
                <c:pt idx="757">
                  <c:v>41242</c:v>
                </c:pt>
                <c:pt idx="758">
                  <c:v>41243</c:v>
                </c:pt>
                <c:pt idx="759">
                  <c:v>41246</c:v>
                </c:pt>
                <c:pt idx="760">
                  <c:v>41247</c:v>
                </c:pt>
                <c:pt idx="761">
                  <c:v>41248</c:v>
                </c:pt>
                <c:pt idx="762">
                  <c:v>41249</c:v>
                </c:pt>
                <c:pt idx="763">
                  <c:v>41250</c:v>
                </c:pt>
                <c:pt idx="764">
                  <c:v>41253</c:v>
                </c:pt>
                <c:pt idx="765">
                  <c:v>41254</c:v>
                </c:pt>
                <c:pt idx="766">
                  <c:v>41255</c:v>
                </c:pt>
                <c:pt idx="767">
                  <c:v>41256</c:v>
                </c:pt>
                <c:pt idx="768">
                  <c:v>41257</c:v>
                </c:pt>
                <c:pt idx="769">
                  <c:v>41260</c:v>
                </c:pt>
                <c:pt idx="770">
                  <c:v>41261</c:v>
                </c:pt>
                <c:pt idx="771">
                  <c:v>41262</c:v>
                </c:pt>
                <c:pt idx="772">
                  <c:v>41263</c:v>
                </c:pt>
                <c:pt idx="773">
                  <c:v>41264</c:v>
                </c:pt>
                <c:pt idx="774">
                  <c:v>41267</c:v>
                </c:pt>
                <c:pt idx="775">
                  <c:v>41268</c:v>
                </c:pt>
                <c:pt idx="776">
                  <c:v>41269</c:v>
                </c:pt>
                <c:pt idx="777">
                  <c:v>41270</c:v>
                </c:pt>
                <c:pt idx="778">
                  <c:v>41271</c:v>
                </c:pt>
                <c:pt idx="779">
                  <c:v>41274</c:v>
                </c:pt>
                <c:pt idx="780">
                  <c:v>41275</c:v>
                </c:pt>
                <c:pt idx="781">
                  <c:v>41276</c:v>
                </c:pt>
                <c:pt idx="782">
                  <c:v>41277</c:v>
                </c:pt>
                <c:pt idx="783">
                  <c:v>41278</c:v>
                </c:pt>
                <c:pt idx="784">
                  <c:v>41281</c:v>
                </c:pt>
                <c:pt idx="785">
                  <c:v>41282</c:v>
                </c:pt>
                <c:pt idx="786">
                  <c:v>41283</c:v>
                </c:pt>
                <c:pt idx="787">
                  <c:v>41284</c:v>
                </c:pt>
                <c:pt idx="788">
                  <c:v>41285</c:v>
                </c:pt>
                <c:pt idx="789">
                  <c:v>41288</c:v>
                </c:pt>
                <c:pt idx="790">
                  <c:v>41289</c:v>
                </c:pt>
                <c:pt idx="791">
                  <c:v>41290</c:v>
                </c:pt>
                <c:pt idx="792">
                  <c:v>41291</c:v>
                </c:pt>
                <c:pt idx="793">
                  <c:v>41292</c:v>
                </c:pt>
                <c:pt idx="794">
                  <c:v>41295</c:v>
                </c:pt>
                <c:pt idx="795">
                  <c:v>41296</c:v>
                </c:pt>
                <c:pt idx="796">
                  <c:v>41297</c:v>
                </c:pt>
                <c:pt idx="797">
                  <c:v>41298</c:v>
                </c:pt>
                <c:pt idx="798">
                  <c:v>41299</c:v>
                </c:pt>
                <c:pt idx="799">
                  <c:v>41302</c:v>
                </c:pt>
                <c:pt idx="800">
                  <c:v>41303</c:v>
                </c:pt>
                <c:pt idx="801">
                  <c:v>41304</c:v>
                </c:pt>
                <c:pt idx="802">
                  <c:v>41305</c:v>
                </c:pt>
                <c:pt idx="803">
                  <c:v>41306</c:v>
                </c:pt>
                <c:pt idx="804">
                  <c:v>41309</c:v>
                </c:pt>
                <c:pt idx="805">
                  <c:v>41310</c:v>
                </c:pt>
                <c:pt idx="806">
                  <c:v>41311</c:v>
                </c:pt>
                <c:pt idx="807">
                  <c:v>41312</c:v>
                </c:pt>
                <c:pt idx="808">
                  <c:v>41313</c:v>
                </c:pt>
                <c:pt idx="809">
                  <c:v>41316</c:v>
                </c:pt>
                <c:pt idx="810">
                  <c:v>41317</c:v>
                </c:pt>
                <c:pt idx="811">
                  <c:v>41318</c:v>
                </c:pt>
                <c:pt idx="812">
                  <c:v>41319</c:v>
                </c:pt>
                <c:pt idx="813">
                  <c:v>41320</c:v>
                </c:pt>
                <c:pt idx="814">
                  <c:v>41323</c:v>
                </c:pt>
                <c:pt idx="815">
                  <c:v>41324</c:v>
                </c:pt>
                <c:pt idx="816">
                  <c:v>41325</c:v>
                </c:pt>
                <c:pt idx="817">
                  <c:v>41326</c:v>
                </c:pt>
                <c:pt idx="818">
                  <c:v>41327</c:v>
                </c:pt>
                <c:pt idx="819">
                  <c:v>41330</c:v>
                </c:pt>
                <c:pt idx="820">
                  <c:v>41331</c:v>
                </c:pt>
                <c:pt idx="821">
                  <c:v>41332</c:v>
                </c:pt>
                <c:pt idx="822">
                  <c:v>41333</c:v>
                </c:pt>
                <c:pt idx="823">
                  <c:v>41334</c:v>
                </c:pt>
                <c:pt idx="824">
                  <c:v>41337</c:v>
                </c:pt>
                <c:pt idx="825">
                  <c:v>41338</c:v>
                </c:pt>
                <c:pt idx="826">
                  <c:v>41339</c:v>
                </c:pt>
                <c:pt idx="827">
                  <c:v>41340</c:v>
                </c:pt>
                <c:pt idx="828">
                  <c:v>41341</c:v>
                </c:pt>
                <c:pt idx="829">
                  <c:v>41344</c:v>
                </c:pt>
                <c:pt idx="830">
                  <c:v>41345</c:v>
                </c:pt>
                <c:pt idx="831">
                  <c:v>41346</c:v>
                </c:pt>
                <c:pt idx="832">
                  <c:v>41347</c:v>
                </c:pt>
                <c:pt idx="833">
                  <c:v>41348</c:v>
                </c:pt>
                <c:pt idx="834">
                  <c:v>41351</c:v>
                </c:pt>
                <c:pt idx="835">
                  <c:v>41352</c:v>
                </c:pt>
                <c:pt idx="836">
                  <c:v>41353</c:v>
                </c:pt>
                <c:pt idx="837">
                  <c:v>41354</c:v>
                </c:pt>
                <c:pt idx="838">
                  <c:v>41355</c:v>
                </c:pt>
                <c:pt idx="839">
                  <c:v>41358</c:v>
                </c:pt>
                <c:pt idx="840">
                  <c:v>41359</c:v>
                </c:pt>
                <c:pt idx="841">
                  <c:v>41360</c:v>
                </c:pt>
                <c:pt idx="842">
                  <c:v>41361</c:v>
                </c:pt>
                <c:pt idx="843">
                  <c:v>41362</c:v>
                </c:pt>
                <c:pt idx="844">
                  <c:v>41365</c:v>
                </c:pt>
                <c:pt idx="845">
                  <c:v>41366</c:v>
                </c:pt>
                <c:pt idx="846">
                  <c:v>41367</c:v>
                </c:pt>
                <c:pt idx="847">
                  <c:v>41368</c:v>
                </c:pt>
                <c:pt idx="848">
                  <c:v>41369</c:v>
                </c:pt>
                <c:pt idx="849">
                  <c:v>41372</c:v>
                </c:pt>
                <c:pt idx="850">
                  <c:v>41373</c:v>
                </c:pt>
                <c:pt idx="851">
                  <c:v>41374</c:v>
                </c:pt>
                <c:pt idx="852">
                  <c:v>41375</c:v>
                </c:pt>
                <c:pt idx="853">
                  <c:v>41376</c:v>
                </c:pt>
                <c:pt idx="854">
                  <c:v>41379</c:v>
                </c:pt>
                <c:pt idx="855">
                  <c:v>41380</c:v>
                </c:pt>
                <c:pt idx="856">
                  <c:v>41381</c:v>
                </c:pt>
                <c:pt idx="857">
                  <c:v>41382</c:v>
                </c:pt>
                <c:pt idx="858">
                  <c:v>41383</c:v>
                </c:pt>
                <c:pt idx="859">
                  <c:v>41386</c:v>
                </c:pt>
                <c:pt idx="860">
                  <c:v>41387</c:v>
                </c:pt>
                <c:pt idx="861" formatCode="ddd\-dd\-mmm\-yy">
                  <c:v>41388</c:v>
                </c:pt>
                <c:pt idx="862" formatCode="ddd\-dd\-mmm\-yy">
                  <c:v>41389</c:v>
                </c:pt>
                <c:pt idx="863" formatCode="ddd\-dd\-mmm\-yy">
                  <c:v>41390</c:v>
                </c:pt>
                <c:pt idx="864" formatCode="ddd\-dd\-mmm\-yy">
                  <c:v>41393</c:v>
                </c:pt>
                <c:pt idx="865" formatCode="ddd\-dd\-mmm\-yy">
                  <c:v>41394</c:v>
                </c:pt>
                <c:pt idx="866" formatCode="ddd\-dd\-mmm\-yy">
                  <c:v>41395</c:v>
                </c:pt>
              </c:numCache>
            </c:numRef>
          </c:cat>
          <c:val>
            <c:numRef>
              <c:f>Sheet1!$B$263:$B$1129</c:f>
              <c:numCache>
                <c:formatCode>0_)</c:formatCode>
                <c:ptCount val="867"/>
                <c:pt idx="0">
                  <c:v>7464</c:v>
                </c:pt>
                <c:pt idx="1">
                  <c:v>7436</c:v>
                </c:pt>
                <c:pt idx="2">
                  <c:v>7587.5</c:v>
                </c:pt>
                <c:pt idx="3">
                  <c:v>7594</c:v>
                </c:pt>
                <c:pt idx="4">
                  <c:v>7446</c:v>
                </c:pt>
                <c:pt idx="5">
                  <c:v>7685</c:v>
                </c:pt>
                <c:pt idx="6">
                  <c:v>7425</c:v>
                </c:pt>
                <c:pt idx="7">
                  <c:v>7391</c:v>
                </c:pt>
                <c:pt idx="8">
                  <c:v>7454</c:v>
                </c:pt>
                <c:pt idx="9">
                  <c:v>7405.5</c:v>
                </c:pt>
                <c:pt idx="10">
                  <c:v>7507</c:v>
                </c:pt>
                <c:pt idx="11">
                  <c:v>7442</c:v>
                </c:pt>
                <c:pt idx="12">
                  <c:v>7446</c:v>
                </c:pt>
                <c:pt idx="13">
                  <c:v>7347</c:v>
                </c:pt>
                <c:pt idx="14">
                  <c:v>7240</c:v>
                </c:pt>
                <c:pt idx="15">
                  <c:v>7409</c:v>
                </c:pt>
                <c:pt idx="16">
                  <c:v>7306</c:v>
                </c:pt>
                <c:pt idx="17">
                  <c:v>7244</c:v>
                </c:pt>
                <c:pt idx="18">
                  <c:v>7042</c:v>
                </c:pt>
                <c:pt idx="19">
                  <c:v>6854</c:v>
                </c:pt>
                <c:pt idx="20">
                  <c:v>6675</c:v>
                </c:pt>
                <c:pt idx="21">
                  <c:v>6865</c:v>
                </c:pt>
                <c:pt idx="22">
                  <c:v>6853</c:v>
                </c:pt>
                <c:pt idx="23">
                  <c:v>6571</c:v>
                </c:pt>
                <c:pt idx="24">
                  <c:v>6242</c:v>
                </c:pt>
                <c:pt idx="25">
                  <c:v>6329</c:v>
                </c:pt>
                <c:pt idx="26">
                  <c:v>6485</c:v>
                </c:pt>
                <c:pt idx="27">
                  <c:v>6610.5</c:v>
                </c:pt>
                <c:pt idx="28">
                  <c:v>6672.5</c:v>
                </c:pt>
                <c:pt idx="29">
                  <c:v>6766</c:v>
                </c:pt>
                <c:pt idx="30">
                  <c:v>6841</c:v>
                </c:pt>
                <c:pt idx="31">
                  <c:v>6940</c:v>
                </c:pt>
                <c:pt idx="32">
                  <c:v>7119.5</c:v>
                </c:pt>
                <c:pt idx="33">
                  <c:v>7086</c:v>
                </c:pt>
                <c:pt idx="34">
                  <c:v>7193</c:v>
                </c:pt>
                <c:pt idx="35">
                  <c:v>7338</c:v>
                </c:pt>
                <c:pt idx="36">
                  <c:v>7227</c:v>
                </c:pt>
                <c:pt idx="37">
                  <c:v>7032</c:v>
                </c:pt>
                <c:pt idx="38">
                  <c:v>7046</c:v>
                </c:pt>
                <c:pt idx="39">
                  <c:v>7072</c:v>
                </c:pt>
                <c:pt idx="40">
                  <c:v>7335</c:v>
                </c:pt>
                <c:pt idx="41">
                  <c:v>7359</c:v>
                </c:pt>
                <c:pt idx="42">
                  <c:v>7483.5</c:v>
                </c:pt>
                <c:pt idx="43">
                  <c:v>7485.5</c:v>
                </c:pt>
                <c:pt idx="44">
                  <c:v>7466.5</c:v>
                </c:pt>
                <c:pt idx="45">
                  <c:v>7541.5</c:v>
                </c:pt>
                <c:pt idx="46">
                  <c:v>7395</c:v>
                </c:pt>
                <c:pt idx="47">
                  <c:v>7524</c:v>
                </c:pt>
                <c:pt idx="48">
                  <c:v>7384.5</c:v>
                </c:pt>
                <c:pt idx="49">
                  <c:v>7470</c:v>
                </c:pt>
                <c:pt idx="50">
                  <c:v>7330</c:v>
                </c:pt>
                <c:pt idx="51">
                  <c:v>7341.5</c:v>
                </c:pt>
                <c:pt idx="52">
                  <c:v>7488</c:v>
                </c:pt>
                <c:pt idx="53">
                  <c:v>7476</c:v>
                </c:pt>
                <c:pt idx="54">
                  <c:v>7461</c:v>
                </c:pt>
                <c:pt idx="55">
                  <c:v>7300.5</c:v>
                </c:pt>
                <c:pt idx="56">
                  <c:v>7404.5</c:v>
                </c:pt>
                <c:pt idx="57">
                  <c:v>7310.5</c:v>
                </c:pt>
                <c:pt idx="58">
                  <c:v>7347</c:v>
                </c:pt>
                <c:pt idx="59">
                  <c:v>7490.5</c:v>
                </c:pt>
                <c:pt idx="60">
                  <c:v>7635</c:v>
                </c:pt>
                <c:pt idx="61">
                  <c:v>7786</c:v>
                </c:pt>
                <c:pt idx="62">
                  <c:v>7830</c:v>
                </c:pt>
                <c:pt idx="63">
                  <c:v>7881</c:v>
                </c:pt>
                <c:pt idx="66">
                  <c:v>7950.5</c:v>
                </c:pt>
                <c:pt idx="67">
                  <c:v>7908</c:v>
                </c:pt>
                <c:pt idx="68">
                  <c:v>7795.5</c:v>
                </c:pt>
                <c:pt idx="69">
                  <c:v>7896</c:v>
                </c:pt>
                <c:pt idx="70">
                  <c:v>7915</c:v>
                </c:pt>
                <c:pt idx="71">
                  <c:v>7845</c:v>
                </c:pt>
                <c:pt idx="72">
                  <c:v>7924.5</c:v>
                </c:pt>
                <c:pt idx="73">
                  <c:v>7875</c:v>
                </c:pt>
                <c:pt idx="74">
                  <c:v>7905.5</c:v>
                </c:pt>
                <c:pt idx="75">
                  <c:v>7656</c:v>
                </c:pt>
                <c:pt idx="76">
                  <c:v>7787</c:v>
                </c:pt>
                <c:pt idx="77">
                  <c:v>7666</c:v>
                </c:pt>
                <c:pt idx="78">
                  <c:v>7661</c:v>
                </c:pt>
                <c:pt idx="79">
                  <c:v>7660</c:v>
                </c:pt>
                <c:pt idx="80">
                  <c:v>7760</c:v>
                </c:pt>
                <c:pt idx="81">
                  <c:v>7645</c:v>
                </c:pt>
                <c:pt idx="82">
                  <c:v>7410.5</c:v>
                </c:pt>
                <c:pt idx="83">
                  <c:v>7395</c:v>
                </c:pt>
                <c:pt idx="84">
                  <c:v>7365</c:v>
                </c:pt>
                <c:pt idx="86">
                  <c:v>7175.5</c:v>
                </c:pt>
                <c:pt idx="87">
                  <c:v>6801</c:v>
                </c:pt>
                <c:pt idx="88">
                  <c:v>6945</c:v>
                </c:pt>
                <c:pt idx="89">
                  <c:v>6872</c:v>
                </c:pt>
                <c:pt idx="90">
                  <c:v>7165.5</c:v>
                </c:pt>
                <c:pt idx="91">
                  <c:v>6885</c:v>
                </c:pt>
                <c:pt idx="92">
                  <c:v>7082</c:v>
                </c:pt>
                <c:pt idx="93">
                  <c:v>7010.5</c:v>
                </c:pt>
                <c:pt idx="94">
                  <c:v>6955.5</c:v>
                </c:pt>
                <c:pt idx="95">
                  <c:v>6721</c:v>
                </c:pt>
                <c:pt idx="96">
                  <c:v>6605.5</c:v>
                </c:pt>
                <c:pt idx="97">
                  <c:v>6465.5</c:v>
                </c:pt>
                <c:pt idx="98">
                  <c:v>6500</c:v>
                </c:pt>
                <c:pt idx="99">
                  <c:v>6639</c:v>
                </c:pt>
                <c:pt idx="100">
                  <c:v>6770.5</c:v>
                </c:pt>
                <c:pt idx="101">
                  <c:v>6685</c:v>
                </c:pt>
                <c:pt idx="102">
                  <c:v>6836</c:v>
                </c:pt>
                <c:pt idx="103">
                  <c:v>6875.5</c:v>
                </c:pt>
                <c:pt idx="104">
                  <c:v>6926</c:v>
                </c:pt>
                <c:pt idx="106">
                  <c:v>6715</c:v>
                </c:pt>
                <c:pt idx="107">
                  <c:v>6605</c:v>
                </c:pt>
                <c:pt idx="108">
                  <c:v>6620.5</c:v>
                </c:pt>
                <c:pt idx="109">
                  <c:v>6450</c:v>
                </c:pt>
                <c:pt idx="110">
                  <c:v>6157</c:v>
                </c:pt>
                <c:pt idx="111">
                  <c:v>6091</c:v>
                </c:pt>
                <c:pt idx="112">
                  <c:v>6295.5</c:v>
                </c:pt>
                <c:pt idx="113">
                  <c:v>6292</c:v>
                </c:pt>
                <c:pt idx="114">
                  <c:v>6462</c:v>
                </c:pt>
                <c:pt idx="115">
                  <c:v>6610</c:v>
                </c:pt>
                <c:pt idx="116">
                  <c:v>6625</c:v>
                </c:pt>
                <c:pt idx="117">
                  <c:v>6592.5</c:v>
                </c:pt>
                <c:pt idx="118">
                  <c:v>6480.5</c:v>
                </c:pt>
                <c:pt idx="119">
                  <c:v>6315.5</c:v>
                </c:pt>
                <c:pt idx="120">
                  <c:v>6607</c:v>
                </c:pt>
                <c:pt idx="121">
                  <c:v>6460</c:v>
                </c:pt>
                <c:pt idx="122">
                  <c:v>6576</c:v>
                </c:pt>
                <c:pt idx="123">
                  <c:v>6525.5</c:v>
                </c:pt>
                <c:pt idx="124">
                  <c:v>6604.5</c:v>
                </c:pt>
                <c:pt idx="125">
                  <c:v>6800</c:v>
                </c:pt>
                <c:pt idx="126">
                  <c:v>6585</c:v>
                </c:pt>
                <c:pt idx="127">
                  <c:v>6515</c:v>
                </c:pt>
                <c:pt idx="128">
                  <c:v>6354</c:v>
                </c:pt>
                <c:pt idx="129">
                  <c:v>6430.5</c:v>
                </c:pt>
                <c:pt idx="130">
                  <c:v>6440</c:v>
                </c:pt>
                <c:pt idx="131">
                  <c:v>6523</c:v>
                </c:pt>
                <c:pt idx="132">
                  <c:v>6545</c:v>
                </c:pt>
                <c:pt idx="133">
                  <c:v>6641</c:v>
                </c:pt>
                <c:pt idx="134">
                  <c:v>6680.5</c:v>
                </c:pt>
                <c:pt idx="135">
                  <c:v>6630.5</c:v>
                </c:pt>
                <c:pt idx="136">
                  <c:v>6596</c:v>
                </c:pt>
                <c:pt idx="137">
                  <c:v>6694.5</c:v>
                </c:pt>
                <c:pt idx="138">
                  <c:v>6656</c:v>
                </c:pt>
                <c:pt idx="139">
                  <c:v>6650</c:v>
                </c:pt>
                <c:pt idx="140">
                  <c:v>6514</c:v>
                </c:pt>
                <c:pt idx="141">
                  <c:v>6526</c:v>
                </c:pt>
                <c:pt idx="142">
                  <c:v>6771</c:v>
                </c:pt>
                <c:pt idx="143">
                  <c:v>6920.5</c:v>
                </c:pt>
                <c:pt idx="144">
                  <c:v>6995</c:v>
                </c:pt>
                <c:pt idx="145">
                  <c:v>6995.5</c:v>
                </c:pt>
                <c:pt idx="146">
                  <c:v>7091.5</c:v>
                </c:pt>
                <c:pt idx="147">
                  <c:v>7120</c:v>
                </c:pt>
                <c:pt idx="148">
                  <c:v>7206</c:v>
                </c:pt>
                <c:pt idx="149">
                  <c:v>7195</c:v>
                </c:pt>
                <c:pt idx="150">
                  <c:v>7336</c:v>
                </c:pt>
                <c:pt idx="151">
                  <c:v>7360</c:v>
                </c:pt>
                <c:pt idx="152">
                  <c:v>7370.5</c:v>
                </c:pt>
                <c:pt idx="153">
                  <c:v>7395</c:v>
                </c:pt>
                <c:pt idx="154">
                  <c:v>7420</c:v>
                </c:pt>
                <c:pt idx="155">
                  <c:v>7425</c:v>
                </c:pt>
                <c:pt idx="156">
                  <c:v>7225</c:v>
                </c:pt>
                <c:pt idx="157">
                  <c:v>7204</c:v>
                </c:pt>
                <c:pt idx="158">
                  <c:v>7180</c:v>
                </c:pt>
                <c:pt idx="159">
                  <c:v>7200</c:v>
                </c:pt>
                <c:pt idx="160">
                  <c:v>7205</c:v>
                </c:pt>
                <c:pt idx="161">
                  <c:v>7315.5</c:v>
                </c:pt>
                <c:pt idx="162">
                  <c:v>7353.5</c:v>
                </c:pt>
                <c:pt idx="163">
                  <c:v>7442</c:v>
                </c:pt>
                <c:pt idx="164">
                  <c:v>7205.5</c:v>
                </c:pt>
                <c:pt idx="165">
                  <c:v>7250</c:v>
                </c:pt>
                <c:pt idx="166">
                  <c:v>7171</c:v>
                </c:pt>
                <c:pt idx="167">
                  <c:v>7067</c:v>
                </c:pt>
                <c:pt idx="168">
                  <c:v>7195.5</c:v>
                </c:pt>
                <c:pt idx="169">
                  <c:v>7287</c:v>
                </c:pt>
                <c:pt idx="171">
                  <c:v>7355.5</c:v>
                </c:pt>
                <c:pt idx="172">
                  <c:v>7540.5</c:v>
                </c:pt>
                <c:pt idx="173">
                  <c:v>7625.5</c:v>
                </c:pt>
                <c:pt idx="174">
                  <c:v>7631.5</c:v>
                </c:pt>
                <c:pt idx="175">
                  <c:v>7660.5</c:v>
                </c:pt>
                <c:pt idx="176">
                  <c:v>7520</c:v>
                </c:pt>
                <c:pt idx="177">
                  <c:v>7620</c:v>
                </c:pt>
                <c:pt idx="178">
                  <c:v>7532</c:v>
                </c:pt>
                <c:pt idx="179">
                  <c:v>7525</c:v>
                </c:pt>
                <c:pt idx="180">
                  <c:v>7630</c:v>
                </c:pt>
                <c:pt idx="181">
                  <c:v>7517</c:v>
                </c:pt>
                <c:pt idx="182">
                  <c:v>7595</c:v>
                </c:pt>
                <c:pt idx="183">
                  <c:v>7670</c:v>
                </c:pt>
                <c:pt idx="184">
                  <c:v>7756</c:v>
                </c:pt>
                <c:pt idx="185">
                  <c:v>7735.5</c:v>
                </c:pt>
                <c:pt idx="186">
                  <c:v>7695</c:v>
                </c:pt>
                <c:pt idx="187">
                  <c:v>7705.5</c:v>
                </c:pt>
                <c:pt idx="188">
                  <c:v>7876.5</c:v>
                </c:pt>
                <c:pt idx="189">
                  <c:v>7911</c:v>
                </c:pt>
                <c:pt idx="190">
                  <c:v>7922</c:v>
                </c:pt>
                <c:pt idx="191">
                  <c:v>7866</c:v>
                </c:pt>
                <c:pt idx="192">
                  <c:v>8016.5</c:v>
                </c:pt>
                <c:pt idx="193">
                  <c:v>8053.5</c:v>
                </c:pt>
                <c:pt idx="194">
                  <c:v>8115</c:v>
                </c:pt>
                <c:pt idx="195">
                  <c:v>8085.5</c:v>
                </c:pt>
                <c:pt idx="196">
                  <c:v>8125</c:v>
                </c:pt>
                <c:pt idx="197">
                  <c:v>8215.5</c:v>
                </c:pt>
                <c:pt idx="198">
                  <c:v>8262</c:v>
                </c:pt>
                <c:pt idx="199">
                  <c:v>8104.5</c:v>
                </c:pt>
                <c:pt idx="200">
                  <c:v>8335.5</c:v>
                </c:pt>
                <c:pt idx="201">
                  <c:v>8266</c:v>
                </c:pt>
                <c:pt idx="202">
                  <c:v>8400</c:v>
                </c:pt>
                <c:pt idx="203">
                  <c:v>8412</c:v>
                </c:pt>
                <c:pt idx="204">
                  <c:v>8362.5</c:v>
                </c:pt>
                <c:pt idx="205">
                  <c:v>8340.5</c:v>
                </c:pt>
                <c:pt idx="206">
                  <c:v>8295</c:v>
                </c:pt>
                <c:pt idx="207">
                  <c:v>8250</c:v>
                </c:pt>
                <c:pt idx="208">
                  <c:v>8406</c:v>
                </c:pt>
                <c:pt idx="209">
                  <c:v>8309.5</c:v>
                </c:pt>
                <c:pt idx="210">
                  <c:v>8501</c:v>
                </c:pt>
                <c:pt idx="211">
                  <c:v>8466</c:v>
                </c:pt>
                <c:pt idx="212">
                  <c:v>8332</c:v>
                </c:pt>
                <c:pt idx="213">
                  <c:v>8332</c:v>
                </c:pt>
                <c:pt idx="214">
                  <c:v>8225</c:v>
                </c:pt>
                <c:pt idx="215">
                  <c:v>8339</c:v>
                </c:pt>
                <c:pt idx="216">
                  <c:v>8396</c:v>
                </c:pt>
                <c:pt idx="217">
                  <c:v>8400.5</c:v>
                </c:pt>
                <c:pt idx="218">
                  <c:v>8521.5</c:v>
                </c:pt>
                <c:pt idx="219">
                  <c:v>8700</c:v>
                </c:pt>
                <c:pt idx="220">
                  <c:v>8672</c:v>
                </c:pt>
                <c:pt idx="221">
                  <c:v>8844.5</c:v>
                </c:pt>
                <c:pt idx="222">
                  <c:v>8729</c:v>
                </c:pt>
                <c:pt idx="223">
                  <c:v>8925</c:v>
                </c:pt>
                <c:pt idx="224">
                  <c:v>8715</c:v>
                </c:pt>
                <c:pt idx="225">
                  <c:v>8590</c:v>
                </c:pt>
                <c:pt idx="226">
                  <c:v>8483.5</c:v>
                </c:pt>
                <c:pt idx="227">
                  <c:v>8145</c:v>
                </c:pt>
                <c:pt idx="228">
                  <c:v>8386</c:v>
                </c:pt>
                <c:pt idx="229">
                  <c:v>8409</c:v>
                </c:pt>
                <c:pt idx="230">
                  <c:v>8405.5</c:v>
                </c:pt>
                <c:pt idx="231">
                  <c:v>8149</c:v>
                </c:pt>
                <c:pt idx="232">
                  <c:v>8254.5</c:v>
                </c:pt>
                <c:pt idx="233">
                  <c:v>8290</c:v>
                </c:pt>
                <c:pt idx="234">
                  <c:v>8288</c:v>
                </c:pt>
                <c:pt idx="235">
                  <c:v>8319.5</c:v>
                </c:pt>
                <c:pt idx="236">
                  <c:v>8375</c:v>
                </c:pt>
                <c:pt idx="237">
                  <c:v>8540</c:v>
                </c:pt>
                <c:pt idx="238">
                  <c:v>8711.5</c:v>
                </c:pt>
                <c:pt idx="239">
                  <c:v>8754</c:v>
                </c:pt>
                <c:pt idx="240">
                  <c:v>8780</c:v>
                </c:pt>
                <c:pt idx="241">
                  <c:v>9024</c:v>
                </c:pt>
                <c:pt idx="242">
                  <c:v>8882</c:v>
                </c:pt>
                <c:pt idx="243">
                  <c:v>9041.5</c:v>
                </c:pt>
                <c:pt idx="244">
                  <c:v>9116</c:v>
                </c:pt>
                <c:pt idx="245">
                  <c:v>9211</c:v>
                </c:pt>
                <c:pt idx="246">
                  <c:v>9260</c:v>
                </c:pt>
                <c:pt idx="247">
                  <c:v>9101</c:v>
                </c:pt>
                <c:pt idx="248">
                  <c:v>9050</c:v>
                </c:pt>
                <c:pt idx="249">
                  <c:v>9101.5</c:v>
                </c:pt>
                <c:pt idx="250">
                  <c:v>9250</c:v>
                </c:pt>
                <c:pt idx="251">
                  <c:v>9410</c:v>
                </c:pt>
                <c:pt idx="252">
                  <c:v>9414.5</c:v>
                </c:pt>
                <c:pt idx="253">
                  <c:v>9270</c:v>
                </c:pt>
                <c:pt idx="254">
                  <c:v>9391</c:v>
                </c:pt>
                <c:pt idx="257">
                  <c:v>9465</c:v>
                </c:pt>
                <c:pt idx="258">
                  <c:v>9580</c:v>
                </c:pt>
                <c:pt idx="259">
                  <c:v>9739.5</c:v>
                </c:pt>
                <c:pt idx="261">
                  <c:v>9754</c:v>
                </c:pt>
                <c:pt idx="262">
                  <c:v>9461</c:v>
                </c:pt>
                <c:pt idx="263">
                  <c:v>9591</c:v>
                </c:pt>
                <c:pt idx="264">
                  <c:v>9399</c:v>
                </c:pt>
                <c:pt idx="265">
                  <c:v>9384</c:v>
                </c:pt>
                <c:pt idx="266">
                  <c:v>9484</c:v>
                </c:pt>
                <c:pt idx="267">
                  <c:v>9625</c:v>
                </c:pt>
                <c:pt idx="268">
                  <c:v>9622</c:v>
                </c:pt>
                <c:pt idx="269">
                  <c:v>9591</c:v>
                </c:pt>
                <c:pt idx="270">
                  <c:v>9690</c:v>
                </c:pt>
                <c:pt idx="271">
                  <c:v>9740</c:v>
                </c:pt>
                <c:pt idx="272">
                  <c:v>9788</c:v>
                </c:pt>
                <c:pt idx="273">
                  <c:v>9485</c:v>
                </c:pt>
                <c:pt idx="274">
                  <c:v>9485</c:v>
                </c:pt>
                <c:pt idx="275">
                  <c:v>9509</c:v>
                </c:pt>
                <c:pt idx="276">
                  <c:v>9330</c:v>
                </c:pt>
                <c:pt idx="277">
                  <c:v>9376</c:v>
                </c:pt>
                <c:pt idx="278">
                  <c:v>9490</c:v>
                </c:pt>
                <c:pt idx="279">
                  <c:v>9590</c:v>
                </c:pt>
                <c:pt idx="280">
                  <c:v>9720</c:v>
                </c:pt>
                <c:pt idx="281">
                  <c:v>9840.5</c:v>
                </c:pt>
                <c:pt idx="282">
                  <c:v>9945</c:v>
                </c:pt>
                <c:pt idx="283">
                  <c:v>9950.5</c:v>
                </c:pt>
                <c:pt idx="284">
                  <c:v>9986</c:v>
                </c:pt>
                <c:pt idx="285">
                  <c:v>10145</c:v>
                </c:pt>
                <c:pt idx="286">
                  <c:v>9930.5</c:v>
                </c:pt>
                <c:pt idx="287">
                  <c:v>10000</c:v>
                </c:pt>
                <c:pt idx="288">
                  <c:v>9875.5</c:v>
                </c:pt>
                <c:pt idx="289">
                  <c:v>9920.5</c:v>
                </c:pt>
                <c:pt idx="290">
                  <c:v>10148</c:v>
                </c:pt>
                <c:pt idx="291">
                  <c:v>10106.5</c:v>
                </c:pt>
                <c:pt idx="292">
                  <c:v>9925</c:v>
                </c:pt>
                <c:pt idx="293">
                  <c:v>9800</c:v>
                </c:pt>
                <c:pt idx="294">
                  <c:v>9806</c:v>
                </c:pt>
                <c:pt idx="295">
                  <c:v>9829.5</c:v>
                </c:pt>
                <c:pt idx="296">
                  <c:v>9655</c:v>
                </c:pt>
                <c:pt idx="297">
                  <c:v>9491</c:v>
                </c:pt>
                <c:pt idx="298">
                  <c:v>9440</c:v>
                </c:pt>
                <c:pt idx="299">
                  <c:v>9700</c:v>
                </c:pt>
                <c:pt idx="300">
                  <c:v>9857.5</c:v>
                </c:pt>
                <c:pt idx="301">
                  <c:v>9908</c:v>
                </c:pt>
                <c:pt idx="302">
                  <c:v>9820.5</c:v>
                </c:pt>
                <c:pt idx="303">
                  <c:v>9889.5</c:v>
                </c:pt>
                <c:pt idx="304">
                  <c:v>9970.5</c:v>
                </c:pt>
                <c:pt idx="305">
                  <c:v>9840.5</c:v>
                </c:pt>
                <c:pt idx="306">
                  <c:v>9420</c:v>
                </c:pt>
                <c:pt idx="307">
                  <c:v>9610</c:v>
                </c:pt>
                <c:pt idx="308">
                  <c:v>9195.5</c:v>
                </c:pt>
                <c:pt idx="309">
                  <c:v>9048</c:v>
                </c:pt>
                <c:pt idx="310">
                  <c:v>9205.5</c:v>
                </c:pt>
                <c:pt idx="311">
                  <c:v>8980</c:v>
                </c:pt>
                <c:pt idx="312">
                  <c:v>9354.5</c:v>
                </c:pt>
                <c:pt idx="313">
                  <c:v>9440</c:v>
                </c:pt>
                <c:pt idx="314">
                  <c:v>9525</c:v>
                </c:pt>
                <c:pt idx="315">
                  <c:v>9519</c:v>
                </c:pt>
                <c:pt idx="316">
                  <c:v>9450</c:v>
                </c:pt>
                <c:pt idx="317">
                  <c:v>9704</c:v>
                </c:pt>
                <c:pt idx="318">
                  <c:v>9695.5</c:v>
                </c:pt>
                <c:pt idx="319">
                  <c:v>9715</c:v>
                </c:pt>
                <c:pt idx="320">
                  <c:v>9545</c:v>
                </c:pt>
                <c:pt idx="321">
                  <c:v>9450</c:v>
                </c:pt>
                <c:pt idx="322">
                  <c:v>9519.5</c:v>
                </c:pt>
                <c:pt idx="323">
                  <c:v>9399.5</c:v>
                </c:pt>
                <c:pt idx="324">
                  <c:v>9336</c:v>
                </c:pt>
                <c:pt idx="325">
                  <c:v>9420</c:v>
                </c:pt>
                <c:pt idx="326">
                  <c:v>9251.5</c:v>
                </c:pt>
                <c:pt idx="327">
                  <c:v>9475.5</c:v>
                </c:pt>
                <c:pt idx="328">
                  <c:v>9697</c:v>
                </c:pt>
                <c:pt idx="329">
                  <c:v>9823</c:v>
                </c:pt>
                <c:pt idx="330">
                  <c:v>9781.5</c:v>
                </c:pt>
                <c:pt idx="331">
                  <c:v>9670.5</c:v>
                </c:pt>
                <c:pt idx="332">
                  <c:v>9625.5</c:v>
                </c:pt>
                <c:pt idx="333">
                  <c:v>9326.5</c:v>
                </c:pt>
                <c:pt idx="334">
                  <c:v>9420</c:v>
                </c:pt>
                <c:pt idx="335">
                  <c:v>9356.5</c:v>
                </c:pt>
                <c:pt idx="336">
                  <c:v>9279</c:v>
                </c:pt>
                <c:pt idx="337">
                  <c:v>9450.5</c:v>
                </c:pt>
                <c:pt idx="338">
                  <c:v>9611</c:v>
                </c:pt>
                <c:pt idx="341">
                  <c:v>9455.5</c:v>
                </c:pt>
                <c:pt idx="342">
                  <c:v>9348.5</c:v>
                </c:pt>
                <c:pt idx="343">
                  <c:v>9370.5</c:v>
                </c:pt>
                <c:pt idx="346">
                  <c:v>9245</c:v>
                </c:pt>
                <c:pt idx="347">
                  <c:v>9171.5</c:v>
                </c:pt>
                <c:pt idx="348">
                  <c:v>8791</c:v>
                </c:pt>
                <c:pt idx="349">
                  <c:v>8790</c:v>
                </c:pt>
                <c:pt idx="350">
                  <c:v>8908</c:v>
                </c:pt>
                <c:pt idx="351">
                  <c:v>8935.5</c:v>
                </c:pt>
                <c:pt idx="352">
                  <c:v>8750.5</c:v>
                </c:pt>
                <c:pt idx="353">
                  <c:v>8536.5</c:v>
                </c:pt>
                <c:pt idx="354">
                  <c:v>8857</c:v>
                </c:pt>
                <c:pt idx="355">
                  <c:v>8710</c:v>
                </c:pt>
                <c:pt idx="356">
                  <c:v>8863</c:v>
                </c:pt>
                <c:pt idx="357">
                  <c:v>8896.5</c:v>
                </c:pt>
                <c:pt idx="358">
                  <c:v>9006.5</c:v>
                </c:pt>
                <c:pt idx="359">
                  <c:v>8982.5</c:v>
                </c:pt>
                <c:pt idx="360">
                  <c:v>8831</c:v>
                </c:pt>
                <c:pt idx="361">
                  <c:v>8881.5</c:v>
                </c:pt>
                <c:pt idx="362">
                  <c:v>9019</c:v>
                </c:pt>
                <c:pt idx="363">
                  <c:v>8990.5</c:v>
                </c:pt>
                <c:pt idx="364">
                  <c:v>9151</c:v>
                </c:pt>
                <c:pt idx="366">
                  <c:v>9224.5</c:v>
                </c:pt>
                <c:pt idx="367">
                  <c:v>9171</c:v>
                </c:pt>
                <c:pt idx="368">
                  <c:v>9037.5</c:v>
                </c:pt>
                <c:pt idx="369">
                  <c:v>9016</c:v>
                </c:pt>
                <c:pt idx="370">
                  <c:v>9098</c:v>
                </c:pt>
                <c:pt idx="371">
                  <c:v>9092</c:v>
                </c:pt>
                <c:pt idx="372">
                  <c:v>8970.5</c:v>
                </c:pt>
                <c:pt idx="373">
                  <c:v>8950.5</c:v>
                </c:pt>
                <c:pt idx="374">
                  <c:v>9000.5</c:v>
                </c:pt>
                <c:pt idx="375">
                  <c:v>8895</c:v>
                </c:pt>
                <c:pt idx="376">
                  <c:v>9010</c:v>
                </c:pt>
                <c:pt idx="377">
                  <c:v>9147</c:v>
                </c:pt>
                <c:pt idx="378">
                  <c:v>9011.5</c:v>
                </c:pt>
                <c:pt idx="379">
                  <c:v>9101.5</c:v>
                </c:pt>
                <c:pt idx="380">
                  <c:v>8935</c:v>
                </c:pt>
                <c:pt idx="381">
                  <c:v>9060</c:v>
                </c:pt>
                <c:pt idx="382">
                  <c:v>9007</c:v>
                </c:pt>
                <c:pt idx="383">
                  <c:v>8978.5</c:v>
                </c:pt>
                <c:pt idx="384">
                  <c:v>9045</c:v>
                </c:pt>
                <c:pt idx="385">
                  <c:v>9000.5</c:v>
                </c:pt>
                <c:pt idx="386">
                  <c:v>8995.5</c:v>
                </c:pt>
                <c:pt idx="387">
                  <c:v>9176</c:v>
                </c:pt>
                <c:pt idx="388">
                  <c:v>9301</c:v>
                </c:pt>
                <c:pt idx="389">
                  <c:v>9405</c:v>
                </c:pt>
                <c:pt idx="390">
                  <c:v>9411</c:v>
                </c:pt>
                <c:pt idx="391">
                  <c:v>9405.5</c:v>
                </c:pt>
                <c:pt idx="392">
                  <c:v>9432</c:v>
                </c:pt>
                <c:pt idx="393">
                  <c:v>9537</c:v>
                </c:pt>
                <c:pt idx="394">
                  <c:v>9713</c:v>
                </c:pt>
                <c:pt idx="395">
                  <c:v>9556</c:v>
                </c:pt>
                <c:pt idx="396">
                  <c:v>9500.5</c:v>
                </c:pt>
                <c:pt idx="397">
                  <c:v>9658.5</c:v>
                </c:pt>
                <c:pt idx="398">
                  <c:v>9655</c:v>
                </c:pt>
                <c:pt idx="399">
                  <c:v>9606</c:v>
                </c:pt>
                <c:pt idx="400">
                  <c:v>9690</c:v>
                </c:pt>
                <c:pt idx="401">
                  <c:v>9755</c:v>
                </c:pt>
                <c:pt idx="402">
                  <c:v>9765.5</c:v>
                </c:pt>
                <c:pt idx="403">
                  <c:v>9607</c:v>
                </c:pt>
                <c:pt idx="404">
                  <c:v>9698</c:v>
                </c:pt>
                <c:pt idx="405">
                  <c:v>9620</c:v>
                </c:pt>
                <c:pt idx="406">
                  <c:v>9778</c:v>
                </c:pt>
                <c:pt idx="407">
                  <c:v>9736</c:v>
                </c:pt>
                <c:pt idx="408">
                  <c:v>9744</c:v>
                </c:pt>
                <c:pt idx="409">
                  <c:v>9731</c:v>
                </c:pt>
                <c:pt idx="410">
                  <c:v>9827</c:v>
                </c:pt>
                <c:pt idx="411">
                  <c:v>9630</c:v>
                </c:pt>
                <c:pt idx="412">
                  <c:v>9549.5</c:v>
                </c:pt>
                <c:pt idx="413">
                  <c:v>9452</c:v>
                </c:pt>
                <c:pt idx="414">
                  <c:v>9190</c:v>
                </c:pt>
                <c:pt idx="415">
                  <c:v>9039</c:v>
                </c:pt>
                <c:pt idx="416">
                  <c:v>8851</c:v>
                </c:pt>
                <c:pt idx="417">
                  <c:v>8853.5</c:v>
                </c:pt>
                <c:pt idx="418">
                  <c:v>8802</c:v>
                </c:pt>
                <c:pt idx="419">
                  <c:v>8851</c:v>
                </c:pt>
                <c:pt idx="420">
                  <c:v>8824</c:v>
                </c:pt>
                <c:pt idx="421">
                  <c:v>8760</c:v>
                </c:pt>
                <c:pt idx="422">
                  <c:v>8870</c:v>
                </c:pt>
                <c:pt idx="423">
                  <c:v>8803</c:v>
                </c:pt>
                <c:pt idx="424">
                  <c:v>8781.5</c:v>
                </c:pt>
                <c:pt idx="425">
                  <c:v>8811.5</c:v>
                </c:pt>
                <c:pt idx="426">
                  <c:v>8858.5</c:v>
                </c:pt>
                <c:pt idx="427">
                  <c:v>8832</c:v>
                </c:pt>
                <c:pt idx="428">
                  <c:v>8907.5</c:v>
                </c:pt>
                <c:pt idx="429">
                  <c:v>9090.5</c:v>
                </c:pt>
                <c:pt idx="431">
                  <c:v>9128</c:v>
                </c:pt>
                <c:pt idx="432">
                  <c:v>9197</c:v>
                </c:pt>
                <c:pt idx="433">
                  <c:v>9101</c:v>
                </c:pt>
                <c:pt idx="434">
                  <c:v>9050.5</c:v>
                </c:pt>
                <c:pt idx="435">
                  <c:v>8935</c:v>
                </c:pt>
                <c:pt idx="436">
                  <c:v>8919.5</c:v>
                </c:pt>
                <c:pt idx="437">
                  <c:v>8970.5</c:v>
                </c:pt>
                <c:pt idx="438">
                  <c:v>9041</c:v>
                </c:pt>
                <c:pt idx="439">
                  <c:v>8904.5</c:v>
                </c:pt>
                <c:pt idx="440">
                  <c:v>8645.5</c:v>
                </c:pt>
                <c:pt idx="441">
                  <c:v>8757.5</c:v>
                </c:pt>
                <c:pt idx="442">
                  <c:v>8719.5</c:v>
                </c:pt>
                <c:pt idx="443">
                  <c:v>8709.5</c:v>
                </c:pt>
                <c:pt idx="444">
                  <c:v>8781.5</c:v>
                </c:pt>
                <c:pt idx="445">
                  <c:v>8415</c:v>
                </c:pt>
                <c:pt idx="446">
                  <c:v>8397.5</c:v>
                </c:pt>
                <c:pt idx="447">
                  <c:v>8221</c:v>
                </c:pt>
                <c:pt idx="448">
                  <c:v>7790.5</c:v>
                </c:pt>
                <c:pt idx="449">
                  <c:v>7290</c:v>
                </c:pt>
                <c:pt idx="450">
                  <c:v>7226</c:v>
                </c:pt>
                <c:pt idx="451">
                  <c:v>7528</c:v>
                </c:pt>
                <c:pt idx="452">
                  <c:v>7416</c:v>
                </c:pt>
                <c:pt idx="453">
                  <c:v>6975.5</c:v>
                </c:pt>
                <c:pt idx="454">
                  <c:v>7131.5</c:v>
                </c:pt>
                <c:pt idx="455">
                  <c:v>6795</c:v>
                </c:pt>
                <c:pt idx="456">
                  <c:v>6785</c:v>
                </c:pt>
                <c:pt idx="457">
                  <c:v>6860.5</c:v>
                </c:pt>
                <c:pt idx="458">
                  <c:v>7095.5</c:v>
                </c:pt>
                <c:pt idx="459">
                  <c:v>7250</c:v>
                </c:pt>
                <c:pt idx="460">
                  <c:v>7314</c:v>
                </c:pt>
                <c:pt idx="461">
                  <c:v>7215.5</c:v>
                </c:pt>
                <c:pt idx="462">
                  <c:v>7419</c:v>
                </c:pt>
                <c:pt idx="463">
                  <c:v>7328</c:v>
                </c:pt>
                <c:pt idx="464">
                  <c:v>7500.5</c:v>
                </c:pt>
                <c:pt idx="465">
                  <c:v>7566</c:v>
                </c:pt>
                <c:pt idx="466">
                  <c:v>7271</c:v>
                </c:pt>
                <c:pt idx="467">
                  <c:v>7305.5</c:v>
                </c:pt>
                <c:pt idx="468">
                  <c:v>6916.5</c:v>
                </c:pt>
                <c:pt idx="469">
                  <c:v>7062</c:v>
                </c:pt>
                <c:pt idx="470">
                  <c:v>7380.5</c:v>
                </c:pt>
                <c:pt idx="471">
                  <c:v>7590.5</c:v>
                </c:pt>
                <c:pt idx="472">
                  <c:v>7720.5</c:v>
                </c:pt>
                <c:pt idx="473">
                  <c:v>8040</c:v>
                </c:pt>
                <c:pt idx="474">
                  <c:v>7981.5</c:v>
                </c:pt>
                <c:pt idx="475">
                  <c:v>7900.5</c:v>
                </c:pt>
                <c:pt idx="476">
                  <c:v>7660</c:v>
                </c:pt>
                <c:pt idx="477">
                  <c:v>7912</c:v>
                </c:pt>
                <c:pt idx="478">
                  <c:v>7845</c:v>
                </c:pt>
                <c:pt idx="479">
                  <c:v>7930</c:v>
                </c:pt>
                <c:pt idx="480">
                  <c:v>7775.5</c:v>
                </c:pt>
                <c:pt idx="481">
                  <c:v>7820.5</c:v>
                </c:pt>
                <c:pt idx="482">
                  <c:v>7672</c:v>
                </c:pt>
                <c:pt idx="483">
                  <c:v>7456</c:v>
                </c:pt>
                <c:pt idx="484">
                  <c:v>7451</c:v>
                </c:pt>
                <c:pt idx="485">
                  <c:v>7731.5</c:v>
                </c:pt>
                <c:pt idx="486">
                  <c:v>7632</c:v>
                </c:pt>
                <c:pt idx="487">
                  <c:v>7592</c:v>
                </c:pt>
                <c:pt idx="488">
                  <c:v>7501.5</c:v>
                </c:pt>
                <c:pt idx="489">
                  <c:v>7582.5</c:v>
                </c:pt>
                <c:pt idx="490">
                  <c:v>7301</c:v>
                </c:pt>
                <c:pt idx="491">
                  <c:v>7398</c:v>
                </c:pt>
                <c:pt idx="492">
                  <c:v>7176</c:v>
                </c:pt>
                <c:pt idx="493">
                  <c:v>7271.5</c:v>
                </c:pt>
                <c:pt idx="494">
                  <c:v>7196.5</c:v>
                </c:pt>
                <c:pt idx="495">
                  <c:v>7381</c:v>
                </c:pt>
                <c:pt idx="496">
                  <c:v>7448</c:v>
                </c:pt>
                <c:pt idx="497">
                  <c:v>7405.5</c:v>
                </c:pt>
                <c:pt idx="498">
                  <c:v>7801</c:v>
                </c:pt>
                <c:pt idx="499">
                  <c:v>7890</c:v>
                </c:pt>
                <c:pt idx="500">
                  <c:v>7845</c:v>
                </c:pt>
                <c:pt idx="501">
                  <c:v>7766</c:v>
                </c:pt>
                <c:pt idx="502">
                  <c:v>7809</c:v>
                </c:pt>
                <c:pt idx="503">
                  <c:v>7800.5</c:v>
                </c:pt>
                <c:pt idx="504">
                  <c:v>7800.5</c:v>
                </c:pt>
                <c:pt idx="505">
                  <c:v>7611.5</c:v>
                </c:pt>
                <c:pt idx="506">
                  <c:v>7586</c:v>
                </c:pt>
                <c:pt idx="507">
                  <c:v>7350</c:v>
                </c:pt>
                <c:pt idx="508">
                  <c:v>7264</c:v>
                </c:pt>
                <c:pt idx="509">
                  <c:v>7340</c:v>
                </c:pt>
                <c:pt idx="510">
                  <c:v>7286.5</c:v>
                </c:pt>
                <c:pt idx="511">
                  <c:v>7275</c:v>
                </c:pt>
                <c:pt idx="512">
                  <c:v>7415.5</c:v>
                </c:pt>
                <c:pt idx="513">
                  <c:v>7492.5</c:v>
                </c:pt>
                <c:pt idx="514">
                  <c:v>7590</c:v>
                </c:pt>
                <c:pt idx="517">
                  <c:v>7502</c:v>
                </c:pt>
                <c:pt idx="518">
                  <c:v>7372</c:v>
                </c:pt>
                <c:pt idx="519">
                  <c:v>7554</c:v>
                </c:pt>
                <c:pt idx="520">
                  <c:v>7661</c:v>
                </c:pt>
                <c:pt idx="521">
                  <c:v>7652</c:v>
                </c:pt>
                <c:pt idx="522">
                  <c:v>7471</c:v>
                </c:pt>
                <c:pt idx="523">
                  <c:v>7515</c:v>
                </c:pt>
                <c:pt idx="524">
                  <c:v>7503</c:v>
                </c:pt>
                <c:pt idx="525">
                  <c:v>7641</c:v>
                </c:pt>
                <c:pt idx="526">
                  <c:v>7689.5</c:v>
                </c:pt>
                <c:pt idx="527">
                  <c:v>7946</c:v>
                </c:pt>
                <c:pt idx="528">
                  <c:v>7965.5</c:v>
                </c:pt>
                <c:pt idx="529">
                  <c:v>8021</c:v>
                </c:pt>
                <c:pt idx="530">
                  <c:v>8185</c:v>
                </c:pt>
                <c:pt idx="531">
                  <c:v>8156</c:v>
                </c:pt>
                <c:pt idx="532">
                  <c:v>8350.5</c:v>
                </c:pt>
                <c:pt idx="533">
                  <c:v>8230.5</c:v>
                </c:pt>
                <c:pt idx="534">
                  <c:v>8333</c:v>
                </c:pt>
                <c:pt idx="535">
                  <c:v>8267</c:v>
                </c:pt>
                <c:pt idx="536">
                  <c:v>8271</c:v>
                </c:pt>
                <c:pt idx="537">
                  <c:v>8560</c:v>
                </c:pt>
                <c:pt idx="538">
                  <c:v>8610</c:v>
                </c:pt>
                <c:pt idx="539">
                  <c:v>8399</c:v>
                </c:pt>
                <c:pt idx="540">
                  <c:v>8485.5</c:v>
                </c:pt>
                <c:pt idx="541">
                  <c:v>8351.5</c:v>
                </c:pt>
                <c:pt idx="542">
                  <c:v>8339</c:v>
                </c:pt>
                <c:pt idx="543">
                  <c:v>8320</c:v>
                </c:pt>
                <c:pt idx="544">
                  <c:v>8463</c:v>
                </c:pt>
                <c:pt idx="545">
                  <c:v>8335.5</c:v>
                </c:pt>
                <c:pt idx="546">
                  <c:v>8586</c:v>
                </c:pt>
                <c:pt idx="547">
                  <c:v>8520.5</c:v>
                </c:pt>
                <c:pt idx="548">
                  <c:v>8591</c:v>
                </c:pt>
                <c:pt idx="549">
                  <c:v>8512</c:v>
                </c:pt>
                <c:pt idx="550">
                  <c:v>8405</c:v>
                </c:pt>
                <c:pt idx="551">
                  <c:v>8395.5</c:v>
                </c:pt>
                <c:pt idx="552">
                  <c:v>8209.5</c:v>
                </c:pt>
                <c:pt idx="553">
                  <c:v>8370</c:v>
                </c:pt>
                <c:pt idx="554">
                  <c:v>8234</c:v>
                </c:pt>
                <c:pt idx="555">
                  <c:v>8325</c:v>
                </c:pt>
                <c:pt idx="556">
                  <c:v>8391</c:v>
                </c:pt>
                <c:pt idx="557">
                  <c:v>8408</c:v>
                </c:pt>
                <c:pt idx="558">
                  <c:v>8441</c:v>
                </c:pt>
                <c:pt idx="559">
                  <c:v>8436</c:v>
                </c:pt>
                <c:pt idx="560">
                  <c:v>8658</c:v>
                </c:pt>
                <c:pt idx="561">
                  <c:v>8585</c:v>
                </c:pt>
                <c:pt idx="562">
                  <c:v>8570</c:v>
                </c:pt>
                <c:pt idx="563">
                  <c:v>8575</c:v>
                </c:pt>
                <c:pt idx="564">
                  <c:v>8502</c:v>
                </c:pt>
                <c:pt idx="565">
                  <c:v>8335.5</c:v>
                </c:pt>
                <c:pt idx="566">
                  <c:v>8261</c:v>
                </c:pt>
                <c:pt idx="567">
                  <c:v>8390</c:v>
                </c:pt>
                <c:pt idx="568">
                  <c:v>8390.5</c:v>
                </c:pt>
                <c:pt idx="569">
                  <c:v>8401.5</c:v>
                </c:pt>
                <c:pt idx="570">
                  <c:v>8530</c:v>
                </c:pt>
                <c:pt idx="571">
                  <c:v>8468</c:v>
                </c:pt>
                <c:pt idx="572">
                  <c:v>8490.5</c:v>
                </c:pt>
                <c:pt idx="573">
                  <c:v>8620.5</c:v>
                </c:pt>
                <c:pt idx="574">
                  <c:v>8575</c:v>
                </c:pt>
                <c:pt idx="575">
                  <c:v>8437</c:v>
                </c:pt>
                <c:pt idx="576">
                  <c:v>8470.5</c:v>
                </c:pt>
                <c:pt idx="577">
                  <c:v>8320</c:v>
                </c:pt>
                <c:pt idx="578">
                  <c:v>8400.5</c:v>
                </c:pt>
                <c:pt idx="579">
                  <c:v>8485</c:v>
                </c:pt>
                <c:pt idx="580">
                  <c:v>8512</c:v>
                </c:pt>
                <c:pt idx="581">
                  <c:v>8480.5</c:v>
                </c:pt>
                <c:pt idx="582">
                  <c:v>8360</c:v>
                </c:pt>
                <c:pt idx="583">
                  <c:v>8480</c:v>
                </c:pt>
                <c:pt idx="584">
                  <c:v>8480</c:v>
                </c:pt>
                <c:pt idx="585">
                  <c:v>8575.5</c:v>
                </c:pt>
                <c:pt idx="586">
                  <c:v>8451.5</c:v>
                </c:pt>
                <c:pt idx="587">
                  <c:v>8365.5</c:v>
                </c:pt>
                <c:pt idx="590">
                  <c:v>8256</c:v>
                </c:pt>
                <c:pt idx="591">
                  <c:v>8115</c:v>
                </c:pt>
                <c:pt idx="592">
                  <c:v>8185</c:v>
                </c:pt>
                <c:pt idx="593">
                  <c:v>8165.5</c:v>
                </c:pt>
                <c:pt idx="594">
                  <c:v>8054</c:v>
                </c:pt>
                <c:pt idx="595">
                  <c:v>8100.5</c:v>
                </c:pt>
                <c:pt idx="596">
                  <c:v>8085</c:v>
                </c:pt>
                <c:pt idx="597">
                  <c:v>8045.5</c:v>
                </c:pt>
                <c:pt idx="598">
                  <c:v>8120.5</c:v>
                </c:pt>
                <c:pt idx="599">
                  <c:v>8125</c:v>
                </c:pt>
                <c:pt idx="600">
                  <c:v>8194</c:v>
                </c:pt>
                <c:pt idx="601">
                  <c:v>8285.5</c:v>
                </c:pt>
                <c:pt idx="602">
                  <c:v>8356</c:v>
                </c:pt>
                <c:pt idx="603">
                  <c:v>8443.5</c:v>
                </c:pt>
                <c:pt idx="604">
                  <c:v>8529.5</c:v>
                </c:pt>
                <c:pt idx="605">
                  <c:v>8528</c:v>
                </c:pt>
                <c:pt idx="606">
                  <c:v>8401</c:v>
                </c:pt>
                <c:pt idx="607">
                  <c:v>8318</c:v>
                </c:pt>
                <c:pt idx="608">
                  <c:v>8296</c:v>
                </c:pt>
                <c:pt idx="610">
                  <c:v>8234</c:v>
                </c:pt>
                <c:pt idx="611">
                  <c:v>8089</c:v>
                </c:pt>
                <c:pt idx="612">
                  <c:v>8195.5</c:v>
                </c:pt>
                <c:pt idx="613">
                  <c:v>8080</c:v>
                </c:pt>
                <c:pt idx="614">
                  <c:v>7980</c:v>
                </c:pt>
                <c:pt idx="615">
                  <c:v>7854</c:v>
                </c:pt>
                <c:pt idx="616">
                  <c:v>7710</c:v>
                </c:pt>
                <c:pt idx="617">
                  <c:v>7708</c:v>
                </c:pt>
                <c:pt idx="618">
                  <c:v>7795.5</c:v>
                </c:pt>
                <c:pt idx="619">
                  <c:v>7800.5</c:v>
                </c:pt>
                <c:pt idx="620">
                  <c:v>7775</c:v>
                </c:pt>
                <c:pt idx="621">
                  <c:v>7630.5</c:v>
                </c:pt>
                <c:pt idx="622">
                  <c:v>7660.5</c:v>
                </c:pt>
                <c:pt idx="623">
                  <c:v>7695.5</c:v>
                </c:pt>
                <c:pt idx="624">
                  <c:v>7740</c:v>
                </c:pt>
                <c:pt idx="625">
                  <c:v>7685.5</c:v>
                </c:pt>
                <c:pt idx="626">
                  <c:v>7545</c:v>
                </c:pt>
                <c:pt idx="627">
                  <c:v>7517</c:v>
                </c:pt>
                <c:pt idx="628">
                  <c:v>7373</c:v>
                </c:pt>
                <c:pt idx="631">
                  <c:v>7459.5</c:v>
                </c:pt>
                <c:pt idx="632">
                  <c:v>7480.5</c:v>
                </c:pt>
                <c:pt idx="633">
                  <c:v>7251.5</c:v>
                </c:pt>
                <c:pt idx="634">
                  <c:v>7396</c:v>
                </c:pt>
                <c:pt idx="635">
                  <c:v>7384</c:v>
                </c:pt>
                <c:pt idx="636">
                  <c:v>7397.5</c:v>
                </c:pt>
                <c:pt idx="637">
                  <c:v>7376.5</c:v>
                </c:pt>
                <c:pt idx="638">
                  <c:v>7521</c:v>
                </c:pt>
                <c:pt idx="639">
                  <c:v>7475.5</c:v>
                </c:pt>
                <c:pt idx="640">
                  <c:v>7505.5</c:v>
                </c:pt>
                <c:pt idx="641">
                  <c:v>7555.5</c:v>
                </c:pt>
                <c:pt idx="642">
                  <c:v>7426</c:v>
                </c:pt>
                <c:pt idx="643">
                  <c:v>7320</c:v>
                </c:pt>
                <c:pt idx="644">
                  <c:v>7342.5</c:v>
                </c:pt>
                <c:pt idx="645">
                  <c:v>7347</c:v>
                </c:pt>
                <c:pt idx="646">
                  <c:v>7354</c:v>
                </c:pt>
                <c:pt idx="647">
                  <c:v>7421</c:v>
                </c:pt>
                <c:pt idx="648">
                  <c:v>7604.5</c:v>
                </c:pt>
                <c:pt idx="649">
                  <c:v>7647.5</c:v>
                </c:pt>
                <c:pt idx="650">
                  <c:v>7777</c:v>
                </c:pt>
                <c:pt idx="651">
                  <c:v>7695.5</c:v>
                </c:pt>
                <c:pt idx="652">
                  <c:v>7761.5</c:v>
                </c:pt>
                <c:pt idx="653">
                  <c:v>7600</c:v>
                </c:pt>
                <c:pt idx="654">
                  <c:v>7520.5</c:v>
                </c:pt>
                <c:pt idx="655">
                  <c:v>7556</c:v>
                </c:pt>
                <c:pt idx="656">
                  <c:v>7525.5</c:v>
                </c:pt>
                <c:pt idx="657">
                  <c:v>7510</c:v>
                </c:pt>
                <c:pt idx="658">
                  <c:v>7689.5</c:v>
                </c:pt>
                <c:pt idx="659">
                  <c:v>7636</c:v>
                </c:pt>
                <c:pt idx="660">
                  <c:v>7671</c:v>
                </c:pt>
                <c:pt idx="661">
                  <c:v>7596</c:v>
                </c:pt>
                <c:pt idx="662">
                  <c:v>7765</c:v>
                </c:pt>
                <c:pt idx="663">
                  <c:v>7625</c:v>
                </c:pt>
                <c:pt idx="664">
                  <c:v>7387</c:v>
                </c:pt>
                <c:pt idx="665">
                  <c:v>7396</c:v>
                </c:pt>
                <c:pt idx="666">
                  <c:v>7441</c:v>
                </c:pt>
                <c:pt idx="667">
                  <c:v>7510.5</c:v>
                </c:pt>
                <c:pt idx="668">
                  <c:v>7555</c:v>
                </c:pt>
                <c:pt idx="669">
                  <c:v>7520</c:v>
                </c:pt>
                <c:pt idx="670">
                  <c:v>7581</c:v>
                </c:pt>
                <c:pt idx="671">
                  <c:v>7500</c:v>
                </c:pt>
                <c:pt idx="672">
                  <c:v>7386.5</c:v>
                </c:pt>
                <c:pt idx="673">
                  <c:v>7327</c:v>
                </c:pt>
                <c:pt idx="674">
                  <c:v>7400</c:v>
                </c:pt>
                <c:pt idx="675">
                  <c:v>7567</c:v>
                </c:pt>
                <c:pt idx="676">
                  <c:v>7525.5</c:v>
                </c:pt>
                <c:pt idx="677">
                  <c:v>7495.5</c:v>
                </c:pt>
                <c:pt idx="678">
                  <c:v>7430.5</c:v>
                </c:pt>
                <c:pt idx="679">
                  <c:v>7426.5</c:v>
                </c:pt>
                <c:pt idx="680">
                  <c:v>7407</c:v>
                </c:pt>
                <c:pt idx="681">
                  <c:v>7386</c:v>
                </c:pt>
                <c:pt idx="682">
                  <c:v>7386</c:v>
                </c:pt>
                <c:pt idx="683">
                  <c:v>7496</c:v>
                </c:pt>
                <c:pt idx="684">
                  <c:v>7433</c:v>
                </c:pt>
                <c:pt idx="685">
                  <c:v>7510</c:v>
                </c:pt>
                <c:pt idx="686">
                  <c:v>7571.5</c:v>
                </c:pt>
                <c:pt idx="687">
                  <c:v>7667.5</c:v>
                </c:pt>
                <c:pt idx="688">
                  <c:v>7600.5</c:v>
                </c:pt>
                <c:pt idx="690">
                  <c:v>7606</c:v>
                </c:pt>
                <c:pt idx="691">
                  <c:v>7524.5</c:v>
                </c:pt>
                <c:pt idx="692">
                  <c:v>7611</c:v>
                </c:pt>
                <c:pt idx="693">
                  <c:v>7576.5</c:v>
                </c:pt>
                <c:pt idx="694">
                  <c:v>7649.5</c:v>
                </c:pt>
                <c:pt idx="695">
                  <c:v>7640.5</c:v>
                </c:pt>
                <c:pt idx="696">
                  <c:v>7606.5</c:v>
                </c:pt>
                <c:pt idx="697">
                  <c:v>7670.5</c:v>
                </c:pt>
                <c:pt idx="698">
                  <c:v>7844</c:v>
                </c:pt>
                <c:pt idx="699">
                  <c:v>8032</c:v>
                </c:pt>
                <c:pt idx="700">
                  <c:v>8080</c:v>
                </c:pt>
                <c:pt idx="701">
                  <c:v>8100.5</c:v>
                </c:pt>
                <c:pt idx="702">
                  <c:v>8055.5</c:v>
                </c:pt>
                <c:pt idx="703">
                  <c:v>8400.5</c:v>
                </c:pt>
                <c:pt idx="704">
                  <c:v>8293</c:v>
                </c:pt>
                <c:pt idx="705">
                  <c:v>8224</c:v>
                </c:pt>
                <c:pt idx="706">
                  <c:v>8323</c:v>
                </c:pt>
                <c:pt idx="707">
                  <c:v>8202</c:v>
                </c:pt>
                <c:pt idx="708">
                  <c:v>8282</c:v>
                </c:pt>
                <c:pt idx="709">
                  <c:v>8155.5</c:v>
                </c:pt>
                <c:pt idx="710">
                  <c:v>8235.5</c:v>
                </c:pt>
                <c:pt idx="711">
                  <c:v>8130.5</c:v>
                </c:pt>
                <c:pt idx="712">
                  <c:v>8175</c:v>
                </c:pt>
                <c:pt idx="713">
                  <c:v>8267.5</c:v>
                </c:pt>
                <c:pt idx="714">
                  <c:v>8191.5</c:v>
                </c:pt>
                <c:pt idx="715">
                  <c:v>8340</c:v>
                </c:pt>
                <c:pt idx="716">
                  <c:v>8276</c:v>
                </c:pt>
                <c:pt idx="717">
                  <c:v>8325</c:v>
                </c:pt>
                <c:pt idx="718">
                  <c:v>8299</c:v>
                </c:pt>
                <c:pt idx="719">
                  <c:v>8133</c:v>
                </c:pt>
                <c:pt idx="720">
                  <c:v>8183</c:v>
                </c:pt>
                <c:pt idx="721">
                  <c:v>8124.5</c:v>
                </c:pt>
                <c:pt idx="722">
                  <c:v>8212</c:v>
                </c:pt>
                <c:pt idx="723">
                  <c:v>8179</c:v>
                </c:pt>
                <c:pt idx="724">
                  <c:v>8130</c:v>
                </c:pt>
                <c:pt idx="725">
                  <c:v>8141.5</c:v>
                </c:pt>
                <c:pt idx="726">
                  <c:v>8112.5</c:v>
                </c:pt>
                <c:pt idx="727">
                  <c:v>8210</c:v>
                </c:pt>
                <c:pt idx="728">
                  <c:v>8121</c:v>
                </c:pt>
                <c:pt idx="729">
                  <c:v>7983.5</c:v>
                </c:pt>
                <c:pt idx="730">
                  <c:v>7861</c:v>
                </c:pt>
                <c:pt idx="731">
                  <c:v>7860.5</c:v>
                </c:pt>
                <c:pt idx="732">
                  <c:v>7852</c:v>
                </c:pt>
                <c:pt idx="733">
                  <c:v>7765</c:v>
                </c:pt>
                <c:pt idx="734">
                  <c:v>7720</c:v>
                </c:pt>
                <c:pt idx="735">
                  <c:v>7760</c:v>
                </c:pt>
                <c:pt idx="736">
                  <c:v>7819</c:v>
                </c:pt>
                <c:pt idx="737">
                  <c:v>7811</c:v>
                </c:pt>
                <c:pt idx="738">
                  <c:v>7765.5</c:v>
                </c:pt>
                <c:pt idx="739">
                  <c:v>7604</c:v>
                </c:pt>
                <c:pt idx="740">
                  <c:v>7661</c:v>
                </c:pt>
                <c:pt idx="741">
                  <c:v>7654.5</c:v>
                </c:pt>
                <c:pt idx="742">
                  <c:v>7605.5</c:v>
                </c:pt>
                <c:pt idx="743">
                  <c:v>7540.5</c:v>
                </c:pt>
                <c:pt idx="744">
                  <c:v>7626.5</c:v>
                </c:pt>
                <c:pt idx="745">
                  <c:v>7606.5</c:v>
                </c:pt>
                <c:pt idx="746">
                  <c:v>7635</c:v>
                </c:pt>
                <c:pt idx="747">
                  <c:v>7605.5</c:v>
                </c:pt>
                <c:pt idx="748">
                  <c:v>7573</c:v>
                </c:pt>
                <c:pt idx="749">
                  <c:v>7670.5</c:v>
                </c:pt>
                <c:pt idx="750">
                  <c:v>7731</c:v>
                </c:pt>
                <c:pt idx="751">
                  <c:v>7705</c:v>
                </c:pt>
                <c:pt idx="752">
                  <c:v>7716</c:v>
                </c:pt>
                <c:pt idx="753">
                  <c:v>7676</c:v>
                </c:pt>
                <c:pt idx="754">
                  <c:v>7770.5</c:v>
                </c:pt>
                <c:pt idx="755">
                  <c:v>7796</c:v>
                </c:pt>
                <c:pt idx="756">
                  <c:v>7720</c:v>
                </c:pt>
                <c:pt idx="757">
                  <c:v>7850</c:v>
                </c:pt>
                <c:pt idx="758">
                  <c:v>7949</c:v>
                </c:pt>
                <c:pt idx="759">
                  <c:v>7975.5</c:v>
                </c:pt>
                <c:pt idx="760">
                  <c:v>7991</c:v>
                </c:pt>
                <c:pt idx="761">
                  <c:v>8022</c:v>
                </c:pt>
                <c:pt idx="762">
                  <c:v>8020.5</c:v>
                </c:pt>
                <c:pt idx="763">
                  <c:v>7965.5</c:v>
                </c:pt>
                <c:pt idx="764">
                  <c:v>8111.5</c:v>
                </c:pt>
                <c:pt idx="765">
                  <c:v>8070</c:v>
                </c:pt>
                <c:pt idx="766">
                  <c:v>8102</c:v>
                </c:pt>
                <c:pt idx="767">
                  <c:v>8000.5</c:v>
                </c:pt>
                <c:pt idx="768">
                  <c:v>8047.5</c:v>
                </c:pt>
                <c:pt idx="769">
                  <c:v>8001</c:v>
                </c:pt>
                <c:pt idx="770">
                  <c:v>8005.5</c:v>
                </c:pt>
                <c:pt idx="771">
                  <c:v>7946</c:v>
                </c:pt>
                <c:pt idx="772">
                  <c:v>7825.5</c:v>
                </c:pt>
                <c:pt idx="773">
                  <c:v>7768.5</c:v>
                </c:pt>
                <c:pt idx="774">
                  <c:v>7780</c:v>
                </c:pt>
                <c:pt idx="777">
                  <c:v>7871.5</c:v>
                </c:pt>
                <c:pt idx="778">
                  <c:v>7870</c:v>
                </c:pt>
                <c:pt idx="779">
                  <c:v>7915</c:v>
                </c:pt>
                <c:pt idx="781">
                  <c:v>8085</c:v>
                </c:pt>
                <c:pt idx="782">
                  <c:v>8140.5</c:v>
                </c:pt>
                <c:pt idx="783">
                  <c:v>8026</c:v>
                </c:pt>
                <c:pt idx="784">
                  <c:v>7995.5</c:v>
                </c:pt>
                <c:pt idx="785">
                  <c:v>8050.5</c:v>
                </c:pt>
                <c:pt idx="786">
                  <c:v>8059</c:v>
                </c:pt>
                <c:pt idx="787">
                  <c:v>8117</c:v>
                </c:pt>
                <c:pt idx="788">
                  <c:v>8071</c:v>
                </c:pt>
                <c:pt idx="789">
                  <c:v>8030</c:v>
                </c:pt>
                <c:pt idx="790">
                  <c:v>7945</c:v>
                </c:pt>
                <c:pt idx="791">
                  <c:v>7910.5</c:v>
                </c:pt>
                <c:pt idx="792">
                  <c:v>7930</c:v>
                </c:pt>
                <c:pt idx="793">
                  <c:v>8053</c:v>
                </c:pt>
                <c:pt idx="794">
                  <c:v>8020.5</c:v>
                </c:pt>
                <c:pt idx="795">
                  <c:v>8068</c:v>
                </c:pt>
                <c:pt idx="796">
                  <c:v>8115.5</c:v>
                </c:pt>
                <c:pt idx="797">
                  <c:v>8036</c:v>
                </c:pt>
                <c:pt idx="798">
                  <c:v>8060</c:v>
                </c:pt>
                <c:pt idx="799">
                  <c:v>8015</c:v>
                </c:pt>
                <c:pt idx="800">
                  <c:v>8010.5</c:v>
                </c:pt>
                <c:pt idx="801">
                  <c:v>8175.5</c:v>
                </c:pt>
                <c:pt idx="802">
                  <c:v>8170</c:v>
                </c:pt>
                <c:pt idx="803">
                  <c:v>8160</c:v>
                </c:pt>
                <c:pt idx="804">
                  <c:v>8226</c:v>
                </c:pt>
                <c:pt idx="805">
                  <c:v>8242.5</c:v>
                </c:pt>
                <c:pt idx="806">
                  <c:v>8200</c:v>
                </c:pt>
                <c:pt idx="807">
                  <c:v>8212</c:v>
                </c:pt>
                <c:pt idx="808">
                  <c:v>8215</c:v>
                </c:pt>
                <c:pt idx="809">
                  <c:v>8216</c:v>
                </c:pt>
                <c:pt idx="810">
                  <c:v>8184.5</c:v>
                </c:pt>
                <c:pt idx="811">
                  <c:v>8221</c:v>
                </c:pt>
                <c:pt idx="812">
                  <c:v>8197</c:v>
                </c:pt>
                <c:pt idx="813">
                  <c:v>8198.5</c:v>
                </c:pt>
                <c:pt idx="814">
                  <c:v>8075.5</c:v>
                </c:pt>
                <c:pt idx="815">
                  <c:v>8070</c:v>
                </c:pt>
                <c:pt idx="816">
                  <c:v>8009.5</c:v>
                </c:pt>
                <c:pt idx="817">
                  <c:v>7847.5</c:v>
                </c:pt>
                <c:pt idx="818">
                  <c:v>7825</c:v>
                </c:pt>
                <c:pt idx="819">
                  <c:v>7865.5</c:v>
                </c:pt>
                <c:pt idx="820">
                  <c:v>7785</c:v>
                </c:pt>
                <c:pt idx="821">
                  <c:v>7831</c:v>
                </c:pt>
                <c:pt idx="822">
                  <c:v>7828</c:v>
                </c:pt>
                <c:pt idx="823">
                  <c:v>7620.5</c:v>
                </c:pt>
                <c:pt idx="824">
                  <c:v>7751</c:v>
                </c:pt>
                <c:pt idx="825">
                  <c:v>7720</c:v>
                </c:pt>
                <c:pt idx="826">
                  <c:v>7699.5</c:v>
                </c:pt>
                <c:pt idx="827">
                  <c:v>7671</c:v>
                </c:pt>
                <c:pt idx="828">
                  <c:v>7730</c:v>
                </c:pt>
                <c:pt idx="829">
                  <c:v>7677</c:v>
                </c:pt>
                <c:pt idx="830">
                  <c:v>7815</c:v>
                </c:pt>
                <c:pt idx="831">
                  <c:v>7777.5</c:v>
                </c:pt>
                <c:pt idx="832">
                  <c:v>7762</c:v>
                </c:pt>
                <c:pt idx="833">
                  <c:v>7782</c:v>
                </c:pt>
                <c:pt idx="834">
                  <c:v>7555.5</c:v>
                </c:pt>
                <c:pt idx="835">
                  <c:v>7539</c:v>
                </c:pt>
                <c:pt idx="836">
                  <c:v>7574.5</c:v>
                </c:pt>
                <c:pt idx="837">
                  <c:v>7580</c:v>
                </c:pt>
                <c:pt idx="838">
                  <c:v>7618</c:v>
                </c:pt>
                <c:pt idx="839">
                  <c:v>7602</c:v>
                </c:pt>
                <c:pt idx="840">
                  <c:v>7631</c:v>
                </c:pt>
                <c:pt idx="841">
                  <c:v>7570</c:v>
                </c:pt>
                <c:pt idx="842">
                  <c:v>7582.5</c:v>
                </c:pt>
                <c:pt idx="845">
                  <c:v>7434.5</c:v>
                </c:pt>
                <c:pt idx="846">
                  <c:v>7405.5</c:v>
                </c:pt>
                <c:pt idx="847">
                  <c:v>7336.5</c:v>
                </c:pt>
                <c:pt idx="848">
                  <c:v>7376</c:v>
                </c:pt>
                <c:pt idx="849">
                  <c:v>7457.5</c:v>
                </c:pt>
                <c:pt idx="850">
                  <c:v>7485.5</c:v>
                </c:pt>
                <c:pt idx="851">
                  <c:v>7547</c:v>
                </c:pt>
                <c:pt idx="852">
                  <c:v>7510</c:v>
                </c:pt>
                <c:pt idx="853">
                  <c:v>7510</c:v>
                </c:pt>
                <c:pt idx="854">
                  <c:v>7120.5</c:v>
                </c:pt>
                <c:pt idx="855">
                  <c:v>7219</c:v>
                </c:pt>
                <c:pt idx="856">
                  <c:v>7067</c:v>
                </c:pt>
                <c:pt idx="857">
                  <c:v>6962.5</c:v>
                </c:pt>
                <c:pt idx="858">
                  <c:v>6975</c:v>
                </c:pt>
                <c:pt idx="859">
                  <c:v>6875.5</c:v>
                </c:pt>
                <c:pt idx="860" formatCode="General">
                  <c:v>6811</c:v>
                </c:pt>
                <c:pt idx="861" formatCode="General">
                  <c:v>6935.5</c:v>
                </c:pt>
                <c:pt idx="862" formatCode="General">
                  <c:v>7035</c:v>
                </c:pt>
                <c:pt idx="863" formatCode="General">
                  <c:v>7054.5</c:v>
                </c:pt>
                <c:pt idx="864" formatCode="General">
                  <c:v>7079</c:v>
                </c:pt>
                <c:pt idx="865">
                  <c:v>7073.5</c:v>
                </c:pt>
                <c:pt idx="866" formatCode="General">
                  <c:v>6875</c:v>
                </c:pt>
              </c:numCache>
            </c:numRef>
          </c:val>
        </c:ser>
        <c:ser>
          <c:idx val="1"/>
          <c:order val="1"/>
          <c:spPr>
            <a:ln w="19050">
              <a:prstDash val="sysDash"/>
            </a:ln>
          </c:spPr>
          <c:marker>
            <c:symbol val="none"/>
          </c:marker>
          <c:cat>
            <c:numRef>
              <c:f>Sheet1!$A$263:$A$1129</c:f>
              <c:numCache>
                <c:formatCode>mmm/yy</c:formatCode>
                <c:ptCount val="867"/>
                <c:pt idx="0">
                  <c:v>40182</c:v>
                </c:pt>
                <c:pt idx="1">
                  <c:v>40183</c:v>
                </c:pt>
                <c:pt idx="2">
                  <c:v>40184</c:v>
                </c:pt>
                <c:pt idx="3">
                  <c:v>40185</c:v>
                </c:pt>
                <c:pt idx="4">
                  <c:v>40186</c:v>
                </c:pt>
                <c:pt idx="5">
                  <c:v>40189</c:v>
                </c:pt>
                <c:pt idx="6">
                  <c:v>40190</c:v>
                </c:pt>
                <c:pt idx="7">
                  <c:v>40191</c:v>
                </c:pt>
                <c:pt idx="8">
                  <c:v>40192</c:v>
                </c:pt>
                <c:pt idx="9">
                  <c:v>40193</c:v>
                </c:pt>
                <c:pt idx="10">
                  <c:v>40196</c:v>
                </c:pt>
                <c:pt idx="11">
                  <c:v>40197</c:v>
                </c:pt>
                <c:pt idx="12">
                  <c:v>40198</c:v>
                </c:pt>
                <c:pt idx="13">
                  <c:v>40199</c:v>
                </c:pt>
                <c:pt idx="14">
                  <c:v>40200</c:v>
                </c:pt>
                <c:pt idx="15">
                  <c:v>40203</c:v>
                </c:pt>
                <c:pt idx="16">
                  <c:v>40204</c:v>
                </c:pt>
                <c:pt idx="17">
                  <c:v>40205</c:v>
                </c:pt>
                <c:pt idx="18">
                  <c:v>40206</c:v>
                </c:pt>
                <c:pt idx="19">
                  <c:v>40207</c:v>
                </c:pt>
                <c:pt idx="20">
                  <c:v>40210</c:v>
                </c:pt>
                <c:pt idx="21">
                  <c:v>40211</c:v>
                </c:pt>
                <c:pt idx="22">
                  <c:v>40212</c:v>
                </c:pt>
                <c:pt idx="23">
                  <c:v>40213</c:v>
                </c:pt>
                <c:pt idx="24">
                  <c:v>40214</c:v>
                </c:pt>
                <c:pt idx="25">
                  <c:v>40217</c:v>
                </c:pt>
                <c:pt idx="26">
                  <c:v>40218</c:v>
                </c:pt>
                <c:pt idx="27">
                  <c:v>40219</c:v>
                </c:pt>
                <c:pt idx="28">
                  <c:v>40220</c:v>
                </c:pt>
                <c:pt idx="29">
                  <c:v>40221</c:v>
                </c:pt>
                <c:pt idx="30">
                  <c:v>40224</c:v>
                </c:pt>
                <c:pt idx="31">
                  <c:v>40225</c:v>
                </c:pt>
                <c:pt idx="32">
                  <c:v>40226</c:v>
                </c:pt>
                <c:pt idx="33">
                  <c:v>40227</c:v>
                </c:pt>
                <c:pt idx="34">
                  <c:v>40228</c:v>
                </c:pt>
                <c:pt idx="35">
                  <c:v>40231</c:v>
                </c:pt>
                <c:pt idx="36">
                  <c:v>40232</c:v>
                </c:pt>
                <c:pt idx="37">
                  <c:v>40233</c:v>
                </c:pt>
                <c:pt idx="38">
                  <c:v>40234</c:v>
                </c:pt>
                <c:pt idx="39">
                  <c:v>40235</c:v>
                </c:pt>
                <c:pt idx="40">
                  <c:v>40238</c:v>
                </c:pt>
                <c:pt idx="41">
                  <c:v>40239</c:v>
                </c:pt>
                <c:pt idx="42">
                  <c:v>40240</c:v>
                </c:pt>
                <c:pt idx="43">
                  <c:v>40241</c:v>
                </c:pt>
                <c:pt idx="44">
                  <c:v>40242</c:v>
                </c:pt>
                <c:pt idx="45">
                  <c:v>40245</c:v>
                </c:pt>
                <c:pt idx="46">
                  <c:v>40246</c:v>
                </c:pt>
                <c:pt idx="47">
                  <c:v>40247</c:v>
                </c:pt>
                <c:pt idx="48">
                  <c:v>40248</c:v>
                </c:pt>
                <c:pt idx="49">
                  <c:v>40249</c:v>
                </c:pt>
                <c:pt idx="50">
                  <c:v>40252</c:v>
                </c:pt>
                <c:pt idx="51">
                  <c:v>40253</c:v>
                </c:pt>
                <c:pt idx="52">
                  <c:v>40254</c:v>
                </c:pt>
                <c:pt idx="53">
                  <c:v>40255</c:v>
                </c:pt>
                <c:pt idx="54">
                  <c:v>40256</c:v>
                </c:pt>
                <c:pt idx="55">
                  <c:v>40259</c:v>
                </c:pt>
                <c:pt idx="56">
                  <c:v>40260</c:v>
                </c:pt>
                <c:pt idx="57">
                  <c:v>40261</c:v>
                </c:pt>
                <c:pt idx="58">
                  <c:v>40262</c:v>
                </c:pt>
                <c:pt idx="59">
                  <c:v>40263</c:v>
                </c:pt>
                <c:pt idx="60">
                  <c:v>40266</c:v>
                </c:pt>
                <c:pt idx="61">
                  <c:v>40267</c:v>
                </c:pt>
                <c:pt idx="62">
                  <c:v>40268</c:v>
                </c:pt>
                <c:pt idx="63">
                  <c:v>40269</c:v>
                </c:pt>
                <c:pt idx="64">
                  <c:v>40270</c:v>
                </c:pt>
                <c:pt idx="65">
                  <c:v>40273</c:v>
                </c:pt>
                <c:pt idx="66">
                  <c:v>40274</c:v>
                </c:pt>
                <c:pt idx="67">
                  <c:v>40275</c:v>
                </c:pt>
                <c:pt idx="68">
                  <c:v>40276</c:v>
                </c:pt>
                <c:pt idx="69">
                  <c:v>40277</c:v>
                </c:pt>
                <c:pt idx="70">
                  <c:v>40280</c:v>
                </c:pt>
                <c:pt idx="71">
                  <c:v>40281</c:v>
                </c:pt>
                <c:pt idx="72">
                  <c:v>40282</c:v>
                </c:pt>
                <c:pt idx="73">
                  <c:v>40283</c:v>
                </c:pt>
                <c:pt idx="74">
                  <c:v>40284</c:v>
                </c:pt>
                <c:pt idx="75">
                  <c:v>40287</c:v>
                </c:pt>
                <c:pt idx="76">
                  <c:v>40288</c:v>
                </c:pt>
                <c:pt idx="77">
                  <c:v>40289</c:v>
                </c:pt>
                <c:pt idx="78">
                  <c:v>40290</c:v>
                </c:pt>
                <c:pt idx="79">
                  <c:v>40291</c:v>
                </c:pt>
                <c:pt idx="80">
                  <c:v>40294</c:v>
                </c:pt>
                <c:pt idx="81">
                  <c:v>40295</c:v>
                </c:pt>
                <c:pt idx="82">
                  <c:v>40296</c:v>
                </c:pt>
                <c:pt idx="83">
                  <c:v>40297</c:v>
                </c:pt>
                <c:pt idx="84">
                  <c:v>40298</c:v>
                </c:pt>
                <c:pt idx="85">
                  <c:v>40301</c:v>
                </c:pt>
                <c:pt idx="86">
                  <c:v>40302</c:v>
                </c:pt>
                <c:pt idx="87">
                  <c:v>40303</c:v>
                </c:pt>
                <c:pt idx="88">
                  <c:v>40304</c:v>
                </c:pt>
                <c:pt idx="89">
                  <c:v>40305</c:v>
                </c:pt>
                <c:pt idx="90">
                  <c:v>40308</c:v>
                </c:pt>
                <c:pt idx="91">
                  <c:v>40309</c:v>
                </c:pt>
                <c:pt idx="92">
                  <c:v>40310</c:v>
                </c:pt>
                <c:pt idx="93">
                  <c:v>40311</c:v>
                </c:pt>
                <c:pt idx="94">
                  <c:v>40312</c:v>
                </c:pt>
                <c:pt idx="95">
                  <c:v>40315</c:v>
                </c:pt>
                <c:pt idx="96">
                  <c:v>40316</c:v>
                </c:pt>
                <c:pt idx="97">
                  <c:v>40317</c:v>
                </c:pt>
                <c:pt idx="98">
                  <c:v>40318</c:v>
                </c:pt>
                <c:pt idx="99">
                  <c:v>40319</c:v>
                </c:pt>
                <c:pt idx="100">
                  <c:v>40322</c:v>
                </c:pt>
                <c:pt idx="101">
                  <c:v>40323</c:v>
                </c:pt>
                <c:pt idx="102">
                  <c:v>40324</c:v>
                </c:pt>
                <c:pt idx="103">
                  <c:v>40325</c:v>
                </c:pt>
                <c:pt idx="104">
                  <c:v>40326</c:v>
                </c:pt>
                <c:pt idx="105">
                  <c:v>40329</c:v>
                </c:pt>
                <c:pt idx="106">
                  <c:v>40330</c:v>
                </c:pt>
                <c:pt idx="107">
                  <c:v>40331</c:v>
                </c:pt>
                <c:pt idx="108">
                  <c:v>40332</c:v>
                </c:pt>
                <c:pt idx="109">
                  <c:v>40333</c:v>
                </c:pt>
                <c:pt idx="110">
                  <c:v>40336</c:v>
                </c:pt>
                <c:pt idx="111">
                  <c:v>40337</c:v>
                </c:pt>
                <c:pt idx="112">
                  <c:v>40338</c:v>
                </c:pt>
                <c:pt idx="113">
                  <c:v>40339</c:v>
                </c:pt>
                <c:pt idx="114">
                  <c:v>40340</c:v>
                </c:pt>
                <c:pt idx="115">
                  <c:v>40343</c:v>
                </c:pt>
                <c:pt idx="116">
                  <c:v>40344</c:v>
                </c:pt>
                <c:pt idx="117">
                  <c:v>40345</c:v>
                </c:pt>
                <c:pt idx="118">
                  <c:v>40346</c:v>
                </c:pt>
                <c:pt idx="119">
                  <c:v>40347</c:v>
                </c:pt>
                <c:pt idx="120">
                  <c:v>40350</c:v>
                </c:pt>
                <c:pt idx="121">
                  <c:v>40351</c:v>
                </c:pt>
                <c:pt idx="122">
                  <c:v>40352</c:v>
                </c:pt>
                <c:pt idx="123">
                  <c:v>40353</c:v>
                </c:pt>
                <c:pt idx="124">
                  <c:v>40354</c:v>
                </c:pt>
                <c:pt idx="125">
                  <c:v>40357</c:v>
                </c:pt>
                <c:pt idx="126">
                  <c:v>40358</c:v>
                </c:pt>
                <c:pt idx="127">
                  <c:v>40359</c:v>
                </c:pt>
                <c:pt idx="128">
                  <c:v>40360</c:v>
                </c:pt>
                <c:pt idx="129">
                  <c:v>40361</c:v>
                </c:pt>
                <c:pt idx="130">
                  <c:v>40364</c:v>
                </c:pt>
                <c:pt idx="131">
                  <c:v>40365</c:v>
                </c:pt>
                <c:pt idx="132">
                  <c:v>40366</c:v>
                </c:pt>
                <c:pt idx="133">
                  <c:v>40367</c:v>
                </c:pt>
                <c:pt idx="134">
                  <c:v>40368</c:v>
                </c:pt>
                <c:pt idx="135">
                  <c:v>40371</c:v>
                </c:pt>
                <c:pt idx="136">
                  <c:v>40372</c:v>
                </c:pt>
                <c:pt idx="137">
                  <c:v>40373</c:v>
                </c:pt>
                <c:pt idx="138">
                  <c:v>40374</c:v>
                </c:pt>
                <c:pt idx="139">
                  <c:v>40375</c:v>
                </c:pt>
                <c:pt idx="140">
                  <c:v>40378</c:v>
                </c:pt>
                <c:pt idx="141">
                  <c:v>40379</c:v>
                </c:pt>
                <c:pt idx="142">
                  <c:v>40380</c:v>
                </c:pt>
                <c:pt idx="143">
                  <c:v>40381</c:v>
                </c:pt>
                <c:pt idx="144">
                  <c:v>40382</c:v>
                </c:pt>
                <c:pt idx="145">
                  <c:v>40385</c:v>
                </c:pt>
                <c:pt idx="146">
                  <c:v>40386</c:v>
                </c:pt>
                <c:pt idx="147">
                  <c:v>40387</c:v>
                </c:pt>
                <c:pt idx="148">
                  <c:v>40388</c:v>
                </c:pt>
                <c:pt idx="149">
                  <c:v>40389</c:v>
                </c:pt>
                <c:pt idx="150">
                  <c:v>40392</c:v>
                </c:pt>
                <c:pt idx="151">
                  <c:v>40393</c:v>
                </c:pt>
                <c:pt idx="152">
                  <c:v>40394</c:v>
                </c:pt>
                <c:pt idx="153">
                  <c:v>40395</c:v>
                </c:pt>
                <c:pt idx="154">
                  <c:v>40396</c:v>
                </c:pt>
                <c:pt idx="155">
                  <c:v>40399</c:v>
                </c:pt>
                <c:pt idx="156">
                  <c:v>40400</c:v>
                </c:pt>
                <c:pt idx="157">
                  <c:v>40401</c:v>
                </c:pt>
                <c:pt idx="158">
                  <c:v>40402</c:v>
                </c:pt>
                <c:pt idx="159">
                  <c:v>40403</c:v>
                </c:pt>
                <c:pt idx="160">
                  <c:v>40406</c:v>
                </c:pt>
                <c:pt idx="161">
                  <c:v>40407</c:v>
                </c:pt>
                <c:pt idx="162">
                  <c:v>40408</c:v>
                </c:pt>
                <c:pt idx="163">
                  <c:v>40409</c:v>
                </c:pt>
                <c:pt idx="164">
                  <c:v>40410</c:v>
                </c:pt>
                <c:pt idx="165">
                  <c:v>40413</c:v>
                </c:pt>
                <c:pt idx="166">
                  <c:v>40414</c:v>
                </c:pt>
                <c:pt idx="167">
                  <c:v>40415</c:v>
                </c:pt>
                <c:pt idx="168">
                  <c:v>40416</c:v>
                </c:pt>
                <c:pt idx="169">
                  <c:v>40417</c:v>
                </c:pt>
                <c:pt idx="170">
                  <c:v>40420</c:v>
                </c:pt>
                <c:pt idx="171">
                  <c:v>40421</c:v>
                </c:pt>
                <c:pt idx="172">
                  <c:v>40422</c:v>
                </c:pt>
                <c:pt idx="173">
                  <c:v>40423</c:v>
                </c:pt>
                <c:pt idx="174">
                  <c:v>40424</c:v>
                </c:pt>
                <c:pt idx="175">
                  <c:v>40427</c:v>
                </c:pt>
                <c:pt idx="176">
                  <c:v>40428</c:v>
                </c:pt>
                <c:pt idx="177">
                  <c:v>40429</c:v>
                </c:pt>
                <c:pt idx="178">
                  <c:v>40430</c:v>
                </c:pt>
                <c:pt idx="179">
                  <c:v>40431</c:v>
                </c:pt>
                <c:pt idx="180">
                  <c:v>40434</c:v>
                </c:pt>
                <c:pt idx="181">
                  <c:v>40435</c:v>
                </c:pt>
                <c:pt idx="182">
                  <c:v>40436</c:v>
                </c:pt>
                <c:pt idx="183">
                  <c:v>40437</c:v>
                </c:pt>
                <c:pt idx="184">
                  <c:v>40438</c:v>
                </c:pt>
                <c:pt idx="185">
                  <c:v>40441</c:v>
                </c:pt>
                <c:pt idx="186">
                  <c:v>40442</c:v>
                </c:pt>
                <c:pt idx="187">
                  <c:v>40443</c:v>
                </c:pt>
                <c:pt idx="188">
                  <c:v>40444</c:v>
                </c:pt>
                <c:pt idx="189">
                  <c:v>40445</c:v>
                </c:pt>
                <c:pt idx="190">
                  <c:v>40448</c:v>
                </c:pt>
                <c:pt idx="191">
                  <c:v>40449</c:v>
                </c:pt>
                <c:pt idx="192">
                  <c:v>40450</c:v>
                </c:pt>
                <c:pt idx="193">
                  <c:v>40451</c:v>
                </c:pt>
                <c:pt idx="194">
                  <c:v>40452</c:v>
                </c:pt>
                <c:pt idx="195">
                  <c:v>40455</c:v>
                </c:pt>
                <c:pt idx="196">
                  <c:v>40456</c:v>
                </c:pt>
                <c:pt idx="197">
                  <c:v>40457</c:v>
                </c:pt>
                <c:pt idx="198">
                  <c:v>40458</c:v>
                </c:pt>
                <c:pt idx="199">
                  <c:v>40459</c:v>
                </c:pt>
                <c:pt idx="200">
                  <c:v>40462</c:v>
                </c:pt>
                <c:pt idx="201">
                  <c:v>40463</c:v>
                </c:pt>
                <c:pt idx="202">
                  <c:v>40464</c:v>
                </c:pt>
                <c:pt idx="203">
                  <c:v>40465</c:v>
                </c:pt>
                <c:pt idx="204">
                  <c:v>40466</c:v>
                </c:pt>
                <c:pt idx="205">
                  <c:v>40469</c:v>
                </c:pt>
                <c:pt idx="206">
                  <c:v>40470</c:v>
                </c:pt>
                <c:pt idx="207">
                  <c:v>40471</c:v>
                </c:pt>
                <c:pt idx="208">
                  <c:v>40472</c:v>
                </c:pt>
                <c:pt idx="209">
                  <c:v>40473</c:v>
                </c:pt>
                <c:pt idx="210">
                  <c:v>40476</c:v>
                </c:pt>
                <c:pt idx="211">
                  <c:v>40477</c:v>
                </c:pt>
                <c:pt idx="212">
                  <c:v>40478</c:v>
                </c:pt>
                <c:pt idx="213">
                  <c:v>40479</c:v>
                </c:pt>
                <c:pt idx="214">
                  <c:v>40480</c:v>
                </c:pt>
                <c:pt idx="215">
                  <c:v>40483</c:v>
                </c:pt>
                <c:pt idx="216">
                  <c:v>40484</c:v>
                </c:pt>
                <c:pt idx="217">
                  <c:v>40485</c:v>
                </c:pt>
                <c:pt idx="218">
                  <c:v>40486</c:v>
                </c:pt>
                <c:pt idx="219">
                  <c:v>40487</c:v>
                </c:pt>
                <c:pt idx="220">
                  <c:v>40490</c:v>
                </c:pt>
                <c:pt idx="221">
                  <c:v>40491</c:v>
                </c:pt>
                <c:pt idx="222">
                  <c:v>40492</c:v>
                </c:pt>
                <c:pt idx="223">
                  <c:v>40493</c:v>
                </c:pt>
                <c:pt idx="224">
                  <c:v>40494</c:v>
                </c:pt>
                <c:pt idx="225">
                  <c:v>40497</c:v>
                </c:pt>
                <c:pt idx="226">
                  <c:v>40498</c:v>
                </c:pt>
                <c:pt idx="227">
                  <c:v>40499</c:v>
                </c:pt>
                <c:pt idx="228">
                  <c:v>40500</c:v>
                </c:pt>
                <c:pt idx="229">
                  <c:v>40501</c:v>
                </c:pt>
                <c:pt idx="230">
                  <c:v>40504</c:v>
                </c:pt>
                <c:pt idx="231">
                  <c:v>40505</c:v>
                </c:pt>
                <c:pt idx="232">
                  <c:v>40506</c:v>
                </c:pt>
                <c:pt idx="233">
                  <c:v>40507</c:v>
                </c:pt>
                <c:pt idx="234">
                  <c:v>40508</c:v>
                </c:pt>
                <c:pt idx="235">
                  <c:v>40511</c:v>
                </c:pt>
                <c:pt idx="236">
                  <c:v>40512</c:v>
                </c:pt>
                <c:pt idx="237">
                  <c:v>40513</c:v>
                </c:pt>
                <c:pt idx="238">
                  <c:v>40514</c:v>
                </c:pt>
                <c:pt idx="239">
                  <c:v>40515</c:v>
                </c:pt>
                <c:pt idx="240">
                  <c:v>40518</c:v>
                </c:pt>
                <c:pt idx="241">
                  <c:v>40519</c:v>
                </c:pt>
                <c:pt idx="242">
                  <c:v>40520</c:v>
                </c:pt>
                <c:pt idx="243">
                  <c:v>40521</c:v>
                </c:pt>
                <c:pt idx="244">
                  <c:v>40522</c:v>
                </c:pt>
                <c:pt idx="245">
                  <c:v>40525</c:v>
                </c:pt>
                <c:pt idx="246">
                  <c:v>40526</c:v>
                </c:pt>
                <c:pt idx="247">
                  <c:v>40527</c:v>
                </c:pt>
                <c:pt idx="248">
                  <c:v>40528</c:v>
                </c:pt>
                <c:pt idx="249">
                  <c:v>40529</c:v>
                </c:pt>
                <c:pt idx="250">
                  <c:v>40532</c:v>
                </c:pt>
                <c:pt idx="251">
                  <c:v>40533</c:v>
                </c:pt>
                <c:pt idx="252">
                  <c:v>40534</c:v>
                </c:pt>
                <c:pt idx="253">
                  <c:v>40535</c:v>
                </c:pt>
                <c:pt idx="254">
                  <c:v>40536</c:v>
                </c:pt>
                <c:pt idx="255">
                  <c:v>40539</c:v>
                </c:pt>
                <c:pt idx="256">
                  <c:v>40540</c:v>
                </c:pt>
                <c:pt idx="257">
                  <c:v>40541</c:v>
                </c:pt>
                <c:pt idx="258">
                  <c:v>40542</c:v>
                </c:pt>
                <c:pt idx="259">
                  <c:v>40543</c:v>
                </c:pt>
                <c:pt idx="260">
                  <c:v>40546</c:v>
                </c:pt>
                <c:pt idx="261">
                  <c:v>40547</c:v>
                </c:pt>
                <c:pt idx="262">
                  <c:v>40548</c:v>
                </c:pt>
                <c:pt idx="263">
                  <c:v>40549</c:v>
                </c:pt>
                <c:pt idx="264">
                  <c:v>40550</c:v>
                </c:pt>
                <c:pt idx="265">
                  <c:v>40553</c:v>
                </c:pt>
                <c:pt idx="266">
                  <c:v>40554</c:v>
                </c:pt>
                <c:pt idx="267">
                  <c:v>40555</c:v>
                </c:pt>
                <c:pt idx="268">
                  <c:v>40556</c:v>
                </c:pt>
                <c:pt idx="269">
                  <c:v>40557</c:v>
                </c:pt>
                <c:pt idx="270">
                  <c:v>40560</c:v>
                </c:pt>
                <c:pt idx="271">
                  <c:v>40561</c:v>
                </c:pt>
                <c:pt idx="272">
                  <c:v>40562</c:v>
                </c:pt>
                <c:pt idx="273">
                  <c:v>40563</c:v>
                </c:pt>
                <c:pt idx="274">
                  <c:v>40564</c:v>
                </c:pt>
                <c:pt idx="275">
                  <c:v>40567</c:v>
                </c:pt>
                <c:pt idx="276">
                  <c:v>40568</c:v>
                </c:pt>
                <c:pt idx="277">
                  <c:v>40569</c:v>
                </c:pt>
                <c:pt idx="278">
                  <c:v>40570</c:v>
                </c:pt>
                <c:pt idx="279">
                  <c:v>40571</c:v>
                </c:pt>
                <c:pt idx="280">
                  <c:v>40574</c:v>
                </c:pt>
                <c:pt idx="281">
                  <c:v>40575</c:v>
                </c:pt>
                <c:pt idx="282">
                  <c:v>40576</c:v>
                </c:pt>
                <c:pt idx="283">
                  <c:v>40577</c:v>
                </c:pt>
                <c:pt idx="284">
                  <c:v>40578</c:v>
                </c:pt>
                <c:pt idx="285">
                  <c:v>40581</c:v>
                </c:pt>
                <c:pt idx="286">
                  <c:v>40582</c:v>
                </c:pt>
                <c:pt idx="287">
                  <c:v>40583</c:v>
                </c:pt>
                <c:pt idx="288">
                  <c:v>40584</c:v>
                </c:pt>
                <c:pt idx="289">
                  <c:v>40585</c:v>
                </c:pt>
                <c:pt idx="290">
                  <c:v>40588</c:v>
                </c:pt>
                <c:pt idx="291">
                  <c:v>40589</c:v>
                </c:pt>
                <c:pt idx="292">
                  <c:v>40590</c:v>
                </c:pt>
                <c:pt idx="293">
                  <c:v>40591</c:v>
                </c:pt>
                <c:pt idx="294">
                  <c:v>40592</c:v>
                </c:pt>
                <c:pt idx="295">
                  <c:v>40595</c:v>
                </c:pt>
                <c:pt idx="296">
                  <c:v>40596</c:v>
                </c:pt>
                <c:pt idx="297">
                  <c:v>40597</c:v>
                </c:pt>
                <c:pt idx="298">
                  <c:v>40598</c:v>
                </c:pt>
                <c:pt idx="299">
                  <c:v>40599</c:v>
                </c:pt>
                <c:pt idx="300">
                  <c:v>40602</c:v>
                </c:pt>
                <c:pt idx="301">
                  <c:v>40603</c:v>
                </c:pt>
                <c:pt idx="302">
                  <c:v>40604</c:v>
                </c:pt>
                <c:pt idx="303">
                  <c:v>40605</c:v>
                </c:pt>
                <c:pt idx="304">
                  <c:v>40606</c:v>
                </c:pt>
                <c:pt idx="305">
                  <c:v>40609</c:v>
                </c:pt>
                <c:pt idx="306">
                  <c:v>40610</c:v>
                </c:pt>
                <c:pt idx="307">
                  <c:v>40611</c:v>
                </c:pt>
                <c:pt idx="308">
                  <c:v>40612</c:v>
                </c:pt>
                <c:pt idx="309">
                  <c:v>40613</c:v>
                </c:pt>
                <c:pt idx="310">
                  <c:v>40616</c:v>
                </c:pt>
                <c:pt idx="311">
                  <c:v>40617</c:v>
                </c:pt>
                <c:pt idx="312">
                  <c:v>40618</c:v>
                </c:pt>
                <c:pt idx="313">
                  <c:v>40619</c:v>
                </c:pt>
                <c:pt idx="314">
                  <c:v>40620</c:v>
                </c:pt>
                <c:pt idx="315">
                  <c:v>40623</c:v>
                </c:pt>
                <c:pt idx="316">
                  <c:v>40624</c:v>
                </c:pt>
                <c:pt idx="317">
                  <c:v>40625</c:v>
                </c:pt>
                <c:pt idx="318">
                  <c:v>40626</c:v>
                </c:pt>
                <c:pt idx="319">
                  <c:v>40627</c:v>
                </c:pt>
                <c:pt idx="320">
                  <c:v>40630</c:v>
                </c:pt>
                <c:pt idx="321">
                  <c:v>40631</c:v>
                </c:pt>
                <c:pt idx="322">
                  <c:v>40632</c:v>
                </c:pt>
                <c:pt idx="323">
                  <c:v>40633</c:v>
                </c:pt>
                <c:pt idx="324">
                  <c:v>40634</c:v>
                </c:pt>
                <c:pt idx="325">
                  <c:v>40637</c:v>
                </c:pt>
                <c:pt idx="326">
                  <c:v>40638</c:v>
                </c:pt>
                <c:pt idx="327">
                  <c:v>40639</c:v>
                </c:pt>
                <c:pt idx="328">
                  <c:v>40640</c:v>
                </c:pt>
                <c:pt idx="329">
                  <c:v>40641</c:v>
                </c:pt>
                <c:pt idx="330">
                  <c:v>40644</c:v>
                </c:pt>
                <c:pt idx="331">
                  <c:v>40645</c:v>
                </c:pt>
                <c:pt idx="332">
                  <c:v>40646</c:v>
                </c:pt>
                <c:pt idx="333">
                  <c:v>40647</c:v>
                </c:pt>
                <c:pt idx="334">
                  <c:v>40648</c:v>
                </c:pt>
                <c:pt idx="335">
                  <c:v>40651</c:v>
                </c:pt>
                <c:pt idx="336">
                  <c:v>40652</c:v>
                </c:pt>
                <c:pt idx="337">
                  <c:v>40653</c:v>
                </c:pt>
                <c:pt idx="338">
                  <c:v>40654</c:v>
                </c:pt>
                <c:pt idx="339">
                  <c:v>40655</c:v>
                </c:pt>
                <c:pt idx="340">
                  <c:v>40658</c:v>
                </c:pt>
                <c:pt idx="341">
                  <c:v>40659</c:v>
                </c:pt>
                <c:pt idx="342">
                  <c:v>40660</c:v>
                </c:pt>
                <c:pt idx="343">
                  <c:v>40661</c:v>
                </c:pt>
                <c:pt idx="344">
                  <c:v>40662</c:v>
                </c:pt>
                <c:pt idx="345">
                  <c:v>40665</c:v>
                </c:pt>
                <c:pt idx="346">
                  <c:v>40666</c:v>
                </c:pt>
                <c:pt idx="347">
                  <c:v>40667</c:v>
                </c:pt>
                <c:pt idx="348">
                  <c:v>40668</c:v>
                </c:pt>
                <c:pt idx="349">
                  <c:v>40669</c:v>
                </c:pt>
                <c:pt idx="350">
                  <c:v>40672</c:v>
                </c:pt>
                <c:pt idx="351">
                  <c:v>40673</c:v>
                </c:pt>
                <c:pt idx="352">
                  <c:v>40674</c:v>
                </c:pt>
                <c:pt idx="353">
                  <c:v>40675</c:v>
                </c:pt>
                <c:pt idx="354">
                  <c:v>40676</c:v>
                </c:pt>
                <c:pt idx="355">
                  <c:v>40679</c:v>
                </c:pt>
                <c:pt idx="356">
                  <c:v>40680</c:v>
                </c:pt>
                <c:pt idx="357">
                  <c:v>40681</c:v>
                </c:pt>
                <c:pt idx="358">
                  <c:v>40682</c:v>
                </c:pt>
                <c:pt idx="359">
                  <c:v>40683</c:v>
                </c:pt>
                <c:pt idx="360">
                  <c:v>40686</c:v>
                </c:pt>
                <c:pt idx="361">
                  <c:v>40687</c:v>
                </c:pt>
                <c:pt idx="362">
                  <c:v>40688</c:v>
                </c:pt>
                <c:pt idx="363">
                  <c:v>40689</c:v>
                </c:pt>
                <c:pt idx="364">
                  <c:v>40690</c:v>
                </c:pt>
                <c:pt idx="365">
                  <c:v>40693</c:v>
                </c:pt>
                <c:pt idx="366">
                  <c:v>40694</c:v>
                </c:pt>
                <c:pt idx="367">
                  <c:v>40695</c:v>
                </c:pt>
                <c:pt idx="368">
                  <c:v>40696</c:v>
                </c:pt>
                <c:pt idx="369">
                  <c:v>40697</c:v>
                </c:pt>
                <c:pt idx="370">
                  <c:v>40700</c:v>
                </c:pt>
                <c:pt idx="371">
                  <c:v>40701</c:v>
                </c:pt>
                <c:pt idx="372">
                  <c:v>40702</c:v>
                </c:pt>
                <c:pt idx="373">
                  <c:v>40703</c:v>
                </c:pt>
                <c:pt idx="374">
                  <c:v>40704</c:v>
                </c:pt>
                <c:pt idx="375">
                  <c:v>40707</c:v>
                </c:pt>
                <c:pt idx="376">
                  <c:v>40708</c:v>
                </c:pt>
                <c:pt idx="377">
                  <c:v>40709</c:v>
                </c:pt>
                <c:pt idx="378">
                  <c:v>40710</c:v>
                </c:pt>
                <c:pt idx="379">
                  <c:v>40711</c:v>
                </c:pt>
                <c:pt idx="380">
                  <c:v>40714</c:v>
                </c:pt>
                <c:pt idx="381">
                  <c:v>40715</c:v>
                </c:pt>
                <c:pt idx="382">
                  <c:v>40716</c:v>
                </c:pt>
                <c:pt idx="383">
                  <c:v>40717</c:v>
                </c:pt>
                <c:pt idx="384">
                  <c:v>40718</c:v>
                </c:pt>
                <c:pt idx="385">
                  <c:v>40721</c:v>
                </c:pt>
                <c:pt idx="386">
                  <c:v>40722</c:v>
                </c:pt>
                <c:pt idx="387">
                  <c:v>40723</c:v>
                </c:pt>
                <c:pt idx="388">
                  <c:v>40724</c:v>
                </c:pt>
                <c:pt idx="389">
                  <c:v>40725</c:v>
                </c:pt>
                <c:pt idx="390">
                  <c:v>40728</c:v>
                </c:pt>
                <c:pt idx="391">
                  <c:v>40729</c:v>
                </c:pt>
                <c:pt idx="392">
                  <c:v>40730</c:v>
                </c:pt>
                <c:pt idx="393">
                  <c:v>40731</c:v>
                </c:pt>
                <c:pt idx="394">
                  <c:v>40732</c:v>
                </c:pt>
                <c:pt idx="395">
                  <c:v>40735</c:v>
                </c:pt>
                <c:pt idx="396">
                  <c:v>40736</c:v>
                </c:pt>
                <c:pt idx="397">
                  <c:v>40737</c:v>
                </c:pt>
                <c:pt idx="398">
                  <c:v>40738</c:v>
                </c:pt>
                <c:pt idx="399">
                  <c:v>40739</c:v>
                </c:pt>
                <c:pt idx="400">
                  <c:v>40742</c:v>
                </c:pt>
                <c:pt idx="401">
                  <c:v>40743</c:v>
                </c:pt>
                <c:pt idx="402">
                  <c:v>40744</c:v>
                </c:pt>
                <c:pt idx="403">
                  <c:v>40745</c:v>
                </c:pt>
                <c:pt idx="404">
                  <c:v>40746</c:v>
                </c:pt>
                <c:pt idx="405">
                  <c:v>40749</c:v>
                </c:pt>
                <c:pt idx="406">
                  <c:v>40750</c:v>
                </c:pt>
                <c:pt idx="407">
                  <c:v>40751</c:v>
                </c:pt>
                <c:pt idx="408">
                  <c:v>40752</c:v>
                </c:pt>
                <c:pt idx="409">
                  <c:v>40753</c:v>
                </c:pt>
                <c:pt idx="410">
                  <c:v>40756</c:v>
                </c:pt>
                <c:pt idx="411">
                  <c:v>40757</c:v>
                </c:pt>
                <c:pt idx="412">
                  <c:v>40758</c:v>
                </c:pt>
                <c:pt idx="413">
                  <c:v>40759</c:v>
                </c:pt>
                <c:pt idx="414">
                  <c:v>40760</c:v>
                </c:pt>
                <c:pt idx="415">
                  <c:v>40763</c:v>
                </c:pt>
                <c:pt idx="416">
                  <c:v>40764</c:v>
                </c:pt>
                <c:pt idx="417">
                  <c:v>40765</c:v>
                </c:pt>
                <c:pt idx="418">
                  <c:v>40766</c:v>
                </c:pt>
                <c:pt idx="419">
                  <c:v>40767</c:v>
                </c:pt>
                <c:pt idx="420">
                  <c:v>40770</c:v>
                </c:pt>
                <c:pt idx="421">
                  <c:v>40771</c:v>
                </c:pt>
                <c:pt idx="422">
                  <c:v>40772</c:v>
                </c:pt>
                <c:pt idx="423">
                  <c:v>40773</c:v>
                </c:pt>
                <c:pt idx="424">
                  <c:v>40774</c:v>
                </c:pt>
                <c:pt idx="425">
                  <c:v>40777</c:v>
                </c:pt>
                <c:pt idx="426">
                  <c:v>40778</c:v>
                </c:pt>
                <c:pt idx="427">
                  <c:v>40779</c:v>
                </c:pt>
                <c:pt idx="428">
                  <c:v>40780</c:v>
                </c:pt>
                <c:pt idx="429">
                  <c:v>40781</c:v>
                </c:pt>
                <c:pt idx="430">
                  <c:v>40784</c:v>
                </c:pt>
                <c:pt idx="431">
                  <c:v>40785</c:v>
                </c:pt>
                <c:pt idx="432">
                  <c:v>40786</c:v>
                </c:pt>
                <c:pt idx="433">
                  <c:v>40787</c:v>
                </c:pt>
                <c:pt idx="434">
                  <c:v>40788</c:v>
                </c:pt>
                <c:pt idx="435">
                  <c:v>40791</c:v>
                </c:pt>
                <c:pt idx="436">
                  <c:v>40792</c:v>
                </c:pt>
                <c:pt idx="437">
                  <c:v>40793</c:v>
                </c:pt>
                <c:pt idx="438">
                  <c:v>40794</c:v>
                </c:pt>
                <c:pt idx="439">
                  <c:v>40795</c:v>
                </c:pt>
                <c:pt idx="440">
                  <c:v>40798</c:v>
                </c:pt>
                <c:pt idx="441">
                  <c:v>40799</c:v>
                </c:pt>
                <c:pt idx="442">
                  <c:v>40800</c:v>
                </c:pt>
                <c:pt idx="443">
                  <c:v>40801</c:v>
                </c:pt>
                <c:pt idx="444">
                  <c:v>40802</c:v>
                </c:pt>
                <c:pt idx="445">
                  <c:v>40805</c:v>
                </c:pt>
                <c:pt idx="446">
                  <c:v>40806</c:v>
                </c:pt>
                <c:pt idx="447">
                  <c:v>40807</c:v>
                </c:pt>
                <c:pt idx="448">
                  <c:v>40808</c:v>
                </c:pt>
                <c:pt idx="449">
                  <c:v>40809</c:v>
                </c:pt>
                <c:pt idx="450">
                  <c:v>40812</c:v>
                </c:pt>
                <c:pt idx="451">
                  <c:v>40813</c:v>
                </c:pt>
                <c:pt idx="452">
                  <c:v>40814</c:v>
                </c:pt>
                <c:pt idx="453">
                  <c:v>40815</c:v>
                </c:pt>
                <c:pt idx="454">
                  <c:v>40816</c:v>
                </c:pt>
                <c:pt idx="455">
                  <c:v>40819</c:v>
                </c:pt>
                <c:pt idx="456">
                  <c:v>40820</c:v>
                </c:pt>
                <c:pt idx="457">
                  <c:v>40821</c:v>
                </c:pt>
                <c:pt idx="458">
                  <c:v>40822</c:v>
                </c:pt>
                <c:pt idx="459">
                  <c:v>40823</c:v>
                </c:pt>
                <c:pt idx="460">
                  <c:v>40826</c:v>
                </c:pt>
                <c:pt idx="461">
                  <c:v>40827</c:v>
                </c:pt>
                <c:pt idx="462">
                  <c:v>40828</c:v>
                </c:pt>
                <c:pt idx="463">
                  <c:v>40829</c:v>
                </c:pt>
                <c:pt idx="464">
                  <c:v>40830</c:v>
                </c:pt>
                <c:pt idx="465">
                  <c:v>40833</c:v>
                </c:pt>
                <c:pt idx="466">
                  <c:v>40834</c:v>
                </c:pt>
                <c:pt idx="467">
                  <c:v>40835</c:v>
                </c:pt>
                <c:pt idx="468">
                  <c:v>40836</c:v>
                </c:pt>
                <c:pt idx="469">
                  <c:v>40837</c:v>
                </c:pt>
                <c:pt idx="470">
                  <c:v>40840</c:v>
                </c:pt>
                <c:pt idx="471">
                  <c:v>40841</c:v>
                </c:pt>
                <c:pt idx="472">
                  <c:v>40842</c:v>
                </c:pt>
                <c:pt idx="473">
                  <c:v>40843</c:v>
                </c:pt>
                <c:pt idx="474">
                  <c:v>40844</c:v>
                </c:pt>
                <c:pt idx="475">
                  <c:v>40847</c:v>
                </c:pt>
                <c:pt idx="476">
                  <c:v>40848</c:v>
                </c:pt>
                <c:pt idx="477">
                  <c:v>40849</c:v>
                </c:pt>
                <c:pt idx="478">
                  <c:v>40850</c:v>
                </c:pt>
                <c:pt idx="479">
                  <c:v>40851</c:v>
                </c:pt>
                <c:pt idx="480">
                  <c:v>40854</c:v>
                </c:pt>
                <c:pt idx="481">
                  <c:v>40855</c:v>
                </c:pt>
                <c:pt idx="482">
                  <c:v>40856</c:v>
                </c:pt>
                <c:pt idx="483">
                  <c:v>40857</c:v>
                </c:pt>
                <c:pt idx="484">
                  <c:v>40858</c:v>
                </c:pt>
                <c:pt idx="485">
                  <c:v>40861</c:v>
                </c:pt>
                <c:pt idx="486">
                  <c:v>40862</c:v>
                </c:pt>
                <c:pt idx="487">
                  <c:v>40863</c:v>
                </c:pt>
                <c:pt idx="488">
                  <c:v>40864</c:v>
                </c:pt>
                <c:pt idx="489">
                  <c:v>40865</c:v>
                </c:pt>
                <c:pt idx="490">
                  <c:v>40868</c:v>
                </c:pt>
                <c:pt idx="491">
                  <c:v>40869</c:v>
                </c:pt>
                <c:pt idx="492">
                  <c:v>40870</c:v>
                </c:pt>
                <c:pt idx="493">
                  <c:v>40871</c:v>
                </c:pt>
                <c:pt idx="494">
                  <c:v>40872</c:v>
                </c:pt>
                <c:pt idx="495">
                  <c:v>40875</c:v>
                </c:pt>
                <c:pt idx="496">
                  <c:v>40876</c:v>
                </c:pt>
                <c:pt idx="497">
                  <c:v>40877</c:v>
                </c:pt>
                <c:pt idx="498">
                  <c:v>40878</c:v>
                </c:pt>
                <c:pt idx="499">
                  <c:v>40879</c:v>
                </c:pt>
                <c:pt idx="500">
                  <c:v>40882</c:v>
                </c:pt>
                <c:pt idx="501">
                  <c:v>40883</c:v>
                </c:pt>
                <c:pt idx="502">
                  <c:v>40884</c:v>
                </c:pt>
                <c:pt idx="503">
                  <c:v>40885</c:v>
                </c:pt>
                <c:pt idx="504">
                  <c:v>40886</c:v>
                </c:pt>
                <c:pt idx="505">
                  <c:v>40889</c:v>
                </c:pt>
                <c:pt idx="506">
                  <c:v>40890</c:v>
                </c:pt>
                <c:pt idx="507">
                  <c:v>40891</c:v>
                </c:pt>
                <c:pt idx="508">
                  <c:v>40892</c:v>
                </c:pt>
                <c:pt idx="509">
                  <c:v>40893</c:v>
                </c:pt>
                <c:pt idx="510">
                  <c:v>40896</c:v>
                </c:pt>
                <c:pt idx="511">
                  <c:v>40897</c:v>
                </c:pt>
                <c:pt idx="512">
                  <c:v>40898</c:v>
                </c:pt>
                <c:pt idx="513">
                  <c:v>40899</c:v>
                </c:pt>
                <c:pt idx="514">
                  <c:v>40900</c:v>
                </c:pt>
                <c:pt idx="515">
                  <c:v>40903</c:v>
                </c:pt>
                <c:pt idx="516">
                  <c:v>40904</c:v>
                </c:pt>
                <c:pt idx="517">
                  <c:v>40905</c:v>
                </c:pt>
                <c:pt idx="518">
                  <c:v>40906</c:v>
                </c:pt>
                <c:pt idx="519">
                  <c:v>40907</c:v>
                </c:pt>
                <c:pt idx="520">
                  <c:v>40911</c:v>
                </c:pt>
                <c:pt idx="521">
                  <c:v>40912</c:v>
                </c:pt>
                <c:pt idx="522">
                  <c:v>40913</c:v>
                </c:pt>
                <c:pt idx="523">
                  <c:v>40914</c:v>
                </c:pt>
                <c:pt idx="524">
                  <c:v>40917</c:v>
                </c:pt>
                <c:pt idx="525">
                  <c:v>40918</c:v>
                </c:pt>
                <c:pt idx="526">
                  <c:v>40919</c:v>
                </c:pt>
                <c:pt idx="527">
                  <c:v>40920</c:v>
                </c:pt>
                <c:pt idx="528">
                  <c:v>40921</c:v>
                </c:pt>
                <c:pt idx="529">
                  <c:v>40924</c:v>
                </c:pt>
                <c:pt idx="530">
                  <c:v>40925</c:v>
                </c:pt>
                <c:pt idx="531">
                  <c:v>40926</c:v>
                </c:pt>
                <c:pt idx="532">
                  <c:v>40927</c:v>
                </c:pt>
                <c:pt idx="533">
                  <c:v>40928</c:v>
                </c:pt>
                <c:pt idx="534">
                  <c:v>40931</c:v>
                </c:pt>
                <c:pt idx="535">
                  <c:v>40932</c:v>
                </c:pt>
                <c:pt idx="536">
                  <c:v>40933</c:v>
                </c:pt>
                <c:pt idx="537">
                  <c:v>40934</c:v>
                </c:pt>
                <c:pt idx="538">
                  <c:v>40935</c:v>
                </c:pt>
                <c:pt idx="539">
                  <c:v>40938</c:v>
                </c:pt>
                <c:pt idx="540">
                  <c:v>40939</c:v>
                </c:pt>
                <c:pt idx="541">
                  <c:v>40940</c:v>
                </c:pt>
                <c:pt idx="542">
                  <c:v>40941</c:v>
                </c:pt>
                <c:pt idx="543">
                  <c:v>40942</c:v>
                </c:pt>
                <c:pt idx="544">
                  <c:v>40945</c:v>
                </c:pt>
                <c:pt idx="545">
                  <c:v>40946</c:v>
                </c:pt>
                <c:pt idx="546">
                  <c:v>40947</c:v>
                </c:pt>
                <c:pt idx="547">
                  <c:v>40948</c:v>
                </c:pt>
                <c:pt idx="548">
                  <c:v>40949</c:v>
                </c:pt>
                <c:pt idx="549">
                  <c:v>40952</c:v>
                </c:pt>
                <c:pt idx="550">
                  <c:v>40953</c:v>
                </c:pt>
                <c:pt idx="551">
                  <c:v>40954</c:v>
                </c:pt>
                <c:pt idx="552">
                  <c:v>40955</c:v>
                </c:pt>
                <c:pt idx="553">
                  <c:v>40956</c:v>
                </c:pt>
                <c:pt idx="554">
                  <c:v>40959</c:v>
                </c:pt>
                <c:pt idx="555">
                  <c:v>40960</c:v>
                </c:pt>
                <c:pt idx="556">
                  <c:v>40961</c:v>
                </c:pt>
                <c:pt idx="557">
                  <c:v>40962</c:v>
                </c:pt>
                <c:pt idx="558">
                  <c:v>40963</c:v>
                </c:pt>
                <c:pt idx="559">
                  <c:v>40966</c:v>
                </c:pt>
                <c:pt idx="560">
                  <c:v>40967</c:v>
                </c:pt>
                <c:pt idx="561">
                  <c:v>40968</c:v>
                </c:pt>
                <c:pt idx="562">
                  <c:v>40969</c:v>
                </c:pt>
                <c:pt idx="563">
                  <c:v>40970</c:v>
                </c:pt>
                <c:pt idx="564">
                  <c:v>40973</c:v>
                </c:pt>
                <c:pt idx="565">
                  <c:v>40974</c:v>
                </c:pt>
                <c:pt idx="566">
                  <c:v>40975</c:v>
                </c:pt>
                <c:pt idx="567">
                  <c:v>40976</c:v>
                </c:pt>
                <c:pt idx="568">
                  <c:v>40977</c:v>
                </c:pt>
                <c:pt idx="569">
                  <c:v>40980</c:v>
                </c:pt>
                <c:pt idx="570">
                  <c:v>40981</c:v>
                </c:pt>
                <c:pt idx="571">
                  <c:v>40982</c:v>
                </c:pt>
                <c:pt idx="572">
                  <c:v>40983</c:v>
                </c:pt>
                <c:pt idx="573">
                  <c:v>40984</c:v>
                </c:pt>
                <c:pt idx="574">
                  <c:v>40987</c:v>
                </c:pt>
                <c:pt idx="575">
                  <c:v>40988</c:v>
                </c:pt>
                <c:pt idx="576">
                  <c:v>40989</c:v>
                </c:pt>
                <c:pt idx="577">
                  <c:v>40990</c:v>
                </c:pt>
                <c:pt idx="578">
                  <c:v>40991</c:v>
                </c:pt>
                <c:pt idx="579">
                  <c:v>40994</c:v>
                </c:pt>
                <c:pt idx="580">
                  <c:v>40995</c:v>
                </c:pt>
                <c:pt idx="581">
                  <c:v>40996</c:v>
                </c:pt>
                <c:pt idx="582">
                  <c:v>40997</c:v>
                </c:pt>
                <c:pt idx="583">
                  <c:v>40998</c:v>
                </c:pt>
                <c:pt idx="584">
                  <c:v>41001</c:v>
                </c:pt>
                <c:pt idx="585">
                  <c:v>41002</c:v>
                </c:pt>
                <c:pt idx="586">
                  <c:v>41003</c:v>
                </c:pt>
                <c:pt idx="587">
                  <c:v>41004</c:v>
                </c:pt>
                <c:pt idx="588">
                  <c:v>41005</c:v>
                </c:pt>
                <c:pt idx="589">
                  <c:v>41008</c:v>
                </c:pt>
                <c:pt idx="590">
                  <c:v>41009</c:v>
                </c:pt>
                <c:pt idx="591">
                  <c:v>41010</c:v>
                </c:pt>
                <c:pt idx="592">
                  <c:v>41011</c:v>
                </c:pt>
                <c:pt idx="593">
                  <c:v>41012</c:v>
                </c:pt>
                <c:pt idx="594">
                  <c:v>41015</c:v>
                </c:pt>
                <c:pt idx="595">
                  <c:v>41016</c:v>
                </c:pt>
                <c:pt idx="596">
                  <c:v>41017</c:v>
                </c:pt>
                <c:pt idx="597">
                  <c:v>41018</c:v>
                </c:pt>
                <c:pt idx="598">
                  <c:v>41019</c:v>
                </c:pt>
                <c:pt idx="599">
                  <c:v>41022</c:v>
                </c:pt>
                <c:pt idx="600">
                  <c:v>41023</c:v>
                </c:pt>
                <c:pt idx="601">
                  <c:v>41024</c:v>
                </c:pt>
                <c:pt idx="602">
                  <c:v>41025</c:v>
                </c:pt>
                <c:pt idx="603">
                  <c:v>41026</c:v>
                </c:pt>
                <c:pt idx="604">
                  <c:v>41029</c:v>
                </c:pt>
                <c:pt idx="605">
                  <c:v>41030</c:v>
                </c:pt>
                <c:pt idx="606">
                  <c:v>41031</c:v>
                </c:pt>
                <c:pt idx="607">
                  <c:v>41032</c:v>
                </c:pt>
                <c:pt idx="608">
                  <c:v>41033</c:v>
                </c:pt>
                <c:pt idx="609">
                  <c:v>41036</c:v>
                </c:pt>
                <c:pt idx="610">
                  <c:v>41037</c:v>
                </c:pt>
                <c:pt idx="611">
                  <c:v>41038</c:v>
                </c:pt>
                <c:pt idx="612">
                  <c:v>41039</c:v>
                </c:pt>
                <c:pt idx="613">
                  <c:v>41040</c:v>
                </c:pt>
                <c:pt idx="614">
                  <c:v>41043</c:v>
                </c:pt>
                <c:pt idx="615">
                  <c:v>41044</c:v>
                </c:pt>
                <c:pt idx="616">
                  <c:v>41045</c:v>
                </c:pt>
                <c:pt idx="617">
                  <c:v>41046</c:v>
                </c:pt>
                <c:pt idx="618">
                  <c:v>41047</c:v>
                </c:pt>
                <c:pt idx="619">
                  <c:v>41050</c:v>
                </c:pt>
                <c:pt idx="620">
                  <c:v>41051</c:v>
                </c:pt>
                <c:pt idx="621">
                  <c:v>41052</c:v>
                </c:pt>
                <c:pt idx="622">
                  <c:v>41053</c:v>
                </c:pt>
                <c:pt idx="623">
                  <c:v>41054</c:v>
                </c:pt>
                <c:pt idx="624">
                  <c:v>41057</c:v>
                </c:pt>
                <c:pt idx="625">
                  <c:v>41058</c:v>
                </c:pt>
                <c:pt idx="626">
                  <c:v>41059</c:v>
                </c:pt>
                <c:pt idx="627">
                  <c:v>41060</c:v>
                </c:pt>
                <c:pt idx="628">
                  <c:v>41061</c:v>
                </c:pt>
                <c:pt idx="629">
                  <c:v>41064</c:v>
                </c:pt>
                <c:pt idx="630">
                  <c:v>41065</c:v>
                </c:pt>
                <c:pt idx="631">
                  <c:v>41066</c:v>
                </c:pt>
                <c:pt idx="632">
                  <c:v>41067</c:v>
                </c:pt>
                <c:pt idx="633">
                  <c:v>41068</c:v>
                </c:pt>
                <c:pt idx="634">
                  <c:v>41071</c:v>
                </c:pt>
                <c:pt idx="635">
                  <c:v>41072</c:v>
                </c:pt>
                <c:pt idx="636">
                  <c:v>41073</c:v>
                </c:pt>
                <c:pt idx="637">
                  <c:v>41074</c:v>
                </c:pt>
                <c:pt idx="638">
                  <c:v>41075</c:v>
                </c:pt>
                <c:pt idx="639">
                  <c:v>41078</c:v>
                </c:pt>
                <c:pt idx="640">
                  <c:v>41079</c:v>
                </c:pt>
                <c:pt idx="641">
                  <c:v>41080</c:v>
                </c:pt>
                <c:pt idx="642">
                  <c:v>41081</c:v>
                </c:pt>
                <c:pt idx="643">
                  <c:v>41082</c:v>
                </c:pt>
                <c:pt idx="644">
                  <c:v>41085</c:v>
                </c:pt>
                <c:pt idx="645">
                  <c:v>41086</c:v>
                </c:pt>
                <c:pt idx="646">
                  <c:v>41087</c:v>
                </c:pt>
                <c:pt idx="647">
                  <c:v>41088</c:v>
                </c:pt>
                <c:pt idx="648">
                  <c:v>41089</c:v>
                </c:pt>
                <c:pt idx="649">
                  <c:v>41092</c:v>
                </c:pt>
                <c:pt idx="650">
                  <c:v>41093</c:v>
                </c:pt>
                <c:pt idx="651">
                  <c:v>41094</c:v>
                </c:pt>
                <c:pt idx="652">
                  <c:v>41095</c:v>
                </c:pt>
                <c:pt idx="653">
                  <c:v>41096</c:v>
                </c:pt>
                <c:pt idx="654">
                  <c:v>41099</c:v>
                </c:pt>
                <c:pt idx="655">
                  <c:v>41100</c:v>
                </c:pt>
                <c:pt idx="656">
                  <c:v>41101</c:v>
                </c:pt>
                <c:pt idx="657">
                  <c:v>41102</c:v>
                </c:pt>
                <c:pt idx="658">
                  <c:v>41103</c:v>
                </c:pt>
                <c:pt idx="659">
                  <c:v>41106</c:v>
                </c:pt>
                <c:pt idx="660">
                  <c:v>41107</c:v>
                </c:pt>
                <c:pt idx="661">
                  <c:v>41108</c:v>
                </c:pt>
                <c:pt idx="662">
                  <c:v>41109</c:v>
                </c:pt>
                <c:pt idx="663">
                  <c:v>41110</c:v>
                </c:pt>
                <c:pt idx="664">
                  <c:v>41113</c:v>
                </c:pt>
                <c:pt idx="665">
                  <c:v>41114</c:v>
                </c:pt>
                <c:pt idx="666">
                  <c:v>41115</c:v>
                </c:pt>
                <c:pt idx="667">
                  <c:v>41116</c:v>
                </c:pt>
                <c:pt idx="668">
                  <c:v>41117</c:v>
                </c:pt>
                <c:pt idx="669">
                  <c:v>41120</c:v>
                </c:pt>
                <c:pt idx="670">
                  <c:v>41121</c:v>
                </c:pt>
                <c:pt idx="671">
                  <c:v>41122</c:v>
                </c:pt>
                <c:pt idx="672">
                  <c:v>41123</c:v>
                </c:pt>
                <c:pt idx="673">
                  <c:v>41124</c:v>
                </c:pt>
                <c:pt idx="674">
                  <c:v>41127</c:v>
                </c:pt>
                <c:pt idx="675">
                  <c:v>41128</c:v>
                </c:pt>
                <c:pt idx="676">
                  <c:v>41129</c:v>
                </c:pt>
                <c:pt idx="677">
                  <c:v>41130</c:v>
                </c:pt>
                <c:pt idx="678">
                  <c:v>41131</c:v>
                </c:pt>
                <c:pt idx="679">
                  <c:v>41134</c:v>
                </c:pt>
                <c:pt idx="680">
                  <c:v>41135</c:v>
                </c:pt>
                <c:pt idx="681">
                  <c:v>41136</c:v>
                </c:pt>
                <c:pt idx="682">
                  <c:v>41137</c:v>
                </c:pt>
                <c:pt idx="683">
                  <c:v>41138</c:v>
                </c:pt>
                <c:pt idx="684">
                  <c:v>41141</c:v>
                </c:pt>
                <c:pt idx="685">
                  <c:v>41142</c:v>
                </c:pt>
                <c:pt idx="686">
                  <c:v>41143</c:v>
                </c:pt>
                <c:pt idx="687">
                  <c:v>41144</c:v>
                </c:pt>
                <c:pt idx="688">
                  <c:v>41145</c:v>
                </c:pt>
                <c:pt idx="689">
                  <c:v>41148</c:v>
                </c:pt>
                <c:pt idx="690">
                  <c:v>41149</c:v>
                </c:pt>
                <c:pt idx="691">
                  <c:v>41150</c:v>
                </c:pt>
                <c:pt idx="692">
                  <c:v>41151</c:v>
                </c:pt>
                <c:pt idx="693">
                  <c:v>41152</c:v>
                </c:pt>
                <c:pt idx="694">
                  <c:v>41155</c:v>
                </c:pt>
                <c:pt idx="695">
                  <c:v>41156</c:v>
                </c:pt>
                <c:pt idx="696">
                  <c:v>41157</c:v>
                </c:pt>
                <c:pt idx="697">
                  <c:v>41158</c:v>
                </c:pt>
                <c:pt idx="698">
                  <c:v>41159</c:v>
                </c:pt>
                <c:pt idx="699">
                  <c:v>41162</c:v>
                </c:pt>
                <c:pt idx="700">
                  <c:v>41163</c:v>
                </c:pt>
                <c:pt idx="701">
                  <c:v>41164</c:v>
                </c:pt>
                <c:pt idx="702">
                  <c:v>41165</c:v>
                </c:pt>
                <c:pt idx="703">
                  <c:v>41166</c:v>
                </c:pt>
                <c:pt idx="704">
                  <c:v>41169</c:v>
                </c:pt>
                <c:pt idx="705">
                  <c:v>41170</c:v>
                </c:pt>
                <c:pt idx="706">
                  <c:v>41171</c:v>
                </c:pt>
                <c:pt idx="707">
                  <c:v>41172</c:v>
                </c:pt>
                <c:pt idx="708">
                  <c:v>41173</c:v>
                </c:pt>
                <c:pt idx="709">
                  <c:v>41176</c:v>
                </c:pt>
                <c:pt idx="710">
                  <c:v>41177</c:v>
                </c:pt>
                <c:pt idx="711">
                  <c:v>41178</c:v>
                </c:pt>
                <c:pt idx="712">
                  <c:v>41179</c:v>
                </c:pt>
                <c:pt idx="713">
                  <c:v>41180</c:v>
                </c:pt>
                <c:pt idx="714">
                  <c:v>41183</c:v>
                </c:pt>
                <c:pt idx="715">
                  <c:v>41184</c:v>
                </c:pt>
                <c:pt idx="716">
                  <c:v>41185</c:v>
                </c:pt>
                <c:pt idx="717">
                  <c:v>41186</c:v>
                </c:pt>
                <c:pt idx="718">
                  <c:v>41187</c:v>
                </c:pt>
                <c:pt idx="719">
                  <c:v>41190</c:v>
                </c:pt>
                <c:pt idx="720">
                  <c:v>41191</c:v>
                </c:pt>
                <c:pt idx="721">
                  <c:v>41192</c:v>
                </c:pt>
                <c:pt idx="722">
                  <c:v>41193</c:v>
                </c:pt>
                <c:pt idx="723">
                  <c:v>41194</c:v>
                </c:pt>
                <c:pt idx="724">
                  <c:v>41197</c:v>
                </c:pt>
                <c:pt idx="725">
                  <c:v>41198</c:v>
                </c:pt>
                <c:pt idx="726">
                  <c:v>41199</c:v>
                </c:pt>
                <c:pt idx="727">
                  <c:v>41200</c:v>
                </c:pt>
                <c:pt idx="728">
                  <c:v>41201</c:v>
                </c:pt>
                <c:pt idx="729">
                  <c:v>41204</c:v>
                </c:pt>
                <c:pt idx="730">
                  <c:v>41205</c:v>
                </c:pt>
                <c:pt idx="731">
                  <c:v>41206</c:v>
                </c:pt>
                <c:pt idx="732">
                  <c:v>41207</c:v>
                </c:pt>
                <c:pt idx="733">
                  <c:v>41208</c:v>
                </c:pt>
                <c:pt idx="734">
                  <c:v>41211</c:v>
                </c:pt>
                <c:pt idx="735">
                  <c:v>41212</c:v>
                </c:pt>
                <c:pt idx="736">
                  <c:v>41213</c:v>
                </c:pt>
                <c:pt idx="737">
                  <c:v>41214</c:v>
                </c:pt>
                <c:pt idx="738">
                  <c:v>41215</c:v>
                </c:pt>
                <c:pt idx="739">
                  <c:v>41218</c:v>
                </c:pt>
                <c:pt idx="740">
                  <c:v>41219</c:v>
                </c:pt>
                <c:pt idx="741">
                  <c:v>41220</c:v>
                </c:pt>
                <c:pt idx="742">
                  <c:v>41221</c:v>
                </c:pt>
                <c:pt idx="743">
                  <c:v>41222</c:v>
                </c:pt>
                <c:pt idx="744">
                  <c:v>41225</c:v>
                </c:pt>
                <c:pt idx="745">
                  <c:v>41226</c:v>
                </c:pt>
                <c:pt idx="746">
                  <c:v>41227</c:v>
                </c:pt>
                <c:pt idx="747">
                  <c:v>41228</c:v>
                </c:pt>
                <c:pt idx="748">
                  <c:v>41229</c:v>
                </c:pt>
                <c:pt idx="749">
                  <c:v>41232</c:v>
                </c:pt>
                <c:pt idx="750">
                  <c:v>41233</c:v>
                </c:pt>
                <c:pt idx="751">
                  <c:v>41234</c:v>
                </c:pt>
                <c:pt idx="752">
                  <c:v>41235</c:v>
                </c:pt>
                <c:pt idx="753">
                  <c:v>41236</c:v>
                </c:pt>
                <c:pt idx="754">
                  <c:v>41239</c:v>
                </c:pt>
                <c:pt idx="755">
                  <c:v>41240</c:v>
                </c:pt>
                <c:pt idx="756">
                  <c:v>41241</c:v>
                </c:pt>
                <c:pt idx="757">
                  <c:v>41242</c:v>
                </c:pt>
                <c:pt idx="758">
                  <c:v>41243</c:v>
                </c:pt>
                <c:pt idx="759">
                  <c:v>41246</c:v>
                </c:pt>
                <c:pt idx="760">
                  <c:v>41247</c:v>
                </c:pt>
                <c:pt idx="761">
                  <c:v>41248</c:v>
                </c:pt>
                <c:pt idx="762">
                  <c:v>41249</c:v>
                </c:pt>
                <c:pt idx="763">
                  <c:v>41250</c:v>
                </c:pt>
                <c:pt idx="764">
                  <c:v>41253</c:v>
                </c:pt>
                <c:pt idx="765">
                  <c:v>41254</c:v>
                </c:pt>
                <c:pt idx="766">
                  <c:v>41255</c:v>
                </c:pt>
                <c:pt idx="767">
                  <c:v>41256</c:v>
                </c:pt>
                <c:pt idx="768">
                  <c:v>41257</c:v>
                </c:pt>
                <c:pt idx="769">
                  <c:v>41260</c:v>
                </c:pt>
                <c:pt idx="770">
                  <c:v>41261</c:v>
                </c:pt>
                <c:pt idx="771">
                  <c:v>41262</c:v>
                </c:pt>
                <c:pt idx="772">
                  <c:v>41263</c:v>
                </c:pt>
                <c:pt idx="773">
                  <c:v>41264</c:v>
                </c:pt>
                <c:pt idx="774">
                  <c:v>41267</c:v>
                </c:pt>
                <c:pt idx="775">
                  <c:v>41268</c:v>
                </c:pt>
                <c:pt idx="776">
                  <c:v>41269</c:v>
                </c:pt>
                <c:pt idx="777">
                  <c:v>41270</c:v>
                </c:pt>
                <c:pt idx="778">
                  <c:v>41271</c:v>
                </c:pt>
                <c:pt idx="779">
                  <c:v>41274</c:v>
                </c:pt>
                <c:pt idx="780">
                  <c:v>41275</c:v>
                </c:pt>
                <c:pt idx="781">
                  <c:v>41276</c:v>
                </c:pt>
                <c:pt idx="782">
                  <c:v>41277</c:v>
                </c:pt>
                <c:pt idx="783">
                  <c:v>41278</c:v>
                </c:pt>
                <c:pt idx="784">
                  <c:v>41281</c:v>
                </c:pt>
                <c:pt idx="785">
                  <c:v>41282</c:v>
                </c:pt>
                <c:pt idx="786">
                  <c:v>41283</c:v>
                </c:pt>
                <c:pt idx="787">
                  <c:v>41284</c:v>
                </c:pt>
                <c:pt idx="788">
                  <c:v>41285</c:v>
                </c:pt>
                <c:pt idx="789">
                  <c:v>41288</c:v>
                </c:pt>
                <c:pt idx="790">
                  <c:v>41289</c:v>
                </c:pt>
                <c:pt idx="791">
                  <c:v>41290</c:v>
                </c:pt>
                <c:pt idx="792">
                  <c:v>41291</c:v>
                </c:pt>
                <c:pt idx="793">
                  <c:v>41292</c:v>
                </c:pt>
                <c:pt idx="794">
                  <c:v>41295</c:v>
                </c:pt>
                <c:pt idx="795">
                  <c:v>41296</c:v>
                </c:pt>
                <c:pt idx="796">
                  <c:v>41297</c:v>
                </c:pt>
                <c:pt idx="797">
                  <c:v>41298</c:v>
                </c:pt>
                <c:pt idx="798">
                  <c:v>41299</c:v>
                </c:pt>
                <c:pt idx="799">
                  <c:v>41302</c:v>
                </c:pt>
                <c:pt idx="800">
                  <c:v>41303</c:v>
                </c:pt>
                <c:pt idx="801">
                  <c:v>41304</c:v>
                </c:pt>
                <c:pt idx="802">
                  <c:v>41305</c:v>
                </c:pt>
                <c:pt idx="803">
                  <c:v>41306</c:v>
                </c:pt>
                <c:pt idx="804">
                  <c:v>41309</c:v>
                </c:pt>
                <c:pt idx="805">
                  <c:v>41310</c:v>
                </c:pt>
                <c:pt idx="806">
                  <c:v>41311</c:v>
                </c:pt>
                <c:pt idx="807">
                  <c:v>41312</c:v>
                </c:pt>
                <c:pt idx="808">
                  <c:v>41313</c:v>
                </c:pt>
                <c:pt idx="809">
                  <c:v>41316</c:v>
                </c:pt>
                <c:pt idx="810">
                  <c:v>41317</c:v>
                </c:pt>
                <c:pt idx="811">
                  <c:v>41318</c:v>
                </c:pt>
                <c:pt idx="812">
                  <c:v>41319</c:v>
                </c:pt>
                <c:pt idx="813">
                  <c:v>41320</c:v>
                </c:pt>
                <c:pt idx="814">
                  <c:v>41323</c:v>
                </c:pt>
                <c:pt idx="815">
                  <c:v>41324</c:v>
                </c:pt>
                <c:pt idx="816">
                  <c:v>41325</c:v>
                </c:pt>
                <c:pt idx="817">
                  <c:v>41326</c:v>
                </c:pt>
                <c:pt idx="818">
                  <c:v>41327</c:v>
                </c:pt>
                <c:pt idx="819">
                  <c:v>41330</c:v>
                </c:pt>
                <c:pt idx="820">
                  <c:v>41331</c:v>
                </c:pt>
                <c:pt idx="821">
                  <c:v>41332</c:v>
                </c:pt>
                <c:pt idx="822">
                  <c:v>41333</c:v>
                </c:pt>
                <c:pt idx="823">
                  <c:v>41334</c:v>
                </c:pt>
                <c:pt idx="824">
                  <c:v>41337</c:v>
                </c:pt>
                <c:pt idx="825">
                  <c:v>41338</c:v>
                </c:pt>
                <c:pt idx="826">
                  <c:v>41339</c:v>
                </c:pt>
                <c:pt idx="827">
                  <c:v>41340</c:v>
                </c:pt>
                <c:pt idx="828">
                  <c:v>41341</c:v>
                </c:pt>
                <c:pt idx="829">
                  <c:v>41344</c:v>
                </c:pt>
                <c:pt idx="830">
                  <c:v>41345</c:v>
                </c:pt>
                <c:pt idx="831">
                  <c:v>41346</c:v>
                </c:pt>
                <c:pt idx="832">
                  <c:v>41347</c:v>
                </c:pt>
                <c:pt idx="833">
                  <c:v>41348</c:v>
                </c:pt>
                <c:pt idx="834">
                  <c:v>41351</c:v>
                </c:pt>
                <c:pt idx="835">
                  <c:v>41352</c:v>
                </c:pt>
                <c:pt idx="836">
                  <c:v>41353</c:v>
                </c:pt>
                <c:pt idx="837">
                  <c:v>41354</c:v>
                </c:pt>
                <c:pt idx="838">
                  <c:v>41355</c:v>
                </c:pt>
                <c:pt idx="839">
                  <c:v>41358</c:v>
                </c:pt>
                <c:pt idx="840">
                  <c:v>41359</c:v>
                </c:pt>
                <c:pt idx="841">
                  <c:v>41360</c:v>
                </c:pt>
                <c:pt idx="842">
                  <c:v>41361</c:v>
                </c:pt>
                <c:pt idx="843">
                  <c:v>41362</c:v>
                </c:pt>
                <c:pt idx="844">
                  <c:v>41365</c:v>
                </c:pt>
                <c:pt idx="845">
                  <c:v>41366</c:v>
                </c:pt>
                <c:pt idx="846">
                  <c:v>41367</c:v>
                </c:pt>
                <c:pt idx="847">
                  <c:v>41368</c:v>
                </c:pt>
                <c:pt idx="848">
                  <c:v>41369</c:v>
                </c:pt>
                <c:pt idx="849">
                  <c:v>41372</c:v>
                </c:pt>
                <c:pt idx="850">
                  <c:v>41373</c:v>
                </c:pt>
                <c:pt idx="851">
                  <c:v>41374</c:v>
                </c:pt>
                <c:pt idx="852">
                  <c:v>41375</c:v>
                </c:pt>
                <c:pt idx="853">
                  <c:v>41376</c:v>
                </c:pt>
                <c:pt idx="854">
                  <c:v>41379</c:v>
                </c:pt>
                <c:pt idx="855">
                  <c:v>41380</c:v>
                </c:pt>
                <c:pt idx="856">
                  <c:v>41381</c:v>
                </c:pt>
                <c:pt idx="857">
                  <c:v>41382</c:v>
                </c:pt>
                <c:pt idx="858">
                  <c:v>41383</c:v>
                </c:pt>
                <c:pt idx="859">
                  <c:v>41386</c:v>
                </c:pt>
                <c:pt idx="860">
                  <c:v>41387</c:v>
                </c:pt>
                <c:pt idx="861" formatCode="ddd\-dd\-mmm\-yy">
                  <c:v>41388</c:v>
                </c:pt>
                <c:pt idx="862" formatCode="ddd\-dd\-mmm\-yy">
                  <c:v>41389</c:v>
                </c:pt>
                <c:pt idx="863" formatCode="ddd\-dd\-mmm\-yy">
                  <c:v>41390</c:v>
                </c:pt>
                <c:pt idx="864" formatCode="ddd\-dd\-mmm\-yy">
                  <c:v>41393</c:v>
                </c:pt>
                <c:pt idx="865" formatCode="ddd\-dd\-mmm\-yy">
                  <c:v>41394</c:v>
                </c:pt>
                <c:pt idx="866" formatCode="ddd\-dd\-mmm\-yy">
                  <c:v>41395</c:v>
                </c:pt>
              </c:numCache>
            </c:numRef>
          </c:cat>
          <c:val>
            <c:numRef>
              <c:f>Sheet1!$D$263:$D$1129</c:f>
              <c:numCache>
                <c:formatCode>General</c:formatCode>
                <c:ptCount val="867"/>
                <c:pt idx="520" formatCode="0_)">
                  <c:v>8658</c:v>
                </c:pt>
                <c:pt idx="521" formatCode="0_)">
                  <c:v>8658</c:v>
                </c:pt>
                <c:pt idx="522" formatCode="0_)">
                  <c:v>8658</c:v>
                </c:pt>
                <c:pt idx="523" formatCode="0_)">
                  <c:v>8658</c:v>
                </c:pt>
                <c:pt idx="524" formatCode="0_)">
                  <c:v>8658</c:v>
                </c:pt>
                <c:pt idx="525" formatCode="0_)">
                  <c:v>8658</c:v>
                </c:pt>
                <c:pt idx="526" formatCode="0_)">
                  <c:v>8658</c:v>
                </c:pt>
                <c:pt idx="527" formatCode="0_)">
                  <c:v>8658</c:v>
                </c:pt>
                <c:pt idx="528" formatCode="0_)">
                  <c:v>8658</c:v>
                </c:pt>
                <c:pt idx="529" formatCode="0_)">
                  <c:v>8658</c:v>
                </c:pt>
                <c:pt idx="530" formatCode="0_)">
                  <c:v>8658</c:v>
                </c:pt>
                <c:pt idx="531" formatCode="0_)">
                  <c:v>8658</c:v>
                </c:pt>
                <c:pt idx="532" formatCode="0_)">
                  <c:v>8658</c:v>
                </c:pt>
                <c:pt idx="533" formatCode="0_)">
                  <c:v>8658</c:v>
                </c:pt>
                <c:pt idx="534" formatCode="0_)">
                  <c:v>8658</c:v>
                </c:pt>
                <c:pt idx="535" formatCode="0_)">
                  <c:v>8658</c:v>
                </c:pt>
                <c:pt idx="536" formatCode="0_)">
                  <c:v>8658</c:v>
                </c:pt>
                <c:pt idx="537" formatCode="0_)">
                  <c:v>8658</c:v>
                </c:pt>
                <c:pt idx="538" formatCode="0_)">
                  <c:v>8658</c:v>
                </c:pt>
                <c:pt idx="539" formatCode="0_)">
                  <c:v>8658</c:v>
                </c:pt>
                <c:pt idx="540" formatCode="0_)">
                  <c:v>8658</c:v>
                </c:pt>
                <c:pt idx="541" formatCode="0_)">
                  <c:v>8658</c:v>
                </c:pt>
                <c:pt idx="542" formatCode="0_)">
                  <c:v>8658</c:v>
                </c:pt>
                <c:pt idx="543" formatCode="0_)">
                  <c:v>8658</c:v>
                </c:pt>
                <c:pt idx="544" formatCode="0_)">
                  <c:v>8658</c:v>
                </c:pt>
                <c:pt idx="545" formatCode="0_)">
                  <c:v>8658</c:v>
                </c:pt>
                <c:pt idx="546" formatCode="0_)">
                  <c:v>8658</c:v>
                </c:pt>
                <c:pt idx="547" formatCode="0_)">
                  <c:v>8658</c:v>
                </c:pt>
                <c:pt idx="548" formatCode="0_)">
                  <c:v>8658</c:v>
                </c:pt>
                <c:pt idx="549" formatCode="0_)">
                  <c:v>8658</c:v>
                </c:pt>
                <c:pt idx="550" formatCode="0_)">
                  <c:v>8658</c:v>
                </c:pt>
                <c:pt idx="551" formatCode="0_)">
                  <c:v>8658</c:v>
                </c:pt>
                <c:pt idx="552" formatCode="0_)">
                  <c:v>8658</c:v>
                </c:pt>
                <c:pt idx="553" formatCode="0_)">
                  <c:v>8658</c:v>
                </c:pt>
                <c:pt idx="554" formatCode="0_)">
                  <c:v>8658</c:v>
                </c:pt>
                <c:pt idx="555" formatCode="0_)">
                  <c:v>8658</c:v>
                </c:pt>
                <c:pt idx="556" formatCode="0_)">
                  <c:v>8658</c:v>
                </c:pt>
                <c:pt idx="557" formatCode="0_)">
                  <c:v>8658</c:v>
                </c:pt>
                <c:pt idx="558" formatCode="0_)">
                  <c:v>8658</c:v>
                </c:pt>
                <c:pt idx="559" formatCode="0_)">
                  <c:v>8658</c:v>
                </c:pt>
                <c:pt idx="560" formatCode="0_)">
                  <c:v>8658</c:v>
                </c:pt>
                <c:pt idx="561" formatCode="0_)">
                  <c:v>8658</c:v>
                </c:pt>
                <c:pt idx="562" formatCode="0_)">
                  <c:v>8658</c:v>
                </c:pt>
                <c:pt idx="563" formatCode="0_)">
                  <c:v>8658</c:v>
                </c:pt>
                <c:pt idx="564" formatCode="0_)">
                  <c:v>8658</c:v>
                </c:pt>
                <c:pt idx="565" formatCode="0_)">
                  <c:v>8658</c:v>
                </c:pt>
                <c:pt idx="566" formatCode="0_)">
                  <c:v>8658</c:v>
                </c:pt>
                <c:pt idx="567" formatCode="0_)">
                  <c:v>8658</c:v>
                </c:pt>
                <c:pt idx="568" formatCode="0_)">
                  <c:v>8658</c:v>
                </c:pt>
                <c:pt idx="569" formatCode="0_)">
                  <c:v>8658</c:v>
                </c:pt>
                <c:pt idx="570" formatCode="0_)">
                  <c:v>8658</c:v>
                </c:pt>
                <c:pt idx="571" formatCode="0_)">
                  <c:v>8658</c:v>
                </c:pt>
                <c:pt idx="572" formatCode="0_)">
                  <c:v>8658</c:v>
                </c:pt>
                <c:pt idx="573" formatCode="0_)">
                  <c:v>8658</c:v>
                </c:pt>
                <c:pt idx="574" formatCode="0_)">
                  <c:v>8658</c:v>
                </c:pt>
                <c:pt idx="575" formatCode="0_)">
                  <c:v>8658</c:v>
                </c:pt>
                <c:pt idx="576" formatCode="0_)">
                  <c:v>8658</c:v>
                </c:pt>
                <c:pt idx="577" formatCode="0_)">
                  <c:v>8658</c:v>
                </c:pt>
                <c:pt idx="578" formatCode="0_)">
                  <c:v>8658</c:v>
                </c:pt>
                <c:pt idx="579" formatCode="0_)">
                  <c:v>8658</c:v>
                </c:pt>
                <c:pt idx="580" formatCode="0_)">
                  <c:v>8658</c:v>
                </c:pt>
                <c:pt idx="581" formatCode="0_)">
                  <c:v>8658</c:v>
                </c:pt>
                <c:pt idx="582" formatCode="0_)">
                  <c:v>8658</c:v>
                </c:pt>
                <c:pt idx="583" formatCode="0_)">
                  <c:v>8658</c:v>
                </c:pt>
                <c:pt idx="584" formatCode="0_)">
                  <c:v>8658</c:v>
                </c:pt>
                <c:pt idx="585" formatCode="0_)">
                  <c:v>8658</c:v>
                </c:pt>
                <c:pt idx="586" formatCode="0_)">
                  <c:v>8658</c:v>
                </c:pt>
                <c:pt idx="587" formatCode="0_)">
                  <c:v>8658</c:v>
                </c:pt>
                <c:pt idx="588" formatCode="0_)">
                  <c:v>8658</c:v>
                </c:pt>
                <c:pt idx="589" formatCode="0_)">
                  <c:v>8658</c:v>
                </c:pt>
                <c:pt idx="590" formatCode="0_)">
                  <c:v>8658</c:v>
                </c:pt>
                <c:pt idx="591" formatCode="0_)">
                  <c:v>8658</c:v>
                </c:pt>
                <c:pt idx="592" formatCode="0_)">
                  <c:v>8658</c:v>
                </c:pt>
                <c:pt idx="593" formatCode="0_)">
                  <c:v>8658</c:v>
                </c:pt>
                <c:pt idx="594" formatCode="0_)">
                  <c:v>8658</c:v>
                </c:pt>
                <c:pt idx="595" formatCode="0_)">
                  <c:v>8658</c:v>
                </c:pt>
                <c:pt idx="596" formatCode="0_)">
                  <c:v>8658</c:v>
                </c:pt>
                <c:pt idx="597" formatCode="0_)">
                  <c:v>8658</c:v>
                </c:pt>
                <c:pt idx="598" formatCode="0_)">
                  <c:v>8658</c:v>
                </c:pt>
                <c:pt idx="599" formatCode="0_)">
                  <c:v>8658</c:v>
                </c:pt>
                <c:pt idx="600" formatCode="0_)">
                  <c:v>8658</c:v>
                </c:pt>
                <c:pt idx="601" formatCode="0_)">
                  <c:v>8658</c:v>
                </c:pt>
                <c:pt idx="602" formatCode="0_)">
                  <c:v>8658</c:v>
                </c:pt>
                <c:pt idx="603" formatCode="0_)">
                  <c:v>8658</c:v>
                </c:pt>
                <c:pt idx="604" formatCode="0_)">
                  <c:v>8658</c:v>
                </c:pt>
                <c:pt idx="605" formatCode="0_)">
                  <c:v>8658</c:v>
                </c:pt>
                <c:pt idx="606" formatCode="0_)">
                  <c:v>8658</c:v>
                </c:pt>
                <c:pt idx="607" formatCode="0_)">
                  <c:v>8658</c:v>
                </c:pt>
                <c:pt idx="608" formatCode="0_)">
                  <c:v>8658</c:v>
                </c:pt>
                <c:pt idx="609" formatCode="0_)">
                  <c:v>8658</c:v>
                </c:pt>
                <c:pt idx="610" formatCode="0_)">
                  <c:v>8658</c:v>
                </c:pt>
                <c:pt idx="611" formatCode="0_)">
                  <c:v>8658</c:v>
                </c:pt>
                <c:pt idx="612" formatCode="0_)">
                  <c:v>8658</c:v>
                </c:pt>
                <c:pt idx="613" formatCode="0_)">
                  <c:v>8658</c:v>
                </c:pt>
                <c:pt idx="614" formatCode="0_)">
                  <c:v>8658</c:v>
                </c:pt>
                <c:pt idx="615" formatCode="0_)">
                  <c:v>8658</c:v>
                </c:pt>
                <c:pt idx="616" formatCode="0_)">
                  <c:v>8658</c:v>
                </c:pt>
                <c:pt idx="617" formatCode="0_)">
                  <c:v>8658</c:v>
                </c:pt>
                <c:pt idx="618" formatCode="0_)">
                  <c:v>8658</c:v>
                </c:pt>
                <c:pt idx="619" formatCode="0_)">
                  <c:v>8658</c:v>
                </c:pt>
                <c:pt idx="620" formatCode="0_)">
                  <c:v>8658</c:v>
                </c:pt>
                <c:pt idx="621" formatCode="0_)">
                  <c:v>8658</c:v>
                </c:pt>
                <c:pt idx="622" formatCode="0_)">
                  <c:v>8658</c:v>
                </c:pt>
                <c:pt idx="623" formatCode="0_)">
                  <c:v>8658</c:v>
                </c:pt>
                <c:pt idx="624" formatCode="0_)">
                  <c:v>8658</c:v>
                </c:pt>
                <c:pt idx="625" formatCode="0_)">
                  <c:v>8658</c:v>
                </c:pt>
                <c:pt idx="626" formatCode="0_)">
                  <c:v>8658</c:v>
                </c:pt>
                <c:pt idx="627" formatCode="0_)">
                  <c:v>8658</c:v>
                </c:pt>
                <c:pt idx="628" formatCode="0_)">
                  <c:v>8658</c:v>
                </c:pt>
                <c:pt idx="629" formatCode="0_)">
                  <c:v>8658</c:v>
                </c:pt>
                <c:pt idx="630" formatCode="0_)">
                  <c:v>8658</c:v>
                </c:pt>
                <c:pt idx="631" formatCode="0_)">
                  <c:v>8658</c:v>
                </c:pt>
                <c:pt idx="632" formatCode="0_)">
                  <c:v>8658</c:v>
                </c:pt>
                <c:pt idx="633" formatCode="0_)">
                  <c:v>8658</c:v>
                </c:pt>
                <c:pt idx="634" formatCode="0_)">
                  <c:v>8658</c:v>
                </c:pt>
                <c:pt idx="635" formatCode="0_)">
                  <c:v>8658</c:v>
                </c:pt>
                <c:pt idx="636" formatCode="0_)">
                  <c:v>8658</c:v>
                </c:pt>
                <c:pt idx="637" formatCode="0_)">
                  <c:v>8658</c:v>
                </c:pt>
                <c:pt idx="638" formatCode="0_)">
                  <c:v>8658</c:v>
                </c:pt>
                <c:pt idx="639" formatCode="0_)">
                  <c:v>8658</c:v>
                </c:pt>
                <c:pt idx="640" formatCode="0_)">
                  <c:v>8658</c:v>
                </c:pt>
                <c:pt idx="641" formatCode="0_)">
                  <c:v>8658</c:v>
                </c:pt>
                <c:pt idx="642" formatCode="0_)">
                  <c:v>8658</c:v>
                </c:pt>
                <c:pt idx="643" formatCode="0_)">
                  <c:v>8658</c:v>
                </c:pt>
                <c:pt idx="644" formatCode="0_)">
                  <c:v>8658</c:v>
                </c:pt>
                <c:pt idx="645" formatCode="0_)">
                  <c:v>8658</c:v>
                </c:pt>
                <c:pt idx="646" formatCode="0_)">
                  <c:v>8658</c:v>
                </c:pt>
                <c:pt idx="647" formatCode="0_)">
                  <c:v>8658</c:v>
                </c:pt>
                <c:pt idx="648" formatCode="0_)">
                  <c:v>8658</c:v>
                </c:pt>
                <c:pt idx="649" formatCode="0_)">
                  <c:v>8658</c:v>
                </c:pt>
                <c:pt idx="650" formatCode="0_)">
                  <c:v>8658</c:v>
                </c:pt>
                <c:pt idx="651" formatCode="0_)">
                  <c:v>8658</c:v>
                </c:pt>
                <c:pt idx="652" formatCode="0_)">
                  <c:v>8658</c:v>
                </c:pt>
                <c:pt idx="653" formatCode="0_)">
                  <c:v>8658</c:v>
                </c:pt>
                <c:pt idx="654" formatCode="0_)">
                  <c:v>8658</c:v>
                </c:pt>
                <c:pt idx="655" formatCode="0_)">
                  <c:v>8658</c:v>
                </c:pt>
                <c:pt idx="656" formatCode="0_)">
                  <c:v>8658</c:v>
                </c:pt>
                <c:pt idx="657" formatCode="0_)">
                  <c:v>8658</c:v>
                </c:pt>
                <c:pt idx="658" formatCode="0_)">
                  <c:v>8658</c:v>
                </c:pt>
                <c:pt idx="659" formatCode="0_)">
                  <c:v>8658</c:v>
                </c:pt>
                <c:pt idx="660" formatCode="0_)">
                  <c:v>8658</c:v>
                </c:pt>
                <c:pt idx="661" formatCode="0_)">
                  <c:v>8658</c:v>
                </c:pt>
                <c:pt idx="662" formatCode="0_)">
                  <c:v>8658</c:v>
                </c:pt>
                <c:pt idx="663" formatCode="0_)">
                  <c:v>8658</c:v>
                </c:pt>
                <c:pt idx="664" formatCode="0_)">
                  <c:v>8658</c:v>
                </c:pt>
                <c:pt idx="665" formatCode="0_)">
                  <c:v>8658</c:v>
                </c:pt>
                <c:pt idx="666" formatCode="0_)">
                  <c:v>8658</c:v>
                </c:pt>
                <c:pt idx="667" formatCode="0_)">
                  <c:v>8658</c:v>
                </c:pt>
                <c:pt idx="668" formatCode="0_)">
                  <c:v>8658</c:v>
                </c:pt>
                <c:pt idx="669" formatCode="0_)">
                  <c:v>8658</c:v>
                </c:pt>
                <c:pt idx="670" formatCode="0_)">
                  <c:v>8658</c:v>
                </c:pt>
                <c:pt idx="671" formatCode="0_)">
                  <c:v>8658</c:v>
                </c:pt>
                <c:pt idx="672" formatCode="0_)">
                  <c:v>8658</c:v>
                </c:pt>
                <c:pt idx="673" formatCode="0_)">
                  <c:v>8658</c:v>
                </c:pt>
                <c:pt idx="674" formatCode="0_)">
                  <c:v>8658</c:v>
                </c:pt>
                <c:pt idx="675" formatCode="0_)">
                  <c:v>8658</c:v>
                </c:pt>
                <c:pt idx="676" formatCode="0_)">
                  <c:v>8658</c:v>
                </c:pt>
                <c:pt idx="677" formatCode="0_)">
                  <c:v>8658</c:v>
                </c:pt>
                <c:pt idx="678" formatCode="0_)">
                  <c:v>8658</c:v>
                </c:pt>
                <c:pt idx="679" formatCode="0_)">
                  <c:v>8658</c:v>
                </c:pt>
                <c:pt idx="680" formatCode="0_)">
                  <c:v>8658</c:v>
                </c:pt>
                <c:pt idx="681" formatCode="0_)">
                  <c:v>8658</c:v>
                </c:pt>
                <c:pt idx="682" formatCode="0_)">
                  <c:v>8658</c:v>
                </c:pt>
                <c:pt idx="683" formatCode="0_)">
                  <c:v>8658</c:v>
                </c:pt>
                <c:pt idx="684" formatCode="0_)">
                  <c:v>8658</c:v>
                </c:pt>
                <c:pt idx="685" formatCode="0_)">
                  <c:v>8658</c:v>
                </c:pt>
                <c:pt idx="686" formatCode="0_)">
                  <c:v>8658</c:v>
                </c:pt>
                <c:pt idx="687" formatCode="0_)">
                  <c:v>8658</c:v>
                </c:pt>
                <c:pt idx="688" formatCode="0_)">
                  <c:v>8658</c:v>
                </c:pt>
                <c:pt idx="689" formatCode="0_)">
                  <c:v>8658</c:v>
                </c:pt>
                <c:pt idx="690" formatCode="0_)">
                  <c:v>8658</c:v>
                </c:pt>
                <c:pt idx="691" formatCode="0_)">
                  <c:v>8658</c:v>
                </c:pt>
                <c:pt idx="692" formatCode="0_)">
                  <c:v>8658</c:v>
                </c:pt>
                <c:pt idx="693" formatCode="0_)">
                  <c:v>8658</c:v>
                </c:pt>
                <c:pt idx="694" formatCode="0_)">
                  <c:v>8658</c:v>
                </c:pt>
                <c:pt idx="695" formatCode="0_)">
                  <c:v>8658</c:v>
                </c:pt>
                <c:pt idx="696" formatCode="0_)">
                  <c:v>8658</c:v>
                </c:pt>
                <c:pt idx="697" formatCode="0_)">
                  <c:v>8658</c:v>
                </c:pt>
                <c:pt idx="698" formatCode="0_)">
                  <c:v>8658</c:v>
                </c:pt>
                <c:pt idx="699" formatCode="0_)">
                  <c:v>8658</c:v>
                </c:pt>
                <c:pt idx="700" formatCode="0_)">
                  <c:v>8658</c:v>
                </c:pt>
                <c:pt idx="701" formatCode="0_)">
                  <c:v>8658</c:v>
                </c:pt>
                <c:pt idx="702" formatCode="0_)">
                  <c:v>8658</c:v>
                </c:pt>
                <c:pt idx="703" formatCode="0_)">
                  <c:v>8658</c:v>
                </c:pt>
                <c:pt idx="704" formatCode="0_)">
                  <c:v>8658</c:v>
                </c:pt>
                <c:pt idx="705" formatCode="0_)">
                  <c:v>8658</c:v>
                </c:pt>
                <c:pt idx="706" formatCode="0_)">
                  <c:v>8658</c:v>
                </c:pt>
                <c:pt idx="707" formatCode="0_)">
                  <c:v>8658</c:v>
                </c:pt>
                <c:pt idx="708" formatCode="0_)">
                  <c:v>8658</c:v>
                </c:pt>
                <c:pt idx="709" formatCode="0_)">
                  <c:v>8658</c:v>
                </c:pt>
                <c:pt idx="710" formatCode="0_)">
                  <c:v>8658</c:v>
                </c:pt>
                <c:pt idx="711" formatCode="0_)">
                  <c:v>8658</c:v>
                </c:pt>
                <c:pt idx="712" formatCode="0_)">
                  <c:v>8658</c:v>
                </c:pt>
                <c:pt idx="713" formatCode="0_)">
                  <c:v>8658</c:v>
                </c:pt>
                <c:pt idx="714" formatCode="0_)">
                  <c:v>8658</c:v>
                </c:pt>
                <c:pt idx="715" formatCode="0_)">
                  <c:v>8658</c:v>
                </c:pt>
                <c:pt idx="716" formatCode="0_)">
                  <c:v>8658</c:v>
                </c:pt>
                <c:pt idx="717" formatCode="0_)">
                  <c:v>8658</c:v>
                </c:pt>
                <c:pt idx="718" formatCode="0_)">
                  <c:v>8658</c:v>
                </c:pt>
                <c:pt idx="719" formatCode="0_)">
                  <c:v>8658</c:v>
                </c:pt>
                <c:pt idx="720" formatCode="0_)">
                  <c:v>8658</c:v>
                </c:pt>
                <c:pt idx="721" formatCode="0_)">
                  <c:v>8658</c:v>
                </c:pt>
                <c:pt idx="722" formatCode="0_)">
                  <c:v>8658</c:v>
                </c:pt>
                <c:pt idx="723" formatCode="0_)">
                  <c:v>8658</c:v>
                </c:pt>
                <c:pt idx="724" formatCode="0_)">
                  <c:v>8658</c:v>
                </c:pt>
                <c:pt idx="725" formatCode="0_)">
                  <c:v>8658</c:v>
                </c:pt>
                <c:pt idx="726" formatCode="0_)">
                  <c:v>8658</c:v>
                </c:pt>
                <c:pt idx="727" formatCode="0_)">
                  <c:v>8658</c:v>
                </c:pt>
                <c:pt idx="728" formatCode="0_)">
                  <c:v>8658</c:v>
                </c:pt>
                <c:pt idx="729" formatCode="0_)">
                  <c:v>8658</c:v>
                </c:pt>
                <c:pt idx="730" formatCode="0_)">
                  <c:v>8658</c:v>
                </c:pt>
                <c:pt idx="731" formatCode="0_)">
                  <c:v>8658</c:v>
                </c:pt>
                <c:pt idx="732" formatCode="0_)">
                  <c:v>8658</c:v>
                </c:pt>
                <c:pt idx="733" formatCode="0_)">
                  <c:v>8658</c:v>
                </c:pt>
                <c:pt idx="734" formatCode="0_)">
                  <c:v>8658</c:v>
                </c:pt>
                <c:pt idx="735" formatCode="0_)">
                  <c:v>8658</c:v>
                </c:pt>
                <c:pt idx="736" formatCode="0_)">
                  <c:v>8658</c:v>
                </c:pt>
                <c:pt idx="737" formatCode="0_)">
                  <c:v>8658</c:v>
                </c:pt>
                <c:pt idx="738" formatCode="0_)">
                  <c:v>8658</c:v>
                </c:pt>
                <c:pt idx="739" formatCode="0_)">
                  <c:v>8658</c:v>
                </c:pt>
                <c:pt idx="740" formatCode="0_)">
                  <c:v>8658</c:v>
                </c:pt>
                <c:pt idx="741" formatCode="0_)">
                  <c:v>8658</c:v>
                </c:pt>
                <c:pt idx="742" formatCode="0_)">
                  <c:v>8658</c:v>
                </c:pt>
                <c:pt idx="743" formatCode="0_)">
                  <c:v>8658</c:v>
                </c:pt>
                <c:pt idx="744" formatCode="0_)">
                  <c:v>8658</c:v>
                </c:pt>
                <c:pt idx="745" formatCode="0_)">
                  <c:v>8658</c:v>
                </c:pt>
                <c:pt idx="746" formatCode="0_)">
                  <c:v>8658</c:v>
                </c:pt>
                <c:pt idx="747" formatCode="0_)">
                  <c:v>8658</c:v>
                </c:pt>
                <c:pt idx="748" formatCode="0_)">
                  <c:v>8658</c:v>
                </c:pt>
                <c:pt idx="749" formatCode="0_)">
                  <c:v>8658</c:v>
                </c:pt>
                <c:pt idx="750" formatCode="0_)">
                  <c:v>8658</c:v>
                </c:pt>
                <c:pt idx="751" formatCode="0_)">
                  <c:v>8658</c:v>
                </c:pt>
                <c:pt idx="752" formatCode="0_)">
                  <c:v>8658</c:v>
                </c:pt>
                <c:pt idx="753" formatCode="0_)">
                  <c:v>8658</c:v>
                </c:pt>
                <c:pt idx="754" formatCode="0_)">
                  <c:v>8658</c:v>
                </c:pt>
                <c:pt idx="755" formatCode="0_)">
                  <c:v>8658</c:v>
                </c:pt>
                <c:pt idx="756" formatCode="0_)">
                  <c:v>8658</c:v>
                </c:pt>
                <c:pt idx="757" formatCode="0_)">
                  <c:v>8658</c:v>
                </c:pt>
                <c:pt idx="758" formatCode="0_)">
                  <c:v>8658</c:v>
                </c:pt>
                <c:pt idx="759" formatCode="0_)">
                  <c:v>8658</c:v>
                </c:pt>
                <c:pt idx="760" formatCode="0_)">
                  <c:v>8658</c:v>
                </c:pt>
                <c:pt idx="761" formatCode="0_)">
                  <c:v>8658</c:v>
                </c:pt>
                <c:pt idx="762" formatCode="0_)">
                  <c:v>8658</c:v>
                </c:pt>
                <c:pt idx="763" formatCode="0_)">
                  <c:v>8658</c:v>
                </c:pt>
                <c:pt idx="764" formatCode="0_)">
                  <c:v>8658</c:v>
                </c:pt>
                <c:pt idx="765" formatCode="0_)">
                  <c:v>8658</c:v>
                </c:pt>
                <c:pt idx="766" formatCode="0_)">
                  <c:v>8658</c:v>
                </c:pt>
                <c:pt idx="767" formatCode="0_)">
                  <c:v>8658</c:v>
                </c:pt>
                <c:pt idx="768" formatCode="0_)">
                  <c:v>8658</c:v>
                </c:pt>
                <c:pt idx="769" formatCode="0_)">
                  <c:v>8658</c:v>
                </c:pt>
                <c:pt idx="770" formatCode="0_)">
                  <c:v>8658</c:v>
                </c:pt>
                <c:pt idx="771" formatCode="0_)">
                  <c:v>8658</c:v>
                </c:pt>
                <c:pt idx="772" formatCode="0_)">
                  <c:v>8658</c:v>
                </c:pt>
                <c:pt idx="773" formatCode="0_)">
                  <c:v>8658</c:v>
                </c:pt>
                <c:pt idx="774" formatCode="0_)">
                  <c:v>8658</c:v>
                </c:pt>
                <c:pt idx="775" formatCode="0_)">
                  <c:v>8658</c:v>
                </c:pt>
                <c:pt idx="776" formatCode="0_)">
                  <c:v>8658</c:v>
                </c:pt>
                <c:pt idx="777" formatCode="0_)">
                  <c:v>8658</c:v>
                </c:pt>
                <c:pt idx="778" formatCode="0_)">
                  <c:v>8658</c:v>
                </c:pt>
                <c:pt idx="779" formatCode="0_)">
                  <c:v>8658</c:v>
                </c:pt>
                <c:pt idx="780" formatCode="0_)">
                  <c:v>8658</c:v>
                </c:pt>
                <c:pt idx="781" formatCode="0_)">
                  <c:v>8658</c:v>
                </c:pt>
                <c:pt idx="782" formatCode="0_)">
                  <c:v>8658</c:v>
                </c:pt>
                <c:pt idx="783" formatCode="0_)">
                  <c:v>8658</c:v>
                </c:pt>
                <c:pt idx="784" formatCode="0_)">
                  <c:v>8658</c:v>
                </c:pt>
                <c:pt idx="785" formatCode="0_)">
                  <c:v>8658</c:v>
                </c:pt>
                <c:pt idx="786" formatCode="0_)">
                  <c:v>8658</c:v>
                </c:pt>
                <c:pt idx="787" formatCode="0_)">
                  <c:v>8658</c:v>
                </c:pt>
                <c:pt idx="788" formatCode="0_)">
                  <c:v>8658</c:v>
                </c:pt>
                <c:pt idx="789" formatCode="0_)">
                  <c:v>8658</c:v>
                </c:pt>
                <c:pt idx="790" formatCode="0_)">
                  <c:v>8658</c:v>
                </c:pt>
                <c:pt idx="791" formatCode="0_)">
                  <c:v>8658</c:v>
                </c:pt>
                <c:pt idx="792" formatCode="0_)">
                  <c:v>8658</c:v>
                </c:pt>
                <c:pt idx="793" formatCode="0_)">
                  <c:v>8658</c:v>
                </c:pt>
                <c:pt idx="794" formatCode="0_)">
                  <c:v>8658</c:v>
                </c:pt>
                <c:pt idx="795" formatCode="0_)">
                  <c:v>8658</c:v>
                </c:pt>
                <c:pt idx="796" formatCode="0_)">
                  <c:v>8658</c:v>
                </c:pt>
                <c:pt idx="797" formatCode="0_)">
                  <c:v>8658</c:v>
                </c:pt>
                <c:pt idx="798" formatCode="0_)">
                  <c:v>8658</c:v>
                </c:pt>
                <c:pt idx="799" formatCode="0_)">
                  <c:v>8658</c:v>
                </c:pt>
                <c:pt idx="800" formatCode="0_)">
                  <c:v>8658</c:v>
                </c:pt>
                <c:pt idx="801" formatCode="0_)">
                  <c:v>8658</c:v>
                </c:pt>
                <c:pt idx="802" formatCode="0_)">
                  <c:v>8658</c:v>
                </c:pt>
                <c:pt idx="803" formatCode="0_)">
                  <c:v>8658</c:v>
                </c:pt>
                <c:pt idx="804" formatCode="0_)">
                  <c:v>8658</c:v>
                </c:pt>
                <c:pt idx="805" formatCode="0_)">
                  <c:v>8658</c:v>
                </c:pt>
                <c:pt idx="806" formatCode="0_)">
                  <c:v>8658</c:v>
                </c:pt>
                <c:pt idx="807" formatCode="0_)">
                  <c:v>8658</c:v>
                </c:pt>
                <c:pt idx="808" formatCode="0_)">
                  <c:v>8658</c:v>
                </c:pt>
                <c:pt idx="809" formatCode="0_)">
                  <c:v>8658</c:v>
                </c:pt>
                <c:pt idx="810" formatCode="0_)">
                  <c:v>8658</c:v>
                </c:pt>
                <c:pt idx="811" formatCode="0_)">
                  <c:v>8658</c:v>
                </c:pt>
                <c:pt idx="812" formatCode="0_)">
                  <c:v>8658</c:v>
                </c:pt>
                <c:pt idx="813" formatCode="0_)">
                  <c:v>8658</c:v>
                </c:pt>
                <c:pt idx="814" formatCode="0_)">
                  <c:v>8658</c:v>
                </c:pt>
                <c:pt idx="815" formatCode="0_)">
                  <c:v>8658</c:v>
                </c:pt>
                <c:pt idx="816" formatCode="0_)">
                  <c:v>8658</c:v>
                </c:pt>
                <c:pt idx="817" formatCode="0_)">
                  <c:v>8658</c:v>
                </c:pt>
                <c:pt idx="818" formatCode="0_)">
                  <c:v>8658</c:v>
                </c:pt>
                <c:pt idx="819" formatCode="0_)">
                  <c:v>8658</c:v>
                </c:pt>
                <c:pt idx="820" formatCode="0_)">
                  <c:v>8658</c:v>
                </c:pt>
                <c:pt idx="821" formatCode="0_)">
                  <c:v>8658</c:v>
                </c:pt>
                <c:pt idx="822" formatCode="0_)">
                  <c:v>8658</c:v>
                </c:pt>
                <c:pt idx="823" formatCode="0_)">
                  <c:v>8658</c:v>
                </c:pt>
                <c:pt idx="824" formatCode="0_)">
                  <c:v>8658</c:v>
                </c:pt>
                <c:pt idx="825" formatCode="0_)">
                  <c:v>8658</c:v>
                </c:pt>
                <c:pt idx="826" formatCode="0_)">
                  <c:v>8658</c:v>
                </c:pt>
                <c:pt idx="827" formatCode="0_)">
                  <c:v>8658</c:v>
                </c:pt>
                <c:pt idx="828" formatCode="0_)">
                  <c:v>8658</c:v>
                </c:pt>
                <c:pt idx="829" formatCode="0_)">
                  <c:v>8658</c:v>
                </c:pt>
                <c:pt idx="830" formatCode="0_)">
                  <c:v>8658</c:v>
                </c:pt>
                <c:pt idx="831" formatCode="0_)">
                  <c:v>8658</c:v>
                </c:pt>
                <c:pt idx="832" formatCode="0_)">
                  <c:v>8658</c:v>
                </c:pt>
                <c:pt idx="833" formatCode="0_)">
                  <c:v>8658</c:v>
                </c:pt>
                <c:pt idx="834" formatCode="0_)">
                  <c:v>8658</c:v>
                </c:pt>
                <c:pt idx="835" formatCode="0_)">
                  <c:v>8658</c:v>
                </c:pt>
                <c:pt idx="836" formatCode="0_)">
                  <c:v>8658</c:v>
                </c:pt>
                <c:pt idx="837" formatCode="0_)">
                  <c:v>8658</c:v>
                </c:pt>
                <c:pt idx="838" formatCode="0_)">
                  <c:v>8658</c:v>
                </c:pt>
                <c:pt idx="839" formatCode="0_)">
                  <c:v>8658</c:v>
                </c:pt>
                <c:pt idx="840" formatCode="0_)">
                  <c:v>8658</c:v>
                </c:pt>
                <c:pt idx="841" formatCode="0_)">
                  <c:v>8658</c:v>
                </c:pt>
                <c:pt idx="842" formatCode="0_)">
                  <c:v>8658</c:v>
                </c:pt>
                <c:pt idx="843" formatCode="0_)">
                  <c:v>8658</c:v>
                </c:pt>
                <c:pt idx="844" formatCode="0_)">
                  <c:v>8658</c:v>
                </c:pt>
                <c:pt idx="845" formatCode="0_)">
                  <c:v>8658</c:v>
                </c:pt>
                <c:pt idx="846" formatCode="0_)">
                  <c:v>8658</c:v>
                </c:pt>
                <c:pt idx="847" formatCode="0_)">
                  <c:v>8658</c:v>
                </c:pt>
                <c:pt idx="848" formatCode="0_)">
                  <c:v>8658</c:v>
                </c:pt>
                <c:pt idx="849" formatCode="0_)">
                  <c:v>8658</c:v>
                </c:pt>
                <c:pt idx="850" formatCode="0_)">
                  <c:v>8658</c:v>
                </c:pt>
                <c:pt idx="851" formatCode="0_)">
                  <c:v>8658</c:v>
                </c:pt>
                <c:pt idx="852" formatCode="0_)">
                  <c:v>8658</c:v>
                </c:pt>
                <c:pt idx="853" formatCode="0_)">
                  <c:v>8658</c:v>
                </c:pt>
                <c:pt idx="854" formatCode="0_)">
                  <c:v>8658</c:v>
                </c:pt>
                <c:pt idx="855" formatCode="0_)">
                  <c:v>8658</c:v>
                </c:pt>
                <c:pt idx="856" formatCode="0_)">
                  <c:v>8658</c:v>
                </c:pt>
                <c:pt idx="857" formatCode="0_)">
                  <c:v>8658</c:v>
                </c:pt>
                <c:pt idx="858" formatCode="0_)">
                  <c:v>8658</c:v>
                </c:pt>
                <c:pt idx="859" formatCode="0_)">
                  <c:v>8658</c:v>
                </c:pt>
                <c:pt idx="860" formatCode="0_)">
                  <c:v>8658</c:v>
                </c:pt>
                <c:pt idx="861" formatCode="0_)">
                  <c:v>8658</c:v>
                </c:pt>
                <c:pt idx="862" formatCode="0_)">
                  <c:v>8658</c:v>
                </c:pt>
                <c:pt idx="863" formatCode="0_)">
                  <c:v>8658</c:v>
                </c:pt>
                <c:pt idx="864" formatCode="0_)">
                  <c:v>8658</c:v>
                </c:pt>
                <c:pt idx="865" formatCode="0_)">
                  <c:v>8658</c:v>
                </c:pt>
                <c:pt idx="866" formatCode="0_)">
                  <c:v>8658</c:v>
                </c:pt>
              </c:numCache>
            </c:numRef>
          </c:val>
        </c:ser>
        <c:ser>
          <c:idx val="2"/>
          <c:order val="2"/>
          <c:spPr>
            <a:ln w="19050">
              <a:solidFill>
                <a:srgbClr val="C00000"/>
              </a:solidFill>
              <a:prstDash val="sysDash"/>
            </a:ln>
          </c:spPr>
          <c:marker>
            <c:symbol val="none"/>
          </c:marker>
          <c:cat>
            <c:numRef>
              <c:f>Sheet1!$A$263:$A$1129</c:f>
              <c:numCache>
                <c:formatCode>mmm/yy</c:formatCode>
                <c:ptCount val="867"/>
                <c:pt idx="0">
                  <c:v>40182</c:v>
                </c:pt>
                <c:pt idx="1">
                  <c:v>40183</c:v>
                </c:pt>
                <c:pt idx="2">
                  <c:v>40184</c:v>
                </c:pt>
                <c:pt idx="3">
                  <c:v>40185</c:v>
                </c:pt>
                <c:pt idx="4">
                  <c:v>40186</c:v>
                </c:pt>
                <c:pt idx="5">
                  <c:v>40189</c:v>
                </c:pt>
                <c:pt idx="6">
                  <c:v>40190</c:v>
                </c:pt>
                <c:pt idx="7">
                  <c:v>40191</c:v>
                </c:pt>
                <c:pt idx="8">
                  <c:v>40192</c:v>
                </c:pt>
                <c:pt idx="9">
                  <c:v>40193</c:v>
                </c:pt>
                <c:pt idx="10">
                  <c:v>40196</c:v>
                </c:pt>
                <c:pt idx="11">
                  <c:v>40197</c:v>
                </c:pt>
                <c:pt idx="12">
                  <c:v>40198</c:v>
                </c:pt>
                <c:pt idx="13">
                  <c:v>40199</c:v>
                </c:pt>
                <c:pt idx="14">
                  <c:v>40200</c:v>
                </c:pt>
                <c:pt idx="15">
                  <c:v>40203</c:v>
                </c:pt>
                <c:pt idx="16">
                  <c:v>40204</c:v>
                </c:pt>
                <c:pt idx="17">
                  <c:v>40205</c:v>
                </c:pt>
                <c:pt idx="18">
                  <c:v>40206</c:v>
                </c:pt>
                <c:pt idx="19">
                  <c:v>40207</c:v>
                </c:pt>
                <c:pt idx="20">
                  <c:v>40210</c:v>
                </c:pt>
                <c:pt idx="21">
                  <c:v>40211</c:v>
                </c:pt>
                <c:pt idx="22">
                  <c:v>40212</c:v>
                </c:pt>
                <c:pt idx="23">
                  <c:v>40213</c:v>
                </c:pt>
                <c:pt idx="24">
                  <c:v>40214</c:v>
                </c:pt>
                <c:pt idx="25">
                  <c:v>40217</c:v>
                </c:pt>
                <c:pt idx="26">
                  <c:v>40218</c:v>
                </c:pt>
                <c:pt idx="27">
                  <c:v>40219</c:v>
                </c:pt>
                <c:pt idx="28">
                  <c:v>40220</c:v>
                </c:pt>
                <c:pt idx="29">
                  <c:v>40221</c:v>
                </c:pt>
                <c:pt idx="30">
                  <c:v>40224</c:v>
                </c:pt>
                <c:pt idx="31">
                  <c:v>40225</c:v>
                </c:pt>
                <c:pt idx="32">
                  <c:v>40226</c:v>
                </c:pt>
                <c:pt idx="33">
                  <c:v>40227</c:v>
                </c:pt>
                <c:pt idx="34">
                  <c:v>40228</c:v>
                </c:pt>
                <c:pt idx="35">
                  <c:v>40231</c:v>
                </c:pt>
                <c:pt idx="36">
                  <c:v>40232</c:v>
                </c:pt>
                <c:pt idx="37">
                  <c:v>40233</c:v>
                </c:pt>
                <c:pt idx="38">
                  <c:v>40234</c:v>
                </c:pt>
                <c:pt idx="39">
                  <c:v>40235</c:v>
                </c:pt>
                <c:pt idx="40">
                  <c:v>40238</c:v>
                </c:pt>
                <c:pt idx="41">
                  <c:v>40239</c:v>
                </c:pt>
                <c:pt idx="42">
                  <c:v>40240</c:v>
                </c:pt>
                <c:pt idx="43">
                  <c:v>40241</c:v>
                </c:pt>
                <c:pt idx="44">
                  <c:v>40242</c:v>
                </c:pt>
                <c:pt idx="45">
                  <c:v>40245</c:v>
                </c:pt>
                <c:pt idx="46">
                  <c:v>40246</c:v>
                </c:pt>
                <c:pt idx="47">
                  <c:v>40247</c:v>
                </c:pt>
                <c:pt idx="48">
                  <c:v>40248</c:v>
                </c:pt>
                <c:pt idx="49">
                  <c:v>40249</c:v>
                </c:pt>
                <c:pt idx="50">
                  <c:v>40252</c:v>
                </c:pt>
                <c:pt idx="51">
                  <c:v>40253</c:v>
                </c:pt>
                <c:pt idx="52">
                  <c:v>40254</c:v>
                </c:pt>
                <c:pt idx="53">
                  <c:v>40255</c:v>
                </c:pt>
                <c:pt idx="54">
                  <c:v>40256</c:v>
                </c:pt>
                <c:pt idx="55">
                  <c:v>40259</c:v>
                </c:pt>
                <c:pt idx="56">
                  <c:v>40260</c:v>
                </c:pt>
                <c:pt idx="57">
                  <c:v>40261</c:v>
                </c:pt>
                <c:pt idx="58">
                  <c:v>40262</c:v>
                </c:pt>
                <c:pt idx="59">
                  <c:v>40263</c:v>
                </c:pt>
                <c:pt idx="60">
                  <c:v>40266</c:v>
                </c:pt>
                <c:pt idx="61">
                  <c:v>40267</c:v>
                </c:pt>
                <c:pt idx="62">
                  <c:v>40268</c:v>
                </c:pt>
                <c:pt idx="63">
                  <c:v>40269</c:v>
                </c:pt>
                <c:pt idx="64">
                  <c:v>40270</c:v>
                </c:pt>
                <c:pt idx="65">
                  <c:v>40273</c:v>
                </c:pt>
                <c:pt idx="66">
                  <c:v>40274</c:v>
                </c:pt>
                <c:pt idx="67">
                  <c:v>40275</c:v>
                </c:pt>
                <c:pt idx="68">
                  <c:v>40276</c:v>
                </c:pt>
                <c:pt idx="69">
                  <c:v>40277</c:v>
                </c:pt>
                <c:pt idx="70">
                  <c:v>40280</c:v>
                </c:pt>
                <c:pt idx="71">
                  <c:v>40281</c:v>
                </c:pt>
                <c:pt idx="72">
                  <c:v>40282</c:v>
                </c:pt>
                <c:pt idx="73">
                  <c:v>40283</c:v>
                </c:pt>
                <c:pt idx="74">
                  <c:v>40284</c:v>
                </c:pt>
                <c:pt idx="75">
                  <c:v>40287</c:v>
                </c:pt>
                <c:pt idx="76">
                  <c:v>40288</c:v>
                </c:pt>
                <c:pt idx="77">
                  <c:v>40289</c:v>
                </c:pt>
                <c:pt idx="78">
                  <c:v>40290</c:v>
                </c:pt>
                <c:pt idx="79">
                  <c:v>40291</c:v>
                </c:pt>
                <c:pt idx="80">
                  <c:v>40294</c:v>
                </c:pt>
                <c:pt idx="81">
                  <c:v>40295</c:v>
                </c:pt>
                <c:pt idx="82">
                  <c:v>40296</c:v>
                </c:pt>
                <c:pt idx="83">
                  <c:v>40297</c:v>
                </c:pt>
                <c:pt idx="84">
                  <c:v>40298</c:v>
                </c:pt>
                <c:pt idx="85">
                  <c:v>40301</c:v>
                </c:pt>
                <c:pt idx="86">
                  <c:v>40302</c:v>
                </c:pt>
                <c:pt idx="87">
                  <c:v>40303</c:v>
                </c:pt>
                <c:pt idx="88">
                  <c:v>40304</c:v>
                </c:pt>
                <c:pt idx="89">
                  <c:v>40305</c:v>
                </c:pt>
                <c:pt idx="90">
                  <c:v>40308</c:v>
                </c:pt>
                <c:pt idx="91">
                  <c:v>40309</c:v>
                </c:pt>
                <c:pt idx="92">
                  <c:v>40310</c:v>
                </c:pt>
                <c:pt idx="93">
                  <c:v>40311</c:v>
                </c:pt>
                <c:pt idx="94">
                  <c:v>40312</c:v>
                </c:pt>
                <c:pt idx="95">
                  <c:v>40315</c:v>
                </c:pt>
                <c:pt idx="96">
                  <c:v>40316</c:v>
                </c:pt>
                <c:pt idx="97">
                  <c:v>40317</c:v>
                </c:pt>
                <c:pt idx="98">
                  <c:v>40318</c:v>
                </c:pt>
                <c:pt idx="99">
                  <c:v>40319</c:v>
                </c:pt>
                <c:pt idx="100">
                  <c:v>40322</c:v>
                </c:pt>
                <c:pt idx="101">
                  <c:v>40323</c:v>
                </c:pt>
                <c:pt idx="102">
                  <c:v>40324</c:v>
                </c:pt>
                <c:pt idx="103">
                  <c:v>40325</c:v>
                </c:pt>
                <c:pt idx="104">
                  <c:v>40326</c:v>
                </c:pt>
                <c:pt idx="105">
                  <c:v>40329</c:v>
                </c:pt>
                <c:pt idx="106">
                  <c:v>40330</c:v>
                </c:pt>
                <c:pt idx="107">
                  <c:v>40331</c:v>
                </c:pt>
                <c:pt idx="108">
                  <c:v>40332</c:v>
                </c:pt>
                <c:pt idx="109">
                  <c:v>40333</c:v>
                </c:pt>
                <c:pt idx="110">
                  <c:v>40336</c:v>
                </c:pt>
                <c:pt idx="111">
                  <c:v>40337</c:v>
                </c:pt>
                <c:pt idx="112">
                  <c:v>40338</c:v>
                </c:pt>
                <c:pt idx="113">
                  <c:v>40339</c:v>
                </c:pt>
                <c:pt idx="114">
                  <c:v>40340</c:v>
                </c:pt>
                <c:pt idx="115">
                  <c:v>40343</c:v>
                </c:pt>
                <c:pt idx="116">
                  <c:v>40344</c:v>
                </c:pt>
                <c:pt idx="117">
                  <c:v>40345</c:v>
                </c:pt>
                <c:pt idx="118">
                  <c:v>40346</c:v>
                </c:pt>
                <c:pt idx="119">
                  <c:v>40347</c:v>
                </c:pt>
                <c:pt idx="120">
                  <c:v>40350</c:v>
                </c:pt>
                <c:pt idx="121">
                  <c:v>40351</c:v>
                </c:pt>
                <c:pt idx="122">
                  <c:v>40352</c:v>
                </c:pt>
                <c:pt idx="123">
                  <c:v>40353</c:v>
                </c:pt>
                <c:pt idx="124">
                  <c:v>40354</c:v>
                </c:pt>
                <c:pt idx="125">
                  <c:v>40357</c:v>
                </c:pt>
                <c:pt idx="126">
                  <c:v>40358</c:v>
                </c:pt>
                <c:pt idx="127">
                  <c:v>40359</c:v>
                </c:pt>
                <c:pt idx="128">
                  <c:v>40360</c:v>
                </c:pt>
                <c:pt idx="129">
                  <c:v>40361</c:v>
                </c:pt>
                <c:pt idx="130">
                  <c:v>40364</c:v>
                </c:pt>
                <c:pt idx="131">
                  <c:v>40365</c:v>
                </c:pt>
                <c:pt idx="132">
                  <c:v>40366</c:v>
                </c:pt>
                <c:pt idx="133">
                  <c:v>40367</c:v>
                </c:pt>
                <c:pt idx="134">
                  <c:v>40368</c:v>
                </c:pt>
                <c:pt idx="135">
                  <c:v>40371</c:v>
                </c:pt>
                <c:pt idx="136">
                  <c:v>40372</c:v>
                </c:pt>
                <c:pt idx="137">
                  <c:v>40373</c:v>
                </c:pt>
                <c:pt idx="138">
                  <c:v>40374</c:v>
                </c:pt>
                <c:pt idx="139">
                  <c:v>40375</c:v>
                </c:pt>
                <c:pt idx="140">
                  <c:v>40378</c:v>
                </c:pt>
                <c:pt idx="141">
                  <c:v>40379</c:v>
                </c:pt>
                <c:pt idx="142">
                  <c:v>40380</c:v>
                </c:pt>
                <c:pt idx="143">
                  <c:v>40381</c:v>
                </c:pt>
                <c:pt idx="144">
                  <c:v>40382</c:v>
                </c:pt>
                <c:pt idx="145">
                  <c:v>40385</c:v>
                </c:pt>
                <c:pt idx="146">
                  <c:v>40386</c:v>
                </c:pt>
                <c:pt idx="147">
                  <c:v>40387</c:v>
                </c:pt>
                <c:pt idx="148">
                  <c:v>40388</c:v>
                </c:pt>
                <c:pt idx="149">
                  <c:v>40389</c:v>
                </c:pt>
                <c:pt idx="150">
                  <c:v>40392</c:v>
                </c:pt>
                <c:pt idx="151">
                  <c:v>40393</c:v>
                </c:pt>
                <c:pt idx="152">
                  <c:v>40394</c:v>
                </c:pt>
                <c:pt idx="153">
                  <c:v>40395</c:v>
                </c:pt>
                <c:pt idx="154">
                  <c:v>40396</c:v>
                </c:pt>
                <c:pt idx="155">
                  <c:v>40399</c:v>
                </c:pt>
                <c:pt idx="156">
                  <c:v>40400</c:v>
                </c:pt>
                <c:pt idx="157">
                  <c:v>40401</c:v>
                </c:pt>
                <c:pt idx="158">
                  <c:v>40402</c:v>
                </c:pt>
                <c:pt idx="159">
                  <c:v>40403</c:v>
                </c:pt>
                <c:pt idx="160">
                  <c:v>40406</c:v>
                </c:pt>
                <c:pt idx="161">
                  <c:v>40407</c:v>
                </c:pt>
                <c:pt idx="162">
                  <c:v>40408</c:v>
                </c:pt>
                <c:pt idx="163">
                  <c:v>40409</c:v>
                </c:pt>
                <c:pt idx="164">
                  <c:v>40410</c:v>
                </c:pt>
                <c:pt idx="165">
                  <c:v>40413</c:v>
                </c:pt>
                <c:pt idx="166">
                  <c:v>40414</c:v>
                </c:pt>
                <c:pt idx="167">
                  <c:v>40415</c:v>
                </c:pt>
                <c:pt idx="168">
                  <c:v>40416</c:v>
                </c:pt>
                <c:pt idx="169">
                  <c:v>40417</c:v>
                </c:pt>
                <c:pt idx="170">
                  <c:v>40420</c:v>
                </c:pt>
                <c:pt idx="171">
                  <c:v>40421</c:v>
                </c:pt>
                <c:pt idx="172">
                  <c:v>40422</c:v>
                </c:pt>
                <c:pt idx="173">
                  <c:v>40423</c:v>
                </c:pt>
                <c:pt idx="174">
                  <c:v>40424</c:v>
                </c:pt>
                <c:pt idx="175">
                  <c:v>40427</c:v>
                </c:pt>
                <c:pt idx="176">
                  <c:v>40428</c:v>
                </c:pt>
                <c:pt idx="177">
                  <c:v>40429</c:v>
                </c:pt>
                <c:pt idx="178">
                  <c:v>40430</c:v>
                </c:pt>
                <c:pt idx="179">
                  <c:v>40431</c:v>
                </c:pt>
                <c:pt idx="180">
                  <c:v>40434</c:v>
                </c:pt>
                <c:pt idx="181">
                  <c:v>40435</c:v>
                </c:pt>
                <c:pt idx="182">
                  <c:v>40436</c:v>
                </c:pt>
                <c:pt idx="183">
                  <c:v>40437</c:v>
                </c:pt>
                <c:pt idx="184">
                  <c:v>40438</c:v>
                </c:pt>
                <c:pt idx="185">
                  <c:v>40441</c:v>
                </c:pt>
                <c:pt idx="186">
                  <c:v>40442</c:v>
                </c:pt>
                <c:pt idx="187">
                  <c:v>40443</c:v>
                </c:pt>
                <c:pt idx="188">
                  <c:v>40444</c:v>
                </c:pt>
                <c:pt idx="189">
                  <c:v>40445</c:v>
                </c:pt>
                <c:pt idx="190">
                  <c:v>40448</c:v>
                </c:pt>
                <c:pt idx="191">
                  <c:v>40449</c:v>
                </c:pt>
                <c:pt idx="192">
                  <c:v>40450</c:v>
                </c:pt>
                <c:pt idx="193">
                  <c:v>40451</c:v>
                </c:pt>
                <c:pt idx="194">
                  <c:v>40452</c:v>
                </c:pt>
                <c:pt idx="195">
                  <c:v>40455</c:v>
                </c:pt>
                <c:pt idx="196">
                  <c:v>40456</c:v>
                </c:pt>
                <c:pt idx="197">
                  <c:v>40457</c:v>
                </c:pt>
                <c:pt idx="198">
                  <c:v>40458</c:v>
                </c:pt>
                <c:pt idx="199">
                  <c:v>40459</c:v>
                </c:pt>
                <c:pt idx="200">
                  <c:v>40462</c:v>
                </c:pt>
                <c:pt idx="201">
                  <c:v>40463</c:v>
                </c:pt>
                <c:pt idx="202">
                  <c:v>40464</c:v>
                </c:pt>
                <c:pt idx="203">
                  <c:v>40465</c:v>
                </c:pt>
                <c:pt idx="204">
                  <c:v>40466</c:v>
                </c:pt>
                <c:pt idx="205">
                  <c:v>40469</c:v>
                </c:pt>
                <c:pt idx="206">
                  <c:v>40470</c:v>
                </c:pt>
                <c:pt idx="207">
                  <c:v>40471</c:v>
                </c:pt>
                <c:pt idx="208">
                  <c:v>40472</c:v>
                </c:pt>
                <c:pt idx="209">
                  <c:v>40473</c:v>
                </c:pt>
                <c:pt idx="210">
                  <c:v>40476</c:v>
                </c:pt>
                <c:pt idx="211">
                  <c:v>40477</c:v>
                </c:pt>
                <c:pt idx="212">
                  <c:v>40478</c:v>
                </c:pt>
                <c:pt idx="213">
                  <c:v>40479</c:v>
                </c:pt>
                <c:pt idx="214">
                  <c:v>40480</c:v>
                </c:pt>
                <c:pt idx="215">
                  <c:v>40483</c:v>
                </c:pt>
                <c:pt idx="216">
                  <c:v>40484</c:v>
                </c:pt>
                <c:pt idx="217">
                  <c:v>40485</c:v>
                </c:pt>
                <c:pt idx="218">
                  <c:v>40486</c:v>
                </c:pt>
                <c:pt idx="219">
                  <c:v>40487</c:v>
                </c:pt>
                <c:pt idx="220">
                  <c:v>40490</c:v>
                </c:pt>
                <c:pt idx="221">
                  <c:v>40491</c:v>
                </c:pt>
                <c:pt idx="222">
                  <c:v>40492</c:v>
                </c:pt>
                <c:pt idx="223">
                  <c:v>40493</c:v>
                </c:pt>
                <c:pt idx="224">
                  <c:v>40494</c:v>
                </c:pt>
                <c:pt idx="225">
                  <c:v>40497</c:v>
                </c:pt>
                <c:pt idx="226">
                  <c:v>40498</c:v>
                </c:pt>
                <c:pt idx="227">
                  <c:v>40499</c:v>
                </c:pt>
                <c:pt idx="228">
                  <c:v>40500</c:v>
                </c:pt>
                <c:pt idx="229">
                  <c:v>40501</c:v>
                </c:pt>
                <c:pt idx="230">
                  <c:v>40504</c:v>
                </c:pt>
                <c:pt idx="231">
                  <c:v>40505</c:v>
                </c:pt>
                <c:pt idx="232">
                  <c:v>40506</c:v>
                </c:pt>
                <c:pt idx="233">
                  <c:v>40507</c:v>
                </c:pt>
                <c:pt idx="234">
                  <c:v>40508</c:v>
                </c:pt>
                <c:pt idx="235">
                  <c:v>40511</c:v>
                </c:pt>
                <c:pt idx="236">
                  <c:v>40512</c:v>
                </c:pt>
                <c:pt idx="237">
                  <c:v>40513</c:v>
                </c:pt>
                <c:pt idx="238">
                  <c:v>40514</c:v>
                </c:pt>
                <c:pt idx="239">
                  <c:v>40515</c:v>
                </c:pt>
                <c:pt idx="240">
                  <c:v>40518</c:v>
                </c:pt>
                <c:pt idx="241">
                  <c:v>40519</c:v>
                </c:pt>
                <c:pt idx="242">
                  <c:v>40520</c:v>
                </c:pt>
                <c:pt idx="243">
                  <c:v>40521</c:v>
                </c:pt>
                <c:pt idx="244">
                  <c:v>40522</c:v>
                </c:pt>
                <c:pt idx="245">
                  <c:v>40525</c:v>
                </c:pt>
                <c:pt idx="246">
                  <c:v>40526</c:v>
                </c:pt>
                <c:pt idx="247">
                  <c:v>40527</c:v>
                </c:pt>
                <c:pt idx="248">
                  <c:v>40528</c:v>
                </c:pt>
                <c:pt idx="249">
                  <c:v>40529</c:v>
                </c:pt>
                <c:pt idx="250">
                  <c:v>40532</c:v>
                </c:pt>
                <c:pt idx="251">
                  <c:v>40533</c:v>
                </c:pt>
                <c:pt idx="252">
                  <c:v>40534</c:v>
                </c:pt>
                <c:pt idx="253">
                  <c:v>40535</c:v>
                </c:pt>
                <c:pt idx="254">
                  <c:v>40536</c:v>
                </c:pt>
                <c:pt idx="255">
                  <c:v>40539</c:v>
                </c:pt>
                <c:pt idx="256">
                  <c:v>40540</c:v>
                </c:pt>
                <c:pt idx="257">
                  <c:v>40541</c:v>
                </c:pt>
                <c:pt idx="258">
                  <c:v>40542</c:v>
                </c:pt>
                <c:pt idx="259">
                  <c:v>40543</c:v>
                </c:pt>
                <c:pt idx="260">
                  <c:v>40546</c:v>
                </c:pt>
                <c:pt idx="261">
                  <c:v>40547</c:v>
                </c:pt>
                <c:pt idx="262">
                  <c:v>40548</c:v>
                </c:pt>
                <c:pt idx="263">
                  <c:v>40549</c:v>
                </c:pt>
                <c:pt idx="264">
                  <c:v>40550</c:v>
                </c:pt>
                <c:pt idx="265">
                  <c:v>40553</c:v>
                </c:pt>
                <c:pt idx="266">
                  <c:v>40554</c:v>
                </c:pt>
                <c:pt idx="267">
                  <c:v>40555</c:v>
                </c:pt>
                <c:pt idx="268">
                  <c:v>40556</c:v>
                </c:pt>
                <c:pt idx="269">
                  <c:v>40557</c:v>
                </c:pt>
                <c:pt idx="270">
                  <c:v>40560</c:v>
                </c:pt>
                <c:pt idx="271">
                  <c:v>40561</c:v>
                </c:pt>
                <c:pt idx="272">
                  <c:v>40562</c:v>
                </c:pt>
                <c:pt idx="273">
                  <c:v>40563</c:v>
                </c:pt>
                <c:pt idx="274">
                  <c:v>40564</c:v>
                </c:pt>
                <c:pt idx="275">
                  <c:v>40567</c:v>
                </c:pt>
                <c:pt idx="276">
                  <c:v>40568</c:v>
                </c:pt>
                <c:pt idx="277">
                  <c:v>40569</c:v>
                </c:pt>
                <c:pt idx="278">
                  <c:v>40570</c:v>
                </c:pt>
                <c:pt idx="279">
                  <c:v>40571</c:v>
                </c:pt>
                <c:pt idx="280">
                  <c:v>40574</c:v>
                </c:pt>
                <c:pt idx="281">
                  <c:v>40575</c:v>
                </c:pt>
                <c:pt idx="282">
                  <c:v>40576</c:v>
                </c:pt>
                <c:pt idx="283">
                  <c:v>40577</c:v>
                </c:pt>
                <c:pt idx="284">
                  <c:v>40578</c:v>
                </c:pt>
                <c:pt idx="285">
                  <c:v>40581</c:v>
                </c:pt>
                <c:pt idx="286">
                  <c:v>40582</c:v>
                </c:pt>
                <c:pt idx="287">
                  <c:v>40583</c:v>
                </c:pt>
                <c:pt idx="288">
                  <c:v>40584</c:v>
                </c:pt>
                <c:pt idx="289">
                  <c:v>40585</c:v>
                </c:pt>
                <c:pt idx="290">
                  <c:v>40588</c:v>
                </c:pt>
                <c:pt idx="291">
                  <c:v>40589</c:v>
                </c:pt>
                <c:pt idx="292">
                  <c:v>40590</c:v>
                </c:pt>
                <c:pt idx="293">
                  <c:v>40591</c:v>
                </c:pt>
                <c:pt idx="294">
                  <c:v>40592</c:v>
                </c:pt>
                <c:pt idx="295">
                  <c:v>40595</c:v>
                </c:pt>
                <c:pt idx="296">
                  <c:v>40596</c:v>
                </c:pt>
                <c:pt idx="297">
                  <c:v>40597</c:v>
                </c:pt>
                <c:pt idx="298">
                  <c:v>40598</c:v>
                </c:pt>
                <c:pt idx="299">
                  <c:v>40599</c:v>
                </c:pt>
                <c:pt idx="300">
                  <c:v>40602</c:v>
                </c:pt>
                <c:pt idx="301">
                  <c:v>40603</c:v>
                </c:pt>
                <c:pt idx="302">
                  <c:v>40604</c:v>
                </c:pt>
                <c:pt idx="303">
                  <c:v>40605</c:v>
                </c:pt>
                <c:pt idx="304">
                  <c:v>40606</c:v>
                </c:pt>
                <c:pt idx="305">
                  <c:v>40609</c:v>
                </c:pt>
                <c:pt idx="306">
                  <c:v>40610</c:v>
                </c:pt>
                <c:pt idx="307">
                  <c:v>40611</c:v>
                </c:pt>
                <c:pt idx="308">
                  <c:v>40612</c:v>
                </c:pt>
                <c:pt idx="309">
                  <c:v>40613</c:v>
                </c:pt>
                <c:pt idx="310">
                  <c:v>40616</c:v>
                </c:pt>
                <c:pt idx="311">
                  <c:v>40617</c:v>
                </c:pt>
                <c:pt idx="312">
                  <c:v>40618</c:v>
                </c:pt>
                <c:pt idx="313">
                  <c:v>40619</c:v>
                </c:pt>
                <c:pt idx="314">
                  <c:v>40620</c:v>
                </c:pt>
                <c:pt idx="315">
                  <c:v>40623</c:v>
                </c:pt>
                <c:pt idx="316">
                  <c:v>40624</c:v>
                </c:pt>
                <c:pt idx="317">
                  <c:v>40625</c:v>
                </c:pt>
                <c:pt idx="318">
                  <c:v>40626</c:v>
                </c:pt>
                <c:pt idx="319">
                  <c:v>40627</c:v>
                </c:pt>
                <c:pt idx="320">
                  <c:v>40630</c:v>
                </c:pt>
                <c:pt idx="321">
                  <c:v>40631</c:v>
                </c:pt>
                <c:pt idx="322">
                  <c:v>40632</c:v>
                </c:pt>
                <c:pt idx="323">
                  <c:v>40633</c:v>
                </c:pt>
                <c:pt idx="324">
                  <c:v>40634</c:v>
                </c:pt>
                <c:pt idx="325">
                  <c:v>40637</c:v>
                </c:pt>
                <c:pt idx="326">
                  <c:v>40638</c:v>
                </c:pt>
                <c:pt idx="327">
                  <c:v>40639</c:v>
                </c:pt>
                <c:pt idx="328">
                  <c:v>40640</c:v>
                </c:pt>
                <c:pt idx="329">
                  <c:v>40641</c:v>
                </c:pt>
                <c:pt idx="330">
                  <c:v>40644</c:v>
                </c:pt>
                <c:pt idx="331">
                  <c:v>40645</c:v>
                </c:pt>
                <c:pt idx="332">
                  <c:v>40646</c:v>
                </c:pt>
                <c:pt idx="333">
                  <c:v>40647</c:v>
                </c:pt>
                <c:pt idx="334">
                  <c:v>40648</c:v>
                </c:pt>
                <c:pt idx="335">
                  <c:v>40651</c:v>
                </c:pt>
                <c:pt idx="336">
                  <c:v>40652</c:v>
                </c:pt>
                <c:pt idx="337">
                  <c:v>40653</c:v>
                </c:pt>
                <c:pt idx="338">
                  <c:v>40654</c:v>
                </c:pt>
                <c:pt idx="339">
                  <c:v>40655</c:v>
                </c:pt>
                <c:pt idx="340">
                  <c:v>40658</c:v>
                </c:pt>
                <c:pt idx="341">
                  <c:v>40659</c:v>
                </c:pt>
                <c:pt idx="342">
                  <c:v>40660</c:v>
                </c:pt>
                <c:pt idx="343">
                  <c:v>40661</c:v>
                </c:pt>
                <c:pt idx="344">
                  <c:v>40662</c:v>
                </c:pt>
                <c:pt idx="345">
                  <c:v>40665</c:v>
                </c:pt>
                <c:pt idx="346">
                  <c:v>40666</c:v>
                </c:pt>
                <c:pt idx="347">
                  <c:v>40667</c:v>
                </c:pt>
                <c:pt idx="348">
                  <c:v>40668</c:v>
                </c:pt>
                <c:pt idx="349">
                  <c:v>40669</c:v>
                </c:pt>
                <c:pt idx="350">
                  <c:v>40672</c:v>
                </c:pt>
                <c:pt idx="351">
                  <c:v>40673</c:v>
                </c:pt>
                <c:pt idx="352">
                  <c:v>40674</c:v>
                </c:pt>
                <c:pt idx="353">
                  <c:v>40675</c:v>
                </c:pt>
                <c:pt idx="354">
                  <c:v>40676</c:v>
                </c:pt>
                <c:pt idx="355">
                  <c:v>40679</c:v>
                </c:pt>
                <c:pt idx="356">
                  <c:v>40680</c:v>
                </c:pt>
                <c:pt idx="357">
                  <c:v>40681</c:v>
                </c:pt>
                <c:pt idx="358">
                  <c:v>40682</c:v>
                </c:pt>
                <c:pt idx="359">
                  <c:v>40683</c:v>
                </c:pt>
                <c:pt idx="360">
                  <c:v>40686</c:v>
                </c:pt>
                <c:pt idx="361">
                  <c:v>40687</c:v>
                </c:pt>
                <c:pt idx="362">
                  <c:v>40688</c:v>
                </c:pt>
                <c:pt idx="363">
                  <c:v>40689</c:v>
                </c:pt>
                <c:pt idx="364">
                  <c:v>40690</c:v>
                </c:pt>
                <c:pt idx="365">
                  <c:v>40693</c:v>
                </c:pt>
                <c:pt idx="366">
                  <c:v>40694</c:v>
                </c:pt>
                <c:pt idx="367">
                  <c:v>40695</c:v>
                </c:pt>
                <c:pt idx="368">
                  <c:v>40696</c:v>
                </c:pt>
                <c:pt idx="369">
                  <c:v>40697</c:v>
                </c:pt>
                <c:pt idx="370">
                  <c:v>40700</c:v>
                </c:pt>
                <c:pt idx="371">
                  <c:v>40701</c:v>
                </c:pt>
                <c:pt idx="372">
                  <c:v>40702</c:v>
                </c:pt>
                <c:pt idx="373">
                  <c:v>40703</c:v>
                </c:pt>
                <c:pt idx="374">
                  <c:v>40704</c:v>
                </c:pt>
                <c:pt idx="375">
                  <c:v>40707</c:v>
                </c:pt>
                <c:pt idx="376">
                  <c:v>40708</c:v>
                </c:pt>
                <c:pt idx="377">
                  <c:v>40709</c:v>
                </c:pt>
                <c:pt idx="378">
                  <c:v>40710</c:v>
                </c:pt>
                <c:pt idx="379">
                  <c:v>40711</c:v>
                </c:pt>
                <c:pt idx="380">
                  <c:v>40714</c:v>
                </c:pt>
                <c:pt idx="381">
                  <c:v>40715</c:v>
                </c:pt>
                <c:pt idx="382">
                  <c:v>40716</c:v>
                </c:pt>
                <c:pt idx="383">
                  <c:v>40717</c:v>
                </c:pt>
                <c:pt idx="384">
                  <c:v>40718</c:v>
                </c:pt>
                <c:pt idx="385">
                  <c:v>40721</c:v>
                </c:pt>
                <c:pt idx="386">
                  <c:v>40722</c:v>
                </c:pt>
                <c:pt idx="387">
                  <c:v>40723</c:v>
                </c:pt>
                <c:pt idx="388">
                  <c:v>40724</c:v>
                </c:pt>
                <c:pt idx="389">
                  <c:v>40725</c:v>
                </c:pt>
                <c:pt idx="390">
                  <c:v>40728</c:v>
                </c:pt>
                <c:pt idx="391">
                  <c:v>40729</c:v>
                </c:pt>
                <c:pt idx="392">
                  <c:v>40730</c:v>
                </c:pt>
                <c:pt idx="393">
                  <c:v>40731</c:v>
                </c:pt>
                <c:pt idx="394">
                  <c:v>40732</c:v>
                </c:pt>
                <c:pt idx="395">
                  <c:v>40735</c:v>
                </c:pt>
                <c:pt idx="396">
                  <c:v>40736</c:v>
                </c:pt>
                <c:pt idx="397">
                  <c:v>40737</c:v>
                </c:pt>
                <c:pt idx="398">
                  <c:v>40738</c:v>
                </c:pt>
                <c:pt idx="399">
                  <c:v>40739</c:v>
                </c:pt>
                <c:pt idx="400">
                  <c:v>40742</c:v>
                </c:pt>
                <c:pt idx="401">
                  <c:v>40743</c:v>
                </c:pt>
                <c:pt idx="402">
                  <c:v>40744</c:v>
                </c:pt>
                <c:pt idx="403">
                  <c:v>40745</c:v>
                </c:pt>
                <c:pt idx="404">
                  <c:v>40746</c:v>
                </c:pt>
                <c:pt idx="405">
                  <c:v>40749</c:v>
                </c:pt>
                <c:pt idx="406">
                  <c:v>40750</c:v>
                </c:pt>
                <c:pt idx="407">
                  <c:v>40751</c:v>
                </c:pt>
                <c:pt idx="408">
                  <c:v>40752</c:v>
                </c:pt>
                <c:pt idx="409">
                  <c:v>40753</c:v>
                </c:pt>
                <c:pt idx="410">
                  <c:v>40756</c:v>
                </c:pt>
                <c:pt idx="411">
                  <c:v>40757</c:v>
                </c:pt>
                <c:pt idx="412">
                  <c:v>40758</c:v>
                </c:pt>
                <c:pt idx="413">
                  <c:v>40759</c:v>
                </c:pt>
                <c:pt idx="414">
                  <c:v>40760</c:v>
                </c:pt>
                <c:pt idx="415">
                  <c:v>40763</c:v>
                </c:pt>
                <c:pt idx="416">
                  <c:v>40764</c:v>
                </c:pt>
                <c:pt idx="417">
                  <c:v>40765</c:v>
                </c:pt>
                <c:pt idx="418">
                  <c:v>40766</c:v>
                </c:pt>
                <c:pt idx="419">
                  <c:v>40767</c:v>
                </c:pt>
                <c:pt idx="420">
                  <c:v>40770</c:v>
                </c:pt>
                <c:pt idx="421">
                  <c:v>40771</c:v>
                </c:pt>
                <c:pt idx="422">
                  <c:v>40772</c:v>
                </c:pt>
                <c:pt idx="423">
                  <c:v>40773</c:v>
                </c:pt>
                <c:pt idx="424">
                  <c:v>40774</c:v>
                </c:pt>
                <c:pt idx="425">
                  <c:v>40777</c:v>
                </c:pt>
                <c:pt idx="426">
                  <c:v>40778</c:v>
                </c:pt>
                <c:pt idx="427">
                  <c:v>40779</c:v>
                </c:pt>
                <c:pt idx="428">
                  <c:v>40780</c:v>
                </c:pt>
                <c:pt idx="429">
                  <c:v>40781</c:v>
                </c:pt>
                <c:pt idx="430">
                  <c:v>40784</c:v>
                </c:pt>
                <c:pt idx="431">
                  <c:v>40785</c:v>
                </c:pt>
                <c:pt idx="432">
                  <c:v>40786</c:v>
                </c:pt>
                <c:pt idx="433">
                  <c:v>40787</c:v>
                </c:pt>
                <c:pt idx="434">
                  <c:v>40788</c:v>
                </c:pt>
                <c:pt idx="435">
                  <c:v>40791</c:v>
                </c:pt>
                <c:pt idx="436">
                  <c:v>40792</c:v>
                </c:pt>
                <c:pt idx="437">
                  <c:v>40793</c:v>
                </c:pt>
                <c:pt idx="438">
                  <c:v>40794</c:v>
                </c:pt>
                <c:pt idx="439">
                  <c:v>40795</c:v>
                </c:pt>
                <c:pt idx="440">
                  <c:v>40798</c:v>
                </c:pt>
                <c:pt idx="441">
                  <c:v>40799</c:v>
                </c:pt>
                <c:pt idx="442">
                  <c:v>40800</c:v>
                </c:pt>
                <c:pt idx="443">
                  <c:v>40801</c:v>
                </c:pt>
                <c:pt idx="444">
                  <c:v>40802</c:v>
                </c:pt>
                <c:pt idx="445">
                  <c:v>40805</c:v>
                </c:pt>
                <c:pt idx="446">
                  <c:v>40806</c:v>
                </c:pt>
                <c:pt idx="447">
                  <c:v>40807</c:v>
                </c:pt>
                <c:pt idx="448">
                  <c:v>40808</c:v>
                </c:pt>
                <c:pt idx="449">
                  <c:v>40809</c:v>
                </c:pt>
                <c:pt idx="450">
                  <c:v>40812</c:v>
                </c:pt>
                <c:pt idx="451">
                  <c:v>40813</c:v>
                </c:pt>
                <c:pt idx="452">
                  <c:v>40814</c:v>
                </c:pt>
                <c:pt idx="453">
                  <c:v>40815</c:v>
                </c:pt>
                <c:pt idx="454">
                  <c:v>40816</c:v>
                </c:pt>
                <c:pt idx="455">
                  <c:v>40819</c:v>
                </c:pt>
                <c:pt idx="456">
                  <c:v>40820</c:v>
                </c:pt>
                <c:pt idx="457">
                  <c:v>40821</c:v>
                </c:pt>
                <c:pt idx="458">
                  <c:v>40822</c:v>
                </c:pt>
                <c:pt idx="459">
                  <c:v>40823</c:v>
                </c:pt>
                <c:pt idx="460">
                  <c:v>40826</c:v>
                </c:pt>
                <c:pt idx="461">
                  <c:v>40827</c:v>
                </c:pt>
                <c:pt idx="462">
                  <c:v>40828</c:v>
                </c:pt>
                <c:pt idx="463">
                  <c:v>40829</c:v>
                </c:pt>
                <c:pt idx="464">
                  <c:v>40830</c:v>
                </c:pt>
                <c:pt idx="465">
                  <c:v>40833</c:v>
                </c:pt>
                <c:pt idx="466">
                  <c:v>40834</c:v>
                </c:pt>
                <c:pt idx="467">
                  <c:v>40835</c:v>
                </c:pt>
                <c:pt idx="468">
                  <c:v>40836</c:v>
                </c:pt>
                <c:pt idx="469">
                  <c:v>40837</c:v>
                </c:pt>
                <c:pt idx="470">
                  <c:v>40840</c:v>
                </c:pt>
                <c:pt idx="471">
                  <c:v>40841</c:v>
                </c:pt>
                <c:pt idx="472">
                  <c:v>40842</c:v>
                </c:pt>
                <c:pt idx="473">
                  <c:v>40843</c:v>
                </c:pt>
                <c:pt idx="474">
                  <c:v>40844</c:v>
                </c:pt>
                <c:pt idx="475">
                  <c:v>40847</c:v>
                </c:pt>
                <c:pt idx="476">
                  <c:v>40848</c:v>
                </c:pt>
                <c:pt idx="477">
                  <c:v>40849</c:v>
                </c:pt>
                <c:pt idx="478">
                  <c:v>40850</c:v>
                </c:pt>
                <c:pt idx="479">
                  <c:v>40851</c:v>
                </c:pt>
                <c:pt idx="480">
                  <c:v>40854</c:v>
                </c:pt>
                <c:pt idx="481">
                  <c:v>40855</c:v>
                </c:pt>
                <c:pt idx="482">
                  <c:v>40856</c:v>
                </c:pt>
                <c:pt idx="483">
                  <c:v>40857</c:v>
                </c:pt>
                <c:pt idx="484">
                  <c:v>40858</c:v>
                </c:pt>
                <c:pt idx="485">
                  <c:v>40861</c:v>
                </c:pt>
                <c:pt idx="486">
                  <c:v>40862</c:v>
                </c:pt>
                <c:pt idx="487">
                  <c:v>40863</c:v>
                </c:pt>
                <c:pt idx="488">
                  <c:v>40864</c:v>
                </c:pt>
                <c:pt idx="489">
                  <c:v>40865</c:v>
                </c:pt>
                <c:pt idx="490">
                  <c:v>40868</c:v>
                </c:pt>
                <c:pt idx="491">
                  <c:v>40869</c:v>
                </c:pt>
                <c:pt idx="492">
                  <c:v>40870</c:v>
                </c:pt>
                <c:pt idx="493">
                  <c:v>40871</c:v>
                </c:pt>
                <c:pt idx="494">
                  <c:v>40872</c:v>
                </c:pt>
                <c:pt idx="495">
                  <c:v>40875</c:v>
                </c:pt>
                <c:pt idx="496">
                  <c:v>40876</c:v>
                </c:pt>
                <c:pt idx="497">
                  <c:v>40877</c:v>
                </c:pt>
                <c:pt idx="498">
                  <c:v>40878</c:v>
                </c:pt>
                <c:pt idx="499">
                  <c:v>40879</c:v>
                </c:pt>
                <c:pt idx="500">
                  <c:v>40882</c:v>
                </c:pt>
                <c:pt idx="501">
                  <c:v>40883</c:v>
                </c:pt>
                <c:pt idx="502">
                  <c:v>40884</c:v>
                </c:pt>
                <c:pt idx="503">
                  <c:v>40885</c:v>
                </c:pt>
                <c:pt idx="504">
                  <c:v>40886</c:v>
                </c:pt>
                <c:pt idx="505">
                  <c:v>40889</c:v>
                </c:pt>
                <c:pt idx="506">
                  <c:v>40890</c:v>
                </c:pt>
                <c:pt idx="507">
                  <c:v>40891</c:v>
                </c:pt>
                <c:pt idx="508">
                  <c:v>40892</c:v>
                </c:pt>
                <c:pt idx="509">
                  <c:v>40893</c:v>
                </c:pt>
                <c:pt idx="510">
                  <c:v>40896</c:v>
                </c:pt>
                <c:pt idx="511">
                  <c:v>40897</c:v>
                </c:pt>
                <c:pt idx="512">
                  <c:v>40898</c:v>
                </c:pt>
                <c:pt idx="513">
                  <c:v>40899</c:v>
                </c:pt>
                <c:pt idx="514">
                  <c:v>40900</c:v>
                </c:pt>
                <c:pt idx="515">
                  <c:v>40903</c:v>
                </c:pt>
                <c:pt idx="516">
                  <c:v>40904</c:v>
                </c:pt>
                <c:pt idx="517">
                  <c:v>40905</c:v>
                </c:pt>
                <c:pt idx="518">
                  <c:v>40906</c:v>
                </c:pt>
                <c:pt idx="519">
                  <c:v>40907</c:v>
                </c:pt>
                <c:pt idx="520">
                  <c:v>40911</c:v>
                </c:pt>
                <c:pt idx="521">
                  <c:v>40912</c:v>
                </c:pt>
                <c:pt idx="522">
                  <c:v>40913</c:v>
                </c:pt>
                <c:pt idx="523">
                  <c:v>40914</c:v>
                </c:pt>
                <c:pt idx="524">
                  <c:v>40917</c:v>
                </c:pt>
                <c:pt idx="525">
                  <c:v>40918</c:v>
                </c:pt>
                <c:pt idx="526">
                  <c:v>40919</c:v>
                </c:pt>
                <c:pt idx="527">
                  <c:v>40920</c:v>
                </c:pt>
                <c:pt idx="528">
                  <c:v>40921</c:v>
                </c:pt>
                <c:pt idx="529">
                  <c:v>40924</c:v>
                </c:pt>
                <c:pt idx="530">
                  <c:v>40925</c:v>
                </c:pt>
                <c:pt idx="531">
                  <c:v>40926</c:v>
                </c:pt>
                <c:pt idx="532">
                  <c:v>40927</c:v>
                </c:pt>
                <c:pt idx="533">
                  <c:v>40928</c:v>
                </c:pt>
                <c:pt idx="534">
                  <c:v>40931</c:v>
                </c:pt>
                <c:pt idx="535">
                  <c:v>40932</c:v>
                </c:pt>
                <c:pt idx="536">
                  <c:v>40933</c:v>
                </c:pt>
                <c:pt idx="537">
                  <c:v>40934</c:v>
                </c:pt>
                <c:pt idx="538">
                  <c:v>40935</c:v>
                </c:pt>
                <c:pt idx="539">
                  <c:v>40938</c:v>
                </c:pt>
                <c:pt idx="540">
                  <c:v>40939</c:v>
                </c:pt>
                <c:pt idx="541">
                  <c:v>40940</c:v>
                </c:pt>
                <c:pt idx="542">
                  <c:v>40941</c:v>
                </c:pt>
                <c:pt idx="543">
                  <c:v>40942</c:v>
                </c:pt>
                <c:pt idx="544">
                  <c:v>40945</c:v>
                </c:pt>
                <c:pt idx="545">
                  <c:v>40946</c:v>
                </c:pt>
                <c:pt idx="546">
                  <c:v>40947</c:v>
                </c:pt>
                <c:pt idx="547">
                  <c:v>40948</c:v>
                </c:pt>
                <c:pt idx="548">
                  <c:v>40949</c:v>
                </c:pt>
                <c:pt idx="549">
                  <c:v>40952</c:v>
                </c:pt>
                <c:pt idx="550">
                  <c:v>40953</c:v>
                </c:pt>
                <c:pt idx="551">
                  <c:v>40954</c:v>
                </c:pt>
                <c:pt idx="552">
                  <c:v>40955</c:v>
                </c:pt>
                <c:pt idx="553">
                  <c:v>40956</c:v>
                </c:pt>
                <c:pt idx="554">
                  <c:v>40959</c:v>
                </c:pt>
                <c:pt idx="555">
                  <c:v>40960</c:v>
                </c:pt>
                <c:pt idx="556">
                  <c:v>40961</c:v>
                </c:pt>
                <c:pt idx="557">
                  <c:v>40962</c:v>
                </c:pt>
                <c:pt idx="558">
                  <c:v>40963</c:v>
                </c:pt>
                <c:pt idx="559">
                  <c:v>40966</c:v>
                </c:pt>
                <c:pt idx="560">
                  <c:v>40967</c:v>
                </c:pt>
                <c:pt idx="561">
                  <c:v>40968</c:v>
                </c:pt>
                <c:pt idx="562">
                  <c:v>40969</c:v>
                </c:pt>
                <c:pt idx="563">
                  <c:v>40970</c:v>
                </c:pt>
                <c:pt idx="564">
                  <c:v>40973</c:v>
                </c:pt>
                <c:pt idx="565">
                  <c:v>40974</c:v>
                </c:pt>
                <c:pt idx="566">
                  <c:v>40975</c:v>
                </c:pt>
                <c:pt idx="567">
                  <c:v>40976</c:v>
                </c:pt>
                <c:pt idx="568">
                  <c:v>40977</c:v>
                </c:pt>
                <c:pt idx="569">
                  <c:v>40980</c:v>
                </c:pt>
                <c:pt idx="570">
                  <c:v>40981</c:v>
                </c:pt>
                <c:pt idx="571">
                  <c:v>40982</c:v>
                </c:pt>
                <c:pt idx="572">
                  <c:v>40983</c:v>
                </c:pt>
                <c:pt idx="573">
                  <c:v>40984</c:v>
                </c:pt>
                <c:pt idx="574">
                  <c:v>40987</c:v>
                </c:pt>
                <c:pt idx="575">
                  <c:v>40988</c:v>
                </c:pt>
                <c:pt idx="576">
                  <c:v>40989</c:v>
                </c:pt>
                <c:pt idx="577">
                  <c:v>40990</c:v>
                </c:pt>
                <c:pt idx="578">
                  <c:v>40991</c:v>
                </c:pt>
                <c:pt idx="579">
                  <c:v>40994</c:v>
                </c:pt>
                <c:pt idx="580">
                  <c:v>40995</c:v>
                </c:pt>
                <c:pt idx="581">
                  <c:v>40996</c:v>
                </c:pt>
                <c:pt idx="582">
                  <c:v>40997</c:v>
                </c:pt>
                <c:pt idx="583">
                  <c:v>40998</c:v>
                </c:pt>
                <c:pt idx="584">
                  <c:v>41001</c:v>
                </c:pt>
                <c:pt idx="585">
                  <c:v>41002</c:v>
                </c:pt>
                <c:pt idx="586">
                  <c:v>41003</c:v>
                </c:pt>
                <c:pt idx="587">
                  <c:v>41004</c:v>
                </c:pt>
                <c:pt idx="588">
                  <c:v>41005</c:v>
                </c:pt>
                <c:pt idx="589">
                  <c:v>41008</c:v>
                </c:pt>
                <c:pt idx="590">
                  <c:v>41009</c:v>
                </c:pt>
                <c:pt idx="591">
                  <c:v>41010</c:v>
                </c:pt>
                <c:pt idx="592">
                  <c:v>41011</c:v>
                </c:pt>
                <c:pt idx="593">
                  <c:v>41012</c:v>
                </c:pt>
                <c:pt idx="594">
                  <c:v>41015</c:v>
                </c:pt>
                <c:pt idx="595">
                  <c:v>41016</c:v>
                </c:pt>
                <c:pt idx="596">
                  <c:v>41017</c:v>
                </c:pt>
                <c:pt idx="597">
                  <c:v>41018</c:v>
                </c:pt>
                <c:pt idx="598">
                  <c:v>41019</c:v>
                </c:pt>
                <c:pt idx="599">
                  <c:v>41022</c:v>
                </c:pt>
                <c:pt idx="600">
                  <c:v>41023</c:v>
                </c:pt>
                <c:pt idx="601">
                  <c:v>41024</c:v>
                </c:pt>
                <c:pt idx="602">
                  <c:v>41025</c:v>
                </c:pt>
                <c:pt idx="603">
                  <c:v>41026</c:v>
                </c:pt>
                <c:pt idx="604">
                  <c:v>41029</c:v>
                </c:pt>
                <c:pt idx="605">
                  <c:v>41030</c:v>
                </c:pt>
                <c:pt idx="606">
                  <c:v>41031</c:v>
                </c:pt>
                <c:pt idx="607">
                  <c:v>41032</c:v>
                </c:pt>
                <c:pt idx="608">
                  <c:v>41033</c:v>
                </c:pt>
                <c:pt idx="609">
                  <c:v>41036</c:v>
                </c:pt>
                <c:pt idx="610">
                  <c:v>41037</c:v>
                </c:pt>
                <c:pt idx="611">
                  <c:v>41038</c:v>
                </c:pt>
                <c:pt idx="612">
                  <c:v>41039</c:v>
                </c:pt>
                <c:pt idx="613">
                  <c:v>41040</c:v>
                </c:pt>
                <c:pt idx="614">
                  <c:v>41043</c:v>
                </c:pt>
                <c:pt idx="615">
                  <c:v>41044</c:v>
                </c:pt>
                <c:pt idx="616">
                  <c:v>41045</c:v>
                </c:pt>
                <c:pt idx="617">
                  <c:v>41046</c:v>
                </c:pt>
                <c:pt idx="618">
                  <c:v>41047</c:v>
                </c:pt>
                <c:pt idx="619">
                  <c:v>41050</c:v>
                </c:pt>
                <c:pt idx="620">
                  <c:v>41051</c:v>
                </c:pt>
                <c:pt idx="621">
                  <c:v>41052</c:v>
                </c:pt>
                <c:pt idx="622">
                  <c:v>41053</c:v>
                </c:pt>
                <c:pt idx="623">
                  <c:v>41054</c:v>
                </c:pt>
                <c:pt idx="624">
                  <c:v>41057</c:v>
                </c:pt>
                <c:pt idx="625">
                  <c:v>41058</c:v>
                </c:pt>
                <c:pt idx="626">
                  <c:v>41059</c:v>
                </c:pt>
                <c:pt idx="627">
                  <c:v>41060</c:v>
                </c:pt>
                <c:pt idx="628">
                  <c:v>41061</c:v>
                </c:pt>
                <c:pt idx="629">
                  <c:v>41064</c:v>
                </c:pt>
                <c:pt idx="630">
                  <c:v>41065</c:v>
                </c:pt>
                <c:pt idx="631">
                  <c:v>41066</c:v>
                </c:pt>
                <c:pt idx="632">
                  <c:v>41067</c:v>
                </c:pt>
                <c:pt idx="633">
                  <c:v>41068</c:v>
                </c:pt>
                <c:pt idx="634">
                  <c:v>41071</c:v>
                </c:pt>
                <c:pt idx="635">
                  <c:v>41072</c:v>
                </c:pt>
                <c:pt idx="636">
                  <c:v>41073</c:v>
                </c:pt>
                <c:pt idx="637">
                  <c:v>41074</c:v>
                </c:pt>
                <c:pt idx="638">
                  <c:v>41075</c:v>
                </c:pt>
                <c:pt idx="639">
                  <c:v>41078</c:v>
                </c:pt>
                <c:pt idx="640">
                  <c:v>41079</c:v>
                </c:pt>
                <c:pt idx="641">
                  <c:v>41080</c:v>
                </c:pt>
                <c:pt idx="642">
                  <c:v>41081</c:v>
                </c:pt>
                <c:pt idx="643">
                  <c:v>41082</c:v>
                </c:pt>
                <c:pt idx="644">
                  <c:v>41085</c:v>
                </c:pt>
                <c:pt idx="645">
                  <c:v>41086</c:v>
                </c:pt>
                <c:pt idx="646">
                  <c:v>41087</c:v>
                </c:pt>
                <c:pt idx="647">
                  <c:v>41088</c:v>
                </c:pt>
                <c:pt idx="648">
                  <c:v>41089</c:v>
                </c:pt>
                <c:pt idx="649">
                  <c:v>41092</c:v>
                </c:pt>
                <c:pt idx="650">
                  <c:v>41093</c:v>
                </c:pt>
                <c:pt idx="651">
                  <c:v>41094</c:v>
                </c:pt>
                <c:pt idx="652">
                  <c:v>41095</c:v>
                </c:pt>
                <c:pt idx="653">
                  <c:v>41096</c:v>
                </c:pt>
                <c:pt idx="654">
                  <c:v>41099</c:v>
                </c:pt>
                <c:pt idx="655">
                  <c:v>41100</c:v>
                </c:pt>
                <c:pt idx="656">
                  <c:v>41101</c:v>
                </c:pt>
                <c:pt idx="657">
                  <c:v>41102</c:v>
                </c:pt>
                <c:pt idx="658">
                  <c:v>41103</c:v>
                </c:pt>
                <c:pt idx="659">
                  <c:v>41106</c:v>
                </c:pt>
                <c:pt idx="660">
                  <c:v>41107</c:v>
                </c:pt>
                <c:pt idx="661">
                  <c:v>41108</c:v>
                </c:pt>
                <c:pt idx="662">
                  <c:v>41109</c:v>
                </c:pt>
                <c:pt idx="663">
                  <c:v>41110</c:v>
                </c:pt>
                <c:pt idx="664">
                  <c:v>41113</c:v>
                </c:pt>
                <c:pt idx="665">
                  <c:v>41114</c:v>
                </c:pt>
                <c:pt idx="666">
                  <c:v>41115</c:v>
                </c:pt>
                <c:pt idx="667">
                  <c:v>41116</c:v>
                </c:pt>
                <c:pt idx="668">
                  <c:v>41117</c:v>
                </c:pt>
                <c:pt idx="669">
                  <c:v>41120</c:v>
                </c:pt>
                <c:pt idx="670">
                  <c:v>41121</c:v>
                </c:pt>
                <c:pt idx="671">
                  <c:v>41122</c:v>
                </c:pt>
                <c:pt idx="672">
                  <c:v>41123</c:v>
                </c:pt>
                <c:pt idx="673">
                  <c:v>41124</c:v>
                </c:pt>
                <c:pt idx="674">
                  <c:v>41127</c:v>
                </c:pt>
                <c:pt idx="675">
                  <c:v>41128</c:v>
                </c:pt>
                <c:pt idx="676">
                  <c:v>41129</c:v>
                </c:pt>
                <c:pt idx="677">
                  <c:v>41130</c:v>
                </c:pt>
                <c:pt idx="678">
                  <c:v>41131</c:v>
                </c:pt>
                <c:pt idx="679">
                  <c:v>41134</c:v>
                </c:pt>
                <c:pt idx="680">
                  <c:v>41135</c:v>
                </c:pt>
                <c:pt idx="681">
                  <c:v>41136</c:v>
                </c:pt>
                <c:pt idx="682">
                  <c:v>41137</c:v>
                </c:pt>
                <c:pt idx="683">
                  <c:v>41138</c:v>
                </c:pt>
                <c:pt idx="684">
                  <c:v>41141</c:v>
                </c:pt>
                <c:pt idx="685">
                  <c:v>41142</c:v>
                </c:pt>
                <c:pt idx="686">
                  <c:v>41143</c:v>
                </c:pt>
                <c:pt idx="687">
                  <c:v>41144</c:v>
                </c:pt>
                <c:pt idx="688">
                  <c:v>41145</c:v>
                </c:pt>
                <c:pt idx="689">
                  <c:v>41148</c:v>
                </c:pt>
                <c:pt idx="690">
                  <c:v>41149</c:v>
                </c:pt>
                <c:pt idx="691">
                  <c:v>41150</c:v>
                </c:pt>
                <c:pt idx="692">
                  <c:v>41151</c:v>
                </c:pt>
                <c:pt idx="693">
                  <c:v>41152</c:v>
                </c:pt>
                <c:pt idx="694">
                  <c:v>41155</c:v>
                </c:pt>
                <c:pt idx="695">
                  <c:v>41156</c:v>
                </c:pt>
                <c:pt idx="696">
                  <c:v>41157</c:v>
                </c:pt>
                <c:pt idx="697">
                  <c:v>41158</c:v>
                </c:pt>
                <c:pt idx="698">
                  <c:v>41159</c:v>
                </c:pt>
                <c:pt idx="699">
                  <c:v>41162</c:v>
                </c:pt>
                <c:pt idx="700">
                  <c:v>41163</c:v>
                </c:pt>
                <c:pt idx="701">
                  <c:v>41164</c:v>
                </c:pt>
                <c:pt idx="702">
                  <c:v>41165</c:v>
                </c:pt>
                <c:pt idx="703">
                  <c:v>41166</c:v>
                </c:pt>
                <c:pt idx="704">
                  <c:v>41169</c:v>
                </c:pt>
                <c:pt idx="705">
                  <c:v>41170</c:v>
                </c:pt>
                <c:pt idx="706">
                  <c:v>41171</c:v>
                </c:pt>
                <c:pt idx="707">
                  <c:v>41172</c:v>
                </c:pt>
                <c:pt idx="708">
                  <c:v>41173</c:v>
                </c:pt>
                <c:pt idx="709">
                  <c:v>41176</c:v>
                </c:pt>
                <c:pt idx="710">
                  <c:v>41177</c:v>
                </c:pt>
                <c:pt idx="711">
                  <c:v>41178</c:v>
                </c:pt>
                <c:pt idx="712">
                  <c:v>41179</c:v>
                </c:pt>
                <c:pt idx="713">
                  <c:v>41180</c:v>
                </c:pt>
                <c:pt idx="714">
                  <c:v>41183</c:v>
                </c:pt>
                <c:pt idx="715">
                  <c:v>41184</c:v>
                </c:pt>
                <c:pt idx="716">
                  <c:v>41185</c:v>
                </c:pt>
                <c:pt idx="717">
                  <c:v>41186</c:v>
                </c:pt>
                <c:pt idx="718">
                  <c:v>41187</c:v>
                </c:pt>
                <c:pt idx="719">
                  <c:v>41190</c:v>
                </c:pt>
                <c:pt idx="720">
                  <c:v>41191</c:v>
                </c:pt>
                <c:pt idx="721">
                  <c:v>41192</c:v>
                </c:pt>
                <c:pt idx="722">
                  <c:v>41193</c:v>
                </c:pt>
                <c:pt idx="723">
                  <c:v>41194</c:v>
                </c:pt>
                <c:pt idx="724">
                  <c:v>41197</c:v>
                </c:pt>
                <c:pt idx="725">
                  <c:v>41198</c:v>
                </c:pt>
                <c:pt idx="726">
                  <c:v>41199</c:v>
                </c:pt>
                <c:pt idx="727">
                  <c:v>41200</c:v>
                </c:pt>
                <c:pt idx="728">
                  <c:v>41201</c:v>
                </c:pt>
                <c:pt idx="729">
                  <c:v>41204</c:v>
                </c:pt>
                <c:pt idx="730">
                  <c:v>41205</c:v>
                </c:pt>
                <c:pt idx="731">
                  <c:v>41206</c:v>
                </c:pt>
                <c:pt idx="732">
                  <c:v>41207</c:v>
                </c:pt>
                <c:pt idx="733">
                  <c:v>41208</c:v>
                </c:pt>
                <c:pt idx="734">
                  <c:v>41211</c:v>
                </c:pt>
                <c:pt idx="735">
                  <c:v>41212</c:v>
                </c:pt>
                <c:pt idx="736">
                  <c:v>41213</c:v>
                </c:pt>
                <c:pt idx="737">
                  <c:v>41214</c:v>
                </c:pt>
                <c:pt idx="738">
                  <c:v>41215</c:v>
                </c:pt>
                <c:pt idx="739">
                  <c:v>41218</c:v>
                </c:pt>
                <c:pt idx="740">
                  <c:v>41219</c:v>
                </c:pt>
                <c:pt idx="741">
                  <c:v>41220</c:v>
                </c:pt>
                <c:pt idx="742">
                  <c:v>41221</c:v>
                </c:pt>
                <c:pt idx="743">
                  <c:v>41222</c:v>
                </c:pt>
                <c:pt idx="744">
                  <c:v>41225</c:v>
                </c:pt>
                <c:pt idx="745">
                  <c:v>41226</c:v>
                </c:pt>
                <c:pt idx="746">
                  <c:v>41227</c:v>
                </c:pt>
                <c:pt idx="747">
                  <c:v>41228</c:v>
                </c:pt>
                <c:pt idx="748">
                  <c:v>41229</c:v>
                </c:pt>
                <c:pt idx="749">
                  <c:v>41232</c:v>
                </c:pt>
                <c:pt idx="750">
                  <c:v>41233</c:v>
                </c:pt>
                <c:pt idx="751">
                  <c:v>41234</c:v>
                </c:pt>
                <c:pt idx="752">
                  <c:v>41235</c:v>
                </c:pt>
                <c:pt idx="753">
                  <c:v>41236</c:v>
                </c:pt>
                <c:pt idx="754">
                  <c:v>41239</c:v>
                </c:pt>
                <c:pt idx="755">
                  <c:v>41240</c:v>
                </c:pt>
                <c:pt idx="756">
                  <c:v>41241</c:v>
                </c:pt>
                <c:pt idx="757">
                  <c:v>41242</c:v>
                </c:pt>
                <c:pt idx="758">
                  <c:v>41243</c:v>
                </c:pt>
                <c:pt idx="759">
                  <c:v>41246</c:v>
                </c:pt>
                <c:pt idx="760">
                  <c:v>41247</c:v>
                </c:pt>
                <c:pt idx="761">
                  <c:v>41248</c:v>
                </c:pt>
                <c:pt idx="762">
                  <c:v>41249</c:v>
                </c:pt>
                <c:pt idx="763">
                  <c:v>41250</c:v>
                </c:pt>
                <c:pt idx="764">
                  <c:v>41253</c:v>
                </c:pt>
                <c:pt idx="765">
                  <c:v>41254</c:v>
                </c:pt>
                <c:pt idx="766">
                  <c:v>41255</c:v>
                </c:pt>
                <c:pt idx="767">
                  <c:v>41256</c:v>
                </c:pt>
                <c:pt idx="768">
                  <c:v>41257</c:v>
                </c:pt>
                <c:pt idx="769">
                  <c:v>41260</c:v>
                </c:pt>
                <c:pt idx="770">
                  <c:v>41261</c:v>
                </c:pt>
                <c:pt idx="771">
                  <c:v>41262</c:v>
                </c:pt>
                <c:pt idx="772">
                  <c:v>41263</c:v>
                </c:pt>
                <c:pt idx="773">
                  <c:v>41264</c:v>
                </c:pt>
                <c:pt idx="774">
                  <c:v>41267</c:v>
                </c:pt>
                <c:pt idx="775">
                  <c:v>41268</c:v>
                </c:pt>
                <c:pt idx="776">
                  <c:v>41269</c:v>
                </c:pt>
                <c:pt idx="777">
                  <c:v>41270</c:v>
                </c:pt>
                <c:pt idx="778">
                  <c:v>41271</c:v>
                </c:pt>
                <c:pt idx="779">
                  <c:v>41274</c:v>
                </c:pt>
                <c:pt idx="780">
                  <c:v>41275</c:v>
                </c:pt>
                <c:pt idx="781">
                  <c:v>41276</c:v>
                </c:pt>
                <c:pt idx="782">
                  <c:v>41277</c:v>
                </c:pt>
                <c:pt idx="783">
                  <c:v>41278</c:v>
                </c:pt>
                <c:pt idx="784">
                  <c:v>41281</c:v>
                </c:pt>
                <c:pt idx="785">
                  <c:v>41282</c:v>
                </c:pt>
                <c:pt idx="786">
                  <c:v>41283</c:v>
                </c:pt>
                <c:pt idx="787">
                  <c:v>41284</c:v>
                </c:pt>
                <c:pt idx="788">
                  <c:v>41285</c:v>
                </c:pt>
                <c:pt idx="789">
                  <c:v>41288</c:v>
                </c:pt>
                <c:pt idx="790">
                  <c:v>41289</c:v>
                </c:pt>
                <c:pt idx="791">
                  <c:v>41290</c:v>
                </c:pt>
                <c:pt idx="792">
                  <c:v>41291</c:v>
                </c:pt>
                <c:pt idx="793">
                  <c:v>41292</c:v>
                </c:pt>
                <c:pt idx="794">
                  <c:v>41295</c:v>
                </c:pt>
                <c:pt idx="795">
                  <c:v>41296</c:v>
                </c:pt>
                <c:pt idx="796">
                  <c:v>41297</c:v>
                </c:pt>
                <c:pt idx="797">
                  <c:v>41298</c:v>
                </c:pt>
                <c:pt idx="798">
                  <c:v>41299</c:v>
                </c:pt>
                <c:pt idx="799">
                  <c:v>41302</c:v>
                </c:pt>
                <c:pt idx="800">
                  <c:v>41303</c:v>
                </c:pt>
                <c:pt idx="801">
                  <c:v>41304</c:v>
                </c:pt>
                <c:pt idx="802">
                  <c:v>41305</c:v>
                </c:pt>
                <c:pt idx="803">
                  <c:v>41306</c:v>
                </c:pt>
                <c:pt idx="804">
                  <c:v>41309</c:v>
                </c:pt>
                <c:pt idx="805">
                  <c:v>41310</c:v>
                </c:pt>
                <c:pt idx="806">
                  <c:v>41311</c:v>
                </c:pt>
                <c:pt idx="807">
                  <c:v>41312</c:v>
                </c:pt>
                <c:pt idx="808">
                  <c:v>41313</c:v>
                </c:pt>
                <c:pt idx="809">
                  <c:v>41316</c:v>
                </c:pt>
                <c:pt idx="810">
                  <c:v>41317</c:v>
                </c:pt>
                <c:pt idx="811">
                  <c:v>41318</c:v>
                </c:pt>
                <c:pt idx="812">
                  <c:v>41319</c:v>
                </c:pt>
                <c:pt idx="813">
                  <c:v>41320</c:v>
                </c:pt>
                <c:pt idx="814">
                  <c:v>41323</c:v>
                </c:pt>
                <c:pt idx="815">
                  <c:v>41324</c:v>
                </c:pt>
                <c:pt idx="816">
                  <c:v>41325</c:v>
                </c:pt>
                <c:pt idx="817">
                  <c:v>41326</c:v>
                </c:pt>
                <c:pt idx="818">
                  <c:v>41327</c:v>
                </c:pt>
                <c:pt idx="819">
                  <c:v>41330</c:v>
                </c:pt>
                <c:pt idx="820">
                  <c:v>41331</c:v>
                </c:pt>
                <c:pt idx="821">
                  <c:v>41332</c:v>
                </c:pt>
                <c:pt idx="822">
                  <c:v>41333</c:v>
                </c:pt>
                <c:pt idx="823">
                  <c:v>41334</c:v>
                </c:pt>
                <c:pt idx="824">
                  <c:v>41337</c:v>
                </c:pt>
                <c:pt idx="825">
                  <c:v>41338</c:v>
                </c:pt>
                <c:pt idx="826">
                  <c:v>41339</c:v>
                </c:pt>
                <c:pt idx="827">
                  <c:v>41340</c:v>
                </c:pt>
                <c:pt idx="828">
                  <c:v>41341</c:v>
                </c:pt>
                <c:pt idx="829">
                  <c:v>41344</c:v>
                </c:pt>
                <c:pt idx="830">
                  <c:v>41345</c:v>
                </c:pt>
                <c:pt idx="831">
                  <c:v>41346</c:v>
                </c:pt>
                <c:pt idx="832">
                  <c:v>41347</c:v>
                </c:pt>
                <c:pt idx="833">
                  <c:v>41348</c:v>
                </c:pt>
                <c:pt idx="834">
                  <c:v>41351</c:v>
                </c:pt>
                <c:pt idx="835">
                  <c:v>41352</c:v>
                </c:pt>
                <c:pt idx="836">
                  <c:v>41353</c:v>
                </c:pt>
                <c:pt idx="837">
                  <c:v>41354</c:v>
                </c:pt>
                <c:pt idx="838">
                  <c:v>41355</c:v>
                </c:pt>
                <c:pt idx="839">
                  <c:v>41358</c:v>
                </c:pt>
                <c:pt idx="840">
                  <c:v>41359</c:v>
                </c:pt>
                <c:pt idx="841">
                  <c:v>41360</c:v>
                </c:pt>
                <c:pt idx="842">
                  <c:v>41361</c:v>
                </c:pt>
                <c:pt idx="843">
                  <c:v>41362</c:v>
                </c:pt>
                <c:pt idx="844">
                  <c:v>41365</c:v>
                </c:pt>
                <c:pt idx="845">
                  <c:v>41366</c:v>
                </c:pt>
                <c:pt idx="846">
                  <c:v>41367</c:v>
                </c:pt>
                <c:pt idx="847">
                  <c:v>41368</c:v>
                </c:pt>
                <c:pt idx="848">
                  <c:v>41369</c:v>
                </c:pt>
                <c:pt idx="849">
                  <c:v>41372</c:v>
                </c:pt>
                <c:pt idx="850">
                  <c:v>41373</c:v>
                </c:pt>
                <c:pt idx="851">
                  <c:v>41374</c:v>
                </c:pt>
                <c:pt idx="852">
                  <c:v>41375</c:v>
                </c:pt>
                <c:pt idx="853">
                  <c:v>41376</c:v>
                </c:pt>
                <c:pt idx="854">
                  <c:v>41379</c:v>
                </c:pt>
                <c:pt idx="855">
                  <c:v>41380</c:v>
                </c:pt>
                <c:pt idx="856">
                  <c:v>41381</c:v>
                </c:pt>
                <c:pt idx="857">
                  <c:v>41382</c:v>
                </c:pt>
                <c:pt idx="858">
                  <c:v>41383</c:v>
                </c:pt>
                <c:pt idx="859">
                  <c:v>41386</c:v>
                </c:pt>
                <c:pt idx="860">
                  <c:v>41387</c:v>
                </c:pt>
                <c:pt idx="861" formatCode="ddd\-dd\-mmm\-yy">
                  <c:v>41388</c:v>
                </c:pt>
                <c:pt idx="862" formatCode="ddd\-dd\-mmm\-yy">
                  <c:v>41389</c:v>
                </c:pt>
                <c:pt idx="863" formatCode="ddd\-dd\-mmm\-yy">
                  <c:v>41390</c:v>
                </c:pt>
                <c:pt idx="864" formatCode="ddd\-dd\-mmm\-yy">
                  <c:v>41393</c:v>
                </c:pt>
                <c:pt idx="865" formatCode="ddd\-dd\-mmm\-yy">
                  <c:v>41394</c:v>
                </c:pt>
                <c:pt idx="866" formatCode="ddd\-dd\-mmm\-yy">
                  <c:v>41395</c:v>
                </c:pt>
              </c:numCache>
            </c:numRef>
          </c:cat>
          <c:val>
            <c:numRef>
              <c:f>Sheet1!$E$263:$E$1129</c:f>
              <c:numCache>
                <c:formatCode>General</c:formatCode>
                <c:ptCount val="867"/>
                <c:pt idx="520" formatCode="0_)">
                  <c:v>7251.5</c:v>
                </c:pt>
                <c:pt idx="521" formatCode="0_)">
                  <c:v>7251.5</c:v>
                </c:pt>
                <c:pt idx="522" formatCode="0_)">
                  <c:v>7251.5</c:v>
                </c:pt>
                <c:pt idx="523" formatCode="0_)">
                  <c:v>7251.5</c:v>
                </c:pt>
                <c:pt idx="524" formatCode="0_)">
                  <c:v>7251.5</c:v>
                </c:pt>
                <c:pt idx="525" formatCode="0_)">
                  <c:v>7251.5</c:v>
                </c:pt>
                <c:pt idx="526" formatCode="0_)">
                  <c:v>7251.5</c:v>
                </c:pt>
                <c:pt idx="527" formatCode="0_)">
                  <c:v>7251.5</c:v>
                </c:pt>
                <c:pt idx="528" formatCode="0_)">
                  <c:v>7251.5</c:v>
                </c:pt>
                <c:pt idx="529" formatCode="0_)">
                  <c:v>7251.5</c:v>
                </c:pt>
                <c:pt idx="530" formatCode="0_)">
                  <c:v>7251.5</c:v>
                </c:pt>
                <c:pt idx="531" formatCode="0_)">
                  <c:v>7251.5</c:v>
                </c:pt>
                <c:pt idx="532" formatCode="0_)">
                  <c:v>7251.5</c:v>
                </c:pt>
                <c:pt idx="533" formatCode="0_)">
                  <c:v>7251.5</c:v>
                </c:pt>
                <c:pt idx="534" formatCode="0_)">
                  <c:v>7251.5</c:v>
                </c:pt>
                <c:pt idx="535" formatCode="0_)">
                  <c:v>7251.5</c:v>
                </c:pt>
                <c:pt idx="536" formatCode="0_)">
                  <c:v>7251.5</c:v>
                </c:pt>
                <c:pt idx="537" formatCode="0_)">
                  <c:v>7251.5</c:v>
                </c:pt>
                <c:pt idx="538" formatCode="0_)">
                  <c:v>7251.5</c:v>
                </c:pt>
                <c:pt idx="539" formatCode="0_)">
                  <c:v>7251.5</c:v>
                </c:pt>
                <c:pt idx="540" formatCode="0_)">
                  <c:v>7251.5</c:v>
                </c:pt>
                <c:pt idx="541" formatCode="0_)">
                  <c:v>7251.5</c:v>
                </c:pt>
                <c:pt idx="542" formatCode="0_)">
                  <c:v>7251.5</c:v>
                </c:pt>
                <c:pt idx="543" formatCode="0_)">
                  <c:v>7251.5</c:v>
                </c:pt>
                <c:pt idx="544" formatCode="0_)">
                  <c:v>7251.5</c:v>
                </c:pt>
                <c:pt idx="545" formatCode="0_)">
                  <c:v>7251.5</c:v>
                </c:pt>
                <c:pt idx="546" formatCode="0_)">
                  <c:v>7251.5</c:v>
                </c:pt>
                <c:pt idx="547" formatCode="0_)">
                  <c:v>7251.5</c:v>
                </c:pt>
                <c:pt idx="548" formatCode="0_)">
                  <c:v>7251.5</c:v>
                </c:pt>
                <c:pt idx="549" formatCode="0_)">
                  <c:v>7251.5</c:v>
                </c:pt>
                <c:pt idx="550" formatCode="0_)">
                  <c:v>7251.5</c:v>
                </c:pt>
                <c:pt idx="551" formatCode="0_)">
                  <c:v>7251.5</c:v>
                </c:pt>
                <c:pt idx="552" formatCode="0_)">
                  <c:v>7251.5</c:v>
                </c:pt>
                <c:pt idx="553" formatCode="0_)">
                  <c:v>7251.5</c:v>
                </c:pt>
                <c:pt idx="554" formatCode="0_)">
                  <c:v>7251.5</c:v>
                </c:pt>
                <c:pt idx="555" formatCode="0_)">
                  <c:v>7251.5</c:v>
                </c:pt>
                <c:pt idx="556" formatCode="0_)">
                  <c:v>7251.5</c:v>
                </c:pt>
                <c:pt idx="557" formatCode="0_)">
                  <c:v>7251.5</c:v>
                </c:pt>
                <c:pt idx="558" formatCode="0_)">
                  <c:v>7251.5</c:v>
                </c:pt>
                <c:pt idx="559" formatCode="0_)">
                  <c:v>7251.5</c:v>
                </c:pt>
                <c:pt idx="560" formatCode="0_)">
                  <c:v>7251.5</c:v>
                </c:pt>
                <c:pt idx="561" formatCode="0_)">
                  <c:v>7251.5</c:v>
                </c:pt>
                <c:pt idx="562" formatCode="0_)">
                  <c:v>7251.5</c:v>
                </c:pt>
                <c:pt idx="563" formatCode="0_)">
                  <c:v>7251.5</c:v>
                </c:pt>
                <c:pt idx="564" formatCode="0_)">
                  <c:v>7251.5</c:v>
                </c:pt>
                <c:pt idx="565" formatCode="0_)">
                  <c:v>7251.5</c:v>
                </c:pt>
                <c:pt idx="566" formatCode="0_)">
                  <c:v>7251.5</c:v>
                </c:pt>
                <c:pt idx="567" formatCode="0_)">
                  <c:v>7251.5</c:v>
                </c:pt>
                <c:pt idx="568" formatCode="0_)">
                  <c:v>7251.5</c:v>
                </c:pt>
                <c:pt idx="569" formatCode="0_)">
                  <c:v>7251.5</c:v>
                </c:pt>
                <c:pt idx="570" formatCode="0_)">
                  <c:v>7251.5</c:v>
                </c:pt>
                <c:pt idx="571" formatCode="0_)">
                  <c:v>7251.5</c:v>
                </c:pt>
                <c:pt idx="572" formatCode="0_)">
                  <c:v>7251.5</c:v>
                </c:pt>
                <c:pt idx="573" formatCode="0_)">
                  <c:v>7251.5</c:v>
                </c:pt>
                <c:pt idx="574" formatCode="0_)">
                  <c:v>7251.5</c:v>
                </c:pt>
                <c:pt idx="575" formatCode="0_)">
                  <c:v>7251.5</c:v>
                </c:pt>
                <c:pt idx="576" formatCode="0_)">
                  <c:v>7251.5</c:v>
                </c:pt>
                <c:pt idx="577" formatCode="0_)">
                  <c:v>7251.5</c:v>
                </c:pt>
                <c:pt idx="578" formatCode="0_)">
                  <c:v>7251.5</c:v>
                </c:pt>
                <c:pt idx="579" formatCode="0_)">
                  <c:v>7251.5</c:v>
                </c:pt>
                <c:pt idx="580" formatCode="0_)">
                  <c:v>7251.5</c:v>
                </c:pt>
                <c:pt idx="581" formatCode="0_)">
                  <c:v>7251.5</c:v>
                </c:pt>
                <c:pt idx="582" formatCode="0_)">
                  <c:v>7251.5</c:v>
                </c:pt>
                <c:pt idx="583" formatCode="0_)">
                  <c:v>7251.5</c:v>
                </c:pt>
                <c:pt idx="584" formatCode="0_)">
                  <c:v>7251.5</c:v>
                </c:pt>
                <c:pt idx="585" formatCode="0_)">
                  <c:v>7251.5</c:v>
                </c:pt>
                <c:pt idx="586" formatCode="0_)">
                  <c:v>7251.5</c:v>
                </c:pt>
                <c:pt idx="587" formatCode="0_)">
                  <c:v>7251.5</c:v>
                </c:pt>
                <c:pt idx="588" formatCode="0_)">
                  <c:v>7251.5</c:v>
                </c:pt>
                <c:pt idx="589" formatCode="0_)">
                  <c:v>7251.5</c:v>
                </c:pt>
                <c:pt idx="590" formatCode="0_)">
                  <c:v>7251.5</c:v>
                </c:pt>
                <c:pt idx="591" formatCode="0_)">
                  <c:v>7251.5</c:v>
                </c:pt>
                <c:pt idx="592" formatCode="0_)">
                  <c:v>7251.5</c:v>
                </c:pt>
                <c:pt idx="593" formatCode="0_)">
                  <c:v>7251.5</c:v>
                </c:pt>
                <c:pt idx="594" formatCode="0_)">
                  <c:v>7251.5</c:v>
                </c:pt>
                <c:pt idx="595" formatCode="0_)">
                  <c:v>7251.5</c:v>
                </c:pt>
                <c:pt idx="596" formatCode="0_)">
                  <c:v>7251.5</c:v>
                </c:pt>
                <c:pt idx="597" formatCode="0_)">
                  <c:v>7251.5</c:v>
                </c:pt>
                <c:pt idx="598" formatCode="0_)">
                  <c:v>7251.5</c:v>
                </c:pt>
                <c:pt idx="599" formatCode="0_)">
                  <c:v>7251.5</c:v>
                </c:pt>
                <c:pt idx="600" formatCode="0_)">
                  <c:v>7251.5</c:v>
                </c:pt>
                <c:pt idx="601" formatCode="0_)">
                  <c:v>7251.5</c:v>
                </c:pt>
                <c:pt idx="602" formatCode="0_)">
                  <c:v>7251.5</c:v>
                </c:pt>
                <c:pt idx="603" formatCode="0_)">
                  <c:v>7251.5</c:v>
                </c:pt>
                <c:pt idx="604" formatCode="0_)">
                  <c:v>7251.5</c:v>
                </c:pt>
                <c:pt idx="605" formatCode="0_)">
                  <c:v>7251.5</c:v>
                </c:pt>
                <c:pt idx="606" formatCode="0_)">
                  <c:v>7251.5</c:v>
                </c:pt>
                <c:pt idx="607" formatCode="0_)">
                  <c:v>7251.5</c:v>
                </c:pt>
                <c:pt idx="608" formatCode="0_)">
                  <c:v>7251.5</c:v>
                </c:pt>
                <c:pt idx="609" formatCode="0_)">
                  <c:v>7251.5</c:v>
                </c:pt>
                <c:pt idx="610" formatCode="0_)">
                  <c:v>7251.5</c:v>
                </c:pt>
                <c:pt idx="611" formatCode="0_)">
                  <c:v>7251.5</c:v>
                </c:pt>
                <c:pt idx="612" formatCode="0_)">
                  <c:v>7251.5</c:v>
                </c:pt>
                <c:pt idx="613" formatCode="0_)">
                  <c:v>7251.5</c:v>
                </c:pt>
                <c:pt idx="614" formatCode="0_)">
                  <c:v>7251.5</c:v>
                </c:pt>
                <c:pt idx="615" formatCode="0_)">
                  <c:v>7251.5</c:v>
                </c:pt>
                <c:pt idx="616" formatCode="0_)">
                  <c:v>7251.5</c:v>
                </c:pt>
                <c:pt idx="617" formatCode="0_)">
                  <c:v>7251.5</c:v>
                </c:pt>
                <c:pt idx="618" formatCode="0_)">
                  <c:v>7251.5</c:v>
                </c:pt>
                <c:pt idx="619" formatCode="0_)">
                  <c:v>7251.5</c:v>
                </c:pt>
                <c:pt idx="620" formatCode="0_)">
                  <c:v>7251.5</c:v>
                </c:pt>
                <c:pt idx="621" formatCode="0_)">
                  <c:v>7251.5</c:v>
                </c:pt>
                <c:pt idx="622" formatCode="0_)">
                  <c:v>7251.5</c:v>
                </c:pt>
                <c:pt idx="623" formatCode="0_)">
                  <c:v>7251.5</c:v>
                </c:pt>
                <c:pt idx="624" formatCode="0_)">
                  <c:v>7251.5</c:v>
                </c:pt>
                <c:pt idx="625" formatCode="0_)">
                  <c:v>7251.5</c:v>
                </c:pt>
                <c:pt idx="626" formatCode="0_)">
                  <c:v>7251.5</c:v>
                </c:pt>
                <c:pt idx="627" formatCode="0_)">
                  <c:v>7251.5</c:v>
                </c:pt>
                <c:pt idx="628" formatCode="0_)">
                  <c:v>7251.5</c:v>
                </c:pt>
                <c:pt idx="629" formatCode="0_)">
                  <c:v>7251.5</c:v>
                </c:pt>
                <c:pt idx="630" formatCode="0_)">
                  <c:v>7251.5</c:v>
                </c:pt>
                <c:pt idx="631" formatCode="0_)">
                  <c:v>7251.5</c:v>
                </c:pt>
                <c:pt idx="632" formatCode="0_)">
                  <c:v>7251.5</c:v>
                </c:pt>
                <c:pt idx="633" formatCode="0_)">
                  <c:v>7251.5</c:v>
                </c:pt>
                <c:pt idx="634" formatCode="0_)">
                  <c:v>7251.5</c:v>
                </c:pt>
                <c:pt idx="635" formatCode="0_)">
                  <c:v>7251.5</c:v>
                </c:pt>
                <c:pt idx="636" formatCode="0_)">
                  <c:v>7251.5</c:v>
                </c:pt>
                <c:pt idx="637" formatCode="0_)">
                  <c:v>7251.5</c:v>
                </c:pt>
                <c:pt idx="638" formatCode="0_)">
                  <c:v>7251.5</c:v>
                </c:pt>
                <c:pt idx="639" formatCode="0_)">
                  <c:v>7251.5</c:v>
                </c:pt>
                <c:pt idx="640" formatCode="0_)">
                  <c:v>7251.5</c:v>
                </c:pt>
                <c:pt idx="641" formatCode="0_)">
                  <c:v>7251.5</c:v>
                </c:pt>
                <c:pt idx="642" formatCode="0_)">
                  <c:v>7251.5</c:v>
                </c:pt>
                <c:pt idx="643" formatCode="0_)">
                  <c:v>7251.5</c:v>
                </c:pt>
                <c:pt idx="644" formatCode="0_)">
                  <c:v>7251.5</c:v>
                </c:pt>
                <c:pt idx="645" formatCode="0_)">
                  <c:v>7251.5</c:v>
                </c:pt>
                <c:pt idx="646" formatCode="0_)">
                  <c:v>7251.5</c:v>
                </c:pt>
                <c:pt idx="647" formatCode="0_)">
                  <c:v>7251.5</c:v>
                </c:pt>
                <c:pt idx="648" formatCode="0_)">
                  <c:v>7251.5</c:v>
                </c:pt>
                <c:pt idx="649" formatCode="0_)">
                  <c:v>7251.5</c:v>
                </c:pt>
                <c:pt idx="650" formatCode="0_)">
                  <c:v>7251.5</c:v>
                </c:pt>
                <c:pt idx="651" formatCode="0_)">
                  <c:v>7251.5</c:v>
                </c:pt>
                <c:pt idx="652" formatCode="0_)">
                  <c:v>7251.5</c:v>
                </c:pt>
                <c:pt idx="653" formatCode="0_)">
                  <c:v>7251.5</c:v>
                </c:pt>
                <c:pt idx="654" formatCode="0_)">
                  <c:v>7251.5</c:v>
                </c:pt>
                <c:pt idx="655" formatCode="0_)">
                  <c:v>7251.5</c:v>
                </c:pt>
                <c:pt idx="656" formatCode="0_)">
                  <c:v>7251.5</c:v>
                </c:pt>
                <c:pt idx="657" formatCode="0_)">
                  <c:v>7251.5</c:v>
                </c:pt>
                <c:pt idx="658" formatCode="0_)">
                  <c:v>7251.5</c:v>
                </c:pt>
                <c:pt idx="659" formatCode="0_)">
                  <c:v>7251.5</c:v>
                </c:pt>
                <c:pt idx="660" formatCode="0_)">
                  <c:v>7251.5</c:v>
                </c:pt>
                <c:pt idx="661" formatCode="0_)">
                  <c:v>7251.5</c:v>
                </c:pt>
                <c:pt idx="662" formatCode="0_)">
                  <c:v>7251.5</c:v>
                </c:pt>
                <c:pt idx="663" formatCode="0_)">
                  <c:v>7251.5</c:v>
                </c:pt>
                <c:pt idx="664" formatCode="0_)">
                  <c:v>7251.5</c:v>
                </c:pt>
                <c:pt idx="665" formatCode="0_)">
                  <c:v>7251.5</c:v>
                </c:pt>
                <c:pt idx="666" formatCode="0_)">
                  <c:v>7251.5</c:v>
                </c:pt>
                <c:pt idx="667" formatCode="0_)">
                  <c:v>7251.5</c:v>
                </c:pt>
                <c:pt idx="668" formatCode="0_)">
                  <c:v>7251.5</c:v>
                </c:pt>
                <c:pt idx="669" formatCode="0_)">
                  <c:v>7251.5</c:v>
                </c:pt>
                <c:pt idx="670" formatCode="0_)">
                  <c:v>7251.5</c:v>
                </c:pt>
                <c:pt idx="671" formatCode="0_)">
                  <c:v>7251.5</c:v>
                </c:pt>
                <c:pt idx="672" formatCode="0_)">
                  <c:v>7251.5</c:v>
                </c:pt>
                <c:pt idx="673" formatCode="0_)">
                  <c:v>7251.5</c:v>
                </c:pt>
                <c:pt idx="674" formatCode="0_)">
                  <c:v>7251.5</c:v>
                </c:pt>
                <c:pt idx="675" formatCode="0_)">
                  <c:v>7251.5</c:v>
                </c:pt>
                <c:pt idx="676" formatCode="0_)">
                  <c:v>7251.5</c:v>
                </c:pt>
                <c:pt idx="677" formatCode="0_)">
                  <c:v>7251.5</c:v>
                </c:pt>
                <c:pt idx="678" formatCode="0_)">
                  <c:v>7251.5</c:v>
                </c:pt>
                <c:pt idx="679" formatCode="0_)">
                  <c:v>7251.5</c:v>
                </c:pt>
                <c:pt idx="680" formatCode="0_)">
                  <c:v>7251.5</c:v>
                </c:pt>
                <c:pt idx="681" formatCode="0_)">
                  <c:v>7251.5</c:v>
                </c:pt>
                <c:pt idx="682" formatCode="0_)">
                  <c:v>7251.5</c:v>
                </c:pt>
                <c:pt idx="683" formatCode="0_)">
                  <c:v>7251.5</c:v>
                </c:pt>
                <c:pt idx="684" formatCode="0_)">
                  <c:v>7251.5</c:v>
                </c:pt>
                <c:pt idx="685" formatCode="0_)">
                  <c:v>7251.5</c:v>
                </c:pt>
                <c:pt idx="686" formatCode="0_)">
                  <c:v>7251.5</c:v>
                </c:pt>
                <c:pt idx="687" formatCode="0_)">
                  <c:v>7251.5</c:v>
                </c:pt>
                <c:pt idx="688" formatCode="0_)">
                  <c:v>7251.5</c:v>
                </c:pt>
                <c:pt idx="689" formatCode="0_)">
                  <c:v>7251.5</c:v>
                </c:pt>
                <c:pt idx="690" formatCode="0_)">
                  <c:v>7251.5</c:v>
                </c:pt>
                <c:pt idx="691" formatCode="0_)">
                  <c:v>7251.5</c:v>
                </c:pt>
                <c:pt idx="692" formatCode="0_)">
                  <c:v>7251.5</c:v>
                </c:pt>
                <c:pt idx="693" formatCode="0_)">
                  <c:v>7251.5</c:v>
                </c:pt>
                <c:pt idx="694" formatCode="0_)">
                  <c:v>7251.5</c:v>
                </c:pt>
                <c:pt idx="695" formatCode="0_)">
                  <c:v>7251.5</c:v>
                </c:pt>
                <c:pt idx="696" formatCode="0_)">
                  <c:v>7251.5</c:v>
                </c:pt>
                <c:pt idx="697" formatCode="0_)">
                  <c:v>7251.5</c:v>
                </c:pt>
                <c:pt idx="698" formatCode="0_)">
                  <c:v>7251.5</c:v>
                </c:pt>
                <c:pt idx="699" formatCode="0_)">
                  <c:v>7251.5</c:v>
                </c:pt>
                <c:pt idx="700" formatCode="0_)">
                  <c:v>7251.5</c:v>
                </c:pt>
                <c:pt idx="701" formatCode="0_)">
                  <c:v>7251.5</c:v>
                </c:pt>
                <c:pt idx="702" formatCode="0_)">
                  <c:v>7251.5</c:v>
                </c:pt>
                <c:pt idx="703" formatCode="0_)">
                  <c:v>7251.5</c:v>
                </c:pt>
                <c:pt idx="704" formatCode="0_)">
                  <c:v>7251.5</c:v>
                </c:pt>
                <c:pt idx="705" formatCode="0_)">
                  <c:v>7251.5</c:v>
                </c:pt>
                <c:pt idx="706" formatCode="0_)">
                  <c:v>7251.5</c:v>
                </c:pt>
                <c:pt idx="707" formatCode="0_)">
                  <c:v>7251.5</c:v>
                </c:pt>
                <c:pt idx="708" formatCode="0_)">
                  <c:v>7251.5</c:v>
                </c:pt>
                <c:pt idx="709" formatCode="0_)">
                  <c:v>7251.5</c:v>
                </c:pt>
                <c:pt idx="710" formatCode="0_)">
                  <c:v>7251.5</c:v>
                </c:pt>
                <c:pt idx="711" formatCode="0_)">
                  <c:v>7251.5</c:v>
                </c:pt>
                <c:pt idx="712" formatCode="0_)">
                  <c:v>7251.5</c:v>
                </c:pt>
                <c:pt idx="713" formatCode="0_)">
                  <c:v>7251.5</c:v>
                </c:pt>
                <c:pt idx="714" formatCode="0_)">
                  <c:v>7251.5</c:v>
                </c:pt>
                <c:pt idx="715" formatCode="0_)">
                  <c:v>7251.5</c:v>
                </c:pt>
                <c:pt idx="716" formatCode="0_)">
                  <c:v>7251.5</c:v>
                </c:pt>
                <c:pt idx="717" formatCode="0_)">
                  <c:v>7251.5</c:v>
                </c:pt>
                <c:pt idx="718" formatCode="0_)">
                  <c:v>7251.5</c:v>
                </c:pt>
                <c:pt idx="719" formatCode="0_)">
                  <c:v>7251.5</c:v>
                </c:pt>
                <c:pt idx="720" formatCode="0_)">
                  <c:v>7251.5</c:v>
                </c:pt>
                <c:pt idx="721" formatCode="0_)">
                  <c:v>7251.5</c:v>
                </c:pt>
                <c:pt idx="722" formatCode="0_)">
                  <c:v>7251.5</c:v>
                </c:pt>
                <c:pt idx="723" formatCode="0_)">
                  <c:v>7251.5</c:v>
                </c:pt>
                <c:pt idx="724" formatCode="0_)">
                  <c:v>7251.5</c:v>
                </c:pt>
                <c:pt idx="725" formatCode="0_)">
                  <c:v>7251.5</c:v>
                </c:pt>
                <c:pt idx="726" formatCode="0_)">
                  <c:v>7251.5</c:v>
                </c:pt>
                <c:pt idx="727" formatCode="0_)">
                  <c:v>7251.5</c:v>
                </c:pt>
                <c:pt idx="728" formatCode="0_)">
                  <c:v>7251.5</c:v>
                </c:pt>
                <c:pt idx="729" formatCode="0_)">
                  <c:v>7251.5</c:v>
                </c:pt>
                <c:pt idx="730" formatCode="0_)">
                  <c:v>7251.5</c:v>
                </c:pt>
                <c:pt idx="731" formatCode="0_)">
                  <c:v>7251.5</c:v>
                </c:pt>
                <c:pt idx="732" formatCode="0_)">
                  <c:v>7251.5</c:v>
                </c:pt>
                <c:pt idx="733" formatCode="0_)">
                  <c:v>7251.5</c:v>
                </c:pt>
                <c:pt idx="734" formatCode="0_)">
                  <c:v>7251.5</c:v>
                </c:pt>
                <c:pt idx="735" formatCode="0_)">
                  <c:v>7251.5</c:v>
                </c:pt>
                <c:pt idx="736" formatCode="0_)">
                  <c:v>7251.5</c:v>
                </c:pt>
                <c:pt idx="737" formatCode="0_)">
                  <c:v>7251.5</c:v>
                </c:pt>
                <c:pt idx="738" formatCode="0_)">
                  <c:v>7251.5</c:v>
                </c:pt>
                <c:pt idx="739" formatCode="0_)">
                  <c:v>7251.5</c:v>
                </c:pt>
                <c:pt idx="740" formatCode="0_)">
                  <c:v>7251.5</c:v>
                </c:pt>
                <c:pt idx="741" formatCode="0_)">
                  <c:v>7251.5</c:v>
                </c:pt>
                <c:pt idx="742" formatCode="0_)">
                  <c:v>7251.5</c:v>
                </c:pt>
                <c:pt idx="743" formatCode="0_)">
                  <c:v>7251.5</c:v>
                </c:pt>
                <c:pt idx="744" formatCode="0_)">
                  <c:v>7251.5</c:v>
                </c:pt>
                <c:pt idx="745" formatCode="0_)">
                  <c:v>7251.5</c:v>
                </c:pt>
                <c:pt idx="746" formatCode="0_)">
                  <c:v>7251.5</c:v>
                </c:pt>
                <c:pt idx="747" formatCode="0_)">
                  <c:v>7251.5</c:v>
                </c:pt>
                <c:pt idx="748" formatCode="0_)">
                  <c:v>7251.5</c:v>
                </c:pt>
                <c:pt idx="749" formatCode="0_)">
                  <c:v>7251.5</c:v>
                </c:pt>
                <c:pt idx="750" formatCode="0_)">
                  <c:v>7251.5</c:v>
                </c:pt>
                <c:pt idx="751" formatCode="0_)">
                  <c:v>7251.5</c:v>
                </c:pt>
                <c:pt idx="752" formatCode="0_)">
                  <c:v>7251.5</c:v>
                </c:pt>
                <c:pt idx="753" formatCode="0_)">
                  <c:v>7251.5</c:v>
                </c:pt>
                <c:pt idx="754" formatCode="0_)">
                  <c:v>7251.5</c:v>
                </c:pt>
                <c:pt idx="755" formatCode="0_)">
                  <c:v>7251.5</c:v>
                </c:pt>
                <c:pt idx="756" formatCode="0_)">
                  <c:v>7251.5</c:v>
                </c:pt>
                <c:pt idx="757" formatCode="0_)">
                  <c:v>7251.5</c:v>
                </c:pt>
                <c:pt idx="758" formatCode="0_)">
                  <c:v>7251.5</c:v>
                </c:pt>
                <c:pt idx="759" formatCode="0_)">
                  <c:v>7251.5</c:v>
                </c:pt>
                <c:pt idx="760" formatCode="0_)">
                  <c:v>7251.5</c:v>
                </c:pt>
                <c:pt idx="761" formatCode="0_)">
                  <c:v>7251.5</c:v>
                </c:pt>
                <c:pt idx="762" formatCode="0_)">
                  <c:v>7251.5</c:v>
                </c:pt>
                <c:pt idx="763" formatCode="0_)">
                  <c:v>7251.5</c:v>
                </c:pt>
                <c:pt idx="764" formatCode="0_)">
                  <c:v>7251.5</c:v>
                </c:pt>
                <c:pt idx="765" formatCode="0_)">
                  <c:v>7251.5</c:v>
                </c:pt>
                <c:pt idx="766" formatCode="0_)">
                  <c:v>7251.5</c:v>
                </c:pt>
                <c:pt idx="767" formatCode="0_)">
                  <c:v>7251.5</c:v>
                </c:pt>
                <c:pt idx="768" formatCode="0_)">
                  <c:v>7251.5</c:v>
                </c:pt>
                <c:pt idx="769" formatCode="0_)">
                  <c:v>7251.5</c:v>
                </c:pt>
                <c:pt idx="770" formatCode="0_)">
                  <c:v>7251.5</c:v>
                </c:pt>
                <c:pt idx="771" formatCode="0_)">
                  <c:v>7251.5</c:v>
                </c:pt>
                <c:pt idx="772" formatCode="0_)">
                  <c:v>7251.5</c:v>
                </c:pt>
                <c:pt idx="773" formatCode="0_)">
                  <c:v>7251.5</c:v>
                </c:pt>
                <c:pt idx="774" formatCode="0_)">
                  <c:v>7251.5</c:v>
                </c:pt>
                <c:pt idx="775" formatCode="0_)">
                  <c:v>7251.5</c:v>
                </c:pt>
                <c:pt idx="776" formatCode="0_)">
                  <c:v>7251.5</c:v>
                </c:pt>
                <c:pt idx="777" formatCode="0_)">
                  <c:v>7251.5</c:v>
                </c:pt>
                <c:pt idx="778" formatCode="0_)">
                  <c:v>7251.5</c:v>
                </c:pt>
                <c:pt idx="779" formatCode="0_)">
                  <c:v>7251.5</c:v>
                </c:pt>
                <c:pt idx="780" formatCode="0_)">
                  <c:v>7251.5</c:v>
                </c:pt>
                <c:pt idx="781" formatCode="0_)">
                  <c:v>7251.5</c:v>
                </c:pt>
                <c:pt idx="782" formatCode="0_)">
                  <c:v>7251.5</c:v>
                </c:pt>
                <c:pt idx="783" formatCode="0_)">
                  <c:v>7251.5</c:v>
                </c:pt>
                <c:pt idx="784" formatCode="0_)">
                  <c:v>7251.5</c:v>
                </c:pt>
                <c:pt idx="785" formatCode="0_)">
                  <c:v>7251.5</c:v>
                </c:pt>
                <c:pt idx="786" formatCode="0_)">
                  <c:v>7251.5</c:v>
                </c:pt>
                <c:pt idx="787" formatCode="0_)">
                  <c:v>7251.5</c:v>
                </c:pt>
                <c:pt idx="788" formatCode="0_)">
                  <c:v>7251.5</c:v>
                </c:pt>
                <c:pt idx="789" formatCode="0_)">
                  <c:v>7251.5</c:v>
                </c:pt>
                <c:pt idx="790" formatCode="0_)">
                  <c:v>7251.5</c:v>
                </c:pt>
                <c:pt idx="791" formatCode="0_)">
                  <c:v>7251.5</c:v>
                </c:pt>
                <c:pt idx="792" formatCode="0_)">
                  <c:v>7251.5</c:v>
                </c:pt>
                <c:pt idx="793" formatCode="0_)">
                  <c:v>7251.5</c:v>
                </c:pt>
                <c:pt idx="794" formatCode="0_)">
                  <c:v>7251.5</c:v>
                </c:pt>
                <c:pt idx="795" formatCode="0_)">
                  <c:v>7251.5</c:v>
                </c:pt>
                <c:pt idx="796" formatCode="0_)">
                  <c:v>7251.5</c:v>
                </c:pt>
                <c:pt idx="797" formatCode="0_)">
                  <c:v>7251.5</c:v>
                </c:pt>
                <c:pt idx="798" formatCode="0_)">
                  <c:v>7251.5</c:v>
                </c:pt>
                <c:pt idx="799" formatCode="0_)">
                  <c:v>7251.5</c:v>
                </c:pt>
                <c:pt idx="800" formatCode="0_)">
                  <c:v>7251.5</c:v>
                </c:pt>
                <c:pt idx="801" formatCode="0_)">
                  <c:v>7251.5</c:v>
                </c:pt>
                <c:pt idx="802" formatCode="0_)">
                  <c:v>7251.5</c:v>
                </c:pt>
                <c:pt idx="803" formatCode="0_)">
                  <c:v>7251.5</c:v>
                </c:pt>
                <c:pt idx="804" formatCode="0_)">
                  <c:v>7251.5</c:v>
                </c:pt>
                <c:pt idx="805" formatCode="0_)">
                  <c:v>7251.5</c:v>
                </c:pt>
                <c:pt idx="806" formatCode="0_)">
                  <c:v>7251.5</c:v>
                </c:pt>
                <c:pt idx="807" formatCode="0_)">
                  <c:v>7251.5</c:v>
                </c:pt>
                <c:pt idx="808" formatCode="0_)">
                  <c:v>7251.5</c:v>
                </c:pt>
                <c:pt idx="809" formatCode="0_)">
                  <c:v>7251.5</c:v>
                </c:pt>
                <c:pt idx="810" formatCode="0_)">
                  <c:v>7251.5</c:v>
                </c:pt>
                <c:pt idx="811" formatCode="0_)">
                  <c:v>7251.5</c:v>
                </c:pt>
                <c:pt idx="812" formatCode="0_)">
                  <c:v>7251.5</c:v>
                </c:pt>
                <c:pt idx="813" formatCode="0_)">
                  <c:v>7251.5</c:v>
                </c:pt>
                <c:pt idx="814" formatCode="0_)">
                  <c:v>7251.5</c:v>
                </c:pt>
                <c:pt idx="815" formatCode="0_)">
                  <c:v>7251.5</c:v>
                </c:pt>
                <c:pt idx="816" formatCode="0_)">
                  <c:v>7251.5</c:v>
                </c:pt>
                <c:pt idx="817" formatCode="0_)">
                  <c:v>7251.5</c:v>
                </c:pt>
                <c:pt idx="818" formatCode="0_)">
                  <c:v>7251.5</c:v>
                </c:pt>
                <c:pt idx="819" formatCode="0_)">
                  <c:v>7251.5</c:v>
                </c:pt>
                <c:pt idx="820" formatCode="0_)">
                  <c:v>7251.5</c:v>
                </c:pt>
                <c:pt idx="821" formatCode="0_)">
                  <c:v>7251.5</c:v>
                </c:pt>
                <c:pt idx="822" formatCode="0_)">
                  <c:v>7251.5</c:v>
                </c:pt>
                <c:pt idx="823" formatCode="0_)">
                  <c:v>7251.5</c:v>
                </c:pt>
                <c:pt idx="824" formatCode="0_)">
                  <c:v>7251.5</c:v>
                </c:pt>
                <c:pt idx="825" formatCode="0_)">
                  <c:v>7251.5</c:v>
                </c:pt>
                <c:pt idx="826" formatCode="0_)">
                  <c:v>7251.5</c:v>
                </c:pt>
                <c:pt idx="827" formatCode="0_)">
                  <c:v>7251.5</c:v>
                </c:pt>
                <c:pt idx="828" formatCode="0_)">
                  <c:v>7251.5</c:v>
                </c:pt>
                <c:pt idx="829" formatCode="0_)">
                  <c:v>7251.5</c:v>
                </c:pt>
                <c:pt idx="830" formatCode="0_)">
                  <c:v>7251.5</c:v>
                </c:pt>
                <c:pt idx="831" formatCode="0_)">
                  <c:v>7251.5</c:v>
                </c:pt>
                <c:pt idx="832" formatCode="0_)">
                  <c:v>7251.5</c:v>
                </c:pt>
                <c:pt idx="833" formatCode="0_)">
                  <c:v>7251.5</c:v>
                </c:pt>
                <c:pt idx="834" formatCode="0_)">
                  <c:v>7251.5</c:v>
                </c:pt>
                <c:pt idx="835" formatCode="0_)">
                  <c:v>7251.5</c:v>
                </c:pt>
                <c:pt idx="836" formatCode="0_)">
                  <c:v>7251.5</c:v>
                </c:pt>
                <c:pt idx="837" formatCode="0_)">
                  <c:v>7251.5</c:v>
                </c:pt>
                <c:pt idx="838" formatCode="0_)">
                  <c:v>7251.5</c:v>
                </c:pt>
                <c:pt idx="839" formatCode="0_)">
                  <c:v>7251.5</c:v>
                </c:pt>
                <c:pt idx="840" formatCode="0_)">
                  <c:v>7251.5</c:v>
                </c:pt>
                <c:pt idx="841" formatCode="0_)">
                  <c:v>7251.5</c:v>
                </c:pt>
                <c:pt idx="842" formatCode="0_)">
                  <c:v>7251.5</c:v>
                </c:pt>
                <c:pt idx="843" formatCode="0_)">
                  <c:v>7251.5</c:v>
                </c:pt>
                <c:pt idx="844" formatCode="0_)">
                  <c:v>7251.5</c:v>
                </c:pt>
                <c:pt idx="845" formatCode="0_)">
                  <c:v>7251.5</c:v>
                </c:pt>
                <c:pt idx="846" formatCode="0_)">
                  <c:v>7251.5</c:v>
                </c:pt>
                <c:pt idx="847" formatCode="0_)">
                  <c:v>7251.5</c:v>
                </c:pt>
                <c:pt idx="848" formatCode="0_)">
                  <c:v>7251.5</c:v>
                </c:pt>
                <c:pt idx="849" formatCode="0_)">
                  <c:v>7251.5</c:v>
                </c:pt>
                <c:pt idx="850" formatCode="0_)">
                  <c:v>7251.5</c:v>
                </c:pt>
                <c:pt idx="851" formatCode="0_)">
                  <c:v>7251.5</c:v>
                </c:pt>
                <c:pt idx="852" formatCode="0_)">
                  <c:v>7251.5</c:v>
                </c:pt>
                <c:pt idx="853" formatCode="0_)">
                  <c:v>7251.5</c:v>
                </c:pt>
                <c:pt idx="854" formatCode="0_)">
                  <c:v>7251.5</c:v>
                </c:pt>
                <c:pt idx="855" formatCode="0_)">
                  <c:v>7251.5</c:v>
                </c:pt>
                <c:pt idx="856" formatCode="0_)">
                  <c:v>7251.5</c:v>
                </c:pt>
                <c:pt idx="857" formatCode="0_)">
                  <c:v>7251.5</c:v>
                </c:pt>
                <c:pt idx="858" formatCode="0_)">
                  <c:v>7251.5</c:v>
                </c:pt>
                <c:pt idx="859" formatCode="0_)">
                  <c:v>7251.5</c:v>
                </c:pt>
                <c:pt idx="860" formatCode="0_)">
                  <c:v>7251.5</c:v>
                </c:pt>
                <c:pt idx="861" formatCode="0_)">
                  <c:v>7251.5</c:v>
                </c:pt>
                <c:pt idx="862" formatCode="0_)">
                  <c:v>7251.5</c:v>
                </c:pt>
                <c:pt idx="863" formatCode="0_)">
                  <c:v>7251.5</c:v>
                </c:pt>
                <c:pt idx="864" formatCode="0_)">
                  <c:v>7251.5</c:v>
                </c:pt>
                <c:pt idx="865" formatCode="0_)">
                  <c:v>7251.5</c:v>
                </c:pt>
                <c:pt idx="866" formatCode="0_)">
                  <c:v>7251.5</c:v>
                </c:pt>
              </c:numCache>
            </c:numRef>
          </c:val>
        </c:ser>
        <c:marker val="1"/>
        <c:axId val="98886400"/>
        <c:axId val="98888704"/>
      </c:lineChart>
      <c:dateAx>
        <c:axId val="98886400"/>
        <c:scaling>
          <c:orientation val="minMax"/>
        </c:scaling>
        <c:axPos val="b"/>
        <c:numFmt formatCode="m/yyyy;@" sourceLinked="0"/>
        <c:tickLblPos val="nextTo"/>
        <c:spPr>
          <a:ln>
            <a:solidFill>
              <a:schemeClr val="tx1"/>
            </a:solidFill>
          </a:ln>
        </c:spPr>
        <c:txPr>
          <a:bodyPr/>
          <a:lstStyle/>
          <a:p>
            <a:pPr>
              <a:defRPr lang="en-GB" sz="1400">
                <a:latin typeface="Arial" pitchFamily="34" charset="0"/>
                <a:cs typeface="Arial" pitchFamily="34" charset="0"/>
              </a:defRPr>
            </a:pPr>
            <a:endParaRPr lang="zh-CN"/>
          </a:p>
        </c:txPr>
        <c:crossAx val="98888704"/>
        <c:crosses val="autoZero"/>
        <c:auto val="1"/>
        <c:lblOffset val="100"/>
        <c:majorUnit val="13"/>
        <c:majorTimeUnit val="months"/>
        <c:minorUnit val="13"/>
        <c:minorTimeUnit val="months"/>
      </c:dateAx>
      <c:valAx>
        <c:axId val="98888704"/>
        <c:scaling>
          <c:orientation val="minMax"/>
          <c:min val="6000"/>
        </c:scaling>
        <c:axPos val="l"/>
        <c:numFmt formatCode="#,##0" sourceLinked="0"/>
        <c:tickLblPos val="nextTo"/>
        <c:spPr>
          <a:ln>
            <a:solidFill>
              <a:schemeClr val="tx1"/>
            </a:solidFill>
          </a:ln>
        </c:spPr>
        <c:txPr>
          <a:bodyPr/>
          <a:lstStyle/>
          <a:p>
            <a:pPr>
              <a:defRPr lang="en-GB" sz="1400">
                <a:latin typeface="Arial" pitchFamily="34" charset="0"/>
                <a:cs typeface="Arial" pitchFamily="34" charset="0"/>
              </a:defRPr>
            </a:pPr>
            <a:endParaRPr lang="zh-CN"/>
          </a:p>
        </c:txPr>
        <c:crossAx val="98886400"/>
        <c:crosses val="autoZero"/>
        <c:crossBetween val="between"/>
      </c:valAx>
    </c:plotArea>
    <c:plotVisOnly val="1"/>
  </c:chart>
  <c:spPr>
    <a:ln>
      <a:noFill/>
    </a:ln>
  </c:sp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CN"/>
  <c:chart>
    <c:autoTitleDeleted val="1"/>
    <c:plotArea>
      <c:layout>
        <c:manualLayout>
          <c:layoutTarget val="inner"/>
          <c:xMode val="edge"/>
          <c:yMode val="edge"/>
          <c:x val="5.7695088897689234E-2"/>
          <c:y val="0.12881587564937322"/>
          <c:w val="0.9123409639111898"/>
          <c:h val="0.77689876838281724"/>
        </c:manualLayout>
      </c:layout>
      <c:areaChart>
        <c:grouping val="standard"/>
        <c:ser>
          <c:idx val="0"/>
          <c:order val="0"/>
          <c:tx>
            <c:strRef>
              <c:f>Weekly!$K$4</c:f>
              <c:strCache>
                <c:ptCount val="1"/>
                <c:pt idx="0">
                  <c:v>Long</c:v>
                </c:pt>
              </c:strCache>
            </c:strRef>
          </c:tx>
          <c:spPr>
            <a:solidFill>
              <a:srgbClr val="003D7E"/>
            </a:solidFill>
            <a:ln>
              <a:solidFill>
                <a:srgbClr val="000099"/>
              </a:solidFill>
            </a:ln>
          </c:spPr>
          <c:cat>
            <c:numRef>
              <c:f>Weekly!$A$294:$A$364</c:f>
              <c:numCache>
                <c:formatCode>[$-409]d\-mmm\-yy;@</c:formatCode>
                <c:ptCount val="71"/>
                <c:pt idx="0">
                  <c:v>40904</c:v>
                </c:pt>
                <c:pt idx="1">
                  <c:v>40911</c:v>
                </c:pt>
                <c:pt idx="2">
                  <c:v>40918</c:v>
                </c:pt>
                <c:pt idx="3">
                  <c:v>40925</c:v>
                </c:pt>
                <c:pt idx="4">
                  <c:v>40932</c:v>
                </c:pt>
                <c:pt idx="5">
                  <c:v>40939</c:v>
                </c:pt>
                <c:pt idx="6">
                  <c:v>40946</c:v>
                </c:pt>
                <c:pt idx="7">
                  <c:v>40953</c:v>
                </c:pt>
                <c:pt idx="8">
                  <c:v>40960</c:v>
                </c:pt>
                <c:pt idx="9">
                  <c:v>40967</c:v>
                </c:pt>
                <c:pt idx="10">
                  <c:v>40974</c:v>
                </c:pt>
                <c:pt idx="11">
                  <c:v>40981</c:v>
                </c:pt>
                <c:pt idx="12">
                  <c:v>40988</c:v>
                </c:pt>
                <c:pt idx="13">
                  <c:v>40995</c:v>
                </c:pt>
                <c:pt idx="14">
                  <c:v>41002</c:v>
                </c:pt>
                <c:pt idx="15">
                  <c:v>41009</c:v>
                </c:pt>
                <c:pt idx="16">
                  <c:v>41016</c:v>
                </c:pt>
                <c:pt idx="17">
                  <c:v>41023</c:v>
                </c:pt>
                <c:pt idx="18">
                  <c:v>41030</c:v>
                </c:pt>
                <c:pt idx="19">
                  <c:v>41037</c:v>
                </c:pt>
                <c:pt idx="20">
                  <c:v>41044</c:v>
                </c:pt>
                <c:pt idx="21">
                  <c:v>41051</c:v>
                </c:pt>
                <c:pt idx="22">
                  <c:v>41058</c:v>
                </c:pt>
                <c:pt idx="23">
                  <c:v>41065</c:v>
                </c:pt>
                <c:pt idx="24">
                  <c:v>41072</c:v>
                </c:pt>
                <c:pt idx="25">
                  <c:v>41079</c:v>
                </c:pt>
                <c:pt idx="26">
                  <c:v>41086</c:v>
                </c:pt>
                <c:pt idx="27">
                  <c:v>41093</c:v>
                </c:pt>
                <c:pt idx="28">
                  <c:v>41100</c:v>
                </c:pt>
                <c:pt idx="29">
                  <c:v>41107</c:v>
                </c:pt>
                <c:pt idx="30">
                  <c:v>41114</c:v>
                </c:pt>
                <c:pt idx="31">
                  <c:v>41121</c:v>
                </c:pt>
                <c:pt idx="32">
                  <c:v>41128</c:v>
                </c:pt>
                <c:pt idx="33">
                  <c:v>41135</c:v>
                </c:pt>
                <c:pt idx="34">
                  <c:v>41142</c:v>
                </c:pt>
                <c:pt idx="35">
                  <c:v>41149</c:v>
                </c:pt>
                <c:pt idx="36">
                  <c:v>41156</c:v>
                </c:pt>
                <c:pt idx="37">
                  <c:v>41163</c:v>
                </c:pt>
                <c:pt idx="38">
                  <c:v>41170</c:v>
                </c:pt>
                <c:pt idx="39">
                  <c:v>41177</c:v>
                </c:pt>
                <c:pt idx="40">
                  <c:v>41184</c:v>
                </c:pt>
                <c:pt idx="41">
                  <c:v>41191</c:v>
                </c:pt>
                <c:pt idx="42">
                  <c:v>41198</c:v>
                </c:pt>
                <c:pt idx="43">
                  <c:v>41205</c:v>
                </c:pt>
                <c:pt idx="44">
                  <c:v>41212</c:v>
                </c:pt>
                <c:pt idx="45">
                  <c:v>41219</c:v>
                </c:pt>
                <c:pt idx="46">
                  <c:v>41226</c:v>
                </c:pt>
                <c:pt idx="47">
                  <c:v>41233</c:v>
                </c:pt>
                <c:pt idx="48">
                  <c:v>41240</c:v>
                </c:pt>
                <c:pt idx="49">
                  <c:v>41247</c:v>
                </c:pt>
                <c:pt idx="50">
                  <c:v>41254</c:v>
                </c:pt>
                <c:pt idx="51">
                  <c:v>41261</c:v>
                </c:pt>
                <c:pt idx="52">
                  <c:v>41267</c:v>
                </c:pt>
                <c:pt idx="53">
                  <c:v>41274</c:v>
                </c:pt>
                <c:pt idx="54">
                  <c:v>41282</c:v>
                </c:pt>
                <c:pt idx="55">
                  <c:v>41289</c:v>
                </c:pt>
                <c:pt idx="56">
                  <c:v>41296</c:v>
                </c:pt>
                <c:pt idx="57">
                  <c:v>41303</c:v>
                </c:pt>
                <c:pt idx="58">
                  <c:v>41310</c:v>
                </c:pt>
                <c:pt idx="59">
                  <c:v>41317</c:v>
                </c:pt>
                <c:pt idx="60">
                  <c:v>41324</c:v>
                </c:pt>
                <c:pt idx="61">
                  <c:v>41331</c:v>
                </c:pt>
                <c:pt idx="62">
                  <c:v>41338</c:v>
                </c:pt>
                <c:pt idx="63">
                  <c:v>41345</c:v>
                </c:pt>
                <c:pt idx="64">
                  <c:v>41352</c:v>
                </c:pt>
                <c:pt idx="65">
                  <c:v>41359</c:v>
                </c:pt>
                <c:pt idx="66">
                  <c:v>41366</c:v>
                </c:pt>
                <c:pt idx="67">
                  <c:v>41373</c:v>
                </c:pt>
                <c:pt idx="68">
                  <c:v>41380</c:v>
                </c:pt>
                <c:pt idx="69">
                  <c:v>41387</c:v>
                </c:pt>
                <c:pt idx="70">
                  <c:v>41394</c:v>
                </c:pt>
              </c:numCache>
            </c:numRef>
          </c:cat>
          <c:val>
            <c:numRef>
              <c:f>Weekly!$K$294:$K$364</c:f>
              <c:numCache>
                <c:formatCode>#,##0</c:formatCode>
                <c:ptCount val="71"/>
                <c:pt idx="0">
                  <c:v>21990</c:v>
                </c:pt>
                <c:pt idx="1">
                  <c:v>22625</c:v>
                </c:pt>
                <c:pt idx="2">
                  <c:v>23792</c:v>
                </c:pt>
                <c:pt idx="3">
                  <c:v>26589</c:v>
                </c:pt>
                <c:pt idx="4">
                  <c:v>29021</c:v>
                </c:pt>
                <c:pt idx="5">
                  <c:v>30968</c:v>
                </c:pt>
                <c:pt idx="6">
                  <c:v>33747</c:v>
                </c:pt>
                <c:pt idx="7">
                  <c:v>35559</c:v>
                </c:pt>
                <c:pt idx="8">
                  <c:v>35154</c:v>
                </c:pt>
                <c:pt idx="9">
                  <c:v>36758</c:v>
                </c:pt>
                <c:pt idx="10">
                  <c:v>36249</c:v>
                </c:pt>
                <c:pt idx="11">
                  <c:v>36765</c:v>
                </c:pt>
                <c:pt idx="12">
                  <c:v>41482</c:v>
                </c:pt>
                <c:pt idx="13">
                  <c:v>37884</c:v>
                </c:pt>
                <c:pt idx="14">
                  <c:v>40451</c:v>
                </c:pt>
                <c:pt idx="15">
                  <c:v>31944</c:v>
                </c:pt>
                <c:pt idx="16">
                  <c:v>32425</c:v>
                </c:pt>
                <c:pt idx="17">
                  <c:v>30516</c:v>
                </c:pt>
                <c:pt idx="18">
                  <c:v>34702</c:v>
                </c:pt>
                <c:pt idx="19">
                  <c:v>36648</c:v>
                </c:pt>
                <c:pt idx="20">
                  <c:v>33163</c:v>
                </c:pt>
                <c:pt idx="21">
                  <c:v>31600</c:v>
                </c:pt>
                <c:pt idx="22">
                  <c:v>30938</c:v>
                </c:pt>
                <c:pt idx="23">
                  <c:v>28758</c:v>
                </c:pt>
                <c:pt idx="24">
                  <c:v>28590</c:v>
                </c:pt>
                <c:pt idx="25">
                  <c:v>28881</c:v>
                </c:pt>
                <c:pt idx="26">
                  <c:v>27883</c:v>
                </c:pt>
                <c:pt idx="27">
                  <c:v>31702</c:v>
                </c:pt>
                <c:pt idx="28">
                  <c:v>31663</c:v>
                </c:pt>
                <c:pt idx="29">
                  <c:v>32459</c:v>
                </c:pt>
                <c:pt idx="30">
                  <c:v>32010</c:v>
                </c:pt>
                <c:pt idx="31">
                  <c:v>30835</c:v>
                </c:pt>
                <c:pt idx="32">
                  <c:v>31819</c:v>
                </c:pt>
                <c:pt idx="33">
                  <c:v>29190</c:v>
                </c:pt>
                <c:pt idx="34">
                  <c:v>32237</c:v>
                </c:pt>
                <c:pt idx="35">
                  <c:v>33200</c:v>
                </c:pt>
                <c:pt idx="36">
                  <c:v>30512</c:v>
                </c:pt>
                <c:pt idx="37">
                  <c:v>41429</c:v>
                </c:pt>
                <c:pt idx="38">
                  <c:v>42111</c:v>
                </c:pt>
                <c:pt idx="39">
                  <c:v>46597</c:v>
                </c:pt>
                <c:pt idx="40">
                  <c:v>47502</c:v>
                </c:pt>
                <c:pt idx="41">
                  <c:v>45002</c:v>
                </c:pt>
                <c:pt idx="42">
                  <c:v>43632</c:v>
                </c:pt>
                <c:pt idx="43">
                  <c:v>39694</c:v>
                </c:pt>
                <c:pt idx="44">
                  <c:v>35512</c:v>
                </c:pt>
                <c:pt idx="45">
                  <c:v>32746</c:v>
                </c:pt>
                <c:pt idx="46">
                  <c:v>30809</c:v>
                </c:pt>
                <c:pt idx="47">
                  <c:v>29778</c:v>
                </c:pt>
                <c:pt idx="48">
                  <c:v>29202</c:v>
                </c:pt>
                <c:pt idx="49">
                  <c:v>33312</c:v>
                </c:pt>
                <c:pt idx="50">
                  <c:v>39284</c:v>
                </c:pt>
                <c:pt idx="51">
                  <c:v>42233</c:v>
                </c:pt>
                <c:pt idx="52">
                  <c:v>35797</c:v>
                </c:pt>
                <c:pt idx="53">
                  <c:v>34694</c:v>
                </c:pt>
                <c:pt idx="54">
                  <c:v>36715</c:v>
                </c:pt>
                <c:pt idx="55">
                  <c:v>35789</c:v>
                </c:pt>
                <c:pt idx="56">
                  <c:v>35415</c:v>
                </c:pt>
                <c:pt idx="57">
                  <c:v>35221</c:v>
                </c:pt>
                <c:pt idx="58">
                  <c:v>44912</c:v>
                </c:pt>
                <c:pt idx="59">
                  <c:v>44964</c:v>
                </c:pt>
                <c:pt idx="60">
                  <c:v>38179</c:v>
                </c:pt>
                <c:pt idx="61">
                  <c:v>25839</c:v>
                </c:pt>
                <c:pt idx="62">
                  <c:v>24581</c:v>
                </c:pt>
                <c:pt idx="63">
                  <c:v>24540</c:v>
                </c:pt>
                <c:pt idx="64">
                  <c:v>22064</c:v>
                </c:pt>
                <c:pt idx="65">
                  <c:v>22684</c:v>
                </c:pt>
                <c:pt idx="66">
                  <c:v>21302</c:v>
                </c:pt>
                <c:pt idx="67">
                  <c:v>24749</c:v>
                </c:pt>
                <c:pt idx="68">
                  <c:v>26087</c:v>
                </c:pt>
                <c:pt idx="69">
                  <c:v>30284</c:v>
                </c:pt>
                <c:pt idx="70">
                  <c:v>27703</c:v>
                </c:pt>
              </c:numCache>
            </c:numRef>
          </c:val>
        </c:ser>
        <c:ser>
          <c:idx val="1"/>
          <c:order val="1"/>
          <c:tx>
            <c:strRef>
              <c:f>Weekly!$L$4</c:f>
              <c:strCache>
                <c:ptCount val="1"/>
                <c:pt idx="0">
                  <c:v>Short</c:v>
                </c:pt>
              </c:strCache>
            </c:strRef>
          </c:tx>
          <c:spPr>
            <a:solidFill>
              <a:srgbClr val="68A4F4"/>
            </a:solidFill>
            <a:ln>
              <a:noFill/>
            </a:ln>
          </c:spPr>
          <c:cat>
            <c:numRef>
              <c:f>Weekly!$A$294:$A$364</c:f>
              <c:numCache>
                <c:formatCode>[$-409]d\-mmm\-yy;@</c:formatCode>
                <c:ptCount val="71"/>
                <c:pt idx="0">
                  <c:v>40904</c:v>
                </c:pt>
                <c:pt idx="1">
                  <c:v>40911</c:v>
                </c:pt>
                <c:pt idx="2">
                  <c:v>40918</c:v>
                </c:pt>
                <c:pt idx="3">
                  <c:v>40925</c:v>
                </c:pt>
                <c:pt idx="4">
                  <c:v>40932</c:v>
                </c:pt>
                <c:pt idx="5">
                  <c:v>40939</c:v>
                </c:pt>
                <c:pt idx="6">
                  <c:v>40946</c:v>
                </c:pt>
                <c:pt idx="7">
                  <c:v>40953</c:v>
                </c:pt>
                <c:pt idx="8">
                  <c:v>40960</c:v>
                </c:pt>
                <c:pt idx="9">
                  <c:v>40967</c:v>
                </c:pt>
                <c:pt idx="10">
                  <c:v>40974</c:v>
                </c:pt>
                <c:pt idx="11">
                  <c:v>40981</c:v>
                </c:pt>
                <c:pt idx="12">
                  <c:v>40988</c:v>
                </c:pt>
                <c:pt idx="13">
                  <c:v>40995</c:v>
                </c:pt>
                <c:pt idx="14">
                  <c:v>41002</c:v>
                </c:pt>
                <c:pt idx="15">
                  <c:v>41009</c:v>
                </c:pt>
                <c:pt idx="16">
                  <c:v>41016</c:v>
                </c:pt>
                <c:pt idx="17">
                  <c:v>41023</c:v>
                </c:pt>
                <c:pt idx="18">
                  <c:v>41030</c:v>
                </c:pt>
                <c:pt idx="19">
                  <c:v>41037</c:v>
                </c:pt>
                <c:pt idx="20">
                  <c:v>41044</c:v>
                </c:pt>
                <c:pt idx="21">
                  <c:v>41051</c:v>
                </c:pt>
                <c:pt idx="22">
                  <c:v>41058</c:v>
                </c:pt>
                <c:pt idx="23">
                  <c:v>41065</c:v>
                </c:pt>
                <c:pt idx="24">
                  <c:v>41072</c:v>
                </c:pt>
                <c:pt idx="25">
                  <c:v>41079</c:v>
                </c:pt>
                <c:pt idx="26">
                  <c:v>41086</c:v>
                </c:pt>
                <c:pt idx="27">
                  <c:v>41093</c:v>
                </c:pt>
                <c:pt idx="28">
                  <c:v>41100</c:v>
                </c:pt>
                <c:pt idx="29">
                  <c:v>41107</c:v>
                </c:pt>
                <c:pt idx="30">
                  <c:v>41114</c:v>
                </c:pt>
                <c:pt idx="31">
                  <c:v>41121</c:v>
                </c:pt>
                <c:pt idx="32">
                  <c:v>41128</c:v>
                </c:pt>
                <c:pt idx="33">
                  <c:v>41135</c:v>
                </c:pt>
                <c:pt idx="34">
                  <c:v>41142</c:v>
                </c:pt>
                <c:pt idx="35">
                  <c:v>41149</c:v>
                </c:pt>
                <c:pt idx="36">
                  <c:v>41156</c:v>
                </c:pt>
                <c:pt idx="37">
                  <c:v>41163</c:v>
                </c:pt>
                <c:pt idx="38">
                  <c:v>41170</c:v>
                </c:pt>
                <c:pt idx="39">
                  <c:v>41177</c:v>
                </c:pt>
                <c:pt idx="40">
                  <c:v>41184</c:v>
                </c:pt>
                <c:pt idx="41">
                  <c:v>41191</c:v>
                </c:pt>
                <c:pt idx="42">
                  <c:v>41198</c:v>
                </c:pt>
                <c:pt idx="43">
                  <c:v>41205</c:v>
                </c:pt>
                <c:pt idx="44">
                  <c:v>41212</c:v>
                </c:pt>
                <c:pt idx="45">
                  <c:v>41219</c:v>
                </c:pt>
                <c:pt idx="46">
                  <c:v>41226</c:v>
                </c:pt>
                <c:pt idx="47">
                  <c:v>41233</c:v>
                </c:pt>
                <c:pt idx="48">
                  <c:v>41240</c:v>
                </c:pt>
                <c:pt idx="49">
                  <c:v>41247</c:v>
                </c:pt>
                <c:pt idx="50">
                  <c:v>41254</c:v>
                </c:pt>
                <c:pt idx="51">
                  <c:v>41261</c:v>
                </c:pt>
                <c:pt idx="52">
                  <c:v>41267</c:v>
                </c:pt>
                <c:pt idx="53">
                  <c:v>41274</c:v>
                </c:pt>
                <c:pt idx="54">
                  <c:v>41282</c:v>
                </c:pt>
                <c:pt idx="55">
                  <c:v>41289</c:v>
                </c:pt>
                <c:pt idx="56">
                  <c:v>41296</c:v>
                </c:pt>
                <c:pt idx="57">
                  <c:v>41303</c:v>
                </c:pt>
                <c:pt idx="58">
                  <c:v>41310</c:v>
                </c:pt>
                <c:pt idx="59">
                  <c:v>41317</c:v>
                </c:pt>
                <c:pt idx="60">
                  <c:v>41324</c:v>
                </c:pt>
                <c:pt idx="61">
                  <c:v>41331</c:v>
                </c:pt>
                <c:pt idx="62">
                  <c:v>41338</c:v>
                </c:pt>
                <c:pt idx="63">
                  <c:v>41345</c:v>
                </c:pt>
                <c:pt idx="64">
                  <c:v>41352</c:v>
                </c:pt>
                <c:pt idx="65">
                  <c:v>41359</c:v>
                </c:pt>
                <c:pt idx="66">
                  <c:v>41366</c:v>
                </c:pt>
                <c:pt idx="67">
                  <c:v>41373</c:v>
                </c:pt>
                <c:pt idx="68">
                  <c:v>41380</c:v>
                </c:pt>
                <c:pt idx="69">
                  <c:v>41387</c:v>
                </c:pt>
                <c:pt idx="70">
                  <c:v>41394</c:v>
                </c:pt>
              </c:numCache>
            </c:numRef>
          </c:cat>
          <c:val>
            <c:numRef>
              <c:f>Weekly!$L$294:$L$364</c:f>
              <c:numCache>
                <c:formatCode>#,##0</c:formatCode>
                <c:ptCount val="71"/>
                <c:pt idx="0">
                  <c:v>-26014</c:v>
                </c:pt>
                <c:pt idx="1">
                  <c:v>-24636</c:v>
                </c:pt>
                <c:pt idx="2">
                  <c:v>-26257</c:v>
                </c:pt>
                <c:pt idx="3">
                  <c:v>-21814</c:v>
                </c:pt>
                <c:pt idx="4">
                  <c:v>-21760</c:v>
                </c:pt>
                <c:pt idx="5">
                  <c:v>-23273</c:v>
                </c:pt>
                <c:pt idx="6">
                  <c:v>-21449</c:v>
                </c:pt>
                <c:pt idx="7">
                  <c:v>-20811</c:v>
                </c:pt>
                <c:pt idx="8">
                  <c:v>-21894</c:v>
                </c:pt>
                <c:pt idx="9">
                  <c:v>-21216</c:v>
                </c:pt>
                <c:pt idx="10">
                  <c:v>-22704</c:v>
                </c:pt>
                <c:pt idx="11">
                  <c:v>-22582</c:v>
                </c:pt>
                <c:pt idx="12">
                  <c:v>-24422</c:v>
                </c:pt>
                <c:pt idx="13">
                  <c:v>-23001</c:v>
                </c:pt>
                <c:pt idx="14">
                  <c:v>-21809</c:v>
                </c:pt>
                <c:pt idx="15">
                  <c:v>-28989</c:v>
                </c:pt>
                <c:pt idx="16">
                  <c:v>-30222</c:v>
                </c:pt>
                <c:pt idx="17">
                  <c:v>-28326</c:v>
                </c:pt>
                <c:pt idx="18">
                  <c:v>-19137</c:v>
                </c:pt>
                <c:pt idx="19">
                  <c:v>-21192</c:v>
                </c:pt>
                <c:pt idx="20">
                  <c:v>-28330</c:v>
                </c:pt>
                <c:pt idx="21">
                  <c:v>-34408</c:v>
                </c:pt>
                <c:pt idx="22">
                  <c:v>-37695</c:v>
                </c:pt>
                <c:pt idx="23">
                  <c:v>-41933</c:v>
                </c:pt>
                <c:pt idx="24">
                  <c:v>-41929</c:v>
                </c:pt>
                <c:pt idx="25">
                  <c:v>-40778</c:v>
                </c:pt>
                <c:pt idx="26">
                  <c:v>-41652</c:v>
                </c:pt>
                <c:pt idx="27">
                  <c:v>-33456</c:v>
                </c:pt>
                <c:pt idx="28">
                  <c:v>-36477</c:v>
                </c:pt>
                <c:pt idx="29">
                  <c:v>-34222</c:v>
                </c:pt>
                <c:pt idx="30">
                  <c:v>-39646</c:v>
                </c:pt>
                <c:pt idx="31">
                  <c:v>-37499</c:v>
                </c:pt>
                <c:pt idx="32">
                  <c:v>-40020</c:v>
                </c:pt>
                <c:pt idx="33">
                  <c:v>-39955</c:v>
                </c:pt>
                <c:pt idx="34">
                  <c:v>-35458</c:v>
                </c:pt>
                <c:pt idx="35">
                  <c:v>-29943</c:v>
                </c:pt>
                <c:pt idx="36">
                  <c:v>-29839</c:v>
                </c:pt>
                <c:pt idx="37">
                  <c:v>-23931</c:v>
                </c:pt>
                <c:pt idx="38">
                  <c:v>-24947</c:v>
                </c:pt>
                <c:pt idx="39">
                  <c:v>-26015</c:v>
                </c:pt>
                <c:pt idx="40">
                  <c:v>-23186</c:v>
                </c:pt>
                <c:pt idx="41">
                  <c:v>-21554</c:v>
                </c:pt>
                <c:pt idx="42">
                  <c:v>-19856</c:v>
                </c:pt>
                <c:pt idx="43">
                  <c:v>-21627</c:v>
                </c:pt>
                <c:pt idx="44">
                  <c:v>-28548</c:v>
                </c:pt>
                <c:pt idx="45">
                  <c:v>-30674</c:v>
                </c:pt>
                <c:pt idx="46">
                  <c:v>-31640</c:v>
                </c:pt>
                <c:pt idx="47">
                  <c:v>-32430</c:v>
                </c:pt>
                <c:pt idx="48">
                  <c:v>-30755</c:v>
                </c:pt>
                <c:pt idx="49">
                  <c:v>-19831</c:v>
                </c:pt>
                <c:pt idx="50">
                  <c:v>-17161</c:v>
                </c:pt>
                <c:pt idx="51">
                  <c:v>-17702</c:v>
                </c:pt>
                <c:pt idx="52">
                  <c:v>-20809</c:v>
                </c:pt>
                <c:pt idx="53">
                  <c:v>-18770</c:v>
                </c:pt>
                <c:pt idx="54">
                  <c:v>-16550</c:v>
                </c:pt>
                <c:pt idx="55">
                  <c:v>-19621</c:v>
                </c:pt>
                <c:pt idx="56">
                  <c:v>-18977</c:v>
                </c:pt>
                <c:pt idx="57">
                  <c:v>-20773</c:v>
                </c:pt>
                <c:pt idx="58">
                  <c:v>-22262</c:v>
                </c:pt>
                <c:pt idx="59">
                  <c:v>-21866</c:v>
                </c:pt>
                <c:pt idx="60">
                  <c:v>-26766</c:v>
                </c:pt>
                <c:pt idx="61">
                  <c:v>-33004</c:v>
                </c:pt>
                <c:pt idx="62">
                  <c:v>-40963</c:v>
                </c:pt>
                <c:pt idx="63">
                  <c:v>-41303</c:v>
                </c:pt>
                <c:pt idx="64">
                  <c:v>-47782</c:v>
                </c:pt>
                <c:pt idx="65">
                  <c:v>-52720</c:v>
                </c:pt>
                <c:pt idx="66">
                  <c:v>-60302</c:v>
                </c:pt>
                <c:pt idx="67">
                  <c:v>-57691</c:v>
                </c:pt>
                <c:pt idx="68">
                  <c:v>-53591</c:v>
                </c:pt>
                <c:pt idx="69">
                  <c:v>-46075</c:v>
                </c:pt>
                <c:pt idx="70">
                  <c:v>-51133</c:v>
                </c:pt>
              </c:numCache>
            </c:numRef>
          </c:val>
        </c:ser>
        <c:axId val="53902720"/>
        <c:axId val="53908608"/>
      </c:areaChart>
      <c:lineChart>
        <c:grouping val="standard"/>
        <c:ser>
          <c:idx val="2"/>
          <c:order val="2"/>
          <c:tx>
            <c:strRef>
              <c:f>Weekly!$N$4</c:f>
              <c:strCache>
                <c:ptCount val="1"/>
                <c:pt idx="0">
                  <c:v>Net</c:v>
                </c:pt>
              </c:strCache>
            </c:strRef>
          </c:tx>
          <c:spPr>
            <a:ln w="25400">
              <a:solidFill>
                <a:schemeClr val="tx1"/>
              </a:solidFill>
            </a:ln>
          </c:spPr>
          <c:marker>
            <c:symbol val="none"/>
          </c:marker>
          <c:cat>
            <c:numRef>
              <c:f>Weekly!$A$294:$A$364</c:f>
              <c:numCache>
                <c:formatCode>[$-409]d\-mmm\-yy;@</c:formatCode>
                <c:ptCount val="71"/>
                <c:pt idx="0">
                  <c:v>40904</c:v>
                </c:pt>
                <c:pt idx="1">
                  <c:v>40911</c:v>
                </c:pt>
                <c:pt idx="2">
                  <c:v>40918</c:v>
                </c:pt>
                <c:pt idx="3">
                  <c:v>40925</c:v>
                </c:pt>
                <c:pt idx="4">
                  <c:v>40932</c:v>
                </c:pt>
                <c:pt idx="5">
                  <c:v>40939</c:v>
                </c:pt>
                <c:pt idx="6">
                  <c:v>40946</c:v>
                </c:pt>
                <c:pt idx="7">
                  <c:v>40953</c:v>
                </c:pt>
                <c:pt idx="8">
                  <c:v>40960</c:v>
                </c:pt>
                <c:pt idx="9">
                  <c:v>40967</c:v>
                </c:pt>
                <c:pt idx="10">
                  <c:v>40974</c:v>
                </c:pt>
                <c:pt idx="11">
                  <c:v>40981</c:v>
                </c:pt>
                <c:pt idx="12">
                  <c:v>40988</c:v>
                </c:pt>
                <c:pt idx="13">
                  <c:v>40995</c:v>
                </c:pt>
                <c:pt idx="14">
                  <c:v>41002</c:v>
                </c:pt>
                <c:pt idx="15">
                  <c:v>41009</c:v>
                </c:pt>
                <c:pt idx="16">
                  <c:v>41016</c:v>
                </c:pt>
                <c:pt idx="17">
                  <c:v>41023</c:v>
                </c:pt>
                <c:pt idx="18">
                  <c:v>41030</c:v>
                </c:pt>
                <c:pt idx="19">
                  <c:v>41037</c:v>
                </c:pt>
                <c:pt idx="20">
                  <c:v>41044</c:v>
                </c:pt>
                <c:pt idx="21">
                  <c:v>41051</c:v>
                </c:pt>
                <c:pt idx="22">
                  <c:v>41058</c:v>
                </c:pt>
                <c:pt idx="23">
                  <c:v>41065</c:v>
                </c:pt>
                <c:pt idx="24">
                  <c:v>41072</c:v>
                </c:pt>
                <c:pt idx="25">
                  <c:v>41079</c:v>
                </c:pt>
                <c:pt idx="26">
                  <c:v>41086</c:v>
                </c:pt>
                <c:pt idx="27">
                  <c:v>41093</c:v>
                </c:pt>
                <c:pt idx="28">
                  <c:v>41100</c:v>
                </c:pt>
                <c:pt idx="29">
                  <c:v>41107</c:v>
                </c:pt>
                <c:pt idx="30">
                  <c:v>41114</c:v>
                </c:pt>
                <c:pt idx="31">
                  <c:v>41121</c:v>
                </c:pt>
                <c:pt idx="32">
                  <c:v>41128</c:v>
                </c:pt>
                <c:pt idx="33">
                  <c:v>41135</c:v>
                </c:pt>
                <c:pt idx="34">
                  <c:v>41142</c:v>
                </c:pt>
                <c:pt idx="35">
                  <c:v>41149</c:v>
                </c:pt>
                <c:pt idx="36">
                  <c:v>41156</c:v>
                </c:pt>
                <c:pt idx="37">
                  <c:v>41163</c:v>
                </c:pt>
                <c:pt idx="38">
                  <c:v>41170</c:v>
                </c:pt>
                <c:pt idx="39">
                  <c:v>41177</c:v>
                </c:pt>
                <c:pt idx="40">
                  <c:v>41184</c:v>
                </c:pt>
                <c:pt idx="41">
                  <c:v>41191</c:v>
                </c:pt>
                <c:pt idx="42">
                  <c:v>41198</c:v>
                </c:pt>
                <c:pt idx="43">
                  <c:v>41205</c:v>
                </c:pt>
                <c:pt idx="44">
                  <c:v>41212</c:v>
                </c:pt>
                <c:pt idx="45">
                  <c:v>41219</c:v>
                </c:pt>
                <c:pt idx="46">
                  <c:v>41226</c:v>
                </c:pt>
                <c:pt idx="47">
                  <c:v>41233</c:v>
                </c:pt>
                <c:pt idx="48">
                  <c:v>41240</c:v>
                </c:pt>
                <c:pt idx="49">
                  <c:v>41247</c:v>
                </c:pt>
                <c:pt idx="50">
                  <c:v>41254</c:v>
                </c:pt>
                <c:pt idx="51">
                  <c:v>41261</c:v>
                </c:pt>
                <c:pt idx="52">
                  <c:v>41267</c:v>
                </c:pt>
                <c:pt idx="53">
                  <c:v>41274</c:v>
                </c:pt>
                <c:pt idx="54">
                  <c:v>41282</c:v>
                </c:pt>
                <c:pt idx="55">
                  <c:v>41289</c:v>
                </c:pt>
                <c:pt idx="56">
                  <c:v>41296</c:v>
                </c:pt>
                <c:pt idx="57">
                  <c:v>41303</c:v>
                </c:pt>
                <c:pt idx="58">
                  <c:v>41310</c:v>
                </c:pt>
                <c:pt idx="59">
                  <c:v>41317</c:v>
                </c:pt>
                <c:pt idx="60">
                  <c:v>41324</c:v>
                </c:pt>
                <c:pt idx="61">
                  <c:v>41331</c:v>
                </c:pt>
                <c:pt idx="62">
                  <c:v>41338</c:v>
                </c:pt>
                <c:pt idx="63">
                  <c:v>41345</c:v>
                </c:pt>
                <c:pt idx="64">
                  <c:v>41352</c:v>
                </c:pt>
                <c:pt idx="65">
                  <c:v>41359</c:v>
                </c:pt>
                <c:pt idx="66">
                  <c:v>41366</c:v>
                </c:pt>
                <c:pt idx="67">
                  <c:v>41373</c:v>
                </c:pt>
                <c:pt idx="68">
                  <c:v>41380</c:v>
                </c:pt>
                <c:pt idx="69">
                  <c:v>41387</c:v>
                </c:pt>
                <c:pt idx="70">
                  <c:v>41394</c:v>
                </c:pt>
              </c:numCache>
            </c:numRef>
          </c:cat>
          <c:val>
            <c:numRef>
              <c:f>Weekly!$N$294:$N$364</c:f>
              <c:numCache>
                <c:formatCode>#,##0</c:formatCode>
                <c:ptCount val="71"/>
                <c:pt idx="0">
                  <c:v>-4024</c:v>
                </c:pt>
                <c:pt idx="1">
                  <c:v>-2011</c:v>
                </c:pt>
                <c:pt idx="2">
                  <c:v>-2465</c:v>
                </c:pt>
                <c:pt idx="3">
                  <c:v>4775</c:v>
                </c:pt>
                <c:pt idx="4">
                  <c:v>7261</c:v>
                </c:pt>
                <c:pt idx="5">
                  <c:v>7695</c:v>
                </c:pt>
                <c:pt idx="6">
                  <c:v>12298</c:v>
                </c:pt>
                <c:pt idx="7">
                  <c:v>14748</c:v>
                </c:pt>
                <c:pt idx="8">
                  <c:v>13260</c:v>
                </c:pt>
                <c:pt idx="9">
                  <c:v>15542</c:v>
                </c:pt>
                <c:pt idx="10">
                  <c:v>13545</c:v>
                </c:pt>
                <c:pt idx="11">
                  <c:v>14183</c:v>
                </c:pt>
                <c:pt idx="12">
                  <c:v>17060</c:v>
                </c:pt>
                <c:pt idx="13">
                  <c:v>14883</c:v>
                </c:pt>
                <c:pt idx="14">
                  <c:v>18642</c:v>
                </c:pt>
                <c:pt idx="15">
                  <c:v>2955</c:v>
                </c:pt>
                <c:pt idx="16">
                  <c:v>2203</c:v>
                </c:pt>
                <c:pt idx="17">
                  <c:v>2190</c:v>
                </c:pt>
                <c:pt idx="18">
                  <c:v>15565</c:v>
                </c:pt>
                <c:pt idx="19">
                  <c:v>15456</c:v>
                </c:pt>
                <c:pt idx="20">
                  <c:v>4833</c:v>
                </c:pt>
                <c:pt idx="21">
                  <c:v>-2808</c:v>
                </c:pt>
                <c:pt idx="22">
                  <c:v>-6757</c:v>
                </c:pt>
                <c:pt idx="23">
                  <c:v>-13175</c:v>
                </c:pt>
                <c:pt idx="24">
                  <c:v>-13339</c:v>
                </c:pt>
                <c:pt idx="25">
                  <c:v>-11897</c:v>
                </c:pt>
                <c:pt idx="26">
                  <c:v>-13769</c:v>
                </c:pt>
                <c:pt idx="27">
                  <c:v>-1754</c:v>
                </c:pt>
                <c:pt idx="28">
                  <c:v>-4814</c:v>
                </c:pt>
                <c:pt idx="29">
                  <c:v>-1763</c:v>
                </c:pt>
                <c:pt idx="30">
                  <c:v>-7636</c:v>
                </c:pt>
                <c:pt idx="31">
                  <c:v>-6664</c:v>
                </c:pt>
                <c:pt idx="32">
                  <c:v>-8201</c:v>
                </c:pt>
                <c:pt idx="33">
                  <c:v>-10765</c:v>
                </c:pt>
                <c:pt idx="34">
                  <c:v>-3221</c:v>
                </c:pt>
                <c:pt idx="35">
                  <c:v>3257</c:v>
                </c:pt>
                <c:pt idx="36">
                  <c:v>673</c:v>
                </c:pt>
                <c:pt idx="37">
                  <c:v>17498</c:v>
                </c:pt>
                <c:pt idx="38">
                  <c:v>17164</c:v>
                </c:pt>
                <c:pt idx="39">
                  <c:v>20582</c:v>
                </c:pt>
                <c:pt idx="40">
                  <c:v>24316</c:v>
                </c:pt>
                <c:pt idx="41">
                  <c:v>23448</c:v>
                </c:pt>
                <c:pt idx="42">
                  <c:v>23776</c:v>
                </c:pt>
                <c:pt idx="43">
                  <c:v>18067</c:v>
                </c:pt>
                <c:pt idx="44">
                  <c:v>6964</c:v>
                </c:pt>
                <c:pt idx="45">
                  <c:v>2072</c:v>
                </c:pt>
                <c:pt idx="46">
                  <c:v>-831</c:v>
                </c:pt>
                <c:pt idx="47">
                  <c:v>-2652</c:v>
                </c:pt>
                <c:pt idx="48">
                  <c:v>-1553</c:v>
                </c:pt>
                <c:pt idx="49">
                  <c:v>13481</c:v>
                </c:pt>
                <c:pt idx="50">
                  <c:v>22123</c:v>
                </c:pt>
                <c:pt idx="51">
                  <c:v>24531</c:v>
                </c:pt>
                <c:pt idx="52">
                  <c:v>14988</c:v>
                </c:pt>
                <c:pt idx="53">
                  <c:v>15924</c:v>
                </c:pt>
                <c:pt idx="54">
                  <c:v>20165</c:v>
                </c:pt>
                <c:pt idx="55">
                  <c:v>16168</c:v>
                </c:pt>
                <c:pt idx="56">
                  <c:v>16438</c:v>
                </c:pt>
                <c:pt idx="57">
                  <c:v>14448</c:v>
                </c:pt>
                <c:pt idx="58">
                  <c:v>22650</c:v>
                </c:pt>
                <c:pt idx="59">
                  <c:v>23098</c:v>
                </c:pt>
                <c:pt idx="60">
                  <c:v>11413</c:v>
                </c:pt>
                <c:pt idx="61">
                  <c:v>-7165</c:v>
                </c:pt>
                <c:pt idx="62">
                  <c:v>-16382</c:v>
                </c:pt>
                <c:pt idx="63">
                  <c:v>-16763</c:v>
                </c:pt>
                <c:pt idx="64">
                  <c:v>-25718</c:v>
                </c:pt>
                <c:pt idx="65">
                  <c:v>-30036</c:v>
                </c:pt>
                <c:pt idx="66">
                  <c:v>-39000</c:v>
                </c:pt>
                <c:pt idx="67">
                  <c:v>-32942</c:v>
                </c:pt>
                <c:pt idx="68">
                  <c:v>-27504</c:v>
                </c:pt>
                <c:pt idx="69">
                  <c:v>-15791</c:v>
                </c:pt>
                <c:pt idx="70">
                  <c:v>-23430</c:v>
                </c:pt>
              </c:numCache>
            </c:numRef>
          </c:val>
        </c:ser>
        <c:marker val="1"/>
        <c:axId val="53902720"/>
        <c:axId val="53908608"/>
      </c:lineChart>
      <c:catAx>
        <c:axId val="53902720"/>
        <c:scaling>
          <c:orientation val="minMax"/>
        </c:scaling>
        <c:axPos val="b"/>
        <c:numFmt formatCode="m/yyyy;@" sourceLinked="0"/>
        <c:tickLblPos val="low"/>
        <c:txPr>
          <a:bodyPr rot="0" vert="horz"/>
          <a:lstStyle/>
          <a:p>
            <a:pPr>
              <a:defRPr lang="en-GB"/>
            </a:pPr>
            <a:endParaRPr lang="zh-CN"/>
          </a:p>
        </c:txPr>
        <c:crossAx val="53908608"/>
        <c:crosses val="autoZero"/>
        <c:lblAlgn val="ctr"/>
        <c:lblOffset val="100"/>
        <c:tickLblSkip val="8"/>
        <c:tickMarkSkip val="4"/>
      </c:catAx>
      <c:valAx>
        <c:axId val="53908608"/>
        <c:scaling>
          <c:orientation val="minMax"/>
          <c:max val="50000"/>
          <c:min val="-70000"/>
        </c:scaling>
        <c:axPos val="l"/>
        <c:numFmt formatCode="#,##0" sourceLinked="1"/>
        <c:tickLblPos val="nextTo"/>
        <c:txPr>
          <a:bodyPr/>
          <a:lstStyle/>
          <a:p>
            <a:pPr>
              <a:defRPr lang="en-GB"/>
            </a:pPr>
            <a:endParaRPr lang="zh-CN"/>
          </a:p>
        </c:txPr>
        <c:crossAx val="53902720"/>
        <c:crosses val="autoZero"/>
        <c:crossBetween val="midCat"/>
        <c:majorUnit val="10000"/>
        <c:dispUnits>
          <c:builtInUnit val="thousands"/>
        </c:dispUnits>
      </c:valAx>
      <c:spPr>
        <a:ln>
          <a:noFill/>
        </a:ln>
      </c:spPr>
    </c:plotArea>
    <c:legend>
      <c:legendPos val="t"/>
      <c:layout>
        <c:manualLayout>
          <c:xMode val="edge"/>
          <c:yMode val="edge"/>
          <c:x val="0.19073777110323661"/>
          <c:y val="1.7116586890279489E-2"/>
          <c:w val="0.61701731683920225"/>
          <c:h val="7.0139769762822213E-2"/>
        </c:manualLayout>
      </c:layout>
      <c:txPr>
        <a:bodyPr/>
        <a:lstStyle/>
        <a:p>
          <a:pPr>
            <a:defRPr lang="en-GB"/>
          </a:pPr>
          <a:endParaRPr lang="zh-CN"/>
        </a:p>
      </c:txPr>
    </c:legend>
    <c:plotVisOnly val="1"/>
    <c:dispBlanksAs val="gap"/>
  </c:chart>
  <c:spPr>
    <a:ln>
      <a:noFill/>
    </a:ln>
  </c:spPr>
  <c:txPr>
    <a:bodyPr/>
    <a:lstStyle/>
    <a:p>
      <a:pPr>
        <a:defRPr sz="1400">
          <a:latin typeface="Arial" pitchFamily="34" charset="0"/>
          <a:cs typeface="Arial" pitchFamily="34" charset="0"/>
        </a:defRPr>
      </a:pPr>
      <a:endParaRPr lang="zh-CN"/>
    </a:p>
  </c:txPr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CN"/>
  <c:chart>
    <c:autoTitleDeleted val="1"/>
    <c:plotArea>
      <c:layout/>
      <c:lineChart>
        <c:grouping val="standard"/>
        <c:ser>
          <c:idx val="0"/>
          <c:order val="0"/>
          <c:spPr>
            <a:ln>
              <a:solidFill>
                <a:srgbClr val="003D7E"/>
              </a:solidFill>
            </a:ln>
          </c:spPr>
          <c:marker>
            <c:symbol val="none"/>
          </c:marker>
          <c:cat>
            <c:numRef>
              <c:f>Daily!$B$8:$B$5041</c:f>
              <c:numCache>
                <c:formatCode>ddd\-dd\-mmm\-yy</c:formatCode>
                <c:ptCount val="5034"/>
                <c:pt idx="0">
                  <c:v>34337</c:v>
                </c:pt>
                <c:pt idx="1">
                  <c:v>34338</c:v>
                </c:pt>
                <c:pt idx="2">
                  <c:v>34339</c:v>
                </c:pt>
                <c:pt idx="3">
                  <c:v>34340</c:v>
                </c:pt>
                <c:pt idx="4">
                  <c:v>34341</c:v>
                </c:pt>
                <c:pt idx="5">
                  <c:v>34344</c:v>
                </c:pt>
                <c:pt idx="6">
                  <c:v>34345</c:v>
                </c:pt>
                <c:pt idx="7">
                  <c:v>34346</c:v>
                </c:pt>
                <c:pt idx="8">
                  <c:v>34347</c:v>
                </c:pt>
                <c:pt idx="9">
                  <c:v>34348</c:v>
                </c:pt>
                <c:pt idx="10">
                  <c:v>34351</c:v>
                </c:pt>
                <c:pt idx="11">
                  <c:v>34352</c:v>
                </c:pt>
                <c:pt idx="12">
                  <c:v>34353</c:v>
                </c:pt>
                <c:pt idx="13">
                  <c:v>34354</c:v>
                </c:pt>
                <c:pt idx="14">
                  <c:v>34355</c:v>
                </c:pt>
                <c:pt idx="15">
                  <c:v>34358</c:v>
                </c:pt>
                <c:pt idx="16">
                  <c:v>34359</c:v>
                </c:pt>
                <c:pt idx="17">
                  <c:v>34360</c:v>
                </c:pt>
                <c:pt idx="18">
                  <c:v>34361</c:v>
                </c:pt>
                <c:pt idx="19">
                  <c:v>34362</c:v>
                </c:pt>
                <c:pt idx="20">
                  <c:v>34365</c:v>
                </c:pt>
                <c:pt idx="21">
                  <c:v>34366</c:v>
                </c:pt>
                <c:pt idx="22">
                  <c:v>34367</c:v>
                </c:pt>
                <c:pt idx="23">
                  <c:v>34368</c:v>
                </c:pt>
                <c:pt idx="24">
                  <c:v>34369</c:v>
                </c:pt>
                <c:pt idx="25">
                  <c:v>34372</c:v>
                </c:pt>
                <c:pt idx="26">
                  <c:v>34373</c:v>
                </c:pt>
                <c:pt idx="27">
                  <c:v>34374</c:v>
                </c:pt>
                <c:pt idx="28">
                  <c:v>34375</c:v>
                </c:pt>
                <c:pt idx="29">
                  <c:v>34376</c:v>
                </c:pt>
                <c:pt idx="30">
                  <c:v>34379</c:v>
                </c:pt>
                <c:pt idx="31">
                  <c:v>34380</c:v>
                </c:pt>
                <c:pt idx="32">
                  <c:v>34381</c:v>
                </c:pt>
                <c:pt idx="33">
                  <c:v>34382</c:v>
                </c:pt>
                <c:pt idx="34">
                  <c:v>34383</c:v>
                </c:pt>
                <c:pt idx="35">
                  <c:v>34386</c:v>
                </c:pt>
                <c:pt idx="36">
                  <c:v>34387</c:v>
                </c:pt>
                <c:pt idx="37">
                  <c:v>34388</c:v>
                </c:pt>
                <c:pt idx="38">
                  <c:v>34389</c:v>
                </c:pt>
                <c:pt idx="39">
                  <c:v>34390</c:v>
                </c:pt>
                <c:pt idx="40">
                  <c:v>34393</c:v>
                </c:pt>
                <c:pt idx="41">
                  <c:v>34394</c:v>
                </c:pt>
                <c:pt idx="42">
                  <c:v>34395</c:v>
                </c:pt>
                <c:pt idx="43">
                  <c:v>34396</c:v>
                </c:pt>
                <c:pt idx="44">
                  <c:v>34397</c:v>
                </c:pt>
                <c:pt idx="45">
                  <c:v>34400</c:v>
                </c:pt>
                <c:pt idx="46">
                  <c:v>34401</c:v>
                </c:pt>
                <c:pt idx="47">
                  <c:v>34402</c:v>
                </c:pt>
                <c:pt idx="48">
                  <c:v>34403</c:v>
                </c:pt>
                <c:pt idx="49">
                  <c:v>34404</c:v>
                </c:pt>
                <c:pt idx="50">
                  <c:v>34407</c:v>
                </c:pt>
                <c:pt idx="51">
                  <c:v>34408</c:v>
                </c:pt>
                <c:pt idx="52">
                  <c:v>34409</c:v>
                </c:pt>
                <c:pt idx="53">
                  <c:v>34410</c:v>
                </c:pt>
                <c:pt idx="54">
                  <c:v>34411</c:v>
                </c:pt>
                <c:pt idx="55">
                  <c:v>34414</c:v>
                </c:pt>
                <c:pt idx="56">
                  <c:v>34415</c:v>
                </c:pt>
                <c:pt idx="57">
                  <c:v>34416</c:v>
                </c:pt>
                <c:pt idx="58">
                  <c:v>34417</c:v>
                </c:pt>
                <c:pt idx="59">
                  <c:v>34418</c:v>
                </c:pt>
                <c:pt idx="60">
                  <c:v>34421</c:v>
                </c:pt>
                <c:pt idx="61">
                  <c:v>34422</c:v>
                </c:pt>
                <c:pt idx="62">
                  <c:v>34423</c:v>
                </c:pt>
                <c:pt idx="63">
                  <c:v>34424</c:v>
                </c:pt>
                <c:pt idx="64">
                  <c:v>34425</c:v>
                </c:pt>
                <c:pt idx="65">
                  <c:v>34428</c:v>
                </c:pt>
                <c:pt idx="66">
                  <c:v>34429</c:v>
                </c:pt>
                <c:pt idx="67">
                  <c:v>34430</c:v>
                </c:pt>
                <c:pt idx="68">
                  <c:v>34431</c:v>
                </c:pt>
                <c:pt idx="69">
                  <c:v>34432</c:v>
                </c:pt>
                <c:pt idx="70">
                  <c:v>34435</c:v>
                </c:pt>
                <c:pt idx="71">
                  <c:v>34436</c:v>
                </c:pt>
                <c:pt idx="72">
                  <c:v>34437</c:v>
                </c:pt>
                <c:pt idx="73">
                  <c:v>34438</c:v>
                </c:pt>
                <c:pt idx="74">
                  <c:v>34439</c:v>
                </c:pt>
                <c:pt idx="75">
                  <c:v>34442</c:v>
                </c:pt>
                <c:pt idx="76">
                  <c:v>34443</c:v>
                </c:pt>
                <c:pt idx="77">
                  <c:v>34444</c:v>
                </c:pt>
                <c:pt idx="78">
                  <c:v>34445</c:v>
                </c:pt>
                <c:pt idx="79">
                  <c:v>34446</c:v>
                </c:pt>
                <c:pt idx="80">
                  <c:v>34449</c:v>
                </c:pt>
                <c:pt idx="81">
                  <c:v>34450</c:v>
                </c:pt>
                <c:pt idx="82">
                  <c:v>34451</c:v>
                </c:pt>
                <c:pt idx="83">
                  <c:v>34452</c:v>
                </c:pt>
                <c:pt idx="84">
                  <c:v>34453</c:v>
                </c:pt>
                <c:pt idx="85">
                  <c:v>34456</c:v>
                </c:pt>
                <c:pt idx="86">
                  <c:v>34457</c:v>
                </c:pt>
                <c:pt idx="87">
                  <c:v>34458</c:v>
                </c:pt>
                <c:pt idx="88">
                  <c:v>34459</c:v>
                </c:pt>
                <c:pt idx="89">
                  <c:v>34460</c:v>
                </c:pt>
                <c:pt idx="90">
                  <c:v>34463</c:v>
                </c:pt>
                <c:pt idx="91">
                  <c:v>34464</c:v>
                </c:pt>
                <c:pt idx="92">
                  <c:v>34465</c:v>
                </c:pt>
                <c:pt idx="93">
                  <c:v>34466</c:v>
                </c:pt>
                <c:pt idx="94">
                  <c:v>34467</c:v>
                </c:pt>
                <c:pt idx="95">
                  <c:v>34470</c:v>
                </c:pt>
                <c:pt idx="96">
                  <c:v>34471</c:v>
                </c:pt>
                <c:pt idx="97">
                  <c:v>34472</c:v>
                </c:pt>
                <c:pt idx="98">
                  <c:v>34473</c:v>
                </c:pt>
                <c:pt idx="99">
                  <c:v>34474</c:v>
                </c:pt>
                <c:pt idx="100">
                  <c:v>34477</c:v>
                </c:pt>
                <c:pt idx="101">
                  <c:v>34478</c:v>
                </c:pt>
                <c:pt idx="102">
                  <c:v>34479</c:v>
                </c:pt>
                <c:pt idx="103">
                  <c:v>34480</c:v>
                </c:pt>
                <c:pt idx="104">
                  <c:v>34481</c:v>
                </c:pt>
                <c:pt idx="105">
                  <c:v>34484</c:v>
                </c:pt>
                <c:pt idx="106">
                  <c:v>34485</c:v>
                </c:pt>
                <c:pt idx="107">
                  <c:v>34486</c:v>
                </c:pt>
                <c:pt idx="108">
                  <c:v>34487</c:v>
                </c:pt>
                <c:pt idx="109">
                  <c:v>34488</c:v>
                </c:pt>
                <c:pt idx="110">
                  <c:v>34491</c:v>
                </c:pt>
                <c:pt idx="111">
                  <c:v>34492</c:v>
                </c:pt>
                <c:pt idx="112">
                  <c:v>34493</c:v>
                </c:pt>
                <c:pt idx="113">
                  <c:v>34494</c:v>
                </c:pt>
                <c:pt idx="114">
                  <c:v>34495</c:v>
                </c:pt>
                <c:pt idx="115">
                  <c:v>34498</c:v>
                </c:pt>
                <c:pt idx="116">
                  <c:v>34499</c:v>
                </c:pt>
                <c:pt idx="117">
                  <c:v>34500</c:v>
                </c:pt>
                <c:pt idx="118">
                  <c:v>34501</c:v>
                </c:pt>
                <c:pt idx="119">
                  <c:v>34502</c:v>
                </c:pt>
                <c:pt idx="120">
                  <c:v>34505</c:v>
                </c:pt>
                <c:pt idx="121">
                  <c:v>34506</c:v>
                </c:pt>
                <c:pt idx="122">
                  <c:v>34507</c:v>
                </c:pt>
                <c:pt idx="123">
                  <c:v>34508</c:v>
                </c:pt>
                <c:pt idx="124">
                  <c:v>34509</c:v>
                </c:pt>
                <c:pt idx="125">
                  <c:v>34512</c:v>
                </c:pt>
                <c:pt idx="126">
                  <c:v>34513</c:v>
                </c:pt>
                <c:pt idx="127">
                  <c:v>34514</c:v>
                </c:pt>
                <c:pt idx="128">
                  <c:v>34515</c:v>
                </c:pt>
                <c:pt idx="129">
                  <c:v>34516</c:v>
                </c:pt>
                <c:pt idx="130">
                  <c:v>34519</c:v>
                </c:pt>
                <c:pt idx="131">
                  <c:v>34520</c:v>
                </c:pt>
                <c:pt idx="132">
                  <c:v>34521</c:v>
                </c:pt>
                <c:pt idx="133">
                  <c:v>34522</c:v>
                </c:pt>
                <c:pt idx="134">
                  <c:v>34523</c:v>
                </c:pt>
                <c:pt idx="135">
                  <c:v>34526</c:v>
                </c:pt>
                <c:pt idx="136">
                  <c:v>34527</c:v>
                </c:pt>
                <c:pt idx="137">
                  <c:v>34528</c:v>
                </c:pt>
                <c:pt idx="138">
                  <c:v>34529</c:v>
                </c:pt>
                <c:pt idx="139">
                  <c:v>34530</c:v>
                </c:pt>
                <c:pt idx="140">
                  <c:v>34533</c:v>
                </c:pt>
                <c:pt idx="141">
                  <c:v>34534</c:v>
                </c:pt>
                <c:pt idx="142">
                  <c:v>34535</c:v>
                </c:pt>
                <c:pt idx="143">
                  <c:v>34536</c:v>
                </c:pt>
                <c:pt idx="144">
                  <c:v>34537</c:v>
                </c:pt>
                <c:pt idx="145">
                  <c:v>34540</c:v>
                </c:pt>
                <c:pt idx="146">
                  <c:v>34541</c:v>
                </c:pt>
                <c:pt idx="147">
                  <c:v>34542</c:v>
                </c:pt>
                <c:pt idx="148">
                  <c:v>34543</c:v>
                </c:pt>
                <c:pt idx="149">
                  <c:v>34544</c:v>
                </c:pt>
                <c:pt idx="150">
                  <c:v>34547</c:v>
                </c:pt>
                <c:pt idx="151">
                  <c:v>34548</c:v>
                </c:pt>
                <c:pt idx="152">
                  <c:v>34549</c:v>
                </c:pt>
                <c:pt idx="153">
                  <c:v>34550</c:v>
                </c:pt>
                <c:pt idx="154">
                  <c:v>34551</c:v>
                </c:pt>
                <c:pt idx="155">
                  <c:v>34554</c:v>
                </c:pt>
                <c:pt idx="156">
                  <c:v>34555</c:v>
                </c:pt>
                <c:pt idx="157">
                  <c:v>34556</c:v>
                </c:pt>
                <c:pt idx="158">
                  <c:v>34557</c:v>
                </c:pt>
                <c:pt idx="159">
                  <c:v>34558</c:v>
                </c:pt>
                <c:pt idx="160">
                  <c:v>34561</c:v>
                </c:pt>
                <c:pt idx="161">
                  <c:v>34562</c:v>
                </c:pt>
                <c:pt idx="162">
                  <c:v>34563</c:v>
                </c:pt>
                <c:pt idx="163">
                  <c:v>34564</c:v>
                </c:pt>
                <c:pt idx="164">
                  <c:v>34565</c:v>
                </c:pt>
                <c:pt idx="165">
                  <c:v>34568</c:v>
                </c:pt>
                <c:pt idx="166">
                  <c:v>34569</c:v>
                </c:pt>
                <c:pt idx="167">
                  <c:v>34570</c:v>
                </c:pt>
                <c:pt idx="168">
                  <c:v>34571</c:v>
                </c:pt>
                <c:pt idx="169">
                  <c:v>34572</c:v>
                </c:pt>
                <c:pt idx="170">
                  <c:v>34575</c:v>
                </c:pt>
                <c:pt idx="171">
                  <c:v>34576</c:v>
                </c:pt>
                <c:pt idx="172">
                  <c:v>34577</c:v>
                </c:pt>
                <c:pt idx="173">
                  <c:v>34578</c:v>
                </c:pt>
                <c:pt idx="174">
                  <c:v>34579</c:v>
                </c:pt>
                <c:pt idx="175">
                  <c:v>34582</c:v>
                </c:pt>
                <c:pt idx="176">
                  <c:v>34583</c:v>
                </c:pt>
                <c:pt idx="177">
                  <c:v>34584</c:v>
                </c:pt>
                <c:pt idx="178">
                  <c:v>34585</c:v>
                </c:pt>
                <c:pt idx="179">
                  <c:v>34586</c:v>
                </c:pt>
                <c:pt idx="180">
                  <c:v>34589</c:v>
                </c:pt>
                <c:pt idx="181">
                  <c:v>34590</c:v>
                </c:pt>
                <c:pt idx="182">
                  <c:v>34591</c:v>
                </c:pt>
                <c:pt idx="183">
                  <c:v>34592</c:v>
                </c:pt>
                <c:pt idx="184">
                  <c:v>34593</c:v>
                </c:pt>
                <c:pt idx="185">
                  <c:v>34596</c:v>
                </c:pt>
                <c:pt idx="186">
                  <c:v>34597</c:v>
                </c:pt>
                <c:pt idx="187">
                  <c:v>34598</c:v>
                </c:pt>
                <c:pt idx="188">
                  <c:v>34599</c:v>
                </c:pt>
                <c:pt idx="189">
                  <c:v>34600</c:v>
                </c:pt>
                <c:pt idx="190">
                  <c:v>34603</c:v>
                </c:pt>
                <c:pt idx="191">
                  <c:v>34604</c:v>
                </c:pt>
                <c:pt idx="192">
                  <c:v>34605</c:v>
                </c:pt>
                <c:pt idx="193">
                  <c:v>34606</c:v>
                </c:pt>
                <c:pt idx="194">
                  <c:v>34607</c:v>
                </c:pt>
                <c:pt idx="195">
                  <c:v>34610</c:v>
                </c:pt>
                <c:pt idx="196">
                  <c:v>34611</c:v>
                </c:pt>
                <c:pt idx="197">
                  <c:v>34612</c:v>
                </c:pt>
                <c:pt idx="198">
                  <c:v>34613</c:v>
                </c:pt>
                <c:pt idx="199">
                  <c:v>34614</c:v>
                </c:pt>
                <c:pt idx="200">
                  <c:v>34617</c:v>
                </c:pt>
                <c:pt idx="201">
                  <c:v>34618</c:v>
                </c:pt>
                <c:pt idx="202">
                  <c:v>34619</c:v>
                </c:pt>
                <c:pt idx="203">
                  <c:v>34620</c:v>
                </c:pt>
                <c:pt idx="204">
                  <c:v>34621</c:v>
                </c:pt>
                <c:pt idx="205">
                  <c:v>34624</c:v>
                </c:pt>
                <c:pt idx="206">
                  <c:v>34625</c:v>
                </c:pt>
                <c:pt idx="207">
                  <c:v>34626</c:v>
                </c:pt>
                <c:pt idx="208">
                  <c:v>34627</c:v>
                </c:pt>
                <c:pt idx="209">
                  <c:v>34628</c:v>
                </c:pt>
                <c:pt idx="210">
                  <c:v>34631</c:v>
                </c:pt>
                <c:pt idx="211">
                  <c:v>34632</c:v>
                </c:pt>
                <c:pt idx="212">
                  <c:v>34633</c:v>
                </c:pt>
                <c:pt idx="213">
                  <c:v>34634</c:v>
                </c:pt>
                <c:pt idx="214">
                  <c:v>34635</c:v>
                </c:pt>
                <c:pt idx="215">
                  <c:v>34638</c:v>
                </c:pt>
                <c:pt idx="216">
                  <c:v>34639</c:v>
                </c:pt>
                <c:pt idx="217">
                  <c:v>34640</c:v>
                </c:pt>
                <c:pt idx="218">
                  <c:v>34641</c:v>
                </c:pt>
                <c:pt idx="219">
                  <c:v>34642</c:v>
                </c:pt>
                <c:pt idx="220">
                  <c:v>34645</c:v>
                </c:pt>
                <c:pt idx="221">
                  <c:v>34646</c:v>
                </c:pt>
                <c:pt idx="222">
                  <c:v>34647</c:v>
                </c:pt>
                <c:pt idx="223">
                  <c:v>34648</c:v>
                </c:pt>
                <c:pt idx="224">
                  <c:v>34649</c:v>
                </c:pt>
                <c:pt idx="225">
                  <c:v>34652</c:v>
                </c:pt>
                <c:pt idx="226">
                  <c:v>34653</c:v>
                </c:pt>
                <c:pt idx="227">
                  <c:v>34654</c:v>
                </c:pt>
                <c:pt idx="228">
                  <c:v>34655</c:v>
                </c:pt>
                <c:pt idx="229">
                  <c:v>34656</c:v>
                </c:pt>
                <c:pt idx="230">
                  <c:v>34659</c:v>
                </c:pt>
                <c:pt idx="231">
                  <c:v>34660</c:v>
                </c:pt>
                <c:pt idx="232">
                  <c:v>34661</c:v>
                </c:pt>
                <c:pt idx="233">
                  <c:v>34662</c:v>
                </c:pt>
                <c:pt idx="234">
                  <c:v>34663</c:v>
                </c:pt>
                <c:pt idx="235">
                  <c:v>34666</c:v>
                </c:pt>
                <c:pt idx="236">
                  <c:v>34667</c:v>
                </c:pt>
                <c:pt idx="237">
                  <c:v>34668</c:v>
                </c:pt>
                <c:pt idx="238">
                  <c:v>34669</c:v>
                </c:pt>
                <c:pt idx="239">
                  <c:v>34670</c:v>
                </c:pt>
                <c:pt idx="240">
                  <c:v>34673</c:v>
                </c:pt>
                <c:pt idx="241">
                  <c:v>34674</c:v>
                </c:pt>
                <c:pt idx="242">
                  <c:v>34675</c:v>
                </c:pt>
                <c:pt idx="243">
                  <c:v>34676</c:v>
                </c:pt>
                <c:pt idx="244">
                  <c:v>34677</c:v>
                </c:pt>
                <c:pt idx="245">
                  <c:v>34680</c:v>
                </c:pt>
                <c:pt idx="246">
                  <c:v>34681</c:v>
                </c:pt>
                <c:pt idx="247">
                  <c:v>34682</c:v>
                </c:pt>
                <c:pt idx="248">
                  <c:v>34683</c:v>
                </c:pt>
                <c:pt idx="249">
                  <c:v>34684</c:v>
                </c:pt>
                <c:pt idx="250">
                  <c:v>34687</c:v>
                </c:pt>
                <c:pt idx="251">
                  <c:v>34688</c:v>
                </c:pt>
                <c:pt idx="252">
                  <c:v>34689</c:v>
                </c:pt>
                <c:pt idx="253">
                  <c:v>34690</c:v>
                </c:pt>
                <c:pt idx="254">
                  <c:v>34691</c:v>
                </c:pt>
                <c:pt idx="255">
                  <c:v>34694</c:v>
                </c:pt>
                <c:pt idx="256">
                  <c:v>34695</c:v>
                </c:pt>
                <c:pt idx="257">
                  <c:v>34696</c:v>
                </c:pt>
                <c:pt idx="258">
                  <c:v>34697</c:v>
                </c:pt>
                <c:pt idx="259">
                  <c:v>34698</c:v>
                </c:pt>
                <c:pt idx="260">
                  <c:v>34701</c:v>
                </c:pt>
                <c:pt idx="261">
                  <c:v>34702</c:v>
                </c:pt>
                <c:pt idx="262">
                  <c:v>34703</c:v>
                </c:pt>
                <c:pt idx="263">
                  <c:v>34704</c:v>
                </c:pt>
                <c:pt idx="264">
                  <c:v>34705</c:v>
                </c:pt>
                <c:pt idx="265">
                  <c:v>34708</c:v>
                </c:pt>
                <c:pt idx="266">
                  <c:v>34709</c:v>
                </c:pt>
                <c:pt idx="267">
                  <c:v>34710</c:v>
                </c:pt>
                <c:pt idx="268">
                  <c:v>34711</c:v>
                </c:pt>
                <c:pt idx="269">
                  <c:v>34712</c:v>
                </c:pt>
                <c:pt idx="270">
                  <c:v>34715</c:v>
                </c:pt>
                <c:pt idx="271">
                  <c:v>34716</c:v>
                </c:pt>
                <c:pt idx="272">
                  <c:v>34717</c:v>
                </c:pt>
                <c:pt idx="273">
                  <c:v>34718</c:v>
                </c:pt>
                <c:pt idx="274">
                  <c:v>34719</c:v>
                </c:pt>
                <c:pt idx="275">
                  <c:v>34722</c:v>
                </c:pt>
                <c:pt idx="276">
                  <c:v>34723</c:v>
                </c:pt>
                <c:pt idx="277">
                  <c:v>34724</c:v>
                </c:pt>
                <c:pt idx="278">
                  <c:v>34725</c:v>
                </c:pt>
                <c:pt idx="279">
                  <c:v>34726</c:v>
                </c:pt>
                <c:pt idx="280">
                  <c:v>34729</c:v>
                </c:pt>
                <c:pt idx="281">
                  <c:v>34730</c:v>
                </c:pt>
                <c:pt idx="282">
                  <c:v>34731</c:v>
                </c:pt>
                <c:pt idx="283">
                  <c:v>34732</c:v>
                </c:pt>
                <c:pt idx="284">
                  <c:v>34733</c:v>
                </c:pt>
                <c:pt idx="285">
                  <c:v>34736</c:v>
                </c:pt>
                <c:pt idx="286">
                  <c:v>34737</c:v>
                </c:pt>
                <c:pt idx="287">
                  <c:v>34738</c:v>
                </c:pt>
                <c:pt idx="288">
                  <c:v>34739</c:v>
                </c:pt>
                <c:pt idx="289">
                  <c:v>34740</c:v>
                </c:pt>
                <c:pt idx="290">
                  <c:v>34743</c:v>
                </c:pt>
                <c:pt idx="291">
                  <c:v>34744</c:v>
                </c:pt>
                <c:pt idx="292">
                  <c:v>34745</c:v>
                </c:pt>
                <c:pt idx="293">
                  <c:v>34746</c:v>
                </c:pt>
                <c:pt idx="294">
                  <c:v>34747</c:v>
                </c:pt>
                <c:pt idx="295">
                  <c:v>34750</c:v>
                </c:pt>
                <c:pt idx="296">
                  <c:v>34751</c:v>
                </c:pt>
                <c:pt idx="297">
                  <c:v>34752</c:v>
                </c:pt>
                <c:pt idx="298">
                  <c:v>34753</c:v>
                </c:pt>
                <c:pt idx="299">
                  <c:v>34754</c:v>
                </c:pt>
                <c:pt idx="300">
                  <c:v>34757</c:v>
                </c:pt>
                <c:pt idx="301">
                  <c:v>34758</c:v>
                </c:pt>
                <c:pt idx="302">
                  <c:v>34759</c:v>
                </c:pt>
                <c:pt idx="303">
                  <c:v>34760</c:v>
                </c:pt>
                <c:pt idx="304">
                  <c:v>34761</c:v>
                </c:pt>
                <c:pt idx="305">
                  <c:v>34764</c:v>
                </c:pt>
                <c:pt idx="306">
                  <c:v>34765</c:v>
                </c:pt>
                <c:pt idx="307">
                  <c:v>34766</c:v>
                </c:pt>
                <c:pt idx="308">
                  <c:v>34767</c:v>
                </c:pt>
                <c:pt idx="309">
                  <c:v>34768</c:v>
                </c:pt>
                <c:pt idx="310">
                  <c:v>34771</c:v>
                </c:pt>
                <c:pt idx="311">
                  <c:v>34772</c:v>
                </c:pt>
                <c:pt idx="312">
                  <c:v>34773</c:v>
                </c:pt>
                <c:pt idx="313">
                  <c:v>34774</c:v>
                </c:pt>
                <c:pt idx="314">
                  <c:v>34775</c:v>
                </c:pt>
                <c:pt idx="315">
                  <c:v>34778</c:v>
                </c:pt>
                <c:pt idx="316">
                  <c:v>34779</c:v>
                </c:pt>
                <c:pt idx="317">
                  <c:v>34780</c:v>
                </c:pt>
                <c:pt idx="318">
                  <c:v>34781</c:v>
                </c:pt>
                <c:pt idx="319">
                  <c:v>34782</c:v>
                </c:pt>
                <c:pt idx="320">
                  <c:v>34785</c:v>
                </c:pt>
                <c:pt idx="321">
                  <c:v>34786</c:v>
                </c:pt>
                <c:pt idx="322">
                  <c:v>34787</c:v>
                </c:pt>
                <c:pt idx="323">
                  <c:v>34788</c:v>
                </c:pt>
                <c:pt idx="324">
                  <c:v>34789</c:v>
                </c:pt>
                <c:pt idx="325">
                  <c:v>34792</c:v>
                </c:pt>
                <c:pt idx="326">
                  <c:v>34793</c:v>
                </c:pt>
                <c:pt idx="327">
                  <c:v>34794</c:v>
                </c:pt>
                <c:pt idx="328">
                  <c:v>34795</c:v>
                </c:pt>
                <c:pt idx="329">
                  <c:v>34796</c:v>
                </c:pt>
                <c:pt idx="330">
                  <c:v>34799</c:v>
                </c:pt>
                <c:pt idx="331">
                  <c:v>34800</c:v>
                </c:pt>
                <c:pt idx="332">
                  <c:v>34801</c:v>
                </c:pt>
                <c:pt idx="333">
                  <c:v>34802</c:v>
                </c:pt>
                <c:pt idx="334">
                  <c:v>34803</c:v>
                </c:pt>
                <c:pt idx="335">
                  <c:v>34806</c:v>
                </c:pt>
                <c:pt idx="336">
                  <c:v>34807</c:v>
                </c:pt>
                <c:pt idx="337">
                  <c:v>34808</c:v>
                </c:pt>
                <c:pt idx="338">
                  <c:v>34809</c:v>
                </c:pt>
                <c:pt idx="339">
                  <c:v>34810</c:v>
                </c:pt>
                <c:pt idx="340">
                  <c:v>34813</c:v>
                </c:pt>
                <c:pt idx="341">
                  <c:v>34814</c:v>
                </c:pt>
                <c:pt idx="342">
                  <c:v>34815</c:v>
                </c:pt>
                <c:pt idx="343">
                  <c:v>34816</c:v>
                </c:pt>
                <c:pt idx="344">
                  <c:v>34817</c:v>
                </c:pt>
                <c:pt idx="345">
                  <c:v>34820</c:v>
                </c:pt>
                <c:pt idx="346">
                  <c:v>34821</c:v>
                </c:pt>
                <c:pt idx="347">
                  <c:v>34822</c:v>
                </c:pt>
                <c:pt idx="348">
                  <c:v>34823</c:v>
                </c:pt>
                <c:pt idx="349">
                  <c:v>34824</c:v>
                </c:pt>
                <c:pt idx="350">
                  <c:v>34827</c:v>
                </c:pt>
                <c:pt idx="351">
                  <c:v>34828</c:v>
                </c:pt>
                <c:pt idx="352">
                  <c:v>34829</c:v>
                </c:pt>
                <c:pt idx="353">
                  <c:v>34830</c:v>
                </c:pt>
                <c:pt idx="354">
                  <c:v>34831</c:v>
                </c:pt>
                <c:pt idx="355">
                  <c:v>34834</c:v>
                </c:pt>
                <c:pt idx="356">
                  <c:v>34835</c:v>
                </c:pt>
                <c:pt idx="357">
                  <c:v>34836</c:v>
                </c:pt>
                <c:pt idx="358">
                  <c:v>34837</c:v>
                </c:pt>
                <c:pt idx="359">
                  <c:v>34838</c:v>
                </c:pt>
                <c:pt idx="360">
                  <c:v>34841</c:v>
                </c:pt>
                <c:pt idx="361">
                  <c:v>34842</c:v>
                </c:pt>
                <c:pt idx="362">
                  <c:v>34843</c:v>
                </c:pt>
                <c:pt idx="363">
                  <c:v>34844</c:v>
                </c:pt>
                <c:pt idx="364">
                  <c:v>34845</c:v>
                </c:pt>
                <c:pt idx="365">
                  <c:v>34848</c:v>
                </c:pt>
                <c:pt idx="366">
                  <c:v>34849</c:v>
                </c:pt>
                <c:pt idx="367">
                  <c:v>34850</c:v>
                </c:pt>
                <c:pt idx="368">
                  <c:v>34851</c:v>
                </c:pt>
                <c:pt idx="369">
                  <c:v>34852</c:v>
                </c:pt>
                <c:pt idx="370">
                  <c:v>34855</c:v>
                </c:pt>
                <c:pt idx="371">
                  <c:v>34856</c:v>
                </c:pt>
                <c:pt idx="372">
                  <c:v>34857</c:v>
                </c:pt>
                <c:pt idx="373">
                  <c:v>34858</c:v>
                </c:pt>
                <c:pt idx="374">
                  <c:v>34859</c:v>
                </c:pt>
                <c:pt idx="375">
                  <c:v>34862</c:v>
                </c:pt>
                <c:pt idx="376">
                  <c:v>34863</c:v>
                </c:pt>
                <c:pt idx="377">
                  <c:v>34864</c:v>
                </c:pt>
                <c:pt idx="378">
                  <c:v>34865</c:v>
                </c:pt>
                <c:pt idx="379">
                  <c:v>34866</c:v>
                </c:pt>
                <c:pt idx="380">
                  <c:v>34869</c:v>
                </c:pt>
                <c:pt idx="381">
                  <c:v>34870</c:v>
                </c:pt>
                <c:pt idx="382">
                  <c:v>34871</c:v>
                </c:pt>
                <c:pt idx="383">
                  <c:v>34872</c:v>
                </c:pt>
                <c:pt idx="384">
                  <c:v>34873</c:v>
                </c:pt>
                <c:pt idx="385">
                  <c:v>34876</c:v>
                </c:pt>
                <c:pt idx="386">
                  <c:v>34877</c:v>
                </c:pt>
                <c:pt idx="387">
                  <c:v>34878</c:v>
                </c:pt>
                <c:pt idx="388">
                  <c:v>34879</c:v>
                </c:pt>
                <c:pt idx="389">
                  <c:v>34880</c:v>
                </c:pt>
                <c:pt idx="390">
                  <c:v>34883</c:v>
                </c:pt>
                <c:pt idx="391">
                  <c:v>34884</c:v>
                </c:pt>
                <c:pt idx="392">
                  <c:v>34885</c:v>
                </c:pt>
                <c:pt idx="393">
                  <c:v>34886</c:v>
                </c:pt>
                <c:pt idx="394">
                  <c:v>34887</c:v>
                </c:pt>
                <c:pt idx="395">
                  <c:v>34890</c:v>
                </c:pt>
                <c:pt idx="396">
                  <c:v>34891</c:v>
                </c:pt>
                <c:pt idx="397">
                  <c:v>34892</c:v>
                </c:pt>
                <c:pt idx="398">
                  <c:v>34893</c:v>
                </c:pt>
                <c:pt idx="399">
                  <c:v>34894</c:v>
                </c:pt>
                <c:pt idx="400">
                  <c:v>34897</c:v>
                </c:pt>
                <c:pt idx="401">
                  <c:v>34898</c:v>
                </c:pt>
                <c:pt idx="402">
                  <c:v>34899</c:v>
                </c:pt>
                <c:pt idx="403">
                  <c:v>34900</c:v>
                </c:pt>
                <c:pt idx="404">
                  <c:v>34901</c:v>
                </c:pt>
                <c:pt idx="405">
                  <c:v>34904</c:v>
                </c:pt>
                <c:pt idx="406">
                  <c:v>34905</c:v>
                </c:pt>
                <c:pt idx="407">
                  <c:v>34906</c:v>
                </c:pt>
                <c:pt idx="408">
                  <c:v>34907</c:v>
                </c:pt>
                <c:pt idx="409">
                  <c:v>34908</c:v>
                </c:pt>
                <c:pt idx="410">
                  <c:v>34911</c:v>
                </c:pt>
                <c:pt idx="411">
                  <c:v>34912</c:v>
                </c:pt>
                <c:pt idx="412">
                  <c:v>34913</c:v>
                </c:pt>
                <c:pt idx="413">
                  <c:v>34914</c:v>
                </c:pt>
                <c:pt idx="414">
                  <c:v>34915</c:v>
                </c:pt>
                <c:pt idx="415">
                  <c:v>34918</c:v>
                </c:pt>
                <c:pt idx="416">
                  <c:v>34919</c:v>
                </c:pt>
                <c:pt idx="417">
                  <c:v>34920</c:v>
                </c:pt>
                <c:pt idx="418">
                  <c:v>34921</c:v>
                </c:pt>
                <c:pt idx="419">
                  <c:v>34922</c:v>
                </c:pt>
                <c:pt idx="420">
                  <c:v>34925</c:v>
                </c:pt>
                <c:pt idx="421">
                  <c:v>34926</c:v>
                </c:pt>
                <c:pt idx="422">
                  <c:v>34927</c:v>
                </c:pt>
                <c:pt idx="423">
                  <c:v>34928</c:v>
                </c:pt>
                <c:pt idx="424">
                  <c:v>34929</c:v>
                </c:pt>
                <c:pt idx="425">
                  <c:v>34932</c:v>
                </c:pt>
                <c:pt idx="426">
                  <c:v>34933</c:v>
                </c:pt>
                <c:pt idx="427">
                  <c:v>34934</c:v>
                </c:pt>
                <c:pt idx="428">
                  <c:v>34935</c:v>
                </c:pt>
                <c:pt idx="429">
                  <c:v>34936</c:v>
                </c:pt>
                <c:pt idx="430">
                  <c:v>34939</c:v>
                </c:pt>
                <c:pt idx="431">
                  <c:v>34940</c:v>
                </c:pt>
                <c:pt idx="432">
                  <c:v>34941</c:v>
                </c:pt>
                <c:pt idx="433">
                  <c:v>34942</c:v>
                </c:pt>
                <c:pt idx="434">
                  <c:v>34943</c:v>
                </c:pt>
                <c:pt idx="435">
                  <c:v>34946</c:v>
                </c:pt>
                <c:pt idx="436">
                  <c:v>34947</c:v>
                </c:pt>
                <c:pt idx="437">
                  <c:v>34948</c:v>
                </c:pt>
                <c:pt idx="438">
                  <c:v>34949</c:v>
                </c:pt>
                <c:pt idx="439">
                  <c:v>34950</c:v>
                </c:pt>
                <c:pt idx="440">
                  <c:v>34953</c:v>
                </c:pt>
                <c:pt idx="441">
                  <c:v>34954</c:v>
                </c:pt>
                <c:pt idx="442">
                  <c:v>34955</c:v>
                </c:pt>
                <c:pt idx="443">
                  <c:v>34956</c:v>
                </c:pt>
                <c:pt idx="444">
                  <c:v>34957</c:v>
                </c:pt>
                <c:pt idx="445">
                  <c:v>34960</c:v>
                </c:pt>
                <c:pt idx="446">
                  <c:v>34961</c:v>
                </c:pt>
                <c:pt idx="447">
                  <c:v>34962</c:v>
                </c:pt>
                <c:pt idx="448">
                  <c:v>34963</c:v>
                </c:pt>
                <c:pt idx="449">
                  <c:v>34964</c:v>
                </c:pt>
                <c:pt idx="450">
                  <c:v>34967</c:v>
                </c:pt>
                <c:pt idx="451">
                  <c:v>34968</c:v>
                </c:pt>
                <c:pt idx="452">
                  <c:v>34969</c:v>
                </c:pt>
                <c:pt idx="453">
                  <c:v>34970</c:v>
                </c:pt>
                <c:pt idx="454">
                  <c:v>34971</c:v>
                </c:pt>
                <c:pt idx="455">
                  <c:v>34974</c:v>
                </c:pt>
                <c:pt idx="456">
                  <c:v>34975</c:v>
                </c:pt>
                <c:pt idx="457">
                  <c:v>34976</c:v>
                </c:pt>
                <c:pt idx="458">
                  <c:v>34977</c:v>
                </c:pt>
                <c:pt idx="459">
                  <c:v>34978</c:v>
                </c:pt>
                <c:pt idx="460">
                  <c:v>34981</c:v>
                </c:pt>
                <c:pt idx="461">
                  <c:v>34982</c:v>
                </c:pt>
                <c:pt idx="462">
                  <c:v>34983</c:v>
                </c:pt>
                <c:pt idx="463">
                  <c:v>34984</c:v>
                </c:pt>
                <c:pt idx="464">
                  <c:v>34985</c:v>
                </c:pt>
                <c:pt idx="465">
                  <c:v>34988</c:v>
                </c:pt>
                <c:pt idx="466">
                  <c:v>34989</c:v>
                </c:pt>
                <c:pt idx="467">
                  <c:v>34990</c:v>
                </c:pt>
                <c:pt idx="468">
                  <c:v>34991</c:v>
                </c:pt>
                <c:pt idx="469">
                  <c:v>34992</c:v>
                </c:pt>
                <c:pt idx="470">
                  <c:v>34995</c:v>
                </c:pt>
                <c:pt idx="471">
                  <c:v>34996</c:v>
                </c:pt>
                <c:pt idx="472">
                  <c:v>34997</c:v>
                </c:pt>
                <c:pt idx="473">
                  <c:v>34998</c:v>
                </c:pt>
                <c:pt idx="474">
                  <c:v>34999</c:v>
                </c:pt>
                <c:pt idx="475">
                  <c:v>35002</c:v>
                </c:pt>
                <c:pt idx="476">
                  <c:v>35003</c:v>
                </c:pt>
                <c:pt idx="477">
                  <c:v>35004</c:v>
                </c:pt>
                <c:pt idx="478">
                  <c:v>35005</c:v>
                </c:pt>
                <c:pt idx="479">
                  <c:v>35006</c:v>
                </c:pt>
                <c:pt idx="480">
                  <c:v>35009</c:v>
                </c:pt>
                <c:pt idx="481">
                  <c:v>35010</c:v>
                </c:pt>
                <c:pt idx="482">
                  <c:v>35011</c:v>
                </c:pt>
                <c:pt idx="483">
                  <c:v>35012</c:v>
                </c:pt>
                <c:pt idx="484">
                  <c:v>35013</c:v>
                </c:pt>
                <c:pt idx="485">
                  <c:v>35016</c:v>
                </c:pt>
                <c:pt idx="486">
                  <c:v>35017</c:v>
                </c:pt>
                <c:pt idx="487">
                  <c:v>35018</c:v>
                </c:pt>
                <c:pt idx="488">
                  <c:v>35019</c:v>
                </c:pt>
                <c:pt idx="489">
                  <c:v>35020</c:v>
                </c:pt>
                <c:pt idx="490">
                  <c:v>35023</c:v>
                </c:pt>
                <c:pt idx="491">
                  <c:v>35024</c:v>
                </c:pt>
                <c:pt idx="492">
                  <c:v>35025</c:v>
                </c:pt>
                <c:pt idx="493">
                  <c:v>35026</c:v>
                </c:pt>
                <c:pt idx="494">
                  <c:v>35027</c:v>
                </c:pt>
                <c:pt idx="495">
                  <c:v>35030</c:v>
                </c:pt>
                <c:pt idx="496">
                  <c:v>35031</c:v>
                </c:pt>
                <c:pt idx="497">
                  <c:v>35032</c:v>
                </c:pt>
                <c:pt idx="498">
                  <c:v>35033</c:v>
                </c:pt>
                <c:pt idx="499">
                  <c:v>35034</c:v>
                </c:pt>
                <c:pt idx="500">
                  <c:v>35037</c:v>
                </c:pt>
                <c:pt idx="501">
                  <c:v>35038</c:v>
                </c:pt>
                <c:pt idx="502">
                  <c:v>35039</c:v>
                </c:pt>
                <c:pt idx="503">
                  <c:v>35040</c:v>
                </c:pt>
                <c:pt idx="504">
                  <c:v>35041</c:v>
                </c:pt>
                <c:pt idx="505">
                  <c:v>35044</c:v>
                </c:pt>
                <c:pt idx="506">
                  <c:v>35045</c:v>
                </c:pt>
                <c:pt idx="507">
                  <c:v>35046</c:v>
                </c:pt>
                <c:pt idx="508">
                  <c:v>35047</c:v>
                </c:pt>
                <c:pt idx="509">
                  <c:v>35048</c:v>
                </c:pt>
                <c:pt idx="510">
                  <c:v>35051</c:v>
                </c:pt>
                <c:pt idx="511">
                  <c:v>35052</c:v>
                </c:pt>
                <c:pt idx="512">
                  <c:v>35053</c:v>
                </c:pt>
                <c:pt idx="513">
                  <c:v>35054</c:v>
                </c:pt>
                <c:pt idx="514">
                  <c:v>35055</c:v>
                </c:pt>
                <c:pt idx="515">
                  <c:v>35058</c:v>
                </c:pt>
                <c:pt idx="516">
                  <c:v>35059</c:v>
                </c:pt>
                <c:pt idx="517">
                  <c:v>35060</c:v>
                </c:pt>
                <c:pt idx="518">
                  <c:v>35061</c:v>
                </c:pt>
                <c:pt idx="519">
                  <c:v>35062</c:v>
                </c:pt>
                <c:pt idx="520">
                  <c:v>35065</c:v>
                </c:pt>
                <c:pt idx="521">
                  <c:v>35066</c:v>
                </c:pt>
                <c:pt idx="522">
                  <c:v>35067</c:v>
                </c:pt>
                <c:pt idx="523">
                  <c:v>35068</c:v>
                </c:pt>
                <c:pt idx="524">
                  <c:v>35069</c:v>
                </c:pt>
                <c:pt idx="525">
                  <c:v>35072</c:v>
                </c:pt>
                <c:pt idx="526">
                  <c:v>35073</c:v>
                </c:pt>
                <c:pt idx="527">
                  <c:v>35074</c:v>
                </c:pt>
                <c:pt idx="528">
                  <c:v>35075</c:v>
                </c:pt>
                <c:pt idx="529">
                  <c:v>35076</c:v>
                </c:pt>
                <c:pt idx="530">
                  <c:v>35079</c:v>
                </c:pt>
                <c:pt idx="531">
                  <c:v>35080</c:v>
                </c:pt>
                <c:pt idx="532">
                  <c:v>35081</c:v>
                </c:pt>
                <c:pt idx="533">
                  <c:v>35082</c:v>
                </c:pt>
                <c:pt idx="534">
                  <c:v>35083</c:v>
                </c:pt>
                <c:pt idx="535">
                  <c:v>35086</c:v>
                </c:pt>
                <c:pt idx="536">
                  <c:v>35087</c:v>
                </c:pt>
                <c:pt idx="537">
                  <c:v>35088</c:v>
                </c:pt>
                <c:pt idx="538">
                  <c:v>35089</c:v>
                </c:pt>
                <c:pt idx="539">
                  <c:v>35090</c:v>
                </c:pt>
                <c:pt idx="540">
                  <c:v>35093</c:v>
                </c:pt>
                <c:pt idx="541">
                  <c:v>35094</c:v>
                </c:pt>
                <c:pt idx="542">
                  <c:v>35095</c:v>
                </c:pt>
                <c:pt idx="543">
                  <c:v>35096</c:v>
                </c:pt>
                <c:pt idx="544">
                  <c:v>35097</c:v>
                </c:pt>
                <c:pt idx="545">
                  <c:v>35100</c:v>
                </c:pt>
                <c:pt idx="546">
                  <c:v>35101</c:v>
                </c:pt>
                <c:pt idx="547">
                  <c:v>35102</c:v>
                </c:pt>
                <c:pt idx="548">
                  <c:v>35103</c:v>
                </c:pt>
                <c:pt idx="549">
                  <c:v>35104</c:v>
                </c:pt>
                <c:pt idx="550">
                  <c:v>35107</c:v>
                </c:pt>
                <c:pt idx="551">
                  <c:v>35108</c:v>
                </c:pt>
                <c:pt idx="552">
                  <c:v>35109</c:v>
                </c:pt>
                <c:pt idx="553">
                  <c:v>35110</c:v>
                </c:pt>
                <c:pt idx="554">
                  <c:v>35111</c:v>
                </c:pt>
                <c:pt idx="555">
                  <c:v>35114</c:v>
                </c:pt>
                <c:pt idx="556">
                  <c:v>35115</c:v>
                </c:pt>
                <c:pt idx="557">
                  <c:v>35116</c:v>
                </c:pt>
                <c:pt idx="558">
                  <c:v>35117</c:v>
                </c:pt>
                <c:pt idx="559">
                  <c:v>35118</c:v>
                </c:pt>
                <c:pt idx="560">
                  <c:v>35121</c:v>
                </c:pt>
                <c:pt idx="561">
                  <c:v>35122</c:v>
                </c:pt>
                <c:pt idx="562">
                  <c:v>35123</c:v>
                </c:pt>
                <c:pt idx="563">
                  <c:v>35124</c:v>
                </c:pt>
                <c:pt idx="564">
                  <c:v>35125</c:v>
                </c:pt>
                <c:pt idx="565">
                  <c:v>35128</c:v>
                </c:pt>
                <c:pt idx="566">
                  <c:v>35129</c:v>
                </c:pt>
                <c:pt idx="567">
                  <c:v>35130</c:v>
                </c:pt>
                <c:pt idx="568">
                  <c:v>35131</c:v>
                </c:pt>
                <c:pt idx="569">
                  <c:v>35132</c:v>
                </c:pt>
                <c:pt idx="570">
                  <c:v>35135</c:v>
                </c:pt>
                <c:pt idx="571">
                  <c:v>35136</c:v>
                </c:pt>
                <c:pt idx="572">
                  <c:v>35137</c:v>
                </c:pt>
                <c:pt idx="573">
                  <c:v>35138</c:v>
                </c:pt>
                <c:pt idx="574">
                  <c:v>35139</c:v>
                </c:pt>
                <c:pt idx="575">
                  <c:v>35142</c:v>
                </c:pt>
                <c:pt idx="576">
                  <c:v>35143</c:v>
                </c:pt>
                <c:pt idx="577">
                  <c:v>35144</c:v>
                </c:pt>
                <c:pt idx="578">
                  <c:v>35145</c:v>
                </c:pt>
                <c:pt idx="579">
                  <c:v>35146</c:v>
                </c:pt>
                <c:pt idx="580">
                  <c:v>35149</c:v>
                </c:pt>
                <c:pt idx="581">
                  <c:v>35150</c:v>
                </c:pt>
                <c:pt idx="582">
                  <c:v>35151</c:v>
                </c:pt>
                <c:pt idx="583">
                  <c:v>35152</c:v>
                </c:pt>
                <c:pt idx="584">
                  <c:v>35153</c:v>
                </c:pt>
                <c:pt idx="585">
                  <c:v>35156</c:v>
                </c:pt>
                <c:pt idx="586">
                  <c:v>35157</c:v>
                </c:pt>
                <c:pt idx="587">
                  <c:v>35158</c:v>
                </c:pt>
                <c:pt idx="588">
                  <c:v>35159</c:v>
                </c:pt>
                <c:pt idx="589">
                  <c:v>35160</c:v>
                </c:pt>
                <c:pt idx="590">
                  <c:v>35163</c:v>
                </c:pt>
                <c:pt idx="591">
                  <c:v>35164</c:v>
                </c:pt>
                <c:pt idx="592">
                  <c:v>35165</c:v>
                </c:pt>
                <c:pt idx="593">
                  <c:v>35166</c:v>
                </c:pt>
                <c:pt idx="594">
                  <c:v>35167</c:v>
                </c:pt>
                <c:pt idx="595">
                  <c:v>35170</c:v>
                </c:pt>
                <c:pt idx="596">
                  <c:v>35171</c:v>
                </c:pt>
                <c:pt idx="597">
                  <c:v>35172</c:v>
                </c:pt>
                <c:pt idx="598">
                  <c:v>35173</c:v>
                </c:pt>
                <c:pt idx="599">
                  <c:v>35174</c:v>
                </c:pt>
                <c:pt idx="600">
                  <c:v>35177</c:v>
                </c:pt>
                <c:pt idx="601">
                  <c:v>35178</c:v>
                </c:pt>
                <c:pt idx="602">
                  <c:v>35179</c:v>
                </c:pt>
                <c:pt idx="603">
                  <c:v>35180</c:v>
                </c:pt>
                <c:pt idx="604">
                  <c:v>35181</c:v>
                </c:pt>
                <c:pt idx="605">
                  <c:v>35184</c:v>
                </c:pt>
                <c:pt idx="606">
                  <c:v>35185</c:v>
                </c:pt>
                <c:pt idx="607">
                  <c:v>35186</c:v>
                </c:pt>
                <c:pt idx="608">
                  <c:v>35187</c:v>
                </c:pt>
                <c:pt idx="609">
                  <c:v>35188</c:v>
                </c:pt>
                <c:pt idx="610">
                  <c:v>35191</c:v>
                </c:pt>
                <c:pt idx="611">
                  <c:v>35192</c:v>
                </c:pt>
                <c:pt idx="612">
                  <c:v>35193</c:v>
                </c:pt>
                <c:pt idx="613">
                  <c:v>35194</c:v>
                </c:pt>
                <c:pt idx="614">
                  <c:v>35195</c:v>
                </c:pt>
                <c:pt idx="615">
                  <c:v>35198</c:v>
                </c:pt>
                <c:pt idx="616">
                  <c:v>35199</c:v>
                </c:pt>
                <c:pt idx="617">
                  <c:v>35200</c:v>
                </c:pt>
                <c:pt idx="618">
                  <c:v>35201</c:v>
                </c:pt>
                <c:pt idx="619">
                  <c:v>35202</c:v>
                </c:pt>
                <c:pt idx="620">
                  <c:v>35205</c:v>
                </c:pt>
                <c:pt idx="621">
                  <c:v>35206</c:v>
                </c:pt>
                <c:pt idx="622">
                  <c:v>35207</c:v>
                </c:pt>
                <c:pt idx="623">
                  <c:v>35208</c:v>
                </c:pt>
                <c:pt idx="624">
                  <c:v>35209</c:v>
                </c:pt>
                <c:pt idx="625">
                  <c:v>35212</c:v>
                </c:pt>
                <c:pt idx="626">
                  <c:v>35213</c:v>
                </c:pt>
                <c:pt idx="627">
                  <c:v>35214</c:v>
                </c:pt>
                <c:pt idx="628">
                  <c:v>35215</c:v>
                </c:pt>
                <c:pt idx="629">
                  <c:v>35216</c:v>
                </c:pt>
                <c:pt idx="630">
                  <c:v>35219</c:v>
                </c:pt>
                <c:pt idx="631">
                  <c:v>35220</c:v>
                </c:pt>
                <c:pt idx="632">
                  <c:v>35221</c:v>
                </c:pt>
                <c:pt idx="633">
                  <c:v>35222</c:v>
                </c:pt>
                <c:pt idx="634">
                  <c:v>35223</c:v>
                </c:pt>
                <c:pt idx="635">
                  <c:v>35226</c:v>
                </c:pt>
                <c:pt idx="636">
                  <c:v>35227</c:v>
                </c:pt>
                <c:pt idx="637">
                  <c:v>35228</c:v>
                </c:pt>
                <c:pt idx="638">
                  <c:v>35229</c:v>
                </c:pt>
                <c:pt idx="639">
                  <c:v>35230</c:v>
                </c:pt>
                <c:pt idx="640">
                  <c:v>35233</c:v>
                </c:pt>
                <c:pt idx="641">
                  <c:v>35234</c:v>
                </c:pt>
                <c:pt idx="642">
                  <c:v>35235</c:v>
                </c:pt>
                <c:pt idx="643">
                  <c:v>35236</c:v>
                </c:pt>
                <c:pt idx="644">
                  <c:v>35237</c:v>
                </c:pt>
                <c:pt idx="645">
                  <c:v>35240</c:v>
                </c:pt>
                <c:pt idx="646">
                  <c:v>35241</c:v>
                </c:pt>
                <c:pt idx="647">
                  <c:v>35242</c:v>
                </c:pt>
                <c:pt idx="648">
                  <c:v>35243</c:v>
                </c:pt>
                <c:pt idx="649">
                  <c:v>35244</c:v>
                </c:pt>
                <c:pt idx="650">
                  <c:v>35247</c:v>
                </c:pt>
                <c:pt idx="651">
                  <c:v>35248</c:v>
                </c:pt>
                <c:pt idx="652">
                  <c:v>35249</c:v>
                </c:pt>
                <c:pt idx="653">
                  <c:v>35250</c:v>
                </c:pt>
                <c:pt idx="654">
                  <c:v>35251</c:v>
                </c:pt>
                <c:pt idx="655">
                  <c:v>35254</c:v>
                </c:pt>
                <c:pt idx="656">
                  <c:v>35255</c:v>
                </c:pt>
                <c:pt idx="657">
                  <c:v>35256</c:v>
                </c:pt>
                <c:pt idx="658">
                  <c:v>35257</c:v>
                </c:pt>
                <c:pt idx="659">
                  <c:v>35258</c:v>
                </c:pt>
                <c:pt idx="660">
                  <c:v>35261</c:v>
                </c:pt>
                <c:pt idx="661">
                  <c:v>35262</c:v>
                </c:pt>
                <c:pt idx="662">
                  <c:v>35263</c:v>
                </c:pt>
                <c:pt idx="663">
                  <c:v>35264</c:v>
                </c:pt>
                <c:pt idx="664">
                  <c:v>35265</c:v>
                </c:pt>
                <c:pt idx="665">
                  <c:v>35268</c:v>
                </c:pt>
                <c:pt idx="666">
                  <c:v>35269</c:v>
                </c:pt>
                <c:pt idx="667">
                  <c:v>35270</c:v>
                </c:pt>
                <c:pt idx="668">
                  <c:v>35271</c:v>
                </c:pt>
                <c:pt idx="669">
                  <c:v>35272</c:v>
                </c:pt>
                <c:pt idx="670">
                  <c:v>35275</c:v>
                </c:pt>
                <c:pt idx="671">
                  <c:v>35276</c:v>
                </c:pt>
                <c:pt idx="672">
                  <c:v>35277</c:v>
                </c:pt>
                <c:pt idx="673">
                  <c:v>35278</c:v>
                </c:pt>
                <c:pt idx="674">
                  <c:v>35279</c:v>
                </c:pt>
                <c:pt idx="675">
                  <c:v>35282</c:v>
                </c:pt>
                <c:pt idx="676">
                  <c:v>35283</c:v>
                </c:pt>
                <c:pt idx="677">
                  <c:v>35284</c:v>
                </c:pt>
                <c:pt idx="678">
                  <c:v>35285</c:v>
                </c:pt>
                <c:pt idx="679">
                  <c:v>35286</c:v>
                </c:pt>
                <c:pt idx="680">
                  <c:v>35289</c:v>
                </c:pt>
                <c:pt idx="681">
                  <c:v>35290</c:v>
                </c:pt>
                <c:pt idx="682">
                  <c:v>35291</c:v>
                </c:pt>
                <c:pt idx="683">
                  <c:v>35292</c:v>
                </c:pt>
                <c:pt idx="684">
                  <c:v>35293</c:v>
                </c:pt>
                <c:pt idx="685">
                  <c:v>35296</c:v>
                </c:pt>
                <c:pt idx="686">
                  <c:v>35297</c:v>
                </c:pt>
                <c:pt idx="687">
                  <c:v>35298</c:v>
                </c:pt>
                <c:pt idx="688">
                  <c:v>35299</c:v>
                </c:pt>
                <c:pt idx="689">
                  <c:v>35300</c:v>
                </c:pt>
                <c:pt idx="690">
                  <c:v>35303</c:v>
                </c:pt>
                <c:pt idx="691">
                  <c:v>35304</c:v>
                </c:pt>
                <c:pt idx="692">
                  <c:v>35305</c:v>
                </c:pt>
                <c:pt idx="693">
                  <c:v>35306</c:v>
                </c:pt>
                <c:pt idx="694">
                  <c:v>35307</c:v>
                </c:pt>
                <c:pt idx="695">
                  <c:v>35310</c:v>
                </c:pt>
                <c:pt idx="696">
                  <c:v>35311</c:v>
                </c:pt>
                <c:pt idx="697">
                  <c:v>35312</c:v>
                </c:pt>
                <c:pt idx="698">
                  <c:v>35313</c:v>
                </c:pt>
                <c:pt idx="699">
                  <c:v>35314</c:v>
                </c:pt>
                <c:pt idx="700">
                  <c:v>35317</c:v>
                </c:pt>
                <c:pt idx="701">
                  <c:v>35318</c:v>
                </c:pt>
                <c:pt idx="702">
                  <c:v>35319</c:v>
                </c:pt>
                <c:pt idx="703">
                  <c:v>35320</c:v>
                </c:pt>
                <c:pt idx="704">
                  <c:v>35321</c:v>
                </c:pt>
                <c:pt idx="705">
                  <c:v>35324</c:v>
                </c:pt>
                <c:pt idx="706">
                  <c:v>35325</c:v>
                </c:pt>
                <c:pt idx="707">
                  <c:v>35326</c:v>
                </c:pt>
                <c:pt idx="708">
                  <c:v>35327</c:v>
                </c:pt>
                <c:pt idx="709">
                  <c:v>35328</c:v>
                </c:pt>
                <c:pt idx="710">
                  <c:v>35331</c:v>
                </c:pt>
                <c:pt idx="711">
                  <c:v>35332</c:v>
                </c:pt>
                <c:pt idx="712">
                  <c:v>35333</c:v>
                </c:pt>
                <c:pt idx="713">
                  <c:v>35334</c:v>
                </c:pt>
                <c:pt idx="714">
                  <c:v>35335</c:v>
                </c:pt>
                <c:pt idx="715">
                  <c:v>35338</c:v>
                </c:pt>
                <c:pt idx="716">
                  <c:v>35339</c:v>
                </c:pt>
                <c:pt idx="717">
                  <c:v>35340</c:v>
                </c:pt>
                <c:pt idx="718">
                  <c:v>35341</c:v>
                </c:pt>
                <c:pt idx="719">
                  <c:v>35342</c:v>
                </c:pt>
                <c:pt idx="720">
                  <c:v>35345</c:v>
                </c:pt>
                <c:pt idx="721">
                  <c:v>35346</c:v>
                </c:pt>
                <c:pt idx="722">
                  <c:v>35347</c:v>
                </c:pt>
                <c:pt idx="723">
                  <c:v>35348</c:v>
                </c:pt>
                <c:pt idx="724">
                  <c:v>35349</c:v>
                </c:pt>
                <c:pt idx="725">
                  <c:v>35352</c:v>
                </c:pt>
                <c:pt idx="726">
                  <c:v>35353</c:v>
                </c:pt>
                <c:pt idx="727">
                  <c:v>35354</c:v>
                </c:pt>
                <c:pt idx="728">
                  <c:v>35355</c:v>
                </c:pt>
                <c:pt idx="729">
                  <c:v>35356</c:v>
                </c:pt>
                <c:pt idx="730">
                  <c:v>35359</c:v>
                </c:pt>
                <c:pt idx="731">
                  <c:v>35360</c:v>
                </c:pt>
                <c:pt idx="732">
                  <c:v>35361</c:v>
                </c:pt>
                <c:pt idx="733">
                  <c:v>35362</c:v>
                </c:pt>
                <c:pt idx="734">
                  <c:v>35363</c:v>
                </c:pt>
                <c:pt idx="735">
                  <c:v>35366</c:v>
                </c:pt>
                <c:pt idx="736">
                  <c:v>35367</c:v>
                </c:pt>
                <c:pt idx="737">
                  <c:v>35368</c:v>
                </c:pt>
                <c:pt idx="738">
                  <c:v>35369</c:v>
                </c:pt>
                <c:pt idx="739">
                  <c:v>35370</c:v>
                </c:pt>
                <c:pt idx="740">
                  <c:v>35373</c:v>
                </c:pt>
                <c:pt idx="741">
                  <c:v>35374</c:v>
                </c:pt>
                <c:pt idx="742">
                  <c:v>35375</c:v>
                </c:pt>
                <c:pt idx="743">
                  <c:v>35376</c:v>
                </c:pt>
                <c:pt idx="744">
                  <c:v>35377</c:v>
                </c:pt>
                <c:pt idx="745">
                  <c:v>35380</c:v>
                </c:pt>
                <c:pt idx="746">
                  <c:v>35381</c:v>
                </c:pt>
                <c:pt idx="747">
                  <c:v>35382</c:v>
                </c:pt>
                <c:pt idx="748">
                  <c:v>35383</c:v>
                </c:pt>
                <c:pt idx="749">
                  <c:v>35384</c:v>
                </c:pt>
                <c:pt idx="750">
                  <c:v>35387</c:v>
                </c:pt>
                <c:pt idx="751">
                  <c:v>35388</c:v>
                </c:pt>
                <c:pt idx="752">
                  <c:v>35389</c:v>
                </c:pt>
                <c:pt idx="753">
                  <c:v>35390</c:v>
                </c:pt>
                <c:pt idx="754">
                  <c:v>35391</c:v>
                </c:pt>
                <c:pt idx="755">
                  <c:v>35394</c:v>
                </c:pt>
                <c:pt idx="756">
                  <c:v>35395</c:v>
                </c:pt>
                <c:pt idx="757">
                  <c:v>35396</c:v>
                </c:pt>
                <c:pt idx="758">
                  <c:v>35397</c:v>
                </c:pt>
                <c:pt idx="759">
                  <c:v>35398</c:v>
                </c:pt>
                <c:pt idx="760">
                  <c:v>35401</c:v>
                </c:pt>
                <c:pt idx="761">
                  <c:v>35402</c:v>
                </c:pt>
                <c:pt idx="762">
                  <c:v>35403</c:v>
                </c:pt>
                <c:pt idx="763">
                  <c:v>35404</c:v>
                </c:pt>
                <c:pt idx="764">
                  <c:v>35405</c:v>
                </c:pt>
                <c:pt idx="765">
                  <c:v>35408</c:v>
                </c:pt>
                <c:pt idx="766">
                  <c:v>35409</c:v>
                </c:pt>
                <c:pt idx="767">
                  <c:v>35410</c:v>
                </c:pt>
                <c:pt idx="768">
                  <c:v>35411</c:v>
                </c:pt>
                <c:pt idx="769">
                  <c:v>35412</c:v>
                </c:pt>
                <c:pt idx="770">
                  <c:v>35415</c:v>
                </c:pt>
                <c:pt idx="771">
                  <c:v>35416</c:v>
                </c:pt>
                <c:pt idx="772">
                  <c:v>35417</c:v>
                </c:pt>
                <c:pt idx="773">
                  <c:v>35418</c:v>
                </c:pt>
                <c:pt idx="774">
                  <c:v>35419</c:v>
                </c:pt>
                <c:pt idx="775">
                  <c:v>35422</c:v>
                </c:pt>
                <c:pt idx="776">
                  <c:v>35423</c:v>
                </c:pt>
                <c:pt idx="777">
                  <c:v>35424</c:v>
                </c:pt>
                <c:pt idx="778">
                  <c:v>35425</c:v>
                </c:pt>
                <c:pt idx="779">
                  <c:v>35426</c:v>
                </c:pt>
                <c:pt idx="780">
                  <c:v>35429</c:v>
                </c:pt>
                <c:pt idx="781">
                  <c:v>35430</c:v>
                </c:pt>
                <c:pt idx="782">
                  <c:v>35431</c:v>
                </c:pt>
                <c:pt idx="783">
                  <c:v>35432</c:v>
                </c:pt>
                <c:pt idx="784">
                  <c:v>35433</c:v>
                </c:pt>
                <c:pt idx="785">
                  <c:v>35436</c:v>
                </c:pt>
                <c:pt idx="786">
                  <c:v>35437</c:v>
                </c:pt>
                <c:pt idx="787">
                  <c:v>35438</c:v>
                </c:pt>
                <c:pt idx="788">
                  <c:v>35439</c:v>
                </c:pt>
                <c:pt idx="789">
                  <c:v>35440</c:v>
                </c:pt>
                <c:pt idx="790">
                  <c:v>35443</c:v>
                </c:pt>
                <c:pt idx="791">
                  <c:v>35444</c:v>
                </c:pt>
                <c:pt idx="792">
                  <c:v>35445</c:v>
                </c:pt>
                <c:pt idx="793">
                  <c:v>35446</c:v>
                </c:pt>
                <c:pt idx="794">
                  <c:v>35447</c:v>
                </c:pt>
                <c:pt idx="795">
                  <c:v>35450</c:v>
                </c:pt>
                <c:pt idx="796">
                  <c:v>35451</c:v>
                </c:pt>
                <c:pt idx="797">
                  <c:v>35452</c:v>
                </c:pt>
                <c:pt idx="798">
                  <c:v>35453</c:v>
                </c:pt>
                <c:pt idx="799">
                  <c:v>35454</c:v>
                </c:pt>
                <c:pt idx="800">
                  <c:v>35457</c:v>
                </c:pt>
                <c:pt idx="801">
                  <c:v>35458</c:v>
                </c:pt>
                <c:pt idx="802">
                  <c:v>35459</c:v>
                </c:pt>
                <c:pt idx="803">
                  <c:v>35460</c:v>
                </c:pt>
                <c:pt idx="804">
                  <c:v>35461</c:v>
                </c:pt>
                <c:pt idx="805">
                  <c:v>35464</c:v>
                </c:pt>
                <c:pt idx="806">
                  <c:v>35465</c:v>
                </c:pt>
                <c:pt idx="807">
                  <c:v>35466</c:v>
                </c:pt>
                <c:pt idx="808">
                  <c:v>35467</c:v>
                </c:pt>
                <c:pt idx="809">
                  <c:v>35468</c:v>
                </c:pt>
                <c:pt idx="810">
                  <c:v>35471</c:v>
                </c:pt>
                <c:pt idx="811">
                  <c:v>35472</c:v>
                </c:pt>
                <c:pt idx="812">
                  <c:v>35473</c:v>
                </c:pt>
                <c:pt idx="813">
                  <c:v>35474</c:v>
                </c:pt>
                <c:pt idx="814">
                  <c:v>35475</c:v>
                </c:pt>
                <c:pt idx="815">
                  <c:v>35478</c:v>
                </c:pt>
                <c:pt idx="816">
                  <c:v>35479</c:v>
                </c:pt>
                <c:pt idx="817">
                  <c:v>35480</c:v>
                </c:pt>
                <c:pt idx="818">
                  <c:v>35481</c:v>
                </c:pt>
                <c:pt idx="819">
                  <c:v>35482</c:v>
                </c:pt>
                <c:pt idx="820">
                  <c:v>35485</c:v>
                </c:pt>
                <c:pt idx="821">
                  <c:v>35486</c:v>
                </c:pt>
                <c:pt idx="822">
                  <c:v>35487</c:v>
                </c:pt>
                <c:pt idx="823">
                  <c:v>35488</c:v>
                </c:pt>
                <c:pt idx="824">
                  <c:v>35489</c:v>
                </c:pt>
                <c:pt idx="825">
                  <c:v>35492</c:v>
                </c:pt>
                <c:pt idx="826">
                  <c:v>35493</c:v>
                </c:pt>
                <c:pt idx="827">
                  <c:v>35494</c:v>
                </c:pt>
                <c:pt idx="828">
                  <c:v>35495</c:v>
                </c:pt>
                <c:pt idx="829">
                  <c:v>35496</c:v>
                </c:pt>
                <c:pt idx="830">
                  <c:v>35499</c:v>
                </c:pt>
                <c:pt idx="831">
                  <c:v>35500</c:v>
                </c:pt>
                <c:pt idx="832">
                  <c:v>35501</c:v>
                </c:pt>
                <c:pt idx="833">
                  <c:v>35502</c:v>
                </c:pt>
                <c:pt idx="834">
                  <c:v>35503</c:v>
                </c:pt>
                <c:pt idx="835">
                  <c:v>35506</c:v>
                </c:pt>
                <c:pt idx="836">
                  <c:v>35507</c:v>
                </c:pt>
                <c:pt idx="837">
                  <c:v>35508</c:v>
                </c:pt>
                <c:pt idx="838">
                  <c:v>35509</c:v>
                </c:pt>
                <c:pt idx="839">
                  <c:v>35510</c:v>
                </c:pt>
                <c:pt idx="840">
                  <c:v>35513</c:v>
                </c:pt>
                <c:pt idx="841">
                  <c:v>35514</c:v>
                </c:pt>
                <c:pt idx="842">
                  <c:v>35515</c:v>
                </c:pt>
                <c:pt idx="843">
                  <c:v>35516</c:v>
                </c:pt>
                <c:pt idx="844">
                  <c:v>35517</c:v>
                </c:pt>
                <c:pt idx="845">
                  <c:v>35520</c:v>
                </c:pt>
                <c:pt idx="846">
                  <c:v>35521</c:v>
                </c:pt>
                <c:pt idx="847">
                  <c:v>35522</c:v>
                </c:pt>
                <c:pt idx="848">
                  <c:v>35523</c:v>
                </c:pt>
                <c:pt idx="849">
                  <c:v>35524</c:v>
                </c:pt>
                <c:pt idx="850">
                  <c:v>35527</c:v>
                </c:pt>
                <c:pt idx="851">
                  <c:v>35528</c:v>
                </c:pt>
                <c:pt idx="852">
                  <c:v>35529</c:v>
                </c:pt>
                <c:pt idx="853">
                  <c:v>35530</c:v>
                </c:pt>
                <c:pt idx="854">
                  <c:v>35531</c:v>
                </c:pt>
                <c:pt idx="855">
                  <c:v>35534</c:v>
                </c:pt>
                <c:pt idx="856">
                  <c:v>35535</c:v>
                </c:pt>
                <c:pt idx="857">
                  <c:v>35536</c:v>
                </c:pt>
                <c:pt idx="858">
                  <c:v>35537</c:v>
                </c:pt>
                <c:pt idx="859">
                  <c:v>35538</c:v>
                </c:pt>
                <c:pt idx="860">
                  <c:v>35541</c:v>
                </c:pt>
                <c:pt idx="861">
                  <c:v>35542</c:v>
                </c:pt>
                <c:pt idx="862">
                  <c:v>35543</c:v>
                </c:pt>
                <c:pt idx="863">
                  <c:v>35544</c:v>
                </c:pt>
                <c:pt idx="864">
                  <c:v>35545</c:v>
                </c:pt>
                <c:pt idx="865">
                  <c:v>35548</c:v>
                </c:pt>
                <c:pt idx="866">
                  <c:v>35549</c:v>
                </c:pt>
                <c:pt idx="867">
                  <c:v>35550</c:v>
                </c:pt>
                <c:pt idx="868">
                  <c:v>35551</c:v>
                </c:pt>
                <c:pt idx="869">
                  <c:v>35552</c:v>
                </c:pt>
                <c:pt idx="870">
                  <c:v>35555</c:v>
                </c:pt>
                <c:pt idx="871">
                  <c:v>35556</c:v>
                </c:pt>
                <c:pt idx="872">
                  <c:v>35557</c:v>
                </c:pt>
                <c:pt idx="873">
                  <c:v>35558</c:v>
                </c:pt>
                <c:pt idx="874">
                  <c:v>35559</c:v>
                </c:pt>
                <c:pt idx="875">
                  <c:v>35562</c:v>
                </c:pt>
                <c:pt idx="876">
                  <c:v>35563</c:v>
                </c:pt>
                <c:pt idx="877">
                  <c:v>35564</c:v>
                </c:pt>
                <c:pt idx="878">
                  <c:v>35565</c:v>
                </c:pt>
                <c:pt idx="879">
                  <c:v>35566</c:v>
                </c:pt>
                <c:pt idx="880">
                  <c:v>35569</c:v>
                </c:pt>
                <c:pt idx="881">
                  <c:v>35570</c:v>
                </c:pt>
                <c:pt idx="882">
                  <c:v>35571</c:v>
                </c:pt>
                <c:pt idx="883">
                  <c:v>35572</c:v>
                </c:pt>
                <c:pt idx="884">
                  <c:v>35573</c:v>
                </c:pt>
                <c:pt idx="885">
                  <c:v>35576</c:v>
                </c:pt>
                <c:pt idx="886">
                  <c:v>35577</c:v>
                </c:pt>
                <c:pt idx="887">
                  <c:v>35578</c:v>
                </c:pt>
                <c:pt idx="888">
                  <c:v>35579</c:v>
                </c:pt>
                <c:pt idx="889">
                  <c:v>35580</c:v>
                </c:pt>
                <c:pt idx="890">
                  <c:v>35583</c:v>
                </c:pt>
                <c:pt idx="891">
                  <c:v>35584</c:v>
                </c:pt>
                <c:pt idx="892">
                  <c:v>35585</c:v>
                </c:pt>
                <c:pt idx="893">
                  <c:v>35586</c:v>
                </c:pt>
                <c:pt idx="894">
                  <c:v>35587</c:v>
                </c:pt>
                <c:pt idx="895">
                  <c:v>35590</c:v>
                </c:pt>
                <c:pt idx="896">
                  <c:v>35591</c:v>
                </c:pt>
                <c:pt idx="897">
                  <c:v>35592</c:v>
                </c:pt>
                <c:pt idx="898">
                  <c:v>35593</c:v>
                </c:pt>
                <c:pt idx="899">
                  <c:v>35594</c:v>
                </c:pt>
                <c:pt idx="900">
                  <c:v>35597</c:v>
                </c:pt>
                <c:pt idx="901">
                  <c:v>35598</c:v>
                </c:pt>
                <c:pt idx="902">
                  <c:v>35599</c:v>
                </c:pt>
                <c:pt idx="903">
                  <c:v>35600</c:v>
                </c:pt>
                <c:pt idx="904">
                  <c:v>35601</c:v>
                </c:pt>
                <c:pt idx="905">
                  <c:v>35604</c:v>
                </c:pt>
                <c:pt idx="906">
                  <c:v>35605</c:v>
                </c:pt>
                <c:pt idx="907">
                  <c:v>35606</c:v>
                </c:pt>
                <c:pt idx="908">
                  <c:v>35607</c:v>
                </c:pt>
                <c:pt idx="909">
                  <c:v>35608</c:v>
                </c:pt>
                <c:pt idx="910">
                  <c:v>35611</c:v>
                </c:pt>
                <c:pt idx="911">
                  <c:v>35612</c:v>
                </c:pt>
                <c:pt idx="912">
                  <c:v>35613</c:v>
                </c:pt>
                <c:pt idx="913">
                  <c:v>35614</c:v>
                </c:pt>
                <c:pt idx="914">
                  <c:v>35615</c:v>
                </c:pt>
                <c:pt idx="915">
                  <c:v>35618</c:v>
                </c:pt>
                <c:pt idx="916">
                  <c:v>35619</c:v>
                </c:pt>
                <c:pt idx="917">
                  <c:v>35620</c:v>
                </c:pt>
                <c:pt idx="918">
                  <c:v>35621</c:v>
                </c:pt>
                <c:pt idx="919">
                  <c:v>35622</c:v>
                </c:pt>
                <c:pt idx="920">
                  <c:v>35625</c:v>
                </c:pt>
                <c:pt idx="921">
                  <c:v>35626</c:v>
                </c:pt>
                <c:pt idx="922">
                  <c:v>35627</c:v>
                </c:pt>
                <c:pt idx="923">
                  <c:v>35628</c:v>
                </c:pt>
                <c:pt idx="924">
                  <c:v>35629</c:v>
                </c:pt>
                <c:pt idx="925">
                  <c:v>35632</c:v>
                </c:pt>
                <c:pt idx="926">
                  <c:v>35633</c:v>
                </c:pt>
                <c:pt idx="927">
                  <c:v>35634</c:v>
                </c:pt>
                <c:pt idx="928">
                  <c:v>35635</c:v>
                </c:pt>
                <c:pt idx="929">
                  <c:v>35636</c:v>
                </c:pt>
                <c:pt idx="930">
                  <c:v>35639</c:v>
                </c:pt>
                <c:pt idx="931">
                  <c:v>35640</c:v>
                </c:pt>
                <c:pt idx="932">
                  <c:v>35641</c:v>
                </c:pt>
                <c:pt idx="933">
                  <c:v>35642</c:v>
                </c:pt>
                <c:pt idx="934">
                  <c:v>35643</c:v>
                </c:pt>
                <c:pt idx="935">
                  <c:v>35646</c:v>
                </c:pt>
                <c:pt idx="936">
                  <c:v>35647</c:v>
                </c:pt>
                <c:pt idx="937">
                  <c:v>35648</c:v>
                </c:pt>
                <c:pt idx="938">
                  <c:v>35649</c:v>
                </c:pt>
                <c:pt idx="939">
                  <c:v>35650</c:v>
                </c:pt>
                <c:pt idx="940">
                  <c:v>35653</c:v>
                </c:pt>
                <c:pt idx="941">
                  <c:v>35654</c:v>
                </c:pt>
                <c:pt idx="942">
                  <c:v>35655</c:v>
                </c:pt>
                <c:pt idx="943">
                  <c:v>35656</c:v>
                </c:pt>
                <c:pt idx="944">
                  <c:v>35657</c:v>
                </c:pt>
                <c:pt idx="945">
                  <c:v>35660</c:v>
                </c:pt>
                <c:pt idx="946">
                  <c:v>35661</c:v>
                </c:pt>
                <c:pt idx="947">
                  <c:v>35662</c:v>
                </c:pt>
                <c:pt idx="948">
                  <c:v>35663</c:v>
                </c:pt>
                <c:pt idx="949">
                  <c:v>35664</c:v>
                </c:pt>
                <c:pt idx="950">
                  <c:v>35667</c:v>
                </c:pt>
                <c:pt idx="951">
                  <c:v>35668</c:v>
                </c:pt>
                <c:pt idx="952">
                  <c:v>35669</c:v>
                </c:pt>
                <c:pt idx="953">
                  <c:v>35670</c:v>
                </c:pt>
                <c:pt idx="954">
                  <c:v>35671</c:v>
                </c:pt>
                <c:pt idx="955">
                  <c:v>35674</c:v>
                </c:pt>
                <c:pt idx="956">
                  <c:v>35675</c:v>
                </c:pt>
                <c:pt idx="957">
                  <c:v>35676</c:v>
                </c:pt>
                <c:pt idx="958">
                  <c:v>35677</c:v>
                </c:pt>
                <c:pt idx="959">
                  <c:v>35678</c:v>
                </c:pt>
                <c:pt idx="960">
                  <c:v>35681</c:v>
                </c:pt>
                <c:pt idx="961">
                  <c:v>35682</c:v>
                </c:pt>
                <c:pt idx="962">
                  <c:v>35683</c:v>
                </c:pt>
                <c:pt idx="963">
                  <c:v>35684</c:v>
                </c:pt>
                <c:pt idx="964">
                  <c:v>35685</c:v>
                </c:pt>
                <c:pt idx="965">
                  <c:v>35688</c:v>
                </c:pt>
                <c:pt idx="966">
                  <c:v>35689</c:v>
                </c:pt>
                <c:pt idx="967">
                  <c:v>35690</c:v>
                </c:pt>
                <c:pt idx="968">
                  <c:v>35691</c:v>
                </c:pt>
                <c:pt idx="969">
                  <c:v>35692</c:v>
                </c:pt>
                <c:pt idx="970">
                  <c:v>35695</c:v>
                </c:pt>
                <c:pt idx="971">
                  <c:v>35696</c:v>
                </c:pt>
                <c:pt idx="972">
                  <c:v>35697</c:v>
                </c:pt>
                <c:pt idx="973">
                  <c:v>35698</c:v>
                </c:pt>
                <c:pt idx="974">
                  <c:v>35699</c:v>
                </c:pt>
                <c:pt idx="975">
                  <c:v>35702</c:v>
                </c:pt>
                <c:pt idx="976">
                  <c:v>35703</c:v>
                </c:pt>
                <c:pt idx="977">
                  <c:v>35704</c:v>
                </c:pt>
                <c:pt idx="978">
                  <c:v>35705</c:v>
                </c:pt>
                <c:pt idx="979">
                  <c:v>35706</c:v>
                </c:pt>
                <c:pt idx="980">
                  <c:v>35709</c:v>
                </c:pt>
                <c:pt idx="981">
                  <c:v>35710</c:v>
                </c:pt>
                <c:pt idx="982">
                  <c:v>35711</c:v>
                </c:pt>
                <c:pt idx="983">
                  <c:v>35712</c:v>
                </c:pt>
                <c:pt idx="984">
                  <c:v>35713</c:v>
                </c:pt>
                <c:pt idx="985">
                  <c:v>35716</c:v>
                </c:pt>
                <c:pt idx="986">
                  <c:v>35717</c:v>
                </c:pt>
                <c:pt idx="987">
                  <c:v>35718</c:v>
                </c:pt>
                <c:pt idx="988">
                  <c:v>35719</c:v>
                </c:pt>
                <c:pt idx="989">
                  <c:v>35720</c:v>
                </c:pt>
                <c:pt idx="990">
                  <c:v>35723</c:v>
                </c:pt>
                <c:pt idx="991">
                  <c:v>35724</c:v>
                </c:pt>
                <c:pt idx="992">
                  <c:v>35725</c:v>
                </c:pt>
                <c:pt idx="993">
                  <c:v>35726</c:v>
                </c:pt>
                <c:pt idx="994">
                  <c:v>35727</c:v>
                </c:pt>
                <c:pt idx="995">
                  <c:v>35730</c:v>
                </c:pt>
                <c:pt idx="996">
                  <c:v>35731</c:v>
                </c:pt>
                <c:pt idx="997">
                  <c:v>35732</c:v>
                </c:pt>
                <c:pt idx="998">
                  <c:v>35733</c:v>
                </c:pt>
                <c:pt idx="999">
                  <c:v>35734</c:v>
                </c:pt>
                <c:pt idx="1000">
                  <c:v>35737</c:v>
                </c:pt>
                <c:pt idx="1001">
                  <c:v>35738</c:v>
                </c:pt>
                <c:pt idx="1002">
                  <c:v>35739</c:v>
                </c:pt>
                <c:pt idx="1003">
                  <c:v>35740</c:v>
                </c:pt>
                <c:pt idx="1004">
                  <c:v>35741</c:v>
                </c:pt>
                <c:pt idx="1005">
                  <c:v>35744</c:v>
                </c:pt>
                <c:pt idx="1006">
                  <c:v>35745</c:v>
                </c:pt>
                <c:pt idx="1007">
                  <c:v>35746</c:v>
                </c:pt>
                <c:pt idx="1008">
                  <c:v>35747</c:v>
                </c:pt>
                <c:pt idx="1009">
                  <c:v>35748</c:v>
                </c:pt>
                <c:pt idx="1010">
                  <c:v>35751</c:v>
                </c:pt>
                <c:pt idx="1011">
                  <c:v>35752</c:v>
                </c:pt>
                <c:pt idx="1012">
                  <c:v>35753</c:v>
                </c:pt>
                <c:pt idx="1013">
                  <c:v>35754</c:v>
                </c:pt>
                <c:pt idx="1014">
                  <c:v>35755</c:v>
                </c:pt>
                <c:pt idx="1015">
                  <c:v>35758</c:v>
                </c:pt>
                <c:pt idx="1016">
                  <c:v>35759</c:v>
                </c:pt>
                <c:pt idx="1017">
                  <c:v>35760</c:v>
                </c:pt>
                <c:pt idx="1018">
                  <c:v>35761</c:v>
                </c:pt>
                <c:pt idx="1019">
                  <c:v>35762</c:v>
                </c:pt>
                <c:pt idx="1020">
                  <c:v>35765</c:v>
                </c:pt>
                <c:pt idx="1021">
                  <c:v>35766</c:v>
                </c:pt>
                <c:pt idx="1022">
                  <c:v>35767</c:v>
                </c:pt>
                <c:pt idx="1023">
                  <c:v>35768</c:v>
                </c:pt>
                <c:pt idx="1024">
                  <c:v>35769</c:v>
                </c:pt>
                <c:pt idx="1025">
                  <c:v>35772</c:v>
                </c:pt>
                <c:pt idx="1026">
                  <c:v>35773</c:v>
                </c:pt>
                <c:pt idx="1027">
                  <c:v>35774</c:v>
                </c:pt>
                <c:pt idx="1028">
                  <c:v>35775</c:v>
                </c:pt>
                <c:pt idx="1029">
                  <c:v>35776</c:v>
                </c:pt>
                <c:pt idx="1030">
                  <c:v>35779</c:v>
                </c:pt>
                <c:pt idx="1031">
                  <c:v>35780</c:v>
                </c:pt>
                <c:pt idx="1032">
                  <c:v>35781</c:v>
                </c:pt>
                <c:pt idx="1033">
                  <c:v>35782</c:v>
                </c:pt>
                <c:pt idx="1034">
                  <c:v>35783</c:v>
                </c:pt>
                <c:pt idx="1035">
                  <c:v>35786</c:v>
                </c:pt>
                <c:pt idx="1036">
                  <c:v>35787</c:v>
                </c:pt>
                <c:pt idx="1037">
                  <c:v>35788</c:v>
                </c:pt>
                <c:pt idx="1038">
                  <c:v>35789</c:v>
                </c:pt>
                <c:pt idx="1039">
                  <c:v>35790</c:v>
                </c:pt>
                <c:pt idx="1040">
                  <c:v>35793</c:v>
                </c:pt>
                <c:pt idx="1041">
                  <c:v>35794</c:v>
                </c:pt>
                <c:pt idx="1042">
                  <c:v>35795</c:v>
                </c:pt>
                <c:pt idx="1043">
                  <c:v>35796</c:v>
                </c:pt>
                <c:pt idx="1044">
                  <c:v>35797</c:v>
                </c:pt>
                <c:pt idx="1045">
                  <c:v>35800</c:v>
                </c:pt>
                <c:pt idx="1046">
                  <c:v>35801</c:v>
                </c:pt>
                <c:pt idx="1047">
                  <c:v>35802</c:v>
                </c:pt>
                <c:pt idx="1048">
                  <c:v>35803</c:v>
                </c:pt>
                <c:pt idx="1049">
                  <c:v>35804</c:v>
                </c:pt>
                <c:pt idx="1050">
                  <c:v>35807</c:v>
                </c:pt>
                <c:pt idx="1051">
                  <c:v>35808</c:v>
                </c:pt>
                <c:pt idx="1052">
                  <c:v>35809</c:v>
                </c:pt>
                <c:pt idx="1053">
                  <c:v>35810</c:v>
                </c:pt>
                <c:pt idx="1054">
                  <c:v>35811</c:v>
                </c:pt>
                <c:pt idx="1055">
                  <c:v>35814</c:v>
                </c:pt>
                <c:pt idx="1056">
                  <c:v>35815</c:v>
                </c:pt>
                <c:pt idx="1057">
                  <c:v>35816</c:v>
                </c:pt>
                <c:pt idx="1058">
                  <c:v>35817</c:v>
                </c:pt>
                <c:pt idx="1059">
                  <c:v>35818</c:v>
                </c:pt>
                <c:pt idx="1060">
                  <c:v>35821</c:v>
                </c:pt>
                <c:pt idx="1061">
                  <c:v>35822</c:v>
                </c:pt>
                <c:pt idx="1062">
                  <c:v>35823</c:v>
                </c:pt>
                <c:pt idx="1063">
                  <c:v>35824</c:v>
                </c:pt>
                <c:pt idx="1064">
                  <c:v>35825</c:v>
                </c:pt>
                <c:pt idx="1065">
                  <c:v>35828</c:v>
                </c:pt>
                <c:pt idx="1066">
                  <c:v>35829</c:v>
                </c:pt>
                <c:pt idx="1067">
                  <c:v>35830</c:v>
                </c:pt>
                <c:pt idx="1068">
                  <c:v>35831</c:v>
                </c:pt>
                <c:pt idx="1069">
                  <c:v>35832</c:v>
                </c:pt>
                <c:pt idx="1070">
                  <c:v>35835</c:v>
                </c:pt>
                <c:pt idx="1071">
                  <c:v>35836</c:v>
                </c:pt>
                <c:pt idx="1072">
                  <c:v>35837</c:v>
                </c:pt>
                <c:pt idx="1073">
                  <c:v>35838</c:v>
                </c:pt>
                <c:pt idx="1074">
                  <c:v>35839</c:v>
                </c:pt>
                <c:pt idx="1075">
                  <c:v>35842</c:v>
                </c:pt>
                <c:pt idx="1076">
                  <c:v>35843</c:v>
                </c:pt>
                <c:pt idx="1077">
                  <c:v>35844</c:v>
                </c:pt>
                <c:pt idx="1078">
                  <c:v>35845</c:v>
                </c:pt>
                <c:pt idx="1079">
                  <c:v>35846</c:v>
                </c:pt>
                <c:pt idx="1080">
                  <c:v>35849</c:v>
                </c:pt>
                <c:pt idx="1081">
                  <c:v>35850</c:v>
                </c:pt>
                <c:pt idx="1082">
                  <c:v>35851</c:v>
                </c:pt>
                <c:pt idx="1083">
                  <c:v>35852</c:v>
                </c:pt>
                <c:pt idx="1084">
                  <c:v>35853</c:v>
                </c:pt>
                <c:pt idx="1085">
                  <c:v>35856</c:v>
                </c:pt>
                <c:pt idx="1086">
                  <c:v>35857</c:v>
                </c:pt>
                <c:pt idx="1087">
                  <c:v>35858</c:v>
                </c:pt>
                <c:pt idx="1088">
                  <c:v>35859</c:v>
                </c:pt>
                <c:pt idx="1089">
                  <c:v>35860</c:v>
                </c:pt>
                <c:pt idx="1090">
                  <c:v>35863</c:v>
                </c:pt>
                <c:pt idx="1091">
                  <c:v>35864</c:v>
                </c:pt>
                <c:pt idx="1092">
                  <c:v>35865</c:v>
                </c:pt>
                <c:pt idx="1093">
                  <c:v>35866</c:v>
                </c:pt>
                <c:pt idx="1094">
                  <c:v>35867</c:v>
                </c:pt>
                <c:pt idx="1095">
                  <c:v>35870</c:v>
                </c:pt>
                <c:pt idx="1096">
                  <c:v>35871</c:v>
                </c:pt>
                <c:pt idx="1097">
                  <c:v>35872</c:v>
                </c:pt>
                <c:pt idx="1098">
                  <c:v>35873</c:v>
                </c:pt>
                <c:pt idx="1099">
                  <c:v>35874</c:v>
                </c:pt>
                <c:pt idx="1100">
                  <c:v>35877</c:v>
                </c:pt>
                <c:pt idx="1101">
                  <c:v>35878</c:v>
                </c:pt>
                <c:pt idx="1102">
                  <c:v>35879</c:v>
                </c:pt>
                <c:pt idx="1103">
                  <c:v>35880</c:v>
                </c:pt>
                <c:pt idx="1104">
                  <c:v>35881</c:v>
                </c:pt>
                <c:pt idx="1105">
                  <c:v>35884</c:v>
                </c:pt>
                <c:pt idx="1106">
                  <c:v>35885</c:v>
                </c:pt>
                <c:pt idx="1107">
                  <c:v>35886</c:v>
                </c:pt>
                <c:pt idx="1108">
                  <c:v>35887</c:v>
                </c:pt>
                <c:pt idx="1109">
                  <c:v>35888</c:v>
                </c:pt>
                <c:pt idx="1110">
                  <c:v>35891</c:v>
                </c:pt>
                <c:pt idx="1111">
                  <c:v>35892</c:v>
                </c:pt>
                <c:pt idx="1112">
                  <c:v>35893</c:v>
                </c:pt>
                <c:pt idx="1113">
                  <c:v>35894</c:v>
                </c:pt>
                <c:pt idx="1114">
                  <c:v>35895</c:v>
                </c:pt>
                <c:pt idx="1115">
                  <c:v>35898</c:v>
                </c:pt>
                <c:pt idx="1116">
                  <c:v>35899</c:v>
                </c:pt>
                <c:pt idx="1117">
                  <c:v>35900</c:v>
                </c:pt>
                <c:pt idx="1118">
                  <c:v>35901</c:v>
                </c:pt>
                <c:pt idx="1119">
                  <c:v>35902</c:v>
                </c:pt>
                <c:pt idx="1120">
                  <c:v>35905</c:v>
                </c:pt>
                <c:pt idx="1121">
                  <c:v>35906</c:v>
                </c:pt>
                <c:pt idx="1122">
                  <c:v>35907</c:v>
                </c:pt>
                <c:pt idx="1123">
                  <c:v>35908</c:v>
                </c:pt>
                <c:pt idx="1124">
                  <c:v>35909</c:v>
                </c:pt>
                <c:pt idx="1125">
                  <c:v>35912</c:v>
                </c:pt>
                <c:pt idx="1126">
                  <c:v>35913</c:v>
                </c:pt>
                <c:pt idx="1127">
                  <c:v>35914</c:v>
                </c:pt>
                <c:pt idx="1128">
                  <c:v>35915</c:v>
                </c:pt>
                <c:pt idx="1129">
                  <c:v>35916</c:v>
                </c:pt>
                <c:pt idx="1130">
                  <c:v>35919</c:v>
                </c:pt>
                <c:pt idx="1131">
                  <c:v>35920</c:v>
                </c:pt>
                <c:pt idx="1132">
                  <c:v>35921</c:v>
                </c:pt>
                <c:pt idx="1133">
                  <c:v>35922</c:v>
                </c:pt>
                <c:pt idx="1134">
                  <c:v>35923</c:v>
                </c:pt>
                <c:pt idx="1135">
                  <c:v>35926</c:v>
                </c:pt>
                <c:pt idx="1136">
                  <c:v>35927</c:v>
                </c:pt>
                <c:pt idx="1137">
                  <c:v>35928</c:v>
                </c:pt>
                <c:pt idx="1138">
                  <c:v>35929</c:v>
                </c:pt>
                <c:pt idx="1139">
                  <c:v>35930</c:v>
                </c:pt>
                <c:pt idx="1140">
                  <c:v>35933</c:v>
                </c:pt>
                <c:pt idx="1141">
                  <c:v>35934</c:v>
                </c:pt>
                <c:pt idx="1142">
                  <c:v>35935</c:v>
                </c:pt>
                <c:pt idx="1143">
                  <c:v>35936</c:v>
                </c:pt>
                <c:pt idx="1144">
                  <c:v>35937</c:v>
                </c:pt>
                <c:pt idx="1145">
                  <c:v>35940</c:v>
                </c:pt>
                <c:pt idx="1146">
                  <c:v>35941</c:v>
                </c:pt>
                <c:pt idx="1147">
                  <c:v>35942</c:v>
                </c:pt>
                <c:pt idx="1148">
                  <c:v>35943</c:v>
                </c:pt>
                <c:pt idx="1149">
                  <c:v>35944</c:v>
                </c:pt>
                <c:pt idx="1150">
                  <c:v>35947</c:v>
                </c:pt>
                <c:pt idx="1151">
                  <c:v>35948</c:v>
                </c:pt>
                <c:pt idx="1152">
                  <c:v>35949</c:v>
                </c:pt>
                <c:pt idx="1153">
                  <c:v>35950</c:v>
                </c:pt>
                <c:pt idx="1154">
                  <c:v>35951</c:v>
                </c:pt>
                <c:pt idx="1155">
                  <c:v>35954</c:v>
                </c:pt>
                <c:pt idx="1156">
                  <c:v>35955</c:v>
                </c:pt>
                <c:pt idx="1157">
                  <c:v>35956</c:v>
                </c:pt>
                <c:pt idx="1158">
                  <c:v>35957</c:v>
                </c:pt>
                <c:pt idx="1159">
                  <c:v>35958</c:v>
                </c:pt>
                <c:pt idx="1160">
                  <c:v>35961</c:v>
                </c:pt>
                <c:pt idx="1161">
                  <c:v>35962</c:v>
                </c:pt>
                <c:pt idx="1162">
                  <c:v>35963</c:v>
                </c:pt>
                <c:pt idx="1163">
                  <c:v>35964</c:v>
                </c:pt>
                <c:pt idx="1164">
                  <c:v>35965</c:v>
                </c:pt>
                <c:pt idx="1165">
                  <c:v>35968</c:v>
                </c:pt>
                <c:pt idx="1166">
                  <c:v>35969</c:v>
                </c:pt>
                <c:pt idx="1167">
                  <c:v>35970</c:v>
                </c:pt>
                <c:pt idx="1168">
                  <c:v>35971</c:v>
                </c:pt>
                <c:pt idx="1169">
                  <c:v>35972</c:v>
                </c:pt>
                <c:pt idx="1170">
                  <c:v>35975</c:v>
                </c:pt>
                <c:pt idx="1171">
                  <c:v>35976</c:v>
                </c:pt>
                <c:pt idx="1172">
                  <c:v>35977</c:v>
                </c:pt>
                <c:pt idx="1173">
                  <c:v>35978</c:v>
                </c:pt>
                <c:pt idx="1174">
                  <c:v>35979</c:v>
                </c:pt>
                <c:pt idx="1175">
                  <c:v>35982</c:v>
                </c:pt>
                <c:pt idx="1176">
                  <c:v>35983</c:v>
                </c:pt>
                <c:pt idx="1177">
                  <c:v>35984</c:v>
                </c:pt>
                <c:pt idx="1178">
                  <c:v>35985</c:v>
                </c:pt>
                <c:pt idx="1179">
                  <c:v>35986</c:v>
                </c:pt>
                <c:pt idx="1180">
                  <c:v>35989</c:v>
                </c:pt>
                <c:pt idx="1181">
                  <c:v>35990</c:v>
                </c:pt>
                <c:pt idx="1182">
                  <c:v>35991</c:v>
                </c:pt>
                <c:pt idx="1183">
                  <c:v>35992</c:v>
                </c:pt>
                <c:pt idx="1184">
                  <c:v>35993</c:v>
                </c:pt>
                <c:pt idx="1185">
                  <c:v>35996</c:v>
                </c:pt>
                <c:pt idx="1186">
                  <c:v>35997</c:v>
                </c:pt>
                <c:pt idx="1187">
                  <c:v>35998</c:v>
                </c:pt>
                <c:pt idx="1188">
                  <c:v>35999</c:v>
                </c:pt>
                <c:pt idx="1189">
                  <c:v>36000</c:v>
                </c:pt>
                <c:pt idx="1190">
                  <c:v>36003</c:v>
                </c:pt>
                <c:pt idx="1191">
                  <c:v>36004</c:v>
                </c:pt>
                <c:pt idx="1192">
                  <c:v>36005</c:v>
                </c:pt>
                <c:pt idx="1193">
                  <c:v>36006</c:v>
                </c:pt>
                <c:pt idx="1194">
                  <c:v>36007</c:v>
                </c:pt>
                <c:pt idx="1195">
                  <c:v>36010</c:v>
                </c:pt>
                <c:pt idx="1196">
                  <c:v>36011</c:v>
                </c:pt>
                <c:pt idx="1197">
                  <c:v>36012</c:v>
                </c:pt>
                <c:pt idx="1198">
                  <c:v>36013</c:v>
                </c:pt>
                <c:pt idx="1199">
                  <c:v>36014</c:v>
                </c:pt>
                <c:pt idx="1200">
                  <c:v>36017</c:v>
                </c:pt>
                <c:pt idx="1201">
                  <c:v>36018</c:v>
                </c:pt>
                <c:pt idx="1202">
                  <c:v>36019</c:v>
                </c:pt>
                <c:pt idx="1203">
                  <c:v>36020</c:v>
                </c:pt>
                <c:pt idx="1204">
                  <c:v>36021</c:v>
                </c:pt>
                <c:pt idx="1205">
                  <c:v>36024</c:v>
                </c:pt>
                <c:pt idx="1206">
                  <c:v>36025</c:v>
                </c:pt>
                <c:pt idx="1207">
                  <c:v>36026</c:v>
                </c:pt>
                <c:pt idx="1208">
                  <c:v>36027</c:v>
                </c:pt>
                <c:pt idx="1209">
                  <c:v>36028</c:v>
                </c:pt>
                <c:pt idx="1210">
                  <c:v>36031</c:v>
                </c:pt>
                <c:pt idx="1211">
                  <c:v>36032</c:v>
                </c:pt>
                <c:pt idx="1212">
                  <c:v>36033</c:v>
                </c:pt>
                <c:pt idx="1213">
                  <c:v>36034</c:v>
                </c:pt>
                <c:pt idx="1214">
                  <c:v>36035</c:v>
                </c:pt>
                <c:pt idx="1215">
                  <c:v>36038</c:v>
                </c:pt>
                <c:pt idx="1216">
                  <c:v>36039</c:v>
                </c:pt>
                <c:pt idx="1217">
                  <c:v>36040</c:v>
                </c:pt>
                <c:pt idx="1218">
                  <c:v>36041</c:v>
                </c:pt>
                <c:pt idx="1219">
                  <c:v>36042</c:v>
                </c:pt>
                <c:pt idx="1220">
                  <c:v>36045</c:v>
                </c:pt>
                <c:pt idx="1221">
                  <c:v>36046</c:v>
                </c:pt>
                <c:pt idx="1222">
                  <c:v>36047</c:v>
                </c:pt>
                <c:pt idx="1223">
                  <c:v>36048</c:v>
                </c:pt>
                <c:pt idx="1224">
                  <c:v>36049</c:v>
                </c:pt>
                <c:pt idx="1225">
                  <c:v>36052</c:v>
                </c:pt>
                <c:pt idx="1226">
                  <c:v>36053</c:v>
                </c:pt>
                <c:pt idx="1227">
                  <c:v>36054</c:v>
                </c:pt>
                <c:pt idx="1228">
                  <c:v>36055</c:v>
                </c:pt>
                <c:pt idx="1229">
                  <c:v>36056</c:v>
                </c:pt>
                <c:pt idx="1230">
                  <c:v>36059</c:v>
                </c:pt>
                <c:pt idx="1231">
                  <c:v>36060</c:v>
                </c:pt>
                <c:pt idx="1232">
                  <c:v>36061</c:v>
                </c:pt>
                <c:pt idx="1233">
                  <c:v>36062</c:v>
                </c:pt>
                <c:pt idx="1234">
                  <c:v>36063</c:v>
                </c:pt>
                <c:pt idx="1235">
                  <c:v>36066</c:v>
                </c:pt>
                <c:pt idx="1236">
                  <c:v>36067</c:v>
                </c:pt>
                <c:pt idx="1237">
                  <c:v>36068</c:v>
                </c:pt>
                <c:pt idx="1238">
                  <c:v>36069</c:v>
                </c:pt>
                <c:pt idx="1239">
                  <c:v>36070</c:v>
                </c:pt>
                <c:pt idx="1240">
                  <c:v>36073</c:v>
                </c:pt>
                <c:pt idx="1241">
                  <c:v>36074</c:v>
                </c:pt>
                <c:pt idx="1242">
                  <c:v>36075</c:v>
                </c:pt>
                <c:pt idx="1243">
                  <c:v>36076</c:v>
                </c:pt>
                <c:pt idx="1244">
                  <c:v>36077</c:v>
                </c:pt>
                <c:pt idx="1245">
                  <c:v>36080</c:v>
                </c:pt>
                <c:pt idx="1246">
                  <c:v>36081</c:v>
                </c:pt>
                <c:pt idx="1247">
                  <c:v>36082</c:v>
                </c:pt>
                <c:pt idx="1248">
                  <c:v>36083</c:v>
                </c:pt>
                <c:pt idx="1249">
                  <c:v>36084</c:v>
                </c:pt>
                <c:pt idx="1250">
                  <c:v>36087</c:v>
                </c:pt>
                <c:pt idx="1251">
                  <c:v>36088</c:v>
                </c:pt>
                <c:pt idx="1252">
                  <c:v>36089</c:v>
                </c:pt>
                <c:pt idx="1253">
                  <c:v>36090</c:v>
                </c:pt>
                <c:pt idx="1254">
                  <c:v>36091</c:v>
                </c:pt>
                <c:pt idx="1255">
                  <c:v>36094</c:v>
                </c:pt>
                <c:pt idx="1256">
                  <c:v>36095</c:v>
                </c:pt>
                <c:pt idx="1257">
                  <c:v>36096</c:v>
                </c:pt>
                <c:pt idx="1258">
                  <c:v>36097</c:v>
                </c:pt>
                <c:pt idx="1259">
                  <c:v>36098</c:v>
                </c:pt>
                <c:pt idx="1260">
                  <c:v>36101</c:v>
                </c:pt>
                <c:pt idx="1261">
                  <c:v>36102</c:v>
                </c:pt>
                <c:pt idx="1262">
                  <c:v>36103</c:v>
                </c:pt>
                <c:pt idx="1263">
                  <c:v>36104</c:v>
                </c:pt>
                <c:pt idx="1264">
                  <c:v>36105</c:v>
                </c:pt>
                <c:pt idx="1265">
                  <c:v>36108</c:v>
                </c:pt>
                <c:pt idx="1266">
                  <c:v>36109</c:v>
                </c:pt>
                <c:pt idx="1267">
                  <c:v>36110</c:v>
                </c:pt>
                <c:pt idx="1268">
                  <c:v>36111</c:v>
                </c:pt>
                <c:pt idx="1269">
                  <c:v>36112</c:v>
                </c:pt>
                <c:pt idx="1270">
                  <c:v>36115</c:v>
                </c:pt>
                <c:pt idx="1271">
                  <c:v>36116</c:v>
                </c:pt>
                <c:pt idx="1272">
                  <c:v>36117</c:v>
                </c:pt>
                <c:pt idx="1273">
                  <c:v>36118</c:v>
                </c:pt>
                <c:pt idx="1274">
                  <c:v>36119</c:v>
                </c:pt>
                <c:pt idx="1275">
                  <c:v>36122</c:v>
                </c:pt>
                <c:pt idx="1276">
                  <c:v>36123</c:v>
                </c:pt>
                <c:pt idx="1277">
                  <c:v>36124</c:v>
                </c:pt>
                <c:pt idx="1278">
                  <c:v>36125</c:v>
                </c:pt>
                <c:pt idx="1279">
                  <c:v>36126</c:v>
                </c:pt>
                <c:pt idx="1280">
                  <c:v>36129</c:v>
                </c:pt>
                <c:pt idx="1281">
                  <c:v>36130</c:v>
                </c:pt>
                <c:pt idx="1282">
                  <c:v>36131</c:v>
                </c:pt>
                <c:pt idx="1283">
                  <c:v>36132</c:v>
                </c:pt>
                <c:pt idx="1284">
                  <c:v>36133</c:v>
                </c:pt>
                <c:pt idx="1285">
                  <c:v>36136</c:v>
                </c:pt>
                <c:pt idx="1286">
                  <c:v>36137</c:v>
                </c:pt>
                <c:pt idx="1287">
                  <c:v>36138</c:v>
                </c:pt>
                <c:pt idx="1288">
                  <c:v>36139</c:v>
                </c:pt>
                <c:pt idx="1289">
                  <c:v>36140</c:v>
                </c:pt>
                <c:pt idx="1290">
                  <c:v>36143</c:v>
                </c:pt>
                <c:pt idx="1291">
                  <c:v>36144</c:v>
                </c:pt>
                <c:pt idx="1292">
                  <c:v>36145</c:v>
                </c:pt>
                <c:pt idx="1293">
                  <c:v>36146</c:v>
                </c:pt>
                <c:pt idx="1294">
                  <c:v>36147</c:v>
                </c:pt>
                <c:pt idx="1295">
                  <c:v>36150</c:v>
                </c:pt>
                <c:pt idx="1296">
                  <c:v>36151</c:v>
                </c:pt>
                <c:pt idx="1297">
                  <c:v>36152</c:v>
                </c:pt>
                <c:pt idx="1298">
                  <c:v>36153</c:v>
                </c:pt>
                <c:pt idx="1299">
                  <c:v>36154</c:v>
                </c:pt>
                <c:pt idx="1300">
                  <c:v>36157</c:v>
                </c:pt>
                <c:pt idx="1301">
                  <c:v>36158</c:v>
                </c:pt>
                <c:pt idx="1302">
                  <c:v>36159</c:v>
                </c:pt>
                <c:pt idx="1303">
                  <c:v>36160</c:v>
                </c:pt>
                <c:pt idx="1304">
                  <c:v>36161</c:v>
                </c:pt>
                <c:pt idx="1305">
                  <c:v>36164</c:v>
                </c:pt>
                <c:pt idx="1306">
                  <c:v>36165</c:v>
                </c:pt>
                <c:pt idx="1307">
                  <c:v>36166</c:v>
                </c:pt>
                <c:pt idx="1308">
                  <c:v>36167</c:v>
                </c:pt>
                <c:pt idx="1309">
                  <c:v>36168</c:v>
                </c:pt>
                <c:pt idx="1310">
                  <c:v>36171</c:v>
                </c:pt>
                <c:pt idx="1311">
                  <c:v>36172</c:v>
                </c:pt>
                <c:pt idx="1312">
                  <c:v>36173</c:v>
                </c:pt>
                <c:pt idx="1313">
                  <c:v>36174</c:v>
                </c:pt>
                <c:pt idx="1314">
                  <c:v>36175</c:v>
                </c:pt>
                <c:pt idx="1315">
                  <c:v>36178</c:v>
                </c:pt>
                <c:pt idx="1316">
                  <c:v>36179</c:v>
                </c:pt>
                <c:pt idx="1317">
                  <c:v>36180</c:v>
                </c:pt>
                <c:pt idx="1318">
                  <c:v>36181</c:v>
                </c:pt>
                <c:pt idx="1319">
                  <c:v>36182</c:v>
                </c:pt>
                <c:pt idx="1320">
                  <c:v>36185</c:v>
                </c:pt>
                <c:pt idx="1321">
                  <c:v>36186</c:v>
                </c:pt>
                <c:pt idx="1322">
                  <c:v>36187</c:v>
                </c:pt>
                <c:pt idx="1323">
                  <c:v>36188</c:v>
                </c:pt>
                <c:pt idx="1324">
                  <c:v>36189</c:v>
                </c:pt>
                <c:pt idx="1325">
                  <c:v>36192</c:v>
                </c:pt>
                <c:pt idx="1326">
                  <c:v>36193</c:v>
                </c:pt>
                <c:pt idx="1327">
                  <c:v>36194</c:v>
                </c:pt>
                <c:pt idx="1328">
                  <c:v>36195</c:v>
                </c:pt>
                <c:pt idx="1329">
                  <c:v>36196</c:v>
                </c:pt>
                <c:pt idx="1330">
                  <c:v>36199</c:v>
                </c:pt>
                <c:pt idx="1331">
                  <c:v>36200</c:v>
                </c:pt>
                <c:pt idx="1332">
                  <c:v>36201</c:v>
                </c:pt>
                <c:pt idx="1333">
                  <c:v>36202</c:v>
                </c:pt>
                <c:pt idx="1334">
                  <c:v>36203</c:v>
                </c:pt>
                <c:pt idx="1335">
                  <c:v>36206</c:v>
                </c:pt>
                <c:pt idx="1336">
                  <c:v>36207</c:v>
                </c:pt>
                <c:pt idx="1337">
                  <c:v>36208</c:v>
                </c:pt>
                <c:pt idx="1338">
                  <c:v>36209</c:v>
                </c:pt>
                <c:pt idx="1339">
                  <c:v>36210</c:v>
                </c:pt>
                <c:pt idx="1340">
                  <c:v>36213</c:v>
                </c:pt>
                <c:pt idx="1341">
                  <c:v>36214</c:v>
                </c:pt>
                <c:pt idx="1342">
                  <c:v>36215</c:v>
                </c:pt>
                <c:pt idx="1343">
                  <c:v>36216</c:v>
                </c:pt>
                <c:pt idx="1344">
                  <c:v>36217</c:v>
                </c:pt>
                <c:pt idx="1345">
                  <c:v>36220</c:v>
                </c:pt>
                <c:pt idx="1346">
                  <c:v>36221</c:v>
                </c:pt>
                <c:pt idx="1347">
                  <c:v>36222</c:v>
                </c:pt>
                <c:pt idx="1348">
                  <c:v>36223</c:v>
                </c:pt>
                <c:pt idx="1349">
                  <c:v>36224</c:v>
                </c:pt>
                <c:pt idx="1350">
                  <c:v>36227</c:v>
                </c:pt>
                <c:pt idx="1351">
                  <c:v>36228</c:v>
                </c:pt>
                <c:pt idx="1352">
                  <c:v>36229</c:v>
                </c:pt>
                <c:pt idx="1353">
                  <c:v>36230</c:v>
                </c:pt>
                <c:pt idx="1354">
                  <c:v>36231</c:v>
                </c:pt>
                <c:pt idx="1355">
                  <c:v>36234</c:v>
                </c:pt>
                <c:pt idx="1356">
                  <c:v>36235</c:v>
                </c:pt>
                <c:pt idx="1357">
                  <c:v>36236</c:v>
                </c:pt>
                <c:pt idx="1358">
                  <c:v>36237</c:v>
                </c:pt>
                <c:pt idx="1359">
                  <c:v>36238</c:v>
                </c:pt>
                <c:pt idx="1360">
                  <c:v>36241</c:v>
                </c:pt>
                <c:pt idx="1361">
                  <c:v>36242</c:v>
                </c:pt>
                <c:pt idx="1362">
                  <c:v>36243</c:v>
                </c:pt>
                <c:pt idx="1363">
                  <c:v>36244</c:v>
                </c:pt>
                <c:pt idx="1364">
                  <c:v>36245</c:v>
                </c:pt>
                <c:pt idx="1365">
                  <c:v>36248</c:v>
                </c:pt>
                <c:pt idx="1366">
                  <c:v>36249</c:v>
                </c:pt>
                <c:pt idx="1367">
                  <c:v>36250</c:v>
                </c:pt>
                <c:pt idx="1368">
                  <c:v>36251</c:v>
                </c:pt>
                <c:pt idx="1369">
                  <c:v>36252</c:v>
                </c:pt>
                <c:pt idx="1370">
                  <c:v>36255</c:v>
                </c:pt>
                <c:pt idx="1371">
                  <c:v>36256</c:v>
                </c:pt>
                <c:pt idx="1372">
                  <c:v>36257</c:v>
                </c:pt>
                <c:pt idx="1373">
                  <c:v>36258</c:v>
                </c:pt>
                <c:pt idx="1374">
                  <c:v>36259</c:v>
                </c:pt>
                <c:pt idx="1375">
                  <c:v>36262</c:v>
                </c:pt>
                <c:pt idx="1376">
                  <c:v>36263</c:v>
                </c:pt>
                <c:pt idx="1377">
                  <c:v>36264</c:v>
                </c:pt>
                <c:pt idx="1378">
                  <c:v>36265</c:v>
                </c:pt>
                <c:pt idx="1379">
                  <c:v>36266</c:v>
                </c:pt>
                <c:pt idx="1380">
                  <c:v>36269</c:v>
                </c:pt>
                <c:pt idx="1381">
                  <c:v>36270</c:v>
                </c:pt>
                <c:pt idx="1382">
                  <c:v>36271</c:v>
                </c:pt>
                <c:pt idx="1383">
                  <c:v>36272</c:v>
                </c:pt>
                <c:pt idx="1384">
                  <c:v>36273</c:v>
                </c:pt>
                <c:pt idx="1385">
                  <c:v>36276</c:v>
                </c:pt>
                <c:pt idx="1386">
                  <c:v>36277</c:v>
                </c:pt>
                <c:pt idx="1387">
                  <c:v>36278</c:v>
                </c:pt>
                <c:pt idx="1388">
                  <c:v>36279</c:v>
                </c:pt>
                <c:pt idx="1389">
                  <c:v>36280</c:v>
                </c:pt>
                <c:pt idx="1390">
                  <c:v>36283</c:v>
                </c:pt>
                <c:pt idx="1391">
                  <c:v>36284</c:v>
                </c:pt>
                <c:pt idx="1392">
                  <c:v>36285</c:v>
                </c:pt>
                <c:pt idx="1393">
                  <c:v>36286</c:v>
                </c:pt>
                <c:pt idx="1394">
                  <c:v>36287</c:v>
                </c:pt>
                <c:pt idx="1395">
                  <c:v>36290</c:v>
                </c:pt>
                <c:pt idx="1396">
                  <c:v>36291</c:v>
                </c:pt>
                <c:pt idx="1397">
                  <c:v>36292</c:v>
                </c:pt>
                <c:pt idx="1398">
                  <c:v>36293</c:v>
                </c:pt>
                <c:pt idx="1399">
                  <c:v>36294</c:v>
                </c:pt>
                <c:pt idx="1400">
                  <c:v>36297</c:v>
                </c:pt>
                <c:pt idx="1401">
                  <c:v>36298</c:v>
                </c:pt>
                <c:pt idx="1402">
                  <c:v>36299</c:v>
                </c:pt>
                <c:pt idx="1403">
                  <c:v>36300</c:v>
                </c:pt>
                <c:pt idx="1404">
                  <c:v>36301</c:v>
                </c:pt>
                <c:pt idx="1405">
                  <c:v>36304</c:v>
                </c:pt>
                <c:pt idx="1406">
                  <c:v>36305</c:v>
                </c:pt>
                <c:pt idx="1407">
                  <c:v>36306</c:v>
                </c:pt>
                <c:pt idx="1408">
                  <c:v>36307</c:v>
                </c:pt>
                <c:pt idx="1409">
                  <c:v>36308</c:v>
                </c:pt>
                <c:pt idx="1410">
                  <c:v>36311</c:v>
                </c:pt>
                <c:pt idx="1411">
                  <c:v>36312</c:v>
                </c:pt>
                <c:pt idx="1412">
                  <c:v>36313</c:v>
                </c:pt>
                <c:pt idx="1413">
                  <c:v>36314</c:v>
                </c:pt>
                <c:pt idx="1414">
                  <c:v>36315</c:v>
                </c:pt>
                <c:pt idx="1415">
                  <c:v>36318</c:v>
                </c:pt>
                <c:pt idx="1416">
                  <c:v>36319</c:v>
                </c:pt>
                <c:pt idx="1417">
                  <c:v>36320</c:v>
                </c:pt>
                <c:pt idx="1418">
                  <c:v>36321</c:v>
                </c:pt>
                <c:pt idx="1419">
                  <c:v>36322</c:v>
                </c:pt>
                <c:pt idx="1420">
                  <c:v>36325</c:v>
                </c:pt>
                <c:pt idx="1421">
                  <c:v>36326</c:v>
                </c:pt>
                <c:pt idx="1422">
                  <c:v>36327</c:v>
                </c:pt>
                <c:pt idx="1423">
                  <c:v>36328</c:v>
                </c:pt>
                <c:pt idx="1424">
                  <c:v>36329</c:v>
                </c:pt>
                <c:pt idx="1425">
                  <c:v>36332</c:v>
                </c:pt>
                <c:pt idx="1426">
                  <c:v>36333</c:v>
                </c:pt>
                <c:pt idx="1427">
                  <c:v>36334</c:v>
                </c:pt>
                <c:pt idx="1428">
                  <c:v>36335</c:v>
                </c:pt>
                <c:pt idx="1429">
                  <c:v>36336</c:v>
                </c:pt>
                <c:pt idx="1430">
                  <c:v>36339</c:v>
                </c:pt>
                <c:pt idx="1431">
                  <c:v>36340</c:v>
                </c:pt>
                <c:pt idx="1432">
                  <c:v>36341</c:v>
                </c:pt>
                <c:pt idx="1433">
                  <c:v>36342</c:v>
                </c:pt>
                <c:pt idx="1434">
                  <c:v>36343</c:v>
                </c:pt>
                <c:pt idx="1435">
                  <c:v>36346</c:v>
                </c:pt>
                <c:pt idx="1436">
                  <c:v>36347</c:v>
                </c:pt>
                <c:pt idx="1437">
                  <c:v>36348</c:v>
                </c:pt>
                <c:pt idx="1438">
                  <c:v>36349</c:v>
                </c:pt>
                <c:pt idx="1439">
                  <c:v>36350</c:v>
                </c:pt>
                <c:pt idx="1440">
                  <c:v>36353</c:v>
                </c:pt>
                <c:pt idx="1441">
                  <c:v>36354</c:v>
                </c:pt>
                <c:pt idx="1442">
                  <c:v>36355</c:v>
                </c:pt>
                <c:pt idx="1443">
                  <c:v>36356</c:v>
                </c:pt>
                <c:pt idx="1444">
                  <c:v>36357</c:v>
                </c:pt>
                <c:pt idx="1445">
                  <c:v>36360</c:v>
                </c:pt>
                <c:pt idx="1446">
                  <c:v>36361</c:v>
                </c:pt>
                <c:pt idx="1447">
                  <c:v>36362</c:v>
                </c:pt>
                <c:pt idx="1448">
                  <c:v>36363</c:v>
                </c:pt>
                <c:pt idx="1449">
                  <c:v>36364</c:v>
                </c:pt>
                <c:pt idx="1450">
                  <c:v>36367</c:v>
                </c:pt>
                <c:pt idx="1451">
                  <c:v>36368</c:v>
                </c:pt>
                <c:pt idx="1452">
                  <c:v>36369</c:v>
                </c:pt>
                <c:pt idx="1453">
                  <c:v>36370</c:v>
                </c:pt>
                <c:pt idx="1454">
                  <c:v>36371</c:v>
                </c:pt>
                <c:pt idx="1455">
                  <c:v>36374</c:v>
                </c:pt>
                <c:pt idx="1456">
                  <c:v>36375</c:v>
                </c:pt>
                <c:pt idx="1457">
                  <c:v>36376</c:v>
                </c:pt>
                <c:pt idx="1458">
                  <c:v>36377</c:v>
                </c:pt>
                <c:pt idx="1459">
                  <c:v>36378</c:v>
                </c:pt>
                <c:pt idx="1460">
                  <c:v>36381</c:v>
                </c:pt>
                <c:pt idx="1461">
                  <c:v>36382</c:v>
                </c:pt>
                <c:pt idx="1462">
                  <c:v>36383</c:v>
                </c:pt>
                <c:pt idx="1463">
                  <c:v>36384</c:v>
                </c:pt>
                <c:pt idx="1464">
                  <c:v>36385</c:v>
                </c:pt>
                <c:pt idx="1465">
                  <c:v>36388</c:v>
                </c:pt>
                <c:pt idx="1466">
                  <c:v>36389</c:v>
                </c:pt>
                <c:pt idx="1467">
                  <c:v>36390</c:v>
                </c:pt>
                <c:pt idx="1468">
                  <c:v>36391</c:v>
                </c:pt>
                <c:pt idx="1469">
                  <c:v>36392</c:v>
                </c:pt>
                <c:pt idx="1470">
                  <c:v>36395</c:v>
                </c:pt>
                <c:pt idx="1471">
                  <c:v>36396</c:v>
                </c:pt>
                <c:pt idx="1472">
                  <c:v>36397</c:v>
                </c:pt>
                <c:pt idx="1473">
                  <c:v>36398</c:v>
                </c:pt>
                <c:pt idx="1474">
                  <c:v>36399</c:v>
                </c:pt>
                <c:pt idx="1475">
                  <c:v>36402</c:v>
                </c:pt>
                <c:pt idx="1476">
                  <c:v>36403</c:v>
                </c:pt>
                <c:pt idx="1477">
                  <c:v>36404</c:v>
                </c:pt>
                <c:pt idx="1478">
                  <c:v>36405</c:v>
                </c:pt>
                <c:pt idx="1479">
                  <c:v>36406</c:v>
                </c:pt>
                <c:pt idx="1480">
                  <c:v>36409</c:v>
                </c:pt>
                <c:pt idx="1481">
                  <c:v>36410</c:v>
                </c:pt>
                <c:pt idx="1482">
                  <c:v>36411</c:v>
                </c:pt>
                <c:pt idx="1483">
                  <c:v>36412</c:v>
                </c:pt>
                <c:pt idx="1484">
                  <c:v>36413</c:v>
                </c:pt>
                <c:pt idx="1485">
                  <c:v>36416</c:v>
                </c:pt>
                <c:pt idx="1486">
                  <c:v>36417</c:v>
                </c:pt>
                <c:pt idx="1487">
                  <c:v>36418</c:v>
                </c:pt>
                <c:pt idx="1488">
                  <c:v>36419</c:v>
                </c:pt>
                <c:pt idx="1489">
                  <c:v>36420</c:v>
                </c:pt>
                <c:pt idx="1490">
                  <c:v>36423</c:v>
                </c:pt>
                <c:pt idx="1491">
                  <c:v>36424</c:v>
                </c:pt>
                <c:pt idx="1492">
                  <c:v>36425</c:v>
                </c:pt>
                <c:pt idx="1493">
                  <c:v>36426</c:v>
                </c:pt>
                <c:pt idx="1494">
                  <c:v>36427</c:v>
                </c:pt>
                <c:pt idx="1495">
                  <c:v>36430</c:v>
                </c:pt>
                <c:pt idx="1496">
                  <c:v>36431</c:v>
                </c:pt>
                <c:pt idx="1497">
                  <c:v>36432</c:v>
                </c:pt>
                <c:pt idx="1498">
                  <c:v>36433</c:v>
                </c:pt>
                <c:pt idx="1499">
                  <c:v>36434</c:v>
                </c:pt>
                <c:pt idx="1500">
                  <c:v>36437</c:v>
                </c:pt>
                <c:pt idx="1501">
                  <c:v>36438</c:v>
                </c:pt>
                <c:pt idx="1502">
                  <c:v>36439</c:v>
                </c:pt>
                <c:pt idx="1503">
                  <c:v>36440</c:v>
                </c:pt>
                <c:pt idx="1504">
                  <c:v>36441</c:v>
                </c:pt>
                <c:pt idx="1505">
                  <c:v>36444</c:v>
                </c:pt>
                <c:pt idx="1506">
                  <c:v>36445</c:v>
                </c:pt>
                <c:pt idx="1507">
                  <c:v>36446</c:v>
                </c:pt>
                <c:pt idx="1508">
                  <c:v>36447</c:v>
                </c:pt>
                <c:pt idx="1509">
                  <c:v>36448</c:v>
                </c:pt>
                <c:pt idx="1510">
                  <c:v>36451</c:v>
                </c:pt>
                <c:pt idx="1511">
                  <c:v>36452</c:v>
                </c:pt>
                <c:pt idx="1512">
                  <c:v>36453</c:v>
                </c:pt>
                <c:pt idx="1513">
                  <c:v>36454</c:v>
                </c:pt>
                <c:pt idx="1514">
                  <c:v>36455</c:v>
                </c:pt>
                <c:pt idx="1515">
                  <c:v>36458</c:v>
                </c:pt>
                <c:pt idx="1516">
                  <c:v>36459</c:v>
                </c:pt>
                <c:pt idx="1517">
                  <c:v>36460</c:v>
                </c:pt>
                <c:pt idx="1518">
                  <c:v>36461</c:v>
                </c:pt>
                <c:pt idx="1519">
                  <c:v>36462</c:v>
                </c:pt>
                <c:pt idx="1520">
                  <c:v>36465</c:v>
                </c:pt>
                <c:pt idx="1521">
                  <c:v>36466</c:v>
                </c:pt>
                <c:pt idx="1522">
                  <c:v>36467</c:v>
                </c:pt>
                <c:pt idx="1523">
                  <c:v>36468</c:v>
                </c:pt>
                <c:pt idx="1524">
                  <c:v>36469</c:v>
                </c:pt>
                <c:pt idx="1525">
                  <c:v>36472</c:v>
                </c:pt>
                <c:pt idx="1526">
                  <c:v>36473</c:v>
                </c:pt>
                <c:pt idx="1527">
                  <c:v>36474</c:v>
                </c:pt>
                <c:pt idx="1528">
                  <c:v>36475</c:v>
                </c:pt>
                <c:pt idx="1529">
                  <c:v>36476</c:v>
                </c:pt>
                <c:pt idx="1530">
                  <c:v>36479</c:v>
                </c:pt>
                <c:pt idx="1531">
                  <c:v>36480</c:v>
                </c:pt>
                <c:pt idx="1532">
                  <c:v>36481</c:v>
                </c:pt>
                <c:pt idx="1533">
                  <c:v>36482</c:v>
                </c:pt>
                <c:pt idx="1534">
                  <c:v>36483</c:v>
                </c:pt>
                <c:pt idx="1535">
                  <c:v>36486</c:v>
                </c:pt>
                <c:pt idx="1536">
                  <c:v>36487</c:v>
                </c:pt>
                <c:pt idx="1537">
                  <c:v>36488</c:v>
                </c:pt>
                <c:pt idx="1538">
                  <c:v>36489</c:v>
                </c:pt>
                <c:pt idx="1539">
                  <c:v>36490</c:v>
                </c:pt>
                <c:pt idx="1540">
                  <c:v>36493</c:v>
                </c:pt>
                <c:pt idx="1541">
                  <c:v>36494</c:v>
                </c:pt>
                <c:pt idx="1542">
                  <c:v>36495</c:v>
                </c:pt>
                <c:pt idx="1543">
                  <c:v>36496</c:v>
                </c:pt>
                <c:pt idx="1544">
                  <c:v>36497</c:v>
                </c:pt>
                <c:pt idx="1545">
                  <c:v>36500</c:v>
                </c:pt>
                <c:pt idx="1546">
                  <c:v>36501</c:v>
                </c:pt>
                <c:pt idx="1547">
                  <c:v>36502</c:v>
                </c:pt>
                <c:pt idx="1548">
                  <c:v>36503</c:v>
                </c:pt>
                <c:pt idx="1549">
                  <c:v>36504</c:v>
                </c:pt>
                <c:pt idx="1550">
                  <c:v>36507</c:v>
                </c:pt>
                <c:pt idx="1551">
                  <c:v>36508</c:v>
                </c:pt>
                <c:pt idx="1552">
                  <c:v>36509</c:v>
                </c:pt>
                <c:pt idx="1553">
                  <c:v>36510</c:v>
                </c:pt>
                <c:pt idx="1554">
                  <c:v>36511</c:v>
                </c:pt>
                <c:pt idx="1555">
                  <c:v>36514</c:v>
                </c:pt>
                <c:pt idx="1556">
                  <c:v>36515</c:v>
                </c:pt>
                <c:pt idx="1557">
                  <c:v>36516</c:v>
                </c:pt>
                <c:pt idx="1558">
                  <c:v>36517</c:v>
                </c:pt>
                <c:pt idx="1559">
                  <c:v>36518</c:v>
                </c:pt>
                <c:pt idx="1560">
                  <c:v>36521</c:v>
                </c:pt>
                <c:pt idx="1561">
                  <c:v>36522</c:v>
                </c:pt>
                <c:pt idx="1562">
                  <c:v>36523</c:v>
                </c:pt>
                <c:pt idx="1563">
                  <c:v>36524</c:v>
                </c:pt>
                <c:pt idx="1564">
                  <c:v>36525</c:v>
                </c:pt>
                <c:pt idx="1565">
                  <c:v>36528</c:v>
                </c:pt>
                <c:pt idx="1566">
                  <c:v>36529</c:v>
                </c:pt>
                <c:pt idx="1567">
                  <c:v>36530</c:v>
                </c:pt>
                <c:pt idx="1568">
                  <c:v>36531</c:v>
                </c:pt>
                <c:pt idx="1569">
                  <c:v>36532</c:v>
                </c:pt>
                <c:pt idx="1570">
                  <c:v>36535</c:v>
                </c:pt>
                <c:pt idx="1571">
                  <c:v>36536</c:v>
                </c:pt>
                <c:pt idx="1572">
                  <c:v>36537</c:v>
                </c:pt>
                <c:pt idx="1573">
                  <c:v>36538</c:v>
                </c:pt>
                <c:pt idx="1574">
                  <c:v>36539</c:v>
                </c:pt>
                <c:pt idx="1575">
                  <c:v>36542</c:v>
                </c:pt>
                <c:pt idx="1576">
                  <c:v>36543</c:v>
                </c:pt>
                <c:pt idx="1577">
                  <c:v>36544</c:v>
                </c:pt>
                <c:pt idx="1578">
                  <c:v>36545</c:v>
                </c:pt>
                <c:pt idx="1579">
                  <c:v>36546</c:v>
                </c:pt>
                <c:pt idx="1580">
                  <c:v>36549</c:v>
                </c:pt>
                <c:pt idx="1581">
                  <c:v>36550</c:v>
                </c:pt>
                <c:pt idx="1582">
                  <c:v>36551</c:v>
                </c:pt>
                <c:pt idx="1583">
                  <c:v>36552</c:v>
                </c:pt>
                <c:pt idx="1584">
                  <c:v>36553</c:v>
                </c:pt>
                <c:pt idx="1585">
                  <c:v>36556</c:v>
                </c:pt>
                <c:pt idx="1586">
                  <c:v>36557</c:v>
                </c:pt>
                <c:pt idx="1587">
                  <c:v>36558</c:v>
                </c:pt>
                <c:pt idx="1588">
                  <c:v>36559</c:v>
                </c:pt>
                <c:pt idx="1589">
                  <c:v>36560</c:v>
                </c:pt>
                <c:pt idx="1590">
                  <c:v>36563</c:v>
                </c:pt>
                <c:pt idx="1591">
                  <c:v>36564</c:v>
                </c:pt>
                <c:pt idx="1592">
                  <c:v>36565</c:v>
                </c:pt>
                <c:pt idx="1593">
                  <c:v>36566</c:v>
                </c:pt>
                <c:pt idx="1594">
                  <c:v>36567</c:v>
                </c:pt>
                <c:pt idx="1595">
                  <c:v>36570</c:v>
                </c:pt>
                <c:pt idx="1596">
                  <c:v>36571</c:v>
                </c:pt>
                <c:pt idx="1597">
                  <c:v>36572</c:v>
                </c:pt>
                <c:pt idx="1598">
                  <c:v>36573</c:v>
                </c:pt>
                <c:pt idx="1599">
                  <c:v>36574</c:v>
                </c:pt>
                <c:pt idx="1600">
                  <c:v>36577</c:v>
                </c:pt>
                <c:pt idx="1601">
                  <c:v>36578</c:v>
                </c:pt>
                <c:pt idx="1602">
                  <c:v>36579</c:v>
                </c:pt>
                <c:pt idx="1603">
                  <c:v>36580</c:v>
                </c:pt>
                <c:pt idx="1604">
                  <c:v>36581</c:v>
                </c:pt>
                <c:pt idx="1605">
                  <c:v>36584</c:v>
                </c:pt>
                <c:pt idx="1606">
                  <c:v>36585</c:v>
                </c:pt>
                <c:pt idx="1607">
                  <c:v>36586</c:v>
                </c:pt>
                <c:pt idx="1608">
                  <c:v>36587</c:v>
                </c:pt>
                <c:pt idx="1609">
                  <c:v>36588</c:v>
                </c:pt>
                <c:pt idx="1610">
                  <c:v>36591</c:v>
                </c:pt>
                <c:pt idx="1611">
                  <c:v>36592</c:v>
                </c:pt>
                <c:pt idx="1612">
                  <c:v>36593</c:v>
                </c:pt>
                <c:pt idx="1613">
                  <c:v>36594</c:v>
                </c:pt>
                <c:pt idx="1614">
                  <c:v>36595</c:v>
                </c:pt>
                <c:pt idx="1615">
                  <c:v>36598</c:v>
                </c:pt>
                <c:pt idx="1616">
                  <c:v>36599</c:v>
                </c:pt>
                <c:pt idx="1617">
                  <c:v>36600</c:v>
                </c:pt>
                <c:pt idx="1618">
                  <c:v>36601</c:v>
                </c:pt>
                <c:pt idx="1619">
                  <c:v>36602</c:v>
                </c:pt>
                <c:pt idx="1620">
                  <c:v>36605</c:v>
                </c:pt>
                <c:pt idx="1621">
                  <c:v>36606</c:v>
                </c:pt>
                <c:pt idx="1622">
                  <c:v>36607</c:v>
                </c:pt>
                <c:pt idx="1623">
                  <c:v>36608</c:v>
                </c:pt>
                <c:pt idx="1624">
                  <c:v>36609</c:v>
                </c:pt>
                <c:pt idx="1625">
                  <c:v>36612</c:v>
                </c:pt>
                <c:pt idx="1626">
                  <c:v>36613</c:v>
                </c:pt>
                <c:pt idx="1627">
                  <c:v>36614</c:v>
                </c:pt>
                <c:pt idx="1628">
                  <c:v>36615</c:v>
                </c:pt>
                <c:pt idx="1629">
                  <c:v>36616</c:v>
                </c:pt>
                <c:pt idx="1630">
                  <c:v>36619</c:v>
                </c:pt>
                <c:pt idx="1631">
                  <c:v>36620</c:v>
                </c:pt>
                <c:pt idx="1632">
                  <c:v>36621</c:v>
                </c:pt>
                <c:pt idx="1633">
                  <c:v>36622</c:v>
                </c:pt>
                <c:pt idx="1634">
                  <c:v>36623</c:v>
                </c:pt>
                <c:pt idx="1635">
                  <c:v>36626</c:v>
                </c:pt>
                <c:pt idx="1636">
                  <c:v>36627</c:v>
                </c:pt>
                <c:pt idx="1637">
                  <c:v>36628</c:v>
                </c:pt>
                <c:pt idx="1638">
                  <c:v>36629</c:v>
                </c:pt>
                <c:pt idx="1639">
                  <c:v>36630</c:v>
                </c:pt>
                <c:pt idx="1640">
                  <c:v>36633</c:v>
                </c:pt>
                <c:pt idx="1641">
                  <c:v>36634</c:v>
                </c:pt>
                <c:pt idx="1642">
                  <c:v>36635</c:v>
                </c:pt>
                <c:pt idx="1643">
                  <c:v>36636</c:v>
                </c:pt>
                <c:pt idx="1644">
                  <c:v>36637</c:v>
                </c:pt>
                <c:pt idx="1645">
                  <c:v>36640</c:v>
                </c:pt>
                <c:pt idx="1646">
                  <c:v>36641</c:v>
                </c:pt>
                <c:pt idx="1647">
                  <c:v>36642</c:v>
                </c:pt>
                <c:pt idx="1648">
                  <c:v>36643</c:v>
                </c:pt>
                <c:pt idx="1649">
                  <c:v>36644</c:v>
                </c:pt>
                <c:pt idx="1650">
                  <c:v>36647</c:v>
                </c:pt>
                <c:pt idx="1651">
                  <c:v>36648</c:v>
                </c:pt>
                <c:pt idx="1652">
                  <c:v>36649</c:v>
                </c:pt>
                <c:pt idx="1653">
                  <c:v>36650</c:v>
                </c:pt>
                <c:pt idx="1654">
                  <c:v>36651</c:v>
                </c:pt>
                <c:pt idx="1655">
                  <c:v>36654</c:v>
                </c:pt>
                <c:pt idx="1656">
                  <c:v>36655</c:v>
                </c:pt>
                <c:pt idx="1657">
                  <c:v>36656</c:v>
                </c:pt>
                <c:pt idx="1658">
                  <c:v>36657</c:v>
                </c:pt>
                <c:pt idx="1659">
                  <c:v>36658</c:v>
                </c:pt>
                <c:pt idx="1660">
                  <c:v>36661</c:v>
                </c:pt>
                <c:pt idx="1661">
                  <c:v>36662</c:v>
                </c:pt>
                <c:pt idx="1662">
                  <c:v>36663</c:v>
                </c:pt>
                <c:pt idx="1663">
                  <c:v>36664</c:v>
                </c:pt>
                <c:pt idx="1664">
                  <c:v>36665</c:v>
                </c:pt>
                <c:pt idx="1665">
                  <c:v>36668</c:v>
                </c:pt>
                <c:pt idx="1666">
                  <c:v>36669</c:v>
                </c:pt>
                <c:pt idx="1667">
                  <c:v>36670</c:v>
                </c:pt>
                <c:pt idx="1668">
                  <c:v>36671</c:v>
                </c:pt>
                <c:pt idx="1669">
                  <c:v>36672</c:v>
                </c:pt>
                <c:pt idx="1670">
                  <c:v>36675</c:v>
                </c:pt>
                <c:pt idx="1671">
                  <c:v>36676</c:v>
                </c:pt>
                <c:pt idx="1672">
                  <c:v>36677</c:v>
                </c:pt>
                <c:pt idx="1673">
                  <c:v>36678</c:v>
                </c:pt>
                <c:pt idx="1674">
                  <c:v>36679</c:v>
                </c:pt>
                <c:pt idx="1675">
                  <c:v>36682</c:v>
                </c:pt>
                <c:pt idx="1676">
                  <c:v>36683</c:v>
                </c:pt>
                <c:pt idx="1677">
                  <c:v>36684</c:v>
                </c:pt>
                <c:pt idx="1678">
                  <c:v>36685</c:v>
                </c:pt>
                <c:pt idx="1679">
                  <c:v>36686</c:v>
                </c:pt>
                <c:pt idx="1680">
                  <c:v>36689</c:v>
                </c:pt>
                <c:pt idx="1681">
                  <c:v>36690</c:v>
                </c:pt>
                <c:pt idx="1682">
                  <c:v>36691</c:v>
                </c:pt>
                <c:pt idx="1683">
                  <c:v>36692</c:v>
                </c:pt>
                <c:pt idx="1684">
                  <c:v>36693</c:v>
                </c:pt>
                <c:pt idx="1685">
                  <c:v>36696</c:v>
                </c:pt>
                <c:pt idx="1686">
                  <c:v>36697</c:v>
                </c:pt>
                <c:pt idx="1687">
                  <c:v>36698</c:v>
                </c:pt>
                <c:pt idx="1688">
                  <c:v>36699</c:v>
                </c:pt>
                <c:pt idx="1689">
                  <c:v>36700</c:v>
                </c:pt>
                <c:pt idx="1690">
                  <c:v>36703</c:v>
                </c:pt>
                <c:pt idx="1691">
                  <c:v>36704</c:v>
                </c:pt>
                <c:pt idx="1692">
                  <c:v>36705</c:v>
                </c:pt>
                <c:pt idx="1693">
                  <c:v>36706</c:v>
                </c:pt>
                <c:pt idx="1694">
                  <c:v>36707</c:v>
                </c:pt>
                <c:pt idx="1695">
                  <c:v>36710</c:v>
                </c:pt>
                <c:pt idx="1696">
                  <c:v>36711</c:v>
                </c:pt>
                <c:pt idx="1697">
                  <c:v>36712</c:v>
                </c:pt>
                <c:pt idx="1698">
                  <c:v>36713</c:v>
                </c:pt>
                <c:pt idx="1699">
                  <c:v>36714</c:v>
                </c:pt>
                <c:pt idx="1700">
                  <c:v>36717</c:v>
                </c:pt>
                <c:pt idx="1701">
                  <c:v>36718</c:v>
                </c:pt>
                <c:pt idx="1702">
                  <c:v>36719</c:v>
                </c:pt>
                <c:pt idx="1703">
                  <c:v>36720</c:v>
                </c:pt>
                <c:pt idx="1704">
                  <c:v>36721</c:v>
                </c:pt>
                <c:pt idx="1705">
                  <c:v>36724</c:v>
                </c:pt>
                <c:pt idx="1706">
                  <c:v>36725</c:v>
                </c:pt>
                <c:pt idx="1707">
                  <c:v>36726</c:v>
                </c:pt>
                <c:pt idx="1708">
                  <c:v>36727</c:v>
                </c:pt>
                <c:pt idx="1709">
                  <c:v>36728</c:v>
                </c:pt>
                <c:pt idx="1710">
                  <c:v>36731</c:v>
                </c:pt>
                <c:pt idx="1711">
                  <c:v>36732</c:v>
                </c:pt>
                <c:pt idx="1712">
                  <c:v>36733</c:v>
                </c:pt>
                <c:pt idx="1713">
                  <c:v>36734</c:v>
                </c:pt>
                <c:pt idx="1714">
                  <c:v>36735</c:v>
                </c:pt>
                <c:pt idx="1715">
                  <c:v>36738</c:v>
                </c:pt>
                <c:pt idx="1716">
                  <c:v>36739</c:v>
                </c:pt>
                <c:pt idx="1717">
                  <c:v>36740</c:v>
                </c:pt>
                <c:pt idx="1718">
                  <c:v>36741</c:v>
                </c:pt>
                <c:pt idx="1719">
                  <c:v>36742</c:v>
                </c:pt>
                <c:pt idx="1720">
                  <c:v>36745</c:v>
                </c:pt>
                <c:pt idx="1721">
                  <c:v>36746</c:v>
                </c:pt>
                <c:pt idx="1722">
                  <c:v>36747</c:v>
                </c:pt>
                <c:pt idx="1723">
                  <c:v>36748</c:v>
                </c:pt>
                <c:pt idx="1724">
                  <c:v>36749</c:v>
                </c:pt>
                <c:pt idx="1725">
                  <c:v>36752</c:v>
                </c:pt>
                <c:pt idx="1726">
                  <c:v>36753</c:v>
                </c:pt>
                <c:pt idx="1727">
                  <c:v>36754</c:v>
                </c:pt>
                <c:pt idx="1728">
                  <c:v>36755</c:v>
                </c:pt>
                <c:pt idx="1729">
                  <c:v>36756</c:v>
                </c:pt>
                <c:pt idx="1730">
                  <c:v>36759</c:v>
                </c:pt>
                <c:pt idx="1731">
                  <c:v>36760</c:v>
                </c:pt>
                <c:pt idx="1732">
                  <c:v>36761</c:v>
                </c:pt>
                <c:pt idx="1733">
                  <c:v>36762</c:v>
                </c:pt>
                <c:pt idx="1734">
                  <c:v>36763</c:v>
                </c:pt>
                <c:pt idx="1735">
                  <c:v>36766</c:v>
                </c:pt>
                <c:pt idx="1736">
                  <c:v>36767</c:v>
                </c:pt>
                <c:pt idx="1737">
                  <c:v>36768</c:v>
                </c:pt>
                <c:pt idx="1738">
                  <c:v>36769</c:v>
                </c:pt>
                <c:pt idx="1739">
                  <c:v>36770</c:v>
                </c:pt>
                <c:pt idx="1740">
                  <c:v>36773</c:v>
                </c:pt>
                <c:pt idx="1741">
                  <c:v>36774</c:v>
                </c:pt>
                <c:pt idx="1742">
                  <c:v>36775</c:v>
                </c:pt>
                <c:pt idx="1743">
                  <c:v>36776</c:v>
                </c:pt>
                <c:pt idx="1744">
                  <c:v>36777</c:v>
                </c:pt>
                <c:pt idx="1745">
                  <c:v>36780</c:v>
                </c:pt>
                <c:pt idx="1746">
                  <c:v>36781</c:v>
                </c:pt>
                <c:pt idx="1747">
                  <c:v>36782</c:v>
                </c:pt>
                <c:pt idx="1748">
                  <c:v>36783</c:v>
                </c:pt>
                <c:pt idx="1749">
                  <c:v>36784</c:v>
                </c:pt>
                <c:pt idx="1750">
                  <c:v>36787</c:v>
                </c:pt>
                <c:pt idx="1751">
                  <c:v>36788</c:v>
                </c:pt>
                <c:pt idx="1752">
                  <c:v>36789</c:v>
                </c:pt>
                <c:pt idx="1753">
                  <c:v>36790</c:v>
                </c:pt>
                <c:pt idx="1754">
                  <c:v>36791</c:v>
                </c:pt>
                <c:pt idx="1755">
                  <c:v>36794</c:v>
                </c:pt>
                <c:pt idx="1756">
                  <c:v>36795</c:v>
                </c:pt>
                <c:pt idx="1757">
                  <c:v>36796</c:v>
                </c:pt>
                <c:pt idx="1758">
                  <c:v>36797</c:v>
                </c:pt>
                <c:pt idx="1759">
                  <c:v>36798</c:v>
                </c:pt>
                <c:pt idx="1760">
                  <c:v>36801</c:v>
                </c:pt>
                <c:pt idx="1761">
                  <c:v>36802</c:v>
                </c:pt>
                <c:pt idx="1762">
                  <c:v>36803</c:v>
                </c:pt>
                <c:pt idx="1763">
                  <c:v>36804</c:v>
                </c:pt>
                <c:pt idx="1764">
                  <c:v>36805</c:v>
                </c:pt>
                <c:pt idx="1765">
                  <c:v>36808</c:v>
                </c:pt>
                <c:pt idx="1766">
                  <c:v>36809</c:v>
                </c:pt>
                <c:pt idx="1767">
                  <c:v>36810</c:v>
                </c:pt>
                <c:pt idx="1768">
                  <c:v>36811</c:v>
                </c:pt>
                <c:pt idx="1769">
                  <c:v>36812</c:v>
                </c:pt>
                <c:pt idx="1770">
                  <c:v>36815</c:v>
                </c:pt>
                <c:pt idx="1771">
                  <c:v>36816</c:v>
                </c:pt>
                <c:pt idx="1772">
                  <c:v>36817</c:v>
                </c:pt>
                <c:pt idx="1773">
                  <c:v>36818</c:v>
                </c:pt>
                <c:pt idx="1774">
                  <c:v>36819</c:v>
                </c:pt>
                <c:pt idx="1775">
                  <c:v>36822</c:v>
                </c:pt>
                <c:pt idx="1776">
                  <c:v>36823</c:v>
                </c:pt>
                <c:pt idx="1777">
                  <c:v>36824</c:v>
                </c:pt>
                <c:pt idx="1778">
                  <c:v>36825</c:v>
                </c:pt>
                <c:pt idx="1779">
                  <c:v>36826</c:v>
                </c:pt>
                <c:pt idx="1780">
                  <c:v>36829</c:v>
                </c:pt>
                <c:pt idx="1781">
                  <c:v>36830</c:v>
                </c:pt>
                <c:pt idx="1782">
                  <c:v>36831</c:v>
                </c:pt>
                <c:pt idx="1783">
                  <c:v>36832</c:v>
                </c:pt>
                <c:pt idx="1784">
                  <c:v>36833</c:v>
                </c:pt>
                <c:pt idx="1785">
                  <c:v>36836</c:v>
                </c:pt>
                <c:pt idx="1786">
                  <c:v>36837</c:v>
                </c:pt>
                <c:pt idx="1787">
                  <c:v>36838</c:v>
                </c:pt>
                <c:pt idx="1788">
                  <c:v>36839</c:v>
                </c:pt>
                <c:pt idx="1789">
                  <c:v>36840</c:v>
                </c:pt>
                <c:pt idx="1790">
                  <c:v>36843</c:v>
                </c:pt>
                <c:pt idx="1791">
                  <c:v>36844</c:v>
                </c:pt>
                <c:pt idx="1792">
                  <c:v>36845</c:v>
                </c:pt>
                <c:pt idx="1793">
                  <c:v>36846</c:v>
                </c:pt>
                <c:pt idx="1794">
                  <c:v>36847</c:v>
                </c:pt>
                <c:pt idx="1795">
                  <c:v>36850</c:v>
                </c:pt>
                <c:pt idx="1796">
                  <c:v>36851</c:v>
                </c:pt>
                <c:pt idx="1797">
                  <c:v>36852</c:v>
                </c:pt>
                <c:pt idx="1798">
                  <c:v>36853</c:v>
                </c:pt>
                <c:pt idx="1799">
                  <c:v>36854</c:v>
                </c:pt>
                <c:pt idx="1800">
                  <c:v>36857</c:v>
                </c:pt>
                <c:pt idx="1801">
                  <c:v>36858</c:v>
                </c:pt>
                <c:pt idx="1802">
                  <c:v>36859</c:v>
                </c:pt>
                <c:pt idx="1803">
                  <c:v>36860</c:v>
                </c:pt>
                <c:pt idx="1804">
                  <c:v>36861</c:v>
                </c:pt>
                <c:pt idx="1805">
                  <c:v>36864</c:v>
                </c:pt>
                <c:pt idx="1806">
                  <c:v>36865</c:v>
                </c:pt>
                <c:pt idx="1807">
                  <c:v>36866</c:v>
                </c:pt>
                <c:pt idx="1808">
                  <c:v>36867</c:v>
                </c:pt>
                <c:pt idx="1809">
                  <c:v>36868</c:v>
                </c:pt>
                <c:pt idx="1810">
                  <c:v>36871</c:v>
                </c:pt>
                <c:pt idx="1811">
                  <c:v>36872</c:v>
                </c:pt>
                <c:pt idx="1812">
                  <c:v>36873</c:v>
                </c:pt>
                <c:pt idx="1813">
                  <c:v>36874</c:v>
                </c:pt>
                <c:pt idx="1814">
                  <c:v>36875</c:v>
                </c:pt>
                <c:pt idx="1815">
                  <c:v>36878</c:v>
                </c:pt>
                <c:pt idx="1816">
                  <c:v>36879</c:v>
                </c:pt>
                <c:pt idx="1817">
                  <c:v>36880</c:v>
                </c:pt>
                <c:pt idx="1818">
                  <c:v>36881</c:v>
                </c:pt>
                <c:pt idx="1819">
                  <c:v>36882</c:v>
                </c:pt>
                <c:pt idx="1820">
                  <c:v>36885</c:v>
                </c:pt>
                <c:pt idx="1821">
                  <c:v>36886</c:v>
                </c:pt>
                <c:pt idx="1822">
                  <c:v>36887</c:v>
                </c:pt>
                <c:pt idx="1823">
                  <c:v>36888</c:v>
                </c:pt>
                <c:pt idx="1824">
                  <c:v>36889</c:v>
                </c:pt>
                <c:pt idx="1825">
                  <c:v>36892</c:v>
                </c:pt>
                <c:pt idx="1826">
                  <c:v>36893</c:v>
                </c:pt>
                <c:pt idx="1827">
                  <c:v>36894</c:v>
                </c:pt>
                <c:pt idx="1828">
                  <c:v>36895</c:v>
                </c:pt>
                <c:pt idx="1829">
                  <c:v>36896</c:v>
                </c:pt>
                <c:pt idx="1830">
                  <c:v>36899</c:v>
                </c:pt>
                <c:pt idx="1831">
                  <c:v>36900</c:v>
                </c:pt>
                <c:pt idx="1832">
                  <c:v>36901</c:v>
                </c:pt>
                <c:pt idx="1833">
                  <c:v>36902</c:v>
                </c:pt>
                <c:pt idx="1834">
                  <c:v>36903</c:v>
                </c:pt>
                <c:pt idx="1835">
                  <c:v>36906</c:v>
                </c:pt>
                <c:pt idx="1836">
                  <c:v>36907</c:v>
                </c:pt>
                <c:pt idx="1837">
                  <c:v>36908</c:v>
                </c:pt>
                <c:pt idx="1838">
                  <c:v>36909</c:v>
                </c:pt>
                <c:pt idx="1839">
                  <c:v>36910</c:v>
                </c:pt>
                <c:pt idx="1840">
                  <c:v>36913</c:v>
                </c:pt>
                <c:pt idx="1841">
                  <c:v>36914</c:v>
                </c:pt>
                <c:pt idx="1842">
                  <c:v>36915</c:v>
                </c:pt>
                <c:pt idx="1843">
                  <c:v>36916</c:v>
                </c:pt>
                <c:pt idx="1844">
                  <c:v>36917</c:v>
                </c:pt>
                <c:pt idx="1845">
                  <c:v>36920</c:v>
                </c:pt>
                <c:pt idx="1846">
                  <c:v>36921</c:v>
                </c:pt>
                <c:pt idx="1847">
                  <c:v>36922</c:v>
                </c:pt>
                <c:pt idx="1848">
                  <c:v>36923</c:v>
                </c:pt>
                <c:pt idx="1849">
                  <c:v>36924</c:v>
                </c:pt>
                <c:pt idx="1850">
                  <c:v>36927</c:v>
                </c:pt>
                <c:pt idx="1851">
                  <c:v>36928</c:v>
                </c:pt>
                <c:pt idx="1852">
                  <c:v>36929</c:v>
                </c:pt>
                <c:pt idx="1853">
                  <c:v>36930</c:v>
                </c:pt>
                <c:pt idx="1854">
                  <c:v>36931</c:v>
                </c:pt>
                <c:pt idx="1855">
                  <c:v>36934</c:v>
                </c:pt>
                <c:pt idx="1856">
                  <c:v>36935</c:v>
                </c:pt>
                <c:pt idx="1857">
                  <c:v>36936</c:v>
                </c:pt>
                <c:pt idx="1858">
                  <c:v>36937</c:v>
                </c:pt>
                <c:pt idx="1859">
                  <c:v>36938</c:v>
                </c:pt>
                <c:pt idx="1860">
                  <c:v>36941</c:v>
                </c:pt>
                <c:pt idx="1861">
                  <c:v>36942</c:v>
                </c:pt>
                <c:pt idx="1862">
                  <c:v>36943</c:v>
                </c:pt>
                <c:pt idx="1863">
                  <c:v>36944</c:v>
                </c:pt>
                <c:pt idx="1864">
                  <c:v>36945</c:v>
                </c:pt>
                <c:pt idx="1865">
                  <c:v>36948</c:v>
                </c:pt>
                <c:pt idx="1866">
                  <c:v>36949</c:v>
                </c:pt>
                <c:pt idx="1867">
                  <c:v>36950</c:v>
                </c:pt>
                <c:pt idx="1868">
                  <c:v>36951</c:v>
                </c:pt>
                <c:pt idx="1869">
                  <c:v>36952</c:v>
                </c:pt>
                <c:pt idx="1870">
                  <c:v>36955</c:v>
                </c:pt>
                <c:pt idx="1871">
                  <c:v>36956</c:v>
                </c:pt>
                <c:pt idx="1872">
                  <c:v>36957</c:v>
                </c:pt>
                <c:pt idx="1873">
                  <c:v>36958</c:v>
                </c:pt>
                <c:pt idx="1874">
                  <c:v>36959</c:v>
                </c:pt>
                <c:pt idx="1875">
                  <c:v>36962</c:v>
                </c:pt>
                <c:pt idx="1876">
                  <c:v>36963</c:v>
                </c:pt>
                <c:pt idx="1877">
                  <c:v>36964</c:v>
                </c:pt>
                <c:pt idx="1878">
                  <c:v>36965</c:v>
                </c:pt>
                <c:pt idx="1879">
                  <c:v>36966</c:v>
                </c:pt>
                <c:pt idx="1880">
                  <c:v>36969</c:v>
                </c:pt>
                <c:pt idx="1881">
                  <c:v>36970</c:v>
                </c:pt>
                <c:pt idx="1882">
                  <c:v>36971</c:v>
                </c:pt>
                <c:pt idx="1883">
                  <c:v>36972</c:v>
                </c:pt>
                <c:pt idx="1884">
                  <c:v>36973</c:v>
                </c:pt>
                <c:pt idx="1885">
                  <c:v>36976</c:v>
                </c:pt>
                <c:pt idx="1886">
                  <c:v>36977</c:v>
                </c:pt>
                <c:pt idx="1887">
                  <c:v>36978</c:v>
                </c:pt>
                <c:pt idx="1888">
                  <c:v>36979</c:v>
                </c:pt>
                <c:pt idx="1889">
                  <c:v>36980</c:v>
                </c:pt>
                <c:pt idx="1890">
                  <c:v>36983</c:v>
                </c:pt>
                <c:pt idx="1891">
                  <c:v>36984</c:v>
                </c:pt>
                <c:pt idx="1892">
                  <c:v>36985</c:v>
                </c:pt>
                <c:pt idx="1893">
                  <c:v>36986</c:v>
                </c:pt>
                <c:pt idx="1894">
                  <c:v>36987</c:v>
                </c:pt>
                <c:pt idx="1895">
                  <c:v>36990</c:v>
                </c:pt>
                <c:pt idx="1896">
                  <c:v>36991</c:v>
                </c:pt>
                <c:pt idx="1897">
                  <c:v>36992</c:v>
                </c:pt>
                <c:pt idx="1898">
                  <c:v>36993</c:v>
                </c:pt>
                <c:pt idx="1899">
                  <c:v>36994</c:v>
                </c:pt>
                <c:pt idx="1900">
                  <c:v>36997</c:v>
                </c:pt>
                <c:pt idx="1901">
                  <c:v>36998</c:v>
                </c:pt>
                <c:pt idx="1902">
                  <c:v>36999</c:v>
                </c:pt>
                <c:pt idx="1903">
                  <c:v>37000</c:v>
                </c:pt>
                <c:pt idx="1904">
                  <c:v>37001</c:v>
                </c:pt>
                <c:pt idx="1905">
                  <c:v>37004</c:v>
                </c:pt>
                <c:pt idx="1906">
                  <c:v>37005</c:v>
                </c:pt>
                <c:pt idx="1907">
                  <c:v>37006</c:v>
                </c:pt>
                <c:pt idx="1908">
                  <c:v>37007</c:v>
                </c:pt>
                <c:pt idx="1909">
                  <c:v>37008</c:v>
                </c:pt>
                <c:pt idx="1910">
                  <c:v>37011</c:v>
                </c:pt>
                <c:pt idx="1911">
                  <c:v>37012</c:v>
                </c:pt>
                <c:pt idx="1912">
                  <c:v>37013</c:v>
                </c:pt>
                <c:pt idx="1913">
                  <c:v>37014</c:v>
                </c:pt>
                <c:pt idx="1914">
                  <c:v>37015</c:v>
                </c:pt>
                <c:pt idx="1915">
                  <c:v>37018</c:v>
                </c:pt>
                <c:pt idx="1916">
                  <c:v>37019</c:v>
                </c:pt>
                <c:pt idx="1917">
                  <c:v>37020</c:v>
                </c:pt>
                <c:pt idx="1918">
                  <c:v>37021</c:v>
                </c:pt>
                <c:pt idx="1919">
                  <c:v>37022</c:v>
                </c:pt>
                <c:pt idx="1920">
                  <c:v>37025</c:v>
                </c:pt>
                <c:pt idx="1921">
                  <c:v>37026</c:v>
                </c:pt>
                <c:pt idx="1922">
                  <c:v>37027</c:v>
                </c:pt>
                <c:pt idx="1923">
                  <c:v>37028</c:v>
                </c:pt>
                <c:pt idx="1924">
                  <c:v>37029</c:v>
                </c:pt>
                <c:pt idx="1925">
                  <c:v>37032</c:v>
                </c:pt>
                <c:pt idx="1926">
                  <c:v>37033</c:v>
                </c:pt>
                <c:pt idx="1927">
                  <c:v>37034</c:v>
                </c:pt>
                <c:pt idx="1928">
                  <c:v>37035</c:v>
                </c:pt>
                <c:pt idx="1929">
                  <c:v>37036</c:v>
                </c:pt>
                <c:pt idx="1930">
                  <c:v>37039</c:v>
                </c:pt>
                <c:pt idx="1931">
                  <c:v>37040</c:v>
                </c:pt>
                <c:pt idx="1932">
                  <c:v>37041</c:v>
                </c:pt>
                <c:pt idx="1933">
                  <c:v>37042</c:v>
                </c:pt>
                <c:pt idx="1934">
                  <c:v>37043</c:v>
                </c:pt>
                <c:pt idx="1935">
                  <c:v>37046</c:v>
                </c:pt>
                <c:pt idx="1936">
                  <c:v>37047</c:v>
                </c:pt>
                <c:pt idx="1937">
                  <c:v>37048</c:v>
                </c:pt>
                <c:pt idx="1938">
                  <c:v>37049</c:v>
                </c:pt>
                <c:pt idx="1939">
                  <c:v>37050</c:v>
                </c:pt>
                <c:pt idx="1940">
                  <c:v>37053</c:v>
                </c:pt>
                <c:pt idx="1941">
                  <c:v>37054</c:v>
                </c:pt>
                <c:pt idx="1942">
                  <c:v>37055</c:v>
                </c:pt>
                <c:pt idx="1943">
                  <c:v>37056</c:v>
                </c:pt>
                <c:pt idx="1944">
                  <c:v>37057</c:v>
                </c:pt>
                <c:pt idx="1945">
                  <c:v>37060</c:v>
                </c:pt>
                <c:pt idx="1946">
                  <c:v>37061</c:v>
                </c:pt>
                <c:pt idx="1947">
                  <c:v>37062</c:v>
                </c:pt>
                <c:pt idx="1948">
                  <c:v>37063</c:v>
                </c:pt>
                <c:pt idx="1949">
                  <c:v>37064</c:v>
                </c:pt>
                <c:pt idx="1950">
                  <c:v>37067</c:v>
                </c:pt>
                <c:pt idx="1951">
                  <c:v>37068</c:v>
                </c:pt>
                <c:pt idx="1952">
                  <c:v>37069</c:v>
                </c:pt>
                <c:pt idx="1953">
                  <c:v>37070</c:v>
                </c:pt>
                <c:pt idx="1954">
                  <c:v>37071</c:v>
                </c:pt>
                <c:pt idx="1955">
                  <c:v>37074</c:v>
                </c:pt>
                <c:pt idx="1956">
                  <c:v>37075</c:v>
                </c:pt>
                <c:pt idx="1957">
                  <c:v>37076</c:v>
                </c:pt>
                <c:pt idx="1958">
                  <c:v>37077</c:v>
                </c:pt>
                <c:pt idx="1959">
                  <c:v>37078</c:v>
                </c:pt>
                <c:pt idx="1960">
                  <c:v>37081</c:v>
                </c:pt>
                <c:pt idx="1961">
                  <c:v>37082</c:v>
                </c:pt>
                <c:pt idx="1962">
                  <c:v>37083</c:v>
                </c:pt>
                <c:pt idx="1963">
                  <c:v>37084</c:v>
                </c:pt>
                <c:pt idx="1964">
                  <c:v>37085</c:v>
                </c:pt>
                <c:pt idx="1965">
                  <c:v>37088</c:v>
                </c:pt>
                <c:pt idx="1966">
                  <c:v>37089</c:v>
                </c:pt>
                <c:pt idx="1967">
                  <c:v>37090</c:v>
                </c:pt>
                <c:pt idx="1968">
                  <c:v>37091</c:v>
                </c:pt>
                <c:pt idx="1969">
                  <c:v>37092</c:v>
                </c:pt>
                <c:pt idx="1970">
                  <c:v>37095</c:v>
                </c:pt>
                <c:pt idx="1971">
                  <c:v>37096</c:v>
                </c:pt>
                <c:pt idx="1972">
                  <c:v>37097</c:v>
                </c:pt>
                <c:pt idx="1973">
                  <c:v>37098</c:v>
                </c:pt>
                <c:pt idx="1974">
                  <c:v>37099</c:v>
                </c:pt>
                <c:pt idx="1975">
                  <c:v>37102</c:v>
                </c:pt>
                <c:pt idx="1976">
                  <c:v>37103</c:v>
                </c:pt>
                <c:pt idx="1977">
                  <c:v>37104</c:v>
                </c:pt>
                <c:pt idx="1978">
                  <c:v>37105</c:v>
                </c:pt>
                <c:pt idx="1979">
                  <c:v>37106</c:v>
                </c:pt>
                <c:pt idx="1980">
                  <c:v>37109</c:v>
                </c:pt>
                <c:pt idx="1981">
                  <c:v>37110</c:v>
                </c:pt>
                <c:pt idx="1982">
                  <c:v>37111</c:v>
                </c:pt>
                <c:pt idx="1983">
                  <c:v>37112</c:v>
                </c:pt>
                <c:pt idx="1984">
                  <c:v>37113</c:v>
                </c:pt>
                <c:pt idx="1985">
                  <c:v>37116</c:v>
                </c:pt>
                <c:pt idx="1986">
                  <c:v>37117</c:v>
                </c:pt>
                <c:pt idx="1987">
                  <c:v>37118</c:v>
                </c:pt>
                <c:pt idx="1988">
                  <c:v>37119</c:v>
                </c:pt>
                <c:pt idx="1989">
                  <c:v>37120</c:v>
                </c:pt>
                <c:pt idx="1990">
                  <c:v>37123</c:v>
                </c:pt>
                <c:pt idx="1991">
                  <c:v>37124</c:v>
                </c:pt>
                <c:pt idx="1992">
                  <c:v>37125</c:v>
                </c:pt>
                <c:pt idx="1993">
                  <c:v>37126</c:v>
                </c:pt>
                <c:pt idx="1994">
                  <c:v>37127</c:v>
                </c:pt>
                <c:pt idx="1995">
                  <c:v>37130</c:v>
                </c:pt>
                <c:pt idx="1996">
                  <c:v>37131</c:v>
                </c:pt>
                <c:pt idx="1997">
                  <c:v>37132</c:v>
                </c:pt>
                <c:pt idx="1998">
                  <c:v>37133</c:v>
                </c:pt>
                <c:pt idx="1999">
                  <c:v>37134</c:v>
                </c:pt>
                <c:pt idx="2000">
                  <c:v>37137</c:v>
                </c:pt>
                <c:pt idx="2001">
                  <c:v>37138</c:v>
                </c:pt>
                <c:pt idx="2002">
                  <c:v>37139</c:v>
                </c:pt>
                <c:pt idx="2003">
                  <c:v>37140</c:v>
                </c:pt>
                <c:pt idx="2004">
                  <c:v>37141</c:v>
                </c:pt>
                <c:pt idx="2005">
                  <c:v>37144</c:v>
                </c:pt>
                <c:pt idx="2006">
                  <c:v>37145</c:v>
                </c:pt>
                <c:pt idx="2007">
                  <c:v>37146</c:v>
                </c:pt>
                <c:pt idx="2008">
                  <c:v>37147</c:v>
                </c:pt>
                <c:pt idx="2009">
                  <c:v>37148</c:v>
                </c:pt>
                <c:pt idx="2010">
                  <c:v>37151</c:v>
                </c:pt>
                <c:pt idx="2011">
                  <c:v>37152</c:v>
                </c:pt>
                <c:pt idx="2012">
                  <c:v>37153</c:v>
                </c:pt>
                <c:pt idx="2013">
                  <c:v>37154</c:v>
                </c:pt>
                <c:pt idx="2014">
                  <c:v>37155</c:v>
                </c:pt>
                <c:pt idx="2015">
                  <c:v>37158</c:v>
                </c:pt>
                <c:pt idx="2016">
                  <c:v>37159</c:v>
                </c:pt>
                <c:pt idx="2017">
                  <c:v>37160</c:v>
                </c:pt>
                <c:pt idx="2018">
                  <c:v>37161</c:v>
                </c:pt>
                <c:pt idx="2019">
                  <c:v>37162</c:v>
                </c:pt>
                <c:pt idx="2020">
                  <c:v>37165</c:v>
                </c:pt>
                <c:pt idx="2021">
                  <c:v>37166</c:v>
                </c:pt>
                <c:pt idx="2022">
                  <c:v>37167</c:v>
                </c:pt>
                <c:pt idx="2023">
                  <c:v>37168</c:v>
                </c:pt>
                <c:pt idx="2024">
                  <c:v>37169</c:v>
                </c:pt>
                <c:pt idx="2025">
                  <c:v>37172</c:v>
                </c:pt>
                <c:pt idx="2026">
                  <c:v>37173</c:v>
                </c:pt>
                <c:pt idx="2027">
                  <c:v>37174</c:v>
                </c:pt>
                <c:pt idx="2028">
                  <c:v>37175</c:v>
                </c:pt>
                <c:pt idx="2029">
                  <c:v>37176</c:v>
                </c:pt>
                <c:pt idx="2030">
                  <c:v>37179</c:v>
                </c:pt>
                <c:pt idx="2031">
                  <c:v>37180</c:v>
                </c:pt>
                <c:pt idx="2032">
                  <c:v>37181</c:v>
                </c:pt>
                <c:pt idx="2033">
                  <c:v>37182</c:v>
                </c:pt>
                <c:pt idx="2034">
                  <c:v>37183</c:v>
                </c:pt>
                <c:pt idx="2035">
                  <c:v>37186</c:v>
                </c:pt>
                <c:pt idx="2036">
                  <c:v>37187</c:v>
                </c:pt>
                <c:pt idx="2037">
                  <c:v>37188</c:v>
                </c:pt>
                <c:pt idx="2038">
                  <c:v>37189</c:v>
                </c:pt>
                <c:pt idx="2039">
                  <c:v>37190</c:v>
                </c:pt>
                <c:pt idx="2040">
                  <c:v>37193</c:v>
                </c:pt>
                <c:pt idx="2041">
                  <c:v>37194</c:v>
                </c:pt>
                <c:pt idx="2042">
                  <c:v>37195</c:v>
                </c:pt>
                <c:pt idx="2043">
                  <c:v>37196</c:v>
                </c:pt>
                <c:pt idx="2044">
                  <c:v>37197</c:v>
                </c:pt>
                <c:pt idx="2045">
                  <c:v>37200</c:v>
                </c:pt>
                <c:pt idx="2046">
                  <c:v>37201</c:v>
                </c:pt>
                <c:pt idx="2047">
                  <c:v>37202</c:v>
                </c:pt>
                <c:pt idx="2048">
                  <c:v>37203</c:v>
                </c:pt>
                <c:pt idx="2049">
                  <c:v>37204</c:v>
                </c:pt>
                <c:pt idx="2050">
                  <c:v>37207</c:v>
                </c:pt>
                <c:pt idx="2051">
                  <c:v>37208</c:v>
                </c:pt>
                <c:pt idx="2052">
                  <c:v>37209</c:v>
                </c:pt>
                <c:pt idx="2053">
                  <c:v>37210</c:v>
                </c:pt>
                <c:pt idx="2054">
                  <c:v>37211</c:v>
                </c:pt>
                <c:pt idx="2055">
                  <c:v>37214</c:v>
                </c:pt>
                <c:pt idx="2056">
                  <c:v>37215</c:v>
                </c:pt>
                <c:pt idx="2057">
                  <c:v>37216</c:v>
                </c:pt>
                <c:pt idx="2058">
                  <c:v>37217</c:v>
                </c:pt>
                <c:pt idx="2059">
                  <c:v>37218</c:v>
                </c:pt>
                <c:pt idx="2060">
                  <c:v>37221</c:v>
                </c:pt>
                <c:pt idx="2061">
                  <c:v>37222</c:v>
                </c:pt>
                <c:pt idx="2062">
                  <c:v>37223</c:v>
                </c:pt>
                <c:pt idx="2063">
                  <c:v>37224</c:v>
                </c:pt>
                <c:pt idx="2064">
                  <c:v>37225</c:v>
                </c:pt>
                <c:pt idx="2065">
                  <c:v>37228</c:v>
                </c:pt>
                <c:pt idx="2066">
                  <c:v>37229</c:v>
                </c:pt>
                <c:pt idx="2067">
                  <c:v>37230</c:v>
                </c:pt>
                <c:pt idx="2068">
                  <c:v>37231</c:v>
                </c:pt>
                <c:pt idx="2069">
                  <c:v>37232</c:v>
                </c:pt>
                <c:pt idx="2070">
                  <c:v>37235</c:v>
                </c:pt>
                <c:pt idx="2071">
                  <c:v>37236</c:v>
                </c:pt>
                <c:pt idx="2072">
                  <c:v>37237</c:v>
                </c:pt>
                <c:pt idx="2073">
                  <c:v>37238</c:v>
                </c:pt>
                <c:pt idx="2074">
                  <c:v>37239</c:v>
                </c:pt>
                <c:pt idx="2075">
                  <c:v>37242</c:v>
                </c:pt>
                <c:pt idx="2076">
                  <c:v>37243</c:v>
                </c:pt>
                <c:pt idx="2077">
                  <c:v>37244</c:v>
                </c:pt>
                <c:pt idx="2078">
                  <c:v>37245</c:v>
                </c:pt>
                <c:pt idx="2079">
                  <c:v>37246</c:v>
                </c:pt>
                <c:pt idx="2080">
                  <c:v>37249</c:v>
                </c:pt>
                <c:pt idx="2081">
                  <c:v>37250</c:v>
                </c:pt>
                <c:pt idx="2082">
                  <c:v>37251</c:v>
                </c:pt>
                <c:pt idx="2083">
                  <c:v>37252</c:v>
                </c:pt>
                <c:pt idx="2084">
                  <c:v>37253</c:v>
                </c:pt>
                <c:pt idx="2085">
                  <c:v>37256</c:v>
                </c:pt>
                <c:pt idx="2086">
                  <c:v>37257</c:v>
                </c:pt>
                <c:pt idx="2087">
                  <c:v>37258</c:v>
                </c:pt>
                <c:pt idx="2088">
                  <c:v>37259</c:v>
                </c:pt>
                <c:pt idx="2089">
                  <c:v>37260</c:v>
                </c:pt>
                <c:pt idx="2090">
                  <c:v>37263</c:v>
                </c:pt>
                <c:pt idx="2091">
                  <c:v>37264</c:v>
                </c:pt>
                <c:pt idx="2092">
                  <c:v>37265</c:v>
                </c:pt>
                <c:pt idx="2093">
                  <c:v>37266</c:v>
                </c:pt>
                <c:pt idx="2094">
                  <c:v>37267</c:v>
                </c:pt>
                <c:pt idx="2095">
                  <c:v>37270</c:v>
                </c:pt>
                <c:pt idx="2096">
                  <c:v>37271</c:v>
                </c:pt>
                <c:pt idx="2097">
                  <c:v>37272</c:v>
                </c:pt>
                <c:pt idx="2098">
                  <c:v>37273</c:v>
                </c:pt>
                <c:pt idx="2099">
                  <c:v>37274</c:v>
                </c:pt>
                <c:pt idx="2100">
                  <c:v>37277</c:v>
                </c:pt>
                <c:pt idx="2101">
                  <c:v>37278</c:v>
                </c:pt>
                <c:pt idx="2102">
                  <c:v>37279</c:v>
                </c:pt>
                <c:pt idx="2103">
                  <c:v>37280</c:v>
                </c:pt>
                <c:pt idx="2104">
                  <c:v>37281</c:v>
                </c:pt>
                <c:pt idx="2105">
                  <c:v>37284</c:v>
                </c:pt>
                <c:pt idx="2106">
                  <c:v>37285</c:v>
                </c:pt>
                <c:pt idx="2107">
                  <c:v>37286</c:v>
                </c:pt>
                <c:pt idx="2108">
                  <c:v>37287</c:v>
                </c:pt>
                <c:pt idx="2109">
                  <c:v>37288</c:v>
                </c:pt>
                <c:pt idx="2110">
                  <c:v>37291</c:v>
                </c:pt>
                <c:pt idx="2111">
                  <c:v>37292</c:v>
                </c:pt>
                <c:pt idx="2112">
                  <c:v>37293</c:v>
                </c:pt>
                <c:pt idx="2113">
                  <c:v>37294</c:v>
                </c:pt>
                <c:pt idx="2114">
                  <c:v>37295</c:v>
                </c:pt>
                <c:pt idx="2115">
                  <c:v>37298</c:v>
                </c:pt>
                <c:pt idx="2116">
                  <c:v>37299</c:v>
                </c:pt>
                <c:pt idx="2117">
                  <c:v>37300</c:v>
                </c:pt>
                <c:pt idx="2118">
                  <c:v>37301</c:v>
                </c:pt>
                <c:pt idx="2119">
                  <c:v>37302</c:v>
                </c:pt>
                <c:pt idx="2120">
                  <c:v>37305</c:v>
                </c:pt>
                <c:pt idx="2121">
                  <c:v>37306</c:v>
                </c:pt>
                <c:pt idx="2122">
                  <c:v>37307</c:v>
                </c:pt>
                <c:pt idx="2123">
                  <c:v>37308</c:v>
                </c:pt>
                <c:pt idx="2124">
                  <c:v>37309</c:v>
                </c:pt>
                <c:pt idx="2125">
                  <c:v>37312</c:v>
                </c:pt>
                <c:pt idx="2126">
                  <c:v>37313</c:v>
                </c:pt>
                <c:pt idx="2127">
                  <c:v>37314</c:v>
                </c:pt>
                <c:pt idx="2128">
                  <c:v>37315</c:v>
                </c:pt>
                <c:pt idx="2129">
                  <c:v>37316</c:v>
                </c:pt>
                <c:pt idx="2130">
                  <c:v>37319</c:v>
                </c:pt>
                <c:pt idx="2131">
                  <c:v>37320</c:v>
                </c:pt>
                <c:pt idx="2132">
                  <c:v>37321</c:v>
                </c:pt>
                <c:pt idx="2133">
                  <c:v>37322</c:v>
                </c:pt>
                <c:pt idx="2134">
                  <c:v>37323</c:v>
                </c:pt>
                <c:pt idx="2135">
                  <c:v>37326</c:v>
                </c:pt>
                <c:pt idx="2136">
                  <c:v>37327</c:v>
                </c:pt>
                <c:pt idx="2137">
                  <c:v>37328</c:v>
                </c:pt>
                <c:pt idx="2138">
                  <c:v>37329</c:v>
                </c:pt>
                <c:pt idx="2139">
                  <c:v>37330</c:v>
                </c:pt>
                <c:pt idx="2140">
                  <c:v>37333</c:v>
                </c:pt>
                <c:pt idx="2141">
                  <c:v>37334</c:v>
                </c:pt>
                <c:pt idx="2142">
                  <c:v>37335</c:v>
                </c:pt>
                <c:pt idx="2143">
                  <c:v>37336</c:v>
                </c:pt>
                <c:pt idx="2144">
                  <c:v>37337</c:v>
                </c:pt>
                <c:pt idx="2145">
                  <c:v>37340</c:v>
                </c:pt>
                <c:pt idx="2146">
                  <c:v>37341</c:v>
                </c:pt>
                <c:pt idx="2147">
                  <c:v>37342</c:v>
                </c:pt>
                <c:pt idx="2148">
                  <c:v>37343</c:v>
                </c:pt>
                <c:pt idx="2149">
                  <c:v>37347</c:v>
                </c:pt>
                <c:pt idx="2150">
                  <c:v>37348</c:v>
                </c:pt>
                <c:pt idx="2151">
                  <c:v>37349</c:v>
                </c:pt>
                <c:pt idx="2152">
                  <c:v>37350</c:v>
                </c:pt>
                <c:pt idx="2153">
                  <c:v>37351</c:v>
                </c:pt>
                <c:pt idx="2154">
                  <c:v>37354</c:v>
                </c:pt>
                <c:pt idx="2155">
                  <c:v>37355</c:v>
                </c:pt>
                <c:pt idx="2156">
                  <c:v>37356</c:v>
                </c:pt>
                <c:pt idx="2157">
                  <c:v>37357</c:v>
                </c:pt>
                <c:pt idx="2158">
                  <c:v>37358</c:v>
                </c:pt>
                <c:pt idx="2159">
                  <c:v>37361</c:v>
                </c:pt>
                <c:pt idx="2160">
                  <c:v>37362</c:v>
                </c:pt>
                <c:pt idx="2161">
                  <c:v>37363</c:v>
                </c:pt>
                <c:pt idx="2162">
                  <c:v>37364</c:v>
                </c:pt>
                <c:pt idx="2163">
                  <c:v>37365</c:v>
                </c:pt>
                <c:pt idx="2164">
                  <c:v>37368</c:v>
                </c:pt>
                <c:pt idx="2165">
                  <c:v>37369</c:v>
                </c:pt>
                <c:pt idx="2166">
                  <c:v>37370</c:v>
                </c:pt>
                <c:pt idx="2167">
                  <c:v>37371</c:v>
                </c:pt>
                <c:pt idx="2168">
                  <c:v>37372</c:v>
                </c:pt>
                <c:pt idx="2169">
                  <c:v>37375</c:v>
                </c:pt>
                <c:pt idx="2170">
                  <c:v>37376</c:v>
                </c:pt>
                <c:pt idx="2171">
                  <c:v>37377</c:v>
                </c:pt>
                <c:pt idx="2172">
                  <c:v>37378</c:v>
                </c:pt>
                <c:pt idx="2173">
                  <c:v>37379</c:v>
                </c:pt>
                <c:pt idx="2174">
                  <c:v>37382</c:v>
                </c:pt>
                <c:pt idx="2175">
                  <c:v>37383</c:v>
                </c:pt>
                <c:pt idx="2176">
                  <c:v>37384</c:v>
                </c:pt>
                <c:pt idx="2177">
                  <c:v>37385</c:v>
                </c:pt>
                <c:pt idx="2178">
                  <c:v>37386</c:v>
                </c:pt>
                <c:pt idx="2179">
                  <c:v>37389</c:v>
                </c:pt>
                <c:pt idx="2180">
                  <c:v>37390</c:v>
                </c:pt>
                <c:pt idx="2181">
                  <c:v>37391</c:v>
                </c:pt>
                <c:pt idx="2182">
                  <c:v>37392</c:v>
                </c:pt>
                <c:pt idx="2183">
                  <c:v>37393</c:v>
                </c:pt>
                <c:pt idx="2184">
                  <c:v>37396</c:v>
                </c:pt>
                <c:pt idx="2185">
                  <c:v>37397</c:v>
                </c:pt>
                <c:pt idx="2186">
                  <c:v>37398</c:v>
                </c:pt>
                <c:pt idx="2187">
                  <c:v>37399</c:v>
                </c:pt>
                <c:pt idx="2188">
                  <c:v>37400</c:v>
                </c:pt>
                <c:pt idx="2189">
                  <c:v>37403</c:v>
                </c:pt>
                <c:pt idx="2190">
                  <c:v>37404</c:v>
                </c:pt>
                <c:pt idx="2191">
                  <c:v>37405</c:v>
                </c:pt>
                <c:pt idx="2192">
                  <c:v>37406</c:v>
                </c:pt>
                <c:pt idx="2193">
                  <c:v>37407</c:v>
                </c:pt>
                <c:pt idx="2194">
                  <c:v>37410</c:v>
                </c:pt>
                <c:pt idx="2195">
                  <c:v>37411</c:v>
                </c:pt>
                <c:pt idx="2196">
                  <c:v>37412</c:v>
                </c:pt>
                <c:pt idx="2197">
                  <c:v>37413</c:v>
                </c:pt>
                <c:pt idx="2198">
                  <c:v>37414</c:v>
                </c:pt>
                <c:pt idx="2199">
                  <c:v>37417</c:v>
                </c:pt>
                <c:pt idx="2200">
                  <c:v>37418</c:v>
                </c:pt>
                <c:pt idx="2201">
                  <c:v>37419</c:v>
                </c:pt>
                <c:pt idx="2202">
                  <c:v>37420</c:v>
                </c:pt>
                <c:pt idx="2203">
                  <c:v>37421</c:v>
                </c:pt>
                <c:pt idx="2204">
                  <c:v>37424</c:v>
                </c:pt>
                <c:pt idx="2205">
                  <c:v>37425</c:v>
                </c:pt>
                <c:pt idx="2206">
                  <c:v>37426</c:v>
                </c:pt>
                <c:pt idx="2207">
                  <c:v>37427</c:v>
                </c:pt>
                <c:pt idx="2208">
                  <c:v>37428</c:v>
                </c:pt>
                <c:pt idx="2209">
                  <c:v>37431</c:v>
                </c:pt>
                <c:pt idx="2210">
                  <c:v>37432</c:v>
                </c:pt>
                <c:pt idx="2211">
                  <c:v>37433</c:v>
                </c:pt>
                <c:pt idx="2212">
                  <c:v>37434</c:v>
                </c:pt>
                <c:pt idx="2213">
                  <c:v>37435</c:v>
                </c:pt>
                <c:pt idx="2214">
                  <c:v>37438</c:v>
                </c:pt>
                <c:pt idx="2215">
                  <c:v>37439</c:v>
                </c:pt>
                <c:pt idx="2216">
                  <c:v>37440</c:v>
                </c:pt>
                <c:pt idx="2217">
                  <c:v>37441</c:v>
                </c:pt>
                <c:pt idx="2218">
                  <c:v>37442</c:v>
                </c:pt>
                <c:pt idx="2219">
                  <c:v>37445</c:v>
                </c:pt>
                <c:pt idx="2220">
                  <c:v>37446</c:v>
                </c:pt>
                <c:pt idx="2221">
                  <c:v>37447</c:v>
                </c:pt>
                <c:pt idx="2222">
                  <c:v>37448</c:v>
                </c:pt>
                <c:pt idx="2223">
                  <c:v>37449</c:v>
                </c:pt>
                <c:pt idx="2224">
                  <c:v>37452</c:v>
                </c:pt>
                <c:pt idx="2225">
                  <c:v>37453</c:v>
                </c:pt>
                <c:pt idx="2226">
                  <c:v>37454</c:v>
                </c:pt>
                <c:pt idx="2227">
                  <c:v>37455</c:v>
                </c:pt>
                <c:pt idx="2228">
                  <c:v>37456</c:v>
                </c:pt>
                <c:pt idx="2229">
                  <c:v>37459</c:v>
                </c:pt>
                <c:pt idx="2230">
                  <c:v>37460</c:v>
                </c:pt>
                <c:pt idx="2231">
                  <c:v>37461</c:v>
                </c:pt>
                <c:pt idx="2232">
                  <c:v>37462</c:v>
                </c:pt>
                <c:pt idx="2233">
                  <c:v>37463</c:v>
                </c:pt>
                <c:pt idx="2234">
                  <c:v>37466</c:v>
                </c:pt>
                <c:pt idx="2235">
                  <c:v>37467</c:v>
                </c:pt>
                <c:pt idx="2236">
                  <c:v>37468</c:v>
                </c:pt>
                <c:pt idx="2237">
                  <c:v>37469</c:v>
                </c:pt>
                <c:pt idx="2238">
                  <c:v>37470</c:v>
                </c:pt>
                <c:pt idx="2239">
                  <c:v>37473</c:v>
                </c:pt>
                <c:pt idx="2240">
                  <c:v>37474</c:v>
                </c:pt>
                <c:pt idx="2241">
                  <c:v>37475</c:v>
                </c:pt>
                <c:pt idx="2242">
                  <c:v>37476</c:v>
                </c:pt>
                <c:pt idx="2243">
                  <c:v>37477</c:v>
                </c:pt>
                <c:pt idx="2244">
                  <c:v>37480</c:v>
                </c:pt>
                <c:pt idx="2245">
                  <c:v>37481</c:v>
                </c:pt>
                <c:pt idx="2246">
                  <c:v>37482</c:v>
                </c:pt>
                <c:pt idx="2247">
                  <c:v>37483</c:v>
                </c:pt>
                <c:pt idx="2248">
                  <c:v>37484</c:v>
                </c:pt>
                <c:pt idx="2249">
                  <c:v>37487</c:v>
                </c:pt>
                <c:pt idx="2250">
                  <c:v>37488</c:v>
                </c:pt>
                <c:pt idx="2251">
                  <c:v>37489</c:v>
                </c:pt>
                <c:pt idx="2252">
                  <c:v>37490</c:v>
                </c:pt>
                <c:pt idx="2253">
                  <c:v>37491</c:v>
                </c:pt>
                <c:pt idx="2254">
                  <c:v>37494</c:v>
                </c:pt>
                <c:pt idx="2255">
                  <c:v>37495</c:v>
                </c:pt>
                <c:pt idx="2256">
                  <c:v>37496</c:v>
                </c:pt>
                <c:pt idx="2257">
                  <c:v>37497</c:v>
                </c:pt>
                <c:pt idx="2258">
                  <c:v>37498</c:v>
                </c:pt>
                <c:pt idx="2259">
                  <c:v>37501</c:v>
                </c:pt>
                <c:pt idx="2260">
                  <c:v>37502</c:v>
                </c:pt>
                <c:pt idx="2261">
                  <c:v>37503</c:v>
                </c:pt>
                <c:pt idx="2262">
                  <c:v>37504</c:v>
                </c:pt>
                <c:pt idx="2263">
                  <c:v>37505</c:v>
                </c:pt>
                <c:pt idx="2264">
                  <c:v>37508</c:v>
                </c:pt>
                <c:pt idx="2265">
                  <c:v>37509</c:v>
                </c:pt>
                <c:pt idx="2266">
                  <c:v>37510</c:v>
                </c:pt>
                <c:pt idx="2267">
                  <c:v>37511</c:v>
                </c:pt>
                <c:pt idx="2268">
                  <c:v>37512</c:v>
                </c:pt>
                <c:pt idx="2269">
                  <c:v>37515</c:v>
                </c:pt>
                <c:pt idx="2270">
                  <c:v>37516</c:v>
                </c:pt>
                <c:pt idx="2271">
                  <c:v>37517</c:v>
                </c:pt>
                <c:pt idx="2272">
                  <c:v>37518</c:v>
                </c:pt>
                <c:pt idx="2273">
                  <c:v>37519</c:v>
                </c:pt>
                <c:pt idx="2274">
                  <c:v>37522</c:v>
                </c:pt>
                <c:pt idx="2275">
                  <c:v>37523</c:v>
                </c:pt>
                <c:pt idx="2276">
                  <c:v>37524</c:v>
                </c:pt>
                <c:pt idx="2277">
                  <c:v>37525</c:v>
                </c:pt>
                <c:pt idx="2278">
                  <c:v>37526</c:v>
                </c:pt>
                <c:pt idx="2279">
                  <c:v>37529</c:v>
                </c:pt>
                <c:pt idx="2280">
                  <c:v>37530</c:v>
                </c:pt>
                <c:pt idx="2281">
                  <c:v>37531</c:v>
                </c:pt>
                <c:pt idx="2282">
                  <c:v>37532</c:v>
                </c:pt>
                <c:pt idx="2283">
                  <c:v>37533</c:v>
                </c:pt>
                <c:pt idx="2284">
                  <c:v>37536</c:v>
                </c:pt>
                <c:pt idx="2285">
                  <c:v>37537</c:v>
                </c:pt>
                <c:pt idx="2286">
                  <c:v>37538</c:v>
                </c:pt>
                <c:pt idx="2287">
                  <c:v>37539</c:v>
                </c:pt>
                <c:pt idx="2288">
                  <c:v>37540</c:v>
                </c:pt>
                <c:pt idx="2289">
                  <c:v>37543</c:v>
                </c:pt>
                <c:pt idx="2290">
                  <c:v>37544</c:v>
                </c:pt>
                <c:pt idx="2291">
                  <c:v>37545</c:v>
                </c:pt>
                <c:pt idx="2292">
                  <c:v>37546</c:v>
                </c:pt>
                <c:pt idx="2293">
                  <c:v>37547</c:v>
                </c:pt>
                <c:pt idx="2294">
                  <c:v>37550</c:v>
                </c:pt>
                <c:pt idx="2295">
                  <c:v>37551</c:v>
                </c:pt>
                <c:pt idx="2296">
                  <c:v>37552</c:v>
                </c:pt>
                <c:pt idx="2297">
                  <c:v>37553</c:v>
                </c:pt>
                <c:pt idx="2298">
                  <c:v>37554</c:v>
                </c:pt>
                <c:pt idx="2299">
                  <c:v>37557</c:v>
                </c:pt>
                <c:pt idx="2300">
                  <c:v>37558</c:v>
                </c:pt>
                <c:pt idx="2301">
                  <c:v>37559</c:v>
                </c:pt>
                <c:pt idx="2302">
                  <c:v>37560</c:v>
                </c:pt>
                <c:pt idx="2303">
                  <c:v>37561</c:v>
                </c:pt>
                <c:pt idx="2304">
                  <c:v>37564</c:v>
                </c:pt>
                <c:pt idx="2305">
                  <c:v>37565</c:v>
                </c:pt>
                <c:pt idx="2306">
                  <c:v>37566</c:v>
                </c:pt>
                <c:pt idx="2307">
                  <c:v>37567</c:v>
                </c:pt>
                <c:pt idx="2308">
                  <c:v>37568</c:v>
                </c:pt>
                <c:pt idx="2309">
                  <c:v>37571</c:v>
                </c:pt>
                <c:pt idx="2310">
                  <c:v>37572</c:v>
                </c:pt>
                <c:pt idx="2311">
                  <c:v>37573</c:v>
                </c:pt>
                <c:pt idx="2312">
                  <c:v>37574</c:v>
                </c:pt>
                <c:pt idx="2313">
                  <c:v>37575</c:v>
                </c:pt>
                <c:pt idx="2314">
                  <c:v>37578</c:v>
                </c:pt>
                <c:pt idx="2315">
                  <c:v>37579</c:v>
                </c:pt>
                <c:pt idx="2316">
                  <c:v>37580</c:v>
                </c:pt>
                <c:pt idx="2317">
                  <c:v>37581</c:v>
                </c:pt>
                <c:pt idx="2318">
                  <c:v>37582</c:v>
                </c:pt>
                <c:pt idx="2319">
                  <c:v>37585</c:v>
                </c:pt>
                <c:pt idx="2320">
                  <c:v>37586</c:v>
                </c:pt>
                <c:pt idx="2321">
                  <c:v>37587</c:v>
                </c:pt>
                <c:pt idx="2322">
                  <c:v>37588</c:v>
                </c:pt>
                <c:pt idx="2323">
                  <c:v>37589</c:v>
                </c:pt>
                <c:pt idx="2324">
                  <c:v>37592</c:v>
                </c:pt>
                <c:pt idx="2325">
                  <c:v>37593</c:v>
                </c:pt>
                <c:pt idx="2326">
                  <c:v>37594</c:v>
                </c:pt>
                <c:pt idx="2327">
                  <c:v>37595</c:v>
                </c:pt>
                <c:pt idx="2328">
                  <c:v>37596</c:v>
                </c:pt>
                <c:pt idx="2329">
                  <c:v>37599</c:v>
                </c:pt>
                <c:pt idx="2330">
                  <c:v>37600</c:v>
                </c:pt>
                <c:pt idx="2331">
                  <c:v>37601</c:v>
                </c:pt>
                <c:pt idx="2332">
                  <c:v>37602</c:v>
                </c:pt>
                <c:pt idx="2333">
                  <c:v>37603</c:v>
                </c:pt>
                <c:pt idx="2334">
                  <c:v>37606</c:v>
                </c:pt>
                <c:pt idx="2335">
                  <c:v>37607</c:v>
                </c:pt>
                <c:pt idx="2336">
                  <c:v>37608</c:v>
                </c:pt>
                <c:pt idx="2337">
                  <c:v>37609</c:v>
                </c:pt>
                <c:pt idx="2338">
                  <c:v>37610</c:v>
                </c:pt>
                <c:pt idx="2339">
                  <c:v>37613</c:v>
                </c:pt>
                <c:pt idx="2340">
                  <c:v>37614</c:v>
                </c:pt>
                <c:pt idx="2341">
                  <c:v>37616</c:v>
                </c:pt>
                <c:pt idx="2342">
                  <c:v>37617</c:v>
                </c:pt>
                <c:pt idx="2343">
                  <c:v>37620</c:v>
                </c:pt>
                <c:pt idx="2344">
                  <c:v>37621</c:v>
                </c:pt>
                <c:pt idx="2345">
                  <c:v>37623</c:v>
                </c:pt>
                <c:pt idx="2346">
                  <c:v>37624</c:v>
                </c:pt>
                <c:pt idx="2347">
                  <c:v>37627</c:v>
                </c:pt>
                <c:pt idx="2348">
                  <c:v>37628</c:v>
                </c:pt>
                <c:pt idx="2349">
                  <c:v>37629</c:v>
                </c:pt>
                <c:pt idx="2350">
                  <c:v>37630</c:v>
                </c:pt>
                <c:pt idx="2351">
                  <c:v>37631</c:v>
                </c:pt>
                <c:pt idx="2352">
                  <c:v>37634</c:v>
                </c:pt>
                <c:pt idx="2353">
                  <c:v>37635</c:v>
                </c:pt>
                <c:pt idx="2354">
                  <c:v>37636</c:v>
                </c:pt>
                <c:pt idx="2355">
                  <c:v>37637</c:v>
                </c:pt>
                <c:pt idx="2356">
                  <c:v>37638</c:v>
                </c:pt>
                <c:pt idx="2357">
                  <c:v>37641</c:v>
                </c:pt>
                <c:pt idx="2358">
                  <c:v>37642</c:v>
                </c:pt>
                <c:pt idx="2359">
                  <c:v>37643</c:v>
                </c:pt>
                <c:pt idx="2360">
                  <c:v>37644</c:v>
                </c:pt>
                <c:pt idx="2361">
                  <c:v>37645</c:v>
                </c:pt>
                <c:pt idx="2362">
                  <c:v>37648</c:v>
                </c:pt>
                <c:pt idx="2363">
                  <c:v>37649</c:v>
                </c:pt>
                <c:pt idx="2364">
                  <c:v>37650</c:v>
                </c:pt>
                <c:pt idx="2365">
                  <c:v>37651</c:v>
                </c:pt>
                <c:pt idx="2366">
                  <c:v>37652</c:v>
                </c:pt>
                <c:pt idx="2367">
                  <c:v>37655</c:v>
                </c:pt>
                <c:pt idx="2368">
                  <c:v>37656</c:v>
                </c:pt>
                <c:pt idx="2369">
                  <c:v>37657</c:v>
                </c:pt>
                <c:pt idx="2370">
                  <c:v>37658</c:v>
                </c:pt>
                <c:pt idx="2371">
                  <c:v>37659</c:v>
                </c:pt>
                <c:pt idx="2372">
                  <c:v>37662</c:v>
                </c:pt>
                <c:pt idx="2373">
                  <c:v>37663</c:v>
                </c:pt>
                <c:pt idx="2374">
                  <c:v>37664</c:v>
                </c:pt>
                <c:pt idx="2375">
                  <c:v>37665</c:v>
                </c:pt>
                <c:pt idx="2376">
                  <c:v>37666</c:v>
                </c:pt>
                <c:pt idx="2377">
                  <c:v>37669</c:v>
                </c:pt>
                <c:pt idx="2378">
                  <c:v>37670</c:v>
                </c:pt>
                <c:pt idx="2379">
                  <c:v>37671</c:v>
                </c:pt>
                <c:pt idx="2380">
                  <c:v>37672</c:v>
                </c:pt>
                <c:pt idx="2381">
                  <c:v>37673</c:v>
                </c:pt>
                <c:pt idx="2382">
                  <c:v>37676</c:v>
                </c:pt>
                <c:pt idx="2383">
                  <c:v>37677</c:v>
                </c:pt>
                <c:pt idx="2384">
                  <c:v>37678</c:v>
                </c:pt>
                <c:pt idx="2385">
                  <c:v>37679</c:v>
                </c:pt>
                <c:pt idx="2386">
                  <c:v>37680</c:v>
                </c:pt>
                <c:pt idx="2387">
                  <c:v>37683</c:v>
                </c:pt>
                <c:pt idx="2388">
                  <c:v>37684</c:v>
                </c:pt>
                <c:pt idx="2389">
                  <c:v>37685</c:v>
                </c:pt>
                <c:pt idx="2390">
                  <c:v>37686</c:v>
                </c:pt>
                <c:pt idx="2391">
                  <c:v>37687</c:v>
                </c:pt>
                <c:pt idx="2392">
                  <c:v>37690</c:v>
                </c:pt>
                <c:pt idx="2393">
                  <c:v>37691</c:v>
                </c:pt>
                <c:pt idx="2394">
                  <c:v>37692</c:v>
                </c:pt>
                <c:pt idx="2395">
                  <c:v>37693</c:v>
                </c:pt>
                <c:pt idx="2396">
                  <c:v>37694</c:v>
                </c:pt>
                <c:pt idx="2397">
                  <c:v>37697</c:v>
                </c:pt>
                <c:pt idx="2398">
                  <c:v>37698</c:v>
                </c:pt>
                <c:pt idx="2399">
                  <c:v>37699</c:v>
                </c:pt>
                <c:pt idx="2400">
                  <c:v>37700</c:v>
                </c:pt>
                <c:pt idx="2401">
                  <c:v>37701</c:v>
                </c:pt>
                <c:pt idx="2402">
                  <c:v>37704</c:v>
                </c:pt>
                <c:pt idx="2403">
                  <c:v>37705</c:v>
                </c:pt>
                <c:pt idx="2404">
                  <c:v>37706</c:v>
                </c:pt>
                <c:pt idx="2405">
                  <c:v>37707</c:v>
                </c:pt>
                <c:pt idx="2406">
                  <c:v>37708</c:v>
                </c:pt>
                <c:pt idx="2407">
                  <c:v>37711</c:v>
                </c:pt>
                <c:pt idx="2408">
                  <c:v>37712</c:v>
                </c:pt>
                <c:pt idx="2409">
                  <c:v>37713</c:v>
                </c:pt>
                <c:pt idx="2410">
                  <c:v>37714</c:v>
                </c:pt>
                <c:pt idx="2411">
                  <c:v>37715</c:v>
                </c:pt>
                <c:pt idx="2412">
                  <c:v>37718</c:v>
                </c:pt>
                <c:pt idx="2413">
                  <c:v>37719</c:v>
                </c:pt>
                <c:pt idx="2414">
                  <c:v>37720</c:v>
                </c:pt>
                <c:pt idx="2415">
                  <c:v>37721</c:v>
                </c:pt>
                <c:pt idx="2416">
                  <c:v>37722</c:v>
                </c:pt>
                <c:pt idx="2417">
                  <c:v>37725</c:v>
                </c:pt>
                <c:pt idx="2418">
                  <c:v>37726</c:v>
                </c:pt>
                <c:pt idx="2419">
                  <c:v>37727</c:v>
                </c:pt>
                <c:pt idx="2420">
                  <c:v>37728</c:v>
                </c:pt>
                <c:pt idx="2421">
                  <c:v>37732</c:v>
                </c:pt>
                <c:pt idx="2422">
                  <c:v>37733</c:v>
                </c:pt>
                <c:pt idx="2423">
                  <c:v>37734</c:v>
                </c:pt>
                <c:pt idx="2424">
                  <c:v>37735</c:v>
                </c:pt>
                <c:pt idx="2425">
                  <c:v>37736</c:v>
                </c:pt>
                <c:pt idx="2426">
                  <c:v>37739</c:v>
                </c:pt>
                <c:pt idx="2427">
                  <c:v>37740</c:v>
                </c:pt>
                <c:pt idx="2428">
                  <c:v>37741</c:v>
                </c:pt>
                <c:pt idx="2429">
                  <c:v>37742</c:v>
                </c:pt>
                <c:pt idx="2430">
                  <c:v>37743</c:v>
                </c:pt>
                <c:pt idx="2431">
                  <c:v>37746</c:v>
                </c:pt>
                <c:pt idx="2432">
                  <c:v>37747</c:v>
                </c:pt>
                <c:pt idx="2433">
                  <c:v>37748</c:v>
                </c:pt>
                <c:pt idx="2434">
                  <c:v>37749</c:v>
                </c:pt>
                <c:pt idx="2435">
                  <c:v>37750</c:v>
                </c:pt>
                <c:pt idx="2436">
                  <c:v>37753</c:v>
                </c:pt>
                <c:pt idx="2437">
                  <c:v>37754</c:v>
                </c:pt>
                <c:pt idx="2438">
                  <c:v>37755</c:v>
                </c:pt>
                <c:pt idx="2439">
                  <c:v>37756</c:v>
                </c:pt>
                <c:pt idx="2440">
                  <c:v>37757</c:v>
                </c:pt>
                <c:pt idx="2441">
                  <c:v>37760</c:v>
                </c:pt>
                <c:pt idx="2442">
                  <c:v>37761</c:v>
                </c:pt>
                <c:pt idx="2443">
                  <c:v>37762</c:v>
                </c:pt>
                <c:pt idx="2444">
                  <c:v>37763</c:v>
                </c:pt>
                <c:pt idx="2445">
                  <c:v>37764</c:v>
                </c:pt>
                <c:pt idx="2446">
                  <c:v>37768</c:v>
                </c:pt>
                <c:pt idx="2447">
                  <c:v>37769</c:v>
                </c:pt>
                <c:pt idx="2448">
                  <c:v>37770</c:v>
                </c:pt>
                <c:pt idx="2449">
                  <c:v>37771</c:v>
                </c:pt>
                <c:pt idx="2450">
                  <c:v>37774</c:v>
                </c:pt>
                <c:pt idx="2451">
                  <c:v>37775</c:v>
                </c:pt>
                <c:pt idx="2452">
                  <c:v>37776</c:v>
                </c:pt>
                <c:pt idx="2453">
                  <c:v>37777</c:v>
                </c:pt>
                <c:pt idx="2454">
                  <c:v>37778</c:v>
                </c:pt>
                <c:pt idx="2455">
                  <c:v>37781</c:v>
                </c:pt>
                <c:pt idx="2456">
                  <c:v>37782</c:v>
                </c:pt>
                <c:pt idx="2457">
                  <c:v>37783</c:v>
                </c:pt>
                <c:pt idx="2458">
                  <c:v>37784</c:v>
                </c:pt>
                <c:pt idx="2459">
                  <c:v>37785</c:v>
                </c:pt>
                <c:pt idx="2460">
                  <c:v>37788</c:v>
                </c:pt>
                <c:pt idx="2461">
                  <c:v>37789</c:v>
                </c:pt>
                <c:pt idx="2462">
                  <c:v>37790</c:v>
                </c:pt>
                <c:pt idx="2463">
                  <c:v>37791</c:v>
                </c:pt>
                <c:pt idx="2464">
                  <c:v>37792</c:v>
                </c:pt>
                <c:pt idx="2465">
                  <c:v>37795</c:v>
                </c:pt>
                <c:pt idx="2466">
                  <c:v>37796</c:v>
                </c:pt>
                <c:pt idx="2467">
                  <c:v>37797</c:v>
                </c:pt>
                <c:pt idx="2468">
                  <c:v>37798</c:v>
                </c:pt>
                <c:pt idx="2469">
                  <c:v>37799</c:v>
                </c:pt>
                <c:pt idx="2470">
                  <c:v>37802</c:v>
                </c:pt>
                <c:pt idx="2471">
                  <c:v>37803</c:v>
                </c:pt>
                <c:pt idx="2472">
                  <c:v>37804</c:v>
                </c:pt>
                <c:pt idx="2473">
                  <c:v>37805</c:v>
                </c:pt>
                <c:pt idx="2474">
                  <c:v>37806</c:v>
                </c:pt>
                <c:pt idx="2475">
                  <c:v>37809</c:v>
                </c:pt>
                <c:pt idx="2476">
                  <c:v>37810</c:v>
                </c:pt>
                <c:pt idx="2477">
                  <c:v>37811</c:v>
                </c:pt>
                <c:pt idx="2478">
                  <c:v>37812</c:v>
                </c:pt>
                <c:pt idx="2479">
                  <c:v>37813</c:v>
                </c:pt>
                <c:pt idx="2480">
                  <c:v>37816</c:v>
                </c:pt>
                <c:pt idx="2481">
                  <c:v>37817</c:v>
                </c:pt>
                <c:pt idx="2482">
                  <c:v>37818</c:v>
                </c:pt>
                <c:pt idx="2483">
                  <c:v>37819</c:v>
                </c:pt>
                <c:pt idx="2484">
                  <c:v>37820</c:v>
                </c:pt>
                <c:pt idx="2485">
                  <c:v>37823</c:v>
                </c:pt>
                <c:pt idx="2486">
                  <c:v>37824</c:v>
                </c:pt>
                <c:pt idx="2487">
                  <c:v>37825</c:v>
                </c:pt>
                <c:pt idx="2488">
                  <c:v>37826</c:v>
                </c:pt>
                <c:pt idx="2489">
                  <c:v>37827</c:v>
                </c:pt>
                <c:pt idx="2490">
                  <c:v>37830</c:v>
                </c:pt>
                <c:pt idx="2491">
                  <c:v>37831</c:v>
                </c:pt>
                <c:pt idx="2492">
                  <c:v>37832</c:v>
                </c:pt>
                <c:pt idx="2493">
                  <c:v>37833</c:v>
                </c:pt>
                <c:pt idx="2494">
                  <c:v>37834</c:v>
                </c:pt>
                <c:pt idx="2495">
                  <c:v>37837</c:v>
                </c:pt>
                <c:pt idx="2496">
                  <c:v>37838</c:v>
                </c:pt>
                <c:pt idx="2497">
                  <c:v>37839</c:v>
                </c:pt>
                <c:pt idx="2498">
                  <c:v>37840</c:v>
                </c:pt>
                <c:pt idx="2499">
                  <c:v>37841</c:v>
                </c:pt>
                <c:pt idx="2500">
                  <c:v>37844</c:v>
                </c:pt>
                <c:pt idx="2501">
                  <c:v>37845</c:v>
                </c:pt>
                <c:pt idx="2502">
                  <c:v>37846</c:v>
                </c:pt>
                <c:pt idx="2503">
                  <c:v>37847</c:v>
                </c:pt>
                <c:pt idx="2504">
                  <c:v>37848</c:v>
                </c:pt>
                <c:pt idx="2505">
                  <c:v>37851</c:v>
                </c:pt>
                <c:pt idx="2506">
                  <c:v>37852</c:v>
                </c:pt>
                <c:pt idx="2507">
                  <c:v>37853</c:v>
                </c:pt>
                <c:pt idx="2508">
                  <c:v>37854</c:v>
                </c:pt>
                <c:pt idx="2509">
                  <c:v>37855</c:v>
                </c:pt>
                <c:pt idx="2510">
                  <c:v>37858</c:v>
                </c:pt>
                <c:pt idx="2511">
                  <c:v>37859</c:v>
                </c:pt>
                <c:pt idx="2512">
                  <c:v>37860</c:v>
                </c:pt>
                <c:pt idx="2513">
                  <c:v>37861</c:v>
                </c:pt>
                <c:pt idx="2514">
                  <c:v>37862</c:v>
                </c:pt>
                <c:pt idx="2515">
                  <c:v>37865</c:v>
                </c:pt>
                <c:pt idx="2516">
                  <c:v>37866</c:v>
                </c:pt>
                <c:pt idx="2517">
                  <c:v>37867</c:v>
                </c:pt>
                <c:pt idx="2518">
                  <c:v>37868</c:v>
                </c:pt>
                <c:pt idx="2519">
                  <c:v>37869</c:v>
                </c:pt>
                <c:pt idx="2520">
                  <c:v>37872</c:v>
                </c:pt>
                <c:pt idx="2521">
                  <c:v>37873</c:v>
                </c:pt>
                <c:pt idx="2522">
                  <c:v>37874</c:v>
                </c:pt>
                <c:pt idx="2523">
                  <c:v>37875</c:v>
                </c:pt>
                <c:pt idx="2524">
                  <c:v>37876</c:v>
                </c:pt>
                <c:pt idx="2525">
                  <c:v>37879</c:v>
                </c:pt>
                <c:pt idx="2526">
                  <c:v>37880</c:v>
                </c:pt>
                <c:pt idx="2527">
                  <c:v>37881</c:v>
                </c:pt>
                <c:pt idx="2528">
                  <c:v>37882</c:v>
                </c:pt>
                <c:pt idx="2529">
                  <c:v>37883</c:v>
                </c:pt>
                <c:pt idx="2530">
                  <c:v>37886</c:v>
                </c:pt>
                <c:pt idx="2531">
                  <c:v>37887</c:v>
                </c:pt>
                <c:pt idx="2532">
                  <c:v>37888</c:v>
                </c:pt>
                <c:pt idx="2533">
                  <c:v>37889</c:v>
                </c:pt>
                <c:pt idx="2534">
                  <c:v>37890</c:v>
                </c:pt>
                <c:pt idx="2535">
                  <c:v>37893</c:v>
                </c:pt>
                <c:pt idx="2536">
                  <c:v>37894</c:v>
                </c:pt>
                <c:pt idx="2537">
                  <c:v>37895</c:v>
                </c:pt>
                <c:pt idx="2538">
                  <c:v>37896</c:v>
                </c:pt>
                <c:pt idx="2539">
                  <c:v>37897</c:v>
                </c:pt>
                <c:pt idx="2540">
                  <c:v>37900</c:v>
                </c:pt>
                <c:pt idx="2541">
                  <c:v>37901</c:v>
                </c:pt>
                <c:pt idx="2542">
                  <c:v>37902</c:v>
                </c:pt>
                <c:pt idx="2543">
                  <c:v>37903</c:v>
                </c:pt>
                <c:pt idx="2544">
                  <c:v>37904</c:v>
                </c:pt>
                <c:pt idx="2545">
                  <c:v>37907</c:v>
                </c:pt>
                <c:pt idx="2546">
                  <c:v>37908</c:v>
                </c:pt>
                <c:pt idx="2547">
                  <c:v>37909</c:v>
                </c:pt>
                <c:pt idx="2548">
                  <c:v>37910</c:v>
                </c:pt>
                <c:pt idx="2549">
                  <c:v>37911</c:v>
                </c:pt>
                <c:pt idx="2550">
                  <c:v>37914</c:v>
                </c:pt>
                <c:pt idx="2551">
                  <c:v>37915</c:v>
                </c:pt>
                <c:pt idx="2552">
                  <c:v>37916</c:v>
                </c:pt>
                <c:pt idx="2553">
                  <c:v>37917</c:v>
                </c:pt>
                <c:pt idx="2554">
                  <c:v>37918</c:v>
                </c:pt>
                <c:pt idx="2555">
                  <c:v>37921</c:v>
                </c:pt>
                <c:pt idx="2556">
                  <c:v>37922</c:v>
                </c:pt>
                <c:pt idx="2557">
                  <c:v>37923</c:v>
                </c:pt>
                <c:pt idx="2558">
                  <c:v>37924</c:v>
                </c:pt>
                <c:pt idx="2559">
                  <c:v>37925</c:v>
                </c:pt>
                <c:pt idx="2560">
                  <c:v>37928</c:v>
                </c:pt>
                <c:pt idx="2561">
                  <c:v>37929</c:v>
                </c:pt>
                <c:pt idx="2562">
                  <c:v>37930</c:v>
                </c:pt>
                <c:pt idx="2563">
                  <c:v>37931</c:v>
                </c:pt>
                <c:pt idx="2564">
                  <c:v>37932</c:v>
                </c:pt>
                <c:pt idx="2565">
                  <c:v>37935</c:v>
                </c:pt>
                <c:pt idx="2566">
                  <c:v>37936</c:v>
                </c:pt>
                <c:pt idx="2567">
                  <c:v>37937</c:v>
                </c:pt>
                <c:pt idx="2568">
                  <c:v>37938</c:v>
                </c:pt>
                <c:pt idx="2569">
                  <c:v>37939</c:v>
                </c:pt>
                <c:pt idx="2570">
                  <c:v>37942</c:v>
                </c:pt>
                <c:pt idx="2571">
                  <c:v>37943</c:v>
                </c:pt>
                <c:pt idx="2572">
                  <c:v>37944</c:v>
                </c:pt>
                <c:pt idx="2573">
                  <c:v>37945</c:v>
                </c:pt>
                <c:pt idx="2574">
                  <c:v>37946</c:v>
                </c:pt>
                <c:pt idx="2575">
                  <c:v>37949</c:v>
                </c:pt>
                <c:pt idx="2576">
                  <c:v>37950</c:v>
                </c:pt>
                <c:pt idx="2577">
                  <c:v>37951</c:v>
                </c:pt>
                <c:pt idx="2578">
                  <c:v>37952</c:v>
                </c:pt>
                <c:pt idx="2579">
                  <c:v>37953</c:v>
                </c:pt>
                <c:pt idx="2580">
                  <c:v>37956</c:v>
                </c:pt>
                <c:pt idx="2581">
                  <c:v>37957</c:v>
                </c:pt>
                <c:pt idx="2582">
                  <c:v>37958</c:v>
                </c:pt>
                <c:pt idx="2583">
                  <c:v>37959</c:v>
                </c:pt>
                <c:pt idx="2584">
                  <c:v>37960</c:v>
                </c:pt>
                <c:pt idx="2585">
                  <c:v>37963</c:v>
                </c:pt>
                <c:pt idx="2586">
                  <c:v>37964</c:v>
                </c:pt>
                <c:pt idx="2587">
                  <c:v>37965</c:v>
                </c:pt>
                <c:pt idx="2588">
                  <c:v>37966</c:v>
                </c:pt>
                <c:pt idx="2589">
                  <c:v>37967</c:v>
                </c:pt>
                <c:pt idx="2590">
                  <c:v>37970</c:v>
                </c:pt>
                <c:pt idx="2591">
                  <c:v>37971</c:v>
                </c:pt>
                <c:pt idx="2592">
                  <c:v>37972</c:v>
                </c:pt>
                <c:pt idx="2593">
                  <c:v>37973</c:v>
                </c:pt>
                <c:pt idx="2594">
                  <c:v>37974</c:v>
                </c:pt>
                <c:pt idx="2595">
                  <c:v>37977</c:v>
                </c:pt>
                <c:pt idx="2596">
                  <c:v>37978</c:v>
                </c:pt>
                <c:pt idx="2597">
                  <c:v>37979</c:v>
                </c:pt>
                <c:pt idx="2598">
                  <c:v>37981</c:v>
                </c:pt>
                <c:pt idx="2599">
                  <c:v>37984</c:v>
                </c:pt>
                <c:pt idx="2600">
                  <c:v>37985</c:v>
                </c:pt>
                <c:pt idx="2601">
                  <c:v>37986</c:v>
                </c:pt>
                <c:pt idx="2602">
                  <c:v>37988</c:v>
                </c:pt>
                <c:pt idx="2603">
                  <c:v>37991</c:v>
                </c:pt>
                <c:pt idx="2604">
                  <c:v>37992</c:v>
                </c:pt>
                <c:pt idx="2605">
                  <c:v>37993</c:v>
                </c:pt>
                <c:pt idx="2606">
                  <c:v>37994</c:v>
                </c:pt>
                <c:pt idx="2607">
                  <c:v>37995</c:v>
                </c:pt>
                <c:pt idx="2608">
                  <c:v>37998</c:v>
                </c:pt>
                <c:pt idx="2609">
                  <c:v>37999</c:v>
                </c:pt>
                <c:pt idx="2610">
                  <c:v>38000</c:v>
                </c:pt>
                <c:pt idx="2611">
                  <c:v>38001</c:v>
                </c:pt>
                <c:pt idx="2612">
                  <c:v>38002</c:v>
                </c:pt>
                <c:pt idx="2613">
                  <c:v>38005</c:v>
                </c:pt>
                <c:pt idx="2614">
                  <c:v>38006</c:v>
                </c:pt>
                <c:pt idx="2615">
                  <c:v>38007</c:v>
                </c:pt>
                <c:pt idx="2616">
                  <c:v>38008</c:v>
                </c:pt>
                <c:pt idx="2617">
                  <c:v>38009</c:v>
                </c:pt>
                <c:pt idx="2618">
                  <c:v>38012</c:v>
                </c:pt>
                <c:pt idx="2619">
                  <c:v>38013</c:v>
                </c:pt>
                <c:pt idx="2620">
                  <c:v>38014</c:v>
                </c:pt>
                <c:pt idx="2621">
                  <c:v>38015</c:v>
                </c:pt>
                <c:pt idx="2622">
                  <c:v>38016</c:v>
                </c:pt>
                <c:pt idx="2623">
                  <c:v>38019</c:v>
                </c:pt>
                <c:pt idx="2624">
                  <c:v>38020</c:v>
                </c:pt>
                <c:pt idx="2625">
                  <c:v>38021</c:v>
                </c:pt>
                <c:pt idx="2626">
                  <c:v>38022</c:v>
                </c:pt>
                <c:pt idx="2627">
                  <c:v>38023</c:v>
                </c:pt>
                <c:pt idx="2628">
                  <c:v>38026</c:v>
                </c:pt>
                <c:pt idx="2629">
                  <c:v>38027</c:v>
                </c:pt>
                <c:pt idx="2630">
                  <c:v>38028</c:v>
                </c:pt>
                <c:pt idx="2631">
                  <c:v>38029</c:v>
                </c:pt>
                <c:pt idx="2632">
                  <c:v>38030</c:v>
                </c:pt>
                <c:pt idx="2633">
                  <c:v>38033</c:v>
                </c:pt>
                <c:pt idx="2634">
                  <c:v>38034</c:v>
                </c:pt>
                <c:pt idx="2635">
                  <c:v>38035</c:v>
                </c:pt>
                <c:pt idx="2636">
                  <c:v>38036</c:v>
                </c:pt>
                <c:pt idx="2637">
                  <c:v>38037</c:v>
                </c:pt>
                <c:pt idx="2638">
                  <c:v>38040</c:v>
                </c:pt>
                <c:pt idx="2639">
                  <c:v>38041</c:v>
                </c:pt>
                <c:pt idx="2640">
                  <c:v>38042</c:v>
                </c:pt>
                <c:pt idx="2641">
                  <c:v>38043</c:v>
                </c:pt>
                <c:pt idx="2642">
                  <c:v>38044</c:v>
                </c:pt>
                <c:pt idx="2643">
                  <c:v>38047</c:v>
                </c:pt>
                <c:pt idx="2644">
                  <c:v>38048</c:v>
                </c:pt>
                <c:pt idx="2645">
                  <c:v>38049</c:v>
                </c:pt>
                <c:pt idx="2646">
                  <c:v>38050</c:v>
                </c:pt>
                <c:pt idx="2647">
                  <c:v>38051</c:v>
                </c:pt>
                <c:pt idx="2648">
                  <c:v>38054</c:v>
                </c:pt>
                <c:pt idx="2649">
                  <c:v>38055</c:v>
                </c:pt>
                <c:pt idx="2650">
                  <c:v>38056</c:v>
                </c:pt>
                <c:pt idx="2651">
                  <c:v>38057</c:v>
                </c:pt>
                <c:pt idx="2652">
                  <c:v>38058</c:v>
                </c:pt>
                <c:pt idx="2653">
                  <c:v>38061</c:v>
                </c:pt>
                <c:pt idx="2654">
                  <c:v>38062</c:v>
                </c:pt>
                <c:pt idx="2655">
                  <c:v>38063</c:v>
                </c:pt>
                <c:pt idx="2656">
                  <c:v>38064</c:v>
                </c:pt>
                <c:pt idx="2657">
                  <c:v>38065</c:v>
                </c:pt>
                <c:pt idx="2658">
                  <c:v>38068</c:v>
                </c:pt>
                <c:pt idx="2659">
                  <c:v>38069</c:v>
                </c:pt>
                <c:pt idx="2660">
                  <c:v>38070</c:v>
                </c:pt>
                <c:pt idx="2661">
                  <c:v>38071</c:v>
                </c:pt>
                <c:pt idx="2662">
                  <c:v>38072</c:v>
                </c:pt>
                <c:pt idx="2663">
                  <c:v>38075</c:v>
                </c:pt>
                <c:pt idx="2664">
                  <c:v>38076</c:v>
                </c:pt>
                <c:pt idx="2665">
                  <c:v>38077</c:v>
                </c:pt>
                <c:pt idx="2666">
                  <c:v>38078</c:v>
                </c:pt>
                <c:pt idx="2667">
                  <c:v>38079</c:v>
                </c:pt>
                <c:pt idx="2668">
                  <c:v>38082</c:v>
                </c:pt>
                <c:pt idx="2669">
                  <c:v>38083</c:v>
                </c:pt>
                <c:pt idx="2670">
                  <c:v>38084</c:v>
                </c:pt>
                <c:pt idx="2671">
                  <c:v>38085</c:v>
                </c:pt>
                <c:pt idx="2672">
                  <c:v>38086</c:v>
                </c:pt>
                <c:pt idx="2673">
                  <c:v>38089</c:v>
                </c:pt>
                <c:pt idx="2674">
                  <c:v>38090</c:v>
                </c:pt>
                <c:pt idx="2675">
                  <c:v>38091</c:v>
                </c:pt>
                <c:pt idx="2676">
                  <c:v>38092</c:v>
                </c:pt>
                <c:pt idx="2677">
                  <c:v>38093</c:v>
                </c:pt>
                <c:pt idx="2678">
                  <c:v>38096</c:v>
                </c:pt>
                <c:pt idx="2679">
                  <c:v>38097</c:v>
                </c:pt>
                <c:pt idx="2680">
                  <c:v>38098</c:v>
                </c:pt>
                <c:pt idx="2681">
                  <c:v>38099</c:v>
                </c:pt>
                <c:pt idx="2682">
                  <c:v>38100</c:v>
                </c:pt>
                <c:pt idx="2683">
                  <c:v>38103</c:v>
                </c:pt>
                <c:pt idx="2684">
                  <c:v>38104</c:v>
                </c:pt>
                <c:pt idx="2685">
                  <c:v>38105</c:v>
                </c:pt>
                <c:pt idx="2686">
                  <c:v>38106</c:v>
                </c:pt>
                <c:pt idx="2687">
                  <c:v>38107</c:v>
                </c:pt>
                <c:pt idx="2688">
                  <c:v>38110</c:v>
                </c:pt>
                <c:pt idx="2689">
                  <c:v>38111</c:v>
                </c:pt>
                <c:pt idx="2690">
                  <c:v>38112</c:v>
                </c:pt>
                <c:pt idx="2691">
                  <c:v>38113</c:v>
                </c:pt>
                <c:pt idx="2692">
                  <c:v>38114</c:v>
                </c:pt>
                <c:pt idx="2693">
                  <c:v>38117</c:v>
                </c:pt>
                <c:pt idx="2694">
                  <c:v>38118</c:v>
                </c:pt>
                <c:pt idx="2695">
                  <c:v>38119</c:v>
                </c:pt>
                <c:pt idx="2696">
                  <c:v>38120</c:v>
                </c:pt>
                <c:pt idx="2697">
                  <c:v>38121</c:v>
                </c:pt>
                <c:pt idx="2698">
                  <c:v>38124</c:v>
                </c:pt>
                <c:pt idx="2699">
                  <c:v>38125</c:v>
                </c:pt>
                <c:pt idx="2700">
                  <c:v>38126</c:v>
                </c:pt>
                <c:pt idx="2701">
                  <c:v>38127</c:v>
                </c:pt>
                <c:pt idx="2702">
                  <c:v>38128</c:v>
                </c:pt>
                <c:pt idx="2703">
                  <c:v>38131</c:v>
                </c:pt>
                <c:pt idx="2704">
                  <c:v>38132</c:v>
                </c:pt>
                <c:pt idx="2705">
                  <c:v>38133</c:v>
                </c:pt>
                <c:pt idx="2706">
                  <c:v>38134</c:v>
                </c:pt>
                <c:pt idx="2707">
                  <c:v>38135</c:v>
                </c:pt>
                <c:pt idx="2708">
                  <c:v>38138</c:v>
                </c:pt>
                <c:pt idx="2709">
                  <c:v>38139</c:v>
                </c:pt>
                <c:pt idx="2710">
                  <c:v>38140</c:v>
                </c:pt>
                <c:pt idx="2711">
                  <c:v>38141</c:v>
                </c:pt>
                <c:pt idx="2712">
                  <c:v>38142</c:v>
                </c:pt>
                <c:pt idx="2713">
                  <c:v>38145</c:v>
                </c:pt>
                <c:pt idx="2714">
                  <c:v>38146</c:v>
                </c:pt>
                <c:pt idx="2715">
                  <c:v>38147</c:v>
                </c:pt>
                <c:pt idx="2716">
                  <c:v>38148</c:v>
                </c:pt>
                <c:pt idx="2717">
                  <c:v>38149</c:v>
                </c:pt>
                <c:pt idx="2718">
                  <c:v>38152</c:v>
                </c:pt>
                <c:pt idx="2719">
                  <c:v>38153</c:v>
                </c:pt>
                <c:pt idx="2720">
                  <c:v>38154</c:v>
                </c:pt>
                <c:pt idx="2721">
                  <c:v>38155</c:v>
                </c:pt>
                <c:pt idx="2722">
                  <c:v>38156</c:v>
                </c:pt>
                <c:pt idx="2723">
                  <c:v>38159</c:v>
                </c:pt>
                <c:pt idx="2724">
                  <c:v>38160</c:v>
                </c:pt>
                <c:pt idx="2725">
                  <c:v>38161</c:v>
                </c:pt>
                <c:pt idx="2726">
                  <c:v>38162</c:v>
                </c:pt>
                <c:pt idx="2727">
                  <c:v>38163</c:v>
                </c:pt>
                <c:pt idx="2728">
                  <c:v>38166</c:v>
                </c:pt>
                <c:pt idx="2729">
                  <c:v>38167</c:v>
                </c:pt>
                <c:pt idx="2730">
                  <c:v>38168</c:v>
                </c:pt>
                <c:pt idx="2731">
                  <c:v>38169</c:v>
                </c:pt>
                <c:pt idx="2732">
                  <c:v>38170</c:v>
                </c:pt>
                <c:pt idx="2733">
                  <c:v>38173</c:v>
                </c:pt>
                <c:pt idx="2734">
                  <c:v>38174</c:v>
                </c:pt>
                <c:pt idx="2735">
                  <c:v>38175</c:v>
                </c:pt>
                <c:pt idx="2736">
                  <c:v>38176</c:v>
                </c:pt>
                <c:pt idx="2737">
                  <c:v>38177</c:v>
                </c:pt>
                <c:pt idx="2738">
                  <c:v>38180</c:v>
                </c:pt>
                <c:pt idx="2739">
                  <c:v>38181</c:v>
                </c:pt>
                <c:pt idx="2740">
                  <c:v>38182</c:v>
                </c:pt>
                <c:pt idx="2741">
                  <c:v>38183</c:v>
                </c:pt>
                <c:pt idx="2742">
                  <c:v>38184</c:v>
                </c:pt>
                <c:pt idx="2743">
                  <c:v>38187</c:v>
                </c:pt>
                <c:pt idx="2744">
                  <c:v>38188</c:v>
                </c:pt>
                <c:pt idx="2745">
                  <c:v>38189</c:v>
                </c:pt>
                <c:pt idx="2746">
                  <c:v>38190</c:v>
                </c:pt>
                <c:pt idx="2747">
                  <c:v>38191</c:v>
                </c:pt>
                <c:pt idx="2748">
                  <c:v>38194</c:v>
                </c:pt>
                <c:pt idx="2749">
                  <c:v>38195</c:v>
                </c:pt>
                <c:pt idx="2750">
                  <c:v>38196</c:v>
                </c:pt>
                <c:pt idx="2751">
                  <c:v>38197</c:v>
                </c:pt>
                <c:pt idx="2752">
                  <c:v>38198</c:v>
                </c:pt>
                <c:pt idx="2753">
                  <c:v>38201</c:v>
                </c:pt>
                <c:pt idx="2754">
                  <c:v>38202</c:v>
                </c:pt>
                <c:pt idx="2755">
                  <c:v>38203</c:v>
                </c:pt>
                <c:pt idx="2756">
                  <c:v>38204</c:v>
                </c:pt>
                <c:pt idx="2757">
                  <c:v>38205</c:v>
                </c:pt>
                <c:pt idx="2758">
                  <c:v>38208</c:v>
                </c:pt>
                <c:pt idx="2759">
                  <c:v>38209</c:v>
                </c:pt>
                <c:pt idx="2760">
                  <c:v>38210</c:v>
                </c:pt>
                <c:pt idx="2761">
                  <c:v>38211</c:v>
                </c:pt>
                <c:pt idx="2762">
                  <c:v>38212</c:v>
                </c:pt>
                <c:pt idx="2763">
                  <c:v>38215</c:v>
                </c:pt>
                <c:pt idx="2764">
                  <c:v>38216</c:v>
                </c:pt>
                <c:pt idx="2765">
                  <c:v>38217</c:v>
                </c:pt>
                <c:pt idx="2766">
                  <c:v>38218</c:v>
                </c:pt>
                <c:pt idx="2767">
                  <c:v>38219</c:v>
                </c:pt>
                <c:pt idx="2768">
                  <c:v>38222</c:v>
                </c:pt>
                <c:pt idx="2769">
                  <c:v>38223</c:v>
                </c:pt>
                <c:pt idx="2770">
                  <c:v>38224</c:v>
                </c:pt>
                <c:pt idx="2771">
                  <c:v>38225</c:v>
                </c:pt>
                <c:pt idx="2772">
                  <c:v>38226</c:v>
                </c:pt>
                <c:pt idx="2773">
                  <c:v>38229</c:v>
                </c:pt>
                <c:pt idx="2774">
                  <c:v>38230</c:v>
                </c:pt>
                <c:pt idx="2775">
                  <c:v>38231</c:v>
                </c:pt>
                <c:pt idx="2776">
                  <c:v>38232</c:v>
                </c:pt>
                <c:pt idx="2777">
                  <c:v>38233</c:v>
                </c:pt>
                <c:pt idx="2778">
                  <c:v>38236</c:v>
                </c:pt>
                <c:pt idx="2779">
                  <c:v>38237</c:v>
                </c:pt>
                <c:pt idx="2780">
                  <c:v>38238</c:v>
                </c:pt>
                <c:pt idx="2781">
                  <c:v>38239</c:v>
                </c:pt>
                <c:pt idx="2782">
                  <c:v>38240</c:v>
                </c:pt>
                <c:pt idx="2783">
                  <c:v>38243</c:v>
                </c:pt>
                <c:pt idx="2784">
                  <c:v>38244</c:v>
                </c:pt>
                <c:pt idx="2785">
                  <c:v>38245</c:v>
                </c:pt>
                <c:pt idx="2786">
                  <c:v>38246</c:v>
                </c:pt>
                <c:pt idx="2787">
                  <c:v>38247</c:v>
                </c:pt>
                <c:pt idx="2788">
                  <c:v>38250</c:v>
                </c:pt>
                <c:pt idx="2789">
                  <c:v>38251</c:v>
                </c:pt>
                <c:pt idx="2790">
                  <c:v>38252</c:v>
                </c:pt>
                <c:pt idx="2791">
                  <c:v>38253</c:v>
                </c:pt>
                <c:pt idx="2792">
                  <c:v>38254</c:v>
                </c:pt>
                <c:pt idx="2793">
                  <c:v>38257</c:v>
                </c:pt>
                <c:pt idx="2794">
                  <c:v>38258</c:v>
                </c:pt>
                <c:pt idx="2795">
                  <c:v>38259</c:v>
                </c:pt>
                <c:pt idx="2796">
                  <c:v>38260</c:v>
                </c:pt>
                <c:pt idx="2797">
                  <c:v>38261</c:v>
                </c:pt>
                <c:pt idx="2798">
                  <c:v>38264</c:v>
                </c:pt>
                <c:pt idx="2799">
                  <c:v>38265</c:v>
                </c:pt>
                <c:pt idx="2800">
                  <c:v>38266</c:v>
                </c:pt>
                <c:pt idx="2801">
                  <c:v>38267</c:v>
                </c:pt>
                <c:pt idx="2802">
                  <c:v>38268</c:v>
                </c:pt>
                <c:pt idx="2803">
                  <c:v>38271</c:v>
                </c:pt>
                <c:pt idx="2804">
                  <c:v>38272</c:v>
                </c:pt>
                <c:pt idx="2805">
                  <c:v>38273</c:v>
                </c:pt>
                <c:pt idx="2806">
                  <c:v>38274</c:v>
                </c:pt>
                <c:pt idx="2807">
                  <c:v>38275</c:v>
                </c:pt>
                <c:pt idx="2808">
                  <c:v>38278</c:v>
                </c:pt>
                <c:pt idx="2809">
                  <c:v>38279</c:v>
                </c:pt>
                <c:pt idx="2810">
                  <c:v>38280</c:v>
                </c:pt>
                <c:pt idx="2811">
                  <c:v>38281</c:v>
                </c:pt>
                <c:pt idx="2812">
                  <c:v>38282</c:v>
                </c:pt>
                <c:pt idx="2813">
                  <c:v>38285</c:v>
                </c:pt>
                <c:pt idx="2814">
                  <c:v>38286</c:v>
                </c:pt>
                <c:pt idx="2815">
                  <c:v>38287</c:v>
                </c:pt>
                <c:pt idx="2816">
                  <c:v>38288</c:v>
                </c:pt>
                <c:pt idx="2817">
                  <c:v>38289</c:v>
                </c:pt>
                <c:pt idx="2818">
                  <c:v>38292</c:v>
                </c:pt>
                <c:pt idx="2819">
                  <c:v>38293</c:v>
                </c:pt>
                <c:pt idx="2820">
                  <c:v>38294</c:v>
                </c:pt>
                <c:pt idx="2821">
                  <c:v>38295</c:v>
                </c:pt>
                <c:pt idx="2822">
                  <c:v>38296</c:v>
                </c:pt>
                <c:pt idx="2823">
                  <c:v>38299</c:v>
                </c:pt>
                <c:pt idx="2824">
                  <c:v>38300</c:v>
                </c:pt>
                <c:pt idx="2825">
                  <c:v>38301</c:v>
                </c:pt>
                <c:pt idx="2826">
                  <c:v>38302</c:v>
                </c:pt>
                <c:pt idx="2827">
                  <c:v>38303</c:v>
                </c:pt>
                <c:pt idx="2828">
                  <c:v>38306</c:v>
                </c:pt>
                <c:pt idx="2829">
                  <c:v>38307</c:v>
                </c:pt>
                <c:pt idx="2830">
                  <c:v>38308</c:v>
                </c:pt>
                <c:pt idx="2831">
                  <c:v>38309</c:v>
                </c:pt>
                <c:pt idx="2832">
                  <c:v>38310</c:v>
                </c:pt>
                <c:pt idx="2833">
                  <c:v>38313</c:v>
                </c:pt>
                <c:pt idx="2834">
                  <c:v>38314</c:v>
                </c:pt>
                <c:pt idx="2835">
                  <c:v>38315</c:v>
                </c:pt>
                <c:pt idx="2836">
                  <c:v>38316</c:v>
                </c:pt>
                <c:pt idx="2837">
                  <c:v>38317</c:v>
                </c:pt>
                <c:pt idx="2838">
                  <c:v>38320</c:v>
                </c:pt>
                <c:pt idx="2839">
                  <c:v>38321</c:v>
                </c:pt>
                <c:pt idx="2840">
                  <c:v>38322</c:v>
                </c:pt>
                <c:pt idx="2841">
                  <c:v>38323</c:v>
                </c:pt>
                <c:pt idx="2842">
                  <c:v>38324</c:v>
                </c:pt>
                <c:pt idx="2843">
                  <c:v>38327</c:v>
                </c:pt>
                <c:pt idx="2844">
                  <c:v>38328</c:v>
                </c:pt>
                <c:pt idx="2845">
                  <c:v>38329</c:v>
                </c:pt>
                <c:pt idx="2846">
                  <c:v>38330</c:v>
                </c:pt>
                <c:pt idx="2847">
                  <c:v>38331</c:v>
                </c:pt>
                <c:pt idx="2848">
                  <c:v>38334</c:v>
                </c:pt>
                <c:pt idx="2849">
                  <c:v>38335</c:v>
                </c:pt>
                <c:pt idx="2850">
                  <c:v>38336</c:v>
                </c:pt>
                <c:pt idx="2851">
                  <c:v>38337</c:v>
                </c:pt>
                <c:pt idx="2852">
                  <c:v>38338</c:v>
                </c:pt>
                <c:pt idx="2853">
                  <c:v>38341</c:v>
                </c:pt>
                <c:pt idx="2854">
                  <c:v>38342</c:v>
                </c:pt>
                <c:pt idx="2855">
                  <c:v>38343</c:v>
                </c:pt>
                <c:pt idx="2856">
                  <c:v>38344</c:v>
                </c:pt>
                <c:pt idx="2857">
                  <c:v>38345</c:v>
                </c:pt>
                <c:pt idx="2858">
                  <c:v>38348</c:v>
                </c:pt>
                <c:pt idx="2859">
                  <c:v>38349</c:v>
                </c:pt>
                <c:pt idx="2860">
                  <c:v>38350</c:v>
                </c:pt>
                <c:pt idx="2861">
                  <c:v>38351</c:v>
                </c:pt>
                <c:pt idx="2862">
                  <c:v>38352</c:v>
                </c:pt>
                <c:pt idx="2863">
                  <c:v>38355</c:v>
                </c:pt>
                <c:pt idx="2864">
                  <c:v>38356</c:v>
                </c:pt>
                <c:pt idx="2865">
                  <c:v>38357</c:v>
                </c:pt>
                <c:pt idx="2866">
                  <c:v>38358</c:v>
                </c:pt>
                <c:pt idx="2867">
                  <c:v>38359</c:v>
                </c:pt>
                <c:pt idx="2868">
                  <c:v>38362</c:v>
                </c:pt>
                <c:pt idx="2869">
                  <c:v>38363</c:v>
                </c:pt>
                <c:pt idx="2870">
                  <c:v>38364</c:v>
                </c:pt>
                <c:pt idx="2871">
                  <c:v>38365</c:v>
                </c:pt>
                <c:pt idx="2872">
                  <c:v>38366</c:v>
                </c:pt>
                <c:pt idx="2873">
                  <c:v>38369</c:v>
                </c:pt>
                <c:pt idx="2874">
                  <c:v>38370</c:v>
                </c:pt>
                <c:pt idx="2875">
                  <c:v>38371</c:v>
                </c:pt>
                <c:pt idx="2876">
                  <c:v>38372</c:v>
                </c:pt>
                <c:pt idx="2877">
                  <c:v>38373</c:v>
                </c:pt>
                <c:pt idx="2878">
                  <c:v>38376</c:v>
                </c:pt>
                <c:pt idx="2879">
                  <c:v>38377</c:v>
                </c:pt>
                <c:pt idx="2880">
                  <c:v>38378</c:v>
                </c:pt>
                <c:pt idx="2881">
                  <c:v>38379</c:v>
                </c:pt>
                <c:pt idx="2882">
                  <c:v>38380</c:v>
                </c:pt>
                <c:pt idx="2883">
                  <c:v>38383</c:v>
                </c:pt>
                <c:pt idx="2884">
                  <c:v>38384</c:v>
                </c:pt>
                <c:pt idx="2885">
                  <c:v>38385</c:v>
                </c:pt>
                <c:pt idx="2886">
                  <c:v>38386</c:v>
                </c:pt>
                <c:pt idx="2887">
                  <c:v>38387</c:v>
                </c:pt>
                <c:pt idx="2888">
                  <c:v>38390</c:v>
                </c:pt>
                <c:pt idx="2889">
                  <c:v>38391</c:v>
                </c:pt>
                <c:pt idx="2890">
                  <c:v>38392</c:v>
                </c:pt>
                <c:pt idx="2891">
                  <c:v>38393</c:v>
                </c:pt>
                <c:pt idx="2892">
                  <c:v>38394</c:v>
                </c:pt>
                <c:pt idx="2893">
                  <c:v>38397</c:v>
                </c:pt>
                <c:pt idx="2894">
                  <c:v>38398</c:v>
                </c:pt>
                <c:pt idx="2895">
                  <c:v>38399</c:v>
                </c:pt>
                <c:pt idx="2896">
                  <c:v>38400</c:v>
                </c:pt>
                <c:pt idx="2897">
                  <c:v>38401</c:v>
                </c:pt>
                <c:pt idx="2898">
                  <c:v>38404</c:v>
                </c:pt>
                <c:pt idx="2899">
                  <c:v>38405</c:v>
                </c:pt>
                <c:pt idx="2900">
                  <c:v>38406</c:v>
                </c:pt>
                <c:pt idx="2901">
                  <c:v>38407</c:v>
                </c:pt>
                <c:pt idx="2902">
                  <c:v>38408</c:v>
                </c:pt>
                <c:pt idx="2903">
                  <c:v>38411</c:v>
                </c:pt>
                <c:pt idx="2904">
                  <c:v>38412</c:v>
                </c:pt>
                <c:pt idx="2905">
                  <c:v>38413</c:v>
                </c:pt>
                <c:pt idx="2906">
                  <c:v>38414</c:v>
                </c:pt>
                <c:pt idx="2907">
                  <c:v>38415</c:v>
                </c:pt>
                <c:pt idx="2908">
                  <c:v>38418</c:v>
                </c:pt>
                <c:pt idx="2909">
                  <c:v>38419</c:v>
                </c:pt>
                <c:pt idx="2910">
                  <c:v>38420</c:v>
                </c:pt>
                <c:pt idx="2911">
                  <c:v>38421</c:v>
                </c:pt>
                <c:pt idx="2912">
                  <c:v>38422</c:v>
                </c:pt>
                <c:pt idx="2913">
                  <c:v>38425</c:v>
                </c:pt>
                <c:pt idx="2914">
                  <c:v>38426</c:v>
                </c:pt>
                <c:pt idx="2915">
                  <c:v>38427</c:v>
                </c:pt>
                <c:pt idx="2916">
                  <c:v>38428</c:v>
                </c:pt>
                <c:pt idx="2917">
                  <c:v>38429</c:v>
                </c:pt>
                <c:pt idx="2918">
                  <c:v>38432</c:v>
                </c:pt>
                <c:pt idx="2919">
                  <c:v>38433</c:v>
                </c:pt>
                <c:pt idx="2920">
                  <c:v>38434</c:v>
                </c:pt>
                <c:pt idx="2921">
                  <c:v>38435</c:v>
                </c:pt>
                <c:pt idx="2922">
                  <c:v>38436</c:v>
                </c:pt>
                <c:pt idx="2923">
                  <c:v>38439</c:v>
                </c:pt>
                <c:pt idx="2924">
                  <c:v>38440</c:v>
                </c:pt>
                <c:pt idx="2925">
                  <c:v>38441</c:v>
                </c:pt>
                <c:pt idx="2926">
                  <c:v>38442</c:v>
                </c:pt>
                <c:pt idx="2927">
                  <c:v>38443</c:v>
                </c:pt>
                <c:pt idx="2928">
                  <c:v>38446</c:v>
                </c:pt>
                <c:pt idx="2929">
                  <c:v>38447</c:v>
                </c:pt>
                <c:pt idx="2930">
                  <c:v>38448</c:v>
                </c:pt>
                <c:pt idx="2931">
                  <c:v>38449</c:v>
                </c:pt>
                <c:pt idx="2932">
                  <c:v>38450</c:v>
                </c:pt>
                <c:pt idx="2933">
                  <c:v>38453</c:v>
                </c:pt>
                <c:pt idx="2934">
                  <c:v>38454</c:v>
                </c:pt>
                <c:pt idx="2935">
                  <c:v>38455</c:v>
                </c:pt>
                <c:pt idx="2936">
                  <c:v>38456</c:v>
                </c:pt>
                <c:pt idx="2937">
                  <c:v>38457</c:v>
                </c:pt>
                <c:pt idx="2938">
                  <c:v>38460</c:v>
                </c:pt>
                <c:pt idx="2939">
                  <c:v>38461</c:v>
                </c:pt>
                <c:pt idx="2940">
                  <c:v>38462</c:v>
                </c:pt>
                <c:pt idx="2941">
                  <c:v>38463</c:v>
                </c:pt>
                <c:pt idx="2942">
                  <c:v>38464</c:v>
                </c:pt>
                <c:pt idx="2943">
                  <c:v>38467</c:v>
                </c:pt>
                <c:pt idx="2944">
                  <c:v>38468</c:v>
                </c:pt>
                <c:pt idx="2945">
                  <c:v>38469</c:v>
                </c:pt>
                <c:pt idx="2946">
                  <c:v>38470</c:v>
                </c:pt>
                <c:pt idx="2947">
                  <c:v>38471</c:v>
                </c:pt>
                <c:pt idx="2948">
                  <c:v>38474</c:v>
                </c:pt>
                <c:pt idx="2949">
                  <c:v>38475</c:v>
                </c:pt>
                <c:pt idx="2950">
                  <c:v>38476</c:v>
                </c:pt>
                <c:pt idx="2951">
                  <c:v>38477</c:v>
                </c:pt>
                <c:pt idx="2952">
                  <c:v>38478</c:v>
                </c:pt>
                <c:pt idx="2953">
                  <c:v>38481</c:v>
                </c:pt>
                <c:pt idx="2954">
                  <c:v>38482</c:v>
                </c:pt>
                <c:pt idx="2955">
                  <c:v>38483</c:v>
                </c:pt>
                <c:pt idx="2956">
                  <c:v>38484</c:v>
                </c:pt>
                <c:pt idx="2957">
                  <c:v>38485</c:v>
                </c:pt>
                <c:pt idx="2958">
                  <c:v>38488</c:v>
                </c:pt>
                <c:pt idx="2959">
                  <c:v>38489</c:v>
                </c:pt>
                <c:pt idx="2960">
                  <c:v>38490</c:v>
                </c:pt>
                <c:pt idx="2961">
                  <c:v>38491</c:v>
                </c:pt>
                <c:pt idx="2962">
                  <c:v>38492</c:v>
                </c:pt>
                <c:pt idx="2963">
                  <c:v>38495</c:v>
                </c:pt>
                <c:pt idx="2964">
                  <c:v>38496</c:v>
                </c:pt>
                <c:pt idx="2965">
                  <c:v>38497</c:v>
                </c:pt>
                <c:pt idx="2966">
                  <c:v>38498</c:v>
                </c:pt>
                <c:pt idx="2967">
                  <c:v>38499</c:v>
                </c:pt>
                <c:pt idx="2968">
                  <c:v>38502</c:v>
                </c:pt>
                <c:pt idx="2969">
                  <c:v>38503</c:v>
                </c:pt>
                <c:pt idx="2970">
                  <c:v>38504</c:v>
                </c:pt>
                <c:pt idx="2971">
                  <c:v>38505</c:v>
                </c:pt>
                <c:pt idx="2972">
                  <c:v>38506</c:v>
                </c:pt>
                <c:pt idx="2973">
                  <c:v>38509</c:v>
                </c:pt>
                <c:pt idx="2974">
                  <c:v>38510</c:v>
                </c:pt>
                <c:pt idx="2975">
                  <c:v>38511</c:v>
                </c:pt>
                <c:pt idx="2976">
                  <c:v>38512</c:v>
                </c:pt>
                <c:pt idx="2977">
                  <c:v>38513</c:v>
                </c:pt>
                <c:pt idx="2978">
                  <c:v>38516</c:v>
                </c:pt>
                <c:pt idx="2979">
                  <c:v>38517</c:v>
                </c:pt>
                <c:pt idx="2980">
                  <c:v>38518</c:v>
                </c:pt>
                <c:pt idx="2981">
                  <c:v>38519</c:v>
                </c:pt>
                <c:pt idx="2982">
                  <c:v>38520</c:v>
                </c:pt>
                <c:pt idx="2983">
                  <c:v>38523</c:v>
                </c:pt>
                <c:pt idx="2984">
                  <c:v>38524</c:v>
                </c:pt>
                <c:pt idx="2985">
                  <c:v>38525</c:v>
                </c:pt>
                <c:pt idx="2986">
                  <c:v>38526</c:v>
                </c:pt>
                <c:pt idx="2987">
                  <c:v>38527</c:v>
                </c:pt>
                <c:pt idx="2988">
                  <c:v>38530</c:v>
                </c:pt>
                <c:pt idx="2989">
                  <c:v>38531</c:v>
                </c:pt>
                <c:pt idx="2990">
                  <c:v>38532</c:v>
                </c:pt>
                <c:pt idx="2991">
                  <c:v>38533</c:v>
                </c:pt>
                <c:pt idx="2992">
                  <c:v>38534</c:v>
                </c:pt>
                <c:pt idx="2993">
                  <c:v>38537</c:v>
                </c:pt>
                <c:pt idx="2994">
                  <c:v>38538</c:v>
                </c:pt>
                <c:pt idx="2995">
                  <c:v>38539</c:v>
                </c:pt>
                <c:pt idx="2996">
                  <c:v>38540</c:v>
                </c:pt>
                <c:pt idx="2997">
                  <c:v>38541</c:v>
                </c:pt>
                <c:pt idx="2998">
                  <c:v>38544</c:v>
                </c:pt>
                <c:pt idx="2999">
                  <c:v>38545</c:v>
                </c:pt>
                <c:pt idx="3000">
                  <c:v>38546</c:v>
                </c:pt>
                <c:pt idx="3001">
                  <c:v>38547</c:v>
                </c:pt>
                <c:pt idx="3002">
                  <c:v>38548</c:v>
                </c:pt>
                <c:pt idx="3003">
                  <c:v>38551</c:v>
                </c:pt>
                <c:pt idx="3004">
                  <c:v>38552</c:v>
                </c:pt>
                <c:pt idx="3005">
                  <c:v>38553</c:v>
                </c:pt>
                <c:pt idx="3006">
                  <c:v>38554</c:v>
                </c:pt>
                <c:pt idx="3007">
                  <c:v>38555</c:v>
                </c:pt>
                <c:pt idx="3008">
                  <c:v>38558</c:v>
                </c:pt>
                <c:pt idx="3009">
                  <c:v>38559</c:v>
                </c:pt>
                <c:pt idx="3010">
                  <c:v>38560</c:v>
                </c:pt>
                <c:pt idx="3011">
                  <c:v>38561</c:v>
                </c:pt>
                <c:pt idx="3012">
                  <c:v>38562</c:v>
                </c:pt>
                <c:pt idx="3013">
                  <c:v>38565</c:v>
                </c:pt>
                <c:pt idx="3014">
                  <c:v>38566</c:v>
                </c:pt>
                <c:pt idx="3015">
                  <c:v>38567</c:v>
                </c:pt>
                <c:pt idx="3016">
                  <c:v>38568</c:v>
                </c:pt>
                <c:pt idx="3017">
                  <c:v>38569</c:v>
                </c:pt>
                <c:pt idx="3018">
                  <c:v>38572</c:v>
                </c:pt>
                <c:pt idx="3019">
                  <c:v>38573</c:v>
                </c:pt>
                <c:pt idx="3020">
                  <c:v>38574</c:v>
                </c:pt>
                <c:pt idx="3021">
                  <c:v>38575</c:v>
                </c:pt>
                <c:pt idx="3022">
                  <c:v>38576</c:v>
                </c:pt>
                <c:pt idx="3023">
                  <c:v>38579</c:v>
                </c:pt>
                <c:pt idx="3024">
                  <c:v>38580</c:v>
                </c:pt>
                <c:pt idx="3025">
                  <c:v>38581</c:v>
                </c:pt>
                <c:pt idx="3026">
                  <c:v>38582</c:v>
                </c:pt>
                <c:pt idx="3027">
                  <c:v>38583</c:v>
                </c:pt>
                <c:pt idx="3028">
                  <c:v>38586</c:v>
                </c:pt>
                <c:pt idx="3029">
                  <c:v>38587</c:v>
                </c:pt>
                <c:pt idx="3030">
                  <c:v>38588</c:v>
                </c:pt>
                <c:pt idx="3031">
                  <c:v>38589</c:v>
                </c:pt>
                <c:pt idx="3032">
                  <c:v>38590</c:v>
                </c:pt>
                <c:pt idx="3033">
                  <c:v>38593</c:v>
                </c:pt>
                <c:pt idx="3034">
                  <c:v>38594</c:v>
                </c:pt>
                <c:pt idx="3035">
                  <c:v>38595</c:v>
                </c:pt>
                <c:pt idx="3036">
                  <c:v>38596</c:v>
                </c:pt>
                <c:pt idx="3037">
                  <c:v>38597</c:v>
                </c:pt>
                <c:pt idx="3038">
                  <c:v>38600</c:v>
                </c:pt>
                <c:pt idx="3039">
                  <c:v>38601</c:v>
                </c:pt>
                <c:pt idx="3040">
                  <c:v>38602</c:v>
                </c:pt>
                <c:pt idx="3041">
                  <c:v>38603</c:v>
                </c:pt>
                <c:pt idx="3042">
                  <c:v>38604</c:v>
                </c:pt>
                <c:pt idx="3043">
                  <c:v>38607</c:v>
                </c:pt>
                <c:pt idx="3044">
                  <c:v>38608</c:v>
                </c:pt>
                <c:pt idx="3045">
                  <c:v>38609</c:v>
                </c:pt>
                <c:pt idx="3046">
                  <c:v>38610</c:v>
                </c:pt>
                <c:pt idx="3047">
                  <c:v>38611</c:v>
                </c:pt>
                <c:pt idx="3048">
                  <c:v>38614</c:v>
                </c:pt>
                <c:pt idx="3049">
                  <c:v>38615</c:v>
                </c:pt>
                <c:pt idx="3050">
                  <c:v>38616</c:v>
                </c:pt>
                <c:pt idx="3051">
                  <c:v>38617</c:v>
                </c:pt>
                <c:pt idx="3052">
                  <c:v>38618</c:v>
                </c:pt>
                <c:pt idx="3053">
                  <c:v>38621</c:v>
                </c:pt>
                <c:pt idx="3054">
                  <c:v>38622</c:v>
                </c:pt>
                <c:pt idx="3055">
                  <c:v>38623</c:v>
                </c:pt>
                <c:pt idx="3056">
                  <c:v>38624</c:v>
                </c:pt>
                <c:pt idx="3057">
                  <c:v>38625</c:v>
                </c:pt>
                <c:pt idx="3058">
                  <c:v>38628</c:v>
                </c:pt>
                <c:pt idx="3059">
                  <c:v>38629</c:v>
                </c:pt>
                <c:pt idx="3060">
                  <c:v>38630</c:v>
                </c:pt>
                <c:pt idx="3061">
                  <c:v>38631</c:v>
                </c:pt>
                <c:pt idx="3062">
                  <c:v>38632</c:v>
                </c:pt>
                <c:pt idx="3063">
                  <c:v>38635</c:v>
                </c:pt>
                <c:pt idx="3064">
                  <c:v>38636</c:v>
                </c:pt>
                <c:pt idx="3065">
                  <c:v>38637</c:v>
                </c:pt>
                <c:pt idx="3066">
                  <c:v>38638</c:v>
                </c:pt>
                <c:pt idx="3067">
                  <c:v>38639</c:v>
                </c:pt>
                <c:pt idx="3068">
                  <c:v>38642</c:v>
                </c:pt>
                <c:pt idx="3069">
                  <c:v>38643</c:v>
                </c:pt>
                <c:pt idx="3070">
                  <c:v>38644</c:v>
                </c:pt>
                <c:pt idx="3071">
                  <c:v>38645</c:v>
                </c:pt>
                <c:pt idx="3072">
                  <c:v>38646</c:v>
                </c:pt>
                <c:pt idx="3073">
                  <c:v>38649</c:v>
                </c:pt>
                <c:pt idx="3074">
                  <c:v>38650</c:v>
                </c:pt>
                <c:pt idx="3075">
                  <c:v>38651</c:v>
                </c:pt>
                <c:pt idx="3076">
                  <c:v>38652</c:v>
                </c:pt>
                <c:pt idx="3077">
                  <c:v>38653</c:v>
                </c:pt>
                <c:pt idx="3078">
                  <c:v>38656</c:v>
                </c:pt>
                <c:pt idx="3079">
                  <c:v>38657</c:v>
                </c:pt>
                <c:pt idx="3080">
                  <c:v>38658</c:v>
                </c:pt>
                <c:pt idx="3081">
                  <c:v>38659</c:v>
                </c:pt>
                <c:pt idx="3082">
                  <c:v>38660</c:v>
                </c:pt>
                <c:pt idx="3083">
                  <c:v>38663</c:v>
                </c:pt>
                <c:pt idx="3084">
                  <c:v>38664</c:v>
                </c:pt>
                <c:pt idx="3085">
                  <c:v>38665</c:v>
                </c:pt>
                <c:pt idx="3086">
                  <c:v>38666</c:v>
                </c:pt>
                <c:pt idx="3087">
                  <c:v>38667</c:v>
                </c:pt>
                <c:pt idx="3088">
                  <c:v>38670</c:v>
                </c:pt>
                <c:pt idx="3089">
                  <c:v>38671</c:v>
                </c:pt>
                <c:pt idx="3090">
                  <c:v>38672</c:v>
                </c:pt>
                <c:pt idx="3091">
                  <c:v>38673</c:v>
                </c:pt>
                <c:pt idx="3092">
                  <c:v>38674</c:v>
                </c:pt>
                <c:pt idx="3093">
                  <c:v>38677</c:v>
                </c:pt>
                <c:pt idx="3094">
                  <c:v>38678</c:v>
                </c:pt>
                <c:pt idx="3095">
                  <c:v>38679</c:v>
                </c:pt>
                <c:pt idx="3096">
                  <c:v>38680</c:v>
                </c:pt>
                <c:pt idx="3097">
                  <c:v>38681</c:v>
                </c:pt>
                <c:pt idx="3098">
                  <c:v>38684</c:v>
                </c:pt>
                <c:pt idx="3099">
                  <c:v>38685</c:v>
                </c:pt>
                <c:pt idx="3100">
                  <c:v>38686</c:v>
                </c:pt>
                <c:pt idx="3101">
                  <c:v>38687</c:v>
                </c:pt>
                <c:pt idx="3102">
                  <c:v>38688</c:v>
                </c:pt>
                <c:pt idx="3103">
                  <c:v>38691</c:v>
                </c:pt>
                <c:pt idx="3104">
                  <c:v>38692</c:v>
                </c:pt>
                <c:pt idx="3105">
                  <c:v>38693</c:v>
                </c:pt>
                <c:pt idx="3106">
                  <c:v>38694</c:v>
                </c:pt>
                <c:pt idx="3107">
                  <c:v>38695</c:v>
                </c:pt>
                <c:pt idx="3108">
                  <c:v>38698</c:v>
                </c:pt>
                <c:pt idx="3109">
                  <c:v>38699</c:v>
                </c:pt>
                <c:pt idx="3110">
                  <c:v>38700</c:v>
                </c:pt>
                <c:pt idx="3111">
                  <c:v>38701</c:v>
                </c:pt>
                <c:pt idx="3112">
                  <c:v>38702</c:v>
                </c:pt>
                <c:pt idx="3113">
                  <c:v>38705</c:v>
                </c:pt>
                <c:pt idx="3114">
                  <c:v>38706</c:v>
                </c:pt>
                <c:pt idx="3115">
                  <c:v>38707</c:v>
                </c:pt>
                <c:pt idx="3116">
                  <c:v>38708</c:v>
                </c:pt>
                <c:pt idx="3117">
                  <c:v>38709</c:v>
                </c:pt>
                <c:pt idx="3118">
                  <c:v>38712</c:v>
                </c:pt>
                <c:pt idx="3119">
                  <c:v>38713</c:v>
                </c:pt>
                <c:pt idx="3120">
                  <c:v>38714</c:v>
                </c:pt>
                <c:pt idx="3121">
                  <c:v>38715</c:v>
                </c:pt>
                <c:pt idx="3122">
                  <c:v>38716</c:v>
                </c:pt>
                <c:pt idx="3123">
                  <c:v>38719</c:v>
                </c:pt>
                <c:pt idx="3124">
                  <c:v>38720</c:v>
                </c:pt>
                <c:pt idx="3125">
                  <c:v>38721</c:v>
                </c:pt>
                <c:pt idx="3126">
                  <c:v>38722</c:v>
                </c:pt>
                <c:pt idx="3127">
                  <c:v>38723</c:v>
                </c:pt>
                <c:pt idx="3128">
                  <c:v>38726</c:v>
                </c:pt>
                <c:pt idx="3129">
                  <c:v>38727</c:v>
                </c:pt>
                <c:pt idx="3130">
                  <c:v>38728</c:v>
                </c:pt>
                <c:pt idx="3131">
                  <c:v>38729</c:v>
                </c:pt>
                <c:pt idx="3132">
                  <c:v>38730</c:v>
                </c:pt>
                <c:pt idx="3133">
                  <c:v>38733</c:v>
                </c:pt>
                <c:pt idx="3134">
                  <c:v>38734</c:v>
                </c:pt>
                <c:pt idx="3135">
                  <c:v>38735</c:v>
                </c:pt>
                <c:pt idx="3136">
                  <c:v>38736</c:v>
                </c:pt>
                <c:pt idx="3137">
                  <c:v>38737</c:v>
                </c:pt>
                <c:pt idx="3138">
                  <c:v>38740</c:v>
                </c:pt>
                <c:pt idx="3139">
                  <c:v>38741</c:v>
                </c:pt>
                <c:pt idx="3140">
                  <c:v>38742</c:v>
                </c:pt>
                <c:pt idx="3141">
                  <c:v>38743</c:v>
                </c:pt>
                <c:pt idx="3142">
                  <c:v>38744</c:v>
                </c:pt>
                <c:pt idx="3143">
                  <c:v>38747</c:v>
                </c:pt>
                <c:pt idx="3144">
                  <c:v>38748</c:v>
                </c:pt>
                <c:pt idx="3145">
                  <c:v>38749</c:v>
                </c:pt>
                <c:pt idx="3146">
                  <c:v>38750</c:v>
                </c:pt>
                <c:pt idx="3147">
                  <c:v>38751</c:v>
                </c:pt>
                <c:pt idx="3148">
                  <c:v>38754</c:v>
                </c:pt>
                <c:pt idx="3149">
                  <c:v>38755</c:v>
                </c:pt>
                <c:pt idx="3150">
                  <c:v>38756</c:v>
                </c:pt>
                <c:pt idx="3151">
                  <c:v>38757</c:v>
                </c:pt>
                <c:pt idx="3152">
                  <c:v>38758</c:v>
                </c:pt>
                <c:pt idx="3153">
                  <c:v>38761</c:v>
                </c:pt>
                <c:pt idx="3154">
                  <c:v>38762</c:v>
                </c:pt>
                <c:pt idx="3155">
                  <c:v>38763</c:v>
                </c:pt>
                <c:pt idx="3156">
                  <c:v>38764</c:v>
                </c:pt>
                <c:pt idx="3157">
                  <c:v>38765</c:v>
                </c:pt>
                <c:pt idx="3158">
                  <c:v>38768</c:v>
                </c:pt>
                <c:pt idx="3159">
                  <c:v>38769</c:v>
                </c:pt>
                <c:pt idx="3160">
                  <c:v>38770</c:v>
                </c:pt>
                <c:pt idx="3161">
                  <c:v>38771</c:v>
                </c:pt>
                <c:pt idx="3162">
                  <c:v>38772</c:v>
                </c:pt>
                <c:pt idx="3163">
                  <c:v>38775</c:v>
                </c:pt>
                <c:pt idx="3164">
                  <c:v>38776</c:v>
                </c:pt>
                <c:pt idx="3165">
                  <c:v>38777</c:v>
                </c:pt>
                <c:pt idx="3166">
                  <c:v>38778</c:v>
                </c:pt>
                <c:pt idx="3167">
                  <c:v>38779</c:v>
                </c:pt>
                <c:pt idx="3168">
                  <c:v>38782</c:v>
                </c:pt>
                <c:pt idx="3169">
                  <c:v>38783</c:v>
                </c:pt>
                <c:pt idx="3170">
                  <c:v>38784</c:v>
                </c:pt>
                <c:pt idx="3171">
                  <c:v>38785</c:v>
                </c:pt>
                <c:pt idx="3172">
                  <c:v>38786</c:v>
                </c:pt>
                <c:pt idx="3173">
                  <c:v>38789</c:v>
                </c:pt>
                <c:pt idx="3174">
                  <c:v>38790</c:v>
                </c:pt>
                <c:pt idx="3175">
                  <c:v>38791</c:v>
                </c:pt>
                <c:pt idx="3176">
                  <c:v>38792</c:v>
                </c:pt>
                <c:pt idx="3177">
                  <c:v>38793</c:v>
                </c:pt>
                <c:pt idx="3178">
                  <c:v>38796</c:v>
                </c:pt>
                <c:pt idx="3179">
                  <c:v>38797</c:v>
                </c:pt>
                <c:pt idx="3180">
                  <c:v>38798</c:v>
                </c:pt>
                <c:pt idx="3181">
                  <c:v>38799</c:v>
                </c:pt>
                <c:pt idx="3182">
                  <c:v>38800</c:v>
                </c:pt>
                <c:pt idx="3183">
                  <c:v>38803</c:v>
                </c:pt>
                <c:pt idx="3184">
                  <c:v>38804</c:v>
                </c:pt>
                <c:pt idx="3185">
                  <c:v>38805</c:v>
                </c:pt>
                <c:pt idx="3186">
                  <c:v>38806</c:v>
                </c:pt>
                <c:pt idx="3187">
                  <c:v>38807</c:v>
                </c:pt>
                <c:pt idx="3188">
                  <c:v>38810</c:v>
                </c:pt>
                <c:pt idx="3189">
                  <c:v>38811</c:v>
                </c:pt>
                <c:pt idx="3190">
                  <c:v>38812</c:v>
                </c:pt>
                <c:pt idx="3191">
                  <c:v>38813</c:v>
                </c:pt>
                <c:pt idx="3192">
                  <c:v>38814</c:v>
                </c:pt>
                <c:pt idx="3193">
                  <c:v>38817</c:v>
                </c:pt>
                <c:pt idx="3194">
                  <c:v>38818</c:v>
                </c:pt>
                <c:pt idx="3195">
                  <c:v>38819</c:v>
                </c:pt>
                <c:pt idx="3196">
                  <c:v>38820</c:v>
                </c:pt>
                <c:pt idx="3197">
                  <c:v>38821</c:v>
                </c:pt>
                <c:pt idx="3198">
                  <c:v>38824</c:v>
                </c:pt>
                <c:pt idx="3199">
                  <c:v>38825</c:v>
                </c:pt>
                <c:pt idx="3200">
                  <c:v>38826</c:v>
                </c:pt>
                <c:pt idx="3201">
                  <c:v>38827</c:v>
                </c:pt>
                <c:pt idx="3202">
                  <c:v>38828</c:v>
                </c:pt>
                <c:pt idx="3203">
                  <c:v>38831</c:v>
                </c:pt>
                <c:pt idx="3204">
                  <c:v>38832</c:v>
                </c:pt>
                <c:pt idx="3205">
                  <c:v>38833</c:v>
                </c:pt>
                <c:pt idx="3206">
                  <c:v>38834</c:v>
                </c:pt>
                <c:pt idx="3207">
                  <c:v>38835</c:v>
                </c:pt>
                <c:pt idx="3208">
                  <c:v>38838</c:v>
                </c:pt>
                <c:pt idx="3209">
                  <c:v>38839</c:v>
                </c:pt>
                <c:pt idx="3210">
                  <c:v>38840</c:v>
                </c:pt>
                <c:pt idx="3211">
                  <c:v>38841</c:v>
                </c:pt>
                <c:pt idx="3212">
                  <c:v>38842</c:v>
                </c:pt>
                <c:pt idx="3213">
                  <c:v>38845</c:v>
                </c:pt>
                <c:pt idx="3214">
                  <c:v>38846</c:v>
                </c:pt>
                <c:pt idx="3215">
                  <c:v>38847</c:v>
                </c:pt>
                <c:pt idx="3216">
                  <c:v>38848</c:v>
                </c:pt>
                <c:pt idx="3217">
                  <c:v>38849</c:v>
                </c:pt>
                <c:pt idx="3218">
                  <c:v>38852</c:v>
                </c:pt>
                <c:pt idx="3219">
                  <c:v>38853</c:v>
                </c:pt>
                <c:pt idx="3220">
                  <c:v>38854</c:v>
                </c:pt>
                <c:pt idx="3221">
                  <c:v>38855</c:v>
                </c:pt>
                <c:pt idx="3222">
                  <c:v>38856</c:v>
                </c:pt>
                <c:pt idx="3223">
                  <c:v>38859</c:v>
                </c:pt>
                <c:pt idx="3224">
                  <c:v>38860</c:v>
                </c:pt>
                <c:pt idx="3225">
                  <c:v>38861</c:v>
                </c:pt>
                <c:pt idx="3226">
                  <c:v>38862</c:v>
                </c:pt>
                <c:pt idx="3227">
                  <c:v>38863</c:v>
                </c:pt>
                <c:pt idx="3228">
                  <c:v>38866</c:v>
                </c:pt>
                <c:pt idx="3229">
                  <c:v>38867</c:v>
                </c:pt>
                <c:pt idx="3230">
                  <c:v>38868</c:v>
                </c:pt>
                <c:pt idx="3231">
                  <c:v>38869</c:v>
                </c:pt>
                <c:pt idx="3232">
                  <c:v>38870</c:v>
                </c:pt>
                <c:pt idx="3233">
                  <c:v>38873</c:v>
                </c:pt>
                <c:pt idx="3234">
                  <c:v>38874</c:v>
                </c:pt>
                <c:pt idx="3235">
                  <c:v>38875</c:v>
                </c:pt>
                <c:pt idx="3236">
                  <c:v>38876</c:v>
                </c:pt>
                <c:pt idx="3237">
                  <c:v>38877</c:v>
                </c:pt>
                <c:pt idx="3238">
                  <c:v>38880</c:v>
                </c:pt>
                <c:pt idx="3239">
                  <c:v>38881</c:v>
                </c:pt>
                <c:pt idx="3240">
                  <c:v>38882</c:v>
                </c:pt>
                <c:pt idx="3241">
                  <c:v>38883</c:v>
                </c:pt>
                <c:pt idx="3242">
                  <c:v>38884</c:v>
                </c:pt>
                <c:pt idx="3243">
                  <c:v>38887</c:v>
                </c:pt>
                <c:pt idx="3244">
                  <c:v>38888</c:v>
                </c:pt>
                <c:pt idx="3245">
                  <c:v>38889</c:v>
                </c:pt>
                <c:pt idx="3246">
                  <c:v>38890</c:v>
                </c:pt>
                <c:pt idx="3247">
                  <c:v>38891</c:v>
                </c:pt>
                <c:pt idx="3248">
                  <c:v>38894</c:v>
                </c:pt>
                <c:pt idx="3249">
                  <c:v>38895</c:v>
                </c:pt>
                <c:pt idx="3250">
                  <c:v>38896</c:v>
                </c:pt>
                <c:pt idx="3251">
                  <c:v>38897</c:v>
                </c:pt>
                <c:pt idx="3252">
                  <c:v>38898</c:v>
                </c:pt>
                <c:pt idx="3253">
                  <c:v>38901</c:v>
                </c:pt>
                <c:pt idx="3254">
                  <c:v>38902</c:v>
                </c:pt>
                <c:pt idx="3255">
                  <c:v>38903</c:v>
                </c:pt>
                <c:pt idx="3256">
                  <c:v>38904</c:v>
                </c:pt>
                <c:pt idx="3257">
                  <c:v>38905</c:v>
                </c:pt>
                <c:pt idx="3258">
                  <c:v>38908</c:v>
                </c:pt>
                <c:pt idx="3259">
                  <c:v>38909</c:v>
                </c:pt>
                <c:pt idx="3260">
                  <c:v>38910</c:v>
                </c:pt>
                <c:pt idx="3261">
                  <c:v>38911</c:v>
                </c:pt>
                <c:pt idx="3262">
                  <c:v>38912</c:v>
                </c:pt>
                <c:pt idx="3263">
                  <c:v>38915</c:v>
                </c:pt>
                <c:pt idx="3264">
                  <c:v>38916</c:v>
                </c:pt>
                <c:pt idx="3265">
                  <c:v>38917</c:v>
                </c:pt>
                <c:pt idx="3266">
                  <c:v>38918</c:v>
                </c:pt>
                <c:pt idx="3267">
                  <c:v>38919</c:v>
                </c:pt>
                <c:pt idx="3268">
                  <c:v>38922</c:v>
                </c:pt>
                <c:pt idx="3269">
                  <c:v>38923</c:v>
                </c:pt>
                <c:pt idx="3270">
                  <c:v>38924</c:v>
                </c:pt>
                <c:pt idx="3271">
                  <c:v>38925</c:v>
                </c:pt>
                <c:pt idx="3272">
                  <c:v>38926</c:v>
                </c:pt>
                <c:pt idx="3273">
                  <c:v>38929</c:v>
                </c:pt>
                <c:pt idx="3274">
                  <c:v>38930</c:v>
                </c:pt>
                <c:pt idx="3275">
                  <c:v>38931</c:v>
                </c:pt>
                <c:pt idx="3276">
                  <c:v>38932</c:v>
                </c:pt>
                <c:pt idx="3277">
                  <c:v>38933</c:v>
                </c:pt>
                <c:pt idx="3278">
                  <c:v>38936</c:v>
                </c:pt>
                <c:pt idx="3279">
                  <c:v>38937</c:v>
                </c:pt>
                <c:pt idx="3280">
                  <c:v>38938</c:v>
                </c:pt>
                <c:pt idx="3281">
                  <c:v>38939</c:v>
                </c:pt>
                <c:pt idx="3282">
                  <c:v>38940</c:v>
                </c:pt>
                <c:pt idx="3283">
                  <c:v>38943</c:v>
                </c:pt>
                <c:pt idx="3284">
                  <c:v>38944</c:v>
                </c:pt>
                <c:pt idx="3285">
                  <c:v>38945</c:v>
                </c:pt>
                <c:pt idx="3286">
                  <c:v>38946</c:v>
                </c:pt>
                <c:pt idx="3287">
                  <c:v>38947</c:v>
                </c:pt>
                <c:pt idx="3288">
                  <c:v>38950</c:v>
                </c:pt>
                <c:pt idx="3289">
                  <c:v>38951</c:v>
                </c:pt>
                <c:pt idx="3290">
                  <c:v>38952</c:v>
                </c:pt>
                <c:pt idx="3291">
                  <c:v>38953</c:v>
                </c:pt>
                <c:pt idx="3292">
                  <c:v>38954</c:v>
                </c:pt>
                <c:pt idx="3293">
                  <c:v>38957</c:v>
                </c:pt>
                <c:pt idx="3294">
                  <c:v>38958</c:v>
                </c:pt>
                <c:pt idx="3295">
                  <c:v>38959</c:v>
                </c:pt>
                <c:pt idx="3296">
                  <c:v>38960</c:v>
                </c:pt>
                <c:pt idx="3297">
                  <c:v>38961</c:v>
                </c:pt>
                <c:pt idx="3298">
                  <c:v>38964</c:v>
                </c:pt>
                <c:pt idx="3299">
                  <c:v>38965</c:v>
                </c:pt>
                <c:pt idx="3300">
                  <c:v>38966</c:v>
                </c:pt>
                <c:pt idx="3301">
                  <c:v>38967</c:v>
                </c:pt>
                <c:pt idx="3302">
                  <c:v>38968</c:v>
                </c:pt>
                <c:pt idx="3303">
                  <c:v>38971</c:v>
                </c:pt>
                <c:pt idx="3304">
                  <c:v>38972</c:v>
                </c:pt>
                <c:pt idx="3305">
                  <c:v>38973</c:v>
                </c:pt>
                <c:pt idx="3306">
                  <c:v>38974</c:v>
                </c:pt>
                <c:pt idx="3307">
                  <c:v>38975</c:v>
                </c:pt>
                <c:pt idx="3308">
                  <c:v>38978</c:v>
                </c:pt>
                <c:pt idx="3309">
                  <c:v>38979</c:v>
                </c:pt>
                <c:pt idx="3310">
                  <c:v>38980</c:v>
                </c:pt>
                <c:pt idx="3311">
                  <c:v>38981</c:v>
                </c:pt>
                <c:pt idx="3312">
                  <c:v>38982</c:v>
                </c:pt>
                <c:pt idx="3313">
                  <c:v>38985</c:v>
                </c:pt>
                <c:pt idx="3314">
                  <c:v>38986</c:v>
                </c:pt>
                <c:pt idx="3315">
                  <c:v>38987</c:v>
                </c:pt>
                <c:pt idx="3316">
                  <c:v>38988</c:v>
                </c:pt>
                <c:pt idx="3317">
                  <c:v>38989</c:v>
                </c:pt>
                <c:pt idx="3318">
                  <c:v>38992</c:v>
                </c:pt>
                <c:pt idx="3319">
                  <c:v>38993</c:v>
                </c:pt>
                <c:pt idx="3320">
                  <c:v>38994</c:v>
                </c:pt>
                <c:pt idx="3321">
                  <c:v>38995</c:v>
                </c:pt>
                <c:pt idx="3322">
                  <c:v>38996</c:v>
                </c:pt>
                <c:pt idx="3323">
                  <c:v>38999</c:v>
                </c:pt>
                <c:pt idx="3324">
                  <c:v>39000</c:v>
                </c:pt>
                <c:pt idx="3325">
                  <c:v>39001</c:v>
                </c:pt>
                <c:pt idx="3326">
                  <c:v>39002</c:v>
                </c:pt>
                <c:pt idx="3327">
                  <c:v>39003</c:v>
                </c:pt>
                <c:pt idx="3328">
                  <c:v>39006</c:v>
                </c:pt>
                <c:pt idx="3329">
                  <c:v>39007</c:v>
                </c:pt>
                <c:pt idx="3330">
                  <c:v>39008</c:v>
                </c:pt>
                <c:pt idx="3331">
                  <c:v>39009</c:v>
                </c:pt>
                <c:pt idx="3332">
                  <c:v>39010</c:v>
                </c:pt>
                <c:pt idx="3333">
                  <c:v>39013</c:v>
                </c:pt>
                <c:pt idx="3334">
                  <c:v>39014</c:v>
                </c:pt>
                <c:pt idx="3335">
                  <c:v>39015</c:v>
                </c:pt>
                <c:pt idx="3336">
                  <c:v>39016</c:v>
                </c:pt>
                <c:pt idx="3337">
                  <c:v>39017</c:v>
                </c:pt>
                <c:pt idx="3338">
                  <c:v>39020</c:v>
                </c:pt>
                <c:pt idx="3339">
                  <c:v>39021</c:v>
                </c:pt>
                <c:pt idx="3340">
                  <c:v>39022</c:v>
                </c:pt>
                <c:pt idx="3341">
                  <c:v>39023</c:v>
                </c:pt>
                <c:pt idx="3342">
                  <c:v>39024</c:v>
                </c:pt>
                <c:pt idx="3343">
                  <c:v>39027</c:v>
                </c:pt>
                <c:pt idx="3344">
                  <c:v>39028</c:v>
                </c:pt>
                <c:pt idx="3345">
                  <c:v>39029</c:v>
                </c:pt>
                <c:pt idx="3346">
                  <c:v>39030</c:v>
                </c:pt>
                <c:pt idx="3347">
                  <c:v>39031</c:v>
                </c:pt>
                <c:pt idx="3348">
                  <c:v>39034</c:v>
                </c:pt>
                <c:pt idx="3349">
                  <c:v>39035</c:v>
                </c:pt>
                <c:pt idx="3350">
                  <c:v>39036</c:v>
                </c:pt>
                <c:pt idx="3351">
                  <c:v>39037</c:v>
                </c:pt>
                <c:pt idx="3352">
                  <c:v>39038</c:v>
                </c:pt>
                <c:pt idx="3353">
                  <c:v>39041</c:v>
                </c:pt>
                <c:pt idx="3354">
                  <c:v>39042</c:v>
                </c:pt>
                <c:pt idx="3355">
                  <c:v>39043</c:v>
                </c:pt>
                <c:pt idx="3356">
                  <c:v>39044</c:v>
                </c:pt>
                <c:pt idx="3357">
                  <c:v>39045</c:v>
                </c:pt>
                <c:pt idx="3358">
                  <c:v>39048</c:v>
                </c:pt>
                <c:pt idx="3359">
                  <c:v>39049</c:v>
                </c:pt>
                <c:pt idx="3360">
                  <c:v>39050</c:v>
                </c:pt>
                <c:pt idx="3361">
                  <c:v>39051</c:v>
                </c:pt>
                <c:pt idx="3362">
                  <c:v>39052</c:v>
                </c:pt>
                <c:pt idx="3363">
                  <c:v>39055</c:v>
                </c:pt>
                <c:pt idx="3364">
                  <c:v>39056</c:v>
                </c:pt>
                <c:pt idx="3365">
                  <c:v>39057</c:v>
                </c:pt>
                <c:pt idx="3366">
                  <c:v>39058</c:v>
                </c:pt>
                <c:pt idx="3367">
                  <c:v>39059</c:v>
                </c:pt>
                <c:pt idx="3368">
                  <c:v>39062</c:v>
                </c:pt>
                <c:pt idx="3369">
                  <c:v>39063</c:v>
                </c:pt>
                <c:pt idx="3370">
                  <c:v>39064</c:v>
                </c:pt>
                <c:pt idx="3371">
                  <c:v>39065</c:v>
                </c:pt>
                <c:pt idx="3372">
                  <c:v>39066</c:v>
                </c:pt>
                <c:pt idx="3373">
                  <c:v>39069</c:v>
                </c:pt>
                <c:pt idx="3374">
                  <c:v>39070</c:v>
                </c:pt>
                <c:pt idx="3375">
                  <c:v>39071</c:v>
                </c:pt>
                <c:pt idx="3376">
                  <c:v>39072</c:v>
                </c:pt>
                <c:pt idx="3377">
                  <c:v>39073</c:v>
                </c:pt>
                <c:pt idx="3378">
                  <c:v>39076</c:v>
                </c:pt>
                <c:pt idx="3379">
                  <c:v>39077</c:v>
                </c:pt>
                <c:pt idx="3380">
                  <c:v>39078</c:v>
                </c:pt>
                <c:pt idx="3381">
                  <c:v>39079</c:v>
                </c:pt>
                <c:pt idx="3382">
                  <c:v>39080</c:v>
                </c:pt>
                <c:pt idx="3383">
                  <c:v>39083</c:v>
                </c:pt>
                <c:pt idx="3384">
                  <c:v>39084</c:v>
                </c:pt>
                <c:pt idx="3385">
                  <c:v>39085</c:v>
                </c:pt>
                <c:pt idx="3386">
                  <c:v>39086</c:v>
                </c:pt>
                <c:pt idx="3387">
                  <c:v>39087</c:v>
                </c:pt>
                <c:pt idx="3388">
                  <c:v>39090</c:v>
                </c:pt>
                <c:pt idx="3389">
                  <c:v>39091</c:v>
                </c:pt>
                <c:pt idx="3390">
                  <c:v>39092</c:v>
                </c:pt>
                <c:pt idx="3391">
                  <c:v>39093</c:v>
                </c:pt>
                <c:pt idx="3392">
                  <c:v>39094</c:v>
                </c:pt>
                <c:pt idx="3393">
                  <c:v>39097</c:v>
                </c:pt>
                <c:pt idx="3394">
                  <c:v>39098</c:v>
                </c:pt>
                <c:pt idx="3395">
                  <c:v>39099</c:v>
                </c:pt>
                <c:pt idx="3396">
                  <c:v>39100</c:v>
                </c:pt>
                <c:pt idx="3397">
                  <c:v>39101</c:v>
                </c:pt>
                <c:pt idx="3398">
                  <c:v>39104</c:v>
                </c:pt>
                <c:pt idx="3399">
                  <c:v>39105</c:v>
                </c:pt>
                <c:pt idx="3400">
                  <c:v>39106</c:v>
                </c:pt>
                <c:pt idx="3401">
                  <c:v>39107</c:v>
                </c:pt>
                <c:pt idx="3402">
                  <c:v>39108</c:v>
                </c:pt>
                <c:pt idx="3403">
                  <c:v>39111</c:v>
                </c:pt>
                <c:pt idx="3404">
                  <c:v>39112</c:v>
                </c:pt>
                <c:pt idx="3405">
                  <c:v>39113</c:v>
                </c:pt>
                <c:pt idx="3406">
                  <c:v>39114</c:v>
                </c:pt>
                <c:pt idx="3407">
                  <c:v>39115</c:v>
                </c:pt>
                <c:pt idx="3408">
                  <c:v>39118</c:v>
                </c:pt>
                <c:pt idx="3409">
                  <c:v>39119</c:v>
                </c:pt>
                <c:pt idx="3410">
                  <c:v>39120</c:v>
                </c:pt>
                <c:pt idx="3411">
                  <c:v>39121</c:v>
                </c:pt>
                <c:pt idx="3412">
                  <c:v>39122</c:v>
                </c:pt>
                <c:pt idx="3413">
                  <c:v>39125</c:v>
                </c:pt>
                <c:pt idx="3414">
                  <c:v>39126</c:v>
                </c:pt>
                <c:pt idx="3415">
                  <c:v>39127</c:v>
                </c:pt>
                <c:pt idx="3416">
                  <c:v>39128</c:v>
                </c:pt>
                <c:pt idx="3417">
                  <c:v>39129</c:v>
                </c:pt>
                <c:pt idx="3418">
                  <c:v>39132</c:v>
                </c:pt>
                <c:pt idx="3419">
                  <c:v>39133</c:v>
                </c:pt>
                <c:pt idx="3420">
                  <c:v>39134</c:v>
                </c:pt>
                <c:pt idx="3421">
                  <c:v>39135</c:v>
                </c:pt>
                <c:pt idx="3422">
                  <c:v>39136</c:v>
                </c:pt>
                <c:pt idx="3423">
                  <c:v>39139</c:v>
                </c:pt>
                <c:pt idx="3424">
                  <c:v>39140</c:v>
                </c:pt>
                <c:pt idx="3425">
                  <c:v>39141</c:v>
                </c:pt>
                <c:pt idx="3426">
                  <c:v>39142</c:v>
                </c:pt>
                <c:pt idx="3427">
                  <c:v>39143</c:v>
                </c:pt>
                <c:pt idx="3428">
                  <c:v>39146</c:v>
                </c:pt>
                <c:pt idx="3429">
                  <c:v>39147</c:v>
                </c:pt>
                <c:pt idx="3430">
                  <c:v>39148</c:v>
                </c:pt>
                <c:pt idx="3431">
                  <c:v>39149</c:v>
                </c:pt>
                <c:pt idx="3432">
                  <c:v>39150</c:v>
                </c:pt>
                <c:pt idx="3433">
                  <c:v>39153</c:v>
                </c:pt>
                <c:pt idx="3434">
                  <c:v>39154</c:v>
                </c:pt>
                <c:pt idx="3435">
                  <c:v>39155</c:v>
                </c:pt>
                <c:pt idx="3436">
                  <c:v>39156</c:v>
                </c:pt>
                <c:pt idx="3437">
                  <c:v>39157</c:v>
                </c:pt>
                <c:pt idx="3438">
                  <c:v>39160</c:v>
                </c:pt>
                <c:pt idx="3439">
                  <c:v>39161</c:v>
                </c:pt>
                <c:pt idx="3440">
                  <c:v>39162</c:v>
                </c:pt>
                <c:pt idx="3441">
                  <c:v>39163</c:v>
                </c:pt>
                <c:pt idx="3442">
                  <c:v>39164</c:v>
                </c:pt>
                <c:pt idx="3443">
                  <c:v>39167</c:v>
                </c:pt>
                <c:pt idx="3444">
                  <c:v>39168</c:v>
                </c:pt>
                <c:pt idx="3445">
                  <c:v>39169</c:v>
                </c:pt>
                <c:pt idx="3446">
                  <c:v>39170</c:v>
                </c:pt>
                <c:pt idx="3447">
                  <c:v>39171</c:v>
                </c:pt>
                <c:pt idx="3448">
                  <c:v>39174</c:v>
                </c:pt>
                <c:pt idx="3449">
                  <c:v>39175</c:v>
                </c:pt>
                <c:pt idx="3450">
                  <c:v>39176</c:v>
                </c:pt>
                <c:pt idx="3451">
                  <c:v>39177</c:v>
                </c:pt>
                <c:pt idx="3452">
                  <c:v>39178</c:v>
                </c:pt>
                <c:pt idx="3453">
                  <c:v>39181</c:v>
                </c:pt>
                <c:pt idx="3454">
                  <c:v>39182</c:v>
                </c:pt>
                <c:pt idx="3455">
                  <c:v>39183</c:v>
                </c:pt>
                <c:pt idx="3456">
                  <c:v>39184</c:v>
                </c:pt>
                <c:pt idx="3457">
                  <c:v>39185</c:v>
                </c:pt>
                <c:pt idx="3458">
                  <c:v>39188</c:v>
                </c:pt>
                <c:pt idx="3459">
                  <c:v>39189</c:v>
                </c:pt>
                <c:pt idx="3460">
                  <c:v>39190</c:v>
                </c:pt>
                <c:pt idx="3461">
                  <c:v>39191</c:v>
                </c:pt>
                <c:pt idx="3462">
                  <c:v>39192</c:v>
                </c:pt>
                <c:pt idx="3463">
                  <c:v>39195</c:v>
                </c:pt>
                <c:pt idx="3464">
                  <c:v>39196</c:v>
                </c:pt>
                <c:pt idx="3465">
                  <c:v>39197</c:v>
                </c:pt>
                <c:pt idx="3466">
                  <c:v>39198</c:v>
                </c:pt>
                <c:pt idx="3467">
                  <c:v>39199</c:v>
                </c:pt>
                <c:pt idx="3468">
                  <c:v>39202</c:v>
                </c:pt>
                <c:pt idx="3469">
                  <c:v>39203</c:v>
                </c:pt>
                <c:pt idx="3470">
                  <c:v>39204</c:v>
                </c:pt>
                <c:pt idx="3471">
                  <c:v>39205</c:v>
                </c:pt>
                <c:pt idx="3472">
                  <c:v>39206</c:v>
                </c:pt>
                <c:pt idx="3473">
                  <c:v>39209</c:v>
                </c:pt>
                <c:pt idx="3474">
                  <c:v>39210</c:v>
                </c:pt>
                <c:pt idx="3475">
                  <c:v>39211</c:v>
                </c:pt>
                <c:pt idx="3476">
                  <c:v>39212</c:v>
                </c:pt>
                <c:pt idx="3477">
                  <c:v>39213</c:v>
                </c:pt>
                <c:pt idx="3478">
                  <c:v>39216</c:v>
                </c:pt>
                <c:pt idx="3479">
                  <c:v>39217</c:v>
                </c:pt>
                <c:pt idx="3480">
                  <c:v>39218</c:v>
                </c:pt>
                <c:pt idx="3481">
                  <c:v>39219</c:v>
                </c:pt>
                <c:pt idx="3482">
                  <c:v>39220</c:v>
                </c:pt>
                <c:pt idx="3483">
                  <c:v>39223</c:v>
                </c:pt>
                <c:pt idx="3484">
                  <c:v>39224</c:v>
                </c:pt>
                <c:pt idx="3485">
                  <c:v>39225</c:v>
                </c:pt>
                <c:pt idx="3486">
                  <c:v>39226</c:v>
                </c:pt>
                <c:pt idx="3487">
                  <c:v>39227</c:v>
                </c:pt>
                <c:pt idx="3488">
                  <c:v>39230</c:v>
                </c:pt>
                <c:pt idx="3489">
                  <c:v>39231</c:v>
                </c:pt>
                <c:pt idx="3490">
                  <c:v>39232</c:v>
                </c:pt>
                <c:pt idx="3491">
                  <c:v>39233</c:v>
                </c:pt>
                <c:pt idx="3492">
                  <c:v>39234</c:v>
                </c:pt>
                <c:pt idx="3493">
                  <c:v>39237</c:v>
                </c:pt>
                <c:pt idx="3494">
                  <c:v>39238</c:v>
                </c:pt>
                <c:pt idx="3495">
                  <c:v>39239</c:v>
                </c:pt>
                <c:pt idx="3496">
                  <c:v>39240</c:v>
                </c:pt>
                <c:pt idx="3497">
                  <c:v>39241</c:v>
                </c:pt>
                <c:pt idx="3498">
                  <c:v>39244</c:v>
                </c:pt>
                <c:pt idx="3499">
                  <c:v>39245</c:v>
                </c:pt>
                <c:pt idx="3500">
                  <c:v>39246</c:v>
                </c:pt>
                <c:pt idx="3501">
                  <c:v>39247</c:v>
                </c:pt>
                <c:pt idx="3502">
                  <c:v>39248</c:v>
                </c:pt>
                <c:pt idx="3503">
                  <c:v>39251</c:v>
                </c:pt>
                <c:pt idx="3504">
                  <c:v>39252</c:v>
                </c:pt>
                <c:pt idx="3505">
                  <c:v>39253</c:v>
                </c:pt>
                <c:pt idx="3506">
                  <c:v>39254</c:v>
                </c:pt>
                <c:pt idx="3507">
                  <c:v>39255</c:v>
                </c:pt>
                <c:pt idx="3508">
                  <c:v>39258</c:v>
                </c:pt>
                <c:pt idx="3509">
                  <c:v>39259</c:v>
                </c:pt>
                <c:pt idx="3510">
                  <c:v>39260</c:v>
                </c:pt>
                <c:pt idx="3511">
                  <c:v>39261</c:v>
                </c:pt>
                <c:pt idx="3512">
                  <c:v>39262</c:v>
                </c:pt>
                <c:pt idx="3513">
                  <c:v>39265</c:v>
                </c:pt>
                <c:pt idx="3514">
                  <c:v>39266</c:v>
                </c:pt>
                <c:pt idx="3515">
                  <c:v>39267</c:v>
                </c:pt>
                <c:pt idx="3516">
                  <c:v>39268</c:v>
                </c:pt>
                <c:pt idx="3517">
                  <c:v>39269</c:v>
                </c:pt>
                <c:pt idx="3518">
                  <c:v>39272</c:v>
                </c:pt>
                <c:pt idx="3519">
                  <c:v>39273</c:v>
                </c:pt>
                <c:pt idx="3520">
                  <c:v>39274</c:v>
                </c:pt>
                <c:pt idx="3521">
                  <c:v>39275</c:v>
                </c:pt>
                <c:pt idx="3522">
                  <c:v>39276</c:v>
                </c:pt>
                <c:pt idx="3523">
                  <c:v>39279</c:v>
                </c:pt>
                <c:pt idx="3524">
                  <c:v>39280</c:v>
                </c:pt>
                <c:pt idx="3525">
                  <c:v>39281</c:v>
                </c:pt>
                <c:pt idx="3526">
                  <c:v>39282</c:v>
                </c:pt>
                <c:pt idx="3527">
                  <c:v>39283</c:v>
                </c:pt>
                <c:pt idx="3528">
                  <c:v>39286</c:v>
                </c:pt>
                <c:pt idx="3529">
                  <c:v>39287</c:v>
                </c:pt>
                <c:pt idx="3530">
                  <c:v>39288</c:v>
                </c:pt>
                <c:pt idx="3531">
                  <c:v>39289</c:v>
                </c:pt>
                <c:pt idx="3532">
                  <c:v>39290</c:v>
                </c:pt>
                <c:pt idx="3533">
                  <c:v>39293</c:v>
                </c:pt>
                <c:pt idx="3534">
                  <c:v>39294</c:v>
                </c:pt>
                <c:pt idx="3535">
                  <c:v>39295</c:v>
                </c:pt>
                <c:pt idx="3536">
                  <c:v>39296</c:v>
                </c:pt>
                <c:pt idx="3537">
                  <c:v>39297</c:v>
                </c:pt>
                <c:pt idx="3538">
                  <c:v>39300</c:v>
                </c:pt>
                <c:pt idx="3539">
                  <c:v>39301</c:v>
                </c:pt>
                <c:pt idx="3540">
                  <c:v>39302</c:v>
                </c:pt>
                <c:pt idx="3541">
                  <c:v>39303</c:v>
                </c:pt>
                <c:pt idx="3542">
                  <c:v>39304</c:v>
                </c:pt>
                <c:pt idx="3543">
                  <c:v>39307</c:v>
                </c:pt>
                <c:pt idx="3544">
                  <c:v>39308</c:v>
                </c:pt>
                <c:pt idx="3545">
                  <c:v>39309</c:v>
                </c:pt>
                <c:pt idx="3546">
                  <c:v>39310</c:v>
                </c:pt>
                <c:pt idx="3547">
                  <c:v>39311</c:v>
                </c:pt>
                <c:pt idx="3548">
                  <c:v>39314</c:v>
                </c:pt>
                <c:pt idx="3549">
                  <c:v>39315</c:v>
                </c:pt>
                <c:pt idx="3550">
                  <c:v>39316</c:v>
                </c:pt>
                <c:pt idx="3551">
                  <c:v>39317</c:v>
                </c:pt>
                <c:pt idx="3552">
                  <c:v>39318</c:v>
                </c:pt>
                <c:pt idx="3553">
                  <c:v>39321</c:v>
                </c:pt>
                <c:pt idx="3554">
                  <c:v>39322</c:v>
                </c:pt>
                <c:pt idx="3555">
                  <c:v>39323</c:v>
                </c:pt>
                <c:pt idx="3556">
                  <c:v>39324</c:v>
                </c:pt>
                <c:pt idx="3557">
                  <c:v>39325</c:v>
                </c:pt>
                <c:pt idx="3558">
                  <c:v>39328</c:v>
                </c:pt>
                <c:pt idx="3559">
                  <c:v>39329</c:v>
                </c:pt>
                <c:pt idx="3560">
                  <c:v>39330</c:v>
                </c:pt>
                <c:pt idx="3561">
                  <c:v>39331</c:v>
                </c:pt>
                <c:pt idx="3562">
                  <c:v>39332</c:v>
                </c:pt>
                <c:pt idx="3563">
                  <c:v>39335</c:v>
                </c:pt>
                <c:pt idx="3564">
                  <c:v>39336</c:v>
                </c:pt>
                <c:pt idx="3565">
                  <c:v>39337</c:v>
                </c:pt>
                <c:pt idx="3566">
                  <c:v>39338</c:v>
                </c:pt>
                <c:pt idx="3567">
                  <c:v>39339</c:v>
                </c:pt>
                <c:pt idx="3568">
                  <c:v>39342</c:v>
                </c:pt>
                <c:pt idx="3569">
                  <c:v>39343</c:v>
                </c:pt>
                <c:pt idx="3570">
                  <c:v>39344</c:v>
                </c:pt>
                <c:pt idx="3571">
                  <c:v>39345</c:v>
                </c:pt>
                <c:pt idx="3572">
                  <c:v>39346</c:v>
                </c:pt>
                <c:pt idx="3573">
                  <c:v>39349</c:v>
                </c:pt>
                <c:pt idx="3574">
                  <c:v>39350</c:v>
                </c:pt>
                <c:pt idx="3575">
                  <c:v>39351</c:v>
                </c:pt>
                <c:pt idx="3576">
                  <c:v>39352</c:v>
                </c:pt>
                <c:pt idx="3577">
                  <c:v>39353</c:v>
                </c:pt>
                <c:pt idx="3578">
                  <c:v>39356</c:v>
                </c:pt>
                <c:pt idx="3579">
                  <c:v>39357</c:v>
                </c:pt>
                <c:pt idx="3580">
                  <c:v>39358</c:v>
                </c:pt>
                <c:pt idx="3581">
                  <c:v>39359</c:v>
                </c:pt>
                <c:pt idx="3582">
                  <c:v>39360</c:v>
                </c:pt>
                <c:pt idx="3583">
                  <c:v>39363</c:v>
                </c:pt>
                <c:pt idx="3584">
                  <c:v>39364</c:v>
                </c:pt>
                <c:pt idx="3585">
                  <c:v>39365</c:v>
                </c:pt>
                <c:pt idx="3586">
                  <c:v>39366</c:v>
                </c:pt>
                <c:pt idx="3587">
                  <c:v>39367</c:v>
                </c:pt>
                <c:pt idx="3588">
                  <c:v>39370</c:v>
                </c:pt>
                <c:pt idx="3589">
                  <c:v>39371</c:v>
                </c:pt>
                <c:pt idx="3590">
                  <c:v>39372</c:v>
                </c:pt>
                <c:pt idx="3591">
                  <c:v>39373</c:v>
                </c:pt>
                <c:pt idx="3592">
                  <c:v>39374</c:v>
                </c:pt>
                <c:pt idx="3593">
                  <c:v>39377</c:v>
                </c:pt>
                <c:pt idx="3594">
                  <c:v>39378</c:v>
                </c:pt>
                <c:pt idx="3595">
                  <c:v>39379</c:v>
                </c:pt>
                <c:pt idx="3596">
                  <c:v>39380</c:v>
                </c:pt>
                <c:pt idx="3597">
                  <c:v>39381</c:v>
                </c:pt>
                <c:pt idx="3598">
                  <c:v>39384</c:v>
                </c:pt>
                <c:pt idx="3599">
                  <c:v>39385</c:v>
                </c:pt>
                <c:pt idx="3600">
                  <c:v>39386</c:v>
                </c:pt>
                <c:pt idx="3601">
                  <c:v>39387</c:v>
                </c:pt>
                <c:pt idx="3602">
                  <c:v>39388</c:v>
                </c:pt>
                <c:pt idx="3603">
                  <c:v>39391</c:v>
                </c:pt>
                <c:pt idx="3604">
                  <c:v>39392</c:v>
                </c:pt>
                <c:pt idx="3605">
                  <c:v>39393</c:v>
                </c:pt>
                <c:pt idx="3606">
                  <c:v>39394</c:v>
                </c:pt>
                <c:pt idx="3607">
                  <c:v>39395</c:v>
                </c:pt>
                <c:pt idx="3608">
                  <c:v>39398</c:v>
                </c:pt>
                <c:pt idx="3609">
                  <c:v>39399</c:v>
                </c:pt>
                <c:pt idx="3610">
                  <c:v>39400</c:v>
                </c:pt>
                <c:pt idx="3611">
                  <c:v>39401</c:v>
                </c:pt>
                <c:pt idx="3612">
                  <c:v>39402</c:v>
                </c:pt>
                <c:pt idx="3613">
                  <c:v>39405</c:v>
                </c:pt>
                <c:pt idx="3614">
                  <c:v>39406</c:v>
                </c:pt>
                <c:pt idx="3615">
                  <c:v>39407</c:v>
                </c:pt>
                <c:pt idx="3616">
                  <c:v>39408</c:v>
                </c:pt>
                <c:pt idx="3617">
                  <c:v>39409</c:v>
                </c:pt>
                <c:pt idx="3618">
                  <c:v>39412</c:v>
                </c:pt>
                <c:pt idx="3619">
                  <c:v>39413</c:v>
                </c:pt>
                <c:pt idx="3620">
                  <c:v>39414</c:v>
                </c:pt>
                <c:pt idx="3621">
                  <c:v>39415</c:v>
                </c:pt>
                <c:pt idx="3622">
                  <c:v>39416</c:v>
                </c:pt>
                <c:pt idx="3623">
                  <c:v>39419</c:v>
                </c:pt>
                <c:pt idx="3624">
                  <c:v>39420</c:v>
                </c:pt>
                <c:pt idx="3625">
                  <c:v>39421</c:v>
                </c:pt>
                <c:pt idx="3626">
                  <c:v>39422</c:v>
                </c:pt>
                <c:pt idx="3627">
                  <c:v>39423</c:v>
                </c:pt>
                <c:pt idx="3628">
                  <c:v>39426</c:v>
                </c:pt>
                <c:pt idx="3629">
                  <c:v>39427</c:v>
                </c:pt>
                <c:pt idx="3630">
                  <c:v>39428</c:v>
                </c:pt>
                <c:pt idx="3631">
                  <c:v>39429</c:v>
                </c:pt>
                <c:pt idx="3632">
                  <c:v>39430</c:v>
                </c:pt>
                <c:pt idx="3633">
                  <c:v>39433</c:v>
                </c:pt>
                <c:pt idx="3634">
                  <c:v>39434</c:v>
                </c:pt>
                <c:pt idx="3635">
                  <c:v>39435</c:v>
                </c:pt>
                <c:pt idx="3636">
                  <c:v>39436</c:v>
                </c:pt>
                <c:pt idx="3637">
                  <c:v>39437</c:v>
                </c:pt>
                <c:pt idx="3638">
                  <c:v>39440</c:v>
                </c:pt>
                <c:pt idx="3639">
                  <c:v>39441</c:v>
                </c:pt>
                <c:pt idx="3640">
                  <c:v>39442</c:v>
                </c:pt>
                <c:pt idx="3641">
                  <c:v>39443</c:v>
                </c:pt>
                <c:pt idx="3642">
                  <c:v>39444</c:v>
                </c:pt>
                <c:pt idx="3643">
                  <c:v>39447</c:v>
                </c:pt>
                <c:pt idx="3644">
                  <c:v>39448</c:v>
                </c:pt>
                <c:pt idx="3645">
                  <c:v>39449</c:v>
                </c:pt>
                <c:pt idx="3646">
                  <c:v>39450</c:v>
                </c:pt>
                <c:pt idx="3647">
                  <c:v>39451</c:v>
                </c:pt>
                <c:pt idx="3648">
                  <c:v>39454</c:v>
                </c:pt>
                <c:pt idx="3649">
                  <c:v>39455</c:v>
                </c:pt>
                <c:pt idx="3650">
                  <c:v>39456</c:v>
                </c:pt>
                <c:pt idx="3651">
                  <c:v>39457</c:v>
                </c:pt>
                <c:pt idx="3652">
                  <c:v>39458</c:v>
                </c:pt>
                <c:pt idx="3653">
                  <c:v>39461</c:v>
                </c:pt>
                <c:pt idx="3654">
                  <c:v>39462</c:v>
                </c:pt>
                <c:pt idx="3655">
                  <c:v>39463</c:v>
                </c:pt>
                <c:pt idx="3656">
                  <c:v>39464</c:v>
                </c:pt>
                <c:pt idx="3657">
                  <c:v>39465</c:v>
                </c:pt>
                <c:pt idx="3658">
                  <c:v>39468</c:v>
                </c:pt>
                <c:pt idx="3659">
                  <c:v>39469</c:v>
                </c:pt>
                <c:pt idx="3660">
                  <c:v>39470</c:v>
                </c:pt>
                <c:pt idx="3661">
                  <c:v>39471</c:v>
                </c:pt>
                <c:pt idx="3662">
                  <c:v>39472</c:v>
                </c:pt>
                <c:pt idx="3663">
                  <c:v>39475</c:v>
                </c:pt>
                <c:pt idx="3664">
                  <c:v>39476</c:v>
                </c:pt>
                <c:pt idx="3665">
                  <c:v>39477</c:v>
                </c:pt>
                <c:pt idx="3666">
                  <c:v>39478</c:v>
                </c:pt>
                <c:pt idx="3667">
                  <c:v>39479</c:v>
                </c:pt>
                <c:pt idx="3668">
                  <c:v>39482</c:v>
                </c:pt>
                <c:pt idx="3669">
                  <c:v>39483</c:v>
                </c:pt>
                <c:pt idx="3670">
                  <c:v>39484</c:v>
                </c:pt>
                <c:pt idx="3671">
                  <c:v>39485</c:v>
                </c:pt>
                <c:pt idx="3672">
                  <c:v>39486</c:v>
                </c:pt>
                <c:pt idx="3673">
                  <c:v>39489</c:v>
                </c:pt>
                <c:pt idx="3674">
                  <c:v>39490</c:v>
                </c:pt>
                <c:pt idx="3675">
                  <c:v>39491</c:v>
                </c:pt>
                <c:pt idx="3676">
                  <c:v>39492</c:v>
                </c:pt>
                <c:pt idx="3677">
                  <c:v>39493</c:v>
                </c:pt>
                <c:pt idx="3678">
                  <c:v>39496</c:v>
                </c:pt>
                <c:pt idx="3679">
                  <c:v>39497</c:v>
                </c:pt>
                <c:pt idx="3680">
                  <c:v>39498</c:v>
                </c:pt>
                <c:pt idx="3681">
                  <c:v>39499</c:v>
                </c:pt>
                <c:pt idx="3682">
                  <c:v>39500</c:v>
                </c:pt>
                <c:pt idx="3683">
                  <c:v>39503</c:v>
                </c:pt>
                <c:pt idx="3684">
                  <c:v>39504</c:v>
                </c:pt>
                <c:pt idx="3685">
                  <c:v>39505</c:v>
                </c:pt>
                <c:pt idx="3686">
                  <c:v>39506</c:v>
                </c:pt>
                <c:pt idx="3687">
                  <c:v>39507</c:v>
                </c:pt>
                <c:pt idx="3688">
                  <c:v>39510</c:v>
                </c:pt>
                <c:pt idx="3689">
                  <c:v>39511</c:v>
                </c:pt>
                <c:pt idx="3690">
                  <c:v>39512</c:v>
                </c:pt>
                <c:pt idx="3691">
                  <c:v>39513</c:v>
                </c:pt>
                <c:pt idx="3692">
                  <c:v>39514</c:v>
                </c:pt>
                <c:pt idx="3693">
                  <c:v>39517</c:v>
                </c:pt>
                <c:pt idx="3694">
                  <c:v>39518</c:v>
                </c:pt>
                <c:pt idx="3695">
                  <c:v>39519</c:v>
                </c:pt>
                <c:pt idx="3696">
                  <c:v>39520</c:v>
                </c:pt>
                <c:pt idx="3697">
                  <c:v>39521</c:v>
                </c:pt>
                <c:pt idx="3698">
                  <c:v>39524</c:v>
                </c:pt>
                <c:pt idx="3699">
                  <c:v>39525</c:v>
                </c:pt>
                <c:pt idx="3700">
                  <c:v>39526</c:v>
                </c:pt>
                <c:pt idx="3701">
                  <c:v>39527</c:v>
                </c:pt>
                <c:pt idx="3702">
                  <c:v>39528</c:v>
                </c:pt>
                <c:pt idx="3703">
                  <c:v>39531</c:v>
                </c:pt>
                <c:pt idx="3704">
                  <c:v>39532</c:v>
                </c:pt>
                <c:pt idx="3705">
                  <c:v>39533</c:v>
                </c:pt>
                <c:pt idx="3706">
                  <c:v>39534</c:v>
                </c:pt>
                <c:pt idx="3707">
                  <c:v>39535</c:v>
                </c:pt>
                <c:pt idx="3708">
                  <c:v>39538</c:v>
                </c:pt>
                <c:pt idx="3709">
                  <c:v>39539</c:v>
                </c:pt>
                <c:pt idx="3710">
                  <c:v>39540</c:v>
                </c:pt>
                <c:pt idx="3711">
                  <c:v>39541</c:v>
                </c:pt>
                <c:pt idx="3712">
                  <c:v>39542</c:v>
                </c:pt>
                <c:pt idx="3713">
                  <c:v>39545</c:v>
                </c:pt>
                <c:pt idx="3714">
                  <c:v>39546</c:v>
                </c:pt>
                <c:pt idx="3715">
                  <c:v>39547</c:v>
                </c:pt>
                <c:pt idx="3716">
                  <c:v>39548</c:v>
                </c:pt>
                <c:pt idx="3717">
                  <c:v>39549</c:v>
                </c:pt>
                <c:pt idx="3718">
                  <c:v>39552</c:v>
                </c:pt>
                <c:pt idx="3719">
                  <c:v>39553</c:v>
                </c:pt>
                <c:pt idx="3720">
                  <c:v>39554</c:v>
                </c:pt>
                <c:pt idx="3721">
                  <c:v>39555</c:v>
                </c:pt>
                <c:pt idx="3722">
                  <c:v>39556</c:v>
                </c:pt>
                <c:pt idx="3723">
                  <c:v>39559</c:v>
                </c:pt>
                <c:pt idx="3724">
                  <c:v>39560</c:v>
                </c:pt>
                <c:pt idx="3725">
                  <c:v>39561</c:v>
                </c:pt>
                <c:pt idx="3726">
                  <c:v>39562</c:v>
                </c:pt>
                <c:pt idx="3727">
                  <c:v>39563</c:v>
                </c:pt>
                <c:pt idx="3728">
                  <c:v>39566</c:v>
                </c:pt>
                <c:pt idx="3729">
                  <c:v>39567</c:v>
                </c:pt>
                <c:pt idx="3730">
                  <c:v>39568</c:v>
                </c:pt>
                <c:pt idx="3731">
                  <c:v>39569</c:v>
                </c:pt>
                <c:pt idx="3732">
                  <c:v>39570</c:v>
                </c:pt>
                <c:pt idx="3733">
                  <c:v>39573</c:v>
                </c:pt>
                <c:pt idx="3734">
                  <c:v>39574</c:v>
                </c:pt>
                <c:pt idx="3735">
                  <c:v>39575</c:v>
                </c:pt>
                <c:pt idx="3736">
                  <c:v>39576</c:v>
                </c:pt>
                <c:pt idx="3737">
                  <c:v>39577</c:v>
                </c:pt>
                <c:pt idx="3738">
                  <c:v>39580</c:v>
                </c:pt>
                <c:pt idx="3739">
                  <c:v>39581</c:v>
                </c:pt>
                <c:pt idx="3740">
                  <c:v>39582</c:v>
                </c:pt>
                <c:pt idx="3741">
                  <c:v>39583</c:v>
                </c:pt>
                <c:pt idx="3742">
                  <c:v>39584</c:v>
                </c:pt>
                <c:pt idx="3743">
                  <c:v>39587</c:v>
                </c:pt>
                <c:pt idx="3744">
                  <c:v>39588</c:v>
                </c:pt>
                <c:pt idx="3745">
                  <c:v>39589</c:v>
                </c:pt>
                <c:pt idx="3746">
                  <c:v>39590</c:v>
                </c:pt>
                <c:pt idx="3747">
                  <c:v>39591</c:v>
                </c:pt>
                <c:pt idx="3748">
                  <c:v>39594</c:v>
                </c:pt>
                <c:pt idx="3749">
                  <c:v>39595</c:v>
                </c:pt>
                <c:pt idx="3750">
                  <c:v>39596</c:v>
                </c:pt>
                <c:pt idx="3751">
                  <c:v>39597</c:v>
                </c:pt>
                <c:pt idx="3752">
                  <c:v>39598</c:v>
                </c:pt>
                <c:pt idx="3753">
                  <c:v>39601</c:v>
                </c:pt>
                <c:pt idx="3754">
                  <c:v>39602</c:v>
                </c:pt>
                <c:pt idx="3755">
                  <c:v>39603</c:v>
                </c:pt>
                <c:pt idx="3756">
                  <c:v>39604</c:v>
                </c:pt>
                <c:pt idx="3757">
                  <c:v>39605</c:v>
                </c:pt>
                <c:pt idx="3758">
                  <c:v>39608</c:v>
                </c:pt>
                <c:pt idx="3759">
                  <c:v>39609</c:v>
                </c:pt>
                <c:pt idx="3760">
                  <c:v>39610</c:v>
                </c:pt>
                <c:pt idx="3761">
                  <c:v>39611</c:v>
                </c:pt>
                <c:pt idx="3762">
                  <c:v>39612</c:v>
                </c:pt>
                <c:pt idx="3763">
                  <c:v>39615</c:v>
                </c:pt>
                <c:pt idx="3764">
                  <c:v>39616</c:v>
                </c:pt>
                <c:pt idx="3765">
                  <c:v>39617</c:v>
                </c:pt>
                <c:pt idx="3766">
                  <c:v>39618</c:v>
                </c:pt>
                <c:pt idx="3767">
                  <c:v>39619</c:v>
                </c:pt>
                <c:pt idx="3768">
                  <c:v>39622</c:v>
                </c:pt>
                <c:pt idx="3769">
                  <c:v>39623</c:v>
                </c:pt>
                <c:pt idx="3770">
                  <c:v>39624</c:v>
                </c:pt>
                <c:pt idx="3771">
                  <c:v>39625</c:v>
                </c:pt>
                <c:pt idx="3772">
                  <c:v>39626</c:v>
                </c:pt>
                <c:pt idx="3773">
                  <c:v>39629</c:v>
                </c:pt>
                <c:pt idx="3774">
                  <c:v>39630</c:v>
                </c:pt>
                <c:pt idx="3775">
                  <c:v>39631</c:v>
                </c:pt>
                <c:pt idx="3776">
                  <c:v>39632</c:v>
                </c:pt>
                <c:pt idx="3777">
                  <c:v>39633</c:v>
                </c:pt>
                <c:pt idx="3778">
                  <c:v>39636</c:v>
                </c:pt>
                <c:pt idx="3779">
                  <c:v>39637</c:v>
                </c:pt>
                <c:pt idx="3780">
                  <c:v>39638</c:v>
                </c:pt>
                <c:pt idx="3781">
                  <c:v>39639</c:v>
                </c:pt>
                <c:pt idx="3782">
                  <c:v>39640</c:v>
                </c:pt>
                <c:pt idx="3783">
                  <c:v>39643</c:v>
                </c:pt>
                <c:pt idx="3784">
                  <c:v>39644</c:v>
                </c:pt>
                <c:pt idx="3785">
                  <c:v>39645</c:v>
                </c:pt>
                <c:pt idx="3786">
                  <c:v>39646</c:v>
                </c:pt>
                <c:pt idx="3787">
                  <c:v>39647</c:v>
                </c:pt>
                <c:pt idx="3788">
                  <c:v>39650</c:v>
                </c:pt>
                <c:pt idx="3789">
                  <c:v>39651</c:v>
                </c:pt>
                <c:pt idx="3790">
                  <c:v>39652</c:v>
                </c:pt>
                <c:pt idx="3791">
                  <c:v>39653</c:v>
                </c:pt>
                <c:pt idx="3792">
                  <c:v>39654</c:v>
                </c:pt>
                <c:pt idx="3793">
                  <c:v>39657</c:v>
                </c:pt>
                <c:pt idx="3794">
                  <c:v>39658</c:v>
                </c:pt>
                <c:pt idx="3795">
                  <c:v>39659</c:v>
                </c:pt>
                <c:pt idx="3796">
                  <c:v>39660</c:v>
                </c:pt>
                <c:pt idx="3797">
                  <c:v>39661</c:v>
                </c:pt>
                <c:pt idx="3798">
                  <c:v>39664</c:v>
                </c:pt>
                <c:pt idx="3799">
                  <c:v>39665</c:v>
                </c:pt>
                <c:pt idx="3800">
                  <c:v>39666</c:v>
                </c:pt>
                <c:pt idx="3801">
                  <c:v>39667</c:v>
                </c:pt>
                <c:pt idx="3802">
                  <c:v>39668</c:v>
                </c:pt>
                <c:pt idx="3803">
                  <c:v>39671</c:v>
                </c:pt>
                <c:pt idx="3804">
                  <c:v>39672</c:v>
                </c:pt>
                <c:pt idx="3805">
                  <c:v>39673</c:v>
                </c:pt>
                <c:pt idx="3806">
                  <c:v>39674</c:v>
                </c:pt>
                <c:pt idx="3807">
                  <c:v>39675</c:v>
                </c:pt>
                <c:pt idx="3808">
                  <c:v>39678</c:v>
                </c:pt>
                <c:pt idx="3809">
                  <c:v>39679</c:v>
                </c:pt>
                <c:pt idx="3810">
                  <c:v>39680</c:v>
                </c:pt>
                <c:pt idx="3811">
                  <c:v>39681</c:v>
                </c:pt>
                <c:pt idx="3812">
                  <c:v>39682</c:v>
                </c:pt>
                <c:pt idx="3813">
                  <c:v>39685</c:v>
                </c:pt>
                <c:pt idx="3814">
                  <c:v>39686</c:v>
                </c:pt>
                <c:pt idx="3815">
                  <c:v>39687</c:v>
                </c:pt>
                <c:pt idx="3816">
                  <c:v>39688</c:v>
                </c:pt>
                <c:pt idx="3817">
                  <c:v>39689</c:v>
                </c:pt>
                <c:pt idx="3818">
                  <c:v>39692</c:v>
                </c:pt>
                <c:pt idx="3819">
                  <c:v>39693</c:v>
                </c:pt>
                <c:pt idx="3820">
                  <c:v>39694</c:v>
                </c:pt>
                <c:pt idx="3821">
                  <c:v>39695</c:v>
                </c:pt>
                <c:pt idx="3822">
                  <c:v>39696</c:v>
                </c:pt>
                <c:pt idx="3823">
                  <c:v>39699</c:v>
                </c:pt>
                <c:pt idx="3824">
                  <c:v>39700</c:v>
                </c:pt>
                <c:pt idx="3825">
                  <c:v>39701</c:v>
                </c:pt>
                <c:pt idx="3826">
                  <c:v>39702</c:v>
                </c:pt>
                <c:pt idx="3827">
                  <c:v>39703</c:v>
                </c:pt>
                <c:pt idx="3828">
                  <c:v>39706</c:v>
                </c:pt>
                <c:pt idx="3829">
                  <c:v>39707</c:v>
                </c:pt>
                <c:pt idx="3830">
                  <c:v>39708</c:v>
                </c:pt>
                <c:pt idx="3831">
                  <c:v>39709</c:v>
                </c:pt>
                <c:pt idx="3832">
                  <c:v>39710</c:v>
                </c:pt>
                <c:pt idx="3833">
                  <c:v>39713</c:v>
                </c:pt>
                <c:pt idx="3834">
                  <c:v>39714</c:v>
                </c:pt>
                <c:pt idx="3835">
                  <c:v>39715</c:v>
                </c:pt>
                <c:pt idx="3836">
                  <c:v>39716</c:v>
                </c:pt>
                <c:pt idx="3837">
                  <c:v>39717</c:v>
                </c:pt>
                <c:pt idx="3838">
                  <c:v>39720</c:v>
                </c:pt>
                <c:pt idx="3839">
                  <c:v>39721</c:v>
                </c:pt>
                <c:pt idx="3840">
                  <c:v>39722</c:v>
                </c:pt>
                <c:pt idx="3841">
                  <c:v>39723</c:v>
                </c:pt>
                <c:pt idx="3842">
                  <c:v>39724</c:v>
                </c:pt>
                <c:pt idx="3843">
                  <c:v>39727</c:v>
                </c:pt>
                <c:pt idx="3844">
                  <c:v>39728</c:v>
                </c:pt>
                <c:pt idx="3845">
                  <c:v>39729</c:v>
                </c:pt>
                <c:pt idx="3846">
                  <c:v>39730</c:v>
                </c:pt>
                <c:pt idx="3847">
                  <c:v>39731</c:v>
                </c:pt>
                <c:pt idx="3848">
                  <c:v>39734</c:v>
                </c:pt>
                <c:pt idx="3849">
                  <c:v>39735</c:v>
                </c:pt>
                <c:pt idx="3850">
                  <c:v>39736</c:v>
                </c:pt>
                <c:pt idx="3851">
                  <c:v>39737</c:v>
                </c:pt>
                <c:pt idx="3852">
                  <c:v>39738</c:v>
                </c:pt>
                <c:pt idx="3853">
                  <c:v>39741</c:v>
                </c:pt>
                <c:pt idx="3854">
                  <c:v>39742</c:v>
                </c:pt>
                <c:pt idx="3855">
                  <c:v>39743</c:v>
                </c:pt>
                <c:pt idx="3856">
                  <c:v>39744</c:v>
                </c:pt>
                <c:pt idx="3857">
                  <c:v>39745</c:v>
                </c:pt>
                <c:pt idx="3858">
                  <c:v>39748</c:v>
                </c:pt>
                <c:pt idx="3859">
                  <c:v>39749</c:v>
                </c:pt>
                <c:pt idx="3860">
                  <c:v>39750</c:v>
                </c:pt>
                <c:pt idx="3861">
                  <c:v>39751</c:v>
                </c:pt>
                <c:pt idx="3862">
                  <c:v>39752</c:v>
                </c:pt>
                <c:pt idx="3863">
                  <c:v>39755</c:v>
                </c:pt>
                <c:pt idx="3864">
                  <c:v>39756</c:v>
                </c:pt>
                <c:pt idx="3865">
                  <c:v>39757</c:v>
                </c:pt>
                <c:pt idx="3866">
                  <c:v>39758</c:v>
                </c:pt>
                <c:pt idx="3867">
                  <c:v>39759</c:v>
                </c:pt>
                <c:pt idx="3868">
                  <c:v>39762</c:v>
                </c:pt>
                <c:pt idx="3869">
                  <c:v>39763</c:v>
                </c:pt>
                <c:pt idx="3870">
                  <c:v>39764</c:v>
                </c:pt>
                <c:pt idx="3871">
                  <c:v>39765</c:v>
                </c:pt>
                <c:pt idx="3872">
                  <c:v>39766</c:v>
                </c:pt>
                <c:pt idx="3873">
                  <c:v>39769</c:v>
                </c:pt>
                <c:pt idx="3874">
                  <c:v>39770</c:v>
                </c:pt>
                <c:pt idx="3875">
                  <c:v>39771</c:v>
                </c:pt>
                <c:pt idx="3876">
                  <c:v>39772</c:v>
                </c:pt>
                <c:pt idx="3877">
                  <c:v>39773</c:v>
                </c:pt>
                <c:pt idx="3878">
                  <c:v>39776</c:v>
                </c:pt>
                <c:pt idx="3879">
                  <c:v>39777</c:v>
                </c:pt>
                <c:pt idx="3880">
                  <c:v>39778</c:v>
                </c:pt>
                <c:pt idx="3881">
                  <c:v>39779</c:v>
                </c:pt>
                <c:pt idx="3882">
                  <c:v>39780</c:v>
                </c:pt>
                <c:pt idx="3883">
                  <c:v>39783</c:v>
                </c:pt>
                <c:pt idx="3884">
                  <c:v>39784</c:v>
                </c:pt>
                <c:pt idx="3885">
                  <c:v>39785</c:v>
                </c:pt>
                <c:pt idx="3886">
                  <c:v>39786</c:v>
                </c:pt>
                <c:pt idx="3887">
                  <c:v>39787</c:v>
                </c:pt>
                <c:pt idx="3888">
                  <c:v>39790</c:v>
                </c:pt>
                <c:pt idx="3889">
                  <c:v>39791</c:v>
                </c:pt>
                <c:pt idx="3890">
                  <c:v>39792</c:v>
                </c:pt>
                <c:pt idx="3891">
                  <c:v>39793</c:v>
                </c:pt>
                <c:pt idx="3892">
                  <c:v>39794</c:v>
                </c:pt>
                <c:pt idx="3893">
                  <c:v>39797</c:v>
                </c:pt>
                <c:pt idx="3894">
                  <c:v>39798</c:v>
                </c:pt>
                <c:pt idx="3895">
                  <c:v>39799</c:v>
                </c:pt>
                <c:pt idx="3896">
                  <c:v>39800</c:v>
                </c:pt>
                <c:pt idx="3897">
                  <c:v>39801</c:v>
                </c:pt>
                <c:pt idx="3898">
                  <c:v>39804</c:v>
                </c:pt>
                <c:pt idx="3899">
                  <c:v>39805</c:v>
                </c:pt>
                <c:pt idx="3900">
                  <c:v>39806</c:v>
                </c:pt>
                <c:pt idx="3901">
                  <c:v>39807</c:v>
                </c:pt>
                <c:pt idx="3902">
                  <c:v>39808</c:v>
                </c:pt>
                <c:pt idx="3903">
                  <c:v>39811</c:v>
                </c:pt>
                <c:pt idx="3904">
                  <c:v>39812</c:v>
                </c:pt>
                <c:pt idx="3905">
                  <c:v>39813</c:v>
                </c:pt>
                <c:pt idx="3906">
                  <c:v>39814</c:v>
                </c:pt>
                <c:pt idx="3907">
                  <c:v>39815</c:v>
                </c:pt>
                <c:pt idx="3908">
                  <c:v>39818</c:v>
                </c:pt>
                <c:pt idx="3909">
                  <c:v>39819</c:v>
                </c:pt>
                <c:pt idx="3910">
                  <c:v>39820</c:v>
                </c:pt>
                <c:pt idx="3911">
                  <c:v>39821</c:v>
                </c:pt>
                <c:pt idx="3912">
                  <c:v>39822</c:v>
                </c:pt>
                <c:pt idx="3913">
                  <c:v>39825</c:v>
                </c:pt>
                <c:pt idx="3914">
                  <c:v>39826</c:v>
                </c:pt>
                <c:pt idx="3915">
                  <c:v>39827</c:v>
                </c:pt>
                <c:pt idx="3916">
                  <c:v>39828</c:v>
                </c:pt>
                <c:pt idx="3917">
                  <c:v>39829</c:v>
                </c:pt>
                <c:pt idx="3918">
                  <c:v>39832</c:v>
                </c:pt>
                <c:pt idx="3919">
                  <c:v>39833</c:v>
                </c:pt>
                <c:pt idx="3920">
                  <c:v>39834</c:v>
                </c:pt>
                <c:pt idx="3921">
                  <c:v>39835</c:v>
                </c:pt>
                <c:pt idx="3922">
                  <c:v>39836</c:v>
                </c:pt>
                <c:pt idx="3923">
                  <c:v>39839</c:v>
                </c:pt>
                <c:pt idx="3924">
                  <c:v>39840</c:v>
                </c:pt>
                <c:pt idx="3925">
                  <c:v>39841</c:v>
                </c:pt>
                <c:pt idx="3926">
                  <c:v>39842</c:v>
                </c:pt>
                <c:pt idx="3927">
                  <c:v>39843</c:v>
                </c:pt>
                <c:pt idx="3928">
                  <c:v>39846</c:v>
                </c:pt>
                <c:pt idx="3929">
                  <c:v>39847</c:v>
                </c:pt>
                <c:pt idx="3930">
                  <c:v>39848</c:v>
                </c:pt>
                <c:pt idx="3931">
                  <c:v>39849</c:v>
                </c:pt>
                <c:pt idx="3932">
                  <c:v>39850</c:v>
                </c:pt>
                <c:pt idx="3933">
                  <c:v>39853</c:v>
                </c:pt>
                <c:pt idx="3934">
                  <c:v>39854</c:v>
                </c:pt>
                <c:pt idx="3935">
                  <c:v>39855</c:v>
                </c:pt>
                <c:pt idx="3936">
                  <c:v>39856</c:v>
                </c:pt>
                <c:pt idx="3937">
                  <c:v>39857</c:v>
                </c:pt>
                <c:pt idx="3938">
                  <c:v>39860</c:v>
                </c:pt>
                <c:pt idx="3939">
                  <c:v>39861</c:v>
                </c:pt>
                <c:pt idx="3940">
                  <c:v>39862</c:v>
                </c:pt>
                <c:pt idx="3941">
                  <c:v>39863</c:v>
                </c:pt>
                <c:pt idx="3942">
                  <c:v>39864</c:v>
                </c:pt>
                <c:pt idx="3943">
                  <c:v>39867</c:v>
                </c:pt>
                <c:pt idx="3944">
                  <c:v>39868</c:v>
                </c:pt>
                <c:pt idx="3945">
                  <c:v>39869</c:v>
                </c:pt>
                <c:pt idx="3946">
                  <c:v>39870</c:v>
                </c:pt>
                <c:pt idx="3947">
                  <c:v>39871</c:v>
                </c:pt>
                <c:pt idx="3948">
                  <c:v>39874</c:v>
                </c:pt>
                <c:pt idx="3949">
                  <c:v>39875</c:v>
                </c:pt>
                <c:pt idx="3950">
                  <c:v>39876</c:v>
                </c:pt>
                <c:pt idx="3951">
                  <c:v>39877</c:v>
                </c:pt>
                <c:pt idx="3952">
                  <c:v>39878</c:v>
                </c:pt>
                <c:pt idx="3953">
                  <c:v>39881</c:v>
                </c:pt>
                <c:pt idx="3954">
                  <c:v>39882</c:v>
                </c:pt>
                <c:pt idx="3955">
                  <c:v>39883</c:v>
                </c:pt>
                <c:pt idx="3956">
                  <c:v>39884</c:v>
                </c:pt>
                <c:pt idx="3957">
                  <c:v>39885</c:v>
                </c:pt>
                <c:pt idx="3958">
                  <c:v>39888</c:v>
                </c:pt>
                <c:pt idx="3959">
                  <c:v>39889</c:v>
                </c:pt>
                <c:pt idx="3960">
                  <c:v>39890</c:v>
                </c:pt>
                <c:pt idx="3961">
                  <c:v>39891</c:v>
                </c:pt>
                <c:pt idx="3962">
                  <c:v>39892</c:v>
                </c:pt>
                <c:pt idx="3963">
                  <c:v>39895</c:v>
                </c:pt>
                <c:pt idx="3964">
                  <c:v>39896</c:v>
                </c:pt>
                <c:pt idx="3965">
                  <c:v>39897</c:v>
                </c:pt>
                <c:pt idx="3966">
                  <c:v>39898</c:v>
                </c:pt>
                <c:pt idx="3967">
                  <c:v>39899</c:v>
                </c:pt>
                <c:pt idx="3968">
                  <c:v>39902</c:v>
                </c:pt>
                <c:pt idx="3969">
                  <c:v>39903</c:v>
                </c:pt>
                <c:pt idx="3970">
                  <c:v>39904</c:v>
                </c:pt>
                <c:pt idx="3971">
                  <c:v>39905</c:v>
                </c:pt>
                <c:pt idx="3972">
                  <c:v>39906</c:v>
                </c:pt>
                <c:pt idx="3973">
                  <c:v>39909</c:v>
                </c:pt>
                <c:pt idx="3974">
                  <c:v>39910</c:v>
                </c:pt>
                <c:pt idx="3975">
                  <c:v>39911</c:v>
                </c:pt>
                <c:pt idx="3976">
                  <c:v>39912</c:v>
                </c:pt>
                <c:pt idx="3977">
                  <c:v>39913</c:v>
                </c:pt>
                <c:pt idx="3978">
                  <c:v>39916</c:v>
                </c:pt>
                <c:pt idx="3979">
                  <c:v>39917</c:v>
                </c:pt>
                <c:pt idx="3980">
                  <c:v>39918</c:v>
                </c:pt>
                <c:pt idx="3981">
                  <c:v>39919</c:v>
                </c:pt>
                <c:pt idx="3982">
                  <c:v>39920</c:v>
                </c:pt>
                <c:pt idx="3983">
                  <c:v>39923</c:v>
                </c:pt>
                <c:pt idx="3984">
                  <c:v>39924</c:v>
                </c:pt>
                <c:pt idx="3985">
                  <c:v>39925</c:v>
                </c:pt>
                <c:pt idx="3986">
                  <c:v>39926</c:v>
                </c:pt>
                <c:pt idx="3987">
                  <c:v>39927</c:v>
                </c:pt>
                <c:pt idx="3988">
                  <c:v>39930</c:v>
                </c:pt>
                <c:pt idx="3989">
                  <c:v>39931</c:v>
                </c:pt>
                <c:pt idx="3990">
                  <c:v>39932</c:v>
                </c:pt>
                <c:pt idx="3991">
                  <c:v>39933</c:v>
                </c:pt>
                <c:pt idx="3992">
                  <c:v>39934</c:v>
                </c:pt>
                <c:pt idx="3993">
                  <c:v>39937</c:v>
                </c:pt>
                <c:pt idx="3994">
                  <c:v>39938</c:v>
                </c:pt>
                <c:pt idx="3995">
                  <c:v>39939</c:v>
                </c:pt>
                <c:pt idx="3996">
                  <c:v>39940</c:v>
                </c:pt>
                <c:pt idx="3997">
                  <c:v>39941</c:v>
                </c:pt>
                <c:pt idx="3998">
                  <c:v>39944</c:v>
                </c:pt>
                <c:pt idx="3999">
                  <c:v>39945</c:v>
                </c:pt>
                <c:pt idx="4000">
                  <c:v>39946</c:v>
                </c:pt>
                <c:pt idx="4001">
                  <c:v>39947</c:v>
                </c:pt>
                <c:pt idx="4002">
                  <c:v>39948</c:v>
                </c:pt>
                <c:pt idx="4003">
                  <c:v>39951</c:v>
                </c:pt>
                <c:pt idx="4004">
                  <c:v>39952</c:v>
                </c:pt>
                <c:pt idx="4005">
                  <c:v>39953</c:v>
                </c:pt>
                <c:pt idx="4006">
                  <c:v>39954</c:v>
                </c:pt>
                <c:pt idx="4007">
                  <c:v>39955</c:v>
                </c:pt>
                <c:pt idx="4008">
                  <c:v>39958</c:v>
                </c:pt>
                <c:pt idx="4009">
                  <c:v>39959</c:v>
                </c:pt>
                <c:pt idx="4010">
                  <c:v>39960</c:v>
                </c:pt>
                <c:pt idx="4011">
                  <c:v>39961</c:v>
                </c:pt>
                <c:pt idx="4012">
                  <c:v>39962</c:v>
                </c:pt>
                <c:pt idx="4013">
                  <c:v>39965</c:v>
                </c:pt>
                <c:pt idx="4014">
                  <c:v>39966</c:v>
                </c:pt>
                <c:pt idx="4015">
                  <c:v>39967</c:v>
                </c:pt>
                <c:pt idx="4016">
                  <c:v>39968</c:v>
                </c:pt>
                <c:pt idx="4017">
                  <c:v>39969</c:v>
                </c:pt>
                <c:pt idx="4018">
                  <c:v>39972</c:v>
                </c:pt>
                <c:pt idx="4019">
                  <c:v>39973</c:v>
                </c:pt>
                <c:pt idx="4020">
                  <c:v>39974</c:v>
                </c:pt>
                <c:pt idx="4021">
                  <c:v>39975</c:v>
                </c:pt>
                <c:pt idx="4022">
                  <c:v>39976</c:v>
                </c:pt>
                <c:pt idx="4023">
                  <c:v>39979</c:v>
                </c:pt>
                <c:pt idx="4024">
                  <c:v>39980</c:v>
                </c:pt>
                <c:pt idx="4025">
                  <c:v>39981</c:v>
                </c:pt>
                <c:pt idx="4026">
                  <c:v>39982</c:v>
                </c:pt>
                <c:pt idx="4027">
                  <c:v>39983</c:v>
                </c:pt>
                <c:pt idx="4028">
                  <c:v>39986</c:v>
                </c:pt>
                <c:pt idx="4029">
                  <c:v>39987</c:v>
                </c:pt>
                <c:pt idx="4030">
                  <c:v>39988</c:v>
                </c:pt>
                <c:pt idx="4031">
                  <c:v>39989</c:v>
                </c:pt>
                <c:pt idx="4032">
                  <c:v>39990</c:v>
                </c:pt>
                <c:pt idx="4033">
                  <c:v>39993</c:v>
                </c:pt>
                <c:pt idx="4034">
                  <c:v>39994</c:v>
                </c:pt>
                <c:pt idx="4035">
                  <c:v>39995</c:v>
                </c:pt>
                <c:pt idx="4036">
                  <c:v>39996</c:v>
                </c:pt>
                <c:pt idx="4037">
                  <c:v>39997</c:v>
                </c:pt>
                <c:pt idx="4038">
                  <c:v>40000</c:v>
                </c:pt>
                <c:pt idx="4039">
                  <c:v>40001</c:v>
                </c:pt>
                <c:pt idx="4040">
                  <c:v>40002</c:v>
                </c:pt>
                <c:pt idx="4041">
                  <c:v>40003</c:v>
                </c:pt>
                <c:pt idx="4042">
                  <c:v>40004</c:v>
                </c:pt>
                <c:pt idx="4043">
                  <c:v>40007</c:v>
                </c:pt>
                <c:pt idx="4044">
                  <c:v>40008</c:v>
                </c:pt>
                <c:pt idx="4045">
                  <c:v>40009</c:v>
                </c:pt>
                <c:pt idx="4046">
                  <c:v>40010</c:v>
                </c:pt>
                <c:pt idx="4047">
                  <c:v>40011</c:v>
                </c:pt>
                <c:pt idx="4048">
                  <c:v>40014</c:v>
                </c:pt>
                <c:pt idx="4049">
                  <c:v>40015</c:v>
                </c:pt>
                <c:pt idx="4050">
                  <c:v>40016</c:v>
                </c:pt>
                <c:pt idx="4051">
                  <c:v>40017</c:v>
                </c:pt>
                <c:pt idx="4052">
                  <c:v>40018</c:v>
                </c:pt>
                <c:pt idx="4053">
                  <c:v>40021</c:v>
                </c:pt>
                <c:pt idx="4054">
                  <c:v>40022</c:v>
                </c:pt>
                <c:pt idx="4055">
                  <c:v>40023</c:v>
                </c:pt>
                <c:pt idx="4056">
                  <c:v>40024</c:v>
                </c:pt>
                <c:pt idx="4057">
                  <c:v>40025</c:v>
                </c:pt>
                <c:pt idx="4058">
                  <c:v>40028</c:v>
                </c:pt>
                <c:pt idx="4059">
                  <c:v>40029</c:v>
                </c:pt>
                <c:pt idx="4060">
                  <c:v>40030</c:v>
                </c:pt>
                <c:pt idx="4061">
                  <c:v>40031</c:v>
                </c:pt>
                <c:pt idx="4062">
                  <c:v>40032</c:v>
                </c:pt>
                <c:pt idx="4063">
                  <c:v>40035</c:v>
                </c:pt>
                <c:pt idx="4064">
                  <c:v>40036</c:v>
                </c:pt>
                <c:pt idx="4065">
                  <c:v>40037</c:v>
                </c:pt>
                <c:pt idx="4066">
                  <c:v>40038</c:v>
                </c:pt>
                <c:pt idx="4067">
                  <c:v>40039</c:v>
                </c:pt>
                <c:pt idx="4068">
                  <c:v>40042</c:v>
                </c:pt>
                <c:pt idx="4069">
                  <c:v>40043</c:v>
                </c:pt>
                <c:pt idx="4070">
                  <c:v>40044</c:v>
                </c:pt>
                <c:pt idx="4071">
                  <c:v>40045</c:v>
                </c:pt>
                <c:pt idx="4072">
                  <c:v>40046</c:v>
                </c:pt>
                <c:pt idx="4073">
                  <c:v>40049</c:v>
                </c:pt>
                <c:pt idx="4074">
                  <c:v>40050</c:v>
                </c:pt>
                <c:pt idx="4075">
                  <c:v>40051</c:v>
                </c:pt>
                <c:pt idx="4076">
                  <c:v>40052</c:v>
                </c:pt>
                <c:pt idx="4077">
                  <c:v>40053</c:v>
                </c:pt>
                <c:pt idx="4078">
                  <c:v>40056</c:v>
                </c:pt>
                <c:pt idx="4079">
                  <c:v>40057</c:v>
                </c:pt>
                <c:pt idx="4080">
                  <c:v>40058</c:v>
                </c:pt>
                <c:pt idx="4081">
                  <c:v>40059</c:v>
                </c:pt>
                <c:pt idx="4082">
                  <c:v>40060</c:v>
                </c:pt>
                <c:pt idx="4083">
                  <c:v>40063</c:v>
                </c:pt>
                <c:pt idx="4084">
                  <c:v>40064</c:v>
                </c:pt>
                <c:pt idx="4085">
                  <c:v>40065</c:v>
                </c:pt>
                <c:pt idx="4086">
                  <c:v>40066</c:v>
                </c:pt>
                <c:pt idx="4087">
                  <c:v>40067</c:v>
                </c:pt>
                <c:pt idx="4088">
                  <c:v>40070</c:v>
                </c:pt>
                <c:pt idx="4089">
                  <c:v>40071</c:v>
                </c:pt>
                <c:pt idx="4090">
                  <c:v>40072</c:v>
                </c:pt>
                <c:pt idx="4091">
                  <c:v>40073</c:v>
                </c:pt>
                <c:pt idx="4092">
                  <c:v>40074</c:v>
                </c:pt>
                <c:pt idx="4093">
                  <c:v>40077</c:v>
                </c:pt>
                <c:pt idx="4094">
                  <c:v>40078</c:v>
                </c:pt>
                <c:pt idx="4095">
                  <c:v>40079</c:v>
                </c:pt>
                <c:pt idx="4096">
                  <c:v>40080</c:v>
                </c:pt>
                <c:pt idx="4097">
                  <c:v>40081</c:v>
                </c:pt>
                <c:pt idx="4098">
                  <c:v>40084</c:v>
                </c:pt>
                <c:pt idx="4099">
                  <c:v>40085</c:v>
                </c:pt>
                <c:pt idx="4100">
                  <c:v>40086</c:v>
                </c:pt>
                <c:pt idx="4101">
                  <c:v>40087</c:v>
                </c:pt>
                <c:pt idx="4102">
                  <c:v>40088</c:v>
                </c:pt>
                <c:pt idx="4103">
                  <c:v>40091</c:v>
                </c:pt>
                <c:pt idx="4104">
                  <c:v>40092</c:v>
                </c:pt>
                <c:pt idx="4105">
                  <c:v>40093</c:v>
                </c:pt>
                <c:pt idx="4106">
                  <c:v>40094</c:v>
                </c:pt>
                <c:pt idx="4107">
                  <c:v>40095</c:v>
                </c:pt>
                <c:pt idx="4108">
                  <c:v>40098</c:v>
                </c:pt>
                <c:pt idx="4109">
                  <c:v>40099</c:v>
                </c:pt>
                <c:pt idx="4110">
                  <c:v>40100</c:v>
                </c:pt>
                <c:pt idx="4111">
                  <c:v>40101</c:v>
                </c:pt>
                <c:pt idx="4112">
                  <c:v>40102</c:v>
                </c:pt>
                <c:pt idx="4113">
                  <c:v>40105</c:v>
                </c:pt>
                <c:pt idx="4114">
                  <c:v>40106</c:v>
                </c:pt>
                <c:pt idx="4115">
                  <c:v>40107</c:v>
                </c:pt>
                <c:pt idx="4116">
                  <c:v>40108</c:v>
                </c:pt>
                <c:pt idx="4117">
                  <c:v>40109</c:v>
                </c:pt>
                <c:pt idx="4118">
                  <c:v>40112</c:v>
                </c:pt>
                <c:pt idx="4119">
                  <c:v>40113</c:v>
                </c:pt>
                <c:pt idx="4120">
                  <c:v>40114</c:v>
                </c:pt>
                <c:pt idx="4121">
                  <c:v>40115</c:v>
                </c:pt>
                <c:pt idx="4122">
                  <c:v>40116</c:v>
                </c:pt>
                <c:pt idx="4123">
                  <c:v>40119</c:v>
                </c:pt>
                <c:pt idx="4124">
                  <c:v>40120</c:v>
                </c:pt>
                <c:pt idx="4125">
                  <c:v>40121</c:v>
                </c:pt>
                <c:pt idx="4126">
                  <c:v>40122</c:v>
                </c:pt>
                <c:pt idx="4127">
                  <c:v>40123</c:v>
                </c:pt>
                <c:pt idx="4128">
                  <c:v>40126</c:v>
                </c:pt>
                <c:pt idx="4129">
                  <c:v>40127</c:v>
                </c:pt>
                <c:pt idx="4130">
                  <c:v>40128</c:v>
                </c:pt>
                <c:pt idx="4131">
                  <c:v>40129</c:v>
                </c:pt>
                <c:pt idx="4132">
                  <c:v>40130</c:v>
                </c:pt>
                <c:pt idx="4133">
                  <c:v>40133</c:v>
                </c:pt>
                <c:pt idx="4134">
                  <c:v>40134</c:v>
                </c:pt>
                <c:pt idx="4135">
                  <c:v>40135</c:v>
                </c:pt>
                <c:pt idx="4136">
                  <c:v>40136</c:v>
                </c:pt>
                <c:pt idx="4137">
                  <c:v>40137</c:v>
                </c:pt>
                <c:pt idx="4138">
                  <c:v>40140</c:v>
                </c:pt>
                <c:pt idx="4139">
                  <c:v>40141</c:v>
                </c:pt>
                <c:pt idx="4140">
                  <c:v>40142</c:v>
                </c:pt>
                <c:pt idx="4141">
                  <c:v>40143</c:v>
                </c:pt>
                <c:pt idx="4142">
                  <c:v>40144</c:v>
                </c:pt>
                <c:pt idx="4143">
                  <c:v>40147</c:v>
                </c:pt>
                <c:pt idx="4144">
                  <c:v>40148</c:v>
                </c:pt>
                <c:pt idx="4145">
                  <c:v>40149</c:v>
                </c:pt>
                <c:pt idx="4146">
                  <c:v>40150</c:v>
                </c:pt>
                <c:pt idx="4147">
                  <c:v>40151</c:v>
                </c:pt>
                <c:pt idx="4148">
                  <c:v>40154</c:v>
                </c:pt>
                <c:pt idx="4149">
                  <c:v>40155</c:v>
                </c:pt>
                <c:pt idx="4150">
                  <c:v>40156</c:v>
                </c:pt>
                <c:pt idx="4151">
                  <c:v>40157</c:v>
                </c:pt>
                <c:pt idx="4152">
                  <c:v>40158</c:v>
                </c:pt>
                <c:pt idx="4153">
                  <c:v>40161</c:v>
                </c:pt>
                <c:pt idx="4154">
                  <c:v>40162</c:v>
                </c:pt>
                <c:pt idx="4155">
                  <c:v>40163</c:v>
                </c:pt>
                <c:pt idx="4156">
                  <c:v>40164</c:v>
                </c:pt>
                <c:pt idx="4157">
                  <c:v>40165</c:v>
                </c:pt>
                <c:pt idx="4158">
                  <c:v>40168</c:v>
                </c:pt>
                <c:pt idx="4159">
                  <c:v>40169</c:v>
                </c:pt>
                <c:pt idx="4160">
                  <c:v>40170</c:v>
                </c:pt>
                <c:pt idx="4161">
                  <c:v>40171</c:v>
                </c:pt>
                <c:pt idx="4162">
                  <c:v>40172</c:v>
                </c:pt>
                <c:pt idx="4163">
                  <c:v>40175</c:v>
                </c:pt>
                <c:pt idx="4164">
                  <c:v>40176</c:v>
                </c:pt>
                <c:pt idx="4165">
                  <c:v>40177</c:v>
                </c:pt>
                <c:pt idx="4166">
                  <c:v>40178</c:v>
                </c:pt>
                <c:pt idx="4167">
                  <c:v>40182</c:v>
                </c:pt>
                <c:pt idx="4168">
                  <c:v>40183</c:v>
                </c:pt>
                <c:pt idx="4169">
                  <c:v>40184</c:v>
                </c:pt>
                <c:pt idx="4170">
                  <c:v>40185</c:v>
                </c:pt>
                <c:pt idx="4171">
                  <c:v>40186</c:v>
                </c:pt>
                <c:pt idx="4172">
                  <c:v>40189</c:v>
                </c:pt>
                <c:pt idx="4173">
                  <c:v>40190</c:v>
                </c:pt>
                <c:pt idx="4174">
                  <c:v>40191</c:v>
                </c:pt>
                <c:pt idx="4175">
                  <c:v>40192</c:v>
                </c:pt>
                <c:pt idx="4176">
                  <c:v>40193</c:v>
                </c:pt>
                <c:pt idx="4177">
                  <c:v>40196</c:v>
                </c:pt>
                <c:pt idx="4178">
                  <c:v>40197</c:v>
                </c:pt>
                <c:pt idx="4179">
                  <c:v>40198</c:v>
                </c:pt>
                <c:pt idx="4180">
                  <c:v>40199</c:v>
                </c:pt>
                <c:pt idx="4181">
                  <c:v>40200</c:v>
                </c:pt>
                <c:pt idx="4182">
                  <c:v>40203</c:v>
                </c:pt>
                <c:pt idx="4183">
                  <c:v>40204</c:v>
                </c:pt>
                <c:pt idx="4184">
                  <c:v>40205</c:v>
                </c:pt>
                <c:pt idx="4185">
                  <c:v>40206</c:v>
                </c:pt>
                <c:pt idx="4186">
                  <c:v>40207</c:v>
                </c:pt>
                <c:pt idx="4187">
                  <c:v>40210</c:v>
                </c:pt>
                <c:pt idx="4188">
                  <c:v>40211</c:v>
                </c:pt>
                <c:pt idx="4189">
                  <c:v>40212</c:v>
                </c:pt>
                <c:pt idx="4190">
                  <c:v>40213</c:v>
                </c:pt>
                <c:pt idx="4191">
                  <c:v>40214</c:v>
                </c:pt>
                <c:pt idx="4192">
                  <c:v>40217</c:v>
                </c:pt>
                <c:pt idx="4193">
                  <c:v>40218</c:v>
                </c:pt>
                <c:pt idx="4194">
                  <c:v>40219</c:v>
                </c:pt>
                <c:pt idx="4195">
                  <c:v>40220</c:v>
                </c:pt>
                <c:pt idx="4196">
                  <c:v>40221</c:v>
                </c:pt>
                <c:pt idx="4197">
                  <c:v>40224</c:v>
                </c:pt>
                <c:pt idx="4198">
                  <c:v>40225</c:v>
                </c:pt>
                <c:pt idx="4199">
                  <c:v>40226</c:v>
                </c:pt>
                <c:pt idx="4200">
                  <c:v>40227</c:v>
                </c:pt>
                <c:pt idx="4201">
                  <c:v>40228</c:v>
                </c:pt>
                <c:pt idx="4202">
                  <c:v>40231</c:v>
                </c:pt>
                <c:pt idx="4203">
                  <c:v>40232</c:v>
                </c:pt>
                <c:pt idx="4204">
                  <c:v>40233</c:v>
                </c:pt>
                <c:pt idx="4205">
                  <c:v>40234</c:v>
                </c:pt>
                <c:pt idx="4206">
                  <c:v>40235</c:v>
                </c:pt>
                <c:pt idx="4207">
                  <c:v>40238</c:v>
                </c:pt>
                <c:pt idx="4208">
                  <c:v>40239</c:v>
                </c:pt>
                <c:pt idx="4209">
                  <c:v>40240</c:v>
                </c:pt>
                <c:pt idx="4210">
                  <c:v>40241</c:v>
                </c:pt>
                <c:pt idx="4211">
                  <c:v>40242</c:v>
                </c:pt>
                <c:pt idx="4212">
                  <c:v>40245</c:v>
                </c:pt>
                <c:pt idx="4213">
                  <c:v>40246</c:v>
                </c:pt>
                <c:pt idx="4214">
                  <c:v>40247</c:v>
                </c:pt>
                <c:pt idx="4215">
                  <c:v>40248</c:v>
                </c:pt>
                <c:pt idx="4216">
                  <c:v>40249</c:v>
                </c:pt>
                <c:pt idx="4217">
                  <c:v>40252</c:v>
                </c:pt>
                <c:pt idx="4218">
                  <c:v>40253</c:v>
                </c:pt>
                <c:pt idx="4219">
                  <c:v>40254</c:v>
                </c:pt>
                <c:pt idx="4220">
                  <c:v>40255</c:v>
                </c:pt>
                <c:pt idx="4221">
                  <c:v>40256</c:v>
                </c:pt>
                <c:pt idx="4222">
                  <c:v>40259</c:v>
                </c:pt>
                <c:pt idx="4223">
                  <c:v>40260</c:v>
                </c:pt>
                <c:pt idx="4224">
                  <c:v>40261</c:v>
                </c:pt>
                <c:pt idx="4225">
                  <c:v>40262</c:v>
                </c:pt>
                <c:pt idx="4226">
                  <c:v>40263</c:v>
                </c:pt>
                <c:pt idx="4227">
                  <c:v>40266</c:v>
                </c:pt>
                <c:pt idx="4228">
                  <c:v>40267</c:v>
                </c:pt>
                <c:pt idx="4229">
                  <c:v>40268</c:v>
                </c:pt>
                <c:pt idx="4230">
                  <c:v>40269</c:v>
                </c:pt>
                <c:pt idx="4231">
                  <c:v>40270</c:v>
                </c:pt>
                <c:pt idx="4232">
                  <c:v>40273</c:v>
                </c:pt>
                <c:pt idx="4233">
                  <c:v>40274</c:v>
                </c:pt>
                <c:pt idx="4234">
                  <c:v>40275</c:v>
                </c:pt>
                <c:pt idx="4235">
                  <c:v>40276</c:v>
                </c:pt>
                <c:pt idx="4236">
                  <c:v>40277</c:v>
                </c:pt>
                <c:pt idx="4237">
                  <c:v>40280</c:v>
                </c:pt>
                <c:pt idx="4238">
                  <c:v>40281</c:v>
                </c:pt>
                <c:pt idx="4239">
                  <c:v>40282</c:v>
                </c:pt>
                <c:pt idx="4240">
                  <c:v>40283</c:v>
                </c:pt>
                <c:pt idx="4241">
                  <c:v>40284</c:v>
                </c:pt>
                <c:pt idx="4242">
                  <c:v>40287</c:v>
                </c:pt>
                <c:pt idx="4243">
                  <c:v>40288</c:v>
                </c:pt>
                <c:pt idx="4244">
                  <c:v>40289</c:v>
                </c:pt>
                <c:pt idx="4245">
                  <c:v>40290</c:v>
                </c:pt>
                <c:pt idx="4246">
                  <c:v>40291</c:v>
                </c:pt>
                <c:pt idx="4247">
                  <c:v>40294</c:v>
                </c:pt>
                <c:pt idx="4248">
                  <c:v>40295</c:v>
                </c:pt>
                <c:pt idx="4249">
                  <c:v>40296</c:v>
                </c:pt>
                <c:pt idx="4250">
                  <c:v>40297</c:v>
                </c:pt>
                <c:pt idx="4251">
                  <c:v>40298</c:v>
                </c:pt>
                <c:pt idx="4252">
                  <c:v>40301</c:v>
                </c:pt>
                <c:pt idx="4253">
                  <c:v>40302</c:v>
                </c:pt>
                <c:pt idx="4254">
                  <c:v>40303</c:v>
                </c:pt>
                <c:pt idx="4255">
                  <c:v>40304</c:v>
                </c:pt>
                <c:pt idx="4256">
                  <c:v>40305</c:v>
                </c:pt>
                <c:pt idx="4257">
                  <c:v>40308</c:v>
                </c:pt>
                <c:pt idx="4258">
                  <c:v>40309</c:v>
                </c:pt>
                <c:pt idx="4259">
                  <c:v>40310</c:v>
                </c:pt>
                <c:pt idx="4260">
                  <c:v>40311</c:v>
                </c:pt>
                <c:pt idx="4261">
                  <c:v>40312</c:v>
                </c:pt>
                <c:pt idx="4262">
                  <c:v>40315</c:v>
                </c:pt>
                <c:pt idx="4263">
                  <c:v>40316</c:v>
                </c:pt>
                <c:pt idx="4264">
                  <c:v>40317</c:v>
                </c:pt>
                <c:pt idx="4265">
                  <c:v>40318</c:v>
                </c:pt>
                <c:pt idx="4266">
                  <c:v>40319</c:v>
                </c:pt>
                <c:pt idx="4267">
                  <c:v>40322</c:v>
                </c:pt>
                <c:pt idx="4268">
                  <c:v>40323</c:v>
                </c:pt>
                <c:pt idx="4269">
                  <c:v>40324</c:v>
                </c:pt>
                <c:pt idx="4270">
                  <c:v>40325</c:v>
                </c:pt>
                <c:pt idx="4271">
                  <c:v>40326</c:v>
                </c:pt>
                <c:pt idx="4272">
                  <c:v>40329</c:v>
                </c:pt>
                <c:pt idx="4273">
                  <c:v>40330</c:v>
                </c:pt>
                <c:pt idx="4274">
                  <c:v>40331</c:v>
                </c:pt>
                <c:pt idx="4275">
                  <c:v>40332</c:v>
                </c:pt>
                <c:pt idx="4276">
                  <c:v>40333</c:v>
                </c:pt>
                <c:pt idx="4277">
                  <c:v>40336</c:v>
                </c:pt>
                <c:pt idx="4278">
                  <c:v>40337</c:v>
                </c:pt>
                <c:pt idx="4279">
                  <c:v>40338</c:v>
                </c:pt>
                <c:pt idx="4280">
                  <c:v>40339</c:v>
                </c:pt>
                <c:pt idx="4281">
                  <c:v>40340</c:v>
                </c:pt>
                <c:pt idx="4282">
                  <c:v>40343</c:v>
                </c:pt>
                <c:pt idx="4283">
                  <c:v>40344</c:v>
                </c:pt>
                <c:pt idx="4284">
                  <c:v>40345</c:v>
                </c:pt>
                <c:pt idx="4285">
                  <c:v>40346</c:v>
                </c:pt>
                <c:pt idx="4286">
                  <c:v>40347</c:v>
                </c:pt>
                <c:pt idx="4287">
                  <c:v>40350</c:v>
                </c:pt>
                <c:pt idx="4288">
                  <c:v>40351</c:v>
                </c:pt>
                <c:pt idx="4289">
                  <c:v>40352</c:v>
                </c:pt>
                <c:pt idx="4290">
                  <c:v>40353</c:v>
                </c:pt>
                <c:pt idx="4291">
                  <c:v>40354</c:v>
                </c:pt>
                <c:pt idx="4292">
                  <c:v>40357</c:v>
                </c:pt>
                <c:pt idx="4293">
                  <c:v>40358</c:v>
                </c:pt>
                <c:pt idx="4294">
                  <c:v>40359</c:v>
                </c:pt>
                <c:pt idx="4295">
                  <c:v>40360</c:v>
                </c:pt>
                <c:pt idx="4296">
                  <c:v>40361</c:v>
                </c:pt>
                <c:pt idx="4297">
                  <c:v>40364</c:v>
                </c:pt>
                <c:pt idx="4298">
                  <c:v>40365</c:v>
                </c:pt>
                <c:pt idx="4299">
                  <c:v>40366</c:v>
                </c:pt>
                <c:pt idx="4300">
                  <c:v>40367</c:v>
                </c:pt>
                <c:pt idx="4301">
                  <c:v>40368</c:v>
                </c:pt>
                <c:pt idx="4302">
                  <c:v>40371</c:v>
                </c:pt>
                <c:pt idx="4303">
                  <c:v>40372</c:v>
                </c:pt>
                <c:pt idx="4304">
                  <c:v>40373</c:v>
                </c:pt>
                <c:pt idx="4305">
                  <c:v>40374</c:v>
                </c:pt>
                <c:pt idx="4306">
                  <c:v>40375</c:v>
                </c:pt>
                <c:pt idx="4307">
                  <c:v>40378</c:v>
                </c:pt>
                <c:pt idx="4308">
                  <c:v>40379</c:v>
                </c:pt>
                <c:pt idx="4309">
                  <c:v>40380</c:v>
                </c:pt>
                <c:pt idx="4310">
                  <c:v>40381</c:v>
                </c:pt>
                <c:pt idx="4311">
                  <c:v>40382</c:v>
                </c:pt>
                <c:pt idx="4312">
                  <c:v>40385</c:v>
                </c:pt>
                <c:pt idx="4313">
                  <c:v>40386</c:v>
                </c:pt>
                <c:pt idx="4314">
                  <c:v>40387</c:v>
                </c:pt>
                <c:pt idx="4315">
                  <c:v>40388</c:v>
                </c:pt>
                <c:pt idx="4316">
                  <c:v>40389</c:v>
                </c:pt>
                <c:pt idx="4317">
                  <c:v>40392</c:v>
                </c:pt>
                <c:pt idx="4318">
                  <c:v>40393</c:v>
                </c:pt>
                <c:pt idx="4319">
                  <c:v>40394</c:v>
                </c:pt>
                <c:pt idx="4320">
                  <c:v>40395</c:v>
                </c:pt>
                <c:pt idx="4321">
                  <c:v>40396</c:v>
                </c:pt>
                <c:pt idx="4322">
                  <c:v>40399</c:v>
                </c:pt>
                <c:pt idx="4323">
                  <c:v>40400</c:v>
                </c:pt>
                <c:pt idx="4324">
                  <c:v>40401</c:v>
                </c:pt>
                <c:pt idx="4325">
                  <c:v>40402</c:v>
                </c:pt>
                <c:pt idx="4326">
                  <c:v>40403</c:v>
                </c:pt>
                <c:pt idx="4327">
                  <c:v>40406</c:v>
                </c:pt>
                <c:pt idx="4328">
                  <c:v>40407</c:v>
                </c:pt>
                <c:pt idx="4329">
                  <c:v>40408</c:v>
                </c:pt>
                <c:pt idx="4330">
                  <c:v>40409</c:v>
                </c:pt>
                <c:pt idx="4331">
                  <c:v>40410</c:v>
                </c:pt>
                <c:pt idx="4332">
                  <c:v>40413</c:v>
                </c:pt>
                <c:pt idx="4333">
                  <c:v>40414</c:v>
                </c:pt>
                <c:pt idx="4334">
                  <c:v>40415</c:v>
                </c:pt>
                <c:pt idx="4335">
                  <c:v>40416</c:v>
                </c:pt>
                <c:pt idx="4336">
                  <c:v>40417</c:v>
                </c:pt>
                <c:pt idx="4337">
                  <c:v>40420</c:v>
                </c:pt>
                <c:pt idx="4338">
                  <c:v>40421</c:v>
                </c:pt>
                <c:pt idx="4339">
                  <c:v>40422</c:v>
                </c:pt>
                <c:pt idx="4340">
                  <c:v>40423</c:v>
                </c:pt>
                <c:pt idx="4341">
                  <c:v>40424</c:v>
                </c:pt>
                <c:pt idx="4342">
                  <c:v>40427</c:v>
                </c:pt>
                <c:pt idx="4343">
                  <c:v>40428</c:v>
                </c:pt>
                <c:pt idx="4344">
                  <c:v>40429</c:v>
                </c:pt>
                <c:pt idx="4345">
                  <c:v>40430</c:v>
                </c:pt>
                <c:pt idx="4346">
                  <c:v>40431</c:v>
                </c:pt>
                <c:pt idx="4347">
                  <c:v>40434</c:v>
                </c:pt>
                <c:pt idx="4348">
                  <c:v>40435</c:v>
                </c:pt>
                <c:pt idx="4349">
                  <c:v>40436</c:v>
                </c:pt>
                <c:pt idx="4350">
                  <c:v>40437</c:v>
                </c:pt>
                <c:pt idx="4351">
                  <c:v>40438</c:v>
                </c:pt>
                <c:pt idx="4352">
                  <c:v>40441</c:v>
                </c:pt>
                <c:pt idx="4353">
                  <c:v>40442</c:v>
                </c:pt>
                <c:pt idx="4354">
                  <c:v>40443</c:v>
                </c:pt>
                <c:pt idx="4355">
                  <c:v>40444</c:v>
                </c:pt>
                <c:pt idx="4356">
                  <c:v>40445</c:v>
                </c:pt>
                <c:pt idx="4357">
                  <c:v>40448</c:v>
                </c:pt>
                <c:pt idx="4358">
                  <c:v>40449</c:v>
                </c:pt>
                <c:pt idx="4359">
                  <c:v>40450</c:v>
                </c:pt>
                <c:pt idx="4360">
                  <c:v>40451</c:v>
                </c:pt>
                <c:pt idx="4361">
                  <c:v>40452</c:v>
                </c:pt>
                <c:pt idx="4362">
                  <c:v>40455</c:v>
                </c:pt>
                <c:pt idx="4363">
                  <c:v>40456</c:v>
                </c:pt>
                <c:pt idx="4364">
                  <c:v>40457</c:v>
                </c:pt>
                <c:pt idx="4365">
                  <c:v>40458</c:v>
                </c:pt>
                <c:pt idx="4366">
                  <c:v>40459</c:v>
                </c:pt>
                <c:pt idx="4367">
                  <c:v>40462</c:v>
                </c:pt>
                <c:pt idx="4368">
                  <c:v>40463</c:v>
                </c:pt>
                <c:pt idx="4369">
                  <c:v>40464</c:v>
                </c:pt>
                <c:pt idx="4370">
                  <c:v>40465</c:v>
                </c:pt>
                <c:pt idx="4371">
                  <c:v>40466</c:v>
                </c:pt>
                <c:pt idx="4372">
                  <c:v>40469</c:v>
                </c:pt>
                <c:pt idx="4373">
                  <c:v>40470</c:v>
                </c:pt>
                <c:pt idx="4374">
                  <c:v>40471</c:v>
                </c:pt>
                <c:pt idx="4375">
                  <c:v>40472</c:v>
                </c:pt>
                <c:pt idx="4376">
                  <c:v>40473</c:v>
                </c:pt>
                <c:pt idx="4377">
                  <c:v>40476</c:v>
                </c:pt>
                <c:pt idx="4378">
                  <c:v>40477</c:v>
                </c:pt>
                <c:pt idx="4379">
                  <c:v>40478</c:v>
                </c:pt>
                <c:pt idx="4380">
                  <c:v>40479</c:v>
                </c:pt>
                <c:pt idx="4381">
                  <c:v>40480</c:v>
                </c:pt>
                <c:pt idx="4382">
                  <c:v>40483</c:v>
                </c:pt>
                <c:pt idx="4383">
                  <c:v>40484</c:v>
                </c:pt>
                <c:pt idx="4384">
                  <c:v>40485</c:v>
                </c:pt>
                <c:pt idx="4385">
                  <c:v>40486</c:v>
                </c:pt>
                <c:pt idx="4386">
                  <c:v>40487</c:v>
                </c:pt>
                <c:pt idx="4387">
                  <c:v>40490</c:v>
                </c:pt>
                <c:pt idx="4388">
                  <c:v>40491</c:v>
                </c:pt>
                <c:pt idx="4389">
                  <c:v>40492</c:v>
                </c:pt>
                <c:pt idx="4390">
                  <c:v>40493</c:v>
                </c:pt>
                <c:pt idx="4391">
                  <c:v>40494</c:v>
                </c:pt>
                <c:pt idx="4392">
                  <c:v>40497</c:v>
                </c:pt>
                <c:pt idx="4393">
                  <c:v>40498</c:v>
                </c:pt>
                <c:pt idx="4394">
                  <c:v>40499</c:v>
                </c:pt>
                <c:pt idx="4395">
                  <c:v>40500</c:v>
                </c:pt>
                <c:pt idx="4396">
                  <c:v>40501</c:v>
                </c:pt>
                <c:pt idx="4397">
                  <c:v>40504</c:v>
                </c:pt>
                <c:pt idx="4398">
                  <c:v>40505</c:v>
                </c:pt>
                <c:pt idx="4399">
                  <c:v>40506</c:v>
                </c:pt>
                <c:pt idx="4400">
                  <c:v>40507</c:v>
                </c:pt>
                <c:pt idx="4401">
                  <c:v>40508</c:v>
                </c:pt>
                <c:pt idx="4402">
                  <c:v>40511</c:v>
                </c:pt>
                <c:pt idx="4403">
                  <c:v>40512</c:v>
                </c:pt>
                <c:pt idx="4404">
                  <c:v>40513</c:v>
                </c:pt>
                <c:pt idx="4405">
                  <c:v>40514</c:v>
                </c:pt>
                <c:pt idx="4406">
                  <c:v>40515</c:v>
                </c:pt>
                <c:pt idx="4407">
                  <c:v>40518</c:v>
                </c:pt>
                <c:pt idx="4408">
                  <c:v>40519</c:v>
                </c:pt>
                <c:pt idx="4409">
                  <c:v>40520</c:v>
                </c:pt>
                <c:pt idx="4410">
                  <c:v>40521</c:v>
                </c:pt>
                <c:pt idx="4411">
                  <c:v>40522</c:v>
                </c:pt>
                <c:pt idx="4412">
                  <c:v>40525</c:v>
                </c:pt>
                <c:pt idx="4413">
                  <c:v>40526</c:v>
                </c:pt>
                <c:pt idx="4414">
                  <c:v>40527</c:v>
                </c:pt>
                <c:pt idx="4415">
                  <c:v>40528</c:v>
                </c:pt>
                <c:pt idx="4416">
                  <c:v>40529</c:v>
                </c:pt>
                <c:pt idx="4417">
                  <c:v>40532</c:v>
                </c:pt>
                <c:pt idx="4418">
                  <c:v>40533</c:v>
                </c:pt>
                <c:pt idx="4419">
                  <c:v>40534</c:v>
                </c:pt>
                <c:pt idx="4420">
                  <c:v>40535</c:v>
                </c:pt>
                <c:pt idx="4421">
                  <c:v>40536</c:v>
                </c:pt>
                <c:pt idx="4422">
                  <c:v>40539</c:v>
                </c:pt>
                <c:pt idx="4423">
                  <c:v>40540</c:v>
                </c:pt>
                <c:pt idx="4424">
                  <c:v>40541</c:v>
                </c:pt>
                <c:pt idx="4425">
                  <c:v>40542</c:v>
                </c:pt>
                <c:pt idx="4426">
                  <c:v>40543</c:v>
                </c:pt>
                <c:pt idx="4427">
                  <c:v>40546</c:v>
                </c:pt>
                <c:pt idx="4428">
                  <c:v>40547</c:v>
                </c:pt>
                <c:pt idx="4429">
                  <c:v>40548</c:v>
                </c:pt>
                <c:pt idx="4430">
                  <c:v>40549</c:v>
                </c:pt>
                <c:pt idx="4431">
                  <c:v>40550</c:v>
                </c:pt>
                <c:pt idx="4432">
                  <c:v>40553</c:v>
                </c:pt>
                <c:pt idx="4433">
                  <c:v>40554</c:v>
                </c:pt>
                <c:pt idx="4434">
                  <c:v>40555</c:v>
                </c:pt>
                <c:pt idx="4435">
                  <c:v>40556</c:v>
                </c:pt>
                <c:pt idx="4436">
                  <c:v>40557</c:v>
                </c:pt>
                <c:pt idx="4437">
                  <c:v>40560</c:v>
                </c:pt>
                <c:pt idx="4438">
                  <c:v>40561</c:v>
                </c:pt>
                <c:pt idx="4439">
                  <c:v>40562</c:v>
                </c:pt>
                <c:pt idx="4440">
                  <c:v>40563</c:v>
                </c:pt>
                <c:pt idx="4441">
                  <c:v>40564</c:v>
                </c:pt>
                <c:pt idx="4442">
                  <c:v>40567</c:v>
                </c:pt>
                <c:pt idx="4443">
                  <c:v>40568</c:v>
                </c:pt>
                <c:pt idx="4444">
                  <c:v>40569</c:v>
                </c:pt>
                <c:pt idx="4445">
                  <c:v>40570</c:v>
                </c:pt>
                <c:pt idx="4446">
                  <c:v>40571</c:v>
                </c:pt>
                <c:pt idx="4447">
                  <c:v>40574</c:v>
                </c:pt>
                <c:pt idx="4448">
                  <c:v>40575</c:v>
                </c:pt>
                <c:pt idx="4449">
                  <c:v>40576</c:v>
                </c:pt>
                <c:pt idx="4450">
                  <c:v>40577</c:v>
                </c:pt>
                <c:pt idx="4451">
                  <c:v>40578</c:v>
                </c:pt>
                <c:pt idx="4452">
                  <c:v>40581</c:v>
                </c:pt>
                <c:pt idx="4453">
                  <c:v>40582</c:v>
                </c:pt>
                <c:pt idx="4454">
                  <c:v>40583</c:v>
                </c:pt>
                <c:pt idx="4455">
                  <c:v>40584</c:v>
                </c:pt>
                <c:pt idx="4456">
                  <c:v>40585</c:v>
                </c:pt>
                <c:pt idx="4457">
                  <c:v>40588</c:v>
                </c:pt>
                <c:pt idx="4458">
                  <c:v>40589</c:v>
                </c:pt>
                <c:pt idx="4459">
                  <c:v>40590</c:v>
                </c:pt>
                <c:pt idx="4460">
                  <c:v>40591</c:v>
                </c:pt>
                <c:pt idx="4461">
                  <c:v>40592</c:v>
                </c:pt>
                <c:pt idx="4462">
                  <c:v>40595</c:v>
                </c:pt>
                <c:pt idx="4463">
                  <c:v>40596</c:v>
                </c:pt>
                <c:pt idx="4464">
                  <c:v>40597</c:v>
                </c:pt>
                <c:pt idx="4465">
                  <c:v>40598</c:v>
                </c:pt>
                <c:pt idx="4466">
                  <c:v>40599</c:v>
                </c:pt>
                <c:pt idx="4467">
                  <c:v>40602</c:v>
                </c:pt>
                <c:pt idx="4468">
                  <c:v>40603</c:v>
                </c:pt>
                <c:pt idx="4469">
                  <c:v>40604</c:v>
                </c:pt>
                <c:pt idx="4470">
                  <c:v>40605</c:v>
                </c:pt>
                <c:pt idx="4471">
                  <c:v>40606</c:v>
                </c:pt>
                <c:pt idx="4472">
                  <c:v>40609</c:v>
                </c:pt>
                <c:pt idx="4473">
                  <c:v>40610</c:v>
                </c:pt>
                <c:pt idx="4474">
                  <c:v>40611</c:v>
                </c:pt>
                <c:pt idx="4475">
                  <c:v>40612</c:v>
                </c:pt>
                <c:pt idx="4476">
                  <c:v>40613</c:v>
                </c:pt>
                <c:pt idx="4477">
                  <c:v>40616</c:v>
                </c:pt>
                <c:pt idx="4478">
                  <c:v>40617</c:v>
                </c:pt>
                <c:pt idx="4479">
                  <c:v>40618</c:v>
                </c:pt>
                <c:pt idx="4480">
                  <c:v>40619</c:v>
                </c:pt>
                <c:pt idx="4481">
                  <c:v>40620</c:v>
                </c:pt>
                <c:pt idx="4482">
                  <c:v>40623</c:v>
                </c:pt>
                <c:pt idx="4483">
                  <c:v>40624</c:v>
                </c:pt>
                <c:pt idx="4484">
                  <c:v>40625</c:v>
                </c:pt>
                <c:pt idx="4485">
                  <c:v>40626</c:v>
                </c:pt>
                <c:pt idx="4486">
                  <c:v>40627</c:v>
                </c:pt>
                <c:pt idx="4487">
                  <c:v>40630</c:v>
                </c:pt>
                <c:pt idx="4488">
                  <c:v>40631</c:v>
                </c:pt>
                <c:pt idx="4489">
                  <c:v>40632</c:v>
                </c:pt>
                <c:pt idx="4490">
                  <c:v>40633</c:v>
                </c:pt>
                <c:pt idx="4491">
                  <c:v>40634</c:v>
                </c:pt>
                <c:pt idx="4492">
                  <c:v>40637</c:v>
                </c:pt>
                <c:pt idx="4493">
                  <c:v>40638</c:v>
                </c:pt>
                <c:pt idx="4494">
                  <c:v>40639</c:v>
                </c:pt>
                <c:pt idx="4495">
                  <c:v>40640</c:v>
                </c:pt>
                <c:pt idx="4496">
                  <c:v>40641</c:v>
                </c:pt>
                <c:pt idx="4497">
                  <c:v>40644</c:v>
                </c:pt>
                <c:pt idx="4498">
                  <c:v>40645</c:v>
                </c:pt>
                <c:pt idx="4499">
                  <c:v>40646</c:v>
                </c:pt>
                <c:pt idx="4500">
                  <c:v>40647</c:v>
                </c:pt>
                <c:pt idx="4501">
                  <c:v>40648</c:v>
                </c:pt>
                <c:pt idx="4502">
                  <c:v>40651</c:v>
                </c:pt>
                <c:pt idx="4503">
                  <c:v>40652</c:v>
                </c:pt>
                <c:pt idx="4504">
                  <c:v>40653</c:v>
                </c:pt>
                <c:pt idx="4505">
                  <c:v>40654</c:v>
                </c:pt>
                <c:pt idx="4506">
                  <c:v>40655</c:v>
                </c:pt>
                <c:pt idx="4507">
                  <c:v>40658</c:v>
                </c:pt>
                <c:pt idx="4508">
                  <c:v>40659</c:v>
                </c:pt>
                <c:pt idx="4509">
                  <c:v>40660</c:v>
                </c:pt>
                <c:pt idx="4510">
                  <c:v>40661</c:v>
                </c:pt>
                <c:pt idx="4511">
                  <c:v>40662</c:v>
                </c:pt>
                <c:pt idx="4512">
                  <c:v>40665</c:v>
                </c:pt>
                <c:pt idx="4513">
                  <c:v>40666</c:v>
                </c:pt>
                <c:pt idx="4514">
                  <c:v>40667</c:v>
                </c:pt>
                <c:pt idx="4515">
                  <c:v>40668</c:v>
                </c:pt>
                <c:pt idx="4516">
                  <c:v>40669</c:v>
                </c:pt>
                <c:pt idx="4517">
                  <c:v>40672</c:v>
                </c:pt>
                <c:pt idx="4518">
                  <c:v>40673</c:v>
                </c:pt>
                <c:pt idx="4519">
                  <c:v>40674</c:v>
                </c:pt>
                <c:pt idx="4520">
                  <c:v>40675</c:v>
                </c:pt>
                <c:pt idx="4521">
                  <c:v>40676</c:v>
                </c:pt>
                <c:pt idx="4522">
                  <c:v>40679</c:v>
                </c:pt>
                <c:pt idx="4523">
                  <c:v>40680</c:v>
                </c:pt>
                <c:pt idx="4524">
                  <c:v>40681</c:v>
                </c:pt>
                <c:pt idx="4525">
                  <c:v>40682</c:v>
                </c:pt>
                <c:pt idx="4526">
                  <c:v>40683</c:v>
                </c:pt>
                <c:pt idx="4527">
                  <c:v>40686</c:v>
                </c:pt>
                <c:pt idx="4528">
                  <c:v>40687</c:v>
                </c:pt>
                <c:pt idx="4529">
                  <c:v>40688</c:v>
                </c:pt>
                <c:pt idx="4530">
                  <c:v>40689</c:v>
                </c:pt>
                <c:pt idx="4531">
                  <c:v>40690</c:v>
                </c:pt>
                <c:pt idx="4532">
                  <c:v>40693</c:v>
                </c:pt>
                <c:pt idx="4533">
                  <c:v>40694</c:v>
                </c:pt>
                <c:pt idx="4534">
                  <c:v>40695</c:v>
                </c:pt>
                <c:pt idx="4535">
                  <c:v>40696</c:v>
                </c:pt>
                <c:pt idx="4536">
                  <c:v>40697</c:v>
                </c:pt>
                <c:pt idx="4537">
                  <c:v>40700</c:v>
                </c:pt>
                <c:pt idx="4538">
                  <c:v>40701</c:v>
                </c:pt>
                <c:pt idx="4539">
                  <c:v>40702</c:v>
                </c:pt>
                <c:pt idx="4540">
                  <c:v>40703</c:v>
                </c:pt>
                <c:pt idx="4541">
                  <c:v>40704</c:v>
                </c:pt>
                <c:pt idx="4542">
                  <c:v>40707</c:v>
                </c:pt>
                <c:pt idx="4543">
                  <c:v>40708</c:v>
                </c:pt>
                <c:pt idx="4544">
                  <c:v>40709</c:v>
                </c:pt>
                <c:pt idx="4545">
                  <c:v>40710</c:v>
                </c:pt>
                <c:pt idx="4546">
                  <c:v>40711</c:v>
                </c:pt>
                <c:pt idx="4547">
                  <c:v>40714</c:v>
                </c:pt>
                <c:pt idx="4548">
                  <c:v>40715</c:v>
                </c:pt>
                <c:pt idx="4549">
                  <c:v>40716</c:v>
                </c:pt>
                <c:pt idx="4550">
                  <c:v>40717</c:v>
                </c:pt>
                <c:pt idx="4551">
                  <c:v>40718</c:v>
                </c:pt>
                <c:pt idx="4552">
                  <c:v>40721</c:v>
                </c:pt>
                <c:pt idx="4553">
                  <c:v>40722</c:v>
                </c:pt>
                <c:pt idx="4554">
                  <c:v>40723</c:v>
                </c:pt>
                <c:pt idx="4555">
                  <c:v>40724</c:v>
                </c:pt>
                <c:pt idx="4556">
                  <c:v>40725</c:v>
                </c:pt>
                <c:pt idx="4557">
                  <c:v>40728</c:v>
                </c:pt>
                <c:pt idx="4558">
                  <c:v>40729</c:v>
                </c:pt>
                <c:pt idx="4559">
                  <c:v>40730</c:v>
                </c:pt>
                <c:pt idx="4560">
                  <c:v>40731</c:v>
                </c:pt>
                <c:pt idx="4561">
                  <c:v>40732</c:v>
                </c:pt>
                <c:pt idx="4562">
                  <c:v>40735</c:v>
                </c:pt>
                <c:pt idx="4563">
                  <c:v>40736</c:v>
                </c:pt>
                <c:pt idx="4564">
                  <c:v>40737</c:v>
                </c:pt>
                <c:pt idx="4565">
                  <c:v>40738</c:v>
                </c:pt>
                <c:pt idx="4566">
                  <c:v>40739</c:v>
                </c:pt>
                <c:pt idx="4567">
                  <c:v>40742</c:v>
                </c:pt>
                <c:pt idx="4568">
                  <c:v>40743</c:v>
                </c:pt>
                <c:pt idx="4569">
                  <c:v>40744</c:v>
                </c:pt>
                <c:pt idx="4570">
                  <c:v>40745</c:v>
                </c:pt>
                <c:pt idx="4571">
                  <c:v>40746</c:v>
                </c:pt>
                <c:pt idx="4572">
                  <c:v>40749</c:v>
                </c:pt>
                <c:pt idx="4573">
                  <c:v>40750</c:v>
                </c:pt>
                <c:pt idx="4574">
                  <c:v>40751</c:v>
                </c:pt>
                <c:pt idx="4575">
                  <c:v>40752</c:v>
                </c:pt>
                <c:pt idx="4576">
                  <c:v>40753</c:v>
                </c:pt>
                <c:pt idx="4577">
                  <c:v>40756</c:v>
                </c:pt>
                <c:pt idx="4578">
                  <c:v>40757</c:v>
                </c:pt>
                <c:pt idx="4579">
                  <c:v>40758</c:v>
                </c:pt>
                <c:pt idx="4580">
                  <c:v>40759</c:v>
                </c:pt>
                <c:pt idx="4581">
                  <c:v>40760</c:v>
                </c:pt>
                <c:pt idx="4582">
                  <c:v>40763</c:v>
                </c:pt>
                <c:pt idx="4583">
                  <c:v>40764</c:v>
                </c:pt>
                <c:pt idx="4584">
                  <c:v>40765</c:v>
                </c:pt>
                <c:pt idx="4585">
                  <c:v>40766</c:v>
                </c:pt>
                <c:pt idx="4586">
                  <c:v>40767</c:v>
                </c:pt>
                <c:pt idx="4587">
                  <c:v>40770</c:v>
                </c:pt>
                <c:pt idx="4588">
                  <c:v>40771</c:v>
                </c:pt>
                <c:pt idx="4589">
                  <c:v>40772</c:v>
                </c:pt>
                <c:pt idx="4590">
                  <c:v>40773</c:v>
                </c:pt>
                <c:pt idx="4591">
                  <c:v>40774</c:v>
                </c:pt>
                <c:pt idx="4592">
                  <c:v>40777</c:v>
                </c:pt>
                <c:pt idx="4593">
                  <c:v>40778</c:v>
                </c:pt>
                <c:pt idx="4594">
                  <c:v>40779</c:v>
                </c:pt>
                <c:pt idx="4595">
                  <c:v>40780</c:v>
                </c:pt>
                <c:pt idx="4596">
                  <c:v>40781</c:v>
                </c:pt>
                <c:pt idx="4597">
                  <c:v>40784</c:v>
                </c:pt>
                <c:pt idx="4598">
                  <c:v>40785</c:v>
                </c:pt>
                <c:pt idx="4599">
                  <c:v>40786</c:v>
                </c:pt>
                <c:pt idx="4600">
                  <c:v>40787</c:v>
                </c:pt>
                <c:pt idx="4601">
                  <c:v>40788</c:v>
                </c:pt>
                <c:pt idx="4602">
                  <c:v>40791</c:v>
                </c:pt>
                <c:pt idx="4603">
                  <c:v>40792</c:v>
                </c:pt>
                <c:pt idx="4604">
                  <c:v>40793</c:v>
                </c:pt>
                <c:pt idx="4605">
                  <c:v>40794</c:v>
                </c:pt>
                <c:pt idx="4606">
                  <c:v>40795</c:v>
                </c:pt>
                <c:pt idx="4607">
                  <c:v>40798</c:v>
                </c:pt>
                <c:pt idx="4608">
                  <c:v>40799</c:v>
                </c:pt>
                <c:pt idx="4609">
                  <c:v>40800</c:v>
                </c:pt>
                <c:pt idx="4610">
                  <c:v>40801</c:v>
                </c:pt>
                <c:pt idx="4611">
                  <c:v>40802</c:v>
                </c:pt>
                <c:pt idx="4612">
                  <c:v>40805</c:v>
                </c:pt>
                <c:pt idx="4613">
                  <c:v>40806</c:v>
                </c:pt>
                <c:pt idx="4614">
                  <c:v>40807</c:v>
                </c:pt>
                <c:pt idx="4615">
                  <c:v>40808</c:v>
                </c:pt>
                <c:pt idx="4616">
                  <c:v>40809</c:v>
                </c:pt>
                <c:pt idx="4617">
                  <c:v>40812</c:v>
                </c:pt>
                <c:pt idx="4618">
                  <c:v>40813</c:v>
                </c:pt>
                <c:pt idx="4619">
                  <c:v>40814</c:v>
                </c:pt>
                <c:pt idx="4620">
                  <c:v>40815</c:v>
                </c:pt>
                <c:pt idx="4621">
                  <c:v>40816</c:v>
                </c:pt>
                <c:pt idx="4622">
                  <c:v>40819</c:v>
                </c:pt>
                <c:pt idx="4623">
                  <c:v>40820</c:v>
                </c:pt>
                <c:pt idx="4624">
                  <c:v>40821</c:v>
                </c:pt>
                <c:pt idx="4625">
                  <c:v>40822</c:v>
                </c:pt>
                <c:pt idx="4626">
                  <c:v>40823</c:v>
                </c:pt>
                <c:pt idx="4627">
                  <c:v>40826</c:v>
                </c:pt>
                <c:pt idx="4628">
                  <c:v>40827</c:v>
                </c:pt>
                <c:pt idx="4629">
                  <c:v>40828</c:v>
                </c:pt>
                <c:pt idx="4630">
                  <c:v>40829</c:v>
                </c:pt>
                <c:pt idx="4631">
                  <c:v>40830</c:v>
                </c:pt>
                <c:pt idx="4632">
                  <c:v>40833</c:v>
                </c:pt>
                <c:pt idx="4633">
                  <c:v>40834</c:v>
                </c:pt>
                <c:pt idx="4634">
                  <c:v>40835</c:v>
                </c:pt>
                <c:pt idx="4635">
                  <c:v>40836</c:v>
                </c:pt>
                <c:pt idx="4636">
                  <c:v>40837</c:v>
                </c:pt>
                <c:pt idx="4637">
                  <c:v>40840</c:v>
                </c:pt>
                <c:pt idx="4638">
                  <c:v>40841</c:v>
                </c:pt>
                <c:pt idx="4639">
                  <c:v>40842</c:v>
                </c:pt>
                <c:pt idx="4640">
                  <c:v>40843</c:v>
                </c:pt>
                <c:pt idx="4641">
                  <c:v>40844</c:v>
                </c:pt>
                <c:pt idx="4642">
                  <c:v>40847</c:v>
                </c:pt>
                <c:pt idx="4643">
                  <c:v>40848</c:v>
                </c:pt>
                <c:pt idx="4644">
                  <c:v>40849</c:v>
                </c:pt>
                <c:pt idx="4645">
                  <c:v>40850</c:v>
                </c:pt>
                <c:pt idx="4646">
                  <c:v>40851</c:v>
                </c:pt>
                <c:pt idx="4647">
                  <c:v>40854</c:v>
                </c:pt>
                <c:pt idx="4648">
                  <c:v>40855</c:v>
                </c:pt>
                <c:pt idx="4649">
                  <c:v>40856</c:v>
                </c:pt>
                <c:pt idx="4650">
                  <c:v>40857</c:v>
                </c:pt>
                <c:pt idx="4651">
                  <c:v>40858</c:v>
                </c:pt>
                <c:pt idx="4652">
                  <c:v>40861</c:v>
                </c:pt>
                <c:pt idx="4653">
                  <c:v>40862</c:v>
                </c:pt>
                <c:pt idx="4654">
                  <c:v>40863</c:v>
                </c:pt>
                <c:pt idx="4655">
                  <c:v>40864</c:v>
                </c:pt>
                <c:pt idx="4656">
                  <c:v>40865</c:v>
                </c:pt>
                <c:pt idx="4657">
                  <c:v>40868</c:v>
                </c:pt>
                <c:pt idx="4658">
                  <c:v>40869</c:v>
                </c:pt>
                <c:pt idx="4659">
                  <c:v>40870</c:v>
                </c:pt>
                <c:pt idx="4660">
                  <c:v>40871</c:v>
                </c:pt>
                <c:pt idx="4661">
                  <c:v>40872</c:v>
                </c:pt>
                <c:pt idx="4662">
                  <c:v>40875</c:v>
                </c:pt>
                <c:pt idx="4663">
                  <c:v>40876</c:v>
                </c:pt>
                <c:pt idx="4664">
                  <c:v>40877</c:v>
                </c:pt>
                <c:pt idx="4665">
                  <c:v>40878</c:v>
                </c:pt>
                <c:pt idx="4666">
                  <c:v>40879</c:v>
                </c:pt>
                <c:pt idx="4667">
                  <c:v>40882</c:v>
                </c:pt>
                <c:pt idx="4668">
                  <c:v>40883</c:v>
                </c:pt>
                <c:pt idx="4669">
                  <c:v>40884</c:v>
                </c:pt>
                <c:pt idx="4670">
                  <c:v>40885</c:v>
                </c:pt>
                <c:pt idx="4671">
                  <c:v>40886</c:v>
                </c:pt>
                <c:pt idx="4672">
                  <c:v>40889</c:v>
                </c:pt>
                <c:pt idx="4673">
                  <c:v>40890</c:v>
                </c:pt>
                <c:pt idx="4674">
                  <c:v>40891</c:v>
                </c:pt>
                <c:pt idx="4675">
                  <c:v>40892</c:v>
                </c:pt>
                <c:pt idx="4676">
                  <c:v>40893</c:v>
                </c:pt>
                <c:pt idx="4677">
                  <c:v>40896</c:v>
                </c:pt>
                <c:pt idx="4678">
                  <c:v>40897</c:v>
                </c:pt>
                <c:pt idx="4679">
                  <c:v>40898</c:v>
                </c:pt>
                <c:pt idx="4680">
                  <c:v>40899</c:v>
                </c:pt>
                <c:pt idx="4681">
                  <c:v>40900</c:v>
                </c:pt>
                <c:pt idx="4682">
                  <c:v>40903</c:v>
                </c:pt>
                <c:pt idx="4683">
                  <c:v>40904</c:v>
                </c:pt>
                <c:pt idx="4684">
                  <c:v>40905</c:v>
                </c:pt>
                <c:pt idx="4685">
                  <c:v>40906</c:v>
                </c:pt>
                <c:pt idx="4686">
                  <c:v>40907</c:v>
                </c:pt>
                <c:pt idx="4687">
                  <c:v>40911</c:v>
                </c:pt>
                <c:pt idx="4688">
                  <c:v>40912</c:v>
                </c:pt>
                <c:pt idx="4689">
                  <c:v>40913</c:v>
                </c:pt>
                <c:pt idx="4690">
                  <c:v>40914</c:v>
                </c:pt>
                <c:pt idx="4691">
                  <c:v>40917</c:v>
                </c:pt>
                <c:pt idx="4692">
                  <c:v>40918</c:v>
                </c:pt>
                <c:pt idx="4693">
                  <c:v>40919</c:v>
                </c:pt>
                <c:pt idx="4694">
                  <c:v>40920</c:v>
                </c:pt>
                <c:pt idx="4695">
                  <c:v>40921</c:v>
                </c:pt>
                <c:pt idx="4696">
                  <c:v>40924</c:v>
                </c:pt>
                <c:pt idx="4697">
                  <c:v>40925</c:v>
                </c:pt>
                <c:pt idx="4698">
                  <c:v>40926</c:v>
                </c:pt>
                <c:pt idx="4699">
                  <c:v>40927</c:v>
                </c:pt>
                <c:pt idx="4700">
                  <c:v>40928</c:v>
                </c:pt>
                <c:pt idx="4701">
                  <c:v>40931</c:v>
                </c:pt>
                <c:pt idx="4702">
                  <c:v>40932</c:v>
                </c:pt>
                <c:pt idx="4703">
                  <c:v>40933</c:v>
                </c:pt>
                <c:pt idx="4704">
                  <c:v>40934</c:v>
                </c:pt>
                <c:pt idx="4705">
                  <c:v>40935</c:v>
                </c:pt>
                <c:pt idx="4706">
                  <c:v>40938</c:v>
                </c:pt>
                <c:pt idx="4707">
                  <c:v>40939</c:v>
                </c:pt>
                <c:pt idx="4708">
                  <c:v>40940</c:v>
                </c:pt>
                <c:pt idx="4709">
                  <c:v>40941</c:v>
                </c:pt>
                <c:pt idx="4710">
                  <c:v>40942</c:v>
                </c:pt>
                <c:pt idx="4711">
                  <c:v>40945</c:v>
                </c:pt>
                <c:pt idx="4712">
                  <c:v>40946</c:v>
                </c:pt>
                <c:pt idx="4713">
                  <c:v>40947</c:v>
                </c:pt>
                <c:pt idx="4714">
                  <c:v>40948</c:v>
                </c:pt>
                <c:pt idx="4715">
                  <c:v>40949</c:v>
                </c:pt>
                <c:pt idx="4716">
                  <c:v>40952</c:v>
                </c:pt>
                <c:pt idx="4717">
                  <c:v>40953</c:v>
                </c:pt>
                <c:pt idx="4718">
                  <c:v>40954</c:v>
                </c:pt>
                <c:pt idx="4719">
                  <c:v>40955</c:v>
                </c:pt>
                <c:pt idx="4720">
                  <c:v>40956</c:v>
                </c:pt>
                <c:pt idx="4721">
                  <c:v>40959</c:v>
                </c:pt>
                <c:pt idx="4722">
                  <c:v>40960</c:v>
                </c:pt>
                <c:pt idx="4723">
                  <c:v>40961</c:v>
                </c:pt>
                <c:pt idx="4724">
                  <c:v>40962</c:v>
                </c:pt>
                <c:pt idx="4725">
                  <c:v>40963</c:v>
                </c:pt>
                <c:pt idx="4726">
                  <c:v>40966</c:v>
                </c:pt>
                <c:pt idx="4727">
                  <c:v>40967</c:v>
                </c:pt>
                <c:pt idx="4728">
                  <c:v>40968</c:v>
                </c:pt>
                <c:pt idx="4729">
                  <c:v>40969</c:v>
                </c:pt>
                <c:pt idx="4730">
                  <c:v>40970</c:v>
                </c:pt>
                <c:pt idx="4731">
                  <c:v>40973</c:v>
                </c:pt>
                <c:pt idx="4732">
                  <c:v>40974</c:v>
                </c:pt>
                <c:pt idx="4733">
                  <c:v>40975</c:v>
                </c:pt>
                <c:pt idx="4734">
                  <c:v>40976</c:v>
                </c:pt>
                <c:pt idx="4735">
                  <c:v>40977</c:v>
                </c:pt>
                <c:pt idx="4736">
                  <c:v>40980</c:v>
                </c:pt>
                <c:pt idx="4737">
                  <c:v>40981</c:v>
                </c:pt>
                <c:pt idx="4738">
                  <c:v>40982</c:v>
                </c:pt>
                <c:pt idx="4739">
                  <c:v>40983</c:v>
                </c:pt>
                <c:pt idx="4740">
                  <c:v>40984</c:v>
                </c:pt>
                <c:pt idx="4741">
                  <c:v>40987</c:v>
                </c:pt>
                <c:pt idx="4742">
                  <c:v>40988</c:v>
                </c:pt>
                <c:pt idx="4743">
                  <c:v>40989</c:v>
                </c:pt>
                <c:pt idx="4744">
                  <c:v>40990</c:v>
                </c:pt>
                <c:pt idx="4745">
                  <c:v>40991</c:v>
                </c:pt>
                <c:pt idx="4746">
                  <c:v>40994</c:v>
                </c:pt>
                <c:pt idx="4747">
                  <c:v>40995</c:v>
                </c:pt>
                <c:pt idx="4748">
                  <c:v>40996</c:v>
                </c:pt>
                <c:pt idx="4749">
                  <c:v>40997</c:v>
                </c:pt>
                <c:pt idx="4750">
                  <c:v>40998</c:v>
                </c:pt>
                <c:pt idx="4751">
                  <c:v>41001</c:v>
                </c:pt>
                <c:pt idx="4752">
                  <c:v>41002</c:v>
                </c:pt>
                <c:pt idx="4753">
                  <c:v>41003</c:v>
                </c:pt>
                <c:pt idx="4754">
                  <c:v>41004</c:v>
                </c:pt>
                <c:pt idx="4755">
                  <c:v>41005</c:v>
                </c:pt>
                <c:pt idx="4756">
                  <c:v>41008</c:v>
                </c:pt>
                <c:pt idx="4757">
                  <c:v>41009</c:v>
                </c:pt>
                <c:pt idx="4758">
                  <c:v>41010</c:v>
                </c:pt>
                <c:pt idx="4759">
                  <c:v>41011</c:v>
                </c:pt>
                <c:pt idx="4760">
                  <c:v>41012</c:v>
                </c:pt>
                <c:pt idx="4761">
                  <c:v>41015</c:v>
                </c:pt>
                <c:pt idx="4762">
                  <c:v>41016</c:v>
                </c:pt>
                <c:pt idx="4763">
                  <c:v>41017</c:v>
                </c:pt>
                <c:pt idx="4764">
                  <c:v>41018</c:v>
                </c:pt>
                <c:pt idx="4765">
                  <c:v>41019</c:v>
                </c:pt>
                <c:pt idx="4766">
                  <c:v>41022</c:v>
                </c:pt>
                <c:pt idx="4767">
                  <c:v>41023</c:v>
                </c:pt>
                <c:pt idx="4768">
                  <c:v>41024</c:v>
                </c:pt>
                <c:pt idx="4769">
                  <c:v>41025</c:v>
                </c:pt>
                <c:pt idx="4770">
                  <c:v>41026</c:v>
                </c:pt>
                <c:pt idx="4771">
                  <c:v>41029</c:v>
                </c:pt>
                <c:pt idx="4772">
                  <c:v>41030</c:v>
                </c:pt>
                <c:pt idx="4773">
                  <c:v>41031</c:v>
                </c:pt>
                <c:pt idx="4774">
                  <c:v>41032</c:v>
                </c:pt>
                <c:pt idx="4775">
                  <c:v>41033</c:v>
                </c:pt>
                <c:pt idx="4776">
                  <c:v>41036</c:v>
                </c:pt>
                <c:pt idx="4777">
                  <c:v>41037</c:v>
                </c:pt>
                <c:pt idx="4778">
                  <c:v>41038</c:v>
                </c:pt>
                <c:pt idx="4779">
                  <c:v>41039</c:v>
                </c:pt>
                <c:pt idx="4780">
                  <c:v>41040</c:v>
                </c:pt>
                <c:pt idx="4781">
                  <c:v>41043</c:v>
                </c:pt>
                <c:pt idx="4782">
                  <c:v>41044</c:v>
                </c:pt>
                <c:pt idx="4783">
                  <c:v>41045</c:v>
                </c:pt>
                <c:pt idx="4784">
                  <c:v>41046</c:v>
                </c:pt>
                <c:pt idx="4785">
                  <c:v>41047</c:v>
                </c:pt>
                <c:pt idx="4786">
                  <c:v>41050</c:v>
                </c:pt>
                <c:pt idx="4787">
                  <c:v>41051</c:v>
                </c:pt>
                <c:pt idx="4788">
                  <c:v>41052</c:v>
                </c:pt>
                <c:pt idx="4789">
                  <c:v>41053</c:v>
                </c:pt>
                <c:pt idx="4790">
                  <c:v>41054</c:v>
                </c:pt>
                <c:pt idx="4791">
                  <c:v>41057</c:v>
                </c:pt>
                <c:pt idx="4792">
                  <c:v>41058</c:v>
                </c:pt>
                <c:pt idx="4793">
                  <c:v>41059</c:v>
                </c:pt>
                <c:pt idx="4794">
                  <c:v>41060</c:v>
                </c:pt>
                <c:pt idx="4795">
                  <c:v>41061</c:v>
                </c:pt>
                <c:pt idx="4796">
                  <c:v>41064</c:v>
                </c:pt>
                <c:pt idx="4797">
                  <c:v>41065</c:v>
                </c:pt>
                <c:pt idx="4798">
                  <c:v>41066</c:v>
                </c:pt>
                <c:pt idx="4799">
                  <c:v>41067</c:v>
                </c:pt>
                <c:pt idx="4800">
                  <c:v>41068</c:v>
                </c:pt>
                <c:pt idx="4801">
                  <c:v>41071</c:v>
                </c:pt>
                <c:pt idx="4802">
                  <c:v>41072</c:v>
                </c:pt>
                <c:pt idx="4803">
                  <c:v>41073</c:v>
                </c:pt>
                <c:pt idx="4804">
                  <c:v>41074</c:v>
                </c:pt>
                <c:pt idx="4805">
                  <c:v>41075</c:v>
                </c:pt>
                <c:pt idx="4806">
                  <c:v>41078</c:v>
                </c:pt>
                <c:pt idx="4807">
                  <c:v>41079</c:v>
                </c:pt>
                <c:pt idx="4808">
                  <c:v>41080</c:v>
                </c:pt>
                <c:pt idx="4809">
                  <c:v>41081</c:v>
                </c:pt>
                <c:pt idx="4810">
                  <c:v>41082</c:v>
                </c:pt>
                <c:pt idx="4811">
                  <c:v>41085</c:v>
                </c:pt>
                <c:pt idx="4812">
                  <c:v>41086</c:v>
                </c:pt>
                <c:pt idx="4813">
                  <c:v>41087</c:v>
                </c:pt>
                <c:pt idx="4814">
                  <c:v>41088</c:v>
                </c:pt>
                <c:pt idx="4815">
                  <c:v>41089</c:v>
                </c:pt>
                <c:pt idx="4816">
                  <c:v>41092</c:v>
                </c:pt>
                <c:pt idx="4817">
                  <c:v>41093</c:v>
                </c:pt>
                <c:pt idx="4818">
                  <c:v>41094</c:v>
                </c:pt>
                <c:pt idx="4819">
                  <c:v>41095</c:v>
                </c:pt>
                <c:pt idx="4820">
                  <c:v>41096</c:v>
                </c:pt>
                <c:pt idx="4821">
                  <c:v>41099</c:v>
                </c:pt>
                <c:pt idx="4822">
                  <c:v>41100</c:v>
                </c:pt>
                <c:pt idx="4823">
                  <c:v>41101</c:v>
                </c:pt>
                <c:pt idx="4824">
                  <c:v>41102</c:v>
                </c:pt>
                <c:pt idx="4825">
                  <c:v>41103</c:v>
                </c:pt>
                <c:pt idx="4826">
                  <c:v>41106</c:v>
                </c:pt>
                <c:pt idx="4827">
                  <c:v>41107</c:v>
                </c:pt>
                <c:pt idx="4828">
                  <c:v>41108</c:v>
                </c:pt>
                <c:pt idx="4829">
                  <c:v>41109</c:v>
                </c:pt>
                <c:pt idx="4830">
                  <c:v>41110</c:v>
                </c:pt>
                <c:pt idx="4831">
                  <c:v>41113</c:v>
                </c:pt>
                <c:pt idx="4832">
                  <c:v>41114</c:v>
                </c:pt>
                <c:pt idx="4833">
                  <c:v>41115</c:v>
                </c:pt>
                <c:pt idx="4834">
                  <c:v>41116</c:v>
                </c:pt>
                <c:pt idx="4835">
                  <c:v>41117</c:v>
                </c:pt>
                <c:pt idx="4836">
                  <c:v>41120</c:v>
                </c:pt>
                <c:pt idx="4837">
                  <c:v>41121</c:v>
                </c:pt>
                <c:pt idx="4838">
                  <c:v>41122</c:v>
                </c:pt>
                <c:pt idx="4839">
                  <c:v>41123</c:v>
                </c:pt>
                <c:pt idx="4840">
                  <c:v>41124</c:v>
                </c:pt>
                <c:pt idx="4841">
                  <c:v>41127</c:v>
                </c:pt>
                <c:pt idx="4842">
                  <c:v>41128</c:v>
                </c:pt>
                <c:pt idx="4843">
                  <c:v>41129</c:v>
                </c:pt>
                <c:pt idx="4844">
                  <c:v>41130</c:v>
                </c:pt>
                <c:pt idx="4845">
                  <c:v>41131</c:v>
                </c:pt>
                <c:pt idx="4846">
                  <c:v>41134</c:v>
                </c:pt>
                <c:pt idx="4847">
                  <c:v>41135</c:v>
                </c:pt>
                <c:pt idx="4848">
                  <c:v>41136</c:v>
                </c:pt>
                <c:pt idx="4849">
                  <c:v>41137</c:v>
                </c:pt>
                <c:pt idx="4850">
                  <c:v>41138</c:v>
                </c:pt>
                <c:pt idx="4851">
                  <c:v>41141</c:v>
                </c:pt>
                <c:pt idx="4852">
                  <c:v>41142</c:v>
                </c:pt>
                <c:pt idx="4853">
                  <c:v>41143</c:v>
                </c:pt>
                <c:pt idx="4854">
                  <c:v>41144</c:v>
                </c:pt>
                <c:pt idx="4855">
                  <c:v>41145</c:v>
                </c:pt>
                <c:pt idx="4856">
                  <c:v>41148</c:v>
                </c:pt>
                <c:pt idx="4857">
                  <c:v>41149</c:v>
                </c:pt>
                <c:pt idx="4858">
                  <c:v>41150</c:v>
                </c:pt>
                <c:pt idx="4859">
                  <c:v>41151</c:v>
                </c:pt>
                <c:pt idx="4860">
                  <c:v>41152</c:v>
                </c:pt>
                <c:pt idx="4861">
                  <c:v>41155</c:v>
                </c:pt>
                <c:pt idx="4862">
                  <c:v>41156</c:v>
                </c:pt>
                <c:pt idx="4863">
                  <c:v>41157</c:v>
                </c:pt>
                <c:pt idx="4864">
                  <c:v>41158</c:v>
                </c:pt>
                <c:pt idx="4865">
                  <c:v>41159</c:v>
                </c:pt>
                <c:pt idx="4866">
                  <c:v>41162</c:v>
                </c:pt>
                <c:pt idx="4867">
                  <c:v>41163</c:v>
                </c:pt>
                <c:pt idx="4868">
                  <c:v>41164</c:v>
                </c:pt>
                <c:pt idx="4869">
                  <c:v>41165</c:v>
                </c:pt>
                <c:pt idx="4870">
                  <c:v>41166</c:v>
                </c:pt>
                <c:pt idx="4871">
                  <c:v>41169</c:v>
                </c:pt>
                <c:pt idx="4872">
                  <c:v>41170</c:v>
                </c:pt>
                <c:pt idx="4873">
                  <c:v>41171</c:v>
                </c:pt>
                <c:pt idx="4874">
                  <c:v>41172</c:v>
                </c:pt>
                <c:pt idx="4875">
                  <c:v>41173</c:v>
                </c:pt>
                <c:pt idx="4876">
                  <c:v>41176</c:v>
                </c:pt>
                <c:pt idx="4877">
                  <c:v>41177</c:v>
                </c:pt>
                <c:pt idx="4878">
                  <c:v>41178</c:v>
                </c:pt>
                <c:pt idx="4879">
                  <c:v>41179</c:v>
                </c:pt>
                <c:pt idx="4880">
                  <c:v>41180</c:v>
                </c:pt>
                <c:pt idx="4881">
                  <c:v>41183</c:v>
                </c:pt>
                <c:pt idx="4882">
                  <c:v>41184</c:v>
                </c:pt>
                <c:pt idx="4883">
                  <c:v>41185</c:v>
                </c:pt>
                <c:pt idx="4884">
                  <c:v>41186</c:v>
                </c:pt>
                <c:pt idx="4885">
                  <c:v>41187</c:v>
                </c:pt>
                <c:pt idx="4886">
                  <c:v>41190</c:v>
                </c:pt>
                <c:pt idx="4887">
                  <c:v>41191</c:v>
                </c:pt>
                <c:pt idx="4888">
                  <c:v>41192</c:v>
                </c:pt>
                <c:pt idx="4889">
                  <c:v>41193</c:v>
                </c:pt>
                <c:pt idx="4890">
                  <c:v>41194</c:v>
                </c:pt>
                <c:pt idx="4891">
                  <c:v>41197</c:v>
                </c:pt>
                <c:pt idx="4892">
                  <c:v>41198</c:v>
                </c:pt>
                <c:pt idx="4893">
                  <c:v>41199</c:v>
                </c:pt>
                <c:pt idx="4894">
                  <c:v>41200</c:v>
                </c:pt>
                <c:pt idx="4895">
                  <c:v>41201</c:v>
                </c:pt>
                <c:pt idx="4896">
                  <c:v>41204</c:v>
                </c:pt>
                <c:pt idx="4897">
                  <c:v>41205</c:v>
                </c:pt>
                <c:pt idx="4898">
                  <c:v>41206</c:v>
                </c:pt>
                <c:pt idx="4899">
                  <c:v>41207</c:v>
                </c:pt>
                <c:pt idx="4900">
                  <c:v>41208</c:v>
                </c:pt>
                <c:pt idx="4901">
                  <c:v>41211</c:v>
                </c:pt>
                <c:pt idx="4902">
                  <c:v>41212</c:v>
                </c:pt>
                <c:pt idx="4903">
                  <c:v>41213</c:v>
                </c:pt>
                <c:pt idx="4904">
                  <c:v>41214</c:v>
                </c:pt>
                <c:pt idx="4905">
                  <c:v>41215</c:v>
                </c:pt>
                <c:pt idx="4906">
                  <c:v>41218</c:v>
                </c:pt>
                <c:pt idx="4907">
                  <c:v>41219</c:v>
                </c:pt>
                <c:pt idx="4908">
                  <c:v>41220</c:v>
                </c:pt>
                <c:pt idx="4909">
                  <c:v>41221</c:v>
                </c:pt>
                <c:pt idx="4910">
                  <c:v>41222</c:v>
                </c:pt>
                <c:pt idx="4911">
                  <c:v>41225</c:v>
                </c:pt>
                <c:pt idx="4912">
                  <c:v>41226</c:v>
                </c:pt>
                <c:pt idx="4913">
                  <c:v>41227</c:v>
                </c:pt>
                <c:pt idx="4914">
                  <c:v>41228</c:v>
                </c:pt>
                <c:pt idx="4915">
                  <c:v>41229</c:v>
                </c:pt>
                <c:pt idx="4916">
                  <c:v>41232</c:v>
                </c:pt>
                <c:pt idx="4917">
                  <c:v>41233</c:v>
                </c:pt>
                <c:pt idx="4918">
                  <c:v>41234</c:v>
                </c:pt>
                <c:pt idx="4919">
                  <c:v>41235</c:v>
                </c:pt>
                <c:pt idx="4920">
                  <c:v>41236</c:v>
                </c:pt>
                <c:pt idx="4921">
                  <c:v>41239</c:v>
                </c:pt>
                <c:pt idx="4922">
                  <c:v>41240</c:v>
                </c:pt>
                <c:pt idx="4923">
                  <c:v>41241</c:v>
                </c:pt>
                <c:pt idx="4924">
                  <c:v>41242</c:v>
                </c:pt>
                <c:pt idx="4925">
                  <c:v>41243</c:v>
                </c:pt>
                <c:pt idx="4926">
                  <c:v>41246</c:v>
                </c:pt>
                <c:pt idx="4927">
                  <c:v>41247</c:v>
                </c:pt>
                <c:pt idx="4928">
                  <c:v>41248</c:v>
                </c:pt>
                <c:pt idx="4929">
                  <c:v>41249</c:v>
                </c:pt>
                <c:pt idx="4930">
                  <c:v>41250</c:v>
                </c:pt>
                <c:pt idx="4931">
                  <c:v>41253</c:v>
                </c:pt>
                <c:pt idx="4932">
                  <c:v>41254</c:v>
                </c:pt>
                <c:pt idx="4933">
                  <c:v>41255</c:v>
                </c:pt>
                <c:pt idx="4934">
                  <c:v>41256</c:v>
                </c:pt>
                <c:pt idx="4935">
                  <c:v>41257</c:v>
                </c:pt>
                <c:pt idx="4936">
                  <c:v>41260</c:v>
                </c:pt>
                <c:pt idx="4937">
                  <c:v>41261</c:v>
                </c:pt>
                <c:pt idx="4938">
                  <c:v>41262</c:v>
                </c:pt>
                <c:pt idx="4939">
                  <c:v>41263</c:v>
                </c:pt>
                <c:pt idx="4940">
                  <c:v>41264</c:v>
                </c:pt>
                <c:pt idx="4941">
                  <c:v>41267</c:v>
                </c:pt>
                <c:pt idx="4942">
                  <c:v>41268</c:v>
                </c:pt>
                <c:pt idx="4943">
                  <c:v>41269</c:v>
                </c:pt>
                <c:pt idx="4944">
                  <c:v>41270</c:v>
                </c:pt>
                <c:pt idx="4945">
                  <c:v>41271</c:v>
                </c:pt>
                <c:pt idx="4946">
                  <c:v>41274</c:v>
                </c:pt>
                <c:pt idx="4947">
                  <c:v>41275</c:v>
                </c:pt>
                <c:pt idx="4948">
                  <c:v>41276</c:v>
                </c:pt>
                <c:pt idx="4949">
                  <c:v>41277</c:v>
                </c:pt>
                <c:pt idx="4950">
                  <c:v>41278</c:v>
                </c:pt>
                <c:pt idx="4951">
                  <c:v>41281</c:v>
                </c:pt>
                <c:pt idx="4952">
                  <c:v>41282</c:v>
                </c:pt>
                <c:pt idx="4953">
                  <c:v>41283</c:v>
                </c:pt>
                <c:pt idx="4954">
                  <c:v>41284</c:v>
                </c:pt>
                <c:pt idx="4955">
                  <c:v>41285</c:v>
                </c:pt>
                <c:pt idx="4956">
                  <c:v>41288</c:v>
                </c:pt>
                <c:pt idx="4957">
                  <c:v>41289</c:v>
                </c:pt>
                <c:pt idx="4958">
                  <c:v>41290</c:v>
                </c:pt>
                <c:pt idx="4959">
                  <c:v>41291</c:v>
                </c:pt>
                <c:pt idx="4960">
                  <c:v>41292</c:v>
                </c:pt>
                <c:pt idx="4961">
                  <c:v>41295</c:v>
                </c:pt>
                <c:pt idx="4962">
                  <c:v>41296</c:v>
                </c:pt>
                <c:pt idx="4963">
                  <c:v>41297</c:v>
                </c:pt>
                <c:pt idx="4964">
                  <c:v>41298</c:v>
                </c:pt>
                <c:pt idx="4965">
                  <c:v>41299</c:v>
                </c:pt>
                <c:pt idx="4966">
                  <c:v>41302</c:v>
                </c:pt>
                <c:pt idx="4967">
                  <c:v>41303</c:v>
                </c:pt>
                <c:pt idx="4968">
                  <c:v>41304</c:v>
                </c:pt>
                <c:pt idx="4969">
                  <c:v>41305</c:v>
                </c:pt>
                <c:pt idx="4970">
                  <c:v>41306</c:v>
                </c:pt>
                <c:pt idx="4971">
                  <c:v>41309</c:v>
                </c:pt>
                <c:pt idx="4972">
                  <c:v>41310</c:v>
                </c:pt>
                <c:pt idx="4973">
                  <c:v>41311</c:v>
                </c:pt>
                <c:pt idx="4974">
                  <c:v>41312</c:v>
                </c:pt>
                <c:pt idx="4975">
                  <c:v>41313</c:v>
                </c:pt>
                <c:pt idx="4976">
                  <c:v>41316</c:v>
                </c:pt>
                <c:pt idx="4977">
                  <c:v>41317</c:v>
                </c:pt>
                <c:pt idx="4978">
                  <c:v>41318</c:v>
                </c:pt>
                <c:pt idx="4979">
                  <c:v>41319</c:v>
                </c:pt>
                <c:pt idx="4980">
                  <c:v>41320</c:v>
                </c:pt>
                <c:pt idx="4981">
                  <c:v>41323</c:v>
                </c:pt>
                <c:pt idx="4982">
                  <c:v>41324</c:v>
                </c:pt>
                <c:pt idx="4983">
                  <c:v>41325</c:v>
                </c:pt>
                <c:pt idx="4984">
                  <c:v>41326</c:v>
                </c:pt>
                <c:pt idx="4985">
                  <c:v>41327</c:v>
                </c:pt>
                <c:pt idx="4986">
                  <c:v>41330</c:v>
                </c:pt>
                <c:pt idx="4987">
                  <c:v>41331</c:v>
                </c:pt>
                <c:pt idx="4988">
                  <c:v>41332</c:v>
                </c:pt>
                <c:pt idx="4989">
                  <c:v>41333</c:v>
                </c:pt>
                <c:pt idx="4990">
                  <c:v>41334</c:v>
                </c:pt>
                <c:pt idx="4991">
                  <c:v>41337</c:v>
                </c:pt>
                <c:pt idx="4992">
                  <c:v>41338</c:v>
                </c:pt>
                <c:pt idx="4993">
                  <c:v>41339</c:v>
                </c:pt>
                <c:pt idx="4994">
                  <c:v>41340</c:v>
                </c:pt>
                <c:pt idx="4995">
                  <c:v>41341</c:v>
                </c:pt>
                <c:pt idx="4996">
                  <c:v>41344</c:v>
                </c:pt>
                <c:pt idx="4997">
                  <c:v>41345</c:v>
                </c:pt>
                <c:pt idx="4998">
                  <c:v>41346</c:v>
                </c:pt>
                <c:pt idx="4999">
                  <c:v>41347</c:v>
                </c:pt>
                <c:pt idx="5000">
                  <c:v>41348</c:v>
                </c:pt>
                <c:pt idx="5001">
                  <c:v>41351</c:v>
                </c:pt>
                <c:pt idx="5002">
                  <c:v>41352</c:v>
                </c:pt>
                <c:pt idx="5003">
                  <c:v>41353</c:v>
                </c:pt>
                <c:pt idx="5004">
                  <c:v>41354</c:v>
                </c:pt>
                <c:pt idx="5005">
                  <c:v>41355</c:v>
                </c:pt>
                <c:pt idx="5006">
                  <c:v>41358</c:v>
                </c:pt>
                <c:pt idx="5007">
                  <c:v>41359</c:v>
                </c:pt>
                <c:pt idx="5008">
                  <c:v>41360</c:v>
                </c:pt>
                <c:pt idx="5009">
                  <c:v>41361</c:v>
                </c:pt>
                <c:pt idx="5010">
                  <c:v>41362</c:v>
                </c:pt>
                <c:pt idx="5011">
                  <c:v>41365</c:v>
                </c:pt>
                <c:pt idx="5012">
                  <c:v>41366</c:v>
                </c:pt>
                <c:pt idx="5013">
                  <c:v>41367</c:v>
                </c:pt>
                <c:pt idx="5014">
                  <c:v>41368</c:v>
                </c:pt>
                <c:pt idx="5015">
                  <c:v>41369</c:v>
                </c:pt>
                <c:pt idx="5016">
                  <c:v>41372</c:v>
                </c:pt>
                <c:pt idx="5017">
                  <c:v>41373</c:v>
                </c:pt>
                <c:pt idx="5018">
                  <c:v>41374</c:v>
                </c:pt>
                <c:pt idx="5019">
                  <c:v>41375</c:v>
                </c:pt>
                <c:pt idx="5020">
                  <c:v>41376</c:v>
                </c:pt>
                <c:pt idx="5021">
                  <c:v>41379</c:v>
                </c:pt>
                <c:pt idx="5022">
                  <c:v>41380</c:v>
                </c:pt>
                <c:pt idx="5023">
                  <c:v>41381</c:v>
                </c:pt>
                <c:pt idx="5024">
                  <c:v>41382</c:v>
                </c:pt>
                <c:pt idx="5025">
                  <c:v>41383</c:v>
                </c:pt>
                <c:pt idx="5026">
                  <c:v>41386</c:v>
                </c:pt>
                <c:pt idx="5027">
                  <c:v>41387</c:v>
                </c:pt>
                <c:pt idx="5028">
                  <c:v>41388</c:v>
                </c:pt>
                <c:pt idx="5029">
                  <c:v>41389</c:v>
                </c:pt>
                <c:pt idx="5030">
                  <c:v>41390</c:v>
                </c:pt>
                <c:pt idx="5031">
                  <c:v>41393</c:v>
                </c:pt>
                <c:pt idx="5032">
                  <c:v>41394</c:v>
                </c:pt>
                <c:pt idx="5033">
                  <c:v>41395</c:v>
                </c:pt>
              </c:numCache>
            </c:numRef>
          </c:cat>
          <c:val>
            <c:numRef>
              <c:f>Daily!$BC$8:$BC$5041</c:f>
              <c:numCache>
                <c:formatCode>General</c:formatCode>
                <c:ptCount val="5034"/>
                <c:pt idx="2" formatCode="0_)">
                  <c:v>23.5</c:v>
                </c:pt>
                <c:pt idx="3" formatCode="0_)">
                  <c:v>-3.5</c:v>
                </c:pt>
                <c:pt idx="4" formatCode="0_)">
                  <c:v>-16.5</c:v>
                </c:pt>
                <c:pt idx="5" formatCode="0_)">
                  <c:v>5</c:v>
                </c:pt>
                <c:pt idx="6" formatCode="0_)">
                  <c:v>34.5</c:v>
                </c:pt>
                <c:pt idx="7" formatCode="0_)">
                  <c:v>0</c:v>
                </c:pt>
                <c:pt idx="8" formatCode="0_)">
                  <c:v>-11.5</c:v>
                </c:pt>
                <c:pt idx="9" formatCode="0_)">
                  <c:v>58.5</c:v>
                </c:pt>
                <c:pt idx="10" formatCode="0_)">
                  <c:v>25.5</c:v>
                </c:pt>
                <c:pt idx="11" formatCode="0_)">
                  <c:v>-10</c:v>
                </c:pt>
                <c:pt idx="12" formatCode="0_)">
                  <c:v>58</c:v>
                </c:pt>
                <c:pt idx="13" formatCode="0_)">
                  <c:v>-26.5</c:v>
                </c:pt>
                <c:pt idx="14" formatCode="0_)">
                  <c:v>-6</c:v>
                </c:pt>
                <c:pt idx="15" formatCode="0_)">
                  <c:v>-11</c:v>
                </c:pt>
                <c:pt idx="16" formatCode="0_)">
                  <c:v>24.5</c:v>
                </c:pt>
                <c:pt idx="17" formatCode="0_)">
                  <c:v>-25</c:v>
                </c:pt>
                <c:pt idx="18" formatCode="0_)">
                  <c:v>32</c:v>
                </c:pt>
                <c:pt idx="19" formatCode="0_)">
                  <c:v>-19</c:v>
                </c:pt>
                <c:pt idx="20" formatCode="0_)">
                  <c:v>-9.5</c:v>
                </c:pt>
                <c:pt idx="21" formatCode="0_)">
                  <c:v>18</c:v>
                </c:pt>
                <c:pt idx="22" formatCode="0_)">
                  <c:v>45</c:v>
                </c:pt>
                <c:pt idx="23" formatCode="0_)">
                  <c:v>-7</c:v>
                </c:pt>
                <c:pt idx="24" formatCode="0_)">
                  <c:v>-11.5</c:v>
                </c:pt>
                <c:pt idx="25" formatCode="0_)">
                  <c:v>-25.5</c:v>
                </c:pt>
                <c:pt idx="26" formatCode="0_)">
                  <c:v>16</c:v>
                </c:pt>
                <c:pt idx="27" formatCode="0_)">
                  <c:v>-25.5</c:v>
                </c:pt>
                <c:pt idx="28" formatCode="0_)">
                  <c:v>0.5</c:v>
                </c:pt>
                <c:pt idx="29" formatCode="0_)">
                  <c:v>-32</c:v>
                </c:pt>
                <c:pt idx="30" formatCode="0_)">
                  <c:v>5.5</c:v>
                </c:pt>
                <c:pt idx="31" formatCode="0_)">
                  <c:v>-19</c:v>
                </c:pt>
                <c:pt idx="32" formatCode="0_)">
                  <c:v>63</c:v>
                </c:pt>
                <c:pt idx="33" formatCode="0_)">
                  <c:v>31.5</c:v>
                </c:pt>
                <c:pt idx="34" formatCode="0_)">
                  <c:v>-18.5</c:v>
                </c:pt>
                <c:pt idx="35" formatCode="0_)">
                  <c:v>-19.5</c:v>
                </c:pt>
                <c:pt idx="36" formatCode="0_)">
                  <c:v>20.5</c:v>
                </c:pt>
                <c:pt idx="37" formatCode="0_)">
                  <c:v>-26.5</c:v>
                </c:pt>
                <c:pt idx="38" formatCode="0_)">
                  <c:v>7.5</c:v>
                </c:pt>
                <c:pt idx="39" formatCode="0_)">
                  <c:v>17</c:v>
                </c:pt>
                <c:pt idx="40" formatCode="0_)">
                  <c:v>-18.5</c:v>
                </c:pt>
                <c:pt idx="41" formatCode="0_)">
                  <c:v>-9.5</c:v>
                </c:pt>
                <c:pt idx="42" formatCode="0_)">
                  <c:v>-2</c:v>
                </c:pt>
                <c:pt idx="43" formatCode="0_)">
                  <c:v>13</c:v>
                </c:pt>
                <c:pt idx="44" formatCode="0_)">
                  <c:v>25.5</c:v>
                </c:pt>
                <c:pt idx="45" formatCode="0_)">
                  <c:v>7</c:v>
                </c:pt>
                <c:pt idx="46" formatCode="0_)">
                  <c:v>-3</c:v>
                </c:pt>
                <c:pt idx="47" formatCode="0_)">
                  <c:v>-5</c:v>
                </c:pt>
                <c:pt idx="48" formatCode="0_)">
                  <c:v>-5</c:v>
                </c:pt>
                <c:pt idx="49" formatCode="0_)">
                  <c:v>13</c:v>
                </c:pt>
                <c:pt idx="50" formatCode="0_)">
                  <c:v>28</c:v>
                </c:pt>
                <c:pt idx="51" formatCode="0_)">
                  <c:v>-3</c:v>
                </c:pt>
                <c:pt idx="52" formatCode="0_)">
                  <c:v>31</c:v>
                </c:pt>
                <c:pt idx="53" formatCode="0_)">
                  <c:v>6</c:v>
                </c:pt>
                <c:pt idx="54" formatCode="0_)">
                  <c:v>-13</c:v>
                </c:pt>
                <c:pt idx="55" formatCode="0_)">
                  <c:v>-6</c:v>
                </c:pt>
                <c:pt idx="56" formatCode="0_)">
                  <c:v>2.5</c:v>
                </c:pt>
                <c:pt idx="57" formatCode="0_)">
                  <c:v>5.5</c:v>
                </c:pt>
                <c:pt idx="58" formatCode="0_)">
                  <c:v>-21.5</c:v>
                </c:pt>
                <c:pt idx="59" formatCode="0_)">
                  <c:v>0.5</c:v>
                </c:pt>
                <c:pt idx="60" formatCode="0_)">
                  <c:v>21.5</c:v>
                </c:pt>
                <c:pt idx="61" formatCode="0_)">
                  <c:v>-4.5</c:v>
                </c:pt>
                <c:pt idx="62" formatCode="0_)">
                  <c:v>-17</c:v>
                </c:pt>
                <c:pt idx="63" formatCode="0_)">
                  <c:v>-37</c:v>
                </c:pt>
                <c:pt idx="65" formatCode="0_)">
                  <c:v>0</c:v>
                </c:pt>
                <c:pt idx="67" formatCode="0_)">
                  <c:v>-17</c:v>
                </c:pt>
                <c:pt idx="68" formatCode="0_)">
                  <c:v>-25</c:v>
                </c:pt>
                <c:pt idx="69" formatCode="0_)">
                  <c:v>26</c:v>
                </c:pt>
                <c:pt idx="70" formatCode="0_)">
                  <c:v>-11</c:v>
                </c:pt>
                <c:pt idx="71" formatCode="0_)">
                  <c:v>4</c:v>
                </c:pt>
                <c:pt idx="72" formatCode="0_)">
                  <c:v>-2</c:v>
                </c:pt>
                <c:pt idx="73" formatCode="0_)">
                  <c:v>-6</c:v>
                </c:pt>
                <c:pt idx="74" formatCode="0_)">
                  <c:v>-4</c:v>
                </c:pt>
                <c:pt idx="75" formatCode="0_)">
                  <c:v>2</c:v>
                </c:pt>
                <c:pt idx="76" formatCode="0_)">
                  <c:v>0</c:v>
                </c:pt>
                <c:pt idx="77" formatCode="0_)">
                  <c:v>10</c:v>
                </c:pt>
                <c:pt idx="78" formatCode="0_)">
                  <c:v>-17</c:v>
                </c:pt>
                <c:pt idx="79" formatCode="0_)">
                  <c:v>39</c:v>
                </c:pt>
                <c:pt idx="80" formatCode="0_)">
                  <c:v>9</c:v>
                </c:pt>
                <c:pt idx="81" formatCode="0_)">
                  <c:v>-14</c:v>
                </c:pt>
                <c:pt idx="82" formatCode="0_)">
                  <c:v>1</c:v>
                </c:pt>
                <c:pt idx="83" formatCode="0_)">
                  <c:v>17</c:v>
                </c:pt>
                <c:pt idx="84" formatCode="0_)">
                  <c:v>20</c:v>
                </c:pt>
                <c:pt idx="87" formatCode="0_)">
                  <c:v>10</c:v>
                </c:pt>
                <c:pt idx="88" formatCode="0_)">
                  <c:v>-7.5</c:v>
                </c:pt>
                <c:pt idx="89" formatCode="0_)">
                  <c:v>56.5</c:v>
                </c:pt>
                <c:pt idx="90" formatCode="0_)">
                  <c:v>31</c:v>
                </c:pt>
                <c:pt idx="91" formatCode="0_)">
                  <c:v>45</c:v>
                </c:pt>
                <c:pt idx="92" formatCode="0_)">
                  <c:v>16</c:v>
                </c:pt>
                <c:pt idx="93" formatCode="0_)">
                  <c:v>21</c:v>
                </c:pt>
                <c:pt idx="94" formatCode="0_)">
                  <c:v>51</c:v>
                </c:pt>
                <c:pt idx="95" formatCode="0_)">
                  <c:v>26.5</c:v>
                </c:pt>
                <c:pt idx="96" formatCode="0_)">
                  <c:v>16.5</c:v>
                </c:pt>
                <c:pt idx="97" formatCode="0_)">
                  <c:v>-27</c:v>
                </c:pt>
                <c:pt idx="98" formatCode="0_)">
                  <c:v>82</c:v>
                </c:pt>
                <c:pt idx="99" formatCode="0_)">
                  <c:v>-63</c:v>
                </c:pt>
                <c:pt idx="100" formatCode="0_)">
                  <c:v>22</c:v>
                </c:pt>
                <c:pt idx="101" formatCode="0_)">
                  <c:v>89.5</c:v>
                </c:pt>
                <c:pt idx="102" formatCode="0_)">
                  <c:v>-31.5</c:v>
                </c:pt>
                <c:pt idx="103" formatCode="0_)">
                  <c:v>-61</c:v>
                </c:pt>
                <c:pt idx="104" formatCode="0_)">
                  <c:v>-14</c:v>
                </c:pt>
                <c:pt idx="107" formatCode="0_)">
                  <c:v>14.5</c:v>
                </c:pt>
                <c:pt idx="108" formatCode="0_)">
                  <c:v>-50</c:v>
                </c:pt>
                <c:pt idx="109" formatCode="0_)">
                  <c:v>29</c:v>
                </c:pt>
                <c:pt idx="110" formatCode="0_)">
                  <c:v>6</c:v>
                </c:pt>
                <c:pt idx="111" formatCode="0_)">
                  <c:v>-3</c:v>
                </c:pt>
                <c:pt idx="112" formatCode="0_)">
                  <c:v>106</c:v>
                </c:pt>
                <c:pt idx="113" formatCode="0_)">
                  <c:v>61</c:v>
                </c:pt>
                <c:pt idx="114" formatCode="0_)">
                  <c:v>-17</c:v>
                </c:pt>
                <c:pt idx="115" formatCode="0_)">
                  <c:v>20</c:v>
                </c:pt>
                <c:pt idx="116" formatCode="0_)">
                  <c:v>12</c:v>
                </c:pt>
                <c:pt idx="117" formatCode="0_)">
                  <c:v>-36</c:v>
                </c:pt>
                <c:pt idx="118" formatCode="0_)">
                  <c:v>23</c:v>
                </c:pt>
                <c:pt idx="119" formatCode="0_)">
                  <c:v>41</c:v>
                </c:pt>
                <c:pt idx="120" formatCode="0_)">
                  <c:v>-12</c:v>
                </c:pt>
                <c:pt idx="121" formatCode="0_)">
                  <c:v>-25</c:v>
                </c:pt>
                <c:pt idx="122" formatCode="0_)">
                  <c:v>-3</c:v>
                </c:pt>
                <c:pt idx="123" formatCode="0_)">
                  <c:v>83</c:v>
                </c:pt>
                <c:pt idx="124" formatCode="0_)">
                  <c:v>-46</c:v>
                </c:pt>
                <c:pt idx="125" formatCode="0_)">
                  <c:v>-6</c:v>
                </c:pt>
                <c:pt idx="126" formatCode="0_)">
                  <c:v>-74</c:v>
                </c:pt>
                <c:pt idx="127" formatCode="0_)">
                  <c:v>-15</c:v>
                </c:pt>
                <c:pt idx="128" formatCode="0_)">
                  <c:v>6</c:v>
                </c:pt>
                <c:pt idx="129" formatCode="0_)">
                  <c:v>31</c:v>
                </c:pt>
                <c:pt idx="130" formatCode="0_)">
                  <c:v>71</c:v>
                </c:pt>
                <c:pt idx="131" formatCode="0_)">
                  <c:v>27</c:v>
                </c:pt>
                <c:pt idx="132" formatCode="0_)">
                  <c:v>-21</c:v>
                </c:pt>
                <c:pt idx="133" formatCode="0_)">
                  <c:v>-71</c:v>
                </c:pt>
                <c:pt idx="134" formatCode="0_)">
                  <c:v>35</c:v>
                </c:pt>
                <c:pt idx="135" formatCode="0_)">
                  <c:v>21</c:v>
                </c:pt>
                <c:pt idx="136" formatCode="0_)">
                  <c:v>-13</c:v>
                </c:pt>
                <c:pt idx="137" formatCode="0_)">
                  <c:v>-2</c:v>
                </c:pt>
                <c:pt idx="138" formatCode="0_)">
                  <c:v>20</c:v>
                </c:pt>
                <c:pt idx="139" formatCode="0_)">
                  <c:v>26.5</c:v>
                </c:pt>
                <c:pt idx="140" formatCode="0_)">
                  <c:v>-14.5</c:v>
                </c:pt>
                <c:pt idx="141" formatCode="0_)">
                  <c:v>-1</c:v>
                </c:pt>
                <c:pt idx="142" formatCode="0_)">
                  <c:v>92</c:v>
                </c:pt>
                <c:pt idx="143" formatCode="0_)">
                  <c:v>-33</c:v>
                </c:pt>
                <c:pt idx="144" formatCode="0_)">
                  <c:v>-10</c:v>
                </c:pt>
                <c:pt idx="145" formatCode="0_)">
                  <c:v>6</c:v>
                </c:pt>
                <c:pt idx="146" formatCode="0_)">
                  <c:v>-8</c:v>
                </c:pt>
                <c:pt idx="147" formatCode="0_)">
                  <c:v>-105</c:v>
                </c:pt>
                <c:pt idx="148" formatCode="0_)">
                  <c:v>5</c:v>
                </c:pt>
                <c:pt idx="149" formatCode="0_)">
                  <c:v>29</c:v>
                </c:pt>
                <c:pt idx="150" formatCode="0_)">
                  <c:v>-5</c:v>
                </c:pt>
                <c:pt idx="151" formatCode="0_)">
                  <c:v>-69</c:v>
                </c:pt>
                <c:pt idx="152" formatCode="0_)">
                  <c:v>61</c:v>
                </c:pt>
                <c:pt idx="153" formatCode="0_)">
                  <c:v>-45</c:v>
                </c:pt>
                <c:pt idx="154" formatCode="0_)">
                  <c:v>19</c:v>
                </c:pt>
                <c:pt idx="155" formatCode="0_)">
                  <c:v>-2</c:v>
                </c:pt>
                <c:pt idx="156" formatCode="0_)">
                  <c:v>11</c:v>
                </c:pt>
                <c:pt idx="157" formatCode="0_)">
                  <c:v>-22</c:v>
                </c:pt>
                <c:pt idx="158" formatCode="0_)">
                  <c:v>18</c:v>
                </c:pt>
                <c:pt idx="159" formatCode="0_)">
                  <c:v>15</c:v>
                </c:pt>
                <c:pt idx="160" formatCode="0_)">
                  <c:v>-21</c:v>
                </c:pt>
                <c:pt idx="161" formatCode="0_)">
                  <c:v>1</c:v>
                </c:pt>
                <c:pt idx="162" formatCode="0_)">
                  <c:v>-10</c:v>
                </c:pt>
                <c:pt idx="163" formatCode="0_)">
                  <c:v>16</c:v>
                </c:pt>
                <c:pt idx="164" formatCode="0_)">
                  <c:v>-7</c:v>
                </c:pt>
                <c:pt idx="165" formatCode="0_)">
                  <c:v>-21</c:v>
                </c:pt>
                <c:pt idx="166" formatCode="0_)">
                  <c:v>2</c:v>
                </c:pt>
                <c:pt idx="167" formatCode="0_)">
                  <c:v>19</c:v>
                </c:pt>
                <c:pt idx="168" formatCode="0_)">
                  <c:v>11</c:v>
                </c:pt>
                <c:pt idx="169" formatCode="0_)">
                  <c:v>-5</c:v>
                </c:pt>
                <c:pt idx="172" formatCode="0_)">
                  <c:v>30</c:v>
                </c:pt>
                <c:pt idx="173" formatCode="0_)">
                  <c:v>-8</c:v>
                </c:pt>
                <c:pt idx="174" formatCode="0_)">
                  <c:v>-5</c:v>
                </c:pt>
                <c:pt idx="175" formatCode="0_)">
                  <c:v>0</c:v>
                </c:pt>
                <c:pt idx="176" formatCode="0_)">
                  <c:v>3</c:v>
                </c:pt>
                <c:pt idx="177" formatCode="0_)">
                  <c:v>-25</c:v>
                </c:pt>
                <c:pt idx="178" formatCode="0_)">
                  <c:v>11</c:v>
                </c:pt>
                <c:pt idx="179" formatCode="0_)">
                  <c:v>11</c:v>
                </c:pt>
                <c:pt idx="180" formatCode="0_)">
                  <c:v>-3</c:v>
                </c:pt>
                <c:pt idx="181" formatCode="0_)">
                  <c:v>33</c:v>
                </c:pt>
                <c:pt idx="182" formatCode="0_)">
                  <c:v>-23</c:v>
                </c:pt>
                <c:pt idx="183" formatCode="0_)">
                  <c:v>-11</c:v>
                </c:pt>
                <c:pt idx="184" formatCode="0_)">
                  <c:v>-12</c:v>
                </c:pt>
                <c:pt idx="185" formatCode="0_)">
                  <c:v>46</c:v>
                </c:pt>
                <c:pt idx="186" formatCode="0_)">
                  <c:v>-1</c:v>
                </c:pt>
                <c:pt idx="187" formatCode="0_)">
                  <c:v>2</c:v>
                </c:pt>
                <c:pt idx="188" formatCode="0_)">
                  <c:v>4</c:v>
                </c:pt>
                <c:pt idx="189" formatCode="0_)">
                  <c:v>20</c:v>
                </c:pt>
                <c:pt idx="190" formatCode="0_)">
                  <c:v>17</c:v>
                </c:pt>
                <c:pt idx="191" formatCode="0_)">
                  <c:v>-9</c:v>
                </c:pt>
                <c:pt idx="192" formatCode="0_)">
                  <c:v>18</c:v>
                </c:pt>
                <c:pt idx="193" formatCode="0_)">
                  <c:v>-25</c:v>
                </c:pt>
                <c:pt idx="194" formatCode="0_)">
                  <c:v>-55</c:v>
                </c:pt>
                <c:pt idx="195" formatCode="0_)">
                  <c:v>-40</c:v>
                </c:pt>
                <c:pt idx="196" formatCode="0_)">
                  <c:v>46</c:v>
                </c:pt>
                <c:pt idx="197" formatCode="0_)">
                  <c:v>25</c:v>
                </c:pt>
                <c:pt idx="198" formatCode="0_)">
                  <c:v>25</c:v>
                </c:pt>
                <c:pt idx="199" formatCode="0_)">
                  <c:v>-2</c:v>
                </c:pt>
                <c:pt idx="200" formatCode="0_)">
                  <c:v>-31</c:v>
                </c:pt>
                <c:pt idx="201" formatCode="0_)">
                  <c:v>-36</c:v>
                </c:pt>
                <c:pt idx="202" formatCode="0_)">
                  <c:v>25</c:v>
                </c:pt>
                <c:pt idx="203" formatCode="0_)">
                  <c:v>6</c:v>
                </c:pt>
                <c:pt idx="204" formatCode="0_)">
                  <c:v>-20</c:v>
                </c:pt>
                <c:pt idx="205" formatCode="0_)">
                  <c:v>16</c:v>
                </c:pt>
                <c:pt idx="206" formatCode="0_)">
                  <c:v>-23</c:v>
                </c:pt>
                <c:pt idx="207" formatCode="0_)">
                  <c:v>39</c:v>
                </c:pt>
                <c:pt idx="208" formatCode="0_)">
                  <c:v>78</c:v>
                </c:pt>
                <c:pt idx="209" formatCode="0_)">
                  <c:v>-18</c:v>
                </c:pt>
                <c:pt idx="210" formatCode="0_)">
                  <c:v>-28</c:v>
                </c:pt>
                <c:pt idx="211" formatCode="0_)">
                  <c:v>48</c:v>
                </c:pt>
                <c:pt idx="212" formatCode="0_)">
                  <c:v>59</c:v>
                </c:pt>
                <c:pt idx="213" formatCode="0_)">
                  <c:v>8</c:v>
                </c:pt>
                <c:pt idx="214" formatCode="0_)">
                  <c:v>5</c:v>
                </c:pt>
                <c:pt idx="215" formatCode="0_)">
                  <c:v>15</c:v>
                </c:pt>
                <c:pt idx="216" formatCode="0_)">
                  <c:v>11</c:v>
                </c:pt>
                <c:pt idx="217" formatCode="0_)">
                  <c:v>17</c:v>
                </c:pt>
                <c:pt idx="218" formatCode="0_)">
                  <c:v>58</c:v>
                </c:pt>
                <c:pt idx="219" formatCode="0_)">
                  <c:v>-46</c:v>
                </c:pt>
                <c:pt idx="220" formatCode="0_)">
                  <c:v>9</c:v>
                </c:pt>
                <c:pt idx="221" formatCode="0_)">
                  <c:v>-10</c:v>
                </c:pt>
                <c:pt idx="222" formatCode="0_)">
                  <c:v>-4</c:v>
                </c:pt>
                <c:pt idx="223" formatCode="0_)">
                  <c:v>-53</c:v>
                </c:pt>
                <c:pt idx="224" formatCode="0_)">
                  <c:v>60</c:v>
                </c:pt>
                <c:pt idx="225" formatCode="0_)">
                  <c:v>7</c:v>
                </c:pt>
                <c:pt idx="226" formatCode="0_)">
                  <c:v>67</c:v>
                </c:pt>
                <c:pt idx="227" formatCode="0_)">
                  <c:v>76</c:v>
                </c:pt>
                <c:pt idx="228" formatCode="0_)">
                  <c:v>39</c:v>
                </c:pt>
                <c:pt idx="229" formatCode="0_)">
                  <c:v>-25</c:v>
                </c:pt>
                <c:pt idx="230" formatCode="0_)">
                  <c:v>-16</c:v>
                </c:pt>
                <c:pt idx="231" formatCode="0_)">
                  <c:v>-17</c:v>
                </c:pt>
                <c:pt idx="232" formatCode="0_)">
                  <c:v>-80</c:v>
                </c:pt>
                <c:pt idx="233" formatCode="0_)">
                  <c:v>77</c:v>
                </c:pt>
                <c:pt idx="234" formatCode="0_)">
                  <c:v>3</c:v>
                </c:pt>
                <c:pt idx="235" formatCode="0_)">
                  <c:v>25</c:v>
                </c:pt>
                <c:pt idx="236" formatCode="0_)">
                  <c:v>-3</c:v>
                </c:pt>
                <c:pt idx="237" formatCode="0_)">
                  <c:v>96</c:v>
                </c:pt>
                <c:pt idx="238" formatCode="0_)">
                  <c:v>-34</c:v>
                </c:pt>
                <c:pt idx="239" formatCode="0_)">
                  <c:v>29</c:v>
                </c:pt>
                <c:pt idx="240" formatCode="0_)">
                  <c:v>4</c:v>
                </c:pt>
                <c:pt idx="241" formatCode="0_)">
                  <c:v>-42</c:v>
                </c:pt>
                <c:pt idx="242" formatCode="0_)">
                  <c:v>-23</c:v>
                </c:pt>
                <c:pt idx="243" formatCode="0_)">
                  <c:v>15</c:v>
                </c:pt>
                <c:pt idx="244" formatCode="0_)">
                  <c:v>97</c:v>
                </c:pt>
                <c:pt idx="245" formatCode="0_)">
                  <c:v>-43</c:v>
                </c:pt>
                <c:pt idx="246" formatCode="0_)">
                  <c:v>-22</c:v>
                </c:pt>
                <c:pt idx="247" formatCode="0_)">
                  <c:v>-5</c:v>
                </c:pt>
                <c:pt idx="248" formatCode="0_)">
                  <c:v>64</c:v>
                </c:pt>
                <c:pt idx="249" formatCode="0_)">
                  <c:v>73</c:v>
                </c:pt>
                <c:pt idx="250" formatCode="0_)">
                  <c:v>-58</c:v>
                </c:pt>
                <c:pt idx="251" formatCode="0_)">
                  <c:v>-35</c:v>
                </c:pt>
                <c:pt idx="252" formatCode="0_)">
                  <c:v>-35</c:v>
                </c:pt>
                <c:pt idx="253" formatCode="0_)">
                  <c:v>46</c:v>
                </c:pt>
                <c:pt idx="254" formatCode="0_)">
                  <c:v>-16</c:v>
                </c:pt>
                <c:pt idx="256" formatCode="0_)">
                  <c:v>0</c:v>
                </c:pt>
                <c:pt idx="258" formatCode="0_)">
                  <c:v>32</c:v>
                </c:pt>
                <c:pt idx="259" formatCode="0_)">
                  <c:v>12</c:v>
                </c:pt>
                <c:pt idx="262" formatCode="0_)">
                  <c:v>-69</c:v>
                </c:pt>
                <c:pt idx="263" formatCode="0_)">
                  <c:v>-13</c:v>
                </c:pt>
                <c:pt idx="264" formatCode="0_)">
                  <c:v>45</c:v>
                </c:pt>
                <c:pt idx="265" formatCode="0_)">
                  <c:v>14</c:v>
                </c:pt>
                <c:pt idx="266" formatCode="0_)">
                  <c:v>44</c:v>
                </c:pt>
                <c:pt idx="267" formatCode="0_)">
                  <c:v>0</c:v>
                </c:pt>
                <c:pt idx="268" formatCode="0_)">
                  <c:v>-12</c:v>
                </c:pt>
                <c:pt idx="269" formatCode="0_)">
                  <c:v>39</c:v>
                </c:pt>
                <c:pt idx="270" formatCode="0_)">
                  <c:v>-54</c:v>
                </c:pt>
                <c:pt idx="271" formatCode="0_)">
                  <c:v>-54</c:v>
                </c:pt>
                <c:pt idx="272" formatCode="0_)">
                  <c:v>94</c:v>
                </c:pt>
                <c:pt idx="273" formatCode="0_)">
                  <c:v>19</c:v>
                </c:pt>
                <c:pt idx="274" formatCode="0_)">
                  <c:v>6</c:v>
                </c:pt>
                <c:pt idx="275" formatCode="0_)">
                  <c:v>-21</c:v>
                </c:pt>
                <c:pt idx="276" formatCode="0_)">
                  <c:v>-11</c:v>
                </c:pt>
                <c:pt idx="277" formatCode="0_)">
                  <c:v>30</c:v>
                </c:pt>
                <c:pt idx="278" formatCode="0_)">
                  <c:v>-42</c:v>
                </c:pt>
                <c:pt idx="279" formatCode="0_)">
                  <c:v>-12</c:v>
                </c:pt>
                <c:pt idx="280" formatCode="0_)">
                  <c:v>-41</c:v>
                </c:pt>
                <c:pt idx="281" formatCode="0_)">
                  <c:v>30</c:v>
                </c:pt>
                <c:pt idx="282" formatCode="0_)">
                  <c:v>-65</c:v>
                </c:pt>
                <c:pt idx="283" formatCode="0_)">
                  <c:v>-18</c:v>
                </c:pt>
                <c:pt idx="284" formatCode="0_)">
                  <c:v>5</c:v>
                </c:pt>
                <c:pt idx="285" formatCode="0_)">
                  <c:v>-110</c:v>
                </c:pt>
                <c:pt idx="286" formatCode="0_)">
                  <c:v>39</c:v>
                </c:pt>
                <c:pt idx="287" formatCode="0_)">
                  <c:v>-34</c:v>
                </c:pt>
                <c:pt idx="288" formatCode="0_)">
                  <c:v>49</c:v>
                </c:pt>
                <c:pt idx="289" formatCode="0_)">
                  <c:v>12</c:v>
                </c:pt>
                <c:pt idx="290" formatCode="0_)">
                  <c:v>37</c:v>
                </c:pt>
                <c:pt idx="291" formatCode="0_)">
                  <c:v>-50</c:v>
                </c:pt>
                <c:pt idx="292" formatCode="0_)">
                  <c:v>36</c:v>
                </c:pt>
                <c:pt idx="293" formatCode="0_)">
                  <c:v>2</c:v>
                </c:pt>
                <c:pt idx="294" formatCode="0_)">
                  <c:v>-19</c:v>
                </c:pt>
                <c:pt idx="295" formatCode="0_)">
                  <c:v>4</c:v>
                </c:pt>
                <c:pt idx="296" formatCode="0_)">
                  <c:v>5</c:v>
                </c:pt>
                <c:pt idx="297" formatCode="0_)">
                  <c:v>-13</c:v>
                </c:pt>
                <c:pt idx="298" formatCode="0_)">
                  <c:v>-20</c:v>
                </c:pt>
                <c:pt idx="299" formatCode="0_)">
                  <c:v>16</c:v>
                </c:pt>
                <c:pt idx="300" formatCode="0_)">
                  <c:v>-8</c:v>
                </c:pt>
                <c:pt idx="301" formatCode="0_)">
                  <c:v>-4</c:v>
                </c:pt>
                <c:pt idx="302" formatCode="0_)">
                  <c:v>-49</c:v>
                </c:pt>
                <c:pt idx="303" formatCode="0_)">
                  <c:v>45</c:v>
                </c:pt>
                <c:pt idx="304" formatCode="0_)">
                  <c:v>95</c:v>
                </c:pt>
                <c:pt idx="305" formatCode="0_)">
                  <c:v>-28</c:v>
                </c:pt>
                <c:pt idx="306" formatCode="0_)">
                  <c:v>-32</c:v>
                </c:pt>
                <c:pt idx="307" formatCode="0_)">
                  <c:v>11</c:v>
                </c:pt>
                <c:pt idx="308" formatCode="0_)">
                  <c:v>10</c:v>
                </c:pt>
                <c:pt idx="309" formatCode="0_)">
                  <c:v>-1</c:v>
                </c:pt>
                <c:pt idx="310" formatCode="0_)">
                  <c:v>8</c:v>
                </c:pt>
                <c:pt idx="311" formatCode="0_)">
                  <c:v>16</c:v>
                </c:pt>
                <c:pt idx="312" formatCode="0_)">
                  <c:v>-21</c:v>
                </c:pt>
                <c:pt idx="313" formatCode="0_)">
                  <c:v>-23</c:v>
                </c:pt>
                <c:pt idx="314" formatCode="0_)">
                  <c:v>0</c:v>
                </c:pt>
                <c:pt idx="315" formatCode="0_)">
                  <c:v>-4</c:v>
                </c:pt>
                <c:pt idx="316" formatCode="0_)">
                  <c:v>51</c:v>
                </c:pt>
                <c:pt idx="317" formatCode="0_)">
                  <c:v>11</c:v>
                </c:pt>
                <c:pt idx="318" formatCode="0_)">
                  <c:v>18</c:v>
                </c:pt>
                <c:pt idx="319" formatCode="0_)">
                  <c:v>-18</c:v>
                </c:pt>
                <c:pt idx="320" formatCode="0_)">
                  <c:v>11</c:v>
                </c:pt>
                <c:pt idx="321" formatCode="0_)">
                  <c:v>9</c:v>
                </c:pt>
                <c:pt idx="322" formatCode="0_)">
                  <c:v>-32</c:v>
                </c:pt>
                <c:pt idx="323" formatCode="0_)">
                  <c:v>23</c:v>
                </c:pt>
                <c:pt idx="324" formatCode="0_)">
                  <c:v>24</c:v>
                </c:pt>
                <c:pt idx="325" formatCode="0_)">
                  <c:v>-7</c:v>
                </c:pt>
                <c:pt idx="326" formatCode="0_)">
                  <c:v>-5</c:v>
                </c:pt>
                <c:pt idx="327" formatCode="0_)">
                  <c:v>-14</c:v>
                </c:pt>
                <c:pt idx="328" formatCode="0_)">
                  <c:v>-11</c:v>
                </c:pt>
                <c:pt idx="329" formatCode="0_)">
                  <c:v>16</c:v>
                </c:pt>
                <c:pt idx="330" formatCode="0_)">
                  <c:v>9</c:v>
                </c:pt>
                <c:pt idx="331" formatCode="0_)">
                  <c:v>-16</c:v>
                </c:pt>
                <c:pt idx="332" formatCode="0_)">
                  <c:v>-12</c:v>
                </c:pt>
                <c:pt idx="333" formatCode="0_)">
                  <c:v>-11</c:v>
                </c:pt>
                <c:pt idx="337" formatCode="0_)">
                  <c:v>-36</c:v>
                </c:pt>
                <c:pt idx="338" formatCode="0_)">
                  <c:v>-49</c:v>
                </c:pt>
                <c:pt idx="339" formatCode="0_)">
                  <c:v>23</c:v>
                </c:pt>
                <c:pt idx="340" formatCode="0_)">
                  <c:v>-15</c:v>
                </c:pt>
                <c:pt idx="341" formatCode="0_)">
                  <c:v>-81</c:v>
                </c:pt>
                <c:pt idx="342" formatCode="0_)">
                  <c:v>-1</c:v>
                </c:pt>
                <c:pt idx="343" formatCode="0_)">
                  <c:v>16</c:v>
                </c:pt>
                <c:pt idx="344" formatCode="0_)">
                  <c:v>36</c:v>
                </c:pt>
                <c:pt idx="347" formatCode="0_)">
                  <c:v>-5</c:v>
                </c:pt>
                <c:pt idx="348" formatCode="0_)">
                  <c:v>22</c:v>
                </c:pt>
                <c:pt idx="349" formatCode="0_)">
                  <c:v>-53</c:v>
                </c:pt>
                <c:pt idx="352" formatCode="0_)">
                  <c:v>-14</c:v>
                </c:pt>
                <c:pt idx="353" formatCode="0_)">
                  <c:v>6</c:v>
                </c:pt>
                <c:pt idx="354" formatCode="0_)">
                  <c:v>-1</c:v>
                </c:pt>
                <c:pt idx="355" formatCode="0_)">
                  <c:v>-5</c:v>
                </c:pt>
                <c:pt idx="356" formatCode="0_)">
                  <c:v>23</c:v>
                </c:pt>
                <c:pt idx="357" formatCode="0_)">
                  <c:v>19</c:v>
                </c:pt>
                <c:pt idx="358" formatCode="0_)">
                  <c:v>-31</c:v>
                </c:pt>
                <c:pt idx="359" formatCode="0_)">
                  <c:v>-4</c:v>
                </c:pt>
                <c:pt idx="360" formatCode="0_)">
                  <c:v>-6</c:v>
                </c:pt>
                <c:pt idx="361" formatCode="0_)">
                  <c:v>3</c:v>
                </c:pt>
                <c:pt idx="362" formatCode="0_)">
                  <c:v>107</c:v>
                </c:pt>
                <c:pt idx="363" formatCode="0_)">
                  <c:v>20</c:v>
                </c:pt>
                <c:pt idx="364" formatCode="0_)">
                  <c:v>-15</c:v>
                </c:pt>
                <c:pt idx="367" formatCode="0_)">
                  <c:v>-9</c:v>
                </c:pt>
                <c:pt idx="368" formatCode="0_)">
                  <c:v>28</c:v>
                </c:pt>
                <c:pt idx="369" formatCode="0_)">
                  <c:v>6</c:v>
                </c:pt>
                <c:pt idx="370" formatCode="0_)">
                  <c:v>25</c:v>
                </c:pt>
                <c:pt idx="371" formatCode="0_)">
                  <c:v>-15</c:v>
                </c:pt>
                <c:pt idx="372" formatCode="0_)">
                  <c:v>-22</c:v>
                </c:pt>
                <c:pt idx="373" formatCode="0_)">
                  <c:v>36</c:v>
                </c:pt>
                <c:pt idx="374" formatCode="0_)">
                  <c:v>-3</c:v>
                </c:pt>
                <c:pt idx="375" formatCode="0_)">
                  <c:v>25</c:v>
                </c:pt>
                <c:pt idx="376" formatCode="0_)">
                  <c:v>-16</c:v>
                </c:pt>
                <c:pt idx="377" formatCode="0_)">
                  <c:v>-17</c:v>
                </c:pt>
                <c:pt idx="378" formatCode="0_)">
                  <c:v>59</c:v>
                </c:pt>
                <c:pt idx="379" formatCode="0_)">
                  <c:v>79</c:v>
                </c:pt>
                <c:pt idx="380" formatCode="0_)">
                  <c:v>4</c:v>
                </c:pt>
                <c:pt idx="381" formatCode="0_)">
                  <c:v>90</c:v>
                </c:pt>
                <c:pt idx="382" formatCode="0_)">
                  <c:v>-22</c:v>
                </c:pt>
                <c:pt idx="383" formatCode="0_)">
                  <c:v>-13</c:v>
                </c:pt>
                <c:pt idx="384" formatCode="0_)">
                  <c:v>63</c:v>
                </c:pt>
                <c:pt idx="385" formatCode="0_)">
                  <c:v>-59</c:v>
                </c:pt>
                <c:pt idx="386" formatCode="0_)">
                  <c:v>-5</c:v>
                </c:pt>
                <c:pt idx="387" formatCode="0_)">
                  <c:v>-48</c:v>
                </c:pt>
                <c:pt idx="388" formatCode="0_)">
                  <c:v>-21</c:v>
                </c:pt>
                <c:pt idx="389" formatCode="0_)">
                  <c:v>68</c:v>
                </c:pt>
                <c:pt idx="390" formatCode="0_)">
                  <c:v>-3</c:v>
                </c:pt>
                <c:pt idx="391" formatCode="0_)">
                  <c:v>-5</c:v>
                </c:pt>
                <c:pt idx="392" formatCode="0_)">
                  <c:v>9</c:v>
                </c:pt>
                <c:pt idx="393" formatCode="0_)">
                  <c:v>6</c:v>
                </c:pt>
                <c:pt idx="394" formatCode="0_)">
                  <c:v>20</c:v>
                </c:pt>
                <c:pt idx="395" formatCode="0_)">
                  <c:v>-23</c:v>
                </c:pt>
                <c:pt idx="396" formatCode="0_)">
                  <c:v>33</c:v>
                </c:pt>
                <c:pt idx="397" formatCode="0_)">
                  <c:v>65</c:v>
                </c:pt>
                <c:pt idx="398" formatCode="0_)">
                  <c:v>40</c:v>
                </c:pt>
                <c:pt idx="399" formatCode="0_)">
                  <c:v>-50</c:v>
                </c:pt>
                <c:pt idx="400" formatCode="0_)">
                  <c:v>3</c:v>
                </c:pt>
                <c:pt idx="401" formatCode="0_)">
                  <c:v>-38</c:v>
                </c:pt>
                <c:pt idx="402" formatCode="0_)">
                  <c:v>-49</c:v>
                </c:pt>
                <c:pt idx="403" formatCode="0_)">
                  <c:v>-48</c:v>
                </c:pt>
                <c:pt idx="404" formatCode="0_)">
                  <c:v>-107</c:v>
                </c:pt>
                <c:pt idx="405" formatCode="0_)">
                  <c:v>-14</c:v>
                </c:pt>
                <c:pt idx="406" formatCode="0_)">
                  <c:v>18</c:v>
                </c:pt>
                <c:pt idx="407" formatCode="0_)">
                  <c:v>-2</c:v>
                </c:pt>
                <c:pt idx="408" formatCode="0_)">
                  <c:v>61</c:v>
                </c:pt>
                <c:pt idx="409" formatCode="0_)">
                  <c:v>-33</c:v>
                </c:pt>
                <c:pt idx="410" formatCode="0_)">
                  <c:v>29</c:v>
                </c:pt>
                <c:pt idx="411" formatCode="0_)">
                  <c:v>16</c:v>
                </c:pt>
                <c:pt idx="412" formatCode="0_)">
                  <c:v>46</c:v>
                </c:pt>
                <c:pt idx="413" formatCode="0_)">
                  <c:v>36</c:v>
                </c:pt>
                <c:pt idx="414" formatCode="0_)">
                  <c:v>-41</c:v>
                </c:pt>
                <c:pt idx="415" formatCode="0_)">
                  <c:v>-20</c:v>
                </c:pt>
                <c:pt idx="416" formatCode="0_)">
                  <c:v>-60</c:v>
                </c:pt>
                <c:pt idx="417" formatCode="0_)">
                  <c:v>29</c:v>
                </c:pt>
                <c:pt idx="418" formatCode="0_)">
                  <c:v>-18</c:v>
                </c:pt>
                <c:pt idx="419" formatCode="0_)">
                  <c:v>20</c:v>
                </c:pt>
                <c:pt idx="420" formatCode="0_)">
                  <c:v>-13</c:v>
                </c:pt>
                <c:pt idx="421" formatCode="0_)">
                  <c:v>10</c:v>
                </c:pt>
                <c:pt idx="422" formatCode="0_)">
                  <c:v>53</c:v>
                </c:pt>
                <c:pt idx="423" formatCode="0_)">
                  <c:v>59</c:v>
                </c:pt>
                <c:pt idx="424" formatCode="0_)">
                  <c:v>-9</c:v>
                </c:pt>
                <c:pt idx="425" formatCode="0_)">
                  <c:v>-11</c:v>
                </c:pt>
                <c:pt idx="426" formatCode="0_)">
                  <c:v>-32</c:v>
                </c:pt>
                <c:pt idx="427" formatCode="0_)">
                  <c:v>-14</c:v>
                </c:pt>
                <c:pt idx="428" formatCode="0_)">
                  <c:v>0</c:v>
                </c:pt>
                <c:pt idx="429" formatCode="0_)">
                  <c:v>-1</c:v>
                </c:pt>
                <c:pt idx="432" formatCode="0_)">
                  <c:v>11</c:v>
                </c:pt>
                <c:pt idx="433" formatCode="0_)">
                  <c:v>-58</c:v>
                </c:pt>
                <c:pt idx="434" formatCode="0_)">
                  <c:v>-20</c:v>
                </c:pt>
                <c:pt idx="435" formatCode="0_)">
                  <c:v>27</c:v>
                </c:pt>
                <c:pt idx="436" formatCode="0_)">
                  <c:v>-68</c:v>
                </c:pt>
                <c:pt idx="437" formatCode="0_)">
                  <c:v>96</c:v>
                </c:pt>
                <c:pt idx="438" formatCode="0_)">
                  <c:v>-29</c:v>
                </c:pt>
                <c:pt idx="439" formatCode="0_)">
                  <c:v>-34</c:v>
                </c:pt>
                <c:pt idx="440" formatCode="0_)">
                  <c:v>3</c:v>
                </c:pt>
                <c:pt idx="441" formatCode="0_)">
                  <c:v>36</c:v>
                </c:pt>
                <c:pt idx="442" formatCode="0_)">
                  <c:v>-86</c:v>
                </c:pt>
                <c:pt idx="443" formatCode="0_)">
                  <c:v>-32</c:v>
                </c:pt>
                <c:pt idx="444" formatCode="0_)">
                  <c:v>-26</c:v>
                </c:pt>
                <c:pt idx="445" formatCode="0_)">
                  <c:v>92</c:v>
                </c:pt>
                <c:pt idx="446" formatCode="0_)">
                  <c:v>-67</c:v>
                </c:pt>
                <c:pt idx="447" formatCode="0_)">
                  <c:v>63</c:v>
                </c:pt>
                <c:pt idx="448" formatCode="0_)">
                  <c:v>29</c:v>
                </c:pt>
                <c:pt idx="449" formatCode="0_)">
                  <c:v>-12</c:v>
                </c:pt>
                <c:pt idx="450" formatCode="0_)">
                  <c:v>14</c:v>
                </c:pt>
                <c:pt idx="451" formatCode="0_)">
                  <c:v>10</c:v>
                </c:pt>
                <c:pt idx="452" formatCode="0_)">
                  <c:v>-13</c:v>
                </c:pt>
                <c:pt idx="453" formatCode="0_)">
                  <c:v>-43</c:v>
                </c:pt>
                <c:pt idx="454" formatCode="0_)">
                  <c:v>54</c:v>
                </c:pt>
                <c:pt idx="455" formatCode="0_)">
                  <c:v>-17</c:v>
                </c:pt>
                <c:pt idx="456" formatCode="0_)">
                  <c:v>-41</c:v>
                </c:pt>
                <c:pt idx="457" formatCode="0_)">
                  <c:v>-29</c:v>
                </c:pt>
                <c:pt idx="458" formatCode="0_)">
                  <c:v>29</c:v>
                </c:pt>
                <c:pt idx="459" formatCode="0_)">
                  <c:v>-31</c:v>
                </c:pt>
                <c:pt idx="460" formatCode="0_)">
                  <c:v>-34</c:v>
                </c:pt>
                <c:pt idx="461" formatCode="0_)">
                  <c:v>7</c:v>
                </c:pt>
                <c:pt idx="462" formatCode="0_)">
                  <c:v>-65</c:v>
                </c:pt>
                <c:pt idx="463" formatCode="0_)">
                  <c:v>64</c:v>
                </c:pt>
                <c:pt idx="464" formatCode="0_)">
                  <c:v>28</c:v>
                </c:pt>
                <c:pt idx="465" formatCode="0_)">
                  <c:v>-89</c:v>
                </c:pt>
                <c:pt idx="466" formatCode="0_)">
                  <c:v>-6</c:v>
                </c:pt>
                <c:pt idx="467" formatCode="0_)">
                  <c:v>-39</c:v>
                </c:pt>
                <c:pt idx="468" formatCode="0_)">
                  <c:v>19</c:v>
                </c:pt>
                <c:pt idx="469" formatCode="0_)">
                  <c:v>72</c:v>
                </c:pt>
                <c:pt idx="470" formatCode="0_)">
                  <c:v>-52</c:v>
                </c:pt>
                <c:pt idx="471" formatCode="0_)">
                  <c:v>55</c:v>
                </c:pt>
                <c:pt idx="472" formatCode="0_)">
                  <c:v>-27</c:v>
                </c:pt>
                <c:pt idx="473" formatCode="0_)">
                  <c:v>67</c:v>
                </c:pt>
                <c:pt idx="474" formatCode="0_)">
                  <c:v>-72</c:v>
                </c:pt>
                <c:pt idx="475" formatCode="0_)">
                  <c:v>-23</c:v>
                </c:pt>
                <c:pt idx="476" formatCode="0_)">
                  <c:v>72</c:v>
                </c:pt>
                <c:pt idx="477" formatCode="0_)">
                  <c:v>48</c:v>
                </c:pt>
                <c:pt idx="478" formatCode="0_)">
                  <c:v>85</c:v>
                </c:pt>
                <c:pt idx="479" formatCode="0_)">
                  <c:v>-45</c:v>
                </c:pt>
                <c:pt idx="480" formatCode="0_)">
                  <c:v>85</c:v>
                </c:pt>
                <c:pt idx="481" formatCode="0_)">
                  <c:v>10</c:v>
                </c:pt>
                <c:pt idx="482" formatCode="0_)">
                  <c:v>-47</c:v>
                </c:pt>
                <c:pt idx="483" formatCode="0_)">
                  <c:v>-8</c:v>
                </c:pt>
                <c:pt idx="484" formatCode="0_)">
                  <c:v>56</c:v>
                </c:pt>
                <c:pt idx="485" formatCode="0_)">
                  <c:v>5</c:v>
                </c:pt>
                <c:pt idx="486" formatCode="0_)">
                  <c:v>9</c:v>
                </c:pt>
                <c:pt idx="487" formatCode="0_)">
                  <c:v>-50</c:v>
                </c:pt>
                <c:pt idx="488" formatCode="0_)">
                  <c:v>-33</c:v>
                </c:pt>
                <c:pt idx="489" formatCode="0_)">
                  <c:v>53</c:v>
                </c:pt>
                <c:pt idx="490" formatCode="0_)">
                  <c:v>0</c:v>
                </c:pt>
                <c:pt idx="491" formatCode="0_)">
                  <c:v>-17</c:v>
                </c:pt>
                <c:pt idx="492" formatCode="0_)">
                  <c:v>19</c:v>
                </c:pt>
                <c:pt idx="493" formatCode="0_)">
                  <c:v>-46</c:v>
                </c:pt>
                <c:pt idx="494" formatCode="0_)">
                  <c:v>28</c:v>
                </c:pt>
                <c:pt idx="495" formatCode="0_)">
                  <c:v>-17</c:v>
                </c:pt>
                <c:pt idx="496" formatCode="0_)">
                  <c:v>31</c:v>
                </c:pt>
                <c:pt idx="497" formatCode="0_)">
                  <c:v>-13</c:v>
                </c:pt>
                <c:pt idx="498" formatCode="0_)">
                  <c:v>-65</c:v>
                </c:pt>
                <c:pt idx="499" formatCode="0_)">
                  <c:v>14</c:v>
                </c:pt>
                <c:pt idx="500" formatCode="0_)">
                  <c:v>17</c:v>
                </c:pt>
                <c:pt idx="501" formatCode="0_)">
                  <c:v>-6</c:v>
                </c:pt>
                <c:pt idx="502" formatCode="0_)">
                  <c:v>25</c:v>
                </c:pt>
                <c:pt idx="503" formatCode="0_)">
                  <c:v>-10</c:v>
                </c:pt>
                <c:pt idx="504" formatCode="0_)">
                  <c:v>13</c:v>
                </c:pt>
                <c:pt idx="505" formatCode="0_)">
                  <c:v>32</c:v>
                </c:pt>
                <c:pt idx="506" formatCode="0_)">
                  <c:v>-16</c:v>
                </c:pt>
                <c:pt idx="507" formatCode="0_)">
                  <c:v>-19</c:v>
                </c:pt>
                <c:pt idx="508" formatCode="0_)">
                  <c:v>37</c:v>
                </c:pt>
                <c:pt idx="509" formatCode="0_)">
                  <c:v>-43</c:v>
                </c:pt>
                <c:pt idx="510" formatCode="0_)">
                  <c:v>-49</c:v>
                </c:pt>
                <c:pt idx="511" formatCode="0_)">
                  <c:v>-35</c:v>
                </c:pt>
                <c:pt idx="512" formatCode="0_)">
                  <c:v>-25</c:v>
                </c:pt>
                <c:pt idx="513" formatCode="0_)">
                  <c:v>75</c:v>
                </c:pt>
                <c:pt idx="514" formatCode="0_)">
                  <c:v>-68</c:v>
                </c:pt>
                <c:pt idx="516" formatCode="0_)">
                  <c:v>0</c:v>
                </c:pt>
                <c:pt idx="518" formatCode="0_)">
                  <c:v>-12</c:v>
                </c:pt>
                <c:pt idx="519" formatCode="0_)">
                  <c:v>-43</c:v>
                </c:pt>
                <c:pt idx="522" formatCode="0_)">
                  <c:v>-66</c:v>
                </c:pt>
                <c:pt idx="523" formatCode="0_)">
                  <c:v>40</c:v>
                </c:pt>
                <c:pt idx="524" formatCode="0_)">
                  <c:v>-55</c:v>
                </c:pt>
                <c:pt idx="525" formatCode="0_)">
                  <c:v>7</c:v>
                </c:pt>
                <c:pt idx="526" formatCode="0_)">
                  <c:v>-26</c:v>
                </c:pt>
                <c:pt idx="527" formatCode="0_)">
                  <c:v>-106</c:v>
                </c:pt>
                <c:pt idx="528" formatCode="0_)">
                  <c:v>2</c:v>
                </c:pt>
                <c:pt idx="529" formatCode="0_)">
                  <c:v>13</c:v>
                </c:pt>
                <c:pt idx="530" formatCode="0_)">
                  <c:v>-75</c:v>
                </c:pt>
                <c:pt idx="531" formatCode="0_)">
                  <c:v>4</c:v>
                </c:pt>
                <c:pt idx="532" formatCode="0_)">
                  <c:v>47</c:v>
                </c:pt>
                <c:pt idx="533" formatCode="0_)">
                  <c:v>20</c:v>
                </c:pt>
                <c:pt idx="534" formatCode="0_)">
                  <c:v>-46</c:v>
                </c:pt>
                <c:pt idx="535" formatCode="0_)">
                  <c:v>-71</c:v>
                </c:pt>
                <c:pt idx="536" formatCode="0_)">
                  <c:v>43</c:v>
                </c:pt>
                <c:pt idx="537" formatCode="0_)">
                  <c:v>-18</c:v>
                </c:pt>
                <c:pt idx="538" formatCode="0_)">
                  <c:v>28</c:v>
                </c:pt>
                <c:pt idx="539" formatCode="0_)">
                  <c:v>-52</c:v>
                </c:pt>
                <c:pt idx="540" formatCode="0_)">
                  <c:v>-2</c:v>
                </c:pt>
                <c:pt idx="541" formatCode="0_)">
                  <c:v>45</c:v>
                </c:pt>
                <c:pt idx="542" formatCode="0_)">
                  <c:v>23</c:v>
                </c:pt>
                <c:pt idx="543" formatCode="0_)">
                  <c:v>-4</c:v>
                </c:pt>
                <c:pt idx="544" formatCode="0_)">
                  <c:v>14</c:v>
                </c:pt>
                <c:pt idx="545" formatCode="0_)">
                  <c:v>-18</c:v>
                </c:pt>
                <c:pt idx="546" formatCode="0_)">
                  <c:v>5</c:v>
                </c:pt>
                <c:pt idx="547" formatCode="0_)">
                  <c:v>9</c:v>
                </c:pt>
                <c:pt idx="548" formatCode="0_)">
                  <c:v>6</c:v>
                </c:pt>
                <c:pt idx="549" formatCode="0_)">
                  <c:v>-28</c:v>
                </c:pt>
                <c:pt idx="550" formatCode="0_)">
                  <c:v>0</c:v>
                </c:pt>
                <c:pt idx="551" formatCode="0_)">
                  <c:v>-30</c:v>
                </c:pt>
                <c:pt idx="552" formatCode="0_)">
                  <c:v>-15</c:v>
                </c:pt>
                <c:pt idx="553" formatCode="0_)">
                  <c:v>19</c:v>
                </c:pt>
                <c:pt idx="554" formatCode="0_)">
                  <c:v>-47</c:v>
                </c:pt>
                <c:pt idx="555" formatCode="0_)">
                  <c:v>73</c:v>
                </c:pt>
                <c:pt idx="556" formatCode="0_)">
                  <c:v>-30</c:v>
                </c:pt>
                <c:pt idx="557" formatCode="0_)">
                  <c:v>-25</c:v>
                </c:pt>
                <c:pt idx="558" formatCode="0_)">
                  <c:v>20</c:v>
                </c:pt>
                <c:pt idx="559" formatCode="0_)">
                  <c:v>3</c:v>
                </c:pt>
                <c:pt idx="560" formatCode="0_)">
                  <c:v>16</c:v>
                </c:pt>
                <c:pt idx="561" formatCode="0_)">
                  <c:v>-8</c:v>
                </c:pt>
                <c:pt idx="562" formatCode="0_)">
                  <c:v>8</c:v>
                </c:pt>
                <c:pt idx="563" formatCode="0_)">
                  <c:v>-7</c:v>
                </c:pt>
                <c:pt idx="564" formatCode="0_)">
                  <c:v>23</c:v>
                </c:pt>
                <c:pt idx="565" formatCode="0_)">
                  <c:v>29</c:v>
                </c:pt>
                <c:pt idx="566" formatCode="0_)">
                  <c:v>0</c:v>
                </c:pt>
                <c:pt idx="567" formatCode="0_)">
                  <c:v>-20</c:v>
                </c:pt>
                <c:pt idx="568" formatCode="0_)">
                  <c:v>-12</c:v>
                </c:pt>
                <c:pt idx="569" formatCode="0_)">
                  <c:v>51</c:v>
                </c:pt>
                <c:pt idx="570" formatCode="0_)">
                  <c:v>0</c:v>
                </c:pt>
                <c:pt idx="571" formatCode="0_)">
                  <c:v>-11</c:v>
                </c:pt>
                <c:pt idx="572" formatCode="0_)">
                  <c:v>9</c:v>
                </c:pt>
                <c:pt idx="573" formatCode="0_)">
                  <c:v>-22</c:v>
                </c:pt>
                <c:pt idx="574" formatCode="0_)">
                  <c:v>-27</c:v>
                </c:pt>
                <c:pt idx="575" formatCode="0_)">
                  <c:v>16</c:v>
                </c:pt>
                <c:pt idx="576" formatCode="0_)">
                  <c:v>-10</c:v>
                </c:pt>
                <c:pt idx="577" formatCode="0_)">
                  <c:v>-20</c:v>
                </c:pt>
                <c:pt idx="578" formatCode="0_)">
                  <c:v>10</c:v>
                </c:pt>
                <c:pt idx="579" formatCode="0_)">
                  <c:v>-3</c:v>
                </c:pt>
                <c:pt idx="580" formatCode="0_)">
                  <c:v>-29</c:v>
                </c:pt>
                <c:pt idx="581" formatCode="0_)">
                  <c:v>19</c:v>
                </c:pt>
                <c:pt idx="582" formatCode="0_)">
                  <c:v>-7</c:v>
                </c:pt>
                <c:pt idx="583" formatCode="0_)">
                  <c:v>2</c:v>
                </c:pt>
                <c:pt idx="584" formatCode="0_)">
                  <c:v>17.5</c:v>
                </c:pt>
                <c:pt idx="585" formatCode="0_)">
                  <c:v>-32.5</c:v>
                </c:pt>
                <c:pt idx="586" formatCode="0_)">
                  <c:v>-1</c:v>
                </c:pt>
                <c:pt idx="587" formatCode="0_)">
                  <c:v>-29</c:v>
                </c:pt>
                <c:pt idx="588" formatCode="0_)">
                  <c:v>3</c:v>
                </c:pt>
                <c:pt idx="592" formatCode="0_)">
                  <c:v>-4</c:v>
                </c:pt>
                <c:pt idx="593" formatCode="0_)">
                  <c:v>50</c:v>
                </c:pt>
                <c:pt idx="594" formatCode="0_)">
                  <c:v>39</c:v>
                </c:pt>
                <c:pt idx="595" formatCode="0_)">
                  <c:v>18</c:v>
                </c:pt>
                <c:pt idx="596" formatCode="0_)">
                  <c:v>-32.5</c:v>
                </c:pt>
                <c:pt idx="597" formatCode="0_)">
                  <c:v>24.5</c:v>
                </c:pt>
                <c:pt idx="598" formatCode="0_)">
                  <c:v>37</c:v>
                </c:pt>
                <c:pt idx="599" formatCode="0_)">
                  <c:v>-5</c:v>
                </c:pt>
                <c:pt idx="600" formatCode="0_)">
                  <c:v>71</c:v>
                </c:pt>
                <c:pt idx="601" formatCode="0_)">
                  <c:v>9</c:v>
                </c:pt>
                <c:pt idx="602" formatCode="0_)">
                  <c:v>-40</c:v>
                </c:pt>
                <c:pt idx="603" formatCode="0_)">
                  <c:v>68</c:v>
                </c:pt>
                <c:pt idx="604" formatCode="0_)">
                  <c:v>-18</c:v>
                </c:pt>
                <c:pt idx="605" formatCode="0_)">
                  <c:v>-6</c:v>
                </c:pt>
                <c:pt idx="606" formatCode="0_)">
                  <c:v>7</c:v>
                </c:pt>
                <c:pt idx="607" formatCode="0_)">
                  <c:v>-28</c:v>
                </c:pt>
                <c:pt idx="608" formatCode="0_)">
                  <c:v>46</c:v>
                </c:pt>
                <c:pt idx="609" formatCode="0_)">
                  <c:v>16</c:v>
                </c:pt>
                <c:pt idx="612" formatCode="0_)">
                  <c:v>73</c:v>
                </c:pt>
                <c:pt idx="613" formatCode="0_)">
                  <c:v>8</c:v>
                </c:pt>
                <c:pt idx="614" formatCode="0_)">
                  <c:v>-49</c:v>
                </c:pt>
                <c:pt idx="615" formatCode="0_)">
                  <c:v>-24</c:v>
                </c:pt>
                <c:pt idx="616" formatCode="0_)">
                  <c:v>33</c:v>
                </c:pt>
                <c:pt idx="617" formatCode="0_)">
                  <c:v>-63</c:v>
                </c:pt>
                <c:pt idx="618" formatCode="0_)">
                  <c:v>22.5</c:v>
                </c:pt>
                <c:pt idx="619" formatCode="0_)">
                  <c:v>-94.5</c:v>
                </c:pt>
                <c:pt idx="620" formatCode="0_)">
                  <c:v>-261</c:v>
                </c:pt>
                <c:pt idx="621" formatCode="0_)">
                  <c:v>113</c:v>
                </c:pt>
                <c:pt idx="622" formatCode="0_)">
                  <c:v>-68</c:v>
                </c:pt>
                <c:pt idx="623" formatCode="0_)">
                  <c:v>110</c:v>
                </c:pt>
                <c:pt idx="624" formatCode="0_)">
                  <c:v>-15</c:v>
                </c:pt>
                <c:pt idx="627" formatCode="0_)">
                  <c:v>-22</c:v>
                </c:pt>
                <c:pt idx="628" formatCode="0_)">
                  <c:v>40</c:v>
                </c:pt>
                <c:pt idx="629" formatCode="0_)">
                  <c:v>-42</c:v>
                </c:pt>
                <c:pt idx="630" formatCode="0_)">
                  <c:v>0</c:v>
                </c:pt>
                <c:pt idx="631" formatCode="0_)">
                  <c:v>-56</c:v>
                </c:pt>
                <c:pt idx="632" formatCode="0_)">
                  <c:v>-68</c:v>
                </c:pt>
                <c:pt idx="633" formatCode="0_)">
                  <c:v>-210</c:v>
                </c:pt>
                <c:pt idx="634" formatCode="0_)">
                  <c:v>375</c:v>
                </c:pt>
                <c:pt idx="635" formatCode="0_)">
                  <c:v>-65</c:v>
                </c:pt>
                <c:pt idx="636" formatCode="0_)">
                  <c:v>-230</c:v>
                </c:pt>
                <c:pt idx="637" formatCode="0_)">
                  <c:v>45</c:v>
                </c:pt>
                <c:pt idx="638" formatCode="0_)">
                  <c:v>-20</c:v>
                </c:pt>
                <c:pt idx="639" formatCode="0_)">
                  <c:v>-165</c:v>
                </c:pt>
                <c:pt idx="640" formatCode="0_)">
                  <c:v>-160</c:v>
                </c:pt>
                <c:pt idx="641" formatCode="0_)">
                  <c:v>65</c:v>
                </c:pt>
                <c:pt idx="642" formatCode="0_)">
                  <c:v>20</c:v>
                </c:pt>
                <c:pt idx="643" formatCode="0_)">
                  <c:v>0</c:v>
                </c:pt>
                <c:pt idx="644" formatCode="0_)">
                  <c:v>-85</c:v>
                </c:pt>
                <c:pt idx="645" formatCode="0_)">
                  <c:v>-120</c:v>
                </c:pt>
                <c:pt idx="646" formatCode="0_)">
                  <c:v>61</c:v>
                </c:pt>
                <c:pt idx="647" formatCode="0_)">
                  <c:v>-96</c:v>
                </c:pt>
                <c:pt idx="648" formatCode="0_)">
                  <c:v>-5</c:v>
                </c:pt>
                <c:pt idx="649" formatCode="0_)">
                  <c:v>130</c:v>
                </c:pt>
                <c:pt idx="650" formatCode="0_)">
                  <c:v>-10</c:v>
                </c:pt>
                <c:pt idx="651" formatCode="0_)">
                  <c:v>-14</c:v>
                </c:pt>
                <c:pt idx="652" formatCode="0_)">
                  <c:v>61</c:v>
                </c:pt>
                <c:pt idx="653" formatCode="0_)">
                  <c:v>-70</c:v>
                </c:pt>
                <c:pt idx="654" formatCode="0_)">
                  <c:v>28</c:v>
                </c:pt>
                <c:pt idx="655" formatCode="0_)">
                  <c:v>28</c:v>
                </c:pt>
                <c:pt idx="656" formatCode="0_)">
                  <c:v>7</c:v>
                </c:pt>
                <c:pt idx="657" formatCode="0_)">
                  <c:v>-5</c:v>
                </c:pt>
                <c:pt idx="658" formatCode="0_)">
                  <c:v>-47</c:v>
                </c:pt>
                <c:pt idx="659" formatCode="0_)">
                  <c:v>-68</c:v>
                </c:pt>
                <c:pt idx="660" formatCode="0_)">
                  <c:v>55</c:v>
                </c:pt>
                <c:pt idx="661" formatCode="0_)">
                  <c:v>9</c:v>
                </c:pt>
                <c:pt idx="662" formatCode="0_)">
                  <c:v>21</c:v>
                </c:pt>
                <c:pt idx="663" formatCode="0_)">
                  <c:v>-3</c:v>
                </c:pt>
                <c:pt idx="664" formatCode="0_)">
                  <c:v>48</c:v>
                </c:pt>
                <c:pt idx="665" formatCode="0_)">
                  <c:v>-26</c:v>
                </c:pt>
                <c:pt idx="666" formatCode="0_)">
                  <c:v>43</c:v>
                </c:pt>
                <c:pt idx="667" formatCode="0_)">
                  <c:v>1</c:v>
                </c:pt>
                <c:pt idx="668" formatCode="0_)">
                  <c:v>67</c:v>
                </c:pt>
                <c:pt idx="669" formatCode="0_)">
                  <c:v>35</c:v>
                </c:pt>
                <c:pt idx="670" formatCode="0_)">
                  <c:v>-33</c:v>
                </c:pt>
                <c:pt idx="671" formatCode="0_)">
                  <c:v>-56</c:v>
                </c:pt>
                <c:pt idx="672" formatCode="0_)">
                  <c:v>8</c:v>
                </c:pt>
                <c:pt idx="673" formatCode="0_)">
                  <c:v>16</c:v>
                </c:pt>
                <c:pt idx="674" formatCode="0_)">
                  <c:v>-16</c:v>
                </c:pt>
                <c:pt idx="675" formatCode="0_)">
                  <c:v>-1</c:v>
                </c:pt>
                <c:pt idx="676" formatCode="0_)">
                  <c:v>-34</c:v>
                </c:pt>
                <c:pt idx="677" formatCode="0_)">
                  <c:v>41</c:v>
                </c:pt>
                <c:pt idx="678" formatCode="0_)">
                  <c:v>11</c:v>
                </c:pt>
                <c:pt idx="679" formatCode="0_)">
                  <c:v>-24</c:v>
                </c:pt>
                <c:pt idx="680" formatCode="0_)">
                  <c:v>7</c:v>
                </c:pt>
                <c:pt idx="681" formatCode="0_)">
                  <c:v>-39</c:v>
                </c:pt>
                <c:pt idx="682" formatCode="0_)">
                  <c:v>15</c:v>
                </c:pt>
                <c:pt idx="683" formatCode="0_)">
                  <c:v>8</c:v>
                </c:pt>
                <c:pt idx="684" formatCode="0_)">
                  <c:v>-23</c:v>
                </c:pt>
                <c:pt idx="685" formatCode="0_)">
                  <c:v>-15</c:v>
                </c:pt>
                <c:pt idx="686" formatCode="0_)">
                  <c:v>1</c:v>
                </c:pt>
                <c:pt idx="687" formatCode="0_)">
                  <c:v>-31</c:v>
                </c:pt>
                <c:pt idx="688" formatCode="0_)">
                  <c:v>12</c:v>
                </c:pt>
                <c:pt idx="689" formatCode="0_)">
                  <c:v>1</c:v>
                </c:pt>
                <c:pt idx="692" formatCode="0_)">
                  <c:v>-9</c:v>
                </c:pt>
                <c:pt idx="693" formatCode="0_)">
                  <c:v>15</c:v>
                </c:pt>
                <c:pt idx="694" formatCode="0_)">
                  <c:v>42</c:v>
                </c:pt>
                <c:pt idx="695" formatCode="0_)">
                  <c:v>100</c:v>
                </c:pt>
                <c:pt idx="696" formatCode="0_)">
                  <c:v>-86</c:v>
                </c:pt>
                <c:pt idx="697" formatCode="0_)">
                  <c:v>-29</c:v>
                </c:pt>
                <c:pt idx="698" formatCode="0_)">
                  <c:v>-2</c:v>
                </c:pt>
                <c:pt idx="699" formatCode="0_)">
                  <c:v>-74</c:v>
                </c:pt>
                <c:pt idx="700" formatCode="0_)">
                  <c:v>22</c:v>
                </c:pt>
                <c:pt idx="701" formatCode="0_)">
                  <c:v>-24</c:v>
                </c:pt>
                <c:pt idx="702" formatCode="0_)">
                  <c:v>-8</c:v>
                </c:pt>
                <c:pt idx="703" formatCode="0_)">
                  <c:v>-43</c:v>
                </c:pt>
                <c:pt idx="704" formatCode="0_)">
                  <c:v>-2.5</c:v>
                </c:pt>
                <c:pt idx="705" formatCode="0_)">
                  <c:v>-1.5</c:v>
                </c:pt>
                <c:pt idx="706" formatCode="0_)">
                  <c:v>-15</c:v>
                </c:pt>
                <c:pt idx="707" formatCode="0_)">
                  <c:v>45</c:v>
                </c:pt>
                <c:pt idx="708" formatCode="0_)">
                  <c:v>5</c:v>
                </c:pt>
                <c:pt idx="709" formatCode="0_)">
                  <c:v>0</c:v>
                </c:pt>
                <c:pt idx="710" formatCode="0_)">
                  <c:v>-59</c:v>
                </c:pt>
                <c:pt idx="711" formatCode="0_)">
                  <c:v>28</c:v>
                </c:pt>
                <c:pt idx="712" formatCode="0_)">
                  <c:v>48</c:v>
                </c:pt>
                <c:pt idx="713" formatCode="0_)">
                  <c:v>-7</c:v>
                </c:pt>
                <c:pt idx="714" formatCode="0_)">
                  <c:v>68</c:v>
                </c:pt>
                <c:pt idx="715" formatCode="0_)">
                  <c:v>-57</c:v>
                </c:pt>
                <c:pt idx="716" formatCode="0_)">
                  <c:v>-34</c:v>
                </c:pt>
                <c:pt idx="717" formatCode="0_)">
                  <c:v>-16</c:v>
                </c:pt>
                <c:pt idx="718" formatCode="0_)">
                  <c:v>3</c:v>
                </c:pt>
                <c:pt idx="719" formatCode="0_)">
                  <c:v>31</c:v>
                </c:pt>
                <c:pt idx="720" formatCode="0_)">
                  <c:v>10.5</c:v>
                </c:pt>
                <c:pt idx="721" formatCode="0_)">
                  <c:v>-24.5</c:v>
                </c:pt>
                <c:pt idx="722" formatCode="0_)">
                  <c:v>47</c:v>
                </c:pt>
                <c:pt idx="723" formatCode="0_)">
                  <c:v>-1</c:v>
                </c:pt>
                <c:pt idx="724" formatCode="0_)">
                  <c:v>13</c:v>
                </c:pt>
                <c:pt idx="725" formatCode="0_)">
                  <c:v>-19</c:v>
                </c:pt>
                <c:pt idx="726" formatCode="0_)">
                  <c:v>15</c:v>
                </c:pt>
                <c:pt idx="727" formatCode="0_)">
                  <c:v>-4</c:v>
                </c:pt>
                <c:pt idx="728" formatCode="0_)">
                  <c:v>-30</c:v>
                </c:pt>
                <c:pt idx="729" formatCode="0_)">
                  <c:v>49</c:v>
                </c:pt>
                <c:pt idx="730" formatCode="0_)">
                  <c:v>-2</c:v>
                </c:pt>
                <c:pt idx="731" formatCode="0_)">
                  <c:v>7</c:v>
                </c:pt>
                <c:pt idx="732" formatCode="0_)">
                  <c:v>33</c:v>
                </c:pt>
                <c:pt idx="733" formatCode="0_)">
                  <c:v>-17</c:v>
                </c:pt>
                <c:pt idx="734" formatCode="0_)">
                  <c:v>37</c:v>
                </c:pt>
                <c:pt idx="735" formatCode="0_)">
                  <c:v>31</c:v>
                </c:pt>
                <c:pt idx="736" formatCode="0_)">
                  <c:v>-86</c:v>
                </c:pt>
                <c:pt idx="737" formatCode="0_)">
                  <c:v>-39</c:v>
                </c:pt>
                <c:pt idx="738" formatCode="0_)">
                  <c:v>66.5</c:v>
                </c:pt>
                <c:pt idx="739" formatCode="0_)">
                  <c:v>-27.5</c:v>
                </c:pt>
                <c:pt idx="740" formatCode="0_)">
                  <c:v>22</c:v>
                </c:pt>
                <c:pt idx="741" formatCode="0_)">
                  <c:v>11</c:v>
                </c:pt>
                <c:pt idx="742" formatCode="0_)">
                  <c:v>-2</c:v>
                </c:pt>
                <c:pt idx="743" formatCode="0_)">
                  <c:v>48</c:v>
                </c:pt>
                <c:pt idx="744" formatCode="0_)">
                  <c:v>27</c:v>
                </c:pt>
                <c:pt idx="745" formatCode="0_)">
                  <c:v>-25</c:v>
                </c:pt>
                <c:pt idx="746" formatCode="0_)">
                  <c:v>44</c:v>
                </c:pt>
                <c:pt idx="747" formatCode="0_)">
                  <c:v>27</c:v>
                </c:pt>
                <c:pt idx="748" formatCode="0_)">
                  <c:v>-42</c:v>
                </c:pt>
                <c:pt idx="749" formatCode="0_)">
                  <c:v>139</c:v>
                </c:pt>
                <c:pt idx="750" formatCode="0_)">
                  <c:v>60</c:v>
                </c:pt>
                <c:pt idx="751" formatCode="0_)">
                  <c:v>61</c:v>
                </c:pt>
                <c:pt idx="752" formatCode="0_)">
                  <c:v>13</c:v>
                </c:pt>
                <c:pt idx="753" formatCode="0_)">
                  <c:v>-11</c:v>
                </c:pt>
                <c:pt idx="754" formatCode="0_)">
                  <c:v>-20</c:v>
                </c:pt>
                <c:pt idx="755" formatCode="0_)">
                  <c:v>-7</c:v>
                </c:pt>
                <c:pt idx="756" formatCode="0_)">
                  <c:v>164</c:v>
                </c:pt>
                <c:pt idx="757" formatCode="0_)">
                  <c:v>-5</c:v>
                </c:pt>
                <c:pt idx="758" formatCode="0_)">
                  <c:v>95</c:v>
                </c:pt>
                <c:pt idx="759" formatCode="0_)">
                  <c:v>-83</c:v>
                </c:pt>
                <c:pt idx="760" formatCode="0_)">
                  <c:v>-32</c:v>
                </c:pt>
                <c:pt idx="761" formatCode="0_)">
                  <c:v>-135</c:v>
                </c:pt>
                <c:pt idx="762" formatCode="0_)">
                  <c:v>32</c:v>
                </c:pt>
                <c:pt idx="763" formatCode="0_)">
                  <c:v>24</c:v>
                </c:pt>
                <c:pt idx="764" formatCode="0_)">
                  <c:v>-124</c:v>
                </c:pt>
                <c:pt idx="765" formatCode="0_)">
                  <c:v>47</c:v>
                </c:pt>
                <c:pt idx="766" formatCode="0_)">
                  <c:v>-27</c:v>
                </c:pt>
                <c:pt idx="767" formatCode="0_)">
                  <c:v>13</c:v>
                </c:pt>
                <c:pt idx="768" formatCode="0_)">
                  <c:v>-28</c:v>
                </c:pt>
                <c:pt idx="769" formatCode="0_)">
                  <c:v>-17</c:v>
                </c:pt>
                <c:pt idx="770" formatCode="0_)">
                  <c:v>-51</c:v>
                </c:pt>
                <c:pt idx="771" formatCode="0_)">
                  <c:v>-38</c:v>
                </c:pt>
                <c:pt idx="772" formatCode="0_)">
                  <c:v>-1</c:v>
                </c:pt>
                <c:pt idx="773" formatCode="0_)">
                  <c:v>68</c:v>
                </c:pt>
                <c:pt idx="774" formatCode="0_)">
                  <c:v>19</c:v>
                </c:pt>
                <c:pt idx="775" formatCode="0_)">
                  <c:v>-16</c:v>
                </c:pt>
                <c:pt idx="776" formatCode="0_)">
                  <c:v>1</c:v>
                </c:pt>
                <c:pt idx="780" formatCode="0_)">
                  <c:v>-42</c:v>
                </c:pt>
                <c:pt idx="781" formatCode="0_)">
                  <c:v>-0.5</c:v>
                </c:pt>
                <c:pt idx="784" formatCode="0_)">
                  <c:v>48</c:v>
                </c:pt>
                <c:pt idx="785" formatCode="0_)">
                  <c:v>2</c:v>
                </c:pt>
                <c:pt idx="786" formatCode="0_)">
                  <c:v>11</c:v>
                </c:pt>
                <c:pt idx="787" formatCode="0_)">
                  <c:v>66</c:v>
                </c:pt>
                <c:pt idx="788" formatCode="0_)">
                  <c:v>-14</c:v>
                </c:pt>
                <c:pt idx="789" formatCode="0_)">
                  <c:v>42</c:v>
                </c:pt>
                <c:pt idx="790" formatCode="0_)">
                  <c:v>41</c:v>
                </c:pt>
                <c:pt idx="791" formatCode="0_)">
                  <c:v>17</c:v>
                </c:pt>
                <c:pt idx="792" formatCode="0_)">
                  <c:v>-63</c:v>
                </c:pt>
                <c:pt idx="793" formatCode="0_)">
                  <c:v>57</c:v>
                </c:pt>
                <c:pt idx="794" formatCode="0_)">
                  <c:v>-7</c:v>
                </c:pt>
                <c:pt idx="795" formatCode="0_)">
                  <c:v>-15</c:v>
                </c:pt>
                <c:pt idx="796" formatCode="0_)">
                  <c:v>85</c:v>
                </c:pt>
                <c:pt idx="797" formatCode="0_)">
                  <c:v>-7.5</c:v>
                </c:pt>
                <c:pt idx="798" formatCode="0_)">
                  <c:v>30.5</c:v>
                </c:pt>
                <c:pt idx="799" formatCode="0_)">
                  <c:v>-1</c:v>
                </c:pt>
                <c:pt idx="800" formatCode="0_)">
                  <c:v>27</c:v>
                </c:pt>
                <c:pt idx="801" formatCode="0_)">
                  <c:v>-39</c:v>
                </c:pt>
                <c:pt idx="802" formatCode="0_)">
                  <c:v>-5</c:v>
                </c:pt>
                <c:pt idx="803" formatCode="0_)">
                  <c:v>-142</c:v>
                </c:pt>
                <c:pt idx="804" formatCode="0_)">
                  <c:v>-4</c:v>
                </c:pt>
                <c:pt idx="805" formatCode="0_)">
                  <c:v>14</c:v>
                </c:pt>
                <c:pt idx="806" formatCode="0_)">
                  <c:v>-86</c:v>
                </c:pt>
                <c:pt idx="807" formatCode="0_)">
                  <c:v>83</c:v>
                </c:pt>
                <c:pt idx="808" formatCode="0_)">
                  <c:v>71</c:v>
                </c:pt>
                <c:pt idx="809" formatCode="0_)">
                  <c:v>34</c:v>
                </c:pt>
                <c:pt idx="810" formatCode="0_)">
                  <c:v>-80</c:v>
                </c:pt>
                <c:pt idx="811" formatCode="0_)">
                  <c:v>-24</c:v>
                </c:pt>
                <c:pt idx="812" formatCode="0_)">
                  <c:v>-40</c:v>
                </c:pt>
                <c:pt idx="813" formatCode="0_)">
                  <c:v>16</c:v>
                </c:pt>
                <c:pt idx="814" formatCode="0_)">
                  <c:v>-5</c:v>
                </c:pt>
                <c:pt idx="815" formatCode="0_)">
                  <c:v>-46</c:v>
                </c:pt>
                <c:pt idx="816" formatCode="0_)">
                  <c:v>34</c:v>
                </c:pt>
                <c:pt idx="817" formatCode="0_)">
                  <c:v>65</c:v>
                </c:pt>
                <c:pt idx="818" formatCode="0_)">
                  <c:v>-5</c:v>
                </c:pt>
                <c:pt idx="819" formatCode="0_)">
                  <c:v>28</c:v>
                </c:pt>
                <c:pt idx="820" formatCode="0_)">
                  <c:v>2</c:v>
                </c:pt>
                <c:pt idx="821" formatCode="0_)">
                  <c:v>-10</c:v>
                </c:pt>
                <c:pt idx="822" formatCode="0_)">
                  <c:v>-13</c:v>
                </c:pt>
                <c:pt idx="823" formatCode="0_)">
                  <c:v>33</c:v>
                </c:pt>
                <c:pt idx="824" formatCode="0_)">
                  <c:v>-32</c:v>
                </c:pt>
                <c:pt idx="825" formatCode="0_)">
                  <c:v>28</c:v>
                </c:pt>
                <c:pt idx="826" formatCode="0_)">
                  <c:v>30</c:v>
                </c:pt>
                <c:pt idx="827" formatCode="0_)">
                  <c:v>-35</c:v>
                </c:pt>
                <c:pt idx="828" formatCode="0_)">
                  <c:v>-13</c:v>
                </c:pt>
                <c:pt idx="829" formatCode="0_)">
                  <c:v>0</c:v>
                </c:pt>
                <c:pt idx="830" formatCode="0_)">
                  <c:v>53</c:v>
                </c:pt>
                <c:pt idx="831" formatCode="0_)">
                  <c:v>-40</c:v>
                </c:pt>
                <c:pt idx="832" formatCode="0_)">
                  <c:v>-36</c:v>
                </c:pt>
                <c:pt idx="833" formatCode="0_)">
                  <c:v>-8</c:v>
                </c:pt>
                <c:pt idx="834" formatCode="0_)">
                  <c:v>-22</c:v>
                </c:pt>
                <c:pt idx="835" formatCode="0_)">
                  <c:v>33</c:v>
                </c:pt>
                <c:pt idx="836" formatCode="0_)">
                  <c:v>4</c:v>
                </c:pt>
                <c:pt idx="837" formatCode="0_)">
                  <c:v>-44</c:v>
                </c:pt>
                <c:pt idx="838" formatCode="0_)">
                  <c:v>3</c:v>
                </c:pt>
                <c:pt idx="839" formatCode="0_)">
                  <c:v>-13</c:v>
                </c:pt>
                <c:pt idx="840" formatCode="0_)">
                  <c:v>58</c:v>
                </c:pt>
                <c:pt idx="841" formatCode="0_)">
                  <c:v>8.5</c:v>
                </c:pt>
                <c:pt idx="842" formatCode="0_)">
                  <c:v>-10</c:v>
                </c:pt>
                <c:pt idx="843" formatCode="0_)">
                  <c:v>12.5</c:v>
                </c:pt>
                <c:pt idx="847" formatCode="0_)">
                  <c:v>-3</c:v>
                </c:pt>
                <c:pt idx="848" formatCode="0_)">
                  <c:v>29</c:v>
                </c:pt>
                <c:pt idx="849" formatCode="0_)">
                  <c:v>-25</c:v>
                </c:pt>
                <c:pt idx="850" formatCode="0_)">
                  <c:v>-78</c:v>
                </c:pt>
                <c:pt idx="851" formatCode="0_)">
                  <c:v>2</c:v>
                </c:pt>
                <c:pt idx="852" formatCode="0_)">
                  <c:v>29</c:v>
                </c:pt>
                <c:pt idx="853" formatCode="0_)">
                  <c:v>-16</c:v>
                </c:pt>
                <c:pt idx="854" formatCode="0_)">
                  <c:v>-5</c:v>
                </c:pt>
                <c:pt idx="855" formatCode="0_)">
                  <c:v>-43</c:v>
                </c:pt>
                <c:pt idx="856" formatCode="0_)">
                  <c:v>23</c:v>
                </c:pt>
                <c:pt idx="857" formatCode="0_)">
                  <c:v>6</c:v>
                </c:pt>
                <c:pt idx="858" formatCode="0_)">
                  <c:v>-17</c:v>
                </c:pt>
                <c:pt idx="859" formatCode="0_)">
                  <c:v>30</c:v>
                </c:pt>
                <c:pt idx="860" formatCode="0_)">
                  <c:v>-11</c:v>
                </c:pt>
                <c:pt idx="861" formatCode="0_)">
                  <c:v>71</c:v>
                </c:pt>
                <c:pt idx="862" formatCode="0_)">
                  <c:v>90</c:v>
                </c:pt>
                <c:pt idx="863" formatCode="0_)">
                  <c:v>106</c:v>
                </c:pt>
                <c:pt idx="864" formatCode="0_)">
                  <c:v>-21</c:v>
                </c:pt>
                <c:pt idx="865" formatCode="0_)">
                  <c:v>-44</c:v>
                </c:pt>
                <c:pt idx="866" formatCode="0_)">
                  <c:v>-100</c:v>
                </c:pt>
                <c:pt idx="867" formatCode="0_)">
                  <c:v>-11</c:v>
                </c:pt>
                <c:pt idx="868" formatCode="0_)">
                  <c:v>27</c:v>
                </c:pt>
                <c:pt idx="869" formatCode="0_)">
                  <c:v>-40</c:v>
                </c:pt>
                <c:pt idx="872" formatCode="0_)">
                  <c:v>-20</c:v>
                </c:pt>
                <c:pt idx="873" formatCode="0_)">
                  <c:v>17</c:v>
                </c:pt>
                <c:pt idx="874" formatCode="0_)">
                  <c:v>-19</c:v>
                </c:pt>
                <c:pt idx="875" formatCode="0_)">
                  <c:v>42</c:v>
                </c:pt>
                <c:pt idx="876" formatCode="0_)">
                  <c:v>6.5</c:v>
                </c:pt>
                <c:pt idx="877" formatCode="0_)">
                  <c:v>-7.5</c:v>
                </c:pt>
                <c:pt idx="878" formatCode="0_)">
                  <c:v>78</c:v>
                </c:pt>
                <c:pt idx="879" formatCode="0_)">
                  <c:v>5</c:v>
                </c:pt>
                <c:pt idx="880" formatCode="0_)">
                  <c:v>0</c:v>
                </c:pt>
                <c:pt idx="881" formatCode="0_)">
                  <c:v>-47</c:v>
                </c:pt>
                <c:pt idx="882" formatCode="0_)">
                  <c:v>91</c:v>
                </c:pt>
                <c:pt idx="883" formatCode="0_)">
                  <c:v>18</c:v>
                </c:pt>
                <c:pt idx="884" formatCode="0_)">
                  <c:v>-26</c:v>
                </c:pt>
                <c:pt idx="887" formatCode="0_)">
                  <c:v>-3</c:v>
                </c:pt>
                <c:pt idx="888" formatCode="0_)">
                  <c:v>28</c:v>
                </c:pt>
                <c:pt idx="889" formatCode="0_)">
                  <c:v>-3</c:v>
                </c:pt>
                <c:pt idx="890" formatCode="0_)">
                  <c:v>-52</c:v>
                </c:pt>
                <c:pt idx="891" formatCode="0_)">
                  <c:v>-17</c:v>
                </c:pt>
                <c:pt idx="892" formatCode="0_)">
                  <c:v>-9</c:v>
                </c:pt>
                <c:pt idx="893" formatCode="0_)">
                  <c:v>12</c:v>
                </c:pt>
                <c:pt idx="894" formatCode="0_)">
                  <c:v>1</c:v>
                </c:pt>
                <c:pt idx="895" formatCode="0_)">
                  <c:v>17</c:v>
                </c:pt>
                <c:pt idx="896" formatCode="0_)">
                  <c:v>30</c:v>
                </c:pt>
                <c:pt idx="897" formatCode="0_)">
                  <c:v>55</c:v>
                </c:pt>
                <c:pt idx="898" formatCode="0_)">
                  <c:v>50</c:v>
                </c:pt>
                <c:pt idx="899" formatCode="0_)">
                  <c:v>-17.5</c:v>
                </c:pt>
                <c:pt idx="900" formatCode="0_)">
                  <c:v>3</c:v>
                </c:pt>
                <c:pt idx="901" formatCode="0_)">
                  <c:v>-6.5</c:v>
                </c:pt>
                <c:pt idx="902" formatCode="0_)">
                  <c:v>22.5</c:v>
                </c:pt>
                <c:pt idx="903" formatCode="0_)">
                  <c:v>20.5</c:v>
                </c:pt>
                <c:pt idx="904" formatCode="0_)">
                  <c:v>6</c:v>
                </c:pt>
                <c:pt idx="905" formatCode="0_)">
                  <c:v>-90</c:v>
                </c:pt>
                <c:pt idx="906" formatCode="0_)">
                  <c:v>15</c:v>
                </c:pt>
                <c:pt idx="907" formatCode="0_)">
                  <c:v>-94</c:v>
                </c:pt>
                <c:pt idx="908" formatCode="0_)">
                  <c:v>-2</c:v>
                </c:pt>
                <c:pt idx="909" formatCode="0_)">
                  <c:v>32</c:v>
                </c:pt>
                <c:pt idx="910" formatCode="0_)">
                  <c:v>4.5</c:v>
                </c:pt>
                <c:pt idx="911" formatCode="0_)">
                  <c:v>-62.5</c:v>
                </c:pt>
                <c:pt idx="912" formatCode="0_)">
                  <c:v>-1</c:v>
                </c:pt>
                <c:pt idx="913" formatCode="0_)">
                  <c:v>65</c:v>
                </c:pt>
                <c:pt idx="914" formatCode="0_)">
                  <c:v>-26</c:v>
                </c:pt>
                <c:pt idx="915" formatCode="0_)">
                  <c:v>-15</c:v>
                </c:pt>
                <c:pt idx="916" formatCode="0_)">
                  <c:v>-18.5</c:v>
                </c:pt>
                <c:pt idx="917" formatCode="0_)">
                  <c:v>-131.5</c:v>
                </c:pt>
                <c:pt idx="918" formatCode="0_)">
                  <c:v>17</c:v>
                </c:pt>
                <c:pt idx="919" formatCode="0_)">
                  <c:v>-8</c:v>
                </c:pt>
                <c:pt idx="920" formatCode="0_)">
                  <c:v>120</c:v>
                </c:pt>
                <c:pt idx="921" formatCode="0_)">
                  <c:v>66</c:v>
                </c:pt>
                <c:pt idx="922" formatCode="0_)">
                  <c:v>-136</c:v>
                </c:pt>
                <c:pt idx="923" formatCode="0_)">
                  <c:v>-31</c:v>
                </c:pt>
                <c:pt idx="924" formatCode="0_)">
                  <c:v>-8</c:v>
                </c:pt>
                <c:pt idx="925" formatCode="0_)">
                  <c:v>55</c:v>
                </c:pt>
                <c:pt idx="926" formatCode="0_)">
                  <c:v>-36</c:v>
                </c:pt>
                <c:pt idx="927" formatCode="0_)">
                  <c:v>-75</c:v>
                </c:pt>
                <c:pt idx="928" formatCode="0_)">
                  <c:v>-22</c:v>
                </c:pt>
                <c:pt idx="929" formatCode="0_)">
                  <c:v>23</c:v>
                </c:pt>
                <c:pt idx="930" formatCode="0_)">
                  <c:v>54.5</c:v>
                </c:pt>
                <c:pt idx="931" formatCode="0_)">
                  <c:v>-38</c:v>
                </c:pt>
                <c:pt idx="932" formatCode="0_)">
                  <c:v>6.5</c:v>
                </c:pt>
                <c:pt idx="933" formatCode="0_)">
                  <c:v>-54</c:v>
                </c:pt>
                <c:pt idx="934" formatCode="0_)">
                  <c:v>9</c:v>
                </c:pt>
                <c:pt idx="935" formatCode="0_)">
                  <c:v>-24</c:v>
                </c:pt>
                <c:pt idx="936" formatCode="0_)">
                  <c:v>-8</c:v>
                </c:pt>
                <c:pt idx="937" formatCode="0_)">
                  <c:v>-2</c:v>
                </c:pt>
                <c:pt idx="938" formatCode="0_)">
                  <c:v>35</c:v>
                </c:pt>
                <c:pt idx="939" formatCode="0_)">
                  <c:v>3</c:v>
                </c:pt>
                <c:pt idx="940" formatCode="0_)">
                  <c:v>-20</c:v>
                </c:pt>
                <c:pt idx="941" formatCode="0_)">
                  <c:v>-46</c:v>
                </c:pt>
                <c:pt idx="942" formatCode="0_)">
                  <c:v>14</c:v>
                </c:pt>
                <c:pt idx="943" formatCode="0_)">
                  <c:v>4</c:v>
                </c:pt>
                <c:pt idx="944" formatCode="0_)">
                  <c:v>-32</c:v>
                </c:pt>
                <c:pt idx="945" formatCode="0_)">
                  <c:v>-93</c:v>
                </c:pt>
                <c:pt idx="946" formatCode="0_)">
                  <c:v>-29</c:v>
                </c:pt>
                <c:pt idx="947" formatCode="0_)">
                  <c:v>47</c:v>
                </c:pt>
                <c:pt idx="948" formatCode="0_)">
                  <c:v>21</c:v>
                </c:pt>
                <c:pt idx="949" formatCode="0_)">
                  <c:v>-21</c:v>
                </c:pt>
                <c:pt idx="952" formatCode="0_)">
                  <c:v>-13</c:v>
                </c:pt>
                <c:pt idx="953" formatCode="0_)">
                  <c:v>-18</c:v>
                </c:pt>
                <c:pt idx="954" formatCode="0_)">
                  <c:v>-27</c:v>
                </c:pt>
                <c:pt idx="955" formatCode="0_)">
                  <c:v>28</c:v>
                </c:pt>
                <c:pt idx="956" formatCode="0_)">
                  <c:v>-12</c:v>
                </c:pt>
                <c:pt idx="957" formatCode="0_)">
                  <c:v>-28</c:v>
                </c:pt>
                <c:pt idx="958" formatCode="0_)">
                  <c:v>1</c:v>
                </c:pt>
                <c:pt idx="959" formatCode="0_)">
                  <c:v>18</c:v>
                </c:pt>
                <c:pt idx="960" formatCode="0_)">
                  <c:v>-8</c:v>
                </c:pt>
                <c:pt idx="961" formatCode="0_)">
                  <c:v>-17</c:v>
                </c:pt>
                <c:pt idx="962" formatCode="0_)">
                  <c:v>-3.5</c:v>
                </c:pt>
                <c:pt idx="963" formatCode="0_)">
                  <c:v>-2.5</c:v>
                </c:pt>
                <c:pt idx="964" formatCode="0_)">
                  <c:v>-39</c:v>
                </c:pt>
                <c:pt idx="965" formatCode="0_)">
                  <c:v>-21</c:v>
                </c:pt>
                <c:pt idx="966" formatCode="0_)">
                  <c:v>0.5</c:v>
                </c:pt>
                <c:pt idx="967" formatCode="0_)">
                  <c:v>-29</c:v>
                </c:pt>
                <c:pt idx="968" formatCode="0_)">
                  <c:v>42.5</c:v>
                </c:pt>
                <c:pt idx="969" formatCode="0_)">
                  <c:v>31</c:v>
                </c:pt>
                <c:pt idx="970" formatCode="0_)">
                  <c:v>-20.5</c:v>
                </c:pt>
                <c:pt idx="971" formatCode="0_)">
                  <c:v>-23.5</c:v>
                </c:pt>
                <c:pt idx="972" formatCode="0_)">
                  <c:v>14</c:v>
                </c:pt>
                <c:pt idx="973" formatCode="0_)">
                  <c:v>-1</c:v>
                </c:pt>
                <c:pt idx="974" formatCode="0_)">
                  <c:v>-26.5</c:v>
                </c:pt>
                <c:pt idx="975" formatCode="0_)">
                  <c:v>25.5</c:v>
                </c:pt>
                <c:pt idx="976" formatCode="0_)">
                  <c:v>69</c:v>
                </c:pt>
                <c:pt idx="977" formatCode="0_)">
                  <c:v>-48</c:v>
                </c:pt>
                <c:pt idx="978" formatCode="0_)">
                  <c:v>-40</c:v>
                </c:pt>
                <c:pt idx="979" formatCode="0_)">
                  <c:v>-12</c:v>
                </c:pt>
                <c:pt idx="980" formatCode="0_)">
                  <c:v>-8.5</c:v>
                </c:pt>
                <c:pt idx="981" formatCode="0_)">
                  <c:v>8.5</c:v>
                </c:pt>
                <c:pt idx="982" formatCode="0_)">
                  <c:v>6</c:v>
                </c:pt>
                <c:pt idx="983" formatCode="0_)">
                  <c:v>1</c:v>
                </c:pt>
                <c:pt idx="984" formatCode="0_)">
                  <c:v>19</c:v>
                </c:pt>
                <c:pt idx="985" formatCode="0_)">
                  <c:v>-8</c:v>
                </c:pt>
                <c:pt idx="986" formatCode="0_)">
                  <c:v>-5</c:v>
                </c:pt>
                <c:pt idx="987" formatCode="0_)">
                  <c:v>28</c:v>
                </c:pt>
                <c:pt idx="988" formatCode="0_)">
                  <c:v>25</c:v>
                </c:pt>
                <c:pt idx="989" formatCode="0_)">
                  <c:v>-35.5</c:v>
                </c:pt>
                <c:pt idx="990" formatCode="0_)">
                  <c:v>11.5</c:v>
                </c:pt>
                <c:pt idx="991" formatCode="0_)">
                  <c:v>11</c:v>
                </c:pt>
                <c:pt idx="992" formatCode="0_)">
                  <c:v>-35</c:v>
                </c:pt>
                <c:pt idx="993" formatCode="0_)">
                  <c:v>11.5</c:v>
                </c:pt>
                <c:pt idx="994" formatCode="0_)">
                  <c:v>-28.5</c:v>
                </c:pt>
                <c:pt idx="995" formatCode="0_)">
                  <c:v>-79</c:v>
                </c:pt>
                <c:pt idx="996" formatCode="0_)">
                  <c:v>-7</c:v>
                </c:pt>
                <c:pt idx="997" formatCode="0_)">
                  <c:v>61</c:v>
                </c:pt>
                <c:pt idx="998" formatCode="0_)">
                  <c:v>-47.5</c:v>
                </c:pt>
                <c:pt idx="999" formatCode="0_)">
                  <c:v>21.5</c:v>
                </c:pt>
                <c:pt idx="1000" formatCode="0_)">
                  <c:v>-7</c:v>
                </c:pt>
                <c:pt idx="1001" formatCode="0_)">
                  <c:v>-22.5</c:v>
                </c:pt>
                <c:pt idx="1002" formatCode="0_)">
                  <c:v>-1</c:v>
                </c:pt>
                <c:pt idx="1003" formatCode="0_)">
                  <c:v>-3.5</c:v>
                </c:pt>
                <c:pt idx="1004" formatCode="0_)">
                  <c:v>-9.5</c:v>
                </c:pt>
                <c:pt idx="1005" formatCode="0_)">
                  <c:v>-1</c:v>
                </c:pt>
                <c:pt idx="1006" formatCode="0_)">
                  <c:v>30.5</c:v>
                </c:pt>
                <c:pt idx="1007" formatCode="0_)">
                  <c:v>-35</c:v>
                </c:pt>
                <c:pt idx="1008" formatCode="0_)">
                  <c:v>-13</c:v>
                </c:pt>
                <c:pt idx="1009" formatCode="0_)">
                  <c:v>7.5</c:v>
                </c:pt>
                <c:pt idx="1010" formatCode="0_)">
                  <c:v>-13</c:v>
                </c:pt>
                <c:pt idx="1011" formatCode="0_)">
                  <c:v>-24.5</c:v>
                </c:pt>
                <c:pt idx="1012" formatCode="0_)">
                  <c:v>-32</c:v>
                </c:pt>
                <c:pt idx="1013" formatCode="0_)">
                  <c:v>17.5</c:v>
                </c:pt>
                <c:pt idx="1014" formatCode="0_)">
                  <c:v>-45</c:v>
                </c:pt>
                <c:pt idx="1015" formatCode="0_)">
                  <c:v>-7</c:v>
                </c:pt>
                <c:pt idx="1016" formatCode="0_)">
                  <c:v>24.5</c:v>
                </c:pt>
                <c:pt idx="1017" formatCode="0_)">
                  <c:v>3</c:v>
                </c:pt>
                <c:pt idx="1018" formatCode="0_)">
                  <c:v>-9.5</c:v>
                </c:pt>
                <c:pt idx="1019" formatCode="0_)">
                  <c:v>3.5</c:v>
                </c:pt>
                <c:pt idx="1020" formatCode="0_)">
                  <c:v>-32.5</c:v>
                </c:pt>
                <c:pt idx="1021" formatCode="0_)">
                  <c:v>-20.5</c:v>
                </c:pt>
                <c:pt idx="1022" formatCode="0_)">
                  <c:v>-6.5</c:v>
                </c:pt>
                <c:pt idx="1023" formatCode="0_)">
                  <c:v>-17.5</c:v>
                </c:pt>
                <c:pt idx="1024" formatCode="0_)">
                  <c:v>29</c:v>
                </c:pt>
                <c:pt idx="1025" formatCode="0_)">
                  <c:v>-44</c:v>
                </c:pt>
                <c:pt idx="1026" formatCode="0_)">
                  <c:v>19</c:v>
                </c:pt>
                <c:pt idx="1027" formatCode="0_)">
                  <c:v>-8</c:v>
                </c:pt>
                <c:pt idx="1028" formatCode="0_)">
                  <c:v>13</c:v>
                </c:pt>
                <c:pt idx="1029" formatCode="0_)">
                  <c:v>-8</c:v>
                </c:pt>
                <c:pt idx="1030" formatCode="0_)">
                  <c:v>-26</c:v>
                </c:pt>
                <c:pt idx="1031" formatCode="0_)">
                  <c:v>-28</c:v>
                </c:pt>
                <c:pt idx="1032" formatCode="0_)">
                  <c:v>4</c:v>
                </c:pt>
                <c:pt idx="1033" formatCode="0_)">
                  <c:v>6.5</c:v>
                </c:pt>
                <c:pt idx="1034" formatCode="0_)">
                  <c:v>14.5</c:v>
                </c:pt>
                <c:pt idx="1035" formatCode="0_)">
                  <c:v>-5.5</c:v>
                </c:pt>
                <c:pt idx="1036" formatCode="0_)">
                  <c:v>-14.5</c:v>
                </c:pt>
                <c:pt idx="1041" formatCode="0_)">
                  <c:v>-1</c:v>
                </c:pt>
                <c:pt idx="1042" formatCode="0_)">
                  <c:v>0</c:v>
                </c:pt>
                <c:pt idx="1044" formatCode="0_)">
                  <c:v>0</c:v>
                </c:pt>
                <c:pt idx="1046" formatCode="0_)">
                  <c:v>-44</c:v>
                </c:pt>
                <c:pt idx="1047" formatCode="0_)">
                  <c:v>5.5</c:v>
                </c:pt>
                <c:pt idx="1048" formatCode="0_)">
                  <c:v>11</c:v>
                </c:pt>
                <c:pt idx="1049" formatCode="0_)">
                  <c:v>-22</c:v>
                </c:pt>
                <c:pt idx="1050" formatCode="0_)">
                  <c:v>-16</c:v>
                </c:pt>
                <c:pt idx="1051" formatCode="0_)">
                  <c:v>13</c:v>
                </c:pt>
                <c:pt idx="1052" formatCode="0_)">
                  <c:v>39</c:v>
                </c:pt>
                <c:pt idx="1053" formatCode="0_)">
                  <c:v>-24</c:v>
                </c:pt>
                <c:pt idx="1054" formatCode="0_)">
                  <c:v>52.5</c:v>
                </c:pt>
                <c:pt idx="1055" formatCode="0_)">
                  <c:v>-26.5</c:v>
                </c:pt>
                <c:pt idx="1056" formatCode="0_)">
                  <c:v>-6</c:v>
                </c:pt>
                <c:pt idx="1057" formatCode="0_)">
                  <c:v>16</c:v>
                </c:pt>
                <c:pt idx="1058" formatCode="0_)">
                  <c:v>-3.5</c:v>
                </c:pt>
                <c:pt idx="1059" formatCode="0_)">
                  <c:v>19.5</c:v>
                </c:pt>
                <c:pt idx="1060" formatCode="0_)">
                  <c:v>30</c:v>
                </c:pt>
                <c:pt idx="1061" formatCode="0_)">
                  <c:v>-14.5</c:v>
                </c:pt>
                <c:pt idx="1062" formatCode="0_)">
                  <c:v>26.5</c:v>
                </c:pt>
                <c:pt idx="1063" formatCode="0_)">
                  <c:v>-19.5</c:v>
                </c:pt>
                <c:pt idx="1064" formatCode="0_)">
                  <c:v>8.5</c:v>
                </c:pt>
                <c:pt idx="1065" formatCode="0_)">
                  <c:v>-5.5</c:v>
                </c:pt>
                <c:pt idx="1066" formatCode="0_)">
                  <c:v>-26.5</c:v>
                </c:pt>
                <c:pt idx="1067" formatCode="0_)">
                  <c:v>-26.5</c:v>
                </c:pt>
                <c:pt idx="1068" formatCode="0_)">
                  <c:v>17</c:v>
                </c:pt>
                <c:pt idx="1069" formatCode="0_)">
                  <c:v>-12</c:v>
                </c:pt>
                <c:pt idx="1070" formatCode="0_)">
                  <c:v>-16.5</c:v>
                </c:pt>
                <c:pt idx="1071" formatCode="0_)">
                  <c:v>-2.5</c:v>
                </c:pt>
                <c:pt idx="1072" formatCode="0_)">
                  <c:v>10.5</c:v>
                </c:pt>
                <c:pt idx="1073" formatCode="0_)">
                  <c:v>13</c:v>
                </c:pt>
                <c:pt idx="1074" formatCode="0_)">
                  <c:v>-14</c:v>
                </c:pt>
                <c:pt idx="1075" formatCode="0_)">
                  <c:v>-12</c:v>
                </c:pt>
                <c:pt idx="1076" formatCode="0_)">
                  <c:v>-14.5</c:v>
                </c:pt>
                <c:pt idx="1077" formatCode="0_)">
                  <c:v>-12</c:v>
                </c:pt>
                <c:pt idx="1078" formatCode="0_)">
                  <c:v>4.5</c:v>
                </c:pt>
                <c:pt idx="1079" formatCode="0_)">
                  <c:v>4</c:v>
                </c:pt>
                <c:pt idx="1080" formatCode="0_)">
                  <c:v>-24</c:v>
                </c:pt>
                <c:pt idx="1081" formatCode="0_)">
                  <c:v>-27</c:v>
                </c:pt>
                <c:pt idx="1082" formatCode="0_)">
                  <c:v>10.5</c:v>
                </c:pt>
                <c:pt idx="1083" formatCode="0_)">
                  <c:v>47.5</c:v>
                </c:pt>
                <c:pt idx="1084" formatCode="0_)">
                  <c:v>26</c:v>
                </c:pt>
                <c:pt idx="1085" formatCode="0_)">
                  <c:v>-12</c:v>
                </c:pt>
                <c:pt idx="1086" formatCode="0_)">
                  <c:v>67</c:v>
                </c:pt>
                <c:pt idx="1087" formatCode="0_)">
                  <c:v>-19.5</c:v>
                </c:pt>
                <c:pt idx="1088" formatCode="0_)">
                  <c:v>46.5</c:v>
                </c:pt>
                <c:pt idx="1089" formatCode="0_)">
                  <c:v>-7.5</c:v>
                </c:pt>
                <c:pt idx="1090" formatCode="0_)">
                  <c:v>3</c:v>
                </c:pt>
                <c:pt idx="1091" formatCode="0_)">
                  <c:v>-14.5</c:v>
                </c:pt>
                <c:pt idx="1092" formatCode="0_)">
                  <c:v>32</c:v>
                </c:pt>
                <c:pt idx="1093" formatCode="0_)">
                  <c:v>-20.5</c:v>
                </c:pt>
                <c:pt idx="1094" formatCode="0_)">
                  <c:v>51.5</c:v>
                </c:pt>
                <c:pt idx="1095" formatCode="0_)">
                  <c:v>-19</c:v>
                </c:pt>
                <c:pt idx="1096" formatCode="0_)">
                  <c:v>6</c:v>
                </c:pt>
                <c:pt idx="1097" formatCode="0_)">
                  <c:v>-35</c:v>
                </c:pt>
                <c:pt idx="1098" formatCode="0_)">
                  <c:v>-15.5</c:v>
                </c:pt>
                <c:pt idx="1099" formatCode="0_)">
                  <c:v>-1</c:v>
                </c:pt>
                <c:pt idx="1100" formatCode="0_)">
                  <c:v>2</c:v>
                </c:pt>
                <c:pt idx="1101" formatCode="0_)">
                  <c:v>6.5</c:v>
                </c:pt>
                <c:pt idx="1102" formatCode="0_)">
                  <c:v>-12</c:v>
                </c:pt>
                <c:pt idx="1103" formatCode="0_)">
                  <c:v>-10</c:v>
                </c:pt>
                <c:pt idx="1104" formatCode="0_)">
                  <c:v>0</c:v>
                </c:pt>
                <c:pt idx="1105" formatCode="0_)">
                  <c:v>2</c:v>
                </c:pt>
                <c:pt idx="1106" formatCode="0_)">
                  <c:v>15</c:v>
                </c:pt>
                <c:pt idx="1107" formatCode="0_)">
                  <c:v>4</c:v>
                </c:pt>
                <c:pt idx="1108" formatCode="0_)">
                  <c:v>-57.5</c:v>
                </c:pt>
                <c:pt idx="1109" formatCode="0_)">
                  <c:v>5.5</c:v>
                </c:pt>
                <c:pt idx="1110" formatCode="0_)">
                  <c:v>-1</c:v>
                </c:pt>
                <c:pt idx="1111" formatCode="0_)">
                  <c:v>-1</c:v>
                </c:pt>
                <c:pt idx="1112" formatCode="0_)">
                  <c:v>28</c:v>
                </c:pt>
                <c:pt idx="1113" formatCode="0_)">
                  <c:v>17</c:v>
                </c:pt>
                <c:pt idx="1116" formatCode="0_)">
                  <c:v>49</c:v>
                </c:pt>
                <c:pt idx="1117" formatCode="0_)">
                  <c:v>67</c:v>
                </c:pt>
                <c:pt idx="1118" formatCode="0_)">
                  <c:v>12</c:v>
                </c:pt>
                <c:pt idx="1119" formatCode="0_)">
                  <c:v>-47</c:v>
                </c:pt>
                <c:pt idx="1120" formatCode="0_)">
                  <c:v>5</c:v>
                </c:pt>
                <c:pt idx="1121" formatCode="0_)">
                  <c:v>29</c:v>
                </c:pt>
                <c:pt idx="1122" formatCode="0_)">
                  <c:v>25</c:v>
                </c:pt>
                <c:pt idx="1123" formatCode="0_)">
                  <c:v>-25.5</c:v>
                </c:pt>
                <c:pt idx="1124" formatCode="0_)">
                  <c:v>16.5</c:v>
                </c:pt>
                <c:pt idx="1125" formatCode="0_)">
                  <c:v>-35</c:v>
                </c:pt>
                <c:pt idx="1126" formatCode="0_)">
                  <c:v>26.5</c:v>
                </c:pt>
                <c:pt idx="1127" formatCode="0_)">
                  <c:v>-7.5</c:v>
                </c:pt>
                <c:pt idx="1128" formatCode="0_)">
                  <c:v>-2.5</c:v>
                </c:pt>
                <c:pt idx="1129" formatCode="0_)">
                  <c:v>-23.5</c:v>
                </c:pt>
                <c:pt idx="1131" formatCode="0_)">
                  <c:v>24</c:v>
                </c:pt>
                <c:pt idx="1132" formatCode="0_)">
                  <c:v>-5.5</c:v>
                </c:pt>
                <c:pt idx="1133" formatCode="0_)">
                  <c:v>-66</c:v>
                </c:pt>
                <c:pt idx="1134" formatCode="0_)">
                  <c:v>-1.5</c:v>
                </c:pt>
                <c:pt idx="1135" formatCode="0_)">
                  <c:v>-8</c:v>
                </c:pt>
                <c:pt idx="1136" formatCode="0_)">
                  <c:v>-27</c:v>
                </c:pt>
                <c:pt idx="1137" formatCode="0_)">
                  <c:v>-21.5</c:v>
                </c:pt>
                <c:pt idx="1138" formatCode="0_)">
                  <c:v>24.5</c:v>
                </c:pt>
                <c:pt idx="1139" formatCode="0_)">
                  <c:v>0</c:v>
                </c:pt>
                <c:pt idx="1140" formatCode="0_)">
                  <c:v>-61</c:v>
                </c:pt>
                <c:pt idx="1141" formatCode="0_)">
                  <c:v>-40.5</c:v>
                </c:pt>
                <c:pt idx="1142" formatCode="0_)">
                  <c:v>49.5</c:v>
                </c:pt>
                <c:pt idx="1143" formatCode="0_)">
                  <c:v>-14</c:v>
                </c:pt>
                <c:pt idx="1144" formatCode="0_)">
                  <c:v>5</c:v>
                </c:pt>
                <c:pt idx="1146" formatCode="0_)">
                  <c:v>-44</c:v>
                </c:pt>
                <c:pt idx="1147" formatCode="0_)">
                  <c:v>9.5</c:v>
                </c:pt>
                <c:pt idx="1148" formatCode="0_)">
                  <c:v>59.5</c:v>
                </c:pt>
                <c:pt idx="1149" formatCode="0_)">
                  <c:v>-27</c:v>
                </c:pt>
                <c:pt idx="1150" formatCode="0_)">
                  <c:v>10.5</c:v>
                </c:pt>
                <c:pt idx="1151" formatCode="0_)">
                  <c:v>-29</c:v>
                </c:pt>
                <c:pt idx="1152" formatCode="0_)">
                  <c:v>-13.5</c:v>
                </c:pt>
                <c:pt idx="1153" formatCode="0_)">
                  <c:v>15</c:v>
                </c:pt>
                <c:pt idx="1154" formatCode="0_)">
                  <c:v>16</c:v>
                </c:pt>
                <c:pt idx="1155" formatCode="0_)">
                  <c:v>-16</c:v>
                </c:pt>
                <c:pt idx="1156" formatCode="0_)">
                  <c:v>40</c:v>
                </c:pt>
                <c:pt idx="1157" formatCode="0_)">
                  <c:v>-37</c:v>
                </c:pt>
                <c:pt idx="1158" formatCode="0_)">
                  <c:v>24</c:v>
                </c:pt>
                <c:pt idx="1159" formatCode="0_)">
                  <c:v>-15</c:v>
                </c:pt>
                <c:pt idx="1160" formatCode="0_)">
                  <c:v>-22</c:v>
                </c:pt>
                <c:pt idx="1161" formatCode="0_)">
                  <c:v>-27</c:v>
                </c:pt>
                <c:pt idx="1162" formatCode="0_)">
                  <c:v>22.5</c:v>
                </c:pt>
                <c:pt idx="1163" formatCode="0_)">
                  <c:v>17.5</c:v>
                </c:pt>
                <c:pt idx="1164" formatCode="0_)">
                  <c:v>-20</c:v>
                </c:pt>
                <c:pt idx="1165" formatCode="0_)">
                  <c:v>3</c:v>
                </c:pt>
                <c:pt idx="1166" formatCode="0_)">
                  <c:v>11.5</c:v>
                </c:pt>
                <c:pt idx="1167" formatCode="0_)">
                  <c:v>-24.5</c:v>
                </c:pt>
                <c:pt idx="1168" formatCode="0_)">
                  <c:v>0.5</c:v>
                </c:pt>
                <c:pt idx="1169" formatCode="0_)">
                  <c:v>-5.5</c:v>
                </c:pt>
                <c:pt idx="1170" formatCode="0_)">
                  <c:v>-15</c:v>
                </c:pt>
                <c:pt idx="1171" formatCode="0_)">
                  <c:v>-2</c:v>
                </c:pt>
                <c:pt idx="1172" formatCode="0_)">
                  <c:v>4</c:v>
                </c:pt>
                <c:pt idx="1173" formatCode="0_)">
                  <c:v>-28</c:v>
                </c:pt>
                <c:pt idx="1174" formatCode="0_)">
                  <c:v>-2</c:v>
                </c:pt>
                <c:pt idx="1175" formatCode="0_)">
                  <c:v>-2</c:v>
                </c:pt>
                <c:pt idx="1176" formatCode="0_)">
                  <c:v>4</c:v>
                </c:pt>
                <c:pt idx="1177" formatCode="0_)">
                  <c:v>-2.5</c:v>
                </c:pt>
                <c:pt idx="1178" formatCode="0_)">
                  <c:v>-20</c:v>
                </c:pt>
                <c:pt idx="1179" formatCode="0_)">
                  <c:v>6.5</c:v>
                </c:pt>
                <c:pt idx="1180" formatCode="0_)">
                  <c:v>-4</c:v>
                </c:pt>
                <c:pt idx="1181" formatCode="0_)">
                  <c:v>54</c:v>
                </c:pt>
                <c:pt idx="1182" formatCode="0_)">
                  <c:v>7</c:v>
                </c:pt>
                <c:pt idx="1183" formatCode="0_)">
                  <c:v>53</c:v>
                </c:pt>
                <c:pt idx="1184" formatCode="0_)">
                  <c:v>-24</c:v>
                </c:pt>
                <c:pt idx="1185" formatCode="0_)">
                  <c:v>29</c:v>
                </c:pt>
                <c:pt idx="1186" formatCode="0_)">
                  <c:v>0.5</c:v>
                </c:pt>
                <c:pt idx="1187" formatCode="0_)">
                  <c:v>-22.5</c:v>
                </c:pt>
                <c:pt idx="1188" formatCode="0_)">
                  <c:v>14</c:v>
                </c:pt>
                <c:pt idx="1189" formatCode="0_)">
                  <c:v>56</c:v>
                </c:pt>
                <c:pt idx="1190" formatCode="0_)">
                  <c:v>-2.5</c:v>
                </c:pt>
                <c:pt idx="1191" formatCode="0_)">
                  <c:v>-12.5</c:v>
                </c:pt>
                <c:pt idx="1192" formatCode="0_)">
                  <c:v>-40</c:v>
                </c:pt>
                <c:pt idx="1193" formatCode="0_)">
                  <c:v>13</c:v>
                </c:pt>
                <c:pt idx="1194" formatCode="0_)">
                  <c:v>-3</c:v>
                </c:pt>
                <c:pt idx="1195" formatCode="0_)">
                  <c:v>-29</c:v>
                </c:pt>
                <c:pt idx="1196" formatCode="0_)">
                  <c:v>-37</c:v>
                </c:pt>
                <c:pt idx="1197" formatCode="0_)">
                  <c:v>-9</c:v>
                </c:pt>
                <c:pt idx="1198" formatCode="0_)">
                  <c:v>-14</c:v>
                </c:pt>
                <c:pt idx="1199" formatCode="0_)">
                  <c:v>15</c:v>
                </c:pt>
                <c:pt idx="1200" formatCode="0_)">
                  <c:v>-6</c:v>
                </c:pt>
                <c:pt idx="1201" formatCode="0_)">
                  <c:v>-17</c:v>
                </c:pt>
                <c:pt idx="1202" formatCode="0_)">
                  <c:v>12</c:v>
                </c:pt>
                <c:pt idx="1203" formatCode="0_)">
                  <c:v>-8.5</c:v>
                </c:pt>
                <c:pt idx="1204" formatCode="0_)">
                  <c:v>5.5</c:v>
                </c:pt>
                <c:pt idx="1205" formatCode="0_)">
                  <c:v>-5.5</c:v>
                </c:pt>
                <c:pt idx="1206" formatCode="0_)">
                  <c:v>1.5</c:v>
                </c:pt>
                <c:pt idx="1207" formatCode="0_)">
                  <c:v>-4</c:v>
                </c:pt>
                <c:pt idx="1208" formatCode="0_)">
                  <c:v>17</c:v>
                </c:pt>
                <c:pt idx="1209" formatCode="0_)">
                  <c:v>12</c:v>
                </c:pt>
                <c:pt idx="1210" formatCode="0_)">
                  <c:v>-13</c:v>
                </c:pt>
                <c:pt idx="1211" formatCode="0_)">
                  <c:v>18</c:v>
                </c:pt>
                <c:pt idx="1212" formatCode="0_)">
                  <c:v>-12.5</c:v>
                </c:pt>
                <c:pt idx="1213" formatCode="0_)">
                  <c:v>13.5</c:v>
                </c:pt>
                <c:pt idx="1214" formatCode="0_)">
                  <c:v>21</c:v>
                </c:pt>
                <c:pt idx="1216" formatCode="0_)">
                  <c:v>-25</c:v>
                </c:pt>
                <c:pt idx="1217" formatCode="0_)">
                  <c:v>15.5</c:v>
                </c:pt>
                <c:pt idx="1218" formatCode="0_)">
                  <c:v>-21.5</c:v>
                </c:pt>
                <c:pt idx="1219" formatCode="0_)">
                  <c:v>18.5</c:v>
                </c:pt>
                <c:pt idx="1220" formatCode="0_)">
                  <c:v>13.5</c:v>
                </c:pt>
                <c:pt idx="1221" formatCode="0_)">
                  <c:v>26.5</c:v>
                </c:pt>
                <c:pt idx="1222" formatCode="0_)">
                  <c:v>-7.5</c:v>
                </c:pt>
                <c:pt idx="1223" formatCode="0_)">
                  <c:v>7</c:v>
                </c:pt>
                <c:pt idx="1224" formatCode="0_)">
                  <c:v>-17</c:v>
                </c:pt>
                <c:pt idx="1225" formatCode="0_)">
                  <c:v>-7</c:v>
                </c:pt>
                <c:pt idx="1226" formatCode="0_)">
                  <c:v>-11</c:v>
                </c:pt>
                <c:pt idx="1227" formatCode="0_)">
                  <c:v>24</c:v>
                </c:pt>
                <c:pt idx="1228" formatCode="0_)">
                  <c:v>-29</c:v>
                </c:pt>
                <c:pt idx="1229" formatCode="0_)">
                  <c:v>-22</c:v>
                </c:pt>
                <c:pt idx="1230" formatCode="0_)">
                  <c:v>-3</c:v>
                </c:pt>
                <c:pt idx="1231" formatCode="0_)">
                  <c:v>2</c:v>
                </c:pt>
                <c:pt idx="1232" formatCode="0_)">
                  <c:v>0</c:v>
                </c:pt>
                <c:pt idx="1233" formatCode="0_)">
                  <c:v>11.5</c:v>
                </c:pt>
                <c:pt idx="1234" formatCode="0_)">
                  <c:v>23.5</c:v>
                </c:pt>
                <c:pt idx="1235" formatCode="0_)">
                  <c:v>-16</c:v>
                </c:pt>
                <c:pt idx="1236" formatCode="0_)">
                  <c:v>-4.5</c:v>
                </c:pt>
                <c:pt idx="1237" formatCode="0_)">
                  <c:v>-1</c:v>
                </c:pt>
                <c:pt idx="1238" formatCode="0_)">
                  <c:v>-37.5</c:v>
                </c:pt>
                <c:pt idx="1239" formatCode="0_)">
                  <c:v>7</c:v>
                </c:pt>
                <c:pt idx="1240" formatCode="0_)">
                  <c:v>-9.5</c:v>
                </c:pt>
                <c:pt idx="1241" formatCode="0_)">
                  <c:v>-17.5</c:v>
                </c:pt>
                <c:pt idx="1242" formatCode="0_)">
                  <c:v>14</c:v>
                </c:pt>
                <c:pt idx="1243" formatCode="0_)">
                  <c:v>26.5</c:v>
                </c:pt>
                <c:pt idx="1244" formatCode="0_)">
                  <c:v>-37</c:v>
                </c:pt>
                <c:pt idx="1245" formatCode="0_)">
                  <c:v>17.5</c:v>
                </c:pt>
                <c:pt idx="1246" formatCode="0_)">
                  <c:v>-11</c:v>
                </c:pt>
                <c:pt idx="1247" formatCode="0_)">
                  <c:v>7.5</c:v>
                </c:pt>
                <c:pt idx="1248" formatCode="0_)">
                  <c:v>-20.5</c:v>
                </c:pt>
                <c:pt idx="1249" formatCode="0_)">
                  <c:v>20.5</c:v>
                </c:pt>
                <c:pt idx="1250" formatCode="0_)">
                  <c:v>19</c:v>
                </c:pt>
                <c:pt idx="1251" formatCode="0_)">
                  <c:v>-7</c:v>
                </c:pt>
                <c:pt idx="1252" formatCode="0_)">
                  <c:v>-11</c:v>
                </c:pt>
                <c:pt idx="1253" formatCode="0_)">
                  <c:v>-15</c:v>
                </c:pt>
                <c:pt idx="1254" formatCode="0_)">
                  <c:v>8</c:v>
                </c:pt>
                <c:pt idx="1255" formatCode="0_)">
                  <c:v>-20</c:v>
                </c:pt>
                <c:pt idx="1256" formatCode="0_)">
                  <c:v>-14</c:v>
                </c:pt>
                <c:pt idx="1257" formatCode="0_)">
                  <c:v>9.5</c:v>
                </c:pt>
                <c:pt idx="1258" formatCode="0_)">
                  <c:v>-9.5</c:v>
                </c:pt>
                <c:pt idx="1259" formatCode="0_)">
                  <c:v>9.5</c:v>
                </c:pt>
                <c:pt idx="1260" formatCode="0_)">
                  <c:v>27</c:v>
                </c:pt>
                <c:pt idx="1261" formatCode="0_)">
                  <c:v>-8</c:v>
                </c:pt>
                <c:pt idx="1262" formatCode="0_)">
                  <c:v>2.5</c:v>
                </c:pt>
                <c:pt idx="1263" formatCode="0_)">
                  <c:v>12.5</c:v>
                </c:pt>
                <c:pt idx="1264" formatCode="0_)">
                  <c:v>18</c:v>
                </c:pt>
                <c:pt idx="1265" formatCode="0_)">
                  <c:v>-23</c:v>
                </c:pt>
                <c:pt idx="1266" formatCode="0_)">
                  <c:v>-16</c:v>
                </c:pt>
                <c:pt idx="1267" formatCode="0_)">
                  <c:v>-10</c:v>
                </c:pt>
                <c:pt idx="1268" formatCode="0_)">
                  <c:v>8.5</c:v>
                </c:pt>
                <c:pt idx="1269" formatCode="0_)">
                  <c:v>0.5</c:v>
                </c:pt>
                <c:pt idx="1270" formatCode="0_)">
                  <c:v>-18</c:v>
                </c:pt>
                <c:pt idx="1271" formatCode="0_)">
                  <c:v>-4.5</c:v>
                </c:pt>
                <c:pt idx="1272" formatCode="0_)">
                  <c:v>7.5</c:v>
                </c:pt>
                <c:pt idx="1273" formatCode="0_)">
                  <c:v>9</c:v>
                </c:pt>
                <c:pt idx="1274" formatCode="0_)">
                  <c:v>-8.5</c:v>
                </c:pt>
                <c:pt idx="1275" formatCode="0_)">
                  <c:v>15.5</c:v>
                </c:pt>
                <c:pt idx="1276" formatCode="0_)">
                  <c:v>-16.5</c:v>
                </c:pt>
                <c:pt idx="1277" formatCode="0_)">
                  <c:v>3</c:v>
                </c:pt>
                <c:pt idx="1278" formatCode="0_)">
                  <c:v>2</c:v>
                </c:pt>
                <c:pt idx="1279" formatCode="0_)">
                  <c:v>-2.5</c:v>
                </c:pt>
                <c:pt idx="1280" formatCode="0_)">
                  <c:v>-5.5</c:v>
                </c:pt>
                <c:pt idx="1281" formatCode="0_)">
                  <c:v>-6</c:v>
                </c:pt>
                <c:pt idx="1282" formatCode="0_)">
                  <c:v>-21.5</c:v>
                </c:pt>
                <c:pt idx="1283" formatCode="0_)">
                  <c:v>-5</c:v>
                </c:pt>
                <c:pt idx="1284" formatCode="0_)">
                  <c:v>-29</c:v>
                </c:pt>
                <c:pt idx="1285" formatCode="0_)">
                  <c:v>7</c:v>
                </c:pt>
                <c:pt idx="1286" formatCode="0_)">
                  <c:v>-17.5</c:v>
                </c:pt>
                <c:pt idx="1287" formatCode="0_)">
                  <c:v>0</c:v>
                </c:pt>
                <c:pt idx="1288" formatCode="0_)">
                  <c:v>11.5</c:v>
                </c:pt>
                <c:pt idx="1289" formatCode="0_)">
                  <c:v>-26</c:v>
                </c:pt>
                <c:pt idx="1290" formatCode="0_)">
                  <c:v>-31</c:v>
                </c:pt>
                <c:pt idx="1291" formatCode="0_)">
                  <c:v>2</c:v>
                </c:pt>
                <c:pt idx="1292" formatCode="0_)">
                  <c:v>11</c:v>
                </c:pt>
                <c:pt idx="1293" formatCode="0_)">
                  <c:v>14</c:v>
                </c:pt>
                <c:pt idx="1294" formatCode="0_)">
                  <c:v>-21.5</c:v>
                </c:pt>
                <c:pt idx="1295" formatCode="0_)">
                  <c:v>-4.5</c:v>
                </c:pt>
                <c:pt idx="1296" formatCode="0_)">
                  <c:v>2</c:v>
                </c:pt>
                <c:pt idx="1297" formatCode="0_)">
                  <c:v>0.5</c:v>
                </c:pt>
                <c:pt idx="1298" formatCode="0_)">
                  <c:v>0</c:v>
                </c:pt>
                <c:pt idx="1301" formatCode="0_)">
                  <c:v>12</c:v>
                </c:pt>
                <c:pt idx="1302" formatCode="0_)">
                  <c:v>20.5</c:v>
                </c:pt>
                <c:pt idx="1303" formatCode="0_)">
                  <c:v>-20</c:v>
                </c:pt>
                <c:pt idx="1305" formatCode="0_)">
                  <c:v>-16.5</c:v>
                </c:pt>
                <c:pt idx="1306" formatCode="0_)">
                  <c:v>-25</c:v>
                </c:pt>
                <c:pt idx="1307" formatCode="0_)">
                  <c:v>-7</c:v>
                </c:pt>
                <c:pt idx="1308" formatCode="0_)">
                  <c:v>21.5</c:v>
                </c:pt>
                <c:pt idx="1309" formatCode="0_)">
                  <c:v>7.5</c:v>
                </c:pt>
                <c:pt idx="1310" formatCode="0_)">
                  <c:v>3</c:v>
                </c:pt>
                <c:pt idx="1311" formatCode="0_)">
                  <c:v>23.5</c:v>
                </c:pt>
                <c:pt idx="1312" formatCode="0_)">
                  <c:v>-16</c:v>
                </c:pt>
                <c:pt idx="1313" formatCode="0_)">
                  <c:v>-13</c:v>
                </c:pt>
                <c:pt idx="1314" formatCode="0_)">
                  <c:v>-1.5</c:v>
                </c:pt>
                <c:pt idx="1315" formatCode="0_)">
                  <c:v>5</c:v>
                </c:pt>
                <c:pt idx="1316" formatCode="0_)">
                  <c:v>1</c:v>
                </c:pt>
                <c:pt idx="1317" formatCode="0_)">
                  <c:v>0.5</c:v>
                </c:pt>
                <c:pt idx="1318" formatCode="0_)">
                  <c:v>8.5</c:v>
                </c:pt>
                <c:pt idx="1319" formatCode="0_)">
                  <c:v>-12</c:v>
                </c:pt>
                <c:pt idx="1320" formatCode="0_)">
                  <c:v>-6.5</c:v>
                </c:pt>
                <c:pt idx="1321" formatCode="0_)">
                  <c:v>2.5</c:v>
                </c:pt>
                <c:pt idx="1322" formatCode="0_)">
                  <c:v>-19.5</c:v>
                </c:pt>
                <c:pt idx="1323" formatCode="0_)">
                  <c:v>-1</c:v>
                </c:pt>
                <c:pt idx="1324" formatCode="0_)">
                  <c:v>-12</c:v>
                </c:pt>
                <c:pt idx="1325" formatCode="0_)">
                  <c:v>9.5</c:v>
                </c:pt>
                <c:pt idx="1326" formatCode="0_)">
                  <c:v>3</c:v>
                </c:pt>
                <c:pt idx="1327" formatCode="0_)">
                  <c:v>9</c:v>
                </c:pt>
                <c:pt idx="1328" formatCode="0_)">
                  <c:v>17.5</c:v>
                </c:pt>
                <c:pt idx="1329" formatCode="0_)">
                  <c:v>17</c:v>
                </c:pt>
                <c:pt idx="1330" formatCode="0_)">
                  <c:v>7</c:v>
                </c:pt>
                <c:pt idx="1331" formatCode="0_)">
                  <c:v>10.5</c:v>
                </c:pt>
                <c:pt idx="1332" formatCode="0_)">
                  <c:v>-22</c:v>
                </c:pt>
                <c:pt idx="1333" formatCode="0_)">
                  <c:v>-9</c:v>
                </c:pt>
                <c:pt idx="1334" formatCode="0_)">
                  <c:v>5.5</c:v>
                </c:pt>
                <c:pt idx="1335" formatCode="0_)">
                  <c:v>-26</c:v>
                </c:pt>
                <c:pt idx="1336" formatCode="0_)">
                  <c:v>-20.5</c:v>
                </c:pt>
                <c:pt idx="1337" formatCode="0_)">
                  <c:v>-8.5</c:v>
                </c:pt>
                <c:pt idx="1338" formatCode="0_)">
                  <c:v>-12</c:v>
                </c:pt>
                <c:pt idx="1339" formatCode="0_)">
                  <c:v>0</c:v>
                </c:pt>
                <c:pt idx="1340" formatCode="0_)">
                  <c:v>-23</c:v>
                </c:pt>
                <c:pt idx="1341" formatCode="0_)">
                  <c:v>0</c:v>
                </c:pt>
                <c:pt idx="1342" formatCode="0_)">
                  <c:v>11.5</c:v>
                </c:pt>
                <c:pt idx="1343" formatCode="0_)">
                  <c:v>3.5</c:v>
                </c:pt>
                <c:pt idx="1344" formatCode="0_)">
                  <c:v>8.5</c:v>
                </c:pt>
                <c:pt idx="1345" formatCode="0_)">
                  <c:v>-17.5</c:v>
                </c:pt>
                <c:pt idx="1346" formatCode="0_)">
                  <c:v>-7.5</c:v>
                </c:pt>
                <c:pt idx="1347" formatCode="0_)">
                  <c:v>26</c:v>
                </c:pt>
                <c:pt idx="1348" formatCode="0_)">
                  <c:v>-21</c:v>
                </c:pt>
                <c:pt idx="1349" formatCode="0_)">
                  <c:v>22.5</c:v>
                </c:pt>
                <c:pt idx="1350" formatCode="0_)">
                  <c:v>-18</c:v>
                </c:pt>
                <c:pt idx="1351" formatCode="0_)">
                  <c:v>8</c:v>
                </c:pt>
                <c:pt idx="1352" formatCode="0_)">
                  <c:v>-4</c:v>
                </c:pt>
                <c:pt idx="1353" formatCode="0_)">
                  <c:v>16</c:v>
                </c:pt>
                <c:pt idx="1354" formatCode="0_)">
                  <c:v>-16.5</c:v>
                </c:pt>
                <c:pt idx="1355" formatCode="0_)">
                  <c:v>-11</c:v>
                </c:pt>
                <c:pt idx="1356" formatCode="0_)">
                  <c:v>-3.5</c:v>
                </c:pt>
                <c:pt idx="1357" formatCode="0_)">
                  <c:v>6</c:v>
                </c:pt>
                <c:pt idx="1358" formatCode="0_)">
                  <c:v>11</c:v>
                </c:pt>
                <c:pt idx="1359" formatCode="0_)">
                  <c:v>-6.5</c:v>
                </c:pt>
                <c:pt idx="1360" formatCode="0_)">
                  <c:v>-0.5</c:v>
                </c:pt>
                <c:pt idx="1361" formatCode="0_)">
                  <c:v>67.5</c:v>
                </c:pt>
                <c:pt idx="1362" formatCode="0_)">
                  <c:v>-20</c:v>
                </c:pt>
                <c:pt idx="1363" formatCode="0_)">
                  <c:v>11</c:v>
                </c:pt>
                <c:pt idx="1364" formatCode="0_)">
                  <c:v>7.5</c:v>
                </c:pt>
                <c:pt idx="1365" formatCode="0_)">
                  <c:v>-31.5</c:v>
                </c:pt>
                <c:pt idx="1366" formatCode="0_)">
                  <c:v>-37</c:v>
                </c:pt>
                <c:pt idx="1367" formatCode="0_)">
                  <c:v>10</c:v>
                </c:pt>
                <c:pt idx="1368" formatCode="0_)">
                  <c:v>-0.5</c:v>
                </c:pt>
                <c:pt idx="1371" formatCode="0_)">
                  <c:v>-3</c:v>
                </c:pt>
                <c:pt idx="1372" formatCode="0_)">
                  <c:v>16.5</c:v>
                </c:pt>
                <c:pt idx="1373" formatCode="0_)">
                  <c:v>29</c:v>
                </c:pt>
                <c:pt idx="1374" formatCode="0_)">
                  <c:v>-13.5</c:v>
                </c:pt>
                <c:pt idx="1375" formatCode="0_)">
                  <c:v>4</c:v>
                </c:pt>
                <c:pt idx="1376" formatCode="0_)">
                  <c:v>4</c:v>
                </c:pt>
                <c:pt idx="1377" formatCode="0_)">
                  <c:v>14.5</c:v>
                </c:pt>
                <c:pt idx="1378" formatCode="0_)">
                  <c:v>19.5</c:v>
                </c:pt>
                <c:pt idx="1379" formatCode="0_)">
                  <c:v>69.5</c:v>
                </c:pt>
                <c:pt idx="1380" formatCode="0_)">
                  <c:v>-18.5</c:v>
                </c:pt>
                <c:pt idx="1381" formatCode="0_)">
                  <c:v>17</c:v>
                </c:pt>
                <c:pt idx="1382" formatCode="0_)">
                  <c:v>-19</c:v>
                </c:pt>
                <c:pt idx="1383" formatCode="0_)">
                  <c:v>29</c:v>
                </c:pt>
                <c:pt idx="1384" formatCode="0_)">
                  <c:v>9</c:v>
                </c:pt>
                <c:pt idx="1385" formatCode="0_)">
                  <c:v>-29.5</c:v>
                </c:pt>
                <c:pt idx="1386" formatCode="0_)">
                  <c:v>7</c:v>
                </c:pt>
                <c:pt idx="1387" formatCode="0_)">
                  <c:v>17.5</c:v>
                </c:pt>
                <c:pt idx="1388" formatCode="0_)">
                  <c:v>30</c:v>
                </c:pt>
                <c:pt idx="1389" formatCode="0_)">
                  <c:v>14</c:v>
                </c:pt>
                <c:pt idx="1391" formatCode="0_)">
                  <c:v>-1</c:v>
                </c:pt>
                <c:pt idx="1392" formatCode="0_)">
                  <c:v>-12.5</c:v>
                </c:pt>
                <c:pt idx="1393" formatCode="0_)">
                  <c:v>13</c:v>
                </c:pt>
                <c:pt idx="1394" formatCode="0_)">
                  <c:v>-8.5</c:v>
                </c:pt>
                <c:pt idx="1395" formatCode="0_)">
                  <c:v>5.5</c:v>
                </c:pt>
                <c:pt idx="1396" formatCode="0_)">
                  <c:v>-26.5</c:v>
                </c:pt>
                <c:pt idx="1397" formatCode="0_)">
                  <c:v>4</c:v>
                </c:pt>
                <c:pt idx="1398" formatCode="0_)">
                  <c:v>6</c:v>
                </c:pt>
                <c:pt idx="1399" formatCode="0_)">
                  <c:v>-14</c:v>
                </c:pt>
                <c:pt idx="1400" formatCode="0_)">
                  <c:v>5</c:v>
                </c:pt>
                <c:pt idx="1401" formatCode="0_)">
                  <c:v>6</c:v>
                </c:pt>
                <c:pt idx="1402" formatCode="0_)">
                  <c:v>-37.5</c:v>
                </c:pt>
                <c:pt idx="1403" formatCode="0_)">
                  <c:v>-18</c:v>
                </c:pt>
                <c:pt idx="1404" formatCode="0_)">
                  <c:v>-16.5</c:v>
                </c:pt>
                <c:pt idx="1405" formatCode="0_)">
                  <c:v>-13</c:v>
                </c:pt>
                <c:pt idx="1406" formatCode="0_)">
                  <c:v>12</c:v>
                </c:pt>
                <c:pt idx="1407" formatCode="0_)">
                  <c:v>-9.5</c:v>
                </c:pt>
                <c:pt idx="1408" formatCode="0_)">
                  <c:v>-30.5</c:v>
                </c:pt>
                <c:pt idx="1409" formatCode="0_)">
                  <c:v>-75</c:v>
                </c:pt>
                <c:pt idx="1411" formatCode="0_)">
                  <c:v>17.5</c:v>
                </c:pt>
                <c:pt idx="1412" formatCode="0_)">
                  <c:v>21.5</c:v>
                </c:pt>
                <c:pt idx="1413" formatCode="0_)">
                  <c:v>-34</c:v>
                </c:pt>
                <c:pt idx="1414" formatCode="0_)">
                  <c:v>24</c:v>
                </c:pt>
                <c:pt idx="1415" formatCode="0_)">
                  <c:v>-24.5</c:v>
                </c:pt>
                <c:pt idx="1416" formatCode="0_)">
                  <c:v>20.5</c:v>
                </c:pt>
                <c:pt idx="1417" formatCode="0_)">
                  <c:v>9</c:v>
                </c:pt>
                <c:pt idx="1418" formatCode="0_)">
                  <c:v>7</c:v>
                </c:pt>
                <c:pt idx="1419" formatCode="0_)">
                  <c:v>-1</c:v>
                </c:pt>
                <c:pt idx="1420" formatCode="0_)">
                  <c:v>19.5</c:v>
                </c:pt>
                <c:pt idx="1421" formatCode="0_)">
                  <c:v>-16.5</c:v>
                </c:pt>
                <c:pt idx="1422" formatCode="0_)">
                  <c:v>-16</c:v>
                </c:pt>
                <c:pt idx="1423" formatCode="0_)">
                  <c:v>3</c:v>
                </c:pt>
                <c:pt idx="1424" formatCode="0_)">
                  <c:v>28</c:v>
                </c:pt>
                <c:pt idx="1425" formatCode="0_)">
                  <c:v>16.5</c:v>
                </c:pt>
                <c:pt idx="1426" formatCode="0_)">
                  <c:v>-0.5</c:v>
                </c:pt>
                <c:pt idx="1427" formatCode="0_)">
                  <c:v>14</c:v>
                </c:pt>
                <c:pt idx="1428" formatCode="0_)">
                  <c:v>-3.5</c:v>
                </c:pt>
                <c:pt idx="1429" formatCode="0_)">
                  <c:v>33.5</c:v>
                </c:pt>
                <c:pt idx="1430" formatCode="0_)">
                  <c:v>63</c:v>
                </c:pt>
                <c:pt idx="1431" formatCode="0_)">
                  <c:v>8</c:v>
                </c:pt>
                <c:pt idx="1432" formatCode="0_)">
                  <c:v>-10</c:v>
                </c:pt>
                <c:pt idx="1433" formatCode="0_)">
                  <c:v>95</c:v>
                </c:pt>
                <c:pt idx="1434" formatCode="0_)">
                  <c:v>8</c:v>
                </c:pt>
                <c:pt idx="1435" formatCode="0_)">
                  <c:v>-18.5</c:v>
                </c:pt>
                <c:pt idx="1436" formatCode="0_)">
                  <c:v>-0.5</c:v>
                </c:pt>
                <c:pt idx="1437" formatCode="0_)">
                  <c:v>7.5</c:v>
                </c:pt>
                <c:pt idx="1438" formatCode="0_)">
                  <c:v>79</c:v>
                </c:pt>
                <c:pt idx="1439" formatCode="0_)">
                  <c:v>-40</c:v>
                </c:pt>
                <c:pt idx="1440" formatCode="0_)">
                  <c:v>3.5</c:v>
                </c:pt>
                <c:pt idx="1441" formatCode="0_)">
                  <c:v>-13.5</c:v>
                </c:pt>
                <c:pt idx="1442" formatCode="0_)">
                  <c:v>-28</c:v>
                </c:pt>
                <c:pt idx="1443" formatCode="0_)">
                  <c:v>70.5</c:v>
                </c:pt>
                <c:pt idx="1444" formatCode="0_)">
                  <c:v>-38</c:v>
                </c:pt>
                <c:pt idx="1445" formatCode="0_)">
                  <c:v>10.5</c:v>
                </c:pt>
                <c:pt idx="1446" formatCode="0_)">
                  <c:v>2.5</c:v>
                </c:pt>
                <c:pt idx="1447" formatCode="0_)">
                  <c:v>-30</c:v>
                </c:pt>
                <c:pt idx="1448" formatCode="0_)">
                  <c:v>-40</c:v>
                </c:pt>
                <c:pt idx="1449" formatCode="0_)">
                  <c:v>21.5</c:v>
                </c:pt>
                <c:pt idx="1450" formatCode="0_)">
                  <c:v>-17.5</c:v>
                </c:pt>
                <c:pt idx="1451" formatCode="0_)">
                  <c:v>15</c:v>
                </c:pt>
                <c:pt idx="1452" formatCode="0_)">
                  <c:v>-18</c:v>
                </c:pt>
                <c:pt idx="1453" formatCode="0_)">
                  <c:v>-5</c:v>
                </c:pt>
                <c:pt idx="1454" formatCode="0_)">
                  <c:v>-1</c:v>
                </c:pt>
                <c:pt idx="1455" formatCode="0_)">
                  <c:v>32</c:v>
                </c:pt>
                <c:pt idx="1456" formatCode="0_)">
                  <c:v>-7.5</c:v>
                </c:pt>
                <c:pt idx="1457" formatCode="0_)">
                  <c:v>-7.5</c:v>
                </c:pt>
                <c:pt idx="1458" formatCode="0_)">
                  <c:v>53</c:v>
                </c:pt>
                <c:pt idx="1459" formatCode="0_)">
                  <c:v>4</c:v>
                </c:pt>
                <c:pt idx="1460" formatCode="0_)">
                  <c:v>-4</c:v>
                </c:pt>
                <c:pt idx="1461" formatCode="0_)">
                  <c:v>-8</c:v>
                </c:pt>
                <c:pt idx="1462" formatCode="0_)">
                  <c:v>-7.5</c:v>
                </c:pt>
                <c:pt idx="1463" formatCode="0_)">
                  <c:v>25</c:v>
                </c:pt>
                <c:pt idx="1464" formatCode="0_)">
                  <c:v>-9.5</c:v>
                </c:pt>
                <c:pt idx="1465" formatCode="0_)">
                  <c:v>-1.5</c:v>
                </c:pt>
                <c:pt idx="1466" formatCode="0_)">
                  <c:v>-4</c:v>
                </c:pt>
                <c:pt idx="1467" formatCode="0_)">
                  <c:v>-2.5</c:v>
                </c:pt>
                <c:pt idx="1468" formatCode="0_)">
                  <c:v>-36</c:v>
                </c:pt>
                <c:pt idx="1469" formatCode="0_)">
                  <c:v>7</c:v>
                </c:pt>
                <c:pt idx="1470" formatCode="0_)">
                  <c:v>-26</c:v>
                </c:pt>
                <c:pt idx="1471" formatCode="0_)">
                  <c:v>23</c:v>
                </c:pt>
                <c:pt idx="1472" formatCode="0_)">
                  <c:v>25.5</c:v>
                </c:pt>
                <c:pt idx="1473" formatCode="0_)">
                  <c:v>-22.5</c:v>
                </c:pt>
                <c:pt idx="1474" formatCode="0_)">
                  <c:v>2</c:v>
                </c:pt>
                <c:pt idx="1476" formatCode="0_)">
                  <c:v>18</c:v>
                </c:pt>
                <c:pt idx="1477" formatCode="0_)">
                  <c:v>55.5</c:v>
                </c:pt>
                <c:pt idx="1478" formatCode="0_)">
                  <c:v>2</c:v>
                </c:pt>
                <c:pt idx="1479" formatCode="0_)">
                  <c:v>17.5</c:v>
                </c:pt>
                <c:pt idx="1480" formatCode="0_)">
                  <c:v>-16.5</c:v>
                </c:pt>
                <c:pt idx="1481" formatCode="0_)">
                  <c:v>32.5</c:v>
                </c:pt>
                <c:pt idx="1482" formatCode="0_)">
                  <c:v>5.5</c:v>
                </c:pt>
                <c:pt idx="1483" formatCode="0_)">
                  <c:v>8.5</c:v>
                </c:pt>
                <c:pt idx="1484" formatCode="0_)">
                  <c:v>-2</c:v>
                </c:pt>
                <c:pt idx="1485" formatCode="0_)">
                  <c:v>2.5</c:v>
                </c:pt>
                <c:pt idx="1486" formatCode="0_)">
                  <c:v>-9.5</c:v>
                </c:pt>
                <c:pt idx="1487" formatCode="0_)">
                  <c:v>-27</c:v>
                </c:pt>
                <c:pt idx="1488" formatCode="0_)">
                  <c:v>51.5</c:v>
                </c:pt>
                <c:pt idx="1489" formatCode="0_)">
                  <c:v>0.5</c:v>
                </c:pt>
                <c:pt idx="1490" formatCode="0_)">
                  <c:v>20.5</c:v>
                </c:pt>
                <c:pt idx="1491" formatCode="0_)">
                  <c:v>-2.5</c:v>
                </c:pt>
                <c:pt idx="1492" formatCode="0_)">
                  <c:v>-14</c:v>
                </c:pt>
                <c:pt idx="1493" formatCode="0_)">
                  <c:v>-18</c:v>
                </c:pt>
                <c:pt idx="1494" formatCode="0_)">
                  <c:v>-11.5</c:v>
                </c:pt>
                <c:pt idx="1495" formatCode="0_)">
                  <c:v>-12.5</c:v>
                </c:pt>
                <c:pt idx="1496" formatCode="0_)">
                  <c:v>-4.5</c:v>
                </c:pt>
                <c:pt idx="1497" formatCode="0_)">
                  <c:v>55.5</c:v>
                </c:pt>
                <c:pt idx="1498" formatCode="0_)">
                  <c:v>-28</c:v>
                </c:pt>
                <c:pt idx="1499" formatCode="0_)">
                  <c:v>7</c:v>
                </c:pt>
                <c:pt idx="1500" formatCode="0_)">
                  <c:v>-21</c:v>
                </c:pt>
                <c:pt idx="1501" formatCode="0_)">
                  <c:v>4</c:v>
                </c:pt>
                <c:pt idx="1502" formatCode="0_)">
                  <c:v>8</c:v>
                </c:pt>
                <c:pt idx="1503" formatCode="0_)">
                  <c:v>-21.5</c:v>
                </c:pt>
                <c:pt idx="1504" formatCode="0_)">
                  <c:v>-20.5</c:v>
                </c:pt>
                <c:pt idx="1505" formatCode="0_)">
                  <c:v>-61</c:v>
                </c:pt>
                <c:pt idx="1506" formatCode="0_)">
                  <c:v>22</c:v>
                </c:pt>
                <c:pt idx="1507" formatCode="0_)">
                  <c:v>13</c:v>
                </c:pt>
                <c:pt idx="1508" formatCode="0_)">
                  <c:v>40</c:v>
                </c:pt>
                <c:pt idx="1509" formatCode="0_)">
                  <c:v>-23</c:v>
                </c:pt>
                <c:pt idx="1510" formatCode="0_)">
                  <c:v>-17</c:v>
                </c:pt>
                <c:pt idx="1511" formatCode="0_)">
                  <c:v>29</c:v>
                </c:pt>
                <c:pt idx="1512" formatCode="0_)">
                  <c:v>0.5</c:v>
                </c:pt>
                <c:pt idx="1513" formatCode="0_)">
                  <c:v>36.5</c:v>
                </c:pt>
                <c:pt idx="1514" formatCode="0_)">
                  <c:v>-10</c:v>
                </c:pt>
                <c:pt idx="1515" formatCode="0_)">
                  <c:v>10</c:v>
                </c:pt>
                <c:pt idx="1516" formatCode="0_)">
                  <c:v>-31.5</c:v>
                </c:pt>
                <c:pt idx="1517" formatCode="0_)">
                  <c:v>6</c:v>
                </c:pt>
                <c:pt idx="1518" formatCode="0_)">
                  <c:v>-10</c:v>
                </c:pt>
                <c:pt idx="1519" formatCode="0_)">
                  <c:v>33.5</c:v>
                </c:pt>
                <c:pt idx="1520" formatCode="0_)">
                  <c:v>-1</c:v>
                </c:pt>
                <c:pt idx="1521" formatCode="0_)">
                  <c:v>-18</c:v>
                </c:pt>
                <c:pt idx="1522" formatCode="0_)">
                  <c:v>28</c:v>
                </c:pt>
                <c:pt idx="1523" formatCode="0_)">
                  <c:v>-4.5</c:v>
                </c:pt>
                <c:pt idx="1524" formatCode="0_)">
                  <c:v>-12.5</c:v>
                </c:pt>
                <c:pt idx="1525" formatCode="0_)">
                  <c:v>-12.5</c:v>
                </c:pt>
                <c:pt idx="1526" formatCode="0_)">
                  <c:v>-2.5</c:v>
                </c:pt>
                <c:pt idx="1527" formatCode="0_)">
                  <c:v>2.5</c:v>
                </c:pt>
                <c:pt idx="1528" formatCode="0_)">
                  <c:v>-13</c:v>
                </c:pt>
                <c:pt idx="1529" formatCode="0_)">
                  <c:v>-13.5</c:v>
                </c:pt>
                <c:pt idx="1530" formatCode="0_)">
                  <c:v>-21</c:v>
                </c:pt>
                <c:pt idx="1531" formatCode="0_)">
                  <c:v>20</c:v>
                </c:pt>
                <c:pt idx="1532" formatCode="0_)">
                  <c:v>3.5</c:v>
                </c:pt>
                <c:pt idx="1533" formatCode="0_)">
                  <c:v>4</c:v>
                </c:pt>
                <c:pt idx="1534" formatCode="0_)">
                  <c:v>-15.5</c:v>
                </c:pt>
                <c:pt idx="1535" formatCode="0_)">
                  <c:v>26</c:v>
                </c:pt>
                <c:pt idx="1536" formatCode="0_)">
                  <c:v>-0.5</c:v>
                </c:pt>
                <c:pt idx="1537" formatCode="0_)">
                  <c:v>3.5</c:v>
                </c:pt>
                <c:pt idx="1538" formatCode="0_)">
                  <c:v>10</c:v>
                </c:pt>
                <c:pt idx="1539" formatCode="0_)">
                  <c:v>8</c:v>
                </c:pt>
                <c:pt idx="1540" formatCode="0_)">
                  <c:v>8</c:v>
                </c:pt>
                <c:pt idx="1541" formatCode="0_)">
                  <c:v>-6.5</c:v>
                </c:pt>
                <c:pt idx="1542" formatCode="0_)">
                  <c:v>-5.5</c:v>
                </c:pt>
                <c:pt idx="1543" formatCode="0_)">
                  <c:v>-24.5</c:v>
                </c:pt>
                <c:pt idx="1544" formatCode="0_)">
                  <c:v>6.5</c:v>
                </c:pt>
                <c:pt idx="1545" formatCode="0_)">
                  <c:v>28</c:v>
                </c:pt>
                <c:pt idx="1546" formatCode="0_)">
                  <c:v>-14.5</c:v>
                </c:pt>
                <c:pt idx="1547" formatCode="0_)">
                  <c:v>-11.5</c:v>
                </c:pt>
                <c:pt idx="1548" formatCode="0_)">
                  <c:v>0</c:v>
                </c:pt>
                <c:pt idx="1549" formatCode="0_)">
                  <c:v>-3.5</c:v>
                </c:pt>
                <c:pt idx="1550" formatCode="0_)">
                  <c:v>-11.5</c:v>
                </c:pt>
                <c:pt idx="1551" formatCode="0_)">
                  <c:v>9</c:v>
                </c:pt>
                <c:pt idx="1552" formatCode="0_)">
                  <c:v>28.5</c:v>
                </c:pt>
                <c:pt idx="1553" formatCode="0_)">
                  <c:v>37</c:v>
                </c:pt>
                <c:pt idx="1554" formatCode="0_)">
                  <c:v>13.5</c:v>
                </c:pt>
                <c:pt idx="1555" formatCode="0_)">
                  <c:v>-5</c:v>
                </c:pt>
                <c:pt idx="1556" formatCode="0_)">
                  <c:v>2</c:v>
                </c:pt>
                <c:pt idx="1557" formatCode="0_)">
                  <c:v>3</c:v>
                </c:pt>
                <c:pt idx="1558" formatCode="0_)">
                  <c:v>31.5</c:v>
                </c:pt>
                <c:pt idx="1559" formatCode="0_)">
                  <c:v>6.5</c:v>
                </c:pt>
                <c:pt idx="1562" formatCode="0_)">
                  <c:v>1</c:v>
                </c:pt>
                <c:pt idx="1563" formatCode="0_)">
                  <c:v>11</c:v>
                </c:pt>
                <c:pt idx="1566" formatCode="0_)">
                  <c:v>-13</c:v>
                </c:pt>
                <c:pt idx="1567" formatCode="0_)">
                  <c:v>-15</c:v>
                </c:pt>
                <c:pt idx="1568" formatCode="0_)">
                  <c:v>13</c:v>
                </c:pt>
                <c:pt idx="1569" formatCode="0_)">
                  <c:v>0.5</c:v>
                </c:pt>
                <c:pt idx="1570" formatCode="0_)">
                  <c:v>-1.5</c:v>
                </c:pt>
                <c:pt idx="1571" formatCode="0_)">
                  <c:v>-11</c:v>
                </c:pt>
                <c:pt idx="1572" formatCode="0_)">
                  <c:v>5</c:v>
                </c:pt>
                <c:pt idx="1573" formatCode="0_)">
                  <c:v>32</c:v>
                </c:pt>
                <c:pt idx="1574" formatCode="0_)">
                  <c:v>-9.5</c:v>
                </c:pt>
                <c:pt idx="1575" formatCode="0_)">
                  <c:v>-2</c:v>
                </c:pt>
                <c:pt idx="1576" formatCode="0_)">
                  <c:v>1</c:v>
                </c:pt>
                <c:pt idx="1577" formatCode="0_)">
                  <c:v>29</c:v>
                </c:pt>
                <c:pt idx="1578" formatCode="0_)">
                  <c:v>23.5</c:v>
                </c:pt>
                <c:pt idx="1579" formatCode="0_)">
                  <c:v>-11</c:v>
                </c:pt>
                <c:pt idx="1580" formatCode="0_)">
                  <c:v>-16</c:v>
                </c:pt>
                <c:pt idx="1581" formatCode="0_)">
                  <c:v>-17</c:v>
                </c:pt>
                <c:pt idx="1582" formatCode="0_)">
                  <c:v>-10.5</c:v>
                </c:pt>
                <c:pt idx="1583" formatCode="0_)">
                  <c:v>-24</c:v>
                </c:pt>
                <c:pt idx="1584" formatCode="0_)">
                  <c:v>21.5</c:v>
                </c:pt>
                <c:pt idx="1585" formatCode="0_)">
                  <c:v>-29</c:v>
                </c:pt>
                <c:pt idx="1586" formatCode="0_)">
                  <c:v>28.5</c:v>
                </c:pt>
                <c:pt idx="1587" formatCode="0_)">
                  <c:v>-18.5</c:v>
                </c:pt>
                <c:pt idx="1588" formatCode="0_)">
                  <c:v>-32</c:v>
                </c:pt>
                <c:pt idx="1589" formatCode="0_)">
                  <c:v>-20</c:v>
                </c:pt>
                <c:pt idx="1590" formatCode="0_)">
                  <c:v>17</c:v>
                </c:pt>
                <c:pt idx="1591" formatCode="0_)">
                  <c:v>-1</c:v>
                </c:pt>
                <c:pt idx="1592" formatCode="0_)">
                  <c:v>-6</c:v>
                </c:pt>
                <c:pt idx="1593" formatCode="0_)">
                  <c:v>22</c:v>
                </c:pt>
                <c:pt idx="1594" formatCode="0_)">
                  <c:v>49</c:v>
                </c:pt>
                <c:pt idx="1595" formatCode="0_)">
                  <c:v>-26</c:v>
                </c:pt>
                <c:pt idx="1596" formatCode="0_)">
                  <c:v>2</c:v>
                </c:pt>
                <c:pt idx="1597" formatCode="0_)">
                  <c:v>-41</c:v>
                </c:pt>
                <c:pt idx="1598" formatCode="0_)">
                  <c:v>9.5</c:v>
                </c:pt>
                <c:pt idx="1599" formatCode="0_)">
                  <c:v>28.5</c:v>
                </c:pt>
                <c:pt idx="1600" formatCode="0_)">
                  <c:v>-35</c:v>
                </c:pt>
                <c:pt idx="1601" formatCode="0_)">
                  <c:v>3</c:v>
                </c:pt>
                <c:pt idx="1602" formatCode="0_)">
                  <c:v>13.5</c:v>
                </c:pt>
                <c:pt idx="1603" formatCode="0_)">
                  <c:v>37.5</c:v>
                </c:pt>
                <c:pt idx="1604" formatCode="0_)">
                  <c:v>-32</c:v>
                </c:pt>
                <c:pt idx="1605" formatCode="0_)">
                  <c:v>-48</c:v>
                </c:pt>
                <c:pt idx="1606" formatCode="0_)">
                  <c:v>-37</c:v>
                </c:pt>
                <c:pt idx="1607" formatCode="0_)">
                  <c:v>7</c:v>
                </c:pt>
                <c:pt idx="1608" formatCode="0_)">
                  <c:v>-5.5</c:v>
                </c:pt>
                <c:pt idx="1609" formatCode="0_)">
                  <c:v>5</c:v>
                </c:pt>
                <c:pt idx="1610" formatCode="0_)">
                  <c:v>-8.5</c:v>
                </c:pt>
                <c:pt idx="1611" formatCode="0_)">
                  <c:v>22</c:v>
                </c:pt>
                <c:pt idx="1612" formatCode="0_)">
                  <c:v>-43</c:v>
                </c:pt>
                <c:pt idx="1613" formatCode="0_)">
                  <c:v>8</c:v>
                </c:pt>
                <c:pt idx="1614" formatCode="0_)">
                  <c:v>20</c:v>
                </c:pt>
                <c:pt idx="1615" formatCode="0_)">
                  <c:v>-16</c:v>
                </c:pt>
                <c:pt idx="1616" formatCode="0_)">
                  <c:v>12.5</c:v>
                </c:pt>
                <c:pt idx="1617" formatCode="0_)">
                  <c:v>15</c:v>
                </c:pt>
                <c:pt idx="1618" formatCode="0_)">
                  <c:v>17.5</c:v>
                </c:pt>
                <c:pt idx="1619" formatCode="0_)">
                  <c:v>-11</c:v>
                </c:pt>
                <c:pt idx="1620" formatCode="0_)">
                  <c:v>10</c:v>
                </c:pt>
                <c:pt idx="1621" formatCode="0_)">
                  <c:v>-8.5</c:v>
                </c:pt>
                <c:pt idx="1622" formatCode="0_)">
                  <c:v>28.5</c:v>
                </c:pt>
                <c:pt idx="1623" formatCode="0_)">
                  <c:v>-20.5</c:v>
                </c:pt>
                <c:pt idx="1624" formatCode="0_)">
                  <c:v>7.5</c:v>
                </c:pt>
                <c:pt idx="1625" formatCode="0_)">
                  <c:v>-23</c:v>
                </c:pt>
                <c:pt idx="1626" formatCode="0_)">
                  <c:v>-4</c:v>
                </c:pt>
                <c:pt idx="1627" formatCode="0_)">
                  <c:v>-3</c:v>
                </c:pt>
                <c:pt idx="1628" formatCode="0_)">
                  <c:v>8.5</c:v>
                </c:pt>
                <c:pt idx="1629" formatCode="0_)">
                  <c:v>-16</c:v>
                </c:pt>
                <c:pt idx="1630" formatCode="0_)">
                  <c:v>-8.5</c:v>
                </c:pt>
                <c:pt idx="1631" formatCode="0_)">
                  <c:v>3</c:v>
                </c:pt>
                <c:pt idx="1632" formatCode="0_)">
                  <c:v>-8.5</c:v>
                </c:pt>
                <c:pt idx="1633" formatCode="0_)">
                  <c:v>-33.5</c:v>
                </c:pt>
                <c:pt idx="1634" formatCode="0_)">
                  <c:v>-24.5</c:v>
                </c:pt>
                <c:pt idx="1635" formatCode="0_)">
                  <c:v>22</c:v>
                </c:pt>
                <c:pt idx="1636" formatCode="0_)">
                  <c:v>2.5</c:v>
                </c:pt>
                <c:pt idx="1637" formatCode="0_)">
                  <c:v>4</c:v>
                </c:pt>
                <c:pt idx="1638" formatCode="0_)">
                  <c:v>-22.5</c:v>
                </c:pt>
                <c:pt idx="1639" formatCode="0_)">
                  <c:v>-14.5</c:v>
                </c:pt>
                <c:pt idx="1640" formatCode="0_)">
                  <c:v>-41</c:v>
                </c:pt>
                <c:pt idx="1641" formatCode="0_)">
                  <c:v>40</c:v>
                </c:pt>
                <c:pt idx="1642" formatCode="0_)">
                  <c:v>14.5</c:v>
                </c:pt>
                <c:pt idx="1643" formatCode="0_)">
                  <c:v>0.5</c:v>
                </c:pt>
                <c:pt idx="1646" formatCode="0_)">
                  <c:v>5</c:v>
                </c:pt>
                <c:pt idx="1647" formatCode="0_)">
                  <c:v>37</c:v>
                </c:pt>
                <c:pt idx="1648" formatCode="0_)">
                  <c:v>0</c:v>
                </c:pt>
                <c:pt idx="1649" formatCode="0_)">
                  <c:v>11</c:v>
                </c:pt>
                <c:pt idx="1651" formatCode="0_)">
                  <c:v>4</c:v>
                </c:pt>
                <c:pt idx="1652" formatCode="0_)">
                  <c:v>33</c:v>
                </c:pt>
                <c:pt idx="1653" formatCode="0_)">
                  <c:v>-8.5</c:v>
                </c:pt>
                <c:pt idx="1654" formatCode="0_)">
                  <c:v>26</c:v>
                </c:pt>
                <c:pt idx="1655" formatCode="0_)">
                  <c:v>7</c:v>
                </c:pt>
                <c:pt idx="1656" formatCode="0_)">
                  <c:v>-12</c:v>
                </c:pt>
                <c:pt idx="1657" formatCode="0_)">
                  <c:v>29.5</c:v>
                </c:pt>
                <c:pt idx="1658" formatCode="0_)">
                  <c:v>-29.5</c:v>
                </c:pt>
                <c:pt idx="1659" formatCode="0_)">
                  <c:v>44</c:v>
                </c:pt>
                <c:pt idx="1660" formatCode="0_)">
                  <c:v>0.5</c:v>
                </c:pt>
                <c:pt idx="1661" formatCode="0_)">
                  <c:v>4</c:v>
                </c:pt>
                <c:pt idx="1662" formatCode="0_)">
                  <c:v>10</c:v>
                </c:pt>
                <c:pt idx="1663" formatCode="0_)">
                  <c:v>6</c:v>
                </c:pt>
                <c:pt idx="1664" formatCode="0_)">
                  <c:v>-14</c:v>
                </c:pt>
                <c:pt idx="1665" formatCode="0_)">
                  <c:v>2.5</c:v>
                </c:pt>
                <c:pt idx="1666" formatCode="0_)">
                  <c:v>-14.5</c:v>
                </c:pt>
                <c:pt idx="1667" formatCode="0_)">
                  <c:v>-5.5</c:v>
                </c:pt>
                <c:pt idx="1668" formatCode="0_)">
                  <c:v>-2.5</c:v>
                </c:pt>
                <c:pt idx="1669" formatCode="0_)">
                  <c:v>-1.5</c:v>
                </c:pt>
                <c:pt idx="1671" formatCode="0_)">
                  <c:v>-18.5</c:v>
                </c:pt>
                <c:pt idx="1672" formatCode="0_)">
                  <c:v>-39.5</c:v>
                </c:pt>
                <c:pt idx="1673" formatCode="0_)">
                  <c:v>-0.5</c:v>
                </c:pt>
                <c:pt idx="1674" formatCode="0_)">
                  <c:v>35</c:v>
                </c:pt>
                <c:pt idx="1675" formatCode="0_)">
                  <c:v>-52</c:v>
                </c:pt>
                <c:pt idx="1676" formatCode="0_)">
                  <c:v>24.5</c:v>
                </c:pt>
                <c:pt idx="1677" formatCode="0_)">
                  <c:v>-11.5</c:v>
                </c:pt>
                <c:pt idx="1678" formatCode="0_)">
                  <c:v>-24</c:v>
                </c:pt>
                <c:pt idx="1679" formatCode="0_)">
                  <c:v>15.5</c:v>
                </c:pt>
                <c:pt idx="1680" formatCode="0_)">
                  <c:v>1</c:v>
                </c:pt>
                <c:pt idx="1681" formatCode="0_)">
                  <c:v>2.5</c:v>
                </c:pt>
                <c:pt idx="1682" formatCode="0_)">
                  <c:v>18</c:v>
                </c:pt>
                <c:pt idx="1683" formatCode="0_)">
                  <c:v>15</c:v>
                </c:pt>
                <c:pt idx="1684" formatCode="0_)">
                  <c:v>9</c:v>
                </c:pt>
                <c:pt idx="1685" formatCode="0_)">
                  <c:v>2.5</c:v>
                </c:pt>
                <c:pt idx="1686" formatCode="0_)">
                  <c:v>3.5</c:v>
                </c:pt>
                <c:pt idx="1687" formatCode="0_)">
                  <c:v>-13.5</c:v>
                </c:pt>
                <c:pt idx="1688" formatCode="0_)">
                  <c:v>17.5</c:v>
                </c:pt>
                <c:pt idx="1689" formatCode="0_)">
                  <c:v>-11</c:v>
                </c:pt>
                <c:pt idx="1690" formatCode="0_)">
                  <c:v>0</c:v>
                </c:pt>
                <c:pt idx="1691" formatCode="0_)">
                  <c:v>27.5</c:v>
                </c:pt>
                <c:pt idx="1692" formatCode="0_)">
                  <c:v>-14.5</c:v>
                </c:pt>
                <c:pt idx="1693" formatCode="0_)">
                  <c:v>-21.5</c:v>
                </c:pt>
                <c:pt idx="1694" formatCode="0_)">
                  <c:v>15</c:v>
                </c:pt>
                <c:pt idx="1695" formatCode="0_)">
                  <c:v>-5.5</c:v>
                </c:pt>
                <c:pt idx="1696" formatCode="0_)">
                  <c:v>2.5</c:v>
                </c:pt>
                <c:pt idx="1697" formatCode="0_)">
                  <c:v>-2.5</c:v>
                </c:pt>
                <c:pt idx="1698" formatCode="0_)">
                  <c:v>-4.5</c:v>
                </c:pt>
                <c:pt idx="1699" formatCode="0_)">
                  <c:v>-18.5</c:v>
                </c:pt>
                <c:pt idx="1700" formatCode="0_)">
                  <c:v>-4</c:v>
                </c:pt>
                <c:pt idx="1701" formatCode="0_)">
                  <c:v>32</c:v>
                </c:pt>
                <c:pt idx="1702" formatCode="0_)">
                  <c:v>-9.5</c:v>
                </c:pt>
                <c:pt idx="1703" formatCode="0_)">
                  <c:v>22.5</c:v>
                </c:pt>
                <c:pt idx="1704" formatCode="0_)">
                  <c:v>-19.5</c:v>
                </c:pt>
                <c:pt idx="1705" formatCode="0_)">
                  <c:v>14</c:v>
                </c:pt>
                <c:pt idx="1706" formatCode="0_)">
                  <c:v>27.5</c:v>
                </c:pt>
                <c:pt idx="1707" formatCode="0_)">
                  <c:v>1.5</c:v>
                </c:pt>
                <c:pt idx="1708" formatCode="0_)">
                  <c:v>-7.5</c:v>
                </c:pt>
                <c:pt idx="1709" formatCode="0_)">
                  <c:v>41</c:v>
                </c:pt>
                <c:pt idx="1710" formatCode="0_)">
                  <c:v>11</c:v>
                </c:pt>
                <c:pt idx="1711" formatCode="0_)">
                  <c:v>-8</c:v>
                </c:pt>
                <c:pt idx="1712" formatCode="0_)">
                  <c:v>5</c:v>
                </c:pt>
                <c:pt idx="1713" formatCode="0_)">
                  <c:v>-16</c:v>
                </c:pt>
                <c:pt idx="1714" formatCode="0_)">
                  <c:v>28</c:v>
                </c:pt>
                <c:pt idx="1715" formatCode="0_)">
                  <c:v>-13.5</c:v>
                </c:pt>
                <c:pt idx="1716" formatCode="0_)">
                  <c:v>-2.5</c:v>
                </c:pt>
                <c:pt idx="1717" formatCode="0_)">
                  <c:v>15</c:v>
                </c:pt>
                <c:pt idx="1718" formatCode="0_)">
                  <c:v>-10</c:v>
                </c:pt>
                <c:pt idx="1719" formatCode="0_)">
                  <c:v>-6.5</c:v>
                </c:pt>
                <c:pt idx="1720" formatCode="0_)">
                  <c:v>3.5</c:v>
                </c:pt>
                <c:pt idx="1721" formatCode="0_)">
                  <c:v>6</c:v>
                </c:pt>
                <c:pt idx="1722" formatCode="0_)">
                  <c:v>-8</c:v>
                </c:pt>
                <c:pt idx="1723" formatCode="0_)">
                  <c:v>13.5</c:v>
                </c:pt>
                <c:pt idx="1724" formatCode="0_)">
                  <c:v>-10</c:v>
                </c:pt>
                <c:pt idx="1725" formatCode="0_)">
                  <c:v>-9</c:v>
                </c:pt>
                <c:pt idx="1726" formatCode="0_)">
                  <c:v>20</c:v>
                </c:pt>
                <c:pt idx="1727" formatCode="0_)">
                  <c:v>-5.5</c:v>
                </c:pt>
                <c:pt idx="1728" formatCode="0_)">
                  <c:v>-4</c:v>
                </c:pt>
                <c:pt idx="1729" formatCode="0_)">
                  <c:v>17.5</c:v>
                </c:pt>
                <c:pt idx="1730" formatCode="0_)">
                  <c:v>-25.5</c:v>
                </c:pt>
                <c:pt idx="1731" formatCode="0_)">
                  <c:v>-10</c:v>
                </c:pt>
                <c:pt idx="1732" formatCode="0_)">
                  <c:v>13</c:v>
                </c:pt>
                <c:pt idx="1733" formatCode="0_)">
                  <c:v>1.5</c:v>
                </c:pt>
                <c:pt idx="1734" formatCode="0_)">
                  <c:v>4.5</c:v>
                </c:pt>
                <c:pt idx="1736" formatCode="0_)">
                  <c:v>7</c:v>
                </c:pt>
                <c:pt idx="1737" formatCode="0_)">
                  <c:v>33.5</c:v>
                </c:pt>
                <c:pt idx="1738" formatCode="0_)">
                  <c:v>6.5</c:v>
                </c:pt>
                <c:pt idx="1739" formatCode="0_)">
                  <c:v>7.5</c:v>
                </c:pt>
                <c:pt idx="1740" formatCode="0_)">
                  <c:v>-13.5</c:v>
                </c:pt>
                <c:pt idx="1741" formatCode="0_)">
                  <c:v>28</c:v>
                </c:pt>
                <c:pt idx="1742" formatCode="0_)">
                  <c:v>1</c:v>
                </c:pt>
                <c:pt idx="1743" formatCode="0_)">
                  <c:v>8</c:v>
                </c:pt>
                <c:pt idx="1744" formatCode="0_)">
                  <c:v>30</c:v>
                </c:pt>
                <c:pt idx="1745" formatCode="0_)">
                  <c:v>-2</c:v>
                </c:pt>
                <c:pt idx="1746" formatCode="0_)">
                  <c:v>-2.5</c:v>
                </c:pt>
                <c:pt idx="1747" formatCode="0_)">
                  <c:v>48.5</c:v>
                </c:pt>
                <c:pt idx="1748" formatCode="0_)">
                  <c:v>4</c:v>
                </c:pt>
                <c:pt idx="1749" formatCode="0_)">
                  <c:v>-21.5</c:v>
                </c:pt>
                <c:pt idx="1750" formatCode="0_)">
                  <c:v>-4</c:v>
                </c:pt>
                <c:pt idx="1751" formatCode="0_)">
                  <c:v>-12.5</c:v>
                </c:pt>
                <c:pt idx="1752" formatCode="0_)">
                  <c:v>-14</c:v>
                </c:pt>
                <c:pt idx="1753" formatCode="0_)">
                  <c:v>-8</c:v>
                </c:pt>
                <c:pt idx="1754" formatCode="0_)">
                  <c:v>40.5</c:v>
                </c:pt>
                <c:pt idx="1755" formatCode="0_)">
                  <c:v>-6</c:v>
                </c:pt>
                <c:pt idx="1756" formatCode="0_)">
                  <c:v>4</c:v>
                </c:pt>
                <c:pt idx="1757" formatCode="0_)">
                  <c:v>-31.5</c:v>
                </c:pt>
                <c:pt idx="1758" formatCode="0_)">
                  <c:v>2</c:v>
                </c:pt>
                <c:pt idx="1759" formatCode="0_)">
                  <c:v>20</c:v>
                </c:pt>
                <c:pt idx="1760" formatCode="0_)">
                  <c:v>-11.5</c:v>
                </c:pt>
                <c:pt idx="1761" formatCode="0_)">
                  <c:v>-47.5</c:v>
                </c:pt>
                <c:pt idx="1762" formatCode="0_)">
                  <c:v>15</c:v>
                </c:pt>
                <c:pt idx="1763" formatCode="0_)">
                  <c:v>-1</c:v>
                </c:pt>
                <c:pt idx="1764" formatCode="0_)">
                  <c:v>21</c:v>
                </c:pt>
                <c:pt idx="1765" formatCode="0_)">
                  <c:v>-14</c:v>
                </c:pt>
                <c:pt idx="1766" formatCode="0_)">
                  <c:v>-2.5</c:v>
                </c:pt>
                <c:pt idx="1767" formatCode="0_)">
                  <c:v>7.5</c:v>
                </c:pt>
                <c:pt idx="1768" formatCode="0_)">
                  <c:v>1.5</c:v>
                </c:pt>
                <c:pt idx="1769" formatCode="0_)">
                  <c:v>-41.5</c:v>
                </c:pt>
                <c:pt idx="1770" formatCode="0_)">
                  <c:v>22.5</c:v>
                </c:pt>
                <c:pt idx="1771" formatCode="0_)">
                  <c:v>-26</c:v>
                </c:pt>
                <c:pt idx="1772" formatCode="0_)">
                  <c:v>8.5</c:v>
                </c:pt>
                <c:pt idx="1773" formatCode="0_)">
                  <c:v>-39</c:v>
                </c:pt>
                <c:pt idx="1774" formatCode="0_)">
                  <c:v>11.5</c:v>
                </c:pt>
                <c:pt idx="1775" formatCode="0_)">
                  <c:v>-27.5</c:v>
                </c:pt>
                <c:pt idx="1776" formatCode="0_)">
                  <c:v>20</c:v>
                </c:pt>
                <c:pt idx="1777" formatCode="0_)">
                  <c:v>-10</c:v>
                </c:pt>
                <c:pt idx="1778" formatCode="0_)">
                  <c:v>-35</c:v>
                </c:pt>
                <c:pt idx="1779" formatCode="0_)">
                  <c:v>-20</c:v>
                </c:pt>
                <c:pt idx="1780" formatCode="0_)">
                  <c:v>12</c:v>
                </c:pt>
                <c:pt idx="1781" formatCode="0_)">
                  <c:v>17</c:v>
                </c:pt>
                <c:pt idx="1782" formatCode="0_)">
                  <c:v>-10.5</c:v>
                </c:pt>
                <c:pt idx="1783" formatCode="0_)">
                  <c:v>-11</c:v>
                </c:pt>
                <c:pt idx="1784" formatCode="0_)">
                  <c:v>9.5</c:v>
                </c:pt>
                <c:pt idx="1785" formatCode="0_)">
                  <c:v>-14.5</c:v>
                </c:pt>
                <c:pt idx="1786" formatCode="0_)">
                  <c:v>-16.5</c:v>
                </c:pt>
                <c:pt idx="1787" formatCode="0_)">
                  <c:v>11</c:v>
                </c:pt>
                <c:pt idx="1788" formatCode="0_)">
                  <c:v>-6</c:v>
                </c:pt>
                <c:pt idx="1789" formatCode="0_)">
                  <c:v>12</c:v>
                </c:pt>
                <c:pt idx="1790" formatCode="0_)">
                  <c:v>-45.5</c:v>
                </c:pt>
                <c:pt idx="1791" formatCode="0_)">
                  <c:v>13.5</c:v>
                </c:pt>
                <c:pt idx="1792" formatCode="0_)">
                  <c:v>11</c:v>
                </c:pt>
                <c:pt idx="1793" formatCode="0_)">
                  <c:v>-11</c:v>
                </c:pt>
                <c:pt idx="1794" formatCode="0_)">
                  <c:v>-19.799999999999926</c:v>
                </c:pt>
                <c:pt idx="1795" formatCode="0_)">
                  <c:v>12.799999999999956</c:v>
                </c:pt>
                <c:pt idx="1796" formatCode="0_)">
                  <c:v>4</c:v>
                </c:pt>
                <c:pt idx="1797" formatCode="0_)">
                  <c:v>-7</c:v>
                </c:pt>
                <c:pt idx="1798" formatCode="0_)">
                  <c:v>-12</c:v>
                </c:pt>
                <c:pt idx="1799" formatCode="0_)">
                  <c:v>14.5</c:v>
                </c:pt>
                <c:pt idx="1800" formatCode="0_)">
                  <c:v>22.5</c:v>
                </c:pt>
                <c:pt idx="1801" formatCode="0_)">
                  <c:v>24.5</c:v>
                </c:pt>
                <c:pt idx="1802" formatCode="0_)">
                  <c:v>-0.5</c:v>
                </c:pt>
                <c:pt idx="1803" formatCode="0_)">
                  <c:v>-5.5</c:v>
                </c:pt>
                <c:pt idx="1804" formatCode="0_)">
                  <c:v>0.5</c:v>
                </c:pt>
                <c:pt idx="1805" formatCode="0_)">
                  <c:v>12</c:v>
                </c:pt>
                <c:pt idx="1806" formatCode="0_)">
                  <c:v>10.5</c:v>
                </c:pt>
                <c:pt idx="1807" formatCode="0_)">
                  <c:v>12.5</c:v>
                </c:pt>
                <c:pt idx="1808" formatCode="0_)">
                  <c:v>15.5</c:v>
                </c:pt>
                <c:pt idx="1809" formatCode="0_)">
                  <c:v>23.5</c:v>
                </c:pt>
                <c:pt idx="1810" formatCode="0_)">
                  <c:v>14</c:v>
                </c:pt>
                <c:pt idx="1811" formatCode="0_)">
                  <c:v>-7</c:v>
                </c:pt>
                <c:pt idx="1812" formatCode="0_)">
                  <c:v>-21</c:v>
                </c:pt>
                <c:pt idx="1813" formatCode="0_)">
                  <c:v>9.5</c:v>
                </c:pt>
                <c:pt idx="1814" formatCode="0_)">
                  <c:v>18.5</c:v>
                </c:pt>
                <c:pt idx="1815" formatCode="0_)">
                  <c:v>-49</c:v>
                </c:pt>
                <c:pt idx="1816" formatCode="0_)">
                  <c:v>-2</c:v>
                </c:pt>
                <c:pt idx="1817" formatCode="0_)">
                  <c:v>-18</c:v>
                </c:pt>
                <c:pt idx="1818" formatCode="0_)">
                  <c:v>-16</c:v>
                </c:pt>
                <c:pt idx="1819" formatCode="0_)">
                  <c:v>-2</c:v>
                </c:pt>
                <c:pt idx="1822" formatCode="0_)">
                  <c:v>4</c:v>
                </c:pt>
                <c:pt idx="1823" formatCode="0_)">
                  <c:v>-8</c:v>
                </c:pt>
                <c:pt idx="1824" formatCode="0_)">
                  <c:v>-3.5</c:v>
                </c:pt>
                <c:pt idx="1826" formatCode="0_)">
                  <c:v>-24.5</c:v>
                </c:pt>
                <c:pt idx="1827" formatCode="0_)">
                  <c:v>-63.5</c:v>
                </c:pt>
                <c:pt idx="1828" formatCode="0_)">
                  <c:v>42.5</c:v>
                </c:pt>
                <c:pt idx="1829" formatCode="0_)">
                  <c:v>-9</c:v>
                </c:pt>
                <c:pt idx="1830" formatCode="0_)">
                  <c:v>-4.5</c:v>
                </c:pt>
                <c:pt idx="1831" formatCode="0_)">
                  <c:v>36</c:v>
                </c:pt>
                <c:pt idx="1832" formatCode="0_)">
                  <c:v>-16.5</c:v>
                </c:pt>
                <c:pt idx="1833" formatCode="0_)">
                  <c:v>15.5</c:v>
                </c:pt>
                <c:pt idx="1834" formatCode="0_)">
                  <c:v>4.5</c:v>
                </c:pt>
                <c:pt idx="1835" formatCode="0_)">
                  <c:v>23.5</c:v>
                </c:pt>
                <c:pt idx="1836" formatCode="0_)">
                  <c:v>-40.5</c:v>
                </c:pt>
                <c:pt idx="1837" formatCode="0_)">
                  <c:v>-2.5</c:v>
                </c:pt>
                <c:pt idx="1838" formatCode="0_)">
                  <c:v>27.5</c:v>
                </c:pt>
                <c:pt idx="1839" formatCode="0_)">
                  <c:v>38</c:v>
                </c:pt>
                <c:pt idx="1840" formatCode="0_)">
                  <c:v>-13</c:v>
                </c:pt>
                <c:pt idx="1841" formatCode="0_)">
                  <c:v>15</c:v>
                </c:pt>
                <c:pt idx="1842" formatCode="0_)">
                  <c:v>-25</c:v>
                </c:pt>
                <c:pt idx="1843" formatCode="0_)">
                  <c:v>-19.5</c:v>
                </c:pt>
                <c:pt idx="1844" formatCode="0_)">
                  <c:v>12.5</c:v>
                </c:pt>
                <c:pt idx="1845" formatCode="0_)">
                  <c:v>-13</c:v>
                </c:pt>
                <c:pt idx="1846" formatCode="0_)">
                  <c:v>-18</c:v>
                </c:pt>
                <c:pt idx="1847" formatCode="0_)">
                  <c:v>31.5</c:v>
                </c:pt>
                <c:pt idx="1848" formatCode="0_)">
                  <c:v>2</c:v>
                </c:pt>
                <c:pt idx="1849" formatCode="0_)">
                  <c:v>-22.5</c:v>
                </c:pt>
                <c:pt idx="1850" formatCode="0_)">
                  <c:v>2</c:v>
                </c:pt>
                <c:pt idx="1851" formatCode="0_)">
                  <c:v>-22</c:v>
                </c:pt>
                <c:pt idx="1852" formatCode="0_)">
                  <c:v>11</c:v>
                </c:pt>
                <c:pt idx="1853" formatCode="0_)">
                  <c:v>1</c:v>
                </c:pt>
                <c:pt idx="1854" formatCode="0_)">
                  <c:v>-2</c:v>
                </c:pt>
                <c:pt idx="1855" formatCode="0_)">
                  <c:v>-18.5</c:v>
                </c:pt>
                <c:pt idx="1856" formatCode="0_)">
                  <c:v>6.5</c:v>
                </c:pt>
                <c:pt idx="1857" formatCode="0_)">
                  <c:v>0</c:v>
                </c:pt>
                <c:pt idx="1858" formatCode="0_)">
                  <c:v>21</c:v>
                </c:pt>
                <c:pt idx="1859" formatCode="0_)">
                  <c:v>1</c:v>
                </c:pt>
                <c:pt idx="1860" formatCode="0_)">
                  <c:v>-18</c:v>
                </c:pt>
                <c:pt idx="1861" formatCode="0_)">
                  <c:v>-8.5</c:v>
                </c:pt>
                <c:pt idx="1862" formatCode="0_)">
                  <c:v>-0.5</c:v>
                </c:pt>
                <c:pt idx="1863" formatCode="0_)">
                  <c:v>-17</c:v>
                </c:pt>
                <c:pt idx="1864" formatCode="0_)">
                  <c:v>1.5</c:v>
                </c:pt>
                <c:pt idx="1865" formatCode="0_)">
                  <c:v>-6.5</c:v>
                </c:pt>
                <c:pt idx="1866" formatCode="0_)">
                  <c:v>12</c:v>
                </c:pt>
                <c:pt idx="1867" formatCode="0_)">
                  <c:v>-10</c:v>
                </c:pt>
                <c:pt idx="1868" formatCode="0_)">
                  <c:v>31</c:v>
                </c:pt>
                <c:pt idx="1869" formatCode="0_)">
                  <c:v>16.5</c:v>
                </c:pt>
                <c:pt idx="1870" formatCode="0_)">
                  <c:v>2.5</c:v>
                </c:pt>
                <c:pt idx="1871" formatCode="0_)">
                  <c:v>34.5</c:v>
                </c:pt>
                <c:pt idx="1872" formatCode="0_)">
                  <c:v>-8</c:v>
                </c:pt>
                <c:pt idx="1873" formatCode="0_)">
                  <c:v>-29.5</c:v>
                </c:pt>
                <c:pt idx="1874" formatCode="0_)">
                  <c:v>-5</c:v>
                </c:pt>
                <c:pt idx="1875" formatCode="0_)">
                  <c:v>-0.5</c:v>
                </c:pt>
                <c:pt idx="1876" formatCode="0_)">
                  <c:v>-20.5</c:v>
                </c:pt>
                <c:pt idx="1877" formatCode="0_)">
                  <c:v>-12.5</c:v>
                </c:pt>
                <c:pt idx="1878" formatCode="0_)">
                  <c:v>-6.5</c:v>
                </c:pt>
                <c:pt idx="1879" formatCode="0_)">
                  <c:v>-6.5</c:v>
                </c:pt>
                <c:pt idx="1880" formatCode="0_)">
                  <c:v>-23</c:v>
                </c:pt>
                <c:pt idx="1881" formatCode="0_)">
                  <c:v>12.5</c:v>
                </c:pt>
                <c:pt idx="1882" formatCode="0_)">
                  <c:v>-21.5</c:v>
                </c:pt>
                <c:pt idx="1883" formatCode="0_)">
                  <c:v>-7.5</c:v>
                </c:pt>
                <c:pt idx="1884" formatCode="0_)">
                  <c:v>7.5</c:v>
                </c:pt>
                <c:pt idx="1885" formatCode="0_)">
                  <c:v>12.5</c:v>
                </c:pt>
                <c:pt idx="1886" formatCode="0_)">
                  <c:v>-28.5</c:v>
                </c:pt>
                <c:pt idx="1887" formatCode="0_)">
                  <c:v>4.5</c:v>
                </c:pt>
                <c:pt idx="1888" formatCode="0_)">
                  <c:v>-25.5</c:v>
                </c:pt>
                <c:pt idx="1889" formatCode="0_)">
                  <c:v>1.5</c:v>
                </c:pt>
                <c:pt idx="1890" formatCode="0_)">
                  <c:v>-17</c:v>
                </c:pt>
                <c:pt idx="1891" formatCode="0_)">
                  <c:v>2.5</c:v>
                </c:pt>
                <c:pt idx="1892" formatCode="0_)">
                  <c:v>18</c:v>
                </c:pt>
                <c:pt idx="1893" formatCode="0_)">
                  <c:v>-5.5</c:v>
                </c:pt>
                <c:pt idx="1894" formatCode="0_)">
                  <c:v>-3</c:v>
                </c:pt>
                <c:pt idx="1895" formatCode="0_)">
                  <c:v>-29</c:v>
                </c:pt>
                <c:pt idx="1896" formatCode="0_)">
                  <c:v>39</c:v>
                </c:pt>
                <c:pt idx="1897" formatCode="0_)">
                  <c:v>14</c:v>
                </c:pt>
                <c:pt idx="1898" formatCode="0_)">
                  <c:v>-25.5</c:v>
                </c:pt>
                <c:pt idx="1901" formatCode="0_)">
                  <c:v>0.5</c:v>
                </c:pt>
                <c:pt idx="1902" formatCode="0_)">
                  <c:v>4</c:v>
                </c:pt>
                <c:pt idx="1903" formatCode="0_)">
                  <c:v>22.5</c:v>
                </c:pt>
                <c:pt idx="1904" formatCode="0_)">
                  <c:v>6.5</c:v>
                </c:pt>
                <c:pt idx="1905" formatCode="0_)">
                  <c:v>-20</c:v>
                </c:pt>
                <c:pt idx="1906" formatCode="0_)">
                  <c:v>-23</c:v>
                </c:pt>
                <c:pt idx="1907" formatCode="0_)">
                  <c:v>3.5</c:v>
                </c:pt>
                <c:pt idx="1908" formatCode="0_)">
                  <c:v>22</c:v>
                </c:pt>
                <c:pt idx="1909" formatCode="0_)">
                  <c:v>-14.5</c:v>
                </c:pt>
                <c:pt idx="1910" formatCode="0_)">
                  <c:v>-1</c:v>
                </c:pt>
                <c:pt idx="1911" formatCode="0_)">
                  <c:v>15.5</c:v>
                </c:pt>
                <c:pt idx="1912" formatCode="0_)">
                  <c:v>19</c:v>
                </c:pt>
                <c:pt idx="1913" formatCode="0_)">
                  <c:v>21.5</c:v>
                </c:pt>
                <c:pt idx="1914" formatCode="0_)">
                  <c:v>-18</c:v>
                </c:pt>
                <c:pt idx="1916" formatCode="0_)">
                  <c:v>-15.5</c:v>
                </c:pt>
                <c:pt idx="1917" formatCode="0_)">
                  <c:v>-35.5</c:v>
                </c:pt>
                <c:pt idx="1918" formatCode="0_)">
                  <c:v>16</c:v>
                </c:pt>
                <c:pt idx="1919" formatCode="0_)">
                  <c:v>-15.5</c:v>
                </c:pt>
                <c:pt idx="1920" formatCode="0_)">
                  <c:v>-5.5</c:v>
                </c:pt>
                <c:pt idx="1921" formatCode="0_)">
                  <c:v>6.5</c:v>
                </c:pt>
                <c:pt idx="1922" formatCode="0_)">
                  <c:v>-16</c:v>
                </c:pt>
                <c:pt idx="1923" formatCode="0_)">
                  <c:v>22</c:v>
                </c:pt>
                <c:pt idx="1924" formatCode="0_)">
                  <c:v>32</c:v>
                </c:pt>
                <c:pt idx="1925" formatCode="0_)">
                  <c:v>34</c:v>
                </c:pt>
                <c:pt idx="1926" formatCode="0_)">
                  <c:v>2</c:v>
                </c:pt>
                <c:pt idx="1927" formatCode="0_)">
                  <c:v>-18</c:v>
                </c:pt>
                <c:pt idx="1928" formatCode="0_)">
                  <c:v>25.5</c:v>
                </c:pt>
                <c:pt idx="1929" formatCode="0_)">
                  <c:v>-10</c:v>
                </c:pt>
                <c:pt idx="1931" formatCode="0_)">
                  <c:v>-22</c:v>
                </c:pt>
                <c:pt idx="1932" formatCode="0_)">
                  <c:v>-21</c:v>
                </c:pt>
                <c:pt idx="1933" formatCode="0_)">
                  <c:v>-11</c:v>
                </c:pt>
                <c:pt idx="1934" formatCode="0_)">
                  <c:v>-10</c:v>
                </c:pt>
                <c:pt idx="1935" formatCode="0_)">
                  <c:v>-5.5</c:v>
                </c:pt>
                <c:pt idx="1936" formatCode="0_)">
                  <c:v>12.5</c:v>
                </c:pt>
                <c:pt idx="1937" formatCode="0_)">
                  <c:v>8</c:v>
                </c:pt>
                <c:pt idx="1938" formatCode="0_)">
                  <c:v>-17.5</c:v>
                </c:pt>
                <c:pt idx="1939" formatCode="0_)">
                  <c:v>-26.5</c:v>
                </c:pt>
                <c:pt idx="1940" formatCode="0_)">
                  <c:v>-4.5</c:v>
                </c:pt>
                <c:pt idx="1941" formatCode="0_)">
                  <c:v>-12.5</c:v>
                </c:pt>
                <c:pt idx="1942" formatCode="0_)">
                  <c:v>-16</c:v>
                </c:pt>
                <c:pt idx="1943" formatCode="0_)">
                  <c:v>12</c:v>
                </c:pt>
                <c:pt idx="1944" formatCode="0_)">
                  <c:v>-5.5</c:v>
                </c:pt>
                <c:pt idx="1945" formatCode="0_)">
                  <c:v>-11.5</c:v>
                </c:pt>
                <c:pt idx="1946" formatCode="0_)">
                  <c:v>22</c:v>
                </c:pt>
                <c:pt idx="1947" formatCode="0_)">
                  <c:v>-22</c:v>
                </c:pt>
                <c:pt idx="1948" formatCode="0_)">
                  <c:v>-3</c:v>
                </c:pt>
                <c:pt idx="1949" formatCode="0_)">
                  <c:v>10.5</c:v>
                </c:pt>
                <c:pt idx="1950" formatCode="0_)">
                  <c:v>-16.5</c:v>
                </c:pt>
                <c:pt idx="1951" formatCode="0_)">
                  <c:v>-8</c:v>
                </c:pt>
                <c:pt idx="1952" formatCode="0_)">
                  <c:v>7</c:v>
                </c:pt>
                <c:pt idx="1953" formatCode="0_)">
                  <c:v>-8.5</c:v>
                </c:pt>
                <c:pt idx="1954" formatCode="0_)">
                  <c:v>-20</c:v>
                </c:pt>
                <c:pt idx="1955" formatCode="0_)">
                  <c:v>5</c:v>
                </c:pt>
                <c:pt idx="1956" formatCode="0_)">
                  <c:v>17.5</c:v>
                </c:pt>
                <c:pt idx="1957" formatCode="0_)">
                  <c:v>-17</c:v>
                </c:pt>
                <c:pt idx="1958" formatCode="0_)">
                  <c:v>-10</c:v>
                </c:pt>
                <c:pt idx="1959" formatCode="0_)">
                  <c:v>3.5</c:v>
                </c:pt>
                <c:pt idx="1960" formatCode="0_)">
                  <c:v>-1.5</c:v>
                </c:pt>
                <c:pt idx="1961" formatCode="0_)">
                  <c:v>-5</c:v>
                </c:pt>
                <c:pt idx="1962" formatCode="0_)">
                  <c:v>13.5</c:v>
                </c:pt>
                <c:pt idx="1963" formatCode="0_)">
                  <c:v>-9.5</c:v>
                </c:pt>
                <c:pt idx="1964" formatCode="0_)">
                  <c:v>-11.5</c:v>
                </c:pt>
                <c:pt idx="1965" formatCode="0_)">
                  <c:v>9.5</c:v>
                </c:pt>
                <c:pt idx="1966" formatCode="0_)">
                  <c:v>-3</c:v>
                </c:pt>
                <c:pt idx="1967" formatCode="0_)">
                  <c:v>9</c:v>
                </c:pt>
                <c:pt idx="1968" formatCode="0_)">
                  <c:v>-25</c:v>
                </c:pt>
                <c:pt idx="1969" formatCode="0_)">
                  <c:v>-14.5</c:v>
                </c:pt>
                <c:pt idx="1970" formatCode="0_)">
                  <c:v>-9</c:v>
                </c:pt>
                <c:pt idx="1971" formatCode="0_)">
                  <c:v>-10</c:v>
                </c:pt>
                <c:pt idx="1972" formatCode="0_)">
                  <c:v>-27.5</c:v>
                </c:pt>
                <c:pt idx="1973" formatCode="0_)">
                  <c:v>19</c:v>
                </c:pt>
                <c:pt idx="1974" formatCode="0_)">
                  <c:v>3.5</c:v>
                </c:pt>
                <c:pt idx="1975" formatCode="0_)">
                  <c:v>-19</c:v>
                </c:pt>
                <c:pt idx="1976" formatCode="0_)">
                  <c:v>0.5</c:v>
                </c:pt>
                <c:pt idx="1977" formatCode="0_)">
                  <c:v>-3.5</c:v>
                </c:pt>
                <c:pt idx="1978" formatCode="0_)">
                  <c:v>24.5</c:v>
                </c:pt>
                <c:pt idx="1979" formatCode="0_)">
                  <c:v>-20.5</c:v>
                </c:pt>
                <c:pt idx="1980" formatCode="0_)">
                  <c:v>-9.5</c:v>
                </c:pt>
                <c:pt idx="1981" formatCode="0_)">
                  <c:v>-16</c:v>
                </c:pt>
                <c:pt idx="1982" formatCode="0_)">
                  <c:v>-3.5</c:v>
                </c:pt>
                <c:pt idx="1983" formatCode="0_)">
                  <c:v>-11.5</c:v>
                </c:pt>
                <c:pt idx="1984" formatCode="0_)">
                  <c:v>12</c:v>
                </c:pt>
                <c:pt idx="1985" formatCode="0_)">
                  <c:v>-6</c:v>
                </c:pt>
                <c:pt idx="1986" formatCode="0_)">
                  <c:v>-9</c:v>
                </c:pt>
                <c:pt idx="1987" formatCode="0_)">
                  <c:v>18.5</c:v>
                </c:pt>
                <c:pt idx="1988" formatCode="0_)">
                  <c:v>-7.5</c:v>
                </c:pt>
                <c:pt idx="1989" formatCode="0_)">
                  <c:v>38</c:v>
                </c:pt>
                <c:pt idx="1990" formatCode="0_)">
                  <c:v>16</c:v>
                </c:pt>
                <c:pt idx="1991" formatCode="0_)">
                  <c:v>-25.5</c:v>
                </c:pt>
                <c:pt idx="1992" formatCode="0_)">
                  <c:v>5.5</c:v>
                </c:pt>
                <c:pt idx="1993" formatCode="0_)">
                  <c:v>13.5</c:v>
                </c:pt>
                <c:pt idx="1994" formatCode="0_)">
                  <c:v>-10.5</c:v>
                </c:pt>
                <c:pt idx="1996" formatCode="0_)">
                  <c:v>33</c:v>
                </c:pt>
                <c:pt idx="1997" formatCode="0_)">
                  <c:v>-16.5</c:v>
                </c:pt>
                <c:pt idx="1998" formatCode="0_)">
                  <c:v>11.5</c:v>
                </c:pt>
                <c:pt idx="1999" formatCode="0_)">
                  <c:v>-27</c:v>
                </c:pt>
                <c:pt idx="2000" formatCode="0_)">
                  <c:v>-21</c:v>
                </c:pt>
                <c:pt idx="2001" formatCode="0_)">
                  <c:v>-0.5</c:v>
                </c:pt>
                <c:pt idx="2002" formatCode="0_)">
                  <c:v>-2.5</c:v>
                </c:pt>
                <c:pt idx="2003" formatCode="0_)">
                  <c:v>-10</c:v>
                </c:pt>
                <c:pt idx="2004" formatCode="0_)">
                  <c:v>-7.5</c:v>
                </c:pt>
                <c:pt idx="2005" formatCode="0_)">
                  <c:v>-21</c:v>
                </c:pt>
                <c:pt idx="2006" formatCode="0_)">
                  <c:v>9</c:v>
                </c:pt>
                <c:pt idx="2007" formatCode="0_)">
                  <c:v>-2.5</c:v>
                </c:pt>
                <c:pt idx="2008" formatCode="0_)">
                  <c:v>-3</c:v>
                </c:pt>
                <c:pt idx="2009" formatCode="0_)">
                  <c:v>9</c:v>
                </c:pt>
                <c:pt idx="2010" formatCode="0_)">
                  <c:v>7.5</c:v>
                </c:pt>
                <c:pt idx="2011" formatCode="0_)">
                  <c:v>-3</c:v>
                </c:pt>
                <c:pt idx="2012" formatCode="0_)">
                  <c:v>-18</c:v>
                </c:pt>
                <c:pt idx="2013" formatCode="0_)">
                  <c:v>-2.5</c:v>
                </c:pt>
                <c:pt idx="2014" formatCode="0_)">
                  <c:v>3.5</c:v>
                </c:pt>
                <c:pt idx="2015" formatCode="0_)">
                  <c:v>9.5</c:v>
                </c:pt>
                <c:pt idx="2016" formatCode="0_)">
                  <c:v>-4.5</c:v>
                </c:pt>
                <c:pt idx="2017" formatCode="0_)">
                  <c:v>9.5</c:v>
                </c:pt>
                <c:pt idx="2018" formatCode="0_)">
                  <c:v>-7</c:v>
                </c:pt>
                <c:pt idx="2019" formatCode="0_)">
                  <c:v>4</c:v>
                </c:pt>
                <c:pt idx="2020" formatCode="0_)">
                  <c:v>-27.5</c:v>
                </c:pt>
                <c:pt idx="2021" formatCode="0_)">
                  <c:v>7</c:v>
                </c:pt>
                <c:pt idx="2022" formatCode="0_)">
                  <c:v>-8</c:v>
                </c:pt>
                <c:pt idx="2023" formatCode="0_)">
                  <c:v>-1.5</c:v>
                </c:pt>
                <c:pt idx="2024" formatCode="0_)">
                  <c:v>-13.5</c:v>
                </c:pt>
                <c:pt idx="2025" formatCode="0_)">
                  <c:v>11.5</c:v>
                </c:pt>
                <c:pt idx="2026" formatCode="0_)">
                  <c:v>-14.5</c:v>
                </c:pt>
                <c:pt idx="2027" formatCode="0_)">
                  <c:v>8.5</c:v>
                </c:pt>
                <c:pt idx="2028" formatCode="0_)">
                  <c:v>-7.5</c:v>
                </c:pt>
                <c:pt idx="2029" formatCode="0_)">
                  <c:v>15.5</c:v>
                </c:pt>
                <c:pt idx="2030" formatCode="0_)">
                  <c:v>-11.5</c:v>
                </c:pt>
                <c:pt idx="2031" formatCode="0_)">
                  <c:v>4.5</c:v>
                </c:pt>
                <c:pt idx="2032" formatCode="0_)">
                  <c:v>10.5</c:v>
                </c:pt>
                <c:pt idx="2033" formatCode="0_)">
                  <c:v>-20</c:v>
                </c:pt>
                <c:pt idx="2034" formatCode="0_)">
                  <c:v>-17</c:v>
                </c:pt>
                <c:pt idx="2035" formatCode="0_)">
                  <c:v>-18.5</c:v>
                </c:pt>
                <c:pt idx="2036" formatCode="0_)">
                  <c:v>18.5</c:v>
                </c:pt>
                <c:pt idx="2037" formatCode="0_)">
                  <c:v>0</c:v>
                </c:pt>
                <c:pt idx="2038" formatCode="0_)">
                  <c:v>-5</c:v>
                </c:pt>
                <c:pt idx="2039" formatCode="0_)">
                  <c:v>10.5</c:v>
                </c:pt>
                <c:pt idx="2040" formatCode="0_)">
                  <c:v>0.5</c:v>
                </c:pt>
                <c:pt idx="2041" formatCode="0_)">
                  <c:v>-3.5</c:v>
                </c:pt>
                <c:pt idx="2042" formatCode="0_)">
                  <c:v>-2.5</c:v>
                </c:pt>
                <c:pt idx="2043" formatCode="0_)">
                  <c:v>-7.5</c:v>
                </c:pt>
                <c:pt idx="2044" formatCode="0_)">
                  <c:v>-13</c:v>
                </c:pt>
                <c:pt idx="2045" formatCode="0_)">
                  <c:v>-9.5</c:v>
                </c:pt>
                <c:pt idx="2046" formatCode="0_)">
                  <c:v>15</c:v>
                </c:pt>
                <c:pt idx="2047" formatCode="0_)">
                  <c:v>-26.5</c:v>
                </c:pt>
                <c:pt idx="2048" formatCode="0_)">
                  <c:v>7.5</c:v>
                </c:pt>
                <c:pt idx="2049" formatCode="0_)">
                  <c:v>13</c:v>
                </c:pt>
                <c:pt idx="2050" formatCode="0_)">
                  <c:v>50</c:v>
                </c:pt>
                <c:pt idx="2051" formatCode="0_)">
                  <c:v>14</c:v>
                </c:pt>
                <c:pt idx="2052" formatCode="0_)">
                  <c:v>62</c:v>
                </c:pt>
                <c:pt idx="2053" formatCode="0_)">
                  <c:v>-19</c:v>
                </c:pt>
                <c:pt idx="2054" formatCode="0_)">
                  <c:v>19.5</c:v>
                </c:pt>
                <c:pt idx="2055" formatCode="0_)">
                  <c:v>16</c:v>
                </c:pt>
                <c:pt idx="2056" formatCode="0_)">
                  <c:v>-29</c:v>
                </c:pt>
                <c:pt idx="2057" formatCode="0_)">
                  <c:v>10.5</c:v>
                </c:pt>
                <c:pt idx="2058" formatCode="0_)">
                  <c:v>0</c:v>
                </c:pt>
                <c:pt idx="2059" formatCode="0_)">
                  <c:v>-10</c:v>
                </c:pt>
                <c:pt idx="2060" formatCode="0_)">
                  <c:v>28.5</c:v>
                </c:pt>
                <c:pt idx="2061" formatCode="0_)">
                  <c:v>55.5</c:v>
                </c:pt>
                <c:pt idx="2062" formatCode="0_)">
                  <c:v>-33</c:v>
                </c:pt>
                <c:pt idx="2063" formatCode="0_)">
                  <c:v>14</c:v>
                </c:pt>
                <c:pt idx="2064" formatCode="0_)">
                  <c:v>13.5</c:v>
                </c:pt>
                <c:pt idx="2065" formatCode="0_)">
                  <c:v>8.5</c:v>
                </c:pt>
                <c:pt idx="2066" formatCode="0_)">
                  <c:v>-37</c:v>
                </c:pt>
                <c:pt idx="2067" formatCode="0_)">
                  <c:v>-19</c:v>
                </c:pt>
                <c:pt idx="2068" formatCode="0_)">
                  <c:v>33</c:v>
                </c:pt>
                <c:pt idx="2069" formatCode="0_)">
                  <c:v>-22.5</c:v>
                </c:pt>
                <c:pt idx="2070" formatCode="0_)">
                  <c:v>-38.5</c:v>
                </c:pt>
                <c:pt idx="2071" formatCode="0_)">
                  <c:v>6.5</c:v>
                </c:pt>
                <c:pt idx="2072" formatCode="0_)">
                  <c:v>-1</c:v>
                </c:pt>
                <c:pt idx="2073" formatCode="0_)">
                  <c:v>-17</c:v>
                </c:pt>
                <c:pt idx="2074" formatCode="0_)">
                  <c:v>-3</c:v>
                </c:pt>
                <c:pt idx="2075" formatCode="0_)">
                  <c:v>-1</c:v>
                </c:pt>
                <c:pt idx="2076" formatCode="0_)">
                  <c:v>25</c:v>
                </c:pt>
                <c:pt idx="2077" formatCode="0_)">
                  <c:v>-5</c:v>
                </c:pt>
                <c:pt idx="2078" formatCode="0_)">
                  <c:v>0</c:v>
                </c:pt>
                <c:pt idx="2079" formatCode="0_)">
                  <c:v>-15.5</c:v>
                </c:pt>
                <c:pt idx="2083" formatCode="0_)">
                  <c:v>28</c:v>
                </c:pt>
                <c:pt idx="2084" formatCode="0_)">
                  <c:v>-11.5</c:v>
                </c:pt>
                <c:pt idx="2085" formatCode="0_)">
                  <c:v>0</c:v>
                </c:pt>
                <c:pt idx="2087" formatCode="0_)">
                  <c:v>-31</c:v>
                </c:pt>
                <c:pt idx="2088" formatCode="0_)">
                  <c:v>-10</c:v>
                </c:pt>
                <c:pt idx="2089" formatCode="0_)">
                  <c:v>25</c:v>
                </c:pt>
                <c:pt idx="2090" formatCode="0_)">
                  <c:v>33</c:v>
                </c:pt>
                <c:pt idx="2091" formatCode="0_)">
                  <c:v>49</c:v>
                </c:pt>
                <c:pt idx="2092" formatCode="0_)">
                  <c:v>3</c:v>
                </c:pt>
                <c:pt idx="2093" formatCode="0_)">
                  <c:v>12</c:v>
                </c:pt>
                <c:pt idx="2094" formatCode="0_)">
                  <c:v>-29</c:v>
                </c:pt>
                <c:pt idx="2095" formatCode="0_)">
                  <c:v>12.5</c:v>
                </c:pt>
                <c:pt idx="2096" formatCode="0_)">
                  <c:v>-13.5</c:v>
                </c:pt>
                <c:pt idx="2097" formatCode="0_)">
                  <c:v>-9</c:v>
                </c:pt>
                <c:pt idx="2098" formatCode="0_)">
                  <c:v>24</c:v>
                </c:pt>
                <c:pt idx="2099" formatCode="0_)">
                  <c:v>-10.5</c:v>
                </c:pt>
                <c:pt idx="2100" formatCode="0_)">
                  <c:v>-11.5</c:v>
                </c:pt>
                <c:pt idx="2101" formatCode="0_)">
                  <c:v>-8.5</c:v>
                </c:pt>
                <c:pt idx="2102" formatCode="0_)">
                  <c:v>5.5</c:v>
                </c:pt>
                <c:pt idx="2103" formatCode="0_)">
                  <c:v>23</c:v>
                </c:pt>
                <c:pt idx="2104" formatCode="0_)">
                  <c:v>7</c:v>
                </c:pt>
                <c:pt idx="2105" formatCode="0_)">
                  <c:v>-16.5</c:v>
                </c:pt>
                <c:pt idx="2106" formatCode="0_)">
                  <c:v>-10.5</c:v>
                </c:pt>
                <c:pt idx="2107" formatCode="0_)">
                  <c:v>-4</c:v>
                </c:pt>
                <c:pt idx="2108" formatCode="0_)">
                  <c:v>13</c:v>
                </c:pt>
                <c:pt idx="2109" formatCode="0_)">
                  <c:v>73</c:v>
                </c:pt>
                <c:pt idx="2110" formatCode="0_)">
                  <c:v>-9</c:v>
                </c:pt>
                <c:pt idx="2111" formatCode="0_)">
                  <c:v>-7</c:v>
                </c:pt>
                <c:pt idx="2112" formatCode="0_)">
                  <c:v>6</c:v>
                </c:pt>
                <c:pt idx="2113" formatCode="0_)">
                  <c:v>-14</c:v>
                </c:pt>
                <c:pt idx="2114" formatCode="0_)">
                  <c:v>18</c:v>
                </c:pt>
                <c:pt idx="2115" formatCode="0_)">
                  <c:v>-13</c:v>
                </c:pt>
                <c:pt idx="2116" formatCode="0_)">
                  <c:v>-7.5</c:v>
                </c:pt>
                <c:pt idx="2117" formatCode="0_)">
                  <c:v>26</c:v>
                </c:pt>
                <c:pt idx="2118" formatCode="0_)">
                  <c:v>22</c:v>
                </c:pt>
                <c:pt idx="2119" formatCode="0_)">
                  <c:v>-16.5</c:v>
                </c:pt>
                <c:pt idx="2120" formatCode="0_)">
                  <c:v>-20</c:v>
                </c:pt>
                <c:pt idx="2121" formatCode="0_)">
                  <c:v>-14</c:v>
                </c:pt>
                <c:pt idx="2122" formatCode="0_)">
                  <c:v>-21</c:v>
                </c:pt>
                <c:pt idx="2123" formatCode="0_)">
                  <c:v>5</c:v>
                </c:pt>
                <c:pt idx="2124" formatCode="0_)">
                  <c:v>-21.5</c:v>
                </c:pt>
                <c:pt idx="2125" formatCode="0_)">
                  <c:v>-4</c:v>
                </c:pt>
                <c:pt idx="2126" formatCode="0_)">
                  <c:v>22</c:v>
                </c:pt>
                <c:pt idx="2127" formatCode="0_)">
                  <c:v>-15.5</c:v>
                </c:pt>
                <c:pt idx="2128" formatCode="0_)">
                  <c:v>15</c:v>
                </c:pt>
                <c:pt idx="2129" formatCode="0_)">
                  <c:v>-8.5</c:v>
                </c:pt>
                <c:pt idx="2130" formatCode="0_)">
                  <c:v>55.5</c:v>
                </c:pt>
                <c:pt idx="2131" formatCode="0_)">
                  <c:v>-1.5</c:v>
                </c:pt>
                <c:pt idx="2132" formatCode="0_)">
                  <c:v>1.5</c:v>
                </c:pt>
                <c:pt idx="2133" formatCode="0_)">
                  <c:v>24.5</c:v>
                </c:pt>
                <c:pt idx="2134" formatCode="0_)">
                  <c:v>3.5</c:v>
                </c:pt>
                <c:pt idx="2135" formatCode="0_)">
                  <c:v>-7.5</c:v>
                </c:pt>
                <c:pt idx="2136" formatCode="0_)">
                  <c:v>-13</c:v>
                </c:pt>
                <c:pt idx="2137" formatCode="0_)">
                  <c:v>2.5</c:v>
                </c:pt>
                <c:pt idx="2138" formatCode="0_)">
                  <c:v>-14</c:v>
                </c:pt>
                <c:pt idx="2139" formatCode="0_)">
                  <c:v>24.5</c:v>
                </c:pt>
                <c:pt idx="2140" formatCode="0_)">
                  <c:v>25.5</c:v>
                </c:pt>
                <c:pt idx="2141" formatCode="0_)">
                  <c:v>18.5</c:v>
                </c:pt>
                <c:pt idx="2142" formatCode="0_)">
                  <c:v>-10</c:v>
                </c:pt>
                <c:pt idx="2143" formatCode="0_)">
                  <c:v>-8</c:v>
                </c:pt>
                <c:pt idx="2144" formatCode="0_)">
                  <c:v>-12.5</c:v>
                </c:pt>
                <c:pt idx="2145" formatCode="0_)">
                  <c:v>-29</c:v>
                </c:pt>
                <c:pt idx="2146" formatCode="0_)">
                  <c:v>11</c:v>
                </c:pt>
                <c:pt idx="2147" formatCode="0_)">
                  <c:v>8</c:v>
                </c:pt>
                <c:pt idx="2148" formatCode="0_)">
                  <c:v>13</c:v>
                </c:pt>
                <c:pt idx="2150" formatCode="0_)">
                  <c:v>24</c:v>
                </c:pt>
                <c:pt idx="2151" formatCode="0_)">
                  <c:v>-23</c:v>
                </c:pt>
                <c:pt idx="2152" formatCode="0_)">
                  <c:v>-22.5</c:v>
                </c:pt>
                <c:pt idx="2153" formatCode="0_)">
                  <c:v>-2.5</c:v>
                </c:pt>
                <c:pt idx="2154" formatCode="0_)">
                  <c:v>-24</c:v>
                </c:pt>
                <c:pt idx="2155" formatCode="0_)">
                  <c:v>-1.5</c:v>
                </c:pt>
                <c:pt idx="2156" formatCode="0_)">
                  <c:v>-6.5</c:v>
                </c:pt>
                <c:pt idx="2157" formatCode="0_)">
                  <c:v>8</c:v>
                </c:pt>
                <c:pt idx="2158" formatCode="0_)">
                  <c:v>-12.5</c:v>
                </c:pt>
                <c:pt idx="2159" formatCode="0_)">
                  <c:v>-11.5</c:v>
                </c:pt>
                <c:pt idx="2160" formatCode="0_)">
                  <c:v>5</c:v>
                </c:pt>
                <c:pt idx="2161" formatCode="0_)">
                  <c:v>28</c:v>
                </c:pt>
                <c:pt idx="2162" formatCode="0_)">
                  <c:v>9</c:v>
                </c:pt>
                <c:pt idx="2163" formatCode="0_)">
                  <c:v>-13</c:v>
                </c:pt>
                <c:pt idx="2164" formatCode="0_)">
                  <c:v>35</c:v>
                </c:pt>
                <c:pt idx="2165" formatCode="0_)">
                  <c:v>-7</c:v>
                </c:pt>
                <c:pt idx="2166" formatCode="0_)">
                  <c:v>-19</c:v>
                </c:pt>
                <c:pt idx="2167" formatCode="0_)">
                  <c:v>-6</c:v>
                </c:pt>
                <c:pt idx="2168" formatCode="0_)">
                  <c:v>16</c:v>
                </c:pt>
                <c:pt idx="2169" formatCode="0_)">
                  <c:v>17</c:v>
                </c:pt>
                <c:pt idx="2170" formatCode="0_)">
                  <c:v>-17.5</c:v>
                </c:pt>
                <c:pt idx="2171" formatCode="0_)">
                  <c:v>-7.5</c:v>
                </c:pt>
                <c:pt idx="2172" formatCode="0_)">
                  <c:v>-13</c:v>
                </c:pt>
                <c:pt idx="2173" formatCode="0_)">
                  <c:v>3</c:v>
                </c:pt>
                <c:pt idx="2175" formatCode="0_)">
                  <c:v>-19</c:v>
                </c:pt>
                <c:pt idx="2176" formatCode="0_)">
                  <c:v>32.5</c:v>
                </c:pt>
                <c:pt idx="2177" formatCode="0_)">
                  <c:v>-5.5</c:v>
                </c:pt>
                <c:pt idx="2178" formatCode="0_)">
                  <c:v>3</c:v>
                </c:pt>
                <c:pt idx="2179" formatCode="0_)">
                  <c:v>-2.5</c:v>
                </c:pt>
                <c:pt idx="2180" formatCode="0_)">
                  <c:v>1</c:v>
                </c:pt>
                <c:pt idx="2181" formatCode="0_)">
                  <c:v>8.5</c:v>
                </c:pt>
                <c:pt idx="2182" formatCode="0_)">
                  <c:v>-2</c:v>
                </c:pt>
                <c:pt idx="2183" formatCode="0_)">
                  <c:v>-3.5</c:v>
                </c:pt>
                <c:pt idx="2184" formatCode="0_)">
                  <c:v>-21.5</c:v>
                </c:pt>
                <c:pt idx="2185" formatCode="0_)">
                  <c:v>6</c:v>
                </c:pt>
                <c:pt idx="2186" formatCode="0_)">
                  <c:v>2</c:v>
                </c:pt>
                <c:pt idx="2187" formatCode="0_)">
                  <c:v>-5.5</c:v>
                </c:pt>
                <c:pt idx="2188" formatCode="0_)">
                  <c:v>30.5</c:v>
                </c:pt>
                <c:pt idx="2189" formatCode="0_)">
                  <c:v>-3</c:v>
                </c:pt>
                <c:pt idx="2190" formatCode="0_)">
                  <c:v>22</c:v>
                </c:pt>
                <c:pt idx="2191" formatCode="0_)">
                  <c:v>14.5</c:v>
                </c:pt>
                <c:pt idx="2192" formatCode="0_)">
                  <c:v>6.5</c:v>
                </c:pt>
                <c:pt idx="2193" formatCode="0_)">
                  <c:v>-16</c:v>
                </c:pt>
                <c:pt idx="2195" formatCode="0_)">
                  <c:v>0</c:v>
                </c:pt>
                <c:pt idx="2196" formatCode="0_)">
                  <c:v>45</c:v>
                </c:pt>
                <c:pt idx="2197" formatCode="0_)">
                  <c:v>15.5</c:v>
                </c:pt>
                <c:pt idx="2198" formatCode="0_)">
                  <c:v>-9.5</c:v>
                </c:pt>
                <c:pt idx="2199" formatCode="0_)">
                  <c:v>-9</c:v>
                </c:pt>
                <c:pt idx="2200" formatCode="0_)">
                  <c:v>-9.5</c:v>
                </c:pt>
                <c:pt idx="2201" formatCode="0_)">
                  <c:v>-6.5</c:v>
                </c:pt>
                <c:pt idx="2202" formatCode="0_)">
                  <c:v>0.5</c:v>
                </c:pt>
                <c:pt idx="2203" formatCode="0_)">
                  <c:v>-20</c:v>
                </c:pt>
                <c:pt idx="2204" formatCode="0_)">
                  <c:v>12</c:v>
                </c:pt>
                <c:pt idx="2205" formatCode="0_)">
                  <c:v>-9.5</c:v>
                </c:pt>
                <c:pt idx="2206" formatCode="0_)">
                  <c:v>-1</c:v>
                </c:pt>
                <c:pt idx="2207" formatCode="0_)">
                  <c:v>-4.5</c:v>
                </c:pt>
                <c:pt idx="2208" formatCode="0_)">
                  <c:v>-3</c:v>
                </c:pt>
                <c:pt idx="2209" formatCode="0_)">
                  <c:v>-13.5</c:v>
                </c:pt>
                <c:pt idx="2210" formatCode="0_)">
                  <c:v>-1.5</c:v>
                </c:pt>
                <c:pt idx="2211" formatCode="0_)">
                  <c:v>3</c:v>
                </c:pt>
                <c:pt idx="2212" formatCode="0_)">
                  <c:v>29.5</c:v>
                </c:pt>
                <c:pt idx="2213" formatCode="0_)">
                  <c:v>7</c:v>
                </c:pt>
                <c:pt idx="2214" formatCode="0_)">
                  <c:v>13.5</c:v>
                </c:pt>
                <c:pt idx="2215" formatCode="0_)">
                  <c:v>-11</c:v>
                </c:pt>
                <c:pt idx="2216" formatCode="0_)">
                  <c:v>-18.5</c:v>
                </c:pt>
                <c:pt idx="2217" formatCode="0_)">
                  <c:v>-7.5</c:v>
                </c:pt>
                <c:pt idx="2218" formatCode="0_)">
                  <c:v>3.5</c:v>
                </c:pt>
                <c:pt idx="2219" formatCode="0_)">
                  <c:v>-3.5</c:v>
                </c:pt>
                <c:pt idx="2220" formatCode="0_)">
                  <c:v>5</c:v>
                </c:pt>
                <c:pt idx="2221" formatCode="0_)">
                  <c:v>8.5</c:v>
                </c:pt>
                <c:pt idx="2222" formatCode="0_)">
                  <c:v>-21.5</c:v>
                </c:pt>
                <c:pt idx="2223" formatCode="0_)">
                  <c:v>-3</c:v>
                </c:pt>
                <c:pt idx="2224" formatCode="0_)">
                  <c:v>-13.5</c:v>
                </c:pt>
                <c:pt idx="2225" formatCode="0_)">
                  <c:v>0.5</c:v>
                </c:pt>
                <c:pt idx="2226" formatCode="0_)">
                  <c:v>17</c:v>
                </c:pt>
                <c:pt idx="2227" formatCode="0_)">
                  <c:v>-26.5</c:v>
                </c:pt>
                <c:pt idx="2228" formatCode="0_)">
                  <c:v>-18</c:v>
                </c:pt>
                <c:pt idx="2229" formatCode="0_)">
                  <c:v>-26</c:v>
                </c:pt>
                <c:pt idx="2230" formatCode="0_)">
                  <c:v>4</c:v>
                </c:pt>
                <c:pt idx="2231" formatCode="0_)">
                  <c:v>-66</c:v>
                </c:pt>
                <c:pt idx="2232" formatCode="0_)">
                  <c:v>18.5</c:v>
                </c:pt>
                <c:pt idx="2233" formatCode="0_)">
                  <c:v>8.5</c:v>
                </c:pt>
                <c:pt idx="2234" formatCode="0_)">
                  <c:v>-4</c:v>
                </c:pt>
                <c:pt idx="2235" formatCode="0_)">
                  <c:v>0</c:v>
                </c:pt>
                <c:pt idx="2236" formatCode="0_)">
                  <c:v>-3.5</c:v>
                </c:pt>
                <c:pt idx="2237" formatCode="0_)">
                  <c:v>-32.5</c:v>
                </c:pt>
                <c:pt idx="2238" formatCode="0_)">
                  <c:v>7</c:v>
                </c:pt>
                <c:pt idx="2239" formatCode="0_)">
                  <c:v>-18</c:v>
                </c:pt>
                <c:pt idx="2240" formatCode="0_)">
                  <c:v>-3</c:v>
                </c:pt>
                <c:pt idx="2241" formatCode="0_)">
                  <c:v>7.5</c:v>
                </c:pt>
                <c:pt idx="2242" formatCode="0_)">
                  <c:v>-4.5</c:v>
                </c:pt>
                <c:pt idx="2243" formatCode="0_)">
                  <c:v>12</c:v>
                </c:pt>
                <c:pt idx="2244" formatCode="0_)">
                  <c:v>-13</c:v>
                </c:pt>
                <c:pt idx="2245" formatCode="0_)">
                  <c:v>4</c:v>
                </c:pt>
                <c:pt idx="2246" formatCode="0_)">
                  <c:v>-4.5</c:v>
                </c:pt>
                <c:pt idx="2247" formatCode="0_)">
                  <c:v>8.5</c:v>
                </c:pt>
                <c:pt idx="2248" formatCode="0_)">
                  <c:v>17.5</c:v>
                </c:pt>
                <c:pt idx="2249" formatCode="0_)">
                  <c:v>-22.5</c:v>
                </c:pt>
                <c:pt idx="2250" formatCode="0_)">
                  <c:v>15.5</c:v>
                </c:pt>
                <c:pt idx="2251" formatCode="0_)">
                  <c:v>1</c:v>
                </c:pt>
                <c:pt idx="2252" formatCode="0_)">
                  <c:v>1</c:v>
                </c:pt>
                <c:pt idx="2253" formatCode="0_)">
                  <c:v>2.5</c:v>
                </c:pt>
                <c:pt idx="2255" formatCode="0_)">
                  <c:v>1</c:v>
                </c:pt>
                <c:pt idx="2256" formatCode="0_)">
                  <c:v>12.5</c:v>
                </c:pt>
                <c:pt idx="2257" formatCode="0_)">
                  <c:v>-17.5</c:v>
                </c:pt>
                <c:pt idx="2258" formatCode="0_)">
                  <c:v>15</c:v>
                </c:pt>
                <c:pt idx="2259" formatCode="0_)">
                  <c:v>-7</c:v>
                </c:pt>
                <c:pt idx="2260" formatCode="0_)">
                  <c:v>-12.5</c:v>
                </c:pt>
                <c:pt idx="2261" formatCode="0_)">
                  <c:v>-15.5</c:v>
                </c:pt>
                <c:pt idx="2262" formatCode="0_)">
                  <c:v>-2</c:v>
                </c:pt>
                <c:pt idx="2263" formatCode="0_)">
                  <c:v>-8.5</c:v>
                </c:pt>
                <c:pt idx="2264" formatCode="0_)">
                  <c:v>40.5</c:v>
                </c:pt>
                <c:pt idx="2265" formatCode="0_)">
                  <c:v>18.5</c:v>
                </c:pt>
                <c:pt idx="2266" formatCode="0_)">
                  <c:v>16.5</c:v>
                </c:pt>
                <c:pt idx="2267" formatCode="0_)">
                  <c:v>-19</c:v>
                </c:pt>
                <c:pt idx="2268" formatCode="0_)">
                  <c:v>-8.5</c:v>
                </c:pt>
                <c:pt idx="2269" formatCode="0_)">
                  <c:v>-0.5</c:v>
                </c:pt>
                <c:pt idx="2270" formatCode="0_)">
                  <c:v>-6</c:v>
                </c:pt>
                <c:pt idx="2271" formatCode="0_)">
                  <c:v>-20</c:v>
                </c:pt>
                <c:pt idx="2272" formatCode="0_)">
                  <c:v>-5</c:v>
                </c:pt>
                <c:pt idx="2273" formatCode="0_)">
                  <c:v>-11</c:v>
                </c:pt>
                <c:pt idx="2274" formatCode="0_)">
                  <c:v>1</c:v>
                </c:pt>
                <c:pt idx="2275" formatCode="0_)">
                  <c:v>-6</c:v>
                </c:pt>
                <c:pt idx="2276" formatCode="0_)">
                  <c:v>9</c:v>
                </c:pt>
                <c:pt idx="2277" formatCode="0_)">
                  <c:v>-1</c:v>
                </c:pt>
                <c:pt idx="2278" formatCode="0_)">
                  <c:v>-0.5</c:v>
                </c:pt>
                <c:pt idx="2279" formatCode="0_)">
                  <c:v>-28</c:v>
                </c:pt>
                <c:pt idx="2280" formatCode="0_)">
                  <c:v>12.5</c:v>
                </c:pt>
                <c:pt idx="2281" formatCode="0_)">
                  <c:v>17.5</c:v>
                </c:pt>
                <c:pt idx="2282" formatCode="0_)">
                  <c:v>-9.5</c:v>
                </c:pt>
                <c:pt idx="2283" formatCode="0_)">
                  <c:v>-19</c:v>
                </c:pt>
                <c:pt idx="2284" formatCode="0_)">
                  <c:v>-7</c:v>
                </c:pt>
                <c:pt idx="2285" formatCode="0_)">
                  <c:v>11.5</c:v>
                </c:pt>
                <c:pt idx="2286" formatCode="0_)">
                  <c:v>-5</c:v>
                </c:pt>
                <c:pt idx="2287" formatCode="0_)">
                  <c:v>14.5</c:v>
                </c:pt>
                <c:pt idx="2288" formatCode="0_)">
                  <c:v>14.5</c:v>
                </c:pt>
                <c:pt idx="2289" formatCode="0_)">
                  <c:v>-3.5</c:v>
                </c:pt>
                <c:pt idx="2290" formatCode="0_)">
                  <c:v>3.5</c:v>
                </c:pt>
                <c:pt idx="2291" formatCode="0_)">
                  <c:v>-6.5</c:v>
                </c:pt>
                <c:pt idx="2292" formatCode="0_)">
                  <c:v>40</c:v>
                </c:pt>
                <c:pt idx="2293" formatCode="0_)">
                  <c:v>4</c:v>
                </c:pt>
                <c:pt idx="2294" formatCode="0_)">
                  <c:v>-1.5</c:v>
                </c:pt>
                <c:pt idx="2295" formatCode="0_)">
                  <c:v>15</c:v>
                </c:pt>
                <c:pt idx="2296" formatCode="0_)">
                  <c:v>5.5</c:v>
                </c:pt>
                <c:pt idx="2297" formatCode="0_)">
                  <c:v>-7</c:v>
                </c:pt>
                <c:pt idx="2298" formatCode="0_)">
                  <c:v>15</c:v>
                </c:pt>
                <c:pt idx="2299" formatCode="0_)">
                  <c:v>20.5</c:v>
                </c:pt>
                <c:pt idx="2300" formatCode="0_)">
                  <c:v>-19.5</c:v>
                </c:pt>
                <c:pt idx="2301" formatCode="0_)">
                  <c:v>-4.5</c:v>
                </c:pt>
                <c:pt idx="2302" formatCode="0_)">
                  <c:v>10.5</c:v>
                </c:pt>
                <c:pt idx="2303" formatCode="0_)">
                  <c:v>20.5</c:v>
                </c:pt>
                <c:pt idx="2304" formatCode="0_)">
                  <c:v>26.5</c:v>
                </c:pt>
                <c:pt idx="2305" formatCode="0_)">
                  <c:v>-12</c:v>
                </c:pt>
                <c:pt idx="2306" formatCode="0_)">
                  <c:v>3.5</c:v>
                </c:pt>
                <c:pt idx="2307" formatCode="0_)">
                  <c:v>-4</c:v>
                </c:pt>
                <c:pt idx="2308" formatCode="0_)">
                  <c:v>-17</c:v>
                </c:pt>
                <c:pt idx="2309" formatCode="0_)">
                  <c:v>14</c:v>
                </c:pt>
                <c:pt idx="2310" formatCode="0_)">
                  <c:v>0.5</c:v>
                </c:pt>
                <c:pt idx="2311" formatCode="0_)">
                  <c:v>-12</c:v>
                </c:pt>
                <c:pt idx="2312" formatCode="0_)">
                  <c:v>-5</c:v>
                </c:pt>
                <c:pt idx="2313" formatCode="0_)">
                  <c:v>13</c:v>
                </c:pt>
                <c:pt idx="2314" formatCode="0_)">
                  <c:v>10.5</c:v>
                </c:pt>
                <c:pt idx="2315" formatCode="0_)">
                  <c:v>13.5</c:v>
                </c:pt>
                <c:pt idx="2316" formatCode="0_)">
                  <c:v>12.5</c:v>
                </c:pt>
                <c:pt idx="2317" formatCode="0_)">
                  <c:v>7.5</c:v>
                </c:pt>
                <c:pt idx="2318" formatCode="0_)">
                  <c:v>-0.5</c:v>
                </c:pt>
                <c:pt idx="2319" formatCode="0_)">
                  <c:v>-12</c:v>
                </c:pt>
                <c:pt idx="2320" formatCode="0_)">
                  <c:v>0.5</c:v>
                </c:pt>
                <c:pt idx="2321" formatCode="0_)">
                  <c:v>-10</c:v>
                </c:pt>
                <c:pt idx="2322" formatCode="0_)">
                  <c:v>44.5</c:v>
                </c:pt>
                <c:pt idx="2323" formatCode="0_)">
                  <c:v>-4.5</c:v>
                </c:pt>
                <c:pt idx="2324" formatCode="0_)">
                  <c:v>23.5</c:v>
                </c:pt>
                <c:pt idx="2325" formatCode="0_)">
                  <c:v>-6.5</c:v>
                </c:pt>
                <c:pt idx="2326" formatCode="0_)">
                  <c:v>-16.5</c:v>
                </c:pt>
                <c:pt idx="2327" formatCode="0_)">
                  <c:v>12.5</c:v>
                </c:pt>
                <c:pt idx="2328" formatCode="0_)">
                  <c:v>-23</c:v>
                </c:pt>
                <c:pt idx="2329" formatCode="0_)">
                  <c:v>-15</c:v>
                </c:pt>
                <c:pt idx="2330" formatCode="0_)">
                  <c:v>-4</c:v>
                </c:pt>
                <c:pt idx="2331" formatCode="0_)">
                  <c:v>0.5</c:v>
                </c:pt>
                <c:pt idx="2332" formatCode="0_)">
                  <c:v>6</c:v>
                </c:pt>
                <c:pt idx="2333" formatCode="0_)">
                  <c:v>0.5</c:v>
                </c:pt>
                <c:pt idx="2334" formatCode="0_)">
                  <c:v>-23.5</c:v>
                </c:pt>
                <c:pt idx="2335" formatCode="0_)">
                  <c:v>14.5</c:v>
                </c:pt>
                <c:pt idx="2336" formatCode="0_)">
                  <c:v>-12</c:v>
                </c:pt>
                <c:pt idx="2337" formatCode="0_)">
                  <c:v>-8.5</c:v>
                </c:pt>
                <c:pt idx="2338" formatCode="0_)">
                  <c:v>-9</c:v>
                </c:pt>
                <c:pt idx="2339" formatCode="0_)">
                  <c:v>11.5</c:v>
                </c:pt>
                <c:pt idx="2340" formatCode="0_)">
                  <c:v>-1</c:v>
                </c:pt>
                <c:pt idx="2343" formatCode="0_)">
                  <c:v>-22.5</c:v>
                </c:pt>
                <c:pt idx="2344" formatCode="0_)">
                  <c:v>-17.5</c:v>
                </c:pt>
                <c:pt idx="2345" formatCode="0_)">
                  <c:v>8.5</c:v>
                </c:pt>
                <c:pt idx="2346" formatCode="0_)">
                  <c:v>47.5</c:v>
                </c:pt>
                <c:pt idx="2347" formatCode="0_)">
                  <c:v>9</c:v>
                </c:pt>
                <c:pt idx="2348" formatCode="0_)">
                  <c:v>-2</c:v>
                </c:pt>
                <c:pt idx="2349" formatCode="0_)">
                  <c:v>-1</c:v>
                </c:pt>
                <c:pt idx="2350" formatCode="0_)">
                  <c:v>36</c:v>
                </c:pt>
                <c:pt idx="2351" formatCode="0_)">
                  <c:v>7.5</c:v>
                </c:pt>
                <c:pt idx="2352" formatCode="0_)">
                  <c:v>-20.5</c:v>
                </c:pt>
                <c:pt idx="2353" formatCode="0_)">
                  <c:v>16.5</c:v>
                </c:pt>
                <c:pt idx="2354" formatCode="0_)">
                  <c:v>24.5</c:v>
                </c:pt>
                <c:pt idx="2355" formatCode="0_)">
                  <c:v>-7.5</c:v>
                </c:pt>
                <c:pt idx="2356" formatCode="0_)">
                  <c:v>7</c:v>
                </c:pt>
                <c:pt idx="2357" formatCode="0_)">
                  <c:v>7.5</c:v>
                </c:pt>
                <c:pt idx="2358" formatCode="0_)">
                  <c:v>17</c:v>
                </c:pt>
                <c:pt idx="2359" formatCode="0_)">
                  <c:v>-5</c:v>
                </c:pt>
                <c:pt idx="2360" formatCode="0_)">
                  <c:v>5.5</c:v>
                </c:pt>
                <c:pt idx="2361" formatCode="0_)">
                  <c:v>4.5</c:v>
                </c:pt>
                <c:pt idx="2362" formatCode="0_)">
                  <c:v>-19.5</c:v>
                </c:pt>
                <c:pt idx="2363" formatCode="0_)">
                  <c:v>-13.5</c:v>
                </c:pt>
                <c:pt idx="2364" formatCode="0_)">
                  <c:v>6</c:v>
                </c:pt>
                <c:pt idx="2365" formatCode="0_)">
                  <c:v>17.5</c:v>
                </c:pt>
                <c:pt idx="2366" formatCode="0_)">
                  <c:v>32</c:v>
                </c:pt>
                <c:pt idx="2367" formatCode="0_)">
                  <c:v>14.5</c:v>
                </c:pt>
                <c:pt idx="2368" formatCode="0_)">
                  <c:v>-12</c:v>
                </c:pt>
                <c:pt idx="2369" formatCode="0_)">
                  <c:v>-16</c:v>
                </c:pt>
                <c:pt idx="2370" formatCode="0_)">
                  <c:v>-9.5</c:v>
                </c:pt>
                <c:pt idx="2371" formatCode="0_)">
                  <c:v>-15</c:v>
                </c:pt>
                <c:pt idx="2372" formatCode="0_)">
                  <c:v>-9</c:v>
                </c:pt>
                <c:pt idx="2373" formatCode="0_)">
                  <c:v>41</c:v>
                </c:pt>
                <c:pt idx="2374" formatCode="0_)">
                  <c:v>-20.5</c:v>
                </c:pt>
                <c:pt idx="2375" formatCode="0_)">
                  <c:v>-21</c:v>
                </c:pt>
                <c:pt idx="2376" formatCode="0_)">
                  <c:v>-27</c:v>
                </c:pt>
                <c:pt idx="2377" formatCode="0_)">
                  <c:v>1</c:v>
                </c:pt>
                <c:pt idx="2378" formatCode="0_)">
                  <c:v>1</c:v>
                </c:pt>
                <c:pt idx="2379" formatCode="0_)">
                  <c:v>-13.5</c:v>
                </c:pt>
                <c:pt idx="2380" formatCode="0_)">
                  <c:v>25</c:v>
                </c:pt>
                <c:pt idx="2381" formatCode="0_)">
                  <c:v>16.5</c:v>
                </c:pt>
                <c:pt idx="2382" formatCode="0_)">
                  <c:v>39</c:v>
                </c:pt>
                <c:pt idx="2383" formatCode="0_)">
                  <c:v>-11</c:v>
                </c:pt>
                <c:pt idx="2384" formatCode="0_)">
                  <c:v>24</c:v>
                </c:pt>
                <c:pt idx="2385" formatCode="0_)">
                  <c:v>7</c:v>
                </c:pt>
                <c:pt idx="2386" formatCode="0_)">
                  <c:v>-12</c:v>
                </c:pt>
                <c:pt idx="2387" formatCode="0_)">
                  <c:v>-17.5</c:v>
                </c:pt>
                <c:pt idx="2388" formatCode="0_)">
                  <c:v>22</c:v>
                </c:pt>
                <c:pt idx="2389" formatCode="0_)">
                  <c:v>-35.5</c:v>
                </c:pt>
                <c:pt idx="2390" formatCode="0_)">
                  <c:v>-20</c:v>
                </c:pt>
                <c:pt idx="2391" formatCode="0_)">
                  <c:v>-16</c:v>
                </c:pt>
                <c:pt idx="2392" formatCode="0_)">
                  <c:v>13</c:v>
                </c:pt>
                <c:pt idx="2393" formatCode="0_)">
                  <c:v>-5</c:v>
                </c:pt>
                <c:pt idx="2394" formatCode="0_)">
                  <c:v>-5</c:v>
                </c:pt>
                <c:pt idx="2395" formatCode="0_)">
                  <c:v>-1.5</c:v>
                </c:pt>
                <c:pt idx="2396" formatCode="0_)">
                  <c:v>-14.5</c:v>
                </c:pt>
                <c:pt idx="2397" formatCode="0_)">
                  <c:v>-1</c:v>
                </c:pt>
                <c:pt idx="2398" formatCode="0_)">
                  <c:v>48.5</c:v>
                </c:pt>
                <c:pt idx="2399" formatCode="0_)">
                  <c:v>-0.5</c:v>
                </c:pt>
                <c:pt idx="2400" formatCode="0_)">
                  <c:v>-8.5</c:v>
                </c:pt>
                <c:pt idx="2401" formatCode="0_)">
                  <c:v>10.5</c:v>
                </c:pt>
                <c:pt idx="2402" formatCode="0_)">
                  <c:v>-20</c:v>
                </c:pt>
                <c:pt idx="2403" formatCode="0_)">
                  <c:v>9.5</c:v>
                </c:pt>
                <c:pt idx="2404" formatCode="0_)">
                  <c:v>-12.5</c:v>
                </c:pt>
                <c:pt idx="2405" formatCode="0_)">
                  <c:v>-33</c:v>
                </c:pt>
                <c:pt idx="2406" formatCode="0_)">
                  <c:v>-45</c:v>
                </c:pt>
                <c:pt idx="2407" formatCode="0_)">
                  <c:v>3.5</c:v>
                </c:pt>
                <c:pt idx="2408" formatCode="0_)">
                  <c:v>-11.5</c:v>
                </c:pt>
                <c:pt idx="2409" formatCode="0_)">
                  <c:v>4</c:v>
                </c:pt>
                <c:pt idx="2410" formatCode="0_)">
                  <c:v>-16</c:v>
                </c:pt>
                <c:pt idx="2411" formatCode="0_)">
                  <c:v>14</c:v>
                </c:pt>
                <c:pt idx="2412" formatCode="0_)">
                  <c:v>20</c:v>
                </c:pt>
                <c:pt idx="2413" formatCode="0_)">
                  <c:v>-18</c:v>
                </c:pt>
                <c:pt idx="2414" formatCode="0_)">
                  <c:v>-10</c:v>
                </c:pt>
                <c:pt idx="2415" formatCode="0_)">
                  <c:v>11</c:v>
                </c:pt>
                <c:pt idx="2416" formatCode="0_)">
                  <c:v>-11</c:v>
                </c:pt>
                <c:pt idx="2417" formatCode="0_)">
                  <c:v>8.5</c:v>
                </c:pt>
                <c:pt idx="2418" formatCode="0_)">
                  <c:v>33.5</c:v>
                </c:pt>
                <c:pt idx="2419" formatCode="0_)">
                  <c:v>8</c:v>
                </c:pt>
                <c:pt idx="2420" formatCode="0_)">
                  <c:v>-4.5</c:v>
                </c:pt>
                <c:pt idx="2422" formatCode="0_)">
                  <c:v>-14</c:v>
                </c:pt>
                <c:pt idx="2423" formatCode="0_)">
                  <c:v>-6.5</c:v>
                </c:pt>
                <c:pt idx="2424" formatCode="0_)">
                  <c:v>-18</c:v>
                </c:pt>
                <c:pt idx="2425" formatCode="0_)">
                  <c:v>3</c:v>
                </c:pt>
                <c:pt idx="2426" formatCode="0_)">
                  <c:v>6</c:v>
                </c:pt>
                <c:pt idx="2427" formatCode="0_)">
                  <c:v>-3</c:v>
                </c:pt>
                <c:pt idx="2428" formatCode="0_)">
                  <c:v>21</c:v>
                </c:pt>
                <c:pt idx="2429" formatCode="0_)">
                  <c:v>4</c:v>
                </c:pt>
                <c:pt idx="2430" formatCode="0_)">
                  <c:v>-19</c:v>
                </c:pt>
                <c:pt idx="2432" formatCode="0_)">
                  <c:v>-6</c:v>
                </c:pt>
                <c:pt idx="2433" formatCode="0_)">
                  <c:v>22</c:v>
                </c:pt>
                <c:pt idx="2434" formatCode="0_)">
                  <c:v>19.5</c:v>
                </c:pt>
                <c:pt idx="2435" formatCode="0_)">
                  <c:v>-13.5</c:v>
                </c:pt>
                <c:pt idx="2436" formatCode="0_)">
                  <c:v>2</c:v>
                </c:pt>
                <c:pt idx="2437" formatCode="0_)">
                  <c:v>42.5</c:v>
                </c:pt>
                <c:pt idx="2438" formatCode="0_)">
                  <c:v>7.5</c:v>
                </c:pt>
                <c:pt idx="2439" formatCode="0_)">
                  <c:v>-1.5</c:v>
                </c:pt>
                <c:pt idx="2440" formatCode="0_)">
                  <c:v>2.5</c:v>
                </c:pt>
                <c:pt idx="2441" formatCode="0_)">
                  <c:v>3</c:v>
                </c:pt>
                <c:pt idx="2442" formatCode="0_)">
                  <c:v>-15.5</c:v>
                </c:pt>
                <c:pt idx="2443" formatCode="0_)">
                  <c:v>18.5</c:v>
                </c:pt>
                <c:pt idx="2444" formatCode="0_)">
                  <c:v>22</c:v>
                </c:pt>
                <c:pt idx="2445" formatCode="0_)">
                  <c:v>-22</c:v>
                </c:pt>
                <c:pt idx="2446" formatCode="0_)">
                  <c:v>11</c:v>
                </c:pt>
                <c:pt idx="2447" formatCode="0_)">
                  <c:v>10.5</c:v>
                </c:pt>
                <c:pt idx="2448" formatCode="0_)">
                  <c:v>-9.5</c:v>
                </c:pt>
                <c:pt idx="2449" formatCode="0_)">
                  <c:v>1</c:v>
                </c:pt>
                <c:pt idx="2450" formatCode="0_)">
                  <c:v>22</c:v>
                </c:pt>
                <c:pt idx="2451" formatCode="0_)">
                  <c:v>6.5</c:v>
                </c:pt>
                <c:pt idx="2452" formatCode="0_)">
                  <c:v>-5.5</c:v>
                </c:pt>
                <c:pt idx="2453" formatCode="0_)">
                  <c:v>0</c:v>
                </c:pt>
                <c:pt idx="2454" formatCode="0_)">
                  <c:v>3</c:v>
                </c:pt>
                <c:pt idx="2455" formatCode="0_)">
                  <c:v>-17</c:v>
                </c:pt>
                <c:pt idx="2456" formatCode="0_)">
                  <c:v>-9</c:v>
                </c:pt>
                <c:pt idx="2457" formatCode="0_)">
                  <c:v>-1</c:v>
                </c:pt>
                <c:pt idx="2458" formatCode="0_)">
                  <c:v>-11</c:v>
                </c:pt>
                <c:pt idx="2459" formatCode="0_)">
                  <c:v>11</c:v>
                </c:pt>
                <c:pt idx="2460" formatCode="0_)">
                  <c:v>-23.5</c:v>
                </c:pt>
                <c:pt idx="2461" formatCode="0_)">
                  <c:v>26</c:v>
                </c:pt>
                <c:pt idx="2462" formatCode="0_)">
                  <c:v>23.5</c:v>
                </c:pt>
                <c:pt idx="2463" formatCode="0_)">
                  <c:v>1</c:v>
                </c:pt>
                <c:pt idx="2464" formatCode="0_)">
                  <c:v>-8</c:v>
                </c:pt>
                <c:pt idx="2465" formatCode="0_)">
                  <c:v>-12</c:v>
                </c:pt>
                <c:pt idx="2466" formatCode="0_)">
                  <c:v>-5.5</c:v>
                </c:pt>
                <c:pt idx="2467" formatCode="0_)">
                  <c:v>-15.5</c:v>
                </c:pt>
                <c:pt idx="2468" formatCode="0_)">
                  <c:v>-10.5</c:v>
                </c:pt>
                <c:pt idx="2469" formatCode="0_)">
                  <c:v>8.5</c:v>
                </c:pt>
                <c:pt idx="2470" formatCode="0_)">
                  <c:v>-22</c:v>
                </c:pt>
                <c:pt idx="2471" formatCode="0_)">
                  <c:v>-6</c:v>
                </c:pt>
                <c:pt idx="2472" formatCode="0_)">
                  <c:v>20.5</c:v>
                </c:pt>
                <c:pt idx="2473" formatCode="0_)">
                  <c:v>-11.5</c:v>
                </c:pt>
                <c:pt idx="2474" formatCode="0_)">
                  <c:v>8</c:v>
                </c:pt>
                <c:pt idx="2475" formatCode="0_)">
                  <c:v>15</c:v>
                </c:pt>
                <c:pt idx="2476" formatCode="0_)">
                  <c:v>10.5</c:v>
                </c:pt>
                <c:pt idx="2477" formatCode="0_)">
                  <c:v>6.5</c:v>
                </c:pt>
                <c:pt idx="2478" formatCode="0_)">
                  <c:v>24</c:v>
                </c:pt>
                <c:pt idx="2479" formatCode="0_)">
                  <c:v>-11</c:v>
                </c:pt>
                <c:pt idx="2480" formatCode="0_)">
                  <c:v>19.5</c:v>
                </c:pt>
                <c:pt idx="2481" formatCode="0_)">
                  <c:v>12.5</c:v>
                </c:pt>
                <c:pt idx="2482" formatCode="0_)">
                  <c:v>5</c:v>
                </c:pt>
                <c:pt idx="2483" formatCode="0_)">
                  <c:v>-10.5</c:v>
                </c:pt>
                <c:pt idx="2484" formatCode="0_)">
                  <c:v>-13</c:v>
                </c:pt>
                <c:pt idx="2485" formatCode="0_)">
                  <c:v>0</c:v>
                </c:pt>
                <c:pt idx="2486" formatCode="0_)">
                  <c:v>-13</c:v>
                </c:pt>
                <c:pt idx="2487" formatCode="0_)">
                  <c:v>-4.5</c:v>
                </c:pt>
                <c:pt idx="2488" formatCode="0_)">
                  <c:v>20</c:v>
                </c:pt>
                <c:pt idx="2489" formatCode="0_)">
                  <c:v>23</c:v>
                </c:pt>
                <c:pt idx="2490" formatCode="0_)">
                  <c:v>36</c:v>
                </c:pt>
                <c:pt idx="2491" formatCode="0_)">
                  <c:v>-10.5</c:v>
                </c:pt>
                <c:pt idx="2492" formatCode="0_)">
                  <c:v>16.5</c:v>
                </c:pt>
                <c:pt idx="2493" formatCode="0_)">
                  <c:v>-12</c:v>
                </c:pt>
                <c:pt idx="2494" formatCode="0_)">
                  <c:v>55.5</c:v>
                </c:pt>
                <c:pt idx="2495" formatCode="0_)">
                  <c:v>-51.5</c:v>
                </c:pt>
                <c:pt idx="2496" formatCode="0_)">
                  <c:v>7.5</c:v>
                </c:pt>
                <c:pt idx="2497" formatCode="0_)">
                  <c:v>3.5</c:v>
                </c:pt>
                <c:pt idx="2498" formatCode="0_)">
                  <c:v>-1</c:v>
                </c:pt>
                <c:pt idx="2499" formatCode="0_)">
                  <c:v>24</c:v>
                </c:pt>
                <c:pt idx="2500" formatCode="0_)">
                  <c:v>-41.5</c:v>
                </c:pt>
                <c:pt idx="2501" formatCode="0_)">
                  <c:v>3.5</c:v>
                </c:pt>
                <c:pt idx="2502" formatCode="0_)">
                  <c:v>-44</c:v>
                </c:pt>
                <c:pt idx="2503" formatCode="0_)">
                  <c:v>9.5</c:v>
                </c:pt>
                <c:pt idx="2504" formatCode="0_)">
                  <c:v>3</c:v>
                </c:pt>
                <c:pt idx="2505" formatCode="0_)">
                  <c:v>-5.5</c:v>
                </c:pt>
                <c:pt idx="2506" formatCode="0_)">
                  <c:v>22</c:v>
                </c:pt>
                <c:pt idx="2507" formatCode="0_)">
                  <c:v>1</c:v>
                </c:pt>
                <c:pt idx="2508" formatCode="0_)">
                  <c:v>-9</c:v>
                </c:pt>
                <c:pt idx="2509" formatCode="0_)">
                  <c:v>24</c:v>
                </c:pt>
                <c:pt idx="2511" formatCode="0_)">
                  <c:v>-8.5</c:v>
                </c:pt>
                <c:pt idx="2512" formatCode="0_)">
                  <c:v>-37.5</c:v>
                </c:pt>
                <c:pt idx="2513" formatCode="0_)">
                  <c:v>7.5</c:v>
                </c:pt>
                <c:pt idx="2514" formatCode="0_)">
                  <c:v>14.5</c:v>
                </c:pt>
                <c:pt idx="2515" formatCode="0_)">
                  <c:v>13</c:v>
                </c:pt>
                <c:pt idx="2516" formatCode="0_)">
                  <c:v>16</c:v>
                </c:pt>
                <c:pt idx="2517" formatCode="0_)">
                  <c:v>12</c:v>
                </c:pt>
                <c:pt idx="2518" formatCode="0_)">
                  <c:v>3</c:v>
                </c:pt>
                <c:pt idx="2519" formatCode="0_)">
                  <c:v>-7.5</c:v>
                </c:pt>
                <c:pt idx="2520" formatCode="0_)">
                  <c:v>12</c:v>
                </c:pt>
                <c:pt idx="2521" formatCode="0_)">
                  <c:v>0</c:v>
                </c:pt>
                <c:pt idx="2522" formatCode="0_)">
                  <c:v>-20.5</c:v>
                </c:pt>
                <c:pt idx="2523" formatCode="0_)">
                  <c:v>8</c:v>
                </c:pt>
                <c:pt idx="2524" formatCode="0_)">
                  <c:v>22</c:v>
                </c:pt>
                <c:pt idx="2525" formatCode="0_)">
                  <c:v>-21</c:v>
                </c:pt>
                <c:pt idx="2526" formatCode="0_)">
                  <c:v>-21.5</c:v>
                </c:pt>
                <c:pt idx="2527" formatCode="0_)">
                  <c:v>26.5</c:v>
                </c:pt>
                <c:pt idx="2528" formatCode="0_)">
                  <c:v>-12</c:v>
                </c:pt>
                <c:pt idx="2529" formatCode="0_)">
                  <c:v>26</c:v>
                </c:pt>
                <c:pt idx="2530" formatCode="0_)">
                  <c:v>11</c:v>
                </c:pt>
                <c:pt idx="2531" formatCode="0_)">
                  <c:v>-4</c:v>
                </c:pt>
                <c:pt idx="2532" formatCode="0_)">
                  <c:v>6</c:v>
                </c:pt>
                <c:pt idx="2533" formatCode="0_)">
                  <c:v>-8</c:v>
                </c:pt>
                <c:pt idx="2534" formatCode="0_)">
                  <c:v>-13</c:v>
                </c:pt>
                <c:pt idx="2535" formatCode="0_)">
                  <c:v>-9.5</c:v>
                </c:pt>
                <c:pt idx="2536" formatCode="0_)">
                  <c:v>9.5</c:v>
                </c:pt>
                <c:pt idx="2537" formatCode="0_)">
                  <c:v>-3.5</c:v>
                </c:pt>
                <c:pt idx="2538" formatCode="0_)">
                  <c:v>24.5</c:v>
                </c:pt>
                <c:pt idx="2539" formatCode="0_)">
                  <c:v>6</c:v>
                </c:pt>
                <c:pt idx="2540" formatCode="0_)">
                  <c:v>-1.5</c:v>
                </c:pt>
                <c:pt idx="2541" formatCode="0_)">
                  <c:v>9</c:v>
                </c:pt>
                <c:pt idx="2542" formatCode="0_)">
                  <c:v>12.5</c:v>
                </c:pt>
                <c:pt idx="2543" formatCode="0_)">
                  <c:v>24</c:v>
                </c:pt>
                <c:pt idx="2544" formatCode="0_)">
                  <c:v>-6.5</c:v>
                </c:pt>
                <c:pt idx="2545" formatCode="0_)">
                  <c:v>40.5</c:v>
                </c:pt>
                <c:pt idx="2546" formatCode="0_)">
                  <c:v>13</c:v>
                </c:pt>
                <c:pt idx="2547" formatCode="0_)">
                  <c:v>14.5</c:v>
                </c:pt>
                <c:pt idx="2548" formatCode="0_)">
                  <c:v>14</c:v>
                </c:pt>
                <c:pt idx="2549" formatCode="0_)">
                  <c:v>9.5</c:v>
                </c:pt>
                <c:pt idx="2550" formatCode="0_)">
                  <c:v>27</c:v>
                </c:pt>
                <c:pt idx="2551" formatCode="0_)">
                  <c:v>-4</c:v>
                </c:pt>
                <c:pt idx="2552" formatCode="0_)">
                  <c:v>23</c:v>
                </c:pt>
                <c:pt idx="2553" formatCode="0_)">
                  <c:v>-26</c:v>
                </c:pt>
                <c:pt idx="2554" formatCode="0_)">
                  <c:v>-8.5</c:v>
                </c:pt>
                <c:pt idx="2555" formatCode="0_)">
                  <c:v>-1</c:v>
                </c:pt>
                <c:pt idx="2556" formatCode="0_)">
                  <c:v>20.5</c:v>
                </c:pt>
                <c:pt idx="2557" formatCode="0_)">
                  <c:v>7.5</c:v>
                </c:pt>
                <c:pt idx="2558" formatCode="0_)">
                  <c:v>52.5</c:v>
                </c:pt>
                <c:pt idx="2559" formatCode="0_)">
                  <c:v>16</c:v>
                </c:pt>
                <c:pt idx="2560" formatCode="0_)">
                  <c:v>4.5</c:v>
                </c:pt>
                <c:pt idx="2561" formatCode="0_)">
                  <c:v>-8.5</c:v>
                </c:pt>
                <c:pt idx="2562" formatCode="0_)">
                  <c:v>48</c:v>
                </c:pt>
                <c:pt idx="2563" formatCode="0_)">
                  <c:v>12.5</c:v>
                </c:pt>
                <c:pt idx="2564" formatCode="0_)">
                  <c:v>-43</c:v>
                </c:pt>
                <c:pt idx="2565" formatCode="0_)">
                  <c:v>-2.5</c:v>
                </c:pt>
                <c:pt idx="2566" formatCode="0_)">
                  <c:v>-10</c:v>
                </c:pt>
                <c:pt idx="2567" formatCode="0_)">
                  <c:v>30</c:v>
                </c:pt>
                <c:pt idx="2568" formatCode="0_)">
                  <c:v>30</c:v>
                </c:pt>
                <c:pt idx="2569" formatCode="0_)">
                  <c:v>-15</c:v>
                </c:pt>
                <c:pt idx="2570" formatCode="0_)">
                  <c:v>-12</c:v>
                </c:pt>
                <c:pt idx="2571" formatCode="0_)">
                  <c:v>-41</c:v>
                </c:pt>
                <c:pt idx="2572" formatCode="0_)">
                  <c:v>-4</c:v>
                </c:pt>
                <c:pt idx="2573" formatCode="0_)">
                  <c:v>-50</c:v>
                </c:pt>
                <c:pt idx="2574" formatCode="0_)">
                  <c:v>-16</c:v>
                </c:pt>
                <c:pt idx="2575" formatCode="0_)">
                  <c:v>7</c:v>
                </c:pt>
                <c:pt idx="2576" formatCode="0_)">
                  <c:v>32</c:v>
                </c:pt>
                <c:pt idx="2577" formatCode="0_)">
                  <c:v>-16.5</c:v>
                </c:pt>
                <c:pt idx="2578" formatCode="0_)">
                  <c:v>26.5</c:v>
                </c:pt>
                <c:pt idx="2579" formatCode="0_)">
                  <c:v>44.5</c:v>
                </c:pt>
                <c:pt idx="2580" formatCode="0_)">
                  <c:v>25.5</c:v>
                </c:pt>
                <c:pt idx="2581" formatCode="0_)">
                  <c:v>23</c:v>
                </c:pt>
                <c:pt idx="2582" formatCode="0_)">
                  <c:v>37</c:v>
                </c:pt>
                <c:pt idx="2583" formatCode="0_)">
                  <c:v>11</c:v>
                </c:pt>
                <c:pt idx="2584" formatCode="0_)">
                  <c:v>-9</c:v>
                </c:pt>
                <c:pt idx="2585" formatCode="0_)">
                  <c:v>28.5</c:v>
                </c:pt>
                <c:pt idx="2586" formatCode="0_)">
                  <c:v>-4</c:v>
                </c:pt>
                <c:pt idx="2587" formatCode="0_)">
                  <c:v>-22</c:v>
                </c:pt>
                <c:pt idx="2588" formatCode="0_)">
                  <c:v>-8.5</c:v>
                </c:pt>
                <c:pt idx="2589" formatCode="0_)">
                  <c:v>17</c:v>
                </c:pt>
                <c:pt idx="2590" formatCode="0_)">
                  <c:v>7</c:v>
                </c:pt>
                <c:pt idx="2591" formatCode="0_)">
                  <c:v>29</c:v>
                </c:pt>
                <c:pt idx="2592" formatCode="0_)">
                  <c:v>-4</c:v>
                </c:pt>
                <c:pt idx="2593" formatCode="0_)">
                  <c:v>3.5</c:v>
                </c:pt>
                <c:pt idx="2594" formatCode="0_)">
                  <c:v>39</c:v>
                </c:pt>
                <c:pt idx="2595" formatCode="0_)">
                  <c:v>-17</c:v>
                </c:pt>
                <c:pt idx="2596" formatCode="0_)">
                  <c:v>3</c:v>
                </c:pt>
                <c:pt idx="2597" formatCode="0_)">
                  <c:v>18.5</c:v>
                </c:pt>
                <c:pt idx="2599" formatCode="0_)">
                  <c:v>42</c:v>
                </c:pt>
                <c:pt idx="2600" formatCode="0_)">
                  <c:v>-14.5</c:v>
                </c:pt>
                <c:pt idx="2601" formatCode="0_)">
                  <c:v>42.5</c:v>
                </c:pt>
                <c:pt idx="2602" formatCode="0_)">
                  <c:v>27</c:v>
                </c:pt>
                <c:pt idx="2603" formatCode="0_)">
                  <c:v>22</c:v>
                </c:pt>
                <c:pt idx="2604" formatCode="0_)">
                  <c:v>33</c:v>
                </c:pt>
                <c:pt idx="2605" formatCode="0_)">
                  <c:v>-60</c:v>
                </c:pt>
                <c:pt idx="2606" formatCode="0_)">
                  <c:v>-6</c:v>
                </c:pt>
                <c:pt idx="2607" formatCode="0_)">
                  <c:v>89</c:v>
                </c:pt>
                <c:pt idx="2608" formatCode="0_)">
                  <c:v>-7</c:v>
                </c:pt>
                <c:pt idx="2609" formatCode="0_)">
                  <c:v>-3</c:v>
                </c:pt>
                <c:pt idx="2610" formatCode="0_)">
                  <c:v>-17</c:v>
                </c:pt>
                <c:pt idx="2611" formatCode="0_)">
                  <c:v>4</c:v>
                </c:pt>
                <c:pt idx="2612" formatCode="0_)">
                  <c:v>-13</c:v>
                </c:pt>
                <c:pt idx="2613" formatCode="0_)">
                  <c:v>56</c:v>
                </c:pt>
                <c:pt idx="2614" formatCode="0_)">
                  <c:v>-16.5</c:v>
                </c:pt>
                <c:pt idx="2615" formatCode="0_)">
                  <c:v>20.5</c:v>
                </c:pt>
                <c:pt idx="2616" formatCode="0_)">
                  <c:v>20</c:v>
                </c:pt>
                <c:pt idx="2617" formatCode="0_)">
                  <c:v>-15</c:v>
                </c:pt>
                <c:pt idx="2618" formatCode="0_)">
                  <c:v>5.5</c:v>
                </c:pt>
                <c:pt idx="2619" formatCode="0_)">
                  <c:v>0.5</c:v>
                </c:pt>
                <c:pt idx="2620" formatCode="0_)">
                  <c:v>22</c:v>
                </c:pt>
                <c:pt idx="2621" formatCode="0_)">
                  <c:v>14</c:v>
                </c:pt>
                <c:pt idx="2622" formatCode="0_)">
                  <c:v>-8</c:v>
                </c:pt>
                <c:pt idx="2623" formatCode="0_)">
                  <c:v>51</c:v>
                </c:pt>
                <c:pt idx="2624" formatCode="0_)">
                  <c:v>7.5</c:v>
                </c:pt>
                <c:pt idx="2625" formatCode="0_)">
                  <c:v>30</c:v>
                </c:pt>
                <c:pt idx="2626" formatCode="0_)">
                  <c:v>11.5</c:v>
                </c:pt>
                <c:pt idx="2627" formatCode="0_)">
                  <c:v>-16</c:v>
                </c:pt>
                <c:pt idx="2628" formatCode="0_)">
                  <c:v>46.5</c:v>
                </c:pt>
                <c:pt idx="2629" formatCode="0_)">
                  <c:v>-6.5</c:v>
                </c:pt>
                <c:pt idx="2630" formatCode="0_)">
                  <c:v>-6</c:v>
                </c:pt>
                <c:pt idx="2631" formatCode="0_)">
                  <c:v>101</c:v>
                </c:pt>
                <c:pt idx="2632" formatCode="0_)">
                  <c:v>21.5</c:v>
                </c:pt>
                <c:pt idx="2633" formatCode="0_)">
                  <c:v>39.5</c:v>
                </c:pt>
                <c:pt idx="2634" formatCode="0_)">
                  <c:v>70.5</c:v>
                </c:pt>
                <c:pt idx="2635" formatCode="0_)">
                  <c:v>143.5</c:v>
                </c:pt>
                <c:pt idx="2636" formatCode="0_)">
                  <c:v>-99</c:v>
                </c:pt>
                <c:pt idx="2637" formatCode="0_)">
                  <c:v>6</c:v>
                </c:pt>
                <c:pt idx="2638" formatCode="0_)">
                  <c:v>-12</c:v>
                </c:pt>
                <c:pt idx="2639" formatCode="0_)">
                  <c:v>28</c:v>
                </c:pt>
                <c:pt idx="2640" formatCode="0_)">
                  <c:v>95</c:v>
                </c:pt>
                <c:pt idx="2641" formatCode="0_)">
                  <c:v>-52</c:v>
                </c:pt>
                <c:pt idx="2642" formatCode="0_)">
                  <c:v>38</c:v>
                </c:pt>
                <c:pt idx="2643" formatCode="0_)">
                  <c:v>73</c:v>
                </c:pt>
                <c:pt idx="2644" formatCode="0_)">
                  <c:v>-5</c:v>
                </c:pt>
                <c:pt idx="2645" formatCode="0_)">
                  <c:v>-19</c:v>
                </c:pt>
                <c:pt idx="2646" formatCode="0_)">
                  <c:v>-113</c:v>
                </c:pt>
                <c:pt idx="2647" formatCode="0_)">
                  <c:v>-26</c:v>
                </c:pt>
                <c:pt idx="2648" formatCode="0_)">
                  <c:v>27</c:v>
                </c:pt>
                <c:pt idx="2649" formatCode="0_)">
                  <c:v>-91</c:v>
                </c:pt>
                <c:pt idx="2650" formatCode="0_)">
                  <c:v>34</c:v>
                </c:pt>
                <c:pt idx="2651" formatCode="0_)">
                  <c:v>24</c:v>
                </c:pt>
                <c:pt idx="2652" formatCode="0_)">
                  <c:v>43.5</c:v>
                </c:pt>
                <c:pt idx="2653" formatCode="0_)">
                  <c:v>104.5</c:v>
                </c:pt>
                <c:pt idx="2654" formatCode="0_)">
                  <c:v>1</c:v>
                </c:pt>
                <c:pt idx="2655" formatCode="0_)">
                  <c:v>20</c:v>
                </c:pt>
                <c:pt idx="2656" formatCode="0_)">
                  <c:v>-8</c:v>
                </c:pt>
                <c:pt idx="2657" formatCode="0_)">
                  <c:v>24</c:v>
                </c:pt>
                <c:pt idx="2658" formatCode="0_)">
                  <c:v>19</c:v>
                </c:pt>
                <c:pt idx="2659" formatCode="0_)">
                  <c:v>-87</c:v>
                </c:pt>
                <c:pt idx="2660" formatCode="0_)">
                  <c:v>47</c:v>
                </c:pt>
                <c:pt idx="2661" formatCode="0_)">
                  <c:v>-35</c:v>
                </c:pt>
                <c:pt idx="2662" formatCode="0_)">
                  <c:v>42</c:v>
                </c:pt>
                <c:pt idx="2663" formatCode="0_)">
                  <c:v>38</c:v>
                </c:pt>
                <c:pt idx="2664" formatCode="0_)">
                  <c:v>5.5</c:v>
                </c:pt>
                <c:pt idx="2665" formatCode="0_)">
                  <c:v>-38</c:v>
                </c:pt>
                <c:pt idx="2666" formatCode="0_)">
                  <c:v>42.5</c:v>
                </c:pt>
                <c:pt idx="2667" formatCode="0_)">
                  <c:v>-4</c:v>
                </c:pt>
                <c:pt idx="2668" formatCode="0_)">
                  <c:v>-66</c:v>
                </c:pt>
                <c:pt idx="2669" formatCode="0_)">
                  <c:v>-54</c:v>
                </c:pt>
                <c:pt idx="2670" formatCode="0_)">
                  <c:v>39</c:v>
                </c:pt>
                <c:pt idx="2671" formatCode="0_)">
                  <c:v>-40</c:v>
                </c:pt>
                <c:pt idx="2674" formatCode="0_)">
                  <c:v>-55.5</c:v>
                </c:pt>
                <c:pt idx="2675" formatCode="0_)">
                  <c:v>2.5</c:v>
                </c:pt>
                <c:pt idx="2676" formatCode="0_)">
                  <c:v>7</c:v>
                </c:pt>
                <c:pt idx="2677" formatCode="0_)">
                  <c:v>36</c:v>
                </c:pt>
                <c:pt idx="2678" formatCode="0_)">
                  <c:v>195</c:v>
                </c:pt>
                <c:pt idx="2679" formatCode="0_)">
                  <c:v>-67</c:v>
                </c:pt>
                <c:pt idx="2680" formatCode="0_)">
                  <c:v>-163</c:v>
                </c:pt>
                <c:pt idx="2681" formatCode="0_)">
                  <c:v>-50</c:v>
                </c:pt>
                <c:pt idx="2682" formatCode="0_)">
                  <c:v>-20</c:v>
                </c:pt>
                <c:pt idx="2683" formatCode="0_)">
                  <c:v>-10</c:v>
                </c:pt>
                <c:pt idx="2684" formatCode="0_)">
                  <c:v>20</c:v>
                </c:pt>
                <c:pt idx="2685" formatCode="0_)">
                  <c:v>-119</c:v>
                </c:pt>
                <c:pt idx="2686" formatCode="0_)">
                  <c:v>-40</c:v>
                </c:pt>
                <c:pt idx="2687" formatCode="0_)">
                  <c:v>31</c:v>
                </c:pt>
                <c:pt idx="2689" formatCode="0_)">
                  <c:v>63</c:v>
                </c:pt>
                <c:pt idx="2690" formatCode="0_)">
                  <c:v>-10</c:v>
                </c:pt>
                <c:pt idx="2691" formatCode="0_)">
                  <c:v>38</c:v>
                </c:pt>
                <c:pt idx="2692" formatCode="0_)">
                  <c:v>-77</c:v>
                </c:pt>
                <c:pt idx="2693" formatCode="0_)">
                  <c:v>-120.5</c:v>
                </c:pt>
                <c:pt idx="2694" formatCode="0_)">
                  <c:v>47.5</c:v>
                </c:pt>
                <c:pt idx="2695" formatCode="0_)">
                  <c:v>48</c:v>
                </c:pt>
                <c:pt idx="2696" formatCode="0_)">
                  <c:v>1</c:v>
                </c:pt>
                <c:pt idx="2697" formatCode="0_)">
                  <c:v>-41</c:v>
                </c:pt>
                <c:pt idx="2698" formatCode="0_)">
                  <c:v>-55</c:v>
                </c:pt>
                <c:pt idx="2699" formatCode="0_)">
                  <c:v>-71.5</c:v>
                </c:pt>
                <c:pt idx="2700" formatCode="0_)">
                  <c:v>75.5</c:v>
                </c:pt>
                <c:pt idx="2701" formatCode="0_)">
                  <c:v>0</c:v>
                </c:pt>
                <c:pt idx="2702" formatCode="0_)">
                  <c:v>100</c:v>
                </c:pt>
                <c:pt idx="2703" formatCode="0_)">
                  <c:v>8</c:v>
                </c:pt>
                <c:pt idx="2704" formatCode="0_)">
                  <c:v>3</c:v>
                </c:pt>
                <c:pt idx="2705" formatCode="0_)">
                  <c:v>11</c:v>
                </c:pt>
                <c:pt idx="2706" formatCode="0_)">
                  <c:v>21</c:v>
                </c:pt>
                <c:pt idx="2707" formatCode="0_)">
                  <c:v>37.5</c:v>
                </c:pt>
                <c:pt idx="2709" formatCode="0_)">
                  <c:v>34.5</c:v>
                </c:pt>
                <c:pt idx="2710" formatCode="0_)">
                  <c:v>13</c:v>
                </c:pt>
                <c:pt idx="2711" formatCode="0_)">
                  <c:v>-78</c:v>
                </c:pt>
                <c:pt idx="2712" formatCode="0_)">
                  <c:v>-82</c:v>
                </c:pt>
                <c:pt idx="2713" formatCode="0_)">
                  <c:v>94</c:v>
                </c:pt>
                <c:pt idx="2714" formatCode="0_)">
                  <c:v>-48</c:v>
                </c:pt>
                <c:pt idx="2715" formatCode="0_)">
                  <c:v>-34</c:v>
                </c:pt>
                <c:pt idx="2716" formatCode="0_)">
                  <c:v>-112</c:v>
                </c:pt>
                <c:pt idx="2717" formatCode="0_)">
                  <c:v>-32</c:v>
                </c:pt>
                <c:pt idx="2718" formatCode="0_)">
                  <c:v>29</c:v>
                </c:pt>
                <c:pt idx="2719" formatCode="0_)">
                  <c:v>-61</c:v>
                </c:pt>
                <c:pt idx="2720" formatCode="0_)">
                  <c:v>77</c:v>
                </c:pt>
                <c:pt idx="2721" formatCode="0_)">
                  <c:v>25</c:v>
                </c:pt>
                <c:pt idx="2722" formatCode="0_)">
                  <c:v>-26</c:v>
                </c:pt>
                <c:pt idx="2723" formatCode="0_)">
                  <c:v>27</c:v>
                </c:pt>
                <c:pt idx="2724" formatCode="0_)">
                  <c:v>-64</c:v>
                </c:pt>
                <c:pt idx="2725" formatCode="0_)">
                  <c:v>15.5</c:v>
                </c:pt>
                <c:pt idx="2726" formatCode="0_)">
                  <c:v>53.5</c:v>
                </c:pt>
                <c:pt idx="2727" formatCode="0_)">
                  <c:v>39</c:v>
                </c:pt>
                <c:pt idx="2728" formatCode="0_)">
                  <c:v>-12</c:v>
                </c:pt>
                <c:pt idx="2729" formatCode="0_)">
                  <c:v>-13.5</c:v>
                </c:pt>
                <c:pt idx="2730" formatCode="0_)">
                  <c:v>-11</c:v>
                </c:pt>
                <c:pt idx="2731" formatCode="0_)">
                  <c:v>46.5</c:v>
                </c:pt>
                <c:pt idx="2732" formatCode="0_)">
                  <c:v>-11</c:v>
                </c:pt>
                <c:pt idx="2733" formatCode="0_)">
                  <c:v>67</c:v>
                </c:pt>
                <c:pt idx="2734" formatCode="0_)">
                  <c:v>-13.5</c:v>
                </c:pt>
                <c:pt idx="2735" formatCode="0_)">
                  <c:v>5</c:v>
                </c:pt>
                <c:pt idx="2736" formatCode="0_)">
                  <c:v>-18</c:v>
                </c:pt>
                <c:pt idx="2737" formatCode="0_)">
                  <c:v>59.5</c:v>
                </c:pt>
                <c:pt idx="2738" formatCode="0_)">
                  <c:v>52</c:v>
                </c:pt>
                <c:pt idx="2739" formatCode="0_)">
                  <c:v>13</c:v>
                </c:pt>
                <c:pt idx="2740" formatCode="0_)">
                  <c:v>-54</c:v>
                </c:pt>
                <c:pt idx="2741" formatCode="0_)">
                  <c:v>28</c:v>
                </c:pt>
                <c:pt idx="2742" formatCode="0_)">
                  <c:v>71</c:v>
                </c:pt>
                <c:pt idx="2743" formatCode="0_)">
                  <c:v>-20</c:v>
                </c:pt>
                <c:pt idx="2744" formatCode="0_)">
                  <c:v>-25</c:v>
                </c:pt>
                <c:pt idx="2745" formatCode="0_)">
                  <c:v>-46</c:v>
                </c:pt>
                <c:pt idx="2746" formatCode="0_)">
                  <c:v>-9</c:v>
                </c:pt>
                <c:pt idx="2747" formatCode="0_)">
                  <c:v>-50</c:v>
                </c:pt>
                <c:pt idx="2748" formatCode="0_)">
                  <c:v>42</c:v>
                </c:pt>
                <c:pt idx="2749" formatCode="0_)">
                  <c:v>-30</c:v>
                </c:pt>
                <c:pt idx="2750" formatCode="0_)">
                  <c:v>33</c:v>
                </c:pt>
                <c:pt idx="2751" formatCode="0_)">
                  <c:v>50</c:v>
                </c:pt>
                <c:pt idx="2752" formatCode="0_)">
                  <c:v>45</c:v>
                </c:pt>
                <c:pt idx="2753" formatCode="0_)">
                  <c:v>9</c:v>
                </c:pt>
                <c:pt idx="2754" formatCode="0_)">
                  <c:v>-34</c:v>
                </c:pt>
                <c:pt idx="2755" formatCode="0_)">
                  <c:v>-4</c:v>
                </c:pt>
                <c:pt idx="2756" formatCode="0_)">
                  <c:v>26</c:v>
                </c:pt>
                <c:pt idx="2757" formatCode="0_)">
                  <c:v>-55</c:v>
                </c:pt>
                <c:pt idx="2758" formatCode="0_)">
                  <c:v>-17</c:v>
                </c:pt>
                <c:pt idx="2759" formatCode="0_)">
                  <c:v>5</c:v>
                </c:pt>
                <c:pt idx="2760" formatCode="0_)">
                  <c:v>40</c:v>
                </c:pt>
                <c:pt idx="2761" formatCode="0_)">
                  <c:v>-33</c:v>
                </c:pt>
                <c:pt idx="2762" formatCode="0_)">
                  <c:v>10</c:v>
                </c:pt>
                <c:pt idx="2763" formatCode="0_)">
                  <c:v>101</c:v>
                </c:pt>
                <c:pt idx="2764" formatCode="0_)">
                  <c:v>-56</c:v>
                </c:pt>
                <c:pt idx="2765" formatCode="0_)">
                  <c:v>-65</c:v>
                </c:pt>
                <c:pt idx="2766" formatCode="0_)">
                  <c:v>8</c:v>
                </c:pt>
                <c:pt idx="2767" formatCode="0_)">
                  <c:v>-3</c:v>
                </c:pt>
                <c:pt idx="2768" formatCode="0_)">
                  <c:v>-22</c:v>
                </c:pt>
                <c:pt idx="2769" formatCode="0_)">
                  <c:v>-6</c:v>
                </c:pt>
                <c:pt idx="2770" formatCode="0_)">
                  <c:v>-54</c:v>
                </c:pt>
                <c:pt idx="2771" formatCode="0_)">
                  <c:v>48</c:v>
                </c:pt>
                <c:pt idx="2772" formatCode="0_)">
                  <c:v>24</c:v>
                </c:pt>
                <c:pt idx="2774" formatCode="0_)">
                  <c:v>25</c:v>
                </c:pt>
                <c:pt idx="2775" formatCode="0_)">
                  <c:v>-27</c:v>
                </c:pt>
                <c:pt idx="2776" formatCode="0_)">
                  <c:v>-6</c:v>
                </c:pt>
                <c:pt idx="2777" formatCode="0_)">
                  <c:v>-41</c:v>
                </c:pt>
                <c:pt idx="2778" formatCode="0_)">
                  <c:v>2</c:v>
                </c:pt>
                <c:pt idx="2779" formatCode="0_)">
                  <c:v>-7.5</c:v>
                </c:pt>
                <c:pt idx="2780" formatCode="0_)">
                  <c:v>27.5</c:v>
                </c:pt>
                <c:pt idx="2781" formatCode="0_)">
                  <c:v>-21</c:v>
                </c:pt>
                <c:pt idx="2782" formatCode="0_)">
                  <c:v>68</c:v>
                </c:pt>
                <c:pt idx="2783" formatCode="0_)">
                  <c:v>-8.5</c:v>
                </c:pt>
                <c:pt idx="2784" formatCode="0_)">
                  <c:v>-10.5</c:v>
                </c:pt>
                <c:pt idx="2785" formatCode="0_)">
                  <c:v>-2</c:v>
                </c:pt>
                <c:pt idx="2786" formatCode="0_)">
                  <c:v>51</c:v>
                </c:pt>
                <c:pt idx="2787" formatCode="0_)">
                  <c:v>0</c:v>
                </c:pt>
                <c:pt idx="2788" formatCode="0_)">
                  <c:v>18</c:v>
                </c:pt>
                <c:pt idx="2789" formatCode="0_)">
                  <c:v>61</c:v>
                </c:pt>
                <c:pt idx="2790" formatCode="0_)">
                  <c:v>14</c:v>
                </c:pt>
                <c:pt idx="2791" formatCode="0_)">
                  <c:v>16</c:v>
                </c:pt>
                <c:pt idx="2792" formatCode="0_)">
                  <c:v>31</c:v>
                </c:pt>
                <c:pt idx="2793" formatCode="0_)">
                  <c:v>54</c:v>
                </c:pt>
                <c:pt idx="2794" formatCode="0_)">
                  <c:v>-8</c:v>
                </c:pt>
                <c:pt idx="2795" formatCode="0_)">
                  <c:v>-16</c:v>
                </c:pt>
                <c:pt idx="2796" formatCode="0_)">
                  <c:v>98</c:v>
                </c:pt>
                <c:pt idx="2797" formatCode="0_)">
                  <c:v>-30</c:v>
                </c:pt>
                <c:pt idx="2798" formatCode="0_)">
                  <c:v>-24</c:v>
                </c:pt>
                <c:pt idx="2799" formatCode="0_)">
                  <c:v>36</c:v>
                </c:pt>
                <c:pt idx="2800" formatCode="0_)">
                  <c:v>60</c:v>
                </c:pt>
                <c:pt idx="2801" formatCode="0_)">
                  <c:v>-18</c:v>
                </c:pt>
                <c:pt idx="2802" formatCode="0_)">
                  <c:v>68</c:v>
                </c:pt>
                <c:pt idx="2803" formatCode="0_)">
                  <c:v>55</c:v>
                </c:pt>
                <c:pt idx="2804" formatCode="0_)">
                  <c:v>-83</c:v>
                </c:pt>
                <c:pt idx="2805" formatCode="0_)">
                  <c:v>-161</c:v>
                </c:pt>
                <c:pt idx="2806" formatCode="0_)">
                  <c:v>-183</c:v>
                </c:pt>
                <c:pt idx="2807" formatCode="0_)">
                  <c:v>120</c:v>
                </c:pt>
                <c:pt idx="2808" formatCode="0_)">
                  <c:v>-75</c:v>
                </c:pt>
                <c:pt idx="2809" formatCode="0_)">
                  <c:v>0</c:v>
                </c:pt>
                <c:pt idx="2810" formatCode="0_)">
                  <c:v>-10</c:v>
                </c:pt>
                <c:pt idx="2811" formatCode="0_)">
                  <c:v>25</c:v>
                </c:pt>
                <c:pt idx="2812" formatCode="0_)">
                  <c:v>3</c:v>
                </c:pt>
                <c:pt idx="2813" formatCode="0_)">
                  <c:v>-24</c:v>
                </c:pt>
                <c:pt idx="2814" formatCode="0_)">
                  <c:v>-35</c:v>
                </c:pt>
                <c:pt idx="2815" formatCode="0_)">
                  <c:v>26</c:v>
                </c:pt>
                <c:pt idx="2816" formatCode="0_)">
                  <c:v>-55</c:v>
                </c:pt>
                <c:pt idx="2817" formatCode="0_)">
                  <c:v>116</c:v>
                </c:pt>
                <c:pt idx="2818" formatCode="0_)">
                  <c:v>4.5</c:v>
                </c:pt>
                <c:pt idx="2819" formatCode="0_)">
                  <c:v>-5</c:v>
                </c:pt>
                <c:pt idx="2820" formatCode="0_)">
                  <c:v>23.5</c:v>
                </c:pt>
                <c:pt idx="2821" formatCode="0_)">
                  <c:v>51</c:v>
                </c:pt>
                <c:pt idx="2822" formatCode="0_)">
                  <c:v>5.5</c:v>
                </c:pt>
                <c:pt idx="2823" formatCode="0_)">
                  <c:v>70.5</c:v>
                </c:pt>
                <c:pt idx="2824" formatCode="0_)">
                  <c:v>-42</c:v>
                </c:pt>
                <c:pt idx="2825" formatCode="0_)">
                  <c:v>25.5</c:v>
                </c:pt>
                <c:pt idx="2826" formatCode="0_)">
                  <c:v>-8.5</c:v>
                </c:pt>
                <c:pt idx="2827" formatCode="0_)">
                  <c:v>49</c:v>
                </c:pt>
                <c:pt idx="2828" formatCode="0_)">
                  <c:v>-10</c:v>
                </c:pt>
                <c:pt idx="2829" formatCode="0_)">
                  <c:v>0</c:v>
                </c:pt>
                <c:pt idx="2830" formatCode="0_)">
                  <c:v>6</c:v>
                </c:pt>
                <c:pt idx="2831" formatCode="0_)">
                  <c:v>63</c:v>
                </c:pt>
                <c:pt idx="2832" formatCode="0_)">
                  <c:v>-19</c:v>
                </c:pt>
                <c:pt idx="2833" formatCode="0_)">
                  <c:v>-19</c:v>
                </c:pt>
                <c:pt idx="2834" formatCode="0_)">
                  <c:v>64</c:v>
                </c:pt>
                <c:pt idx="2835" formatCode="0_)">
                  <c:v>43</c:v>
                </c:pt>
                <c:pt idx="2836" formatCode="0_)">
                  <c:v>17</c:v>
                </c:pt>
                <c:pt idx="2837" formatCode="0_)">
                  <c:v>-65.5</c:v>
                </c:pt>
                <c:pt idx="2838" formatCode="0_)">
                  <c:v>70.5</c:v>
                </c:pt>
                <c:pt idx="2839" formatCode="0_)">
                  <c:v>-13</c:v>
                </c:pt>
                <c:pt idx="2840" formatCode="0_)">
                  <c:v>-15.5</c:v>
                </c:pt>
                <c:pt idx="2841" formatCode="0_)">
                  <c:v>-29.5</c:v>
                </c:pt>
                <c:pt idx="2842" formatCode="0_)">
                  <c:v>-82.5</c:v>
                </c:pt>
                <c:pt idx="2843" formatCode="0_)">
                  <c:v>-42.5</c:v>
                </c:pt>
                <c:pt idx="2844" formatCode="0_)">
                  <c:v>45</c:v>
                </c:pt>
                <c:pt idx="2845" formatCode="0_)">
                  <c:v>-145.5</c:v>
                </c:pt>
                <c:pt idx="2846" formatCode="0_)">
                  <c:v>-16.5</c:v>
                </c:pt>
                <c:pt idx="2847" formatCode="0_)">
                  <c:v>45</c:v>
                </c:pt>
                <c:pt idx="2848" formatCode="0_)">
                  <c:v>52</c:v>
                </c:pt>
                <c:pt idx="2849" formatCode="0_)">
                  <c:v>38</c:v>
                </c:pt>
                <c:pt idx="2850" formatCode="0_)">
                  <c:v>14</c:v>
                </c:pt>
                <c:pt idx="2851" formatCode="0_)">
                  <c:v>32</c:v>
                </c:pt>
                <c:pt idx="2852" formatCode="0_)">
                  <c:v>-26</c:v>
                </c:pt>
                <c:pt idx="2853" formatCode="0_)">
                  <c:v>28</c:v>
                </c:pt>
                <c:pt idx="2854" formatCode="0_)">
                  <c:v>38</c:v>
                </c:pt>
                <c:pt idx="2855" formatCode="0_)">
                  <c:v>44.5</c:v>
                </c:pt>
                <c:pt idx="2856" formatCode="0_)">
                  <c:v>-88.5</c:v>
                </c:pt>
                <c:pt idx="2857" formatCode="0_)">
                  <c:v>30</c:v>
                </c:pt>
                <c:pt idx="2859" formatCode="0_)">
                  <c:v>0</c:v>
                </c:pt>
                <c:pt idx="2860" formatCode="0_)">
                  <c:v>48</c:v>
                </c:pt>
                <c:pt idx="2861" formatCode="0_)">
                  <c:v>-16</c:v>
                </c:pt>
                <c:pt idx="2862" formatCode="0_)">
                  <c:v>65.5</c:v>
                </c:pt>
                <c:pt idx="2864" formatCode="0_)">
                  <c:v>-146</c:v>
                </c:pt>
                <c:pt idx="2865" formatCode="0_)">
                  <c:v>-61.5</c:v>
                </c:pt>
                <c:pt idx="2866" formatCode="0_)">
                  <c:v>23</c:v>
                </c:pt>
                <c:pt idx="2867" formatCode="0_)">
                  <c:v>33.5</c:v>
                </c:pt>
                <c:pt idx="2868" formatCode="0_)">
                  <c:v>0.5</c:v>
                </c:pt>
                <c:pt idx="2869" formatCode="0_)">
                  <c:v>28</c:v>
                </c:pt>
                <c:pt idx="2870" formatCode="0_)">
                  <c:v>-10.5</c:v>
                </c:pt>
                <c:pt idx="2871" formatCode="0_)">
                  <c:v>18.5</c:v>
                </c:pt>
                <c:pt idx="2872" formatCode="0_)">
                  <c:v>-49</c:v>
                </c:pt>
                <c:pt idx="2873" formatCode="0_)">
                  <c:v>68</c:v>
                </c:pt>
                <c:pt idx="2874" formatCode="0_)">
                  <c:v>-72</c:v>
                </c:pt>
                <c:pt idx="2875" formatCode="0_)">
                  <c:v>49</c:v>
                </c:pt>
                <c:pt idx="2876" formatCode="0_)">
                  <c:v>-9</c:v>
                </c:pt>
                <c:pt idx="2877" formatCode="0_)">
                  <c:v>57</c:v>
                </c:pt>
                <c:pt idx="2878" formatCode="0_)">
                  <c:v>17</c:v>
                </c:pt>
                <c:pt idx="2879" formatCode="0_)">
                  <c:v>-26</c:v>
                </c:pt>
                <c:pt idx="2880" formatCode="0_)">
                  <c:v>45</c:v>
                </c:pt>
                <c:pt idx="2881" formatCode="0_)">
                  <c:v>-17</c:v>
                </c:pt>
                <c:pt idx="2882" formatCode="0_)">
                  <c:v>37</c:v>
                </c:pt>
                <c:pt idx="2883" formatCode="0_)">
                  <c:v>10.5</c:v>
                </c:pt>
                <c:pt idx="2884" formatCode="0_)">
                  <c:v>-32.5</c:v>
                </c:pt>
                <c:pt idx="2885" formatCode="0_)">
                  <c:v>-17</c:v>
                </c:pt>
                <c:pt idx="2886" formatCode="0_)">
                  <c:v>-56</c:v>
                </c:pt>
                <c:pt idx="2887" formatCode="0_)">
                  <c:v>4</c:v>
                </c:pt>
                <c:pt idx="2888" formatCode="0_)">
                  <c:v>-11</c:v>
                </c:pt>
                <c:pt idx="2889" formatCode="0_)">
                  <c:v>-16</c:v>
                </c:pt>
                <c:pt idx="2890" formatCode="0_)">
                  <c:v>-2</c:v>
                </c:pt>
                <c:pt idx="2891" formatCode="0_)">
                  <c:v>23.5</c:v>
                </c:pt>
                <c:pt idx="2892" formatCode="0_)">
                  <c:v>41.5</c:v>
                </c:pt>
                <c:pt idx="2893" formatCode="0_)">
                  <c:v>14</c:v>
                </c:pt>
                <c:pt idx="2894" formatCode="0_)">
                  <c:v>28</c:v>
                </c:pt>
                <c:pt idx="2895" formatCode="0_)">
                  <c:v>8</c:v>
                </c:pt>
                <c:pt idx="2896" formatCode="0_)">
                  <c:v>-18.5</c:v>
                </c:pt>
                <c:pt idx="2897" formatCode="0_)">
                  <c:v>97.5</c:v>
                </c:pt>
                <c:pt idx="2898" formatCode="0_)">
                  <c:v>-18</c:v>
                </c:pt>
                <c:pt idx="2899" formatCode="0_)">
                  <c:v>46</c:v>
                </c:pt>
                <c:pt idx="2900" formatCode="0_)">
                  <c:v>-44</c:v>
                </c:pt>
                <c:pt idx="2901" formatCode="0_)">
                  <c:v>20</c:v>
                </c:pt>
                <c:pt idx="2902" formatCode="0_)">
                  <c:v>9</c:v>
                </c:pt>
                <c:pt idx="2903" formatCode="0_)">
                  <c:v>53</c:v>
                </c:pt>
                <c:pt idx="2904" formatCode="0_)">
                  <c:v>-49</c:v>
                </c:pt>
                <c:pt idx="2905" formatCode="0_)">
                  <c:v>-69</c:v>
                </c:pt>
                <c:pt idx="2906" formatCode="0_)">
                  <c:v>42</c:v>
                </c:pt>
                <c:pt idx="2907" formatCode="0_)">
                  <c:v>33</c:v>
                </c:pt>
                <c:pt idx="2908" formatCode="0_)">
                  <c:v>4.5</c:v>
                </c:pt>
                <c:pt idx="2909" formatCode="0_)">
                  <c:v>41.5</c:v>
                </c:pt>
                <c:pt idx="2910" formatCode="0_)">
                  <c:v>-28</c:v>
                </c:pt>
                <c:pt idx="2911" formatCode="0_)">
                  <c:v>-5.5</c:v>
                </c:pt>
                <c:pt idx="2912" formatCode="0_)">
                  <c:v>-9.5</c:v>
                </c:pt>
                <c:pt idx="2913" formatCode="0_)">
                  <c:v>0</c:v>
                </c:pt>
                <c:pt idx="2914" formatCode="0_)">
                  <c:v>-10</c:v>
                </c:pt>
                <c:pt idx="2915" formatCode="0_)">
                  <c:v>58</c:v>
                </c:pt>
                <c:pt idx="2916" formatCode="0_)">
                  <c:v>11.5</c:v>
                </c:pt>
                <c:pt idx="2917" formatCode="0_)">
                  <c:v>-36.5</c:v>
                </c:pt>
                <c:pt idx="2918" formatCode="0_)">
                  <c:v>25</c:v>
                </c:pt>
                <c:pt idx="2919" formatCode="0_)">
                  <c:v>-2</c:v>
                </c:pt>
                <c:pt idx="2920" formatCode="0_)">
                  <c:v>-4</c:v>
                </c:pt>
                <c:pt idx="2921" formatCode="0_)">
                  <c:v>-22</c:v>
                </c:pt>
                <c:pt idx="2923" formatCode="0_)">
                  <c:v>0</c:v>
                </c:pt>
                <c:pt idx="2924" formatCode="0_)">
                  <c:v>-5</c:v>
                </c:pt>
                <c:pt idx="2925" formatCode="0_)">
                  <c:v>14</c:v>
                </c:pt>
                <c:pt idx="2926" formatCode="0_)">
                  <c:v>14</c:v>
                </c:pt>
                <c:pt idx="2927" formatCode="0_)">
                  <c:v>1</c:v>
                </c:pt>
                <c:pt idx="2928" formatCode="0_)">
                  <c:v>-24</c:v>
                </c:pt>
                <c:pt idx="2929" formatCode="0_)">
                  <c:v>-27</c:v>
                </c:pt>
                <c:pt idx="2930" formatCode="0_)">
                  <c:v>37</c:v>
                </c:pt>
                <c:pt idx="2931" formatCode="0_)">
                  <c:v>40</c:v>
                </c:pt>
                <c:pt idx="2932" formatCode="0_)">
                  <c:v>0</c:v>
                </c:pt>
                <c:pt idx="2933" formatCode="0_)">
                  <c:v>38.5</c:v>
                </c:pt>
                <c:pt idx="2934" formatCode="0_)">
                  <c:v>23.5</c:v>
                </c:pt>
                <c:pt idx="2935" formatCode="0_)">
                  <c:v>-91</c:v>
                </c:pt>
                <c:pt idx="2936" formatCode="0_)">
                  <c:v>-101</c:v>
                </c:pt>
                <c:pt idx="2937" formatCode="0_)">
                  <c:v>25</c:v>
                </c:pt>
                <c:pt idx="2938" formatCode="0_)">
                  <c:v>25</c:v>
                </c:pt>
                <c:pt idx="2939" formatCode="0_)">
                  <c:v>40</c:v>
                </c:pt>
                <c:pt idx="2940" formatCode="0_)">
                  <c:v>71</c:v>
                </c:pt>
                <c:pt idx="2941" formatCode="0_)">
                  <c:v>-81</c:v>
                </c:pt>
                <c:pt idx="2942" formatCode="0_)">
                  <c:v>30</c:v>
                </c:pt>
                <c:pt idx="2943" formatCode="0_)">
                  <c:v>-49.5</c:v>
                </c:pt>
                <c:pt idx="2944" formatCode="0_)">
                  <c:v>47.5</c:v>
                </c:pt>
                <c:pt idx="2945" formatCode="0_)">
                  <c:v>-37.5</c:v>
                </c:pt>
                <c:pt idx="2946" formatCode="0_)">
                  <c:v>-38.5</c:v>
                </c:pt>
                <c:pt idx="2947" formatCode="0_)">
                  <c:v>11.5</c:v>
                </c:pt>
                <c:pt idx="2949" formatCode="0_)">
                  <c:v>-33.5</c:v>
                </c:pt>
                <c:pt idx="2950" formatCode="0_)">
                  <c:v>-20</c:v>
                </c:pt>
                <c:pt idx="2951" formatCode="0_)">
                  <c:v>-1</c:v>
                </c:pt>
                <c:pt idx="2952" formatCode="0_)">
                  <c:v>76</c:v>
                </c:pt>
                <c:pt idx="2953" formatCode="0_)">
                  <c:v>-14.5</c:v>
                </c:pt>
                <c:pt idx="2954" formatCode="0_)">
                  <c:v>-14.5</c:v>
                </c:pt>
                <c:pt idx="2955" formatCode="0_)">
                  <c:v>-9</c:v>
                </c:pt>
                <c:pt idx="2956" formatCode="0_)">
                  <c:v>-47</c:v>
                </c:pt>
                <c:pt idx="2957" formatCode="0_)">
                  <c:v>-93</c:v>
                </c:pt>
                <c:pt idx="2958" formatCode="0_)">
                  <c:v>-27</c:v>
                </c:pt>
                <c:pt idx="2959" formatCode="0_)">
                  <c:v>-52</c:v>
                </c:pt>
                <c:pt idx="2960" formatCode="0_)">
                  <c:v>56</c:v>
                </c:pt>
                <c:pt idx="2961" formatCode="0_)">
                  <c:v>17.5</c:v>
                </c:pt>
                <c:pt idx="2962" formatCode="0_)">
                  <c:v>8.5</c:v>
                </c:pt>
                <c:pt idx="2963" formatCode="0_)">
                  <c:v>-30</c:v>
                </c:pt>
                <c:pt idx="2964" formatCode="0_)">
                  <c:v>84</c:v>
                </c:pt>
                <c:pt idx="2965" formatCode="0_)">
                  <c:v>-1</c:v>
                </c:pt>
                <c:pt idx="2966" formatCode="0_)">
                  <c:v>-14</c:v>
                </c:pt>
                <c:pt idx="2967" formatCode="0_)">
                  <c:v>30</c:v>
                </c:pt>
                <c:pt idx="2969" formatCode="0_)">
                  <c:v>-50</c:v>
                </c:pt>
                <c:pt idx="2970" formatCode="0_)">
                  <c:v>-12</c:v>
                </c:pt>
                <c:pt idx="2971" formatCode="0_)">
                  <c:v>105</c:v>
                </c:pt>
                <c:pt idx="2972" formatCode="0_)">
                  <c:v>173</c:v>
                </c:pt>
                <c:pt idx="2973" formatCode="0_)">
                  <c:v>20</c:v>
                </c:pt>
                <c:pt idx="2974" formatCode="0_)">
                  <c:v>30</c:v>
                </c:pt>
                <c:pt idx="2975" formatCode="0_)">
                  <c:v>-88</c:v>
                </c:pt>
                <c:pt idx="2976" formatCode="0_)">
                  <c:v>-3</c:v>
                </c:pt>
                <c:pt idx="2977" formatCode="0_)">
                  <c:v>69</c:v>
                </c:pt>
                <c:pt idx="2978" formatCode="0_)">
                  <c:v>-3.5</c:v>
                </c:pt>
                <c:pt idx="2979" formatCode="0_)">
                  <c:v>11.5</c:v>
                </c:pt>
                <c:pt idx="2980" formatCode="0_)">
                  <c:v>-3</c:v>
                </c:pt>
                <c:pt idx="2981" formatCode="0_)">
                  <c:v>51</c:v>
                </c:pt>
                <c:pt idx="2982" formatCode="0_)">
                  <c:v>106</c:v>
                </c:pt>
                <c:pt idx="2983" formatCode="0_)">
                  <c:v>-33</c:v>
                </c:pt>
                <c:pt idx="2984" formatCode="0_)">
                  <c:v>-22</c:v>
                </c:pt>
                <c:pt idx="2985" formatCode="0_)">
                  <c:v>-53</c:v>
                </c:pt>
                <c:pt idx="2986" formatCode="0_)">
                  <c:v>-57</c:v>
                </c:pt>
                <c:pt idx="2987" formatCode="0_)">
                  <c:v>165</c:v>
                </c:pt>
                <c:pt idx="2988" formatCode="0_)">
                  <c:v>-45</c:v>
                </c:pt>
                <c:pt idx="2989" formatCode="0_)">
                  <c:v>-46.5</c:v>
                </c:pt>
                <c:pt idx="2990" formatCode="0_)">
                  <c:v>-14</c:v>
                </c:pt>
                <c:pt idx="2991" formatCode="0_)">
                  <c:v>32.5</c:v>
                </c:pt>
                <c:pt idx="2992" formatCode="0_)">
                  <c:v>-86.5</c:v>
                </c:pt>
                <c:pt idx="2993" formatCode="0_)">
                  <c:v>-66.5</c:v>
                </c:pt>
                <c:pt idx="2994" formatCode="0_)">
                  <c:v>9</c:v>
                </c:pt>
                <c:pt idx="2995" formatCode="0_)">
                  <c:v>74</c:v>
                </c:pt>
                <c:pt idx="2996" formatCode="0_)">
                  <c:v>-17</c:v>
                </c:pt>
                <c:pt idx="2997" formatCode="0_)">
                  <c:v>72</c:v>
                </c:pt>
                <c:pt idx="2998" formatCode="0_)">
                  <c:v>41.5</c:v>
                </c:pt>
                <c:pt idx="2999" formatCode="0_)">
                  <c:v>-13.5</c:v>
                </c:pt>
                <c:pt idx="3000" formatCode="0_)">
                  <c:v>-8</c:v>
                </c:pt>
                <c:pt idx="3001" formatCode="0_)">
                  <c:v>-6.5</c:v>
                </c:pt>
                <c:pt idx="3002" formatCode="0_)">
                  <c:v>27.25</c:v>
                </c:pt>
                <c:pt idx="3003" formatCode="0_)">
                  <c:v>27.25</c:v>
                </c:pt>
                <c:pt idx="3004" formatCode="0_)">
                  <c:v>-42</c:v>
                </c:pt>
                <c:pt idx="3005" formatCode="0_)">
                  <c:v>44.5</c:v>
                </c:pt>
                <c:pt idx="3006" formatCode="0_)">
                  <c:v>39.5</c:v>
                </c:pt>
                <c:pt idx="3007" formatCode="0_)">
                  <c:v>-36</c:v>
                </c:pt>
                <c:pt idx="3008" formatCode="0_)">
                  <c:v>59</c:v>
                </c:pt>
                <c:pt idx="3009" formatCode="0_)">
                  <c:v>-15</c:v>
                </c:pt>
                <c:pt idx="3010" formatCode="0_)">
                  <c:v>7</c:v>
                </c:pt>
                <c:pt idx="3011" formatCode="0_)">
                  <c:v>13.5</c:v>
                </c:pt>
                <c:pt idx="3012" formatCode="0_)">
                  <c:v>54.5</c:v>
                </c:pt>
                <c:pt idx="3013" formatCode="0_)">
                  <c:v>-17.5</c:v>
                </c:pt>
                <c:pt idx="3014" formatCode="0_)">
                  <c:v>43.5</c:v>
                </c:pt>
                <c:pt idx="3015" formatCode="0_)">
                  <c:v>-20.5</c:v>
                </c:pt>
                <c:pt idx="3016" formatCode="0_)">
                  <c:v>0.5</c:v>
                </c:pt>
                <c:pt idx="3017" formatCode="0_)">
                  <c:v>44</c:v>
                </c:pt>
                <c:pt idx="3018" formatCode="0_)">
                  <c:v>-64</c:v>
                </c:pt>
                <c:pt idx="3019" formatCode="0_)">
                  <c:v>-63</c:v>
                </c:pt>
                <c:pt idx="3020" formatCode="0_)">
                  <c:v>26</c:v>
                </c:pt>
                <c:pt idx="3021" formatCode="0_)">
                  <c:v>-32</c:v>
                </c:pt>
                <c:pt idx="3022" formatCode="0_)">
                  <c:v>78</c:v>
                </c:pt>
                <c:pt idx="3023" formatCode="0_)">
                  <c:v>25</c:v>
                </c:pt>
                <c:pt idx="3024" formatCode="0_)">
                  <c:v>15</c:v>
                </c:pt>
                <c:pt idx="3025" formatCode="0_)">
                  <c:v>1</c:v>
                </c:pt>
                <c:pt idx="3026" formatCode="0_)">
                  <c:v>-28</c:v>
                </c:pt>
                <c:pt idx="3027" formatCode="0_)">
                  <c:v>6</c:v>
                </c:pt>
                <c:pt idx="3028" formatCode="0_)">
                  <c:v>26</c:v>
                </c:pt>
                <c:pt idx="3029" formatCode="0_)">
                  <c:v>25</c:v>
                </c:pt>
                <c:pt idx="3030" formatCode="0_)">
                  <c:v>-4</c:v>
                </c:pt>
                <c:pt idx="3031" formatCode="0_)">
                  <c:v>-33.5</c:v>
                </c:pt>
                <c:pt idx="3032" formatCode="0_)">
                  <c:v>51.5</c:v>
                </c:pt>
                <c:pt idx="3034" formatCode="0_)">
                  <c:v>56</c:v>
                </c:pt>
                <c:pt idx="3035" formatCode="0_)">
                  <c:v>5</c:v>
                </c:pt>
                <c:pt idx="3036" formatCode="0_)">
                  <c:v>-80</c:v>
                </c:pt>
                <c:pt idx="3037" formatCode="0_)">
                  <c:v>117</c:v>
                </c:pt>
                <c:pt idx="3038" formatCode="0_)">
                  <c:v>-58.5</c:v>
                </c:pt>
                <c:pt idx="3039" formatCode="0_)">
                  <c:v>9.5</c:v>
                </c:pt>
                <c:pt idx="3040" formatCode="0_)">
                  <c:v>-51</c:v>
                </c:pt>
                <c:pt idx="3041" formatCode="0_)">
                  <c:v>-27</c:v>
                </c:pt>
                <c:pt idx="3042" formatCode="0_)">
                  <c:v>-97</c:v>
                </c:pt>
                <c:pt idx="3043" formatCode="0_)">
                  <c:v>47</c:v>
                </c:pt>
                <c:pt idx="3044" formatCode="0_)">
                  <c:v>7</c:v>
                </c:pt>
                <c:pt idx="3045" formatCode="0_)">
                  <c:v>-17</c:v>
                </c:pt>
                <c:pt idx="3046" formatCode="0_)">
                  <c:v>-47</c:v>
                </c:pt>
                <c:pt idx="3047" formatCode="0_)">
                  <c:v>7</c:v>
                </c:pt>
                <c:pt idx="3048" formatCode="0_)">
                  <c:v>-50</c:v>
                </c:pt>
                <c:pt idx="3049" formatCode="0_)">
                  <c:v>175</c:v>
                </c:pt>
                <c:pt idx="3050" formatCode="0_)">
                  <c:v>15</c:v>
                </c:pt>
                <c:pt idx="3051" formatCode="0_)">
                  <c:v>92</c:v>
                </c:pt>
                <c:pt idx="3052" formatCode="0_)">
                  <c:v>21</c:v>
                </c:pt>
                <c:pt idx="3053" formatCode="0_)">
                  <c:v>-18</c:v>
                </c:pt>
                <c:pt idx="3054" formatCode="0_)">
                  <c:v>-6</c:v>
                </c:pt>
                <c:pt idx="3055" formatCode="0_)">
                  <c:v>22</c:v>
                </c:pt>
                <c:pt idx="3056" formatCode="0_)">
                  <c:v>-21</c:v>
                </c:pt>
                <c:pt idx="3057" formatCode="0_)">
                  <c:v>-6</c:v>
                </c:pt>
                <c:pt idx="3058" formatCode="0_)">
                  <c:v>-44</c:v>
                </c:pt>
                <c:pt idx="3059" formatCode="0_)">
                  <c:v>56</c:v>
                </c:pt>
                <c:pt idx="3060" formatCode="0_)">
                  <c:v>31</c:v>
                </c:pt>
                <c:pt idx="3061" formatCode="0_)">
                  <c:v>47</c:v>
                </c:pt>
                <c:pt idx="3062" formatCode="0_)">
                  <c:v>35</c:v>
                </c:pt>
                <c:pt idx="3063" formatCode="0_)">
                  <c:v>58</c:v>
                </c:pt>
                <c:pt idx="3064" formatCode="0_)">
                  <c:v>-41</c:v>
                </c:pt>
                <c:pt idx="3065" formatCode="0_)">
                  <c:v>20</c:v>
                </c:pt>
                <c:pt idx="3066" formatCode="0_)">
                  <c:v>-47</c:v>
                </c:pt>
                <c:pt idx="3067" formatCode="0_)">
                  <c:v>-104</c:v>
                </c:pt>
                <c:pt idx="3068" formatCode="0_)">
                  <c:v>89</c:v>
                </c:pt>
                <c:pt idx="3069" formatCode="0_)">
                  <c:v>81</c:v>
                </c:pt>
                <c:pt idx="3070" formatCode="0_)">
                  <c:v>2</c:v>
                </c:pt>
                <c:pt idx="3071" formatCode="0_)">
                  <c:v>48</c:v>
                </c:pt>
                <c:pt idx="3072" formatCode="0_)">
                  <c:v>-148</c:v>
                </c:pt>
                <c:pt idx="3073" formatCode="0_)">
                  <c:v>-16</c:v>
                </c:pt>
                <c:pt idx="3074" formatCode="0_)">
                  <c:v>63.5</c:v>
                </c:pt>
                <c:pt idx="3075" formatCode="0_)">
                  <c:v>63</c:v>
                </c:pt>
                <c:pt idx="3076" formatCode="0_)">
                  <c:v>-54.5</c:v>
                </c:pt>
                <c:pt idx="3077" formatCode="0_)">
                  <c:v>-102</c:v>
                </c:pt>
                <c:pt idx="3078" formatCode="0_)">
                  <c:v>105</c:v>
                </c:pt>
                <c:pt idx="3079" formatCode="0_)">
                  <c:v>-28</c:v>
                </c:pt>
                <c:pt idx="3080" formatCode="0_)">
                  <c:v>29</c:v>
                </c:pt>
                <c:pt idx="3081" formatCode="0_)">
                  <c:v>58</c:v>
                </c:pt>
                <c:pt idx="3082" formatCode="0_)">
                  <c:v>16</c:v>
                </c:pt>
                <c:pt idx="3083" formatCode="0_)">
                  <c:v>-16</c:v>
                </c:pt>
                <c:pt idx="3084" formatCode="0_)">
                  <c:v>-40</c:v>
                </c:pt>
                <c:pt idx="3085" formatCode="0_)">
                  <c:v>44</c:v>
                </c:pt>
                <c:pt idx="3086" formatCode="0_)">
                  <c:v>24.5</c:v>
                </c:pt>
                <c:pt idx="3087" formatCode="0_)">
                  <c:v>93.5</c:v>
                </c:pt>
                <c:pt idx="3088" formatCode="0_)">
                  <c:v>20</c:v>
                </c:pt>
                <c:pt idx="3089" formatCode="0_)">
                  <c:v>28</c:v>
                </c:pt>
                <c:pt idx="3090" formatCode="0_)">
                  <c:v>-10.5</c:v>
                </c:pt>
                <c:pt idx="3091" formatCode="0_)">
                  <c:v>64.5</c:v>
                </c:pt>
                <c:pt idx="3092" formatCode="0_)">
                  <c:v>46.5</c:v>
                </c:pt>
                <c:pt idx="3093" formatCode="0_)">
                  <c:v>-39.5</c:v>
                </c:pt>
                <c:pt idx="3094" formatCode="0_)">
                  <c:v>-23</c:v>
                </c:pt>
                <c:pt idx="3095" formatCode="0_)">
                  <c:v>-113</c:v>
                </c:pt>
                <c:pt idx="3096" formatCode="0_)">
                  <c:v>109.5</c:v>
                </c:pt>
                <c:pt idx="3097" formatCode="0_)">
                  <c:v>16.5</c:v>
                </c:pt>
                <c:pt idx="3098" formatCode="0_)">
                  <c:v>9</c:v>
                </c:pt>
                <c:pt idx="3099" formatCode="0_)">
                  <c:v>0</c:v>
                </c:pt>
                <c:pt idx="3100" formatCode="0_)">
                  <c:v>24.5</c:v>
                </c:pt>
                <c:pt idx="3101" formatCode="0_)">
                  <c:v>60.5</c:v>
                </c:pt>
                <c:pt idx="3102" formatCode="0_)">
                  <c:v>90</c:v>
                </c:pt>
                <c:pt idx="3103" formatCode="0_)">
                  <c:v>10</c:v>
                </c:pt>
                <c:pt idx="3104" formatCode="0_)">
                  <c:v>-43.5</c:v>
                </c:pt>
                <c:pt idx="3105" formatCode="0_)">
                  <c:v>65.5</c:v>
                </c:pt>
                <c:pt idx="3106" formatCode="0_)">
                  <c:v>10</c:v>
                </c:pt>
                <c:pt idx="3107" formatCode="0_)">
                  <c:v>15</c:v>
                </c:pt>
                <c:pt idx="3108" formatCode="0_)">
                  <c:v>-2</c:v>
                </c:pt>
                <c:pt idx="3109" formatCode="0_)">
                  <c:v>-25</c:v>
                </c:pt>
                <c:pt idx="3110" formatCode="0_)">
                  <c:v>-3.5</c:v>
                </c:pt>
                <c:pt idx="3111" formatCode="0_)">
                  <c:v>-100.5</c:v>
                </c:pt>
                <c:pt idx="3112" formatCode="0_)">
                  <c:v>134</c:v>
                </c:pt>
                <c:pt idx="3113" formatCode="0_)">
                  <c:v>10.5</c:v>
                </c:pt>
                <c:pt idx="3114" formatCode="0_)">
                  <c:v>-40</c:v>
                </c:pt>
                <c:pt idx="3115" formatCode="0_)">
                  <c:v>-9.5</c:v>
                </c:pt>
                <c:pt idx="3116" formatCode="0_)">
                  <c:v>-20</c:v>
                </c:pt>
                <c:pt idx="3117" formatCode="0_)">
                  <c:v>39</c:v>
                </c:pt>
                <c:pt idx="3120" formatCode="0_)">
                  <c:v>55</c:v>
                </c:pt>
                <c:pt idx="3121" formatCode="0_)">
                  <c:v>-62</c:v>
                </c:pt>
                <c:pt idx="3122" formatCode="0_)">
                  <c:v>-3.5</c:v>
                </c:pt>
                <c:pt idx="3124" formatCode="0_)">
                  <c:v>-47.5</c:v>
                </c:pt>
                <c:pt idx="3125" formatCode="0_)">
                  <c:v>155</c:v>
                </c:pt>
                <c:pt idx="3126" formatCode="0_)">
                  <c:v>-40</c:v>
                </c:pt>
                <c:pt idx="3127" formatCode="0_)">
                  <c:v>-102</c:v>
                </c:pt>
                <c:pt idx="3128" formatCode="0_)">
                  <c:v>139</c:v>
                </c:pt>
                <c:pt idx="3129" formatCode="0_)">
                  <c:v>21.5</c:v>
                </c:pt>
                <c:pt idx="3130" formatCode="0_)">
                  <c:v>-15.5</c:v>
                </c:pt>
                <c:pt idx="3131" formatCode="0_)">
                  <c:v>-44</c:v>
                </c:pt>
                <c:pt idx="3132" formatCode="0_)">
                  <c:v>34.5</c:v>
                </c:pt>
                <c:pt idx="3133" formatCode="0_)">
                  <c:v>68.5</c:v>
                </c:pt>
                <c:pt idx="3134" formatCode="0_)">
                  <c:v>-61.5</c:v>
                </c:pt>
                <c:pt idx="3135" formatCode="0_)">
                  <c:v>7.5</c:v>
                </c:pt>
                <c:pt idx="3136" formatCode="0_)">
                  <c:v>62</c:v>
                </c:pt>
                <c:pt idx="3137" formatCode="0_)">
                  <c:v>-55.5</c:v>
                </c:pt>
                <c:pt idx="3138" formatCode="0_)">
                  <c:v>8.5</c:v>
                </c:pt>
                <c:pt idx="3139" formatCode="0_)">
                  <c:v>-5</c:v>
                </c:pt>
                <c:pt idx="3140" formatCode="0_)">
                  <c:v>138</c:v>
                </c:pt>
                <c:pt idx="3141" formatCode="0_)">
                  <c:v>12</c:v>
                </c:pt>
                <c:pt idx="3142" formatCode="0_)">
                  <c:v>83</c:v>
                </c:pt>
                <c:pt idx="3143" formatCode="0_)">
                  <c:v>5.5</c:v>
                </c:pt>
                <c:pt idx="3144" formatCode="0_)">
                  <c:v>-29</c:v>
                </c:pt>
                <c:pt idx="3145" formatCode="0_)">
                  <c:v>29.5</c:v>
                </c:pt>
                <c:pt idx="3146" formatCode="0_)">
                  <c:v>58.5</c:v>
                </c:pt>
                <c:pt idx="3147" formatCode="0_)">
                  <c:v>92.5</c:v>
                </c:pt>
                <c:pt idx="3148" formatCode="0_)">
                  <c:v>-19</c:v>
                </c:pt>
                <c:pt idx="3149" formatCode="0_)">
                  <c:v>64.5</c:v>
                </c:pt>
                <c:pt idx="3150" formatCode="0_)">
                  <c:v>-120.5</c:v>
                </c:pt>
                <c:pt idx="3151" formatCode="0_)">
                  <c:v>67</c:v>
                </c:pt>
                <c:pt idx="3152" formatCode="0_)">
                  <c:v>-81</c:v>
                </c:pt>
                <c:pt idx="3153" formatCode="0_)">
                  <c:v>-53</c:v>
                </c:pt>
                <c:pt idx="3154" formatCode="0_)">
                  <c:v>51</c:v>
                </c:pt>
                <c:pt idx="3155" formatCode="0_)">
                  <c:v>-55</c:v>
                </c:pt>
                <c:pt idx="3156" formatCode="0_)">
                  <c:v>-150</c:v>
                </c:pt>
                <c:pt idx="3157" formatCode="0_)">
                  <c:v>156</c:v>
                </c:pt>
                <c:pt idx="3158" formatCode="0_)">
                  <c:v>-29.5</c:v>
                </c:pt>
                <c:pt idx="3159" formatCode="0_)">
                  <c:v>52.5</c:v>
                </c:pt>
                <c:pt idx="3160" formatCode="0_)">
                  <c:v>36</c:v>
                </c:pt>
                <c:pt idx="3161" formatCode="0_)">
                  <c:v>-52</c:v>
                </c:pt>
                <c:pt idx="3162" formatCode="0_)">
                  <c:v>11</c:v>
                </c:pt>
                <c:pt idx="3163" formatCode="0_)">
                  <c:v>-142.5</c:v>
                </c:pt>
                <c:pt idx="3164" formatCode="0_)">
                  <c:v>3.5</c:v>
                </c:pt>
                <c:pt idx="3165" formatCode="0_)">
                  <c:v>9</c:v>
                </c:pt>
                <c:pt idx="3166" formatCode="0_)">
                  <c:v>184</c:v>
                </c:pt>
                <c:pt idx="3167" formatCode="0_)">
                  <c:v>19</c:v>
                </c:pt>
                <c:pt idx="3168" formatCode="0_)">
                  <c:v>-33</c:v>
                </c:pt>
                <c:pt idx="3169" formatCode="0_)">
                  <c:v>-130</c:v>
                </c:pt>
                <c:pt idx="3170" formatCode="0_)">
                  <c:v>-87</c:v>
                </c:pt>
                <c:pt idx="3171" formatCode="0_)">
                  <c:v>109</c:v>
                </c:pt>
                <c:pt idx="3172" formatCode="0_)">
                  <c:v>-63.5</c:v>
                </c:pt>
                <c:pt idx="3173" formatCode="0_)">
                  <c:v>100</c:v>
                </c:pt>
                <c:pt idx="3174" formatCode="0_)">
                  <c:v>-0.5</c:v>
                </c:pt>
                <c:pt idx="3175" formatCode="0_)">
                  <c:v>64</c:v>
                </c:pt>
                <c:pt idx="3176" formatCode="0_)">
                  <c:v>-22</c:v>
                </c:pt>
                <c:pt idx="3177" formatCode="0_)">
                  <c:v>119</c:v>
                </c:pt>
                <c:pt idx="3178" formatCode="0_)">
                  <c:v>68.5</c:v>
                </c:pt>
                <c:pt idx="3179" formatCode="0_)">
                  <c:v>82.5</c:v>
                </c:pt>
                <c:pt idx="3180" formatCode="0_)">
                  <c:v>-112.5</c:v>
                </c:pt>
                <c:pt idx="3181" formatCode="0_)">
                  <c:v>74.5</c:v>
                </c:pt>
                <c:pt idx="3182" formatCode="0_)">
                  <c:v>41</c:v>
                </c:pt>
                <c:pt idx="3183" formatCode="0_)">
                  <c:v>30</c:v>
                </c:pt>
                <c:pt idx="3184" formatCode="0_)">
                  <c:v>49</c:v>
                </c:pt>
                <c:pt idx="3185" formatCode="0_)">
                  <c:v>-0.5</c:v>
                </c:pt>
                <c:pt idx="3186" formatCode="0_)">
                  <c:v>76</c:v>
                </c:pt>
                <c:pt idx="3187" formatCode="0_)">
                  <c:v>112</c:v>
                </c:pt>
                <c:pt idx="3188" formatCode="0_)">
                  <c:v>33.5</c:v>
                </c:pt>
                <c:pt idx="3189" formatCode="0_)">
                  <c:v>56</c:v>
                </c:pt>
                <c:pt idx="3190" formatCode="0_)">
                  <c:v>98</c:v>
                </c:pt>
                <c:pt idx="3191" formatCode="0_)">
                  <c:v>65</c:v>
                </c:pt>
                <c:pt idx="3192" formatCode="0_)">
                  <c:v>50</c:v>
                </c:pt>
                <c:pt idx="3193" formatCode="0_)">
                  <c:v>91</c:v>
                </c:pt>
                <c:pt idx="3194" formatCode="0_)">
                  <c:v>40</c:v>
                </c:pt>
                <c:pt idx="3195" formatCode="0_)">
                  <c:v>119</c:v>
                </c:pt>
                <c:pt idx="3196" formatCode="0_)">
                  <c:v>130</c:v>
                </c:pt>
                <c:pt idx="3198" formatCode="0_)">
                  <c:v>0</c:v>
                </c:pt>
                <c:pt idx="3199" formatCode="0_)">
                  <c:v>425</c:v>
                </c:pt>
                <c:pt idx="3200" formatCode="0_)">
                  <c:v>-75</c:v>
                </c:pt>
                <c:pt idx="3201" formatCode="0_)">
                  <c:v>-85</c:v>
                </c:pt>
                <c:pt idx="3202" formatCode="0_)">
                  <c:v>232</c:v>
                </c:pt>
                <c:pt idx="3203" formatCode="0_)">
                  <c:v>159</c:v>
                </c:pt>
                <c:pt idx="3204" formatCode="0_)">
                  <c:v>281</c:v>
                </c:pt>
                <c:pt idx="3205" formatCode="0_)">
                  <c:v>253</c:v>
                </c:pt>
                <c:pt idx="3206" formatCode="0_)">
                  <c:v>-115</c:v>
                </c:pt>
                <c:pt idx="3207" formatCode="0_)">
                  <c:v>-55</c:v>
                </c:pt>
                <c:pt idx="3209" formatCode="0_)">
                  <c:v>161</c:v>
                </c:pt>
                <c:pt idx="3210" formatCode="0_)">
                  <c:v>-160</c:v>
                </c:pt>
                <c:pt idx="3211" formatCode="0_)">
                  <c:v>324</c:v>
                </c:pt>
                <c:pt idx="3212" formatCode="0_)">
                  <c:v>255</c:v>
                </c:pt>
                <c:pt idx="3213" formatCode="0_)">
                  <c:v>-205</c:v>
                </c:pt>
                <c:pt idx="3214" formatCode="0_)">
                  <c:v>211</c:v>
                </c:pt>
                <c:pt idx="3215" formatCode="0_)">
                  <c:v>333</c:v>
                </c:pt>
                <c:pt idx="3216" formatCode="0_)">
                  <c:v>471</c:v>
                </c:pt>
                <c:pt idx="3217" formatCode="0_)">
                  <c:v>168</c:v>
                </c:pt>
                <c:pt idx="3218" formatCode="0_)">
                  <c:v>-598</c:v>
                </c:pt>
                <c:pt idx="3219" formatCode="0_)">
                  <c:v>180</c:v>
                </c:pt>
                <c:pt idx="3220" formatCode="0_)">
                  <c:v>221</c:v>
                </c:pt>
                <c:pt idx="3221" formatCode="0_)">
                  <c:v>-431</c:v>
                </c:pt>
                <c:pt idx="3222" formatCode="0_)">
                  <c:v>-208</c:v>
                </c:pt>
                <c:pt idx="3223" formatCode="0_)">
                  <c:v>-332</c:v>
                </c:pt>
                <c:pt idx="3224" formatCode="0_)">
                  <c:v>361</c:v>
                </c:pt>
                <c:pt idx="3225" formatCode="0_)">
                  <c:v>101</c:v>
                </c:pt>
                <c:pt idx="3226" formatCode="0_)">
                  <c:v>108</c:v>
                </c:pt>
                <c:pt idx="3227" formatCode="0_)">
                  <c:v>111</c:v>
                </c:pt>
                <c:pt idx="3229" formatCode="0_)">
                  <c:v>120</c:v>
                </c:pt>
                <c:pt idx="3230" formatCode="0_)">
                  <c:v>-281</c:v>
                </c:pt>
                <c:pt idx="3231" formatCode="0_)">
                  <c:v>-410</c:v>
                </c:pt>
                <c:pt idx="3232" formatCode="0_)">
                  <c:v>233</c:v>
                </c:pt>
                <c:pt idx="3233" formatCode="0_)">
                  <c:v>-33</c:v>
                </c:pt>
                <c:pt idx="3234" formatCode="0_)">
                  <c:v>-210</c:v>
                </c:pt>
                <c:pt idx="3235" formatCode="0_)">
                  <c:v>-285</c:v>
                </c:pt>
                <c:pt idx="3236" formatCode="0_)">
                  <c:v>155</c:v>
                </c:pt>
                <c:pt idx="3237" formatCode="0_)">
                  <c:v>-210</c:v>
                </c:pt>
                <c:pt idx="3238" formatCode="0_)">
                  <c:v>-149</c:v>
                </c:pt>
                <c:pt idx="3239" formatCode="0_)">
                  <c:v>-350</c:v>
                </c:pt>
                <c:pt idx="3240" formatCode="0_)">
                  <c:v>-155.5</c:v>
                </c:pt>
                <c:pt idx="3241" formatCode="0_)">
                  <c:v>155.5</c:v>
                </c:pt>
                <c:pt idx="3242" formatCode="0_)">
                  <c:v>161</c:v>
                </c:pt>
                <c:pt idx="3243" formatCode="0_)">
                  <c:v>-151</c:v>
                </c:pt>
                <c:pt idx="3244" formatCode="0_)">
                  <c:v>-121</c:v>
                </c:pt>
                <c:pt idx="3245" formatCode="0_)">
                  <c:v>100</c:v>
                </c:pt>
                <c:pt idx="3246" formatCode="0_)">
                  <c:v>171</c:v>
                </c:pt>
                <c:pt idx="3247" formatCode="0_)">
                  <c:v>-330.5</c:v>
                </c:pt>
                <c:pt idx="3248" formatCode="0_)">
                  <c:v>210.5</c:v>
                </c:pt>
                <c:pt idx="3249" formatCode="0_)">
                  <c:v>78.5</c:v>
                </c:pt>
                <c:pt idx="3250" formatCode="0_)">
                  <c:v>45.5</c:v>
                </c:pt>
                <c:pt idx="3251" formatCode="0_)">
                  <c:v>45</c:v>
                </c:pt>
                <c:pt idx="3252" formatCode="0_)">
                  <c:v>411</c:v>
                </c:pt>
                <c:pt idx="3253" formatCode="0_)">
                  <c:v>-126</c:v>
                </c:pt>
                <c:pt idx="3254" formatCode="0_)">
                  <c:v>125</c:v>
                </c:pt>
                <c:pt idx="3255" formatCode="0_)">
                  <c:v>0.5</c:v>
                </c:pt>
                <c:pt idx="3256" formatCode="0_)">
                  <c:v>-20.5</c:v>
                </c:pt>
                <c:pt idx="3257" formatCode="0_)">
                  <c:v>296</c:v>
                </c:pt>
                <c:pt idx="3258" formatCode="0_)">
                  <c:v>-96</c:v>
                </c:pt>
                <c:pt idx="3259" formatCode="0_)">
                  <c:v>350</c:v>
                </c:pt>
                <c:pt idx="3260" formatCode="0_)">
                  <c:v>203</c:v>
                </c:pt>
                <c:pt idx="3261" formatCode="0_)">
                  <c:v>-233</c:v>
                </c:pt>
                <c:pt idx="3262" formatCode="0_)">
                  <c:v>151</c:v>
                </c:pt>
                <c:pt idx="3263" formatCode="0_)">
                  <c:v>-130</c:v>
                </c:pt>
                <c:pt idx="3264" formatCode="0_)">
                  <c:v>-51</c:v>
                </c:pt>
                <c:pt idx="3265" formatCode="0_)">
                  <c:v>-369</c:v>
                </c:pt>
                <c:pt idx="3266" formatCode="0_)">
                  <c:v>121</c:v>
                </c:pt>
                <c:pt idx="3267" formatCode="0_)">
                  <c:v>-153</c:v>
                </c:pt>
                <c:pt idx="3268" formatCode="0_)">
                  <c:v>-308</c:v>
                </c:pt>
                <c:pt idx="3269" formatCode="0_)">
                  <c:v>250</c:v>
                </c:pt>
                <c:pt idx="3270" formatCode="0_)">
                  <c:v>-49</c:v>
                </c:pt>
                <c:pt idx="3271" formatCode="0_)">
                  <c:v>160</c:v>
                </c:pt>
                <c:pt idx="3272" formatCode="0_)">
                  <c:v>17</c:v>
                </c:pt>
                <c:pt idx="3273" formatCode="0_)">
                  <c:v>211.5</c:v>
                </c:pt>
                <c:pt idx="3274" formatCode="0_)">
                  <c:v>20.5</c:v>
                </c:pt>
                <c:pt idx="3275" formatCode="0_)">
                  <c:v>-46</c:v>
                </c:pt>
                <c:pt idx="3276" formatCode="0_)">
                  <c:v>5</c:v>
                </c:pt>
                <c:pt idx="3277" formatCode="0_)">
                  <c:v>-70</c:v>
                </c:pt>
                <c:pt idx="3278" formatCode="0_)">
                  <c:v>-4.5</c:v>
                </c:pt>
                <c:pt idx="3279" formatCode="0_)">
                  <c:v>79.5</c:v>
                </c:pt>
                <c:pt idx="3280" formatCode="0_)">
                  <c:v>80</c:v>
                </c:pt>
                <c:pt idx="3281" formatCode="0_)">
                  <c:v>155</c:v>
                </c:pt>
                <c:pt idx="3282" formatCode="0_)">
                  <c:v>-150</c:v>
                </c:pt>
                <c:pt idx="3283" formatCode="0_)">
                  <c:v>-285</c:v>
                </c:pt>
                <c:pt idx="3284" formatCode="0_)">
                  <c:v>47</c:v>
                </c:pt>
                <c:pt idx="3285" formatCode="0_)">
                  <c:v>-121</c:v>
                </c:pt>
                <c:pt idx="3286" formatCode="0_)">
                  <c:v>-1</c:v>
                </c:pt>
                <c:pt idx="3287" formatCode="0_)">
                  <c:v>-10</c:v>
                </c:pt>
                <c:pt idx="3288" formatCode="0_)">
                  <c:v>45</c:v>
                </c:pt>
                <c:pt idx="3289" formatCode="0_)">
                  <c:v>15</c:v>
                </c:pt>
                <c:pt idx="3290" formatCode="0_)">
                  <c:v>-10</c:v>
                </c:pt>
                <c:pt idx="3291" formatCode="0_)">
                  <c:v>61</c:v>
                </c:pt>
                <c:pt idx="3292" formatCode="0_)">
                  <c:v>-120</c:v>
                </c:pt>
                <c:pt idx="3294" formatCode="0_)">
                  <c:v>-120</c:v>
                </c:pt>
                <c:pt idx="3295" formatCode="0_)">
                  <c:v>39</c:v>
                </c:pt>
                <c:pt idx="3296" formatCode="0_)">
                  <c:v>187</c:v>
                </c:pt>
                <c:pt idx="3297" formatCode="0_)">
                  <c:v>-57</c:v>
                </c:pt>
                <c:pt idx="3298" formatCode="0_)">
                  <c:v>76</c:v>
                </c:pt>
                <c:pt idx="3299" formatCode="0_)">
                  <c:v>179.5</c:v>
                </c:pt>
                <c:pt idx="3300" formatCode="0_)">
                  <c:v>61</c:v>
                </c:pt>
                <c:pt idx="3301" formatCode="0_)">
                  <c:v>73.5</c:v>
                </c:pt>
                <c:pt idx="3302" formatCode="0_)">
                  <c:v>-117</c:v>
                </c:pt>
                <c:pt idx="3303" formatCode="0_)">
                  <c:v>-255</c:v>
                </c:pt>
                <c:pt idx="3304" formatCode="0_)">
                  <c:v>-1</c:v>
                </c:pt>
                <c:pt idx="3305" formatCode="0_)">
                  <c:v>-162</c:v>
                </c:pt>
                <c:pt idx="3306" formatCode="0_)">
                  <c:v>55.5</c:v>
                </c:pt>
                <c:pt idx="3307" formatCode="0_)">
                  <c:v>-90.5</c:v>
                </c:pt>
                <c:pt idx="3308" formatCode="0_)">
                  <c:v>-10</c:v>
                </c:pt>
                <c:pt idx="3309" formatCode="0_)">
                  <c:v>60</c:v>
                </c:pt>
                <c:pt idx="3310" formatCode="0_)">
                  <c:v>-230</c:v>
                </c:pt>
                <c:pt idx="3311" formatCode="0_)">
                  <c:v>243</c:v>
                </c:pt>
                <c:pt idx="3312" formatCode="0_)">
                  <c:v>208</c:v>
                </c:pt>
                <c:pt idx="3313" formatCode="0_)">
                  <c:v>-280</c:v>
                </c:pt>
                <c:pt idx="3314" formatCode="0_)">
                  <c:v>199</c:v>
                </c:pt>
                <c:pt idx="3315" formatCode="0_)">
                  <c:v>107</c:v>
                </c:pt>
                <c:pt idx="3316" formatCode="0_)">
                  <c:v>-32</c:v>
                </c:pt>
                <c:pt idx="3317" formatCode="0_)">
                  <c:v>-74</c:v>
                </c:pt>
                <c:pt idx="3318" formatCode="0_)">
                  <c:v>4.5</c:v>
                </c:pt>
                <c:pt idx="3319" formatCode="0_)">
                  <c:v>-214.5</c:v>
                </c:pt>
                <c:pt idx="3320" formatCode="0_)">
                  <c:v>61</c:v>
                </c:pt>
                <c:pt idx="3321" formatCode="0_)">
                  <c:v>-201.5</c:v>
                </c:pt>
                <c:pt idx="3322" formatCode="0_)">
                  <c:v>120.5</c:v>
                </c:pt>
                <c:pt idx="3323" formatCode="0_)">
                  <c:v>169</c:v>
                </c:pt>
                <c:pt idx="3324" formatCode="0_)">
                  <c:v>-85</c:v>
                </c:pt>
                <c:pt idx="3325" formatCode="0_)">
                  <c:v>-14</c:v>
                </c:pt>
                <c:pt idx="3326" formatCode="0_)">
                  <c:v>30</c:v>
                </c:pt>
                <c:pt idx="3327" formatCode="0_)">
                  <c:v>50.5</c:v>
                </c:pt>
                <c:pt idx="3328" formatCode="0_)">
                  <c:v>68.5</c:v>
                </c:pt>
                <c:pt idx="3329" formatCode="0_)">
                  <c:v>150</c:v>
                </c:pt>
                <c:pt idx="3330" formatCode="0_)">
                  <c:v>-115</c:v>
                </c:pt>
                <c:pt idx="3331" formatCode="0_)">
                  <c:v>5</c:v>
                </c:pt>
                <c:pt idx="3332" formatCode="0_)">
                  <c:v>20</c:v>
                </c:pt>
                <c:pt idx="3333" formatCode="0_)">
                  <c:v>-64</c:v>
                </c:pt>
                <c:pt idx="3334" formatCode="0_)">
                  <c:v>-130</c:v>
                </c:pt>
                <c:pt idx="3335" formatCode="0_)">
                  <c:v>24</c:v>
                </c:pt>
                <c:pt idx="3336" formatCode="0_)">
                  <c:v>-10</c:v>
                </c:pt>
                <c:pt idx="3337" formatCode="0_)">
                  <c:v>43</c:v>
                </c:pt>
                <c:pt idx="3338" formatCode="0_)">
                  <c:v>-153</c:v>
                </c:pt>
                <c:pt idx="3339" formatCode="0_)">
                  <c:v>50</c:v>
                </c:pt>
                <c:pt idx="3340" formatCode="0_)">
                  <c:v>-115</c:v>
                </c:pt>
                <c:pt idx="3341" formatCode="0_)">
                  <c:v>-55</c:v>
                </c:pt>
                <c:pt idx="3342" formatCode="0_)">
                  <c:v>60</c:v>
                </c:pt>
                <c:pt idx="3343" formatCode="0_)">
                  <c:v>-31</c:v>
                </c:pt>
                <c:pt idx="3344" formatCode="0_)">
                  <c:v>127</c:v>
                </c:pt>
                <c:pt idx="3345" formatCode="0_)">
                  <c:v>-111</c:v>
                </c:pt>
                <c:pt idx="3346" formatCode="0_)">
                  <c:v>-64.5</c:v>
                </c:pt>
                <c:pt idx="3347" formatCode="0_)">
                  <c:v>-150.5</c:v>
                </c:pt>
                <c:pt idx="3348" formatCode="0_)">
                  <c:v>-239</c:v>
                </c:pt>
                <c:pt idx="3349" formatCode="0_)">
                  <c:v>136</c:v>
                </c:pt>
                <c:pt idx="3350" formatCode="0_)">
                  <c:v>-205</c:v>
                </c:pt>
                <c:pt idx="3351" formatCode="0_)">
                  <c:v>115</c:v>
                </c:pt>
                <c:pt idx="3352" formatCode="0_)">
                  <c:v>-206</c:v>
                </c:pt>
                <c:pt idx="3353" formatCode="0_)">
                  <c:v>219</c:v>
                </c:pt>
                <c:pt idx="3354" formatCode="0_)">
                  <c:v>-32.5</c:v>
                </c:pt>
                <c:pt idx="3355" formatCode="0_)">
                  <c:v>107.5</c:v>
                </c:pt>
                <c:pt idx="3356" formatCode="0_)">
                  <c:v>-75</c:v>
                </c:pt>
                <c:pt idx="3357" formatCode="0_)">
                  <c:v>107</c:v>
                </c:pt>
                <c:pt idx="3358" formatCode="0_)">
                  <c:v>42</c:v>
                </c:pt>
                <c:pt idx="3359" formatCode="0_)">
                  <c:v>-57</c:v>
                </c:pt>
                <c:pt idx="3360" formatCode="0_)">
                  <c:v>-80</c:v>
                </c:pt>
                <c:pt idx="3361" formatCode="0_)">
                  <c:v>34</c:v>
                </c:pt>
                <c:pt idx="3362" formatCode="0_)">
                  <c:v>14</c:v>
                </c:pt>
                <c:pt idx="3363" formatCode="0_)">
                  <c:v>-19</c:v>
                </c:pt>
                <c:pt idx="3364" formatCode="0_)">
                  <c:v>118</c:v>
                </c:pt>
                <c:pt idx="3365" formatCode="0_)">
                  <c:v>-104</c:v>
                </c:pt>
                <c:pt idx="3366" formatCode="0_)">
                  <c:v>-143</c:v>
                </c:pt>
                <c:pt idx="3367" formatCode="0_)">
                  <c:v>28</c:v>
                </c:pt>
                <c:pt idx="3368" formatCode="0_)">
                  <c:v>-29</c:v>
                </c:pt>
                <c:pt idx="3369" formatCode="0_)">
                  <c:v>18</c:v>
                </c:pt>
                <c:pt idx="3370" formatCode="0_)">
                  <c:v>-109</c:v>
                </c:pt>
                <c:pt idx="3371" formatCode="0_)">
                  <c:v>70</c:v>
                </c:pt>
                <c:pt idx="3372" formatCode="0_)">
                  <c:v>-69</c:v>
                </c:pt>
                <c:pt idx="3373" formatCode="0_)">
                  <c:v>-111</c:v>
                </c:pt>
                <c:pt idx="3374" formatCode="0_)">
                  <c:v>17</c:v>
                </c:pt>
                <c:pt idx="3375" formatCode="0_)">
                  <c:v>-177</c:v>
                </c:pt>
                <c:pt idx="3376" formatCode="0_)">
                  <c:v>-9</c:v>
                </c:pt>
                <c:pt idx="3377" formatCode="0_)">
                  <c:v>-56</c:v>
                </c:pt>
                <c:pt idx="3380" formatCode="0_)">
                  <c:v>30</c:v>
                </c:pt>
                <c:pt idx="3381" formatCode="0_)">
                  <c:v>-64</c:v>
                </c:pt>
                <c:pt idx="3382" formatCode="0_)">
                  <c:v>-51</c:v>
                </c:pt>
                <c:pt idx="3384" formatCode="0_)">
                  <c:v>-89</c:v>
                </c:pt>
                <c:pt idx="3385" formatCode="0_)">
                  <c:v>-416</c:v>
                </c:pt>
                <c:pt idx="3386" formatCode="0_)">
                  <c:v>-183</c:v>
                </c:pt>
                <c:pt idx="3387" formatCode="0_)">
                  <c:v>153.5</c:v>
                </c:pt>
                <c:pt idx="3388" formatCode="0_)">
                  <c:v>-250</c:v>
                </c:pt>
                <c:pt idx="3389" formatCode="0_)">
                  <c:v>35.5</c:v>
                </c:pt>
                <c:pt idx="3390" formatCode="0_)">
                  <c:v>174</c:v>
                </c:pt>
                <c:pt idx="3391" formatCode="0_)">
                  <c:v>85.5</c:v>
                </c:pt>
                <c:pt idx="3392" formatCode="0_)">
                  <c:v>5</c:v>
                </c:pt>
                <c:pt idx="3393" formatCode="0_)">
                  <c:v>-153.5</c:v>
                </c:pt>
                <c:pt idx="3394" formatCode="0_)">
                  <c:v>30</c:v>
                </c:pt>
                <c:pt idx="3395" formatCode="0_)">
                  <c:v>-132</c:v>
                </c:pt>
                <c:pt idx="3396" formatCode="0_)">
                  <c:v>51</c:v>
                </c:pt>
                <c:pt idx="3397" formatCode="0_)">
                  <c:v>-151</c:v>
                </c:pt>
                <c:pt idx="3398" formatCode="0_)">
                  <c:v>31</c:v>
                </c:pt>
                <c:pt idx="3399" formatCode="0_)">
                  <c:v>87</c:v>
                </c:pt>
                <c:pt idx="3400" formatCode="0_)">
                  <c:v>103.5</c:v>
                </c:pt>
                <c:pt idx="3401" formatCode="0_)">
                  <c:v>153.5</c:v>
                </c:pt>
                <c:pt idx="3402" formatCode="0_)">
                  <c:v>-112</c:v>
                </c:pt>
                <c:pt idx="3403" formatCode="0_)">
                  <c:v>-132</c:v>
                </c:pt>
                <c:pt idx="3404" formatCode="0_)">
                  <c:v>15</c:v>
                </c:pt>
                <c:pt idx="3405" formatCode="0_)">
                  <c:v>55</c:v>
                </c:pt>
                <c:pt idx="3406" formatCode="0_)">
                  <c:v>-45</c:v>
                </c:pt>
                <c:pt idx="3407" formatCode="0_)">
                  <c:v>-105</c:v>
                </c:pt>
                <c:pt idx="3408" formatCode="0_)">
                  <c:v>-211</c:v>
                </c:pt>
                <c:pt idx="3409" formatCode="0_)">
                  <c:v>66</c:v>
                </c:pt>
                <c:pt idx="3410" formatCode="0_)">
                  <c:v>-25</c:v>
                </c:pt>
                <c:pt idx="3411" formatCode="0_)">
                  <c:v>-105.5</c:v>
                </c:pt>
                <c:pt idx="3412" formatCode="0_)">
                  <c:v>175.5</c:v>
                </c:pt>
                <c:pt idx="3413" formatCode="0_)">
                  <c:v>70</c:v>
                </c:pt>
                <c:pt idx="3414" formatCode="0_)">
                  <c:v>101</c:v>
                </c:pt>
                <c:pt idx="3415" formatCode="0_)">
                  <c:v>49</c:v>
                </c:pt>
                <c:pt idx="3416" formatCode="0_)">
                  <c:v>214</c:v>
                </c:pt>
                <c:pt idx="3417" formatCode="0_)">
                  <c:v>-56</c:v>
                </c:pt>
                <c:pt idx="3418" formatCode="0_)">
                  <c:v>-8.5</c:v>
                </c:pt>
                <c:pt idx="3419" formatCode="0_)">
                  <c:v>-88.5</c:v>
                </c:pt>
                <c:pt idx="3420" formatCode="0_)">
                  <c:v>-67</c:v>
                </c:pt>
                <c:pt idx="3421" formatCode="0_)">
                  <c:v>260</c:v>
                </c:pt>
                <c:pt idx="3422" formatCode="0_)">
                  <c:v>311</c:v>
                </c:pt>
                <c:pt idx="3423" formatCode="0_)">
                  <c:v>65</c:v>
                </c:pt>
                <c:pt idx="3424" formatCode="0_)">
                  <c:v>-70</c:v>
                </c:pt>
                <c:pt idx="3425" formatCode="0_)">
                  <c:v>-201</c:v>
                </c:pt>
                <c:pt idx="3426" formatCode="0_)">
                  <c:v>210</c:v>
                </c:pt>
                <c:pt idx="3427" formatCode="0_)">
                  <c:v>-134</c:v>
                </c:pt>
                <c:pt idx="3428" formatCode="0_)">
                  <c:v>-245</c:v>
                </c:pt>
                <c:pt idx="3429" formatCode="0_)">
                  <c:v>189</c:v>
                </c:pt>
                <c:pt idx="3430" formatCode="0_)">
                  <c:v>46</c:v>
                </c:pt>
                <c:pt idx="3431" formatCode="0_)">
                  <c:v>230</c:v>
                </c:pt>
                <c:pt idx="3432" formatCode="0_)">
                  <c:v>-146</c:v>
                </c:pt>
                <c:pt idx="3433" formatCode="0_)">
                  <c:v>45</c:v>
                </c:pt>
                <c:pt idx="3434" formatCode="0_)">
                  <c:v>130</c:v>
                </c:pt>
                <c:pt idx="3435" formatCode="0_)">
                  <c:v>-85</c:v>
                </c:pt>
                <c:pt idx="3436" formatCode="0_)">
                  <c:v>226</c:v>
                </c:pt>
                <c:pt idx="3437" formatCode="0_)">
                  <c:v>74</c:v>
                </c:pt>
                <c:pt idx="3438" formatCode="0_)">
                  <c:v>110</c:v>
                </c:pt>
                <c:pt idx="3439" formatCode="0_)">
                  <c:v>66</c:v>
                </c:pt>
                <c:pt idx="3440" formatCode="0_)">
                  <c:v>-10.5</c:v>
                </c:pt>
                <c:pt idx="3441" formatCode="0_)">
                  <c:v>124.5</c:v>
                </c:pt>
                <c:pt idx="3442" formatCode="0_)">
                  <c:v>42</c:v>
                </c:pt>
                <c:pt idx="3443" formatCode="0_)">
                  <c:v>8</c:v>
                </c:pt>
                <c:pt idx="3444" formatCode="0_)">
                  <c:v>-9</c:v>
                </c:pt>
                <c:pt idx="3445" formatCode="0_)">
                  <c:v>-111</c:v>
                </c:pt>
                <c:pt idx="3446" formatCode="0_)">
                  <c:v>-25</c:v>
                </c:pt>
                <c:pt idx="3447" formatCode="0_)">
                  <c:v>225</c:v>
                </c:pt>
                <c:pt idx="3448" formatCode="0_)">
                  <c:v>-24</c:v>
                </c:pt>
                <c:pt idx="3449" formatCode="0_)">
                  <c:v>374</c:v>
                </c:pt>
                <c:pt idx="3450" formatCode="0_)">
                  <c:v>15</c:v>
                </c:pt>
                <c:pt idx="3451" formatCode="0_)">
                  <c:v>160</c:v>
                </c:pt>
                <c:pt idx="3454" formatCode="0_)">
                  <c:v>374</c:v>
                </c:pt>
                <c:pt idx="3455" formatCode="0_)">
                  <c:v>131.5</c:v>
                </c:pt>
                <c:pt idx="3456" formatCode="0_)">
                  <c:v>-81</c:v>
                </c:pt>
                <c:pt idx="3457" formatCode="0_)">
                  <c:v>-89</c:v>
                </c:pt>
                <c:pt idx="3458" formatCode="0_)">
                  <c:v>160</c:v>
                </c:pt>
                <c:pt idx="3459" formatCode="0_)">
                  <c:v>-125.5</c:v>
                </c:pt>
                <c:pt idx="3460" formatCode="0_)">
                  <c:v>218</c:v>
                </c:pt>
                <c:pt idx="3461" formatCode="0_)">
                  <c:v>-111</c:v>
                </c:pt>
                <c:pt idx="3462" formatCode="0_)">
                  <c:v>97.5</c:v>
                </c:pt>
                <c:pt idx="3463" formatCode="0_)">
                  <c:v>-119.5</c:v>
                </c:pt>
                <c:pt idx="3464" formatCode="0_)">
                  <c:v>180</c:v>
                </c:pt>
                <c:pt idx="3465" formatCode="0_)">
                  <c:v>-280</c:v>
                </c:pt>
                <c:pt idx="3466" formatCode="0_)">
                  <c:v>28</c:v>
                </c:pt>
                <c:pt idx="3467" formatCode="0_)">
                  <c:v>-103</c:v>
                </c:pt>
                <c:pt idx="3468" formatCode="0_)">
                  <c:v>79.5</c:v>
                </c:pt>
                <c:pt idx="3469" formatCode="0_)">
                  <c:v>95.5</c:v>
                </c:pt>
                <c:pt idx="3470" formatCode="0_)">
                  <c:v>79</c:v>
                </c:pt>
                <c:pt idx="3471" formatCode="0_)">
                  <c:v>23</c:v>
                </c:pt>
                <c:pt idx="3472" formatCode="0_)">
                  <c:v>203</c:v>
                </c:pt>
                <c:pt idx="3474" formatCode="0_)">
                  <c:v>-30.5</c:v>
                </c:pt>
                <c:pt idx="3475" formatCode="0_)">
                  <c:v>10.5</c:v>
                </c:pt>
                <c:pt idx="3476" formatCode="0_)">
                  <c:v>-186</c:v>
                </c:pt>
                <c:pt idx="3477" formatCode="0_)">
                  <c:v>-164</c:v>
                </c:pt>
                <c:pt idx="3478" formatCode="0_)">
                  <c:v>51</c:v>
                </c:pt>
                <c:pt idx="3479" formatCode="0_)">
                  <c:v>-110.5</c:v>
                </c:pt>
                <c:pt idx="3480" formatCode="0_)">
                  <c:v>-85.5</c:v>
                </c:pt>
                <c:pt idx="3481" formatCode="0_)">
                  <c:v>-255</c:v>
                </c:pt>
                <c:pt idx="3482" formatCode="0_)">
                  <c:v>-195</c:v>
                </c:pt>
                <c:pt idx="3483" formatCode="0_)">
                  <c:v>151</c:v>
                </c:pt>
                <c:pt idx="3484" formatCode="0_)">
                  <c:v>149</c:v>
                </c:pt>
                <c:pt idx="3485" formatCode="0_)">
                  <c:v>-344.5</c:v>
                </c:pt>
                <c:pt idx="3486" formatCode="0_)">
                  <c:v>159.5</c:v>
                </c:pt>
                <c:pt idx="3487" formatCode="0_)">
                  <c:v>-233</c:v>
                </c:pt>
                <c:pt idx="3489" formatCode="0_)">
                  <c:v>218.5</c:v>
                </c:pt>
                <c:pt idx="3490" formatCode="0_)">
                  <c:v>-105.5</c:v>
                </c:pt>
                <c:pt idx="3491" formatCode="0_)">
                  <c:v>185.5</c:v>
                </c:pt>
                <c:pt idx="3492" formatCode="0_)">
                  <c:v>70</c:v>
                </c:pt>
                <c:pt idx="3493" formatCode="0_)">
                  <c:v>30</c:v>
                </c:pt>
                <c:pt idx="3494" formatCode="0_)">
                  <c:v>114.5</c:v>
                </c:pt>
                <c:pt idx="3495" formatCode="0_)">
                  <c:v>-95</c:v>
                </c:pt>
                <c:pt idx="3496" formatCode="0_)">
                  <c:v>-110</c:v>
                </c:pt>
                <c:pt idx="3497" formatCode="0_)">
                  <c:v>-165</c:v>
                </c:pt>
                <c:pt idx="3498" formatCode="0_)">
                  <c:v>99</c:v>
                </c:pt>
                <c:pt idx="3499" formatCode="0_)">
                  <c:v>-92</c:v>
                </c:pt>
                <c:pt idx="3500" formatCode="0_)">
                  <c:v>-32</c:v>
                </c:pt>
                <c:pt idx="3501" formatCode="0_)">
                  <c:v>112</c:v>
                </c:pt>
                <c:pt idx="3502" formatCode="0_)">
                  <c:v>108</c:v>
                </c:pt>
                <c:pt idx="3503" formatCode="0_)">
                  <c:v>185</c:v>
                </c:pt>
                <c:pt idx="3504" formatCode="0_)">
                  <c:v>-194.5</c:v>
                </c:pt>
                <c:pt idx="3505" formatCode="0_)">
                  <c:v>155</c:v>
                </c:pt>
                <c:pt idx="3506" formatCode="0_)">
                  <c:v>-75</c:v>
                </c:pt>
                <c:pt idx="3507" formatCode="0_)">
                  <c:v>-40.5</c:v>
                </c:pt>
                <c:pt idx="3508" formatCode="0_)">
                  <c:v>-198</c:v>
                </c:pt>
                <c:pt idx="3509" formatCode="0_)">
                  <c:v>209</c:v>
                </c:pt>
                <c:pt idx="3510" formatCode="0_)">
                  <c:v>-161</c:v>
                </c:pt>
                <c:pt idx="3511" formatCode="0_)">
                  <c:v>180</c:v>
                </c:pt>
                <c:pt idx="3512" formatCode="0_)">
                  <c:v>110</c:v>
                </c:pt>
                <c:pt idx="3513" formatCode="0_)">
                  <c:v>80.5</c:v>
                </c:pt>
                <c:pt idx="3514" formatCode="0_)">
                  <c:v>110.5</c:v>
                </c:pt>
                <c:pt idx="3515" formatCode="0_)">
                  <c:v>89</c:v>
                </c:pt>
                <c:pt idx="3516" formatCode="0_)">
                  <c:v>-35</c:v>
                </c:pt>
                <c:pt idx="3517" formatCode="0_)">
                  <c:v>7</c:v>
                </c:pt>
                <c:pt idx="3518" formatCode="0_)">
                  <c:v>139</c:v>
                </c:pt>
                <c:pt idx="3519" formatCode="0_)">
                  <c:v>-11</c:v>
                </c:pt>
                <c:pt idx="3520" formatCode="0_)">
                  <c:v>11</c:v>
                </c:pt>
                <c:pt idx="3521" formatCode="0_)">
                  <c:v>50</c:v>
                </c:pt>
                <c:pt idx="3522" formatCode="0_)">
                  <c:v>-150.5</c:v>
                </c:pt>
                <c:pt idx="3523" formatCode="0_)">
                  <c:v>27</c:v>
                </c:pt>
                <c:pt idx="3524" formatCode="0_)">
                  <c:v>-127.5</c:v>
                </c:pt>
                <c:pt idx="3525" formatCode="0_)">
                  <c:v>40</c:v>
                </c:pt>
                <c:pt idx="3526" formatCode="0_)">
                  <c:v>121</c:v>
                </c:pt>
                <c:pt idx="3527" formatCode="0_)">
                  <c:v>119.5</c:v>
                </c:pt>
                <c:pt idx="3528" formatCode="0_)">
                  <c:v>89.5</c:v>
                </c:pt>
                <c:pt idx="3529" formatCode="0_)">
                  <c:v>-50</c:v>
                </c:pt>
                <c:pt idx="3530" formatCode="0_)">
                  <c:v>-185</c:v>
                </c:pt>
                <c:pt idx="3531" formatCode="0_)">
                  <c:v>-69</c:v>
                </c:pt>
                <c:pt idx="3532" formatCode="0_)">
                  <c:v>-26</c:v>
                </c:pt>
                <c:pt idx="3533" formatCode="0_)">
                  <c:v>5</c:v>
                </c:pt>
                <c:pt idx="3534" formatCode="0_)">
                  <c:v>274</c:v>
                </c:pt>
                <c:pt idx="3535" formatCode="0_)">
                  <c:v>-209</c:v>
                </c:pt>
                <c:pt idx="3536" formatCode="0_)">
                  <c:v>105</c:v>
                </c:pt>
                <c:pt idx="3537" formatCode="0_)">
                  <c:v>-65</c:v>
                </c:pt>
                <c:pt idx="3538" formatCode="0_)">
                  <c:v>-199.5</c:v>
                </c:pt>
                <c:pt idx="3539" formatCode="0_)">
                  <c:v>39.5</c:v>
                </c:pt>
                <c:pt idx="3540" formatCode="0_)">
                  <c:v>-111</c:v>
                </c:pt>
                <c:pt idx="3541" formatCode="0_)">
                  <c:v>-39</c:v>
                </c:pt>
                <c:pt idx="3542" formatCode="0_)">
                  <c:v>-225</c:v>
                </c:pt>
                <c:pt idx="3543" formatCode="0_)">
                  <c:v>241.5</c:v>
                </c:pt>
                <c:pt idx="3544" formatCode="0_)">
                  <c:v>3.5</c:v>
                </c:pt>
                <c:pt idx="3545" formatCode="0_)">
                  <c:v>-270</c:v>
                </c:pt>
                <c:pt idx="3546" formatCode="0_)">
                  <c:v>-275</c:v>
                </c:pt>
                <c:pt idx="3547" formatCode="0_)">
                  <c:v>-195</c:v>
                </c:pt>
                <c:pt idx="3548" formatCode="0_)">
                  <c:v>236</c:v>
                </c:pt>
                <c:pt idx="3549" formatCode="0_)">
                  <c:v>-136</c:v>
                </c:pt>
                <c:pt idx="3550" formatCode="0_)">
                  <c:v>165</c:v>
                </c:pt>
                <c:pt idx="3551" formatCode="0_)">
                  <c:v>154.5</c:v>
                </c:pt>
                <c:pt idx="3552" formatCode="0_)">
                  <c:v>-69.5</c:v>
                </c:pt>
                <c:pt idx="3554" formatCode="0_)">
                  <c:v>50.5</c:v>
                </c:pt>
                <c:pt idx="3555" formatCode="0_)">
                  <c:v>19.5</c:v>
                </c:pt>
                <c:pt idx="3556" formatCode="0_)">
                  <c:v>15</c:v>
                </c:pt>
                <c:pt idx="3557" formatCode="0_)">
                  <c:v>185</c:v>
                </c:pt>
                <c:pt idx="3558" formatCode="0_)">
                  <c:v>-129</c:v>
                </c:pt>
                <c:pt idx="3559" formatCode="0_)">
                  <c:v>-149.5</c:v>
                </c:pt>
                <c:pt idx="3560" formatCode="0_)">
                  <c:v>118.5</c:v>
                </c:pt>
                <c:pt idx="3561" formatCode="0_)">
                  <c:v>-170</c:v>
                </c:pt>
                <c:pt idx="3562" formatCode="0_)">
                  <c:v>111</c:v>
                </c:pt>
                <c:pt idx="3563" formatCode="0_)">
                  <c:v>-113</c:v>
                </c:pt>
                <c:pt idx="3564" formatCode="0_)">
                  <c:v>158</c:v>
                </c:pt>
                <c:pt idx="3565" formatCode="0_)">
                  <c:v>-10</c:v>
                </c:pt>
                <c:pt idx="3566" formatCode="0_)">
                  <c:v>30</c:v>
                </c:pt>
                <c:pt idx="3567" formatCode="0_)">
                  <c:v>45</c:v>
                </c:pt>
                <c:pt idx="3568" formatCode="0_)">
                  <c:v>129</c:v>
                </c:pt>
                <c:pt idx="3569" formatCode="0_)">
                  <c:v>-60</c:v>
                </c:pt>
                <c:pt idx="3570" formatCode="0_)">
                  <c:v>279</c:v>
                </c:pt>
                <c:pt idx="3571" formatCode="0_)">
                  <c:v>33</c:v>
                </c:pt>
                <c:pt idx="3572" formatCode="0_)">
                  <c:v>128</c:v>
                </c:pt>
                <c:pt idx="3573" formatCode="0_)">
                  <c:v>96</c:v>
                </c:pt>
                <c:pt idx="3574" formatCode="0_)">
                  <c:v>-86</c:v>
                </c:pt>
                <c:pt idx="3575" formatCode="0_)">
                  <c:v>92</c:v>
                </c:pt>
                <c:pt idx="3576" formatCode="0_)">
                  <c:v>63</c:v>
                </c:pt>
                <c:pt idx="3577" formatCode="0_)">
                  <c:v>20</c:v>
                </c:pt>
                <c:pt idx="3578" formatCode="0_)">
                  <c:v>-33</c:v>
                </c:pt>
                <c:pt idx="3579" formatCode="0_)">
                  <c:v>29</c:v>
                </c:pt>
                <c:pt idx="3580" formatCode="0_)">
                  <c:v>140</c:v>
                </c:pt>
                <c:pt idx="3581" formatCode="0_)">
                  <c:v>-31</c:v>
                </c:pt>
                <c:pt idx="3582" formatCode="0_)">
                  <c:v>-40</c:v>
                </c:pt>
                <c:pt idx="3583" formatCode="0_)">
                  <c:v>-240</c:v>
                </c:pt>
                <c:pt idx="3584" formatCode="0_)">
                  <c:v>1</c:v>
                </c:pt>
                <c:pt idx="3585" formatCode="0_)">
                  <c:v>144.5</c:v>
                </c:pt>
                <c:pt idx="3586" formatCode="0_)">
                  <c:v>90.5</c:v>
                </c:pt>
                <c:pt idx="3587" formatCode="0_)">
                  <c:v>-126</c:v>
                </c:pt>
                <c:pt idx="3588" formatCode="0_)">
                  <c:v>185</c:v>
                </c:pt>
                <c:pt idx="3589" formatCode="0_)">
                  <c:v>-204</c:v>
                </c:pt>
                <c:pt idx="3590" formatCode="0_)">
                  <c:v>-90</c:v>
                </c:pt>
                <c:pt idx="3591" formatCode="0_)">
                  <c:v>-10</c:v>
                </c:pt>
                <c:pt idx="3592" formatCode="0_)">
                  <c:v>-71.5</c:v>
                </c:pt>
                <c:pt idx="3593" formatCode="0_)">
                  <c:v>-184.5</c:v>
                </c:pt>
                <c:pt idx="3594" formatCode="0_)">
                  <c:v>175</c:v>
                </c:pt>
                <c:pt idx="3595" formatCode="0_)">
                  <c:v>-164</c:v>
                </c:pt>
                <c:pt idx="3596" formatCode="0_)">
                  <c:v>56.5</c:v>
                </c:pt>
                <c:pt idx="3597" formatCode="0_)">
                  <c:v>68</c:v>
                </c:pt>
                <c:pt idx="3598" formatCode="0_)">
                  <c:v>79.5</c:v>
                </c:pt>
                <c:pt idx="3599" formatCode="0_)">
                  <c:v>-245</c:v>
                </c:pt>
                <c:pt idx="3600" formatCode="0_)">
                  <c:v>66</c:v>
                </c:pt>
                <c:pt idx="3601" formatCode="0_)">
                  <c:v>-100</c:v>
                </c:pt>
                <c:pt idx="3602" formatCode="0_)">
                  <c:v>-126</c:v>
                </c:pt>
                <c:pt idx="3603" formatCode="0_)">
                  <c:v>-123</c:v>
                </c:pt>
                <c:pt idx="3604" formatCode="0_)">
                  <c:v>58</c:v>
                </c:pt>
                <c:pt idx="3605" formatCode="0_)">
                  <c:v>-19</c:v>
                </c:pt>
                <c:pt idx="3606" formatCode="0_)">
                  <c:v>-229</c:v>
                </c:pt>
                <c:pt idx="3607" formatCode="0_)">
                  <c:v>-201</c:v>
                </c:pt>
                <c:pt idx="3608" formatCode="0_)">
                  <c:v>-242</c:v>
                </c:pt>
                <c:pt idx="3609" formatCode="0_)">
                  <c:v>201</c:v>
                </c:pt>
                <c:pt idx="3610" formatCode="0_)">
                  <c:v>41</c:v>
                </c:pt>
                <c:pt idx="3611" formatCode="0_)">
                  <c:v>30</c:v>
                </c:pt>
                <c:pt idx="3612" formatCode="0_)">
                  <c:v>-225.5</c:v>
                </c:pt>
                <c:pt idx="3613" formatCode="0_)">
                  <c:v>57.5</c:v>
                </c:pt>
                <c:pt idx="3614" formatCode="0_)">
                  <c:v>-267.5</c:v>
                </c:pt>
                <c:pt idx="3615" formatCode="0_)">
                  <c:v>-80</c:v>
                </c:pt>
                <c:pt idx="3616" formatCode="0_)">
                  <c:v>-43.5</c:v>
                </c:pt>
                <c:pt idx="3617" formatCode="0_)">
                  <c:v>140</c:v>
                </c:pt>
                <c:pt idx="3618" formatCode="0_)">
                  <c:v>108</c:v>
                </c:pt>
                <c:pt idx="3619" formatCode="0_)">
                  <c:v>-120</c:v>
                </c:pt>
                <c:pt idx="3620" formatCode="0_)">
                  <c:v>-80</c:v>
                </c:pt>
                <c:pt idx="3621" formatCode="0_)">
                  <c:v>285</c:v>
                </c:pt>
                <c:pt idx="3622" formatCode="0_)">
                  <c:v>131</c:v>
                </c:pt>
                <c:pt idx="3623" formatCode="0_)">
                  <c:v>-149.5</c:v>
                </c:pt>
                <c:pt idx="3624" formatCode="0_)">
                  <c:v>-305.5</c:v>
                </c:pt>
                <c:pt idx="3625" formatCode="0_)">
                  <c:v>50</c:v>
                </c:pt>
                <c:pt idx="3626" formatCode="0_)">
                  <c:v>59</c:v>
                </c:pt>
                <c:pt idx="3627" formatCode="0_)">
                  <c:v>202</c:v>
                </c:pt>
                <c:pt idx="3628" formatCode="0_)">
                  <c:v>-102</c:v>
                </c:pt>
                <c:pt idx="3629" formatCode="0_)">
                  <c:v>-75</c:v>
                </c:pt>
                <c:pt idx="3630" formatCode="0_)">
                  <c:v>-75</c:v>
                </c:pt>
                <c:pt idx="3631" formatCode="0_)">
                  <c:v>-60</c:v>
                </c:pt>
                <c:pt idx="3632" formatCode="0_)">
                  <c:v>-80</c:v>
                </c:pt>
                <c:pt idx="3633" formatCode="0_)">
                  <c:v>-55</c:v>
                </c:pt>
                <c:pt idx="3634" formatCode="0_)">
                  <c:v>-92.5</c:v>
                </c:pt>
                <c:pt idx="3635" formatCode="0_)">
                  <c:v>108.5</c:v>
                </c:pt>
                <c:pt idx="3636" formatCode="0_)">
                  <c:v>180.5</c:v>
                </c:pt>
                <c:pt idx="3637" formatCode="0_)">
                  <c:v>68.5</c:v>
                </c:pt>
                <c:pt idx="3641" formatCode="0_)">
                  <c:v>241</c:v>
                </c:pt>
                <c:pt idx="3642" formatCode="0_)">
                  <c:v>-156</c:v>
                </c:pt>
                <c:pt idx="3643" formatCode="0_)">
                  <c:v>-38.5</c:v>
                </c:pt>
                <c:pt idx="3645" formatCode="0_)">
                  <c:v>-10.5</c:v>
                </c:pt>
                <c:pt idx="3646" formatCode="0_)">
                  <c:v>99</c:v>
                </c:pt>
                <c:pt idx="3647" formatCode="0_)">
                  <c:v>225.5</c:v>
                </c:pt>
                <c:pt idx="3648" formatCode="0_)">
                  <c:v>-75</c:v>
                </c:pt>
                <c:pt idx="3649" formatCode="0_)">
                  <c:v>190.5</c:v>
                </c:pt>
                <c:pt idx="3650" formatCode="0_)">
                  <c:v>245</c:v>
                </c:pt>
                <c:pt idx="3651" formatCode="0_)">
                  <c:v>-230.5</c:v>
                </c:pt>
                <c:pt idx="3652" formatCode="0_)">
                  <c:v>75.5</c:v>
                </c:pt>
                <c:pt idx="3653" formatCode="0_)">
                  <c:v>165</c:v>
                </c:pt>
                <c:pt idx="3654" formatCode="0_)">
                  <c:v>-135.5</c:v>
                </c:pt>
                <c:pt idx="3655" formatCode="0_)">
                  <c:v>-205.5</c:v>
                </c:pt>
                <c:pt idx="3656" formatCode="0_)">
                  <c:v>101.5</c:v>
                </c:pt>
                <c:pt idx="3657" formatCode="0_)">
                  <c:v>-59.5</c:v>
                </c:pt>
                <c:pt idx="3658" formatCode="0_)">
                  <c:v>-152</c:v>
                </c:pt>
                <c:pt idx="3659" formatCode="0_)">
                  <c:v>10</c:v>
                </c:pt>
                <c:pt idx="3660" formatCode="0_)">
                  <c:v>80.5</c:v>
                </c:pt>
                <c:pt idx="3661" formatCode="0_)">
                  <c:v>91.5</c:v>
                </c:pt>
                <c:pt idx="3662" formatCode="0_)">
                  <c:v>28</c:v>
                </c:pt>
                <c:pt idx="3663" formatCode="0_)">
                  <c:v>-227</c:v>
                </c:pt>
                <c:pt idx="3664" formatCode="0_)">
                  <c:v>278</c:v>
                </c:pt>
                <c:pt idx="3665" formatCode="0_)">
                  <c:v>-6</c:v>
                </c:pt>
                <c:pt idx="3666" formatCode="0_)">
                  <c:v>5.5</c:v>
                </c:pt>
                <c:pt idx="3667" formatCode="0_)">
                  <c:v>174.5</c:v>
                </c:pt>
                <c:pt idx="3668" formatCode="0_)">
                  <c:v>-50</c:v>
                </c:pt>
                <c:pt idx="3669" formatCode="0_)">
                  <c:v>-93</c:v>
                </c:pt>
                <c:pt idx="3670" formatCode="0_)">
                  <c:v>-21</c:v>
                </c:pt>
                <c:pt idx="3671" formatCode="0_)">
                  <c:v>169</c:v>
                </c:pt>
                <c:pt idx="3672" formatCode="0_)">
                  <c:v>262</c:v>
                </c:pt>
                <c:pt idx="3673" formatCode="0_)">
                  <c:v>208.5</c:v>
                </c:pt>
                <c:pt idx="3674" formatCode="0_)">
                  <c:v>-15.5</c:v>
                </c:pt>
                <c:pt idx="3675" formatCode="0_)">
                  <c:v>-124.5</c:v>
                </c:pt>
                <c:pt idx="3676" formatCode="0_)">
                  <c:v>95.5</c:v>
                </c:pt>
                <c:pt idx="3677" formatCode="0_)">
                  <c:v>25</c:v>
                </c:pt>
                <c:pt idx="3678" formatCode="0_)">
                  <c:v>144</c:v>
                </c:pt>
                <c:pt idx="3679" formatCode="0_)">
                  <c:v>135</c:v>
                </c:pt>
                <c:pt idx="3680" formatCode="0_)">
                  <c:v>21</c:v>
                </c:pt>
                <c:pt idx="3681" formatCode="0_)">
                  <c:v>180</c:v>
                </c:pt>
                <c:pt idx="3682" formatCode="0_)">
                  <c:v>41</c:v>
                </c:pt>
                <c:pt idx="3683" formatCode="0_)">
                  <c:v>-75</c:v>
                </c:pt>
                <c:pt idx="3684" formatCode="0_)">
                  <c:v>24</c:v>
                </c:pt>
                <c:pt idx="3685" formatCode="0_)">
                  <c:v>245</c:v>
                </c:pt>
                <c:pt idx="3686" formatCode="0_)">
                  <c:v>-46</c:v>
                </c:pt>
                <c:pt idx="3687" formatCode="0_)">
                  <c:v>70.5</c:v>
                </c:pt>
                <c:pt idx="3688" formatCode="0_)">
                  <c:v>24.5</c:v>
                </c:pt>
                <c:pt idx="3689" formatCode="0_)">
                  <c:v>120</c:v>
                </c:pt>
                <c:pt idx="3690" formatCode="0_)">
                  <c:v>-269</c:v>
                </c:pt>
                <c:pt idx="3691" formatCode="0_)">
                  <c:v>465</c:v>
                </c:pt>
                <c:pt idx="3692" formatCode="0_)">
                  <c:v>-221</c:v>
                </c:pt>
                <c:pt idx="3693" formatCode="0_)">
                  <c:v>-259.5</c:v>
                </c:pt>
                <c:pt idx="3694" formatCode="0_)">
                  <c:v>160</c:v>
                </c:pt>
                <c:pt idx="3695" formatCode="0_)">
                  <c:v>-204.5</c:v>
                </c:pt>
                <c:pt idx="3696" formatCode="0_)">
                  <c:v>194</c:v>
                </c:pt>
                <c:pt idx="3697" formatCode="0_)">
                  <c:v>61</c:v>
                </c:pt>
                <c:pt idx="3698" formatCode="0_)">
                  <c:v>-251</c:v>
                </c:pt>
                <c:pt idx="3699" formatCode="0_)">
                  <c:v>-75</c:v>
                </c:pt>
                <c:pt idx="3700" formatCode="0_)">
                  <c:v>-74.5</c:v>
                </c:pt>
                <c:pt idx="3701" formatCode="0_)">
                  <c:v>-421.5</c:v>
                </c:pt>
                <c:pt idx="3704" formatCode="0_)">
                  <c:v>451</c:v>
                </c:pt>
                <c:pt idx="3705" formatCode="0_)">
                  <c:v>20</c:v>
                </c:pt>
                <c:pt idx="3706" formatCode="0_)">
                  <c:v>197</c:v>
                </c:pt>
                <c:pt idx="3707" formatCode="0_)">
                  <c:v>83</c:v>
                </c:pt>
                <c:pt idx="3708" formatCode="0_)">
                  <c:v>-20</c:v>
                </c:pt>
                <c:pt idx="3709" formatCode="0_)">
                  <c:v>-194.5</c:v>
                </c:pt>
                <c:pt idx="3710" formatCode="0_)">
                  <c:v>138.5</c:v>
                </c:pt>
                <c:pt idx="3711" formatCode="0_)">
                  <c:v>127</c:v>
                </c:pt>
                <c:pt idx="3712" formatCode="0_)">
                  <c:v>54</c:v>
                </c:pt>
                <c:pt idx="3713" formatCode="0_)">
                  <c:v>95</c:v>
                </c:pt>
                <c:pt idx="3714" formatCode="0_)">
                  <c:v>-58</c:v>
                </c:pt>
                <c:pt idx="3715" formatCode="0_)">
                  <c:v>-32</c:v>
                </c:pt>
                <c:pt idx="3716" formatCode="0_)">
                  <c:v>234.5</c:v>
                </c:pt>
                <c:pt idx="3717" formatCode="0_)">
                  <c:v>-74.5</c:v>
                </c:pt>
                <c:pt idx="3718" formatCode="0_)">
                  <c:v>-130.5</c:v>
                </c:pt>
                <c:pt idx="3719" formatCode="0_)">
                  <c:v>40.5</c:v>
                </c:pt>
                <c:pt idx="3720" formatCode="0_)">
                  <c:v>16.5</c:v>
                </c:pt>
                <c:pt idx="3721" formatCode="0_)">
                  <c:v>125</c:v>
                </c:pt>
                <c:pt idx="3722" formatCode="0_)">
                  <c:v>-231.5</c:v>
                </c:pt>
                <c:pt idx="3723" formatCode="0_)">
                  <c:v>11.5</c:v>
                </c:pt>
                <c:pt idx="3724" formatCode="0_)">
                  <c:v>128.5</c:v>
                </c:pt>
                <c:pt idx="3725" formatCode="0_)">
                  <c:v>26</c:v>
                </c:pt>
                <c:pt idx="3726" formatCode="0_)">
                  <c:v>-95.5</c:v>
                </c:pt>
                <c:pt idx="3727" formatCode="0_)">
                  <c:v>-100.5</c:v>
                </c:pt>
                <c:pt idx="3728" formatCode="0_)">
                  <c:v>146</c:v>
                </c:pt>
                <c:pt idx="3729" formatCode="0_)">
                  <c:v>-6</c:v>
                </c:pt>
                <c:pt idx="3730" formatCode="0_)">
                  <c:v>-85</c:v>
                </c:pt>
                <c:pt idx="3731" formatCode="0_)">
                  <c:v>31</c:v>
                </c:pt>
                <c:pt idx="3732" formatCode="0_)">
                  <c:v>-296</c:v>
                </c:pt>
                <c:pt idx="3734" formatCode="0_)">
                  <c:v>232</c:v>
                </c:pt>
                <c:pt idx="3735" formatCode="0_)">
                  <c:v>19</c:v>
                </c:pt>
                <c:pt idx="3736" formatCode="0_)">
                  <c:v>-181</c:v>
                </c:pt>
                <c:pt idx="3737" formatCode="0_)">
                  <c:v>-60</c:v>
                </c:pt>
                <c:pt idx="3738" formatCode="0_)">
                  <c:v>-124</c:v>
                </c:pt>
                <c:pt idx="3739" formatCode="0_)">
                  <c:v>134</c:v>
                </c:pt>
                <c:pt idx="3740" formatCode="0_)">
                  <c:v>-230</c:v>
                </c:pt>
                <c:pt idx="3741" formatCode="0_)">
                  <c:v>180</c:v>
                </c:pt>
                <c:pt idx="3742" formatCode="0_)">
                  <c:v>110</c:v>
                </c:pt>
                <c:pt idx="3743" formatCode="0_)">
                  <c:v>70</c:v>
                </c:pt>
                <c:pt idx="3744" formatCode="0_)">
                  <c:v>-180</c:v>
                </c:pt>
                <c:pt idx="3745" formatCode="0_)">
                  <c:v>35</c:v>
                </c:pt>
                <c:pt idx="3746" formatCode="0_)">
                  <c:v>25</c:v>
                </c:pt>
                <c:pt idx="3747" formatCode="0_)">
                  <c:v>-142</c:v>
                </c:pt>
                <c:pt idx="3749" formatCode="0_)">
                  <c:v>98</c:v>
                </c:pt>
                <c:pt idx="3750" formatCode="0_)">
                  <c:v>-200</c:v>
                </c:pt>
                <c:pt idx="3751" formatCode="0_)">
                  <c:v>-66</c:v>
                </c:pt>
                <c:pt idx="3752" formatCode="0_)">
                  <c:v>-5</c:v>
                </c:pt>
                <c:pt idx="3753" formatCode="0_)">
                  <c:v>-125</c:v>
                </c:pt>
                <c:pt idx="3754" formatCode="0_)">
                  <c:v>80</c:v>
                </c:pt>
                <c:pt idx="3755" formatCode="0_)">
                  <c:v>-54</c:v>
                </c:pt>
                <c:pt idx="3756" formatCode="0_)">
                  <c:v>-85</c:v>
                </c:pt>
                <c:pt idx="3757" formatCode="0_)">
                  <c:v>185</c:v>
                </c:pt>
                <c:pt idx="3758" formatCode="0_)">
                  <c:v>-13.5</c:v>
                </c:pt>
                <c:pt idx="3759" formatCode="0_)">
                  <c:v>-42.5</c:v>
                </c:pt>
                <c:pt idx="3760" formatCode="0_)">
                  <c:v>-61</c:v>
                </c:pt>
                <c:pt idx="3761" formatCode="0_)">
                  <c:v>-34</c:v>
                </c:pt>
                <c:pt idx="3762" formatCode="0_)">
                  <c:v>70</c:v>
                </c:pt>
                <c:pt idx="3763" formatCode="0_)">
                  <c:v>230</c:v>
                </c:pt>
                <c:pt idx="3764" formatCode="0_)">
                  <c:v>-74</c:v>
                </c:pt>
                <c:pt idx="3765" formatCode="0_)">
                  <c:v>115</c:v>
                </c:pt>
                <c:pt idx="3766" formatCode="0_)">
                  <c:v>89.5</c:v>
                </c:pt>
                <c:pt idx="3767" formatCode="0_)">
                  <c:v>204.5</c:v>
                </c:pt>
                <c:pt idx="3768" formatCode="0_)">
                  <c:v>-49.5</c:v>
                </c:pt>
                <c:pt idx="3769" formatCode="0_)">
                  <c:v>-49</c:v>
                </c:pt>
                <c:pt idx="3770" formatCode="0_)">
                  <c:v>50.5</c:v>
                </c:pt>
                <c:pt idx="3771" formatCode="0_)">
                  <c:v>9</c:v>
                </c:pt>
                <c:pt idx="3772" formatCode="0_)">
                  <c:v>129</c:v>
                </c:pt>
                <c:pt idx="3773" formatCode="0_)">
                  <c:v>95.5</c:v>
                </c:pt>
                <c:pt idx="3774" formatCode="0_)">
                  <c:v>-64.5</c:v>
                </c:pt>
                <c:pt idx="3775" formatCode="0_)">
                  <c:v>39.5</c:v>
                </c:pt>
                <c:pt idx="3776" formatCode="0_)">
                  <c:v>234.5</c:v>
                </c:pt>
                <c:pt idx="3777" formatCode="0_)">
                  <c:v>-324</c:v>
                </c:pt>
                <c:pt idx="3778" formatCode="0_)">
                  <c:v>-96</c:v>
                </c:pt>
                <c:pt idx="3779" formatCode="0_)">
                  <c:v>-25</c:v>
                </c:pt>
                <c:pt idx="3780" formatCode="0_)">
                  <c:v>-185</c:v>
                </c:pt>
                <c:pt idx="3781" formatCode="0_)">
                  <c:v>68</c:v>
                </c:pt>
                <c:pt idx="3782" formatCode="0_)">
                  <c:v>76</c:v>
                </c:pt>
                <c:pt idx="3783" formatCode="0_)">
                  <c:v>-19</c:v>
                </c:pt>
                <c:pt idx="3784" formatCode="0_)">
                  <c:v>-4.5</c:v>
                </c:pt>
                <c:pt idx="3785" formatCode="0_)">
                  <c:v>-184.5</c:v>
                </c:pt>
                <c:pt idx="3786" formatCode="0_)">
                  <c:v>10</c:v>
                </c:pt>
                <c:pt idx="3787" formatCode="0_)">
                  <c:v>23</c:v>
                </c:pt>
                <c:pt idx="3788" formatCode="0_)">
                  <c:v>66</c:v>
                </c:pt>
                <c:pt idx="3789" formatCode="0_)">
                  <c:v>51</c:v>
                </c:pt>
                <c:pt idx="3790" formatCode="0_)">
                  <c:v>-131</c:v>
                </c:pt>
                <c:pt idx="3791" formatCode="0_)">
                  <c:v>-50.5</c:v>
                </c:pt>
                <c:pt idx="3792" formatCode="0_)">
                  <c:v>-99.5</c:v>
                </c:pt>
                <c:pt idx="3793" formatCode="0_)">
                  <c:v>30</c:v>
                </c:pt>
                <c:pt idx="3794" formatCode="0_)">
                  <c:v>-94</c:v>
                </c:pt>
                <c:pt idx="3795" formatCode="0_)">
                  <c:v>-41</c:v>
                </c:pt>
                <c:pt idx="3796" formatCode="0_)">
                  <c:v>205.5</c:v>
                </c:pt>
                <c:pt idx="3797" formatCode="0_)">
                  <c:v>-164.5</c:v>
                </c:pt>
                <c:pt idx="3798" formatCode="0_)">
                  <c:v>-191</c:v>
                </c:pt>
                <c:pt idx="3799" formatCode="0_)">
                  <c:v>-95.5</c:v>
                </c:pt>
                <c:pt idx="3800" formatCode="0_)">
                  <c:v>61.5</c:v>
                </c:pt>
                <c:pt idx="3801" formatCode="0_)">
                  <c:v>-45</c:v>
                </c:pt>
                <c:pt idx="3802" formatCode="0_)">
                  <c:v>-276</c:v>
                </c:pt>
                <c:pt idx="3803" formatCode="0_)">
                  <c:v>-89.5</c:v>
                </c:pt>
                <c:pt idx="3804" formatCode="0_)">
                  <c:v>-199.5</c:v>
                </c:pt>
                <c:pt idx="3805" formatCode="0_)">
                  <c:v>57</c:v>
                </c:pt>
                <c:pt idx="3806" formatCode="0_)">
                  <c:v>322</c:v>
                </c:pt>
                <c:pt idx="3807" formatCode="0_)">
                  <c:v>-330</c:v>
                </c:pt>
                <c:pt idx="3808" formatCode="0_)">
                  <c:v>122</c:v>
                </c:pt>
                <c:pt idx="3809" formatCode="0_)">
                  <c:v>45</c:v>
                </c:pt>
                <c:pt idx="3810" formatCode="0_)">
                  <c:v>193</c:v>
                </c:pt>
                <c:pt idx="3811" formatCode="0_)">
                  <c:v>172</c:v>
                </c:pt>
                <c:pt idx="3812" formatCode="0_)">
                  <c:v>19</c:v>
                </c:pt>
                <c:pt idx="3814" formatCode="0_)">
                  <c:v>-280</c:v>
                </c:pt>
                <c:pt idx="3815" formatCode="0_)">
                  <c:v>45</c:v>
                </c:pt>
                <c:pt idx="3816" formatCode="0_)">
                  <c:v>22</c:v>
                </c:pt>
                <c:pt idx="3817" formatCode="0_)">
                  <c:v>-138</c:v>
                </c:pt>
                <c:pt idx="3818" formatCode="0_)">
                  <c:v>-139</c:v>
                </c:pt>
                <c:pt idx="3819" formatCode="0_)">
                  <c:v>-146</c:v>
                </c:pt>
                <c:pt idx="3820" formatCode="0_)">
                  <c:v>135</c:v>
                </c:pt>
                <c:pt idx="3821" formatCode="0_)">
                  <c:v>60</c:v>
                </c:pt>
                <c:pt idx="3822" formatCode="0_)">
                  <c:v>-345</c:v>
                </c:pt>
                <c:pt idx="3823" formatCode="0_)">
                  <c:v>-85</c:v>
                </c:pt>
                <c:pt idx="3824" formatCode="0_)">
                  <c:v>-64</c:v>
                </c:pt>
                <c:pt idx="3825" formatCode="0_)">
                  <c:v>-65</c:v>
                </c:pt>
                <c:pt idx="3826" formatCode="0_)">
                  <c:v>39</c:v>
                </c:pt>
                <c:pt idx="3827" formatCode="0_)">
                  <c:v>196</c:v>
                </c:pt>
                <c:pt idx="3828" formatCode="0_)">
                  <c:v>-217</c:v>
                </c:pt>
                <c:pt idx="3829" formatCode="0_)">
                  <c:v>-38</c:v>
                </c:pt>
                <c:pt idx="3830" formatCode="0_)">
                  <c:v>91</c:v>
                </c:pt>
                <c:pt idx="3831" formatCode="0_)">
                  <c:v>0</c:v>
                </c:pt>
                <c:pt idx="3832" formatCode="0_)">
                  <c:v>-32</c:v>
                </c:pt>
                <c:pt idx="3833" formatCode="0_)">
                  <c:v>266</c:v>
                </c:pt>
                <c:pt idx="3834" formatCode="0_)">
                  <c:v>-76</c:v>
                </c:pt>
                <c:pt idx="3835" formatCode="0_)">
                  <c:v>-95</c:v>
                </c:pt>
                <c:pt idx="3836" formatCode="0_)">
                  <c:v>-90</c:v>
                </c:pt>
                <c:pt idx="3837" formatCode="0_)">
                  <c:v>21</c:v>
                </c:pt>
                <c:pt idx="3838" formatCode="0_)">
                  <c:v>-336</c:v>
                </c:pt>
                <c:pt idx="3839" formatCode="0_)">
                  <c:v>-171</c:v>
                </c:pt>
                <c:pt idx="3840" formatCode="0_)">
                  <c:v>-40</c:v>
                </c:pt>
                <c:pt idx="3841" formatCode="0_)">
                  <c:v>-158</c:v>
                </c:pt>
                <c:pt idx="3842" formatCode="0_)">
                  <c:v>-261</c:v>
                </c:pt>
                <c:pt idx="3843" formatCode="0_)">
                  <c:v>-254</c:v>
                </c:pt>
                <c:pt idx="3844" formatCode="0_)">
                  <c:v>33</c:v>
                </c:pt>
                <c:pt idx="3845" formatCode="0_)">
                  <c:v>-234</c:v>
                </c:pt>
                <c:pt idx="3846" formatCode="0_)">
                  <c:v>-103</c:v>
                </c:pt>
                <c:pt idx="3847" formatCode="0_)">
                  <c:v>-402</c:v>
                </c:pt>
                <c:pt idx="3848" formatCode="0_)">
                  <c:v>31</c:v>
                </c:pt>
                <c:pt idx="3849" formatCode="0_)">
                  <c:v>524</c:v>
                </c:pt>
                <c:pt idx="3850" formatCode="0_)">
                  <c:v>-429</c:v>
                </c:pt>
                <c:pt idx="3851" formatCode="0_)">
                  <c:v>-246</c:v>
                </c:pt>
                <c:pt idx="3852" formatCode="0_)">
                  <c:v>-179</c:v>
                </c:pt>
                <c:pt idx="3853" formatCode="0_)">
                  <c:v>174.5</c:v>
                </c:pt>
                <c:pt idx="3854" formatCode="0_)">
                  <c:v>-385.5</c:v>
                </c:pt>
                <c:pt idx="3855" formatCode="0_)">
                  <c:v>-204</c:v>
                </c:pt>
                <c:pt idx="3856" formatCode="0_)">
                  <c:v>-300</c:v>
                </c:pt>
                <c:pt idx="3857" formatCode="0_)">
                  <c:v>-265</c:v>
                </c:pt>
                <c:pt idx="3858" formatCode="0_)">
                  <c:v>-35</c:v>
                </c:pt>
                <c:pt idx="3859" formatCode="0_)">
                  <c:v>443</c:v>
                </c:pt>
                <c:pt idx="3860" formatCode="0_)">
                  <c:v>291.5</c:v>
                </c:pt>
                <c:pt idx="3861" formatCode="0_)">
                  <c:v>76.5</c:v>
                </c:pt>
                <c:pt idx="3862" formatCode="0_)">
                  <c:v>-502</c:v>
                </c:pt>
                <c:pt idx="3863" formatCode="0_)">
                  <c:v>-35</c:v>
                </c:pt>
                <c:pt idx="3864" formatCode="0_)">
                  <c:v>271</c:v>
                </c:pt>
                <c:pt idx="3865" formatCode="0_)">
                  <c:v>-160</c:v>
                </c:pt>
                <c:pt idx="3866" formatCode="0_)">
                  <c:v>-181</c:v>
                </c:pt>
                <c:pt idx="3867" formatCode="0_)">
                  <c:v>-129</c:v>
                </c:pt>
                <c:pt idx="3868" formatCode="0_)">
                  <c:v>244</c:v>
                </c:pt>
                <c:pt idx="3869" formatCode="0_)">
                  <c:v>-314.5</c:v>
                </c:pt>
                <c:pt idx="3870" formatCode="0_)">
                  <c:v>-98.5</c:v>
                </c:pt>
                <c:pt idx="3871" formatCode="0_)">
                  <c:v>-1</c:v>
                </c:pt>
                <c:pt idx="3872" formatCode="0_)">
                  <c:v>131</c:v>
                </c:pt>
                <c:pt idx="3873" formatCode="0_)">
                  <c:v>-141.5</c:v>
                </c:pt>
                <c:pt idx="3874" formatCode="0_)">
                  <c:v>-69.5</c:v>
                </c:pt>
                <c:pt idx="3875" formatCode="0_)">
                  <c:v>54</c:v>
                </c:pt>
                <c:pt idx="3876" formatCode="0_)">
                  <c:v>-134.5</c:v>
                </c:pt>
                <c:pt idx="3877" formatCode="0_)">
                  <c:v>40</c:v>
                </c:pt>
                <c:pt idx="3878" formatCode="0_)">
                  <c:v>245</c:v>
                </c:pt>
                <c:pt idx="3879" formatCode="0_)">
                  <c:v>-150</c:v>
                </c:pt>
                <c:pt idx="3880" formatCode="0_)">
                  <c:v>176.5</c:v>
                </c:pt>
                <c:pt idx="3881" formatCode="0_)">
                  <c:v>-77</c:v>
                </c:pt>
                <c:pt idx="3882" formatCode="0_)">
                  <c:v>-84</c:v>
                </c:pt>
                <c:pt idx="3883" formatCode="0_)">
                  <c:v>14.25</c:v>
                </c:pt>
                <c:pt idx="3884" formatCode="0_)">
                  <c:v>-65</c:v>
                </c:pt>
                <c:pt idx="3885" formatCode="0_)">
                  <c:v>-107.75</c:v>
                </c:pt>
                <c:pt idx="3886" formatCode="0_)">
                  <c:v>-62.25</c:v>
                </c:pt>
                <c:pt idx="3887" formatCode="0_)">
                  <c:v>-310</c:v>
                </c:pt>
                <c:pt idx="3888" formatCode="0_)">
                  <c:v>90.5</c:v>
                </c:pt>
                <c:pt idx="3889" formatCode="0_)">
                  <c:v>-23.25</c:v>
                </c:pt>
                <c:pt idx="3890" formatCode="0_)">
                  <c:v>62.75</c:v>
                </c:pt>
                <c:pt idx="3891" formatCode="0_)">
                  <c:v>52</c:v>
                </c:pt>
                <c:pt idx="3892" formatCode="0_)">
                  <c:v>-250.75</c:v>
                </c:pt>
                <c:pt idx="3893" formatCode="0_)">
                  <c:v>93.75</c:v>
                </c:pt>
                <c:pt idx="3894" formatCode="0_)">
                  <c:v>-55</c:v>
                </c:pt>
                <c:pt idx="3895" formatCode="0_)">
                  <c:v>-21.75</c:v>
                </c:pt>
                <c:pt idx="3896" formatCode="0_)">
                  <c:v>-113.25</c:v>
                </c:pt>
                <c:pt idx="3897" formatCode="0_)">
                  <c:v>-59.5</c:v>
                </c:pt>
                <c:pt idx="3898" formatCode="0_)">
                  <c:v>84.25</c:v>
                </c:pt>
                <c:pt idx="3899" formatCode="0_)">
                  <c:v>-60</c:v>
                </c:pt>
                <c:pt idx="3900" formatCode="0_)">
                  <c:v>-82.5</c:v>
                </c:pt>
                <c:pt idx="3903" formatCode="0_)">
                  <c:v>75</c:v>
                </c:pt>
                <c:pt idx="3904" formatCode="0_)">
                  <c:v>-31</c:v>
                </c:pt>
                <c:pt idx="3905" formatCode="0_)">
                  <c:v>90</c:v>
                </c:pt>
                <c:pt idx="3907" formatCode="0_)">
                  <c:v>169.5</c:v>
                </c:pt>
                <c:pt idx="3908" formatCode="0_)">
                  <c:v>30.5</c:v>
                </c:pt>
                <c:pt idx="3909" formatCode="0_)">
                  <c:v>230.5</c:v>
                </c:pt>
                <c:pt idx="3910" formatCode="0_)">
                  <c:v>58.5</c:v>
                </c:pt>
                <c:pt idx="3911" formatCode="0_)">
                  <c:v>-220</c:v>
                </c:pt>
                <c:pt idx="3912" formatCode="0_)">
                  <c:v>109.5</c:v>
                </c:pt>
                <c:pt idx="3913" formatCode="0_)">
                  <c:v>-108.5</c:v>
                </c:pt>
                <c:pt idx="3914" formatCode="0_)">
                  <c:v>-32.5</c:v>
                </c:pt>
                <c:pt idx="3915" formatCode="0_)">
                  <c:v>135</c:v>
                </c:pt>
                <c:pt idx="3916" formatCode="0_)">
                  <c:v>-63.5</c:v>
                </c:pt>
                <c:pt idx="3917" formatCode="0_)">
                  <c:v>132.5</c:v>
                </c:pt>
                <c:pt idx="3918" formatCode="0_)">
                  <c:v>-22</c:v>
                </c:pt>
                <c:pt idx="3919" formatCode="0_)">
                  <c:v>-45.5</c:v>
                </c:pt>
                <c:pt idx="3920" formatCode="0_)">
                  <c:v>-64.5</c:v>
                </c:pt>
                <c:pt idx="3921" formatCode="0_)">
                  <c:v>-56</c:v>
                </c:pt>
                <c:pt idx="3922" formatCode="0_)">
                  <c:v>-104.5</c:v>
                </c:pt>
                <c:pt idx="3923" formatCode="0_)">
                  <c:v>230.5</c:v>
                </c:pt>
                <c:pt idx="3924" formatCode="0_)">
                  <c:v>49.5</c:v>
                </c:pt>
                <c:pt idx="3925" formatCode="0_)">
                  <c:v>-35.5</c:v>
                </c:pt>
                <c:pt idx="3926" formatCode="0_)">
                  <c:v>-169.5</c:v>
                </c:pt>
                <c:pt idx="3927" formatCode="0_)">
                  <c:v>-19.5</c:v>
                </c:pt>
                <c:pt idx="3928" formatCode="0_)">
                  <c:v>39.5</c:v>
                </c:pt>
                <c:pt idx="3929" formatCode="0_)">
                  <c:v>55.5</c:v>
                </c:pt>
                <c:pt idx="3930" formatCode="0_)">
                  <c:v>119</c:v>
                </c:pt>
                <c:pt idx="3931" formatCode="0_)">
                  <c:v>30.5</c:v>
                </c:pt>
                <c:pt idx="3932" formatCode="0_)">
                  <c:v>90</c:v>
                </c:pt>
                <c:pt idx="3933" formatCode="0_)">
                  <c:v>86.5</c:v>
                </c:pt>
                <c:pt idx="3934" formatCode="0_)">
                  <c:v>-66</c:v>
                </c:pt>
                <c:pt idx="3935" formatCode="0_)">
                  <c:v>-84</c:v>
                </c:pt>
                <c:pt idx="3936" formatCode="0_)">
                  <c:v>-26.5</c:v>
                </c:pt>
                <c:pt idx="3937" formatCode="0_)">
                  <c:v>56.5</c:v>
                </c:pt>
                <c:pt idx="3938" formatCode="0_)">
                  <c:v>-135.5</c:v>
                </c:pt>
                <c:pt idx="3939" formatCode="0_)">
                  <c:v>-0.5</c:v>
                </c:pt>
                <c:pt idx="3940" formatCode="0_)">
                  <c:v>-119.5</c:v>
                </c:pt>
                <c:pt idx="3941" formatCode="0_)">
                  <c:v>139.5</c:v>
                </c:pt>
                <c:pt idx="3942" formatCode="0_)">
                  <c:v>-141</c:v>
                </c:pt>
                <c:pt idx="3943" formatCode="0_)">
                  <c:v>55.5</c:v>
                </c:pt>
                <c:pt idx="3944" formatCode="0_)">
                  <c:v>-15</c:v>
                </c:pt>
                <c:pt idx="3945" formatCode="0_)">
                  <c:v>160</c:v>
                </c:pt>
                <c:pt idx="3946" formatCode="0_)">
                  <c:v>92.5</c:v>
                </c:pt>
                <c:pt idx="3947" formatCode="0_)">
                  <c:v>-53</c:v>
                </c:pt>
                <c:pt idx="3948" formatCode="0_)">
                  <c:v>-60</c:v>
                </c:pt>
                <c:pt idx="3949" formatCode="0_)">
                  <c:v>150</c:v>
                </c:pt>
                <c:pt idx="3950" formatCode="0_)">
                  <c:v>65</c:v>
                </c:pt>
                <c:pt idx="3951" formatCode="0_)">
                  <c:v>95.5</c:v>
                </c:pt>
                <c:pt idx="3952" formatCode="0_)">
                  <c:v>52.5</c:v>
                </c:pt>
                <c:pt idx="3953" formatCode="0_)">
                  <c:v>-126</c:v>
                </c:pt>
                <c:pt idx="3954" formatCode="0_)">
                  <c:v>100.5</c:v>
                </c:pt>
                <c:pt idx="3955" formatCode="0_)">
                  <c:v>-31.5</c:v>
                </c:pt>
                <c:pt idx="3956" formatCode="0_)">
                  <c:v>-142</c:v>
                </c:pt>
                <c:pt idx="3957" formatCode="0_)">
                  <c:v>177</c:v>
                </c:pt>
                <c:pt idx="3958" formatCode="0_)">
                  <c:v>19</c:v>
                </c:pt>
                <c:pt idx="3959" formatCode="0_)">
                  <c:v>71</c:v>
                </c:pt>
                <c:pt idx="3960" formatCode="0_)">
                  <c:v>-21</c:v>
                </c:pt>
                <c:pt idx="3961" formatCode="0_)">
                  <c:v>190</c:v>
                </c:pt>
                <c:pt idx="3962" formatCode="0_)">
                  <c:v>-19</c:v>
                </c:pt>
                <c:pt idx="3963" formatCode="0_)">
                  <c:v>95.5</c:v>
                </c:pt>
                <c:pt idx="3964" formatCode="0_)">
                  <c:v>-95.5</c:v>
                </c:pt>
                <c:pt idx="3965" formatCode="0_)">
                  <c:v>-21</c:v>
                </c:pt>
                <c:pt idx="3966" formatCode="0_)">
                  <c:v>188</c:v>
                </c:pt>
                <c:pt idx="3967" formatCode="0_)">
                  <c:v>-132</c:v>
                </c:pt>
                <c:pt idx="3968" formatCode="0_)">
                  <c:v>-74</c:v>
                </c:pt>
                <c:pt idx="3969" formatCode="0_)">
                  <c:v>163</c:v>
                </c:pt>
                <c:pt idx="3970" formatCode="0_)">
                  <c:v>-71.5</c:v>
                </c:pt>
                <c:pt idx="3971" formatCode="0_)">
                  <c:v>147</c:v>
                </c:pt>
                <c:pt idx="3972" formatCode="0_)">
                  <c:v>19.5</c:v>
                </c:pt>
                <c:pt idx="3973" formatCode="0_)">
                  <c:v>200.5</c:v>
                </c:pt>
                <c:pt idx="3974" formatCode="0_)">
                  <c:v>-21.5</c:v>
                </c:pt>
                <c:pt idx="3975" formatCode="0_)">
                  <c:v>-4</c:v>
                </c:pt>
                <c:pt idx="3976" formatCode="0_)">
                  <c:v>160</c:v>
                </c:pt>
                <c:pt idx="3979" formatCode="0_)">
                  <c:v>117</c:v>
                </c:pt>
                <c:pt idx="3980" formatCode="0_)">
                  <c:v>168</c:v>
                </c:pt>
                <c:pt idx="3981" formatCode="0_)">
                  <c:v>16</c:v>
                </c:pt>
                <c:pt idx="3982" formatCode="0_)">
                  <c:v>-41</c:v>
                </c:pt>
                <c:pt idx="3983" formatCode="0_)">
                  <c:v>-89</c:v>
                </c:pt>
                <c:pt idx="3984" formatCode="0_)">
                  <c:v>-233.5</c:v>
                </c:pt>
                <c:pt idx="3985" formatCode="0_)">
                  <c:v>44.5</c:v>
                </c:pt>
                <c:pt idx="3986" formatCode="0_)">
                  <c:v>94</c:v>
                </c:pt>
                <c:pt idx="3987" formatCode="0_)">
                  <c:v>-179</c:v>
                </c:pt>
                <c:pt idx="3988" formatCode="0_)">
                  <c:v>-56.5</c:v>
                </c:pt>
                <c:pt idx="3989" formatCode="0_)">
                  <c:v>-120.5</c:v>
                </c:pt>
                <c:pt idx="3990" formatCode="0_)">
                  <c:v>115.5</c:v>
                </c:pt>
                <c:pt idx="3991" formatCode="0_)">
                  <c:v>214.5</c:v>
                </c:pt>
                <c:pt idx="3992" formatCode="0_)">
                  <c:v>-14</c:v>
                </c:pt>
                <c:pt idx="3994" formatCode="0_)">
                  <c:v>139</c:v>
                </c:pt>
                <c:pt idx="3995" formatCode="0_)">
                  <c:v>-49</c:v>
                </c:pt>
                <c:pt idx="3996" formatCode="0_)">
                  <c:v>169</c:v>
                </c:pt>
                <c:pt idx="3997" formatCode="0_)">
                  <c:v>-8</c:v>
                </c:pt>
                <c:pt idx="3998" formatCode="0_)">
                  <c:v>-225</c:v>
                </c:pt>
                <c:pt idx="3999" formatCode="0_)">
                  <c:v>99</c:v>
                </c:pt>
                <c:pt idx="4000" formatCode="0_)">
                  <c:v>-118</c:v>
                </c:pt>
                <c:pt idx="4001" formatCode="0_)">
                  <c:v>-199</c:v>
                </c:pt>
                <c:pt idx="4002" formatCode="0_)">
                  <c:v>39</c:v>
                </c:pt>
                <c:pt idx="4003" formatCode="0_)">
                  <c:v>52</c:v>
                </c:pt>
                <c:pt idx="4004" formatCode="0_)">
                  <c:v>201</c:v>
                </c:pt>
                <c:pt idx="4005" formatCode="0_)">
                  <c:v>-62</c:v>
                </c:pt>
                <c:pt idx="4006" formatCode="0_)">
                  <c:v>-35</c:v>
                </c:pt>
                <c:pt idx="4007" formatCode="0_)">
                  <c:v>82</c:v>
                </c:pt>
                <c:pt idx="4009" formatCode="0_)">
                  <c:v>-48</c:v>
                </c:pt>
                <c:pt idx="4010" formatCode="0_)">
                  <c:v>123</c:v>
                </c:pt>
                <c:pt idx="4011" formatCode="0_)">
                  <c:v>-24</c:v>
                </c:pt>
                <c:pt idx="4012" formatCode="0_)">
                  <c:v>139</c:v>
                </c:pt>
                <c:pt idx="4013" formatCode="0_)">
                  <c:v>171</c:v>
                </c:pt>
                <c:pt idx="4014" formatCode="0_)">
                  <c:v>79</c:v>
                </c:pt>
                <c:pt idx="4015" formatCode="0_)">
                  <c:v>-74.5</c:v>
                </c:pt>
                <c:pt idx="4016" formatCode="0_)">
                  <c:v>-81.5</c:v>
                </c:pt>
                <c:pt idx="4017" formatCode="0_)">
                  <c:v>185</c:v>
                </c:pt>
                <c:pt idx="4018" formatCode="0_)">
                  <c:v>-119</c:v>
                </c:pt>
                <c:pt idx="4019" formatCode="0_)">
                  <c:v>111</c:v>
                </c:pt>
                <c:pt idx="4020" formatCode="0_)">
                  <c:v>133</c:v>
                </c:pt>
                <c:pt idx="4021" formatCode="0_)">
                  <c:v>86</c:v>
                </c:pt>
                <c:pt idx="4022" formatCode="0_)">
                  <c:v>-25.5</c:v>
                </c:pt>
                <c:pt idx="4023" formatCode="0_)">
                  <c:v>-165.5</c:v>
                </c:pt>
                <c:pt idx="4024" formatCode="0_)">
                  <c:v>-26</c:v>
                </c:pt>
                <c:pt idx="4025" formatCode="0_)">
                  <c:v>-146</c:v>
                </c:pt>
                <c:pt idx="4026" formatCode="0_)">
                  <c:v>-2</c:v>
                </c:pt>
                <c:pt idx="4027" formatCode="0_)">
                  <c:v>119</c:v>
                </c:pt>
                <c:pt idx="4028" formatCode="0_)">
                  <c:v>-199</c:v>
                </c:pt>
                <c:pt idx="4029" formatCode="0_)">
                  <c:v>-11</c:v>
                </c:pt>
                <c:pt idx="4030" formatCode="0_)">
                  <c:v>80.5</c:v>
                </c:pt>
                <c:pt idx="4031" formatCode="0_)">
                  <c:v>133</c:v>
                </c:pt>
                <c:pt idx="4032" formatCode="0_)">
                  <c:v>78</c:v>
                </c:pt>
                <c:pt idx="4033" formatCode="0_)">
                  <c:v>-16</c:v>
                </c:pt>
                <c:pt idx="4034" formatCode="0_)">
                  <c:v>22.5</c:v>
                </c:pt>
                <c:pt idx="4035" formatCode="0_)">
                  <c:v>-66</c:v>
                </c:pt>
                <c:pt idx="4036" formatCode="0_)">
                  <c:v>-36</c:v>
                </c:pt>
                <c:pt idx="4037" formatCode="0_)">
                  <c:v>-15</c:v>
                </c:pt>
                <c:pt idx="4038" formatCode="0_)">
                  <c:v>-132</c:v>
                </c:pt>
                <c:pt idx="4039" formatCode="0_)">
                  <c:v>153</c:v>
                </c:pt>
                <c:pt idx="4040" formatCode="0_)">
                  <c:v>-162</c:v>
                </c:pt>
                <c:pt idx="4041" formatCode="0_)">
                  <c:v>-29</c:v>
                </c:pt>
                <c:pt idx="4042" formatCode="0_)">
                  <c:v>19</c:v>
                </c:pt>
                <c:pt idx="4043" formatCode="0_)">
                  <c:v>180</c:v>
                </c:pt>
                <c:pt idx="4044" formatCode="0_)">
                  <c:v>-9</c:v>
                </c:pt>
                <c:pt idx="4045" formatCode="0_)">
                  <c:v>170.5</c:v>
                </c:pt>
                <c:pt idx="4046" formatCode="0_)">
                  <c:v>50</c:v>
                </c:pt>
                <c:pt idx="4047" formatCode="0_)">
                  <c:v>-1.5</c:v>
                </c:pt>
                <c:pt idx="4048" formatCode="0_)">
                  <c:v>170</c:v>
                </c:pt>
                <c:pt idx="4049" formatCode="0_)">
                  <c:v>-55</c:v>
                </c:pt>
                <c:pt idx="4050" formatCode="0_)">
                  <c:v>-3</c:v>
                </c:pt>
                <c:pt idx="4051" formatCode="0_)">
                  <c:v>132</c:v>
                </c:pt>
                <c:pt idx="4052" formatCode="0_)">
                  <c:v>77</c:v>
                </c:pt>
                <c:pt idx="4053" formatCode="0_)">
                  <c:v>64</c:v>
                </c:pt>
                <c:pt idx="4054" formatCode="0_)">
                  <c:v>0</c:v>
                </c:pt>
                <c:pt idx="4055" formatCode="0_)">
                  <c:v>-204.5</c:v>
                </c:pt>
                <c:pt idx="4056" formatCode="0_)">
                  <c:v>86.5</c:v>
                </c:pt>
                <c:pt idx="4057" formatCode="0_)">
                  <c:v>253</c:v>
                </c:pt>
                <c:pt idx="4058" formatCode="0_)">
                  <c:v>222</c:v>
                </c:pt>
                <c:pt idx="4059" formatCode="0_)">
                  <c:v>-55</c:v>
                </c:pt>
                <c:pt idx="4060" formatCode="0_)">
                  <c:v>215</c:v>
                </c:pt>
                <c:pt idx="4061" formatCode="0_)">
                  <c:v>-97</c:v>
                </c:pt>
                <c:pt idx="4062" formatCode="0_)">
                  <c:v>-71</c:v>
                </c:pt>
                <c:pt idx="4063" formatCode="0_)">
                  <c:v>233</c:v>
                </c:pt>
                <c:pt idx="4064" formatCode="0_)">
                  <c:v>-61</c:v>
                </c:pt>
                <c:pt idx="4065" formatCode="0_)">
                  <c:v>-107</c:v>
                </c:pt>
                <c:pt idx="4066" formatCode="0_)">
                  <c:v>390</c:v>
                </c:pt>
                <c:pt idx="4067" formatCode="0_)">
                  <c:v>-33</c:v>
                </c:pt>
                <c:pt idx="4068" formatCode="0_)">
                  <c:v>-290</c:v>
                </c:pt>
                <c:pt idx="4069" formatCode="0_)">
                  <c:v>20</c:v>
                </c:pt>
                <c:pt idx="4070" formatCode="0_)">
                  <c:v>-169</c:v>
                </c:pt>
                <c:pt idx="4071" formatCode="0_)">
                  <c:v>175</c:v>
                </c:pt>
                <c:pt idx="4072" formatCode="0_)">
                  <c:v>13</c:v>
                </c:pt>
                <c:pt idx="4073" formatCode="0_)">
                  <c:v>226</c:v>
                </c:pt>
                <c:pt idx="4074" formatCode="0_)">
                  <c:v>-75.5</c:v>
                </c:pt>
                <c:pt idx="4075" formatCode="0_)">
                  <c:v>19.5</c:v>
                </c:pt>
                <c:pt idx="4076" formatCode="0_)">
                  <c:v>-44</c:v>
                </c:pt>
                <c:pt idx="4077" formatCode="0_)">
                  <c:v>229.5</c:v>
                </c:pt>
                <c:pt idx="4079" formatCode="0_)">
                  <c:v>-250</c:v>
                </c:pt>
                <c:pt idx="4080" formatCode="0_)">
                  <c:v>-160.5</c:v>
                </c:pt>
                <c:pt idx="4081" formatCode="0_)">
                  <c:v>200</c:v>
                </c:pt>
                <c:pt idx="4082" formatCode="0_)">
                  <c:v>0</c:v>
                </c:pt>
                <c:pt idx="4083" formatCode="0_)">
                  <c:v>17.5</c:v>
                </c:pt>
                <c:pt idx="4084" formatCode="0_)">
                  <c:v>168</c:v>
                </c:pt>
                <c:pt idx="4085" formatCode="0_)">
                  <c:v>-50</c:v>
                </c:pt>
                <c:pt idx="4086" formatCode="0_)">
                  <c:v>-110.5</c:v>
                </c:pt>
                <c:pt idx="4087" formatCode="0_)">
                  <c:v>-15</c:v>
                </c:pt>
                <c:pt idx="4088" formatCode="0_)">
                  <c:v>-144.5</c:v>
                </c:pt>
                <c:pt idx="4089" formatCode="0_)">
                  <c:v>10.5</c:v>
                </c:pt>
                <c:pt idx="4090" formatCode="0_)">
                  <c:v>159.5</c:v>
                </c:pt>
                <c:pt idx="4091" formatCode="0_)">
                  <c:v>-13.5</c:v>
                </c:pt>
                <c:pt idx="4092" formatCode="0_)">
                  <c:v>-71</c:v>
                </c:pt>
                <c:pt idx="4093" formatCode="0_)">
                  <c:v>-142</c:v>
                </c:pt>
                <c:pt idx="4094" formatCode="0_)">
                  <c:v>206.5</c:v>
                </c:pt>
                <c:pt idx="4095" formatCode="0_)">
                  <c:v>-184.5</c:v>
                </c:pt>
                <c:pt idx="4096" formatCode="0_)">
                  <c:v>-21.5</c:v>
                </c:pt>
                <c:pt idx="4097" formatCode="0_)">
                  <c:v>-123.5</c:v>
                </c:pt>
                <c:pt idx="4098" formatCode="0_)">
                  <c:v>-70</c:v>
                </c:pt>
                <c:pt idx="4099" formatCode="0_)">
                  <c:v>38.5</c:v>
                </c:pt>
                <c:pt idx="4100" formatCode="0_)">
                  <c:v>201.5</c:v>
                </c:pt>
                <c:pt idx="4101" formatCode="0_)">
                  <c:v>-54</c:v>
                </c:pt>
                <c:pt idx="4102" formatCode="0_)">
                  <c:v>-210</c:v>
                </c:pt>
                <c:pt idx="4103" formatCode="0_)">
                  <c:v>-16</c:v>
                </c:pt>
                <c:pt idx="4104" formatCode="0_)">
                  <c:v>186</c:v>
                </c:pt>
                <c:pt idx="4105" formatCode="0_)">
                  <c:v>18.5</c:v>
                </c:pt>
                <c:pt idx="4106" formatCode="0_)">
                  <c:v>181</c:v>
                </c:pt>
                <c:pt idx="4107" formatCode="0_)">
                  <c:v>24</c:v>
                </c:pt>
                <c:pt idx="4108" formatCode="0_)">
                  <c:v>-29.5</c:v>
                </c:pt>
                <c:pt idx="4109" formatCode="0_)">
                  <c:v>46</c:v>
                </c:pt>
                <c:pt idx="4110" formatCode="0_)">
                  <c:v>-90</c:v>
                </c:pt>
                <c:pt idx="4111" formatCode="0_)">
                  <c:v>-115</c:v>
                </c:pt>
                <c:pt idx="4112" formatCode="0_)">
                  <c:v>83.5</c:v>
                </c:pt>
                <c:pt idx="4113" formatCode="0_)">
                  <c:v>99.5</c:v>
                </c:pt>
                <c:pt idx="4114" formatCode="0_)">
                  <c:v>184</c:v>
                </c:pt>
                <c:pt idx="4115" formatCode="0_)">
                  <c:v>-98</c:v>
                </c:pt>
                <c:pt idx="4116" formatCode="0_)">
                  <c:v>219.5</c:v>
                </c:pt>
                <c:pt idx="4117" formatCode="0_)">
                  <c:v>74.5</c:v>
                </c:pt>
                <c:pt idx="4118" formatCode="0_)">
                  <c:v>35.5</c:v>
                </c:pt>
                <c:pt idx="4119" formatCode="0_)">
                  <c:v>-112.5</c:v>
                </c:pt>
                <c:pt idx="4120" formatCode="0_)">
                  <c:v>-88</c:v>
                </c:pt>
                <c:pt idx="4121" formatCode="0_)">
                  <c:v>-50.5</c:v>
                </c:pt>
                <c:pt idx="4122" formatCode="0_)">
                  <c:v>150.5</c:v>
                </c:pt>
                <c:pt idx="4123" formatCode="0_)">
                  <c:v>-102</c:v>
                </c:pt>
                <c:pt idx="4124" formatCode="0_)">
                  <c:v>-77.5</c:v>
                </c:pt>
                <c:pt idx="4125" formatCode="0_)">
                  <c:v>175.5</c:v>
                </c:pt>
                <c:pt idx="4126" formatCode="0_)">
                  <c:v>-43.5</c:v>
                </c:pt>
                <c:pt idx="4127" formatCode="0_)">
                  <c:v>4.5</c:v>
                </c:pt>
                <c:pt idx="4128" formatCode="0_)">
                  <c:v>33</c:v>
                </c:pt>
                <c:pt idx="4129" formatCode="0_)">
                  <c:v>-90</c:v>
                </c:pt>
                <c:pt idx="4130" formatCode="0_)">
                  <c:v>120.5</c:v>
                </c:pt>
                <c:pt idx="4131" formatCode="0_)">
                  <c:v>-120.5</c:v>
                </c:pt>
                <c:pt idx="4132" formatCode="0_)">
                  <c:v>25</c:v>
                </c:pt>
                <c:pt idx="4133" formatCode="0_)">
                  <c:v>200.5</c:v>
                </c:pt>
                <c:pt idx="4134" formatCode="0_)">
                  <c:v>60.5</c:v>
                </c:pt>
                <c:pt idx="4135" formatCode="0_)">
                  <c:v>165</c:v>
                </c:pt>
                <c:pt idx="4136" formatCode="0_)">
                  <c:v>-165</c:v>
                </c:pt>
                <c:pt idx="4137" formatCode="0_)">
                  <c:v>-30</c:v>
                </c:pt>
                <c:pt idx="4138" formatCode="0_)">
                  <c:v>214.5</c:v>
                </c:pt>
                <c:pt idx="4139" formatCode="0_)">
                  <c:v>-80.5</c:v>
                </c:pt>
                <c:pt idx="4140" formatCode="0_)">
                  <c:v>49</c:v>
                </c:pt>
                <c:pt idx="4141" formatCode="0_)">
                  <c:v>-9.5</c:v>
                </c:pt>
                <c:pt idx="4142" formatCode="0_)">
                  <c:v>-149.5</c:v>
                </c:pt>
                <c:pt idx="4143" formatCode="0_)">
                  <c:v>59.5</c:v>
                </c:pt>
                <c:pt idx="4144" formatCode="0_)">
                  <c:v>175.5</c:v>
                </c:pt>
                <c:pt idx="4145" formatCode="0_)">
                  <c:v>65</c:v>
                </c:pt>
                <c:pt idx="4146" formatCode="0_)">
                  <c:v>16</c:v>
                </c:pt>
                <c:pt idx="4147" formatCode="0_)">
                  <c:v>-45</c:v>
                </c:pt>
                <c:pt idx="4148" formatCode="0_)">
                  <c:v>-105.5</c:v>
                </c:pt>
                <c:pt idx="4149" formatCode="0_)">
                  <c:v>40</c:v>
                </c:pt>
                <c:pt idx="4150" formatCode="0_)">
                  <c:v>-25.5</c:v>
                </c:pt>
                <c:pt idx="4151" formatCode="0_)">
                  <c:v>-125</c:v>
                </c:pt>
                <c:pt idx="4152" formatCode="0_)">
                  <c:v>61</c:v>
                </c:pt>
                <c:pt idx="4153" formatCode="0_)">
                  <c:v>49</c:v>
                </c:pt>
                <c:pt idx="4154" formatCode="0_)">
                  <c:v>-119.5</c:v>
                </c:pt>
                <c:pt idx="4155" formatCode="0_)">
                  <c:v>145.5</c:v>
                </c:pt>
                <c:pt idx="4156" formatCode="0_)">
                  <c:v>-45.5</c:v>
                </c:pt>
                <c:pt idx="4157" formatCode="0_)">
                  <c:v>-59.5</c:v>
                </c:pt>
                <c:pt idx="4158" formatCode="0_)">
                  <c:v>39</c:v>
                </c:pt>
                <c:pt idx="4159" formatCode="0_)">
                  <c:v>-24</c:v>
                </c:pt>
                <c:pt idx="4160" formatCode="0_)">
                  <c:v>45</c:v>
                </c:pt>
                <c:pt idx="4161" formatCode="0_)">
                  <c:v>169</c:v>
                </c:pt>
                <c:pt idx="4164" formatCode="0_)">
                  <c:v>151</c:v>
                </c:pt>
                <c:pt idx="4165" formatCode="0_)">
                  <c:v>74</c:v>
                </c:pt>
                <c:pt idx="4166" formatCode="0_)">
                  <c:v>51</c:v>
                </c:pt>
                <c:pt idx="4167" formatCode="0_)">
                  <c:v>118</c:v>
                </c:pt>
                <c:pt idx="4168" formatCode="0_)">
                  <c:v>-28</c:v>
                </c:pt>
                <c:pt idx="4169" formatCode="0_)">
                  <c:v>151.5</c:v>
                </c:pt>
                <c:pt idx="4170" formatCode="0_)">
                  <c:v>6.5</c:v>
                </c:pt>
                <c:pt idx="4171" formatCode="0_)">
                  <c:v>-148</c:v>
                </c:pt>
                <c:pt idx="4172" formatCode="0_)">
                  <c:v>239</c:v>
                </c:pt>
                <c:pt idx="4173" formatCode="0_)">
                  <c:v>-260</c:v>
                </c:pt>
                <c:pt idx="4174" formatCode="0_)">
                  <c:v>-34</c:v>
                </c:pt>
                <c:pt idx="4175" formatCode="0_)">
                  <c:v>63</c:v>
                </c:pt>
                <c:pt idx="4176" formatCode="0_)">
                  <c:v>-48.5</c:v>
                </c:pt>
                <c:pt idx="4177" formatCode="0_)">
                  <c:v>101.5</c:v>
                </c:pt>
                <c:pt idx="4178" formatCode="0_)">
                  <c:v>-65</c:v>
                </c:pt>
                <c:pt idx="4179" formatCode="0_)">
                  <c:v>4</c:v>
                </c:pt>
                <c:pt idx="4180" formatCode="0_)">
                  <c:v>-99</c:v>
                </c:pt>
                <c:pt idx="4181" formatCode="0_)">
                  <c:v>-107</c:v>
                </c:pt>
                <c:pt idx="4182" formatCode="0_)">
                  <c:v>169</c:v>
                </c:pt>
                <c:pt idx="4183" formatCode="0_)">
                  <c:v>-103</c:v>
                </c:pt>
                <c:pt idx="4184" formatCode="0_)">
                  <c:v>-62</c:v>
                </c:pt>
                <c:pt idx="4185" formatCode="0_)">
                  <c:v>-202</c:v>
                </c:pt>
                <c:pt idx="4186" formatCode="0_)">
                  <c:v>-188</c:v>
                </c:pt>
                <c:pt idx="4187" formatCode="0_)">
                  <c:v>-179</c:v>
                </c:pt>
                <c:pt idx="4188" formatCode="0_)">
                  <c:v>190</c:v>
                </c:pt>
                <c:pt idx="4189" formatCode="0_)">
                  <c:v>-12</c:v>
                </c:pt>
                <c:pt idx="4190" formatCode="0_)">
                  <c:v>-282</c:v>
                </c:pt>
                <c:pt idx="4191" formatCode="0_)">
                  <c:v>-329</c:v>
                </c:pt>
                <c:pt idx="4192" formatCode="0_)">
                  <c:v>87</c:v>
                </c:pt>
                <c:pt idx="4193" formatCode="0_)">
                  <c:v>156</c:v>
                </c:pt>
                <c:pt idx="4194" formatCode="0_)">
                  <c:v>125.5</c:v>
                </c:pt>
                <c:pt idx="4195" formatCode="0_)">
                  <c:v>62</c:v>
                </c:pt>
                <c:pt idx="4196" formatCode="0_)">
                  <c:v>93.5</c:v>
                </c:pt>
                <c:pt idx="4197" formatCode="0_)">
                  <c:v>75</c:v>
                </c:pt>
                <c:pt idx="4198" formatCode="0_)">
                  <c:v>99</c:v>
                </c:pt>
                <c:pt idx="4199" formatCode="0_)">
                  <c:v>179.5</c:v>
                </c:pt>
                <c:pt idx="4200" formatCode="0_)">
                  <c:v>-33.5</c:v>
                </c:pt>
                <c:pt idx="4201" formatCode="0_)">
                  <c:v>107</c:v>
                </c:pt>
                <c:pt idx="4202" formatCode="0_)">
                  <c:v>145</c:v>
                </c:pt>
                <c:pt idx="4203" formatCode="0_)">
                  <c:v>-111</c:v>
                </c:pt>
                <c:pt idx="4204" formatCode="0_)">
                  <c:v>-195</c:v>
                </c:pt>
                <c:pt idx="4205" formatCode="0_)">
                  <c:v>14</c:v>
                </c:pt>
                <c:pt idx="4206" formatCode="0_)">
                  <c:v>26</c:v>
                </c:pt>
                <c:pt idx="4207" formatCode="0_)">
                  <c:v>263</c:v>
                </c:pt>
                <c:pt idx="4208" formatCode="0_)">
                  <c:v>24</c:v>
                </c:pt>
                <c:pt idx="4209" formatCode="0_)">
                  <c:v>124.5</c:v>
                </c:pt>
                <c:pt idx="4210" formatCode="0_)">
                  <c:v>2</c:v>
                </c:pt>
                <c:pt idx="4211" formatCode="0_)">
                  <c:v>-19</c:v>
                </c:pt>
                <c:pt idx="4212" formatCode="0_)">
                  <c:v>75</c:v>
                </c:pt>
                <c:pt idx="4213" formatCode="0_)">
                  <c:v>-146.5</c:v>
                </c:pt>
                <c:pt idx="4214" formatCode="0_)">
                  <c:v>129</c:v>
                </c:pt>
                <c:pt idx="4215" formatCode="0_)">
                  <c:v>-139.5</c:v>
                </c:pt>
                <c:pt idx="4216" formatCode="0_)">
                  <c:v>85.5</c:v>
                </c:pt>
                <c:pt idx="4217" formatCode="0_)">
                  <c:v>-140</c:v>
                </c:pt>
                <c:pt idx="4218" formatCode="0_)">
                  <c:v>11.5</c:v>
                </c:pt>
                <c:pt idx="4219" formatCode="0_)">
                  <c:v>146.5</c:v>
                </c:pt>
                <c:pt idx="4220" formatCode="0_)">
                  <c:v>-12</c:v>
                </c:pt>
                <c:pt idx="4221" formatCode="0_)">
                  <c:v>-15</c:v>
                </c:pt>
                <c:pt idx="4222" formatCode="0_)">
                  <c:v>-160.5</c:v>
                </c:pt>
                <c:pt idx="4223" formatCode="0_)">
                  <c:v>104</c:v>
                </c:pt>
                <c:pt idx="4224" formatCode="0_)">
                  <c:v>-94</c:v>
                </c:pt>
                <c:pt idx="4225" formatCode="0_)">
                  <c:v>36.5</c:v>
                </c:pt>
                <c:pt idx="4226" formatCode="0_)">
                  <c:v>143.5</c:v>
                </c:pt>
                <c:pt idx="4227" formatCode="0_)">
                  <c:v>144.5</c:v>
                </c:pt>
                <c:pt idx="4228" formatCode="0_)">
                  <c:v>151</c:v>
                </c:pt>
                <c:pt idx="4229" formatCode="0_)">
                  <c:v>44</c:v>
                </c:pt>
                <c:pt idx="4230" formatCode="0_)">
                  <c:v>51</c:v>
                </c:pt>
                <c:pt idx="4233" formatCode="0_)">
                  <c:v>69.5</c:v>
                </c:pt>
                <c:pt idx="4234" formatCode="0_)">
                  <c:v>-42.5</c:v>
                </c:pt>
                <c:pt idx="4235" formatCode="0_)">
                  <c:v>-112.5</c:v>
                </c:pt>
                <c:pt idx="4236" formatCode="0_)">
                  <c:v>100.5</c:v>
                </c:pt>
                <c:pt idx="4237" formatCode="0_)">
                  <c:v>19</c:v>
                </c:pt>
                <c:pt idx="4238" formatCode="0_)">
                  <c:v>-70</c:v>
                </c:pt>
                <c:pt idx="4239" formatCode="0_)">
                  <c:v>79.5</c:v>
                </c:pt>
                <c:pt idx="4240" formatCode="0_)">
                  <c:v>-49.5</c:v>
                </c:pt>
                <c:pt idx="4241" formatCode="0_)">
                  <c:v>30.5</c:v>
                </c:pt>
                <c:pt idx="4242" formatCode="0_)">
                  <c:v>-249.5</c:v>
                </c:pt>
                <c:pt idx="4243" formatCode="0_)">
                  <c:v>131</c:v>
                </c:pt>
                <c:pt idx="4244" formatCode="0_)">
                  <c:v>-121</c:v>
                </c:pt>
                <c:pt idx="4245" formatCode="0_)">
                  <c:v>-5</c:v>
                </c:pt>
                <c:pt idx="4246" formatCode="0_)">
                  <c:v>-1</c:v>
                </c:pt>
                <c:pt idx="4247" formatCode="0_)">
                  <c:v>100</c:v>
                </c:pt>
                <c:pt idx="4248" formatCode="0_)">
                  <c:v>-115</c:v>
                </c:pt>
                <c:pt idx="4249" formatCode="0_)">
                  <c:v>-234.5</c:v>
                </c:pt>
                <c:pt idx="4250" formatCode="0_)">
                  <c:v>-15.5</c:v>
                </c:pt>
                <c:pt idx="4251" formatCode="0_)">
                  <c:v>-30</c:v>
                </c:pt>
                <c:pt idx="4253" formatCode="0_)">
                  <c:v>-189.5</c:v>
                </c:pt>
                <c:pt idx="4254" formatCode="0_)">
                  <c:v>-374.5</c:v>
                </c:pt>
                <c:pt idx="4255" formatCode="0_)">
                  <c:v>144</c:v>
                </c:pt>
                <c:pt idx="4256" formatCode="0_)">
                  <c:v>-73</c:v>
                </c:pt>
                <c:pt idx="4257" formatCode="0_)">
                  <c:v>293.5</c:v>
                </c:pt>
                <c:pt idx="4258" formatCode="0_)">
                  <c:v>-280.5</c:v>
                </c:pt>
                <c:pt idx="4259" formatCode="0_)">
                  <c:v>197</c:v>
                </c:pt>
                <c:pt idx="4260" formatCode="0_)">
                  <c:v>-71.5</c:v>
                </c:pt>
                <c:pt idx="4261" formatCode="0_)">
                  <c:v>-55</c:v>
                </c:pt>
                <c:pt idx="4262" formatCode="0_)">
                  <c:v>-234.5</c:v>
                </c:pt>
                <c:pt idx="4263" formatCode="0_)">
                  <c:v>-115.5</c:v>
                </c:pt>
                <c:pt idx="4264" formatCode="0_)">
                  <c:v>-140</c:v>
                </c:pt>
                <c:pt idx="4265" formatCode="0_)">
                  <c:v>34.5</c:v>
                </c:pt>
                <c:pt idx="4266" formatCode="0_)">
                  <c:v>139</c:v>
                </c:pt>
                <c:pt idx="4267" formatCode="0_)">
                  <c:v>131.5</c:v>
                </c:pt>
                <c:pt idx="4268" formatCode="0_)">
                  <c:v>-85.5</c:v>
                </c:pt>
                <c:pt idx="4269" formatCode="0_)">
                  <c:v>151</c:v>
                </c:pt>
                <c:pt idx="4270" formatCode="0_)">
                  <c:v>39.5</c:v>
                </c:pt>
                <c:pt idx="4271" formatCode="0_)">
                  <c:v>50.5</c:v>
                </c:pt>
                <c:pt idx="4273" formatCode="0_)">
                  <c:v>-211</c:v>
                </c:pt>
                <c:pt idx="4274" formatCode="0_)">
                  <c:v>-110</c:v>
                </c:pt>
                <c:pt idx="4275" formatCode="0_)">
                  <c:v>15.5</c:v>
                </c:pt>
                <c:pt idx="4276" formatCode="0_)">
                  <c:v>-170.5</c:v>
                </c:pt>
                <c:pt idx="4277" formatCode="0_)">
                  <c:v>-293</c:v>
                </c:pt>
                <c:pt idx="4278" formatCode="0_)">
                  <c:v>-66</c:v>
                </c:pt>
                <c:pt idx="4279" formatCode="0_)">
                  <c:v>204.5</c:v>
                </c:pt>
                <c:pt idx="4280" formatCode="0_)">
                  <c:v>-3.5</c:v>
                </c:pt>
                <c:pt idx="4281" formatCode="0_)">
                  <c:v>170</c:v>
                </c:pt>
                <c:pt idx="4282" formatCode="0_)">
                  <c:v>148</c:v>
                </c:pt>
                <c:pt idx="4283" formatCode="0_)">
                  <c:v>15</c:v>
                </c:pt>
                <c:pt idx="4284" formatCode="0_)">
                  <c:v>-32.5</c:v>
                </c:pt>
                <c:pt idx="4285" formatCode="0_)">
                  <c:v>-112</c:v>
                </c:pt>
                <c:pt idx="4286" formatCode="0_)">
                  <c:v>-165</c:v>
                </c:pt>
                <c:pt idx="4287" formatCode="0_)">
                  <c:v>291.5</c:v>
                </c:pt>
                <c:pt idx="4288" formatCode="0_)">
                  <c:v>-147</c:v>
                </c:pt>
                <c:pt idx="4289" formatCode="0_)">
                  <c:v>116</c:v>
                </c:pt>
                <c:pt idx="4290" formatCode="0_)">
                  <c:v>-50.5</c:v>
                </c:pt>
                <c:pt idx="4291" formatCode="0_)">
                  <c:v>79</c:v>
                </c:pt>
                <c:pt idx="4292" formatCode="0_)">
                  <c:v>195.5</c:v>
                </c:pt>
                <c:pt idx="4293" formatCode="0_)">
                  <c:v>-215</c:v>
                </c:pt>
                <c:pt idx="4294" formatCode="0_)">
                  <c:v>-70</c:v>
                </c:pt>
                <c:pt idx="4295" formatCode="0_)">
                  <c:v>-161</c:v>
                </c:pt>
                <c:pt idx="4296" formatCode="0_)">
                  <c:v>76.5</c:v>
                </c:pt>
                <c:pt idx="4297" formatCode="0_)">
                  <c:v>9.5</c:v>
                </c:pt>
                <c:pt idx="4298" formatCode="0_)">
                  <c:v>83</c:v>
                </c:pt>
                <c:pt idx="4299" formatCode="0_)">
                  <c:v>22</c:v>
                </c:pt>
                <c:pt idx="4300" formatCode="0_)">
                  <c:v>96</c:v>
                </c:pt>
                <c:pt idx="4301" formatCode="0_)">
                  <c:v>39.5</c:v>
                </c:pt>
                <c:pt idx="4302" formatCode="0_)">
                  <c:v>-50</c:v>
                </c:pt>
                <c:pt idx="4303" formatCode="0_)">
                  <c:v>-34.5</c:v>
                </c:pt>
                <c:pt idx="4304" formatCode="0_)">
                  <c:v>98.5</c:v>
                </c:pt>
                <c:pt idx="4305" formatCode="0_)">
                  <c:v>-38.5</c:v>
                </c:pt>
                <c:pt idx="4306" formatCode="0_)">
                  <c:v>-6</c:v>
                </c:pt>
                <c:pt idx="4307" formatCode="0_)">
                  <c:v>-136</c:v>
                </c:pt>
                <c:pt idx="4308" formatCode="0_)">
                  <c:v>12</c:v>
                </c:pt>
                <c:pt idx="4309" formatCode="0_)">
                  <c:v>245</c:v>
                </c:pt>
                <c:pt idx="4310" formatCode="0_)">
                  <c:v>149.5</c:v>
                </c:pt>
                <c:pt idx="4311" formatCode="0_)">
                  <c:v>74.5</c:v>
                </c:pt>
                <c:pt idx="4312" formatCode="0_)">
                  <c:v>0.5</c:v>
                </c:pt>
                <c:pt idx="4313" formatCode="0_)">
                  <c:v>96</c:v>
                </c:pt>
                <c:pt idx="4314" formatCode="0_)">
                  <c:v>28.5</c:v>
                </c:pt>
                <c:pt idx="4315" formatCode="0_)">
                  <c:v>86</c:v>
                </c:pt>
                <c:pt idx="4316" formatCode="0_)">
                  <c:v>-11</c:v>
                </c:pt>
                <c:pt idx="4317" formatCode="0_)">
                  <c:v>141</c:v>
                </c:pt>
                <c:pt idx="4318" formatCode="0_)">
                  <c:v>24</c:v>
                </c:pt>
                <c:pt idx="4319" formatCode="0_)">
                  <c:v>10.5</c:v>
                </c:pt>
                <c:pt idx="4320" formatCode="0_)">
                  <c:v>24.5</c:v>
                </c:pt>
                <c:pt idx="4321" formatCode="0_)">
                  <c:v>25</c:v>
                </c:pt>
                <c:pt idx="4322" formatCode="0_)">
                  <c:v>5</c:v>
                </c:pt>
                <c:pt idx="4323" formatCode="0_)">
                  <c:v>-200</c:v>
                </c:pt>
                <c:pt idx="4324" formatCode="0_)">
                  <c:v>-21</c:v>
                </c:pt>
                <c:pt idx="4325" formatCode="0_)">
                  <c:v>-24</c:v>
                </c:pt>
                <c:pt idx="4326" formatCode="0_)">
                  <c:v>20</c:v>
                </c:pt>
                <c:pt idx="4327" formatCode="0_)">
                  <c:v>5</c:v>
                </c:pt>
                <c:pt idx="4328" formatCode="0_)">
                  <c:v>110.5</c:v>
                </c:pt>
                <c:pt idx="4329" formatCode="0_)">
                  <c:v>38</c:v>
                </c:pt>
                <c:pt idx="4330" formatCode="0_)">
                  <c:v>88.5</c:v>
                </c:pt>
                <c:pt idx="4331" formatCode="0_)">
                  <c:v>-236.5</c:v>
                </c:pt>
                <c:pt idx="4332" formatCode="0_)">
                  <c:v>44.5</c:v>
                </c:pt>
                <c:pt idx="4333" formatCode="0_)">
                  <c:v>-79</c:v>
                </c:pt>
                <c:pt idx="4334" formatCode="0_)">
                  <c:v>-104</c:v>
                </c:pt>
                <c:pt idx="4335" formatCode="0_)">
                  <c:v>128.5</c:v>
                </c:pt>
                <c:pt idx="4336" formatCode="0_)">
                  <c:v>91.5</c:v>
                </c:pt>
                <c:pt idx="4338" formatCode="0_)">
                  <c:v>68.5</c:v>
                </c:pt>
                <c:pt idx="4339" formatCode="0_)">
                  <c:v>185</c:v>
                </c:pt>
                <c:pt idx="4340" formatCode="0_)">
                  <c:v>85</c:v>
                </c:pt>
                <c:pt idx="4341" formatCode="0_)">
                  <c:v>6</c:v>
                </c:pt>
                <c:pt idx="4342" formatCode="0_)">
                  <c:v>29</c:v>
                </c:pt>
                <c:pt idx="4343" formatCode="0_)">
                  <c:v>-140.5</c:v>
                </c:pt>
                <c:pt idx="4344" formatCode="0_)">
                  <c:v>100</c:v>
                </c:pt>
                <c:pt idx="4345" formatCode="0_)">
                  <c:v>-88</c:v>
                </c:pt>
                <c:pt idx="4346" formatCode="0_)">
                  <c:v>-7</c:v>
                </c:pt>
                <c:pt idx="4347" formatCode="0_)">
                  <c:v>105</c:v>
                </c:pt>
                <c:pt idx="4348" formatCode="0_)">
                  <c:v>-113</c:v>
                </c:pt>
                <c:pt idx="4349" formatCode="0_)">
                  <c:v>78</c:v>
                </c:pt>
                <c:pt idx="4350" formatCode="0_)">
                  <c:v>75</c:v>
                </c:pt>
                <c:pt idx="4351" formatCode="0_)">
                  <c:v>86</c:v>
                </c:pt>
                <c:pt idx="4352" formatCode="0_)">
                  <c:v>-20.5</c:v>
                </c:pt>
                <c:pt idx="4353" formatCode="0_)">
                  <c:v>-40.5</c:v>
                </c:pt>
                <c:pt idx="4354" formatCode="0_)">
                  <c:v>10.5</c:v>
                </c:pt>
                <c:pt idx="4355" formatCode="0_)">
                  <c:v>171</c:v>
                </c:pt>
                <c:pt idx="4356" formatCode="0_)">
                  <c:v>34.5</c:v>
                </c:pt>
                <c:pt idx="4357" formatCode="0_)">
                  <c:v>11</c:v>
                </c:pt>
                <c:pt idx="4358" formatCode="0_)">
                  <c:v>-56</c:v>
                </c:pt>
                <c:pt idx="4359" formatCode="0_)">
                  <c:v>150.5</c:v>
                </c:pt>
                <c:pt idx="4360" formatCode="0_)">
                  <c:v>37</c:v>
                </c:pt>
                <c:pt idx="4361" formatCode="0_)">
                  <c:v>61.5</c:v>
                </c:pt>
                <c:pt idx="4362" formatCode="0_)">
                  <c:v>-29.5</c:v>
                </c:pt>
                <c:pt idx="4363" formatCode="0_)">
                  <c:v>39.5</c:v>
                </c:pt>
                <c:pt idx="4364" formatCode="0_)">
                  <c:v>90.5</c:v>
                </c:pt>
                <c:pt idx="4365" formatCode="0_)">
                  <c:v>46.5</c:v>
                </c:pt>
                <c:pt idx="4366" formatCode="0_)">
                  <c:v>-157.5</c:v>
                </c:pt>
                <c:pt idx="4367" formatCode="0_)">
                  <c:v>231</c:v>
                </c:pt>
                <c:pt idx="4368" formatCode="0_)">
                  <c:v>-69.5</c:v>
                </c:pt>
                <c:pt idx="4369" formatCode="0_)">
                  <c:v>134</c:v>
                </c:pt>
                <c:pt idx="4370" formatCode="0_)">
                  <c:v>12</c:v>
                </c:pt>
                <c:pt idx="4371" formatCode="0_)">
                  <c:v>-49.5</c:v>
                </c:pt>
                <c:pt idx="4372" formatCode="0_)">
                  <c:v>-22</c:v>
                </c:pt>
                <c:pt idx="4373" formatCode="0_)">
                  <c:v>-45.5</c:v>
                </c:pt>
                <c:pt idx="4374" formatCode="0_)">
                  <c:v>-45</c:v>
                </c:pt>
                <c:pt idx="4375" formatCode="0_)">
                  <c:v>156</c:v>
                </c:pt>
                <c:pt idx="4376" formatCode="0_)">
                  <c:v>-96.5</c:v>
                </c:pt>
                <c:pt idx="4377" formatCode="0_)">
                  <c:v>191.5</c:v>
                </c:pt>
                <c:pt idx="4378" formatCode="0_)">
                  <c:v>-35</c:v>
                </c:pt>
                <c:pt idx="4379" formatCode="0_)">
                  <c:v>-134</c:v>
                </c:pt>
                <c:pt idx="4380" formatCode="0_)">
                  <c:v>0</c:v>
                </c:pt>
                <c:pt idx="4381" formatCode="0_)">
                  <c:v>-107</c:v>
                </c:pt>
                <c:pt idx="4382" formatCode="0_)">
                  <c:v>114</c:v>
                </c:pt>
                <c:pt idx="4383" formatCode="0_)">
                  <c:v>57</c:v>
                </c:pt>
                <c:pt idx="4384" formatCode="0_)">
                  <c:v>4.5</c:v>
                </c:pt>
                <c:pt idx="4385" formatCode="0_)">
                  <c:v>121</c:v>
                </c:pt>
                <c:pt idx="4386" formatCode="0_)">
                  <c:v>178.5</c:v>
                </c:pt>
                <c:pt idx="4387" formatCode="0_)">
                  <c:v>-28</c:v>
                </c:pt>
                <c:pt idx="4388" formatCode="0_)">
                  <c:v>172.5</c:v>
                </c:pt>
                <c:pt idx="4389" formatCode="0_)">
                  <c:v>-115.5</c:v>
                </c:pt>
                <c:pt idx="4390" formatCode="0_)">
                  <c:v>196</c:v>
                </c:pt>
                <c:pt idx="4391" formatCode="0_)">
                  <c:v>-210</c:v>
                </c:pt>
                <c:pt idx="4392" formatCode="0_)">
                  <c:v>-125</c:v>
                </c:pt>
                <c:pt idx="4393" formatCode="0_)">
                  <c:v>-106.5</c:v>
                </c:pt>
                <c:pt idx="4394" formatCode="0_)">
                  <c:v>-338.5</c:v>
                </c:pt>
                <c:pt idx="4395" formatCode="0_)">
                  <c:v>241</c:v>
                </c:pt>
                <c:pt idx="4396" formatCode="0_)">
                  <c:v>23</c:v>
                </c:pt>
                <c:pt idx="4397" formatCode="0_)">
                  <c:v>-3.5</c:v>
                </c:pt>
                <c:pt idx="4398" formatCode="0_)">
                  <c:v>-256.5</c:v>
                </c:pt>
                <c:pt idx="4399" formatCode="0_)">
                  <c:v>105.5</c:v>
                </c:pt>
                <c:pt idx="4400" formatCode="0_)">
                  <c:v>35.5</c:v>
                </c:pt>
                <c:pt idx="4401" formatCode="0_)">
                  <c:v>-2</c:v>
                </c:pt>
                <c:pt idx="4402" formatCode="0_)">
                  <c:v>31.5</c:v>
                </c:pt>
                <c:pt idx="4403" formatCode="0_)">
                  <c:v>55.5</c:v>
                </c:pt>
                <c:pt idx="4404" formatCode="0_)">
                  <c:v>165</c:v>
                </c:pt>
                <c:pt idx="4405" formatCode="0_)">
                  <c:v>171.5</c:v>
                </c:pt>
                <c:pt idx="4406" formatCode="0_)">
                  <c:v>42.5</c:v>
                </c:pt>
                <c:pt idx="4407" formatCode="0_)">
                  <c:v>26</c:v>
                </c:pt>
                <c:pt idx="4408" formatCode="0_)">
                  <c:v>244</c:v>
                </c:pt>
                <c:pt idx="4409" formatCode="0_)">
                  <c:v>-142</c:v>
                </c:pt>
                <c:pt idx="4410" formatCode="0_)">
                  <c:v>159.5</c:v>
                </c:pt>
                <c:pt idx="4411" formatCode="0_)">
                  <c:v>74.5</c:v>
                </c:pt>
                <c:pt idx="4412" formatCode="0_)">
                  <c:v>95</c:v>
                </c:pt>
                <c:pt idx="4413" formatCode="0_)">
                  <c:v>49</c:v>
                </c:pt>
                <c:pt idx="4414" formatCode="0_)">
                  <c:v>-159</c:v>
                </c:pt>
                <c:pt idx="4415" formatCode="0_)">
                  <c:v>-51</c:v>
                </c:pt>
                <c:pt idx="4416" formatCode="0_)">
                  <c:v>51.5</c:v>
                </c:pt>
                <c:pt idx="4417" formatCode="0_)">
                  <c:v>148.5</c:v>
                </c:pt>
                <c:pt idx="4418" formatCode="0_)">
                  <c:v>160</c:v>
                </c:pt>
                <c:pt idx="4419" formatCode="0_)">
                  <c:v>4.5</c:v>
                </c:pt>
                <c:pt idx="4420" formatCode="0_)">
                  <c:v>-144.5</c:v>
                </c:pt>
                <c:pt idx="4421" formatCode="0_)">
                  <c:v>121</c:v>
                </c:pt>
                <c:pt idx="4423" formatCode="0_)">
                  <c:v>0</c:v>
                </c:pt>
                <c:pt idx="4424" formatCode="0_)">
                  <c:v>74</c:v>
                </c:pt>
                <c:pt idx="4425" formatCode="0_)">
                  <c:v>115</c:v>
                </c:pt>
                <c:pt idx="4426" formatCode="0_)">
                  <c:v>159.5</c:v>
                </c:pt>
                <c:pt idx="4428" formatCode="0_)">
                  <c:v>14.5</c:v>
                </c:pt>
                <c:pt idx="4429" formatCode="0_)">
                  <c:v>-293</c:v>
                </c:pt>
                <c:pt idx="4430" formatCode="0_)">
                  <c:v>130</c:v>
                </c:pt>
                <c:pt idx="4431" formatCode="0_)">
                  <c:v>-192</c:v>
                </c:pt>
                <c:pt idx="4432" formatCode="0_)">
                  <c:v>-15</c:v>
                </c:pt>
                <c:pt idx="4433" formatCode="0_)">
                  <c:v>100</c:v>
                </c:pt>
                <c:pt idx="4434" formatCode="0_)">
                  <c:v>141</c:v>
                </c:pt>
                <c:pt idx="4435" formatCode="0_)">
                  <c:v>-3</c:v>
                </c:pt>
                <c:pt idx="4436" formatCode="0_)">
                  <c:v>-31</c:v>
                </c:pt>
                <c:pt idx="4437" formatCode="0_)">
                  <c:v>99</c:v>
                </c:pt>
                <c:pt idx="4438" formatCode="0_)">
                  <c:v>50</c:v>
                </c:pt>
                <c:pt idx="4439" formatCode="0_)">
                  <c:v>48</c:v>
                </c:pt>
                <c:pt idx="4440" formatCode="0_)">
                  <c:v>-303</c:v>
                </c:pt>
                <c:pt idx="4441" formatCode="0_)">
                  <c:v>0</c:v>
                </c:pt>
                <c:pt idx="4442" formatCode="0_)">
                  <c:v>24</c:v>
                </c:pt>
                <c:pt idx="4443" formatCode="0_)">
                  <c:v>-179</c:v>
                </c:pt>
                <c:pt idx="4444" formatCode="0_)">
                  <c:v>46</c:v>
                </c:pt>
                <c:pt idx="4445" formatCode="0_)">
                  <c:v>114</c:v>
                </c:pt>
                <c:pt idx="4446" formatCode="0_)">
                  <c:v>100</c:v>
                </c:pt>
                <c:pt idx="4447" formatCode="0_)">
                  <c:v>130</c:v>
                </c:pt>
                <c:pt idx="4448" formatCode="0_)">
                  <c:v>120.5</c:v>
                </c:pt>
                <c:pt idx="4449" formatCode="0_)">
                  <c:v>104.5</c:v>
                </c:pt>
                <c:pt idx="4450" formatCode="0_)">
                  <c:v>5.5</c:v>
                </c:pt>
                <c:pt idx="4451" formatCode="0_)">
                  <c:v>35.5</c:v>
                </c:pt>
                <c:pt idx="4452" formatCode="0_)">
                  <c:v>159</c:v>
                </c:pt>
                <c:pt idx="4453" formatCode="0_)">
                  <c:v>-214.5</c:v>
                </c:pt>
                <c:pt idx="4454" formatCode="0_)">
                  <c:v>69.5</c:v>
                </c:pt>
                <c:pt idx="4455" formatCode="0_)">
                  <c:v>-124.5</c:v>
                </c:pt>
                <c:pt idx="4456" formatCode="0_)">
                  <c:v>45</c:v>
                </c:pt>
                <c:pt idx="4457" formatCode="0_)">
                  <c:v>227.5</c:v>
                </c:pt>
                <c:pt idx="4458" formatCode="0_)">
                  <c:v>-41.5</c:v>
                </c:pt>
                <c:pt idx="4459" formatCode="0_)">
                  <c:v>-181.5</c:v>
                </c:pt>
                <c:pt idx="4460" formatCode="0_)">
                  <c:v>-125</c:v>
                </c:pt>
                <c:pt idx="4461" formatCode="0_)">
                  <c:v>6</c:v>
                </c:pt>
                <c:pt idx="4462" formatCode="0_)">
                  <c:v>23.5</c:v>
                </c:pt>
                <c:pt idx="4463" formatCode="0_)">
                  <c:v>-174.5</c:v>
                </c:pt>
                <c:pt idx="4464" formatCode="0_)">
                  <c:v>-164</c:v>
                </c:pt>
                <c:pt idx="4465" formatCode="0_)">
                  <c:v>-51</c:v>
                </c:pt>
                <c:pt idx="4466" formatCode="0_)">
                  <c:v>260</c:v>
                </c:pt>
                <c:pt idx="4467" formatCode="0_)">
                  <c:v>157.5</c:v>
                </c:pt>
                <c:pt idx="4468" formatCode="0_)">
                  <c:v>50.5</c:v>
                </c:pt>
                <c:pt idx="4469" formatCode="0_)">
                  <c:v>-87.5</c:v>
                </c:pt>
                <c:pt idx="4470" formatCode="0_)">
                  <c:v>69</c:v>
                </c:pt>
                <c:pt idx="4471" formatCode="0_)">
                  <c:v>81</c:v>
                </c:pt>
                <c:pt idx="4472" formatCode="0_)">
                  <c:v>-130</c:v>
                </c:pt>
                <c:pt idx="4473" formatCode="0_)">
                  <c:v>-420.5</c:v>
                </c:pt>
                <c:pt idx="4474" formatCode="0_)">
                  <c:v>190</c:v>
                </c:pt>
                <c:pt idx="4475" formatCode="0_)">
                  <c:v>-414.5</c:v>
                </c:pt>
                <c:pt idx="4476" formatCode="0_)">
                  <c:v>-147.5</c:v>
                </c:pt>
                <c:pt idx="4477" formatCode="0_)">
                  <c:v>157.5</c:v>
                </c:pt>
                <c:pt idx="4478" formatCode="0_)">
                  <c:v>-225.5</c:v>
                </c:pt>
                <c:pt idx="4479" formatCode="0_)">
                  <c:v>374.5</c:v>
                </c:pt>
                <c:pt idx="4480" formatCode="0_)">
                  <c:v>85.5</c:v>
                </c:pt>
                <c:pt idx="4481" formatCode="0_)">
                  <c:v>85</c:v>
                </c:pt>
                <c:pt idx="4482" formatCode="0_)">
                  <c:v>-6</c:v>
                </c:pt>
                <c:pt idx="4483" formatCode="0_)">
                  <c:v>-69</c:v>
                </c:pt>
                <c:pt idx="4484" formatCode="0_)">
                  <c:v>254</c:v>
                </c:pt>
                <c:pt idx="4485" formatCode="0_)">
                  <c:v>-8.5</c:v>
                </c:pt>
                <c:pt idx="4486" formatCode="0_)">
                  <c:v>19.5</c:v>
                </c:pt>
                <c:pt idx="4487" formatCode="0_)">
                  <c:v>-170</c:v>
                </c:pt>
                <c:pt idx="4488" formatCode="0_)">
                  <c:v>-95</c:v>
                </c:pt>
                <c:pt idx="4489" formatCode="0_)">
                  <c:v>69.5</c:v>
                </c:pt>
                <c:pt idx="4490" formatCode="0_)">
                  <c:v>-120</c:v>
                </c:pt>
                <c:pt idx="4491" formatCode="0_)">
                  <c:v>-63.5</c:v>
                </c:pt>
                <c:pt idx="4492" formatCode="0_)">
                  <c:v>84</c:v>
                </c:pt>
                <c:pt idx="4493" formatCode="0_)">
                  <c:v>-168.5</c:v>
                </c:pt>
                <c:pt idx="4494" formatCode="0_)">
                  <c:v>224</c:v>
                </c:pt>
                <c:pt idx="4495" formatCode="0_)">
                  <c:v>221.5</c:v>
                </c:pt>
                <c:pt idx="4496" formatCode="0_)">
                  <c:v>126</c:v>
                </c:pt>
                <c:pt idx="4497" formatCode="0_)">
                  <c:v>-41.5</c:v>
                </c:pt>
                <c:pt idx="4498" formatCode="0_)">
                  <c:v>-111</c:v>
                </c:pt>
                <c:pt idx="4499" formatCode="0_)">
                  <c:v>-45</c:v>
                </c:pt>
                <c:pt idx="4500" formatCode="0_)">
                  <c:v>-299</c:v>
                </c:pt>
                <c:pt idx="4501" formatCode="0_)">
                  <c:v>93.5</c:v>
                </c:pt>
                <c:pt idx="4502" formatCode="0_)">
                  <c:v>-63.5</c:v>
                </c:pt>
                <c:pt idx="4503" formatCode="0_)">
                  <c:v>-77.5</c:v>
                </c:pt>
                <c:pt idx="4504" formatCode="0_)">
                  <c:v>171.5</c:v>
                </c:pt>
                <c:pt idx="4505" formatCode="0_)">
                  <c:v>160.5</c:v>
                </c:pt>
                <c:pt idx="4507" formatCode="0_)">
                  <c:v>0</c:v>
                </c:pt>
                <c:pt idx="4508" formatCode="0_)">
                  <c:v>-155.5</c:v>
                </c:pt>
                <c:pt idx="4509" formatCode="0_)">
                  <c:v>-107</c:v>
                </c:pt>
                <c:pt idx="4510" formatCode="0_)">
                  <c:v>22</c:v>
                </c:pt>
                <c:pt idx="4512" formatCode="0_)">
                  <c:v>0</c:v>
                </c:pt>
                <c:pt idx="4513" formatCode="0_)">
                  <c:v>-125.5</c:v>
                </c:pt>
                <c:pt idx="4514" formatCode="0_)">
                  <c:v>-73.5</c:v>
                </c:pt>
                <c:pt idx="4515" formatCode="0_)">
                  <c:v>-380.5</c:v>
                </c:pt>
                <c:pt idx="4516" formatCode="0_)">
                  <c:v>-1</c:v>
                </c:pt>
                <c:pt idx="4517" formatCode="0_)">
                  <c:v>118</c:v>
                </c:pt>
                <c:pt idx="4518" formatCode="0_)">
                  <c:v>27.5</c:v>
                </c:pt>
                <c:pt idx="4519" formatCode="0_)">
                  <c:v>-185</c:v>
                </c:pt>
                <c:pt idx="4520" formatCode="0_)">
                  <c:v>-214</c:v>
                </c:pt>
                <c:pt idx="4521" formatCode="0_)">
                  <c:v>320.5</c:v>
                </c:pt>
                <c:pt idx="4522" formatCode="0_)">
                  <c:v>-147</c:v>
                </c:pt>
                <c:pt idx="4523" formatCode="0_)">
                  <c:v>153</c:v>
                </c:pt>
                <c:pt idx="4524" formatCode="0_)">
                  <c:v>33.5</c:v>
                </c:pt>
                <c:pt idx="4525" formatCode="0_)">
                  <c:v>110</c:v>
                </c:pt>
                <c:pt idx="4526" formatCode="0_)">
                  <c:v>-24</c:v>
                </c:pt>
                <c:pt idx="4527" formatCode="0_)">
                  <c:v>-151.5</c:v>
                </c:pt>
                <c:pt idx="4528" formatCode="0_)">
                  <c:v>50.5</c:v>
                </c:pt>
                <c:pt idx="4529" formatCode="0_)">
                  <c:v>137.5</c:v>
                </c:pt>
                <c:pt idx="4530" formatCode="0_)">
                  <c:v>-28.5</c:v>
                </c:pt>
                <c:pt idx="4531" formatCode="0_)">
                  <c:v>160.5</c:v>
                </c:pt>
                <c:pt idx="4533" formatCode="0_)">
                  <c:v>73.5</c:v>
                </c:pt>
                <c:pt idx="4534" formatCode="0_)">
                  <c:v>-53.5</c:v>
                </c:pt>
                <c:pt idx="4535" formatCode="0_)">
                  <c:v>-133.5</c:v>
                </c:pt>
                <c:pt idx="4536" formatCode="0_)">
                  <c:v>-21.5</c:v>
                </c:pt>
                <c:pt idx="4537" formatCode="0_)">
                  <c:v>82</c:v>
                </c:pt>
                <c:pt idx="4538" formatCode="0_)">
                  <c:v>-6</c:v>
                </c:pt>
                <c:pt idx="4539" formatCode="0_)">
                  <c:v>-121.5</c:v>
                </c:pt>
                <c:pt idx="4540" formatCode="0_)">
                  <c:v>-20</c:v>
                </c:pt>
                <c:pt idx="4541" formatCode="0_)">
                  <c:v>50</c:v>
                </c:pt>
                <c:pt idx="4542" formatCode="0_)">
                  <c:v>-105.5</c:v>
                </c:pt>
                <c:pt idx="4543" formatCode="0_)">
                  <c:v>115</c:v>
                </c:pt>
                <c:pt idx="4544" formatCode="0_)">
                  <c:v>137</c:v>
                </c:pt>
                <c:pt idx="4545" formatCode="0_)">
                  <c:v>-135.5</c:v>
                </c:pt>
                <c:pt idx="4546" formatCode="0_)">
                  <c:v>90</c:v>
                </c:pt>
                <c:pt idx="4547" formatCode="0_)">
                  <c:v>-166.5</c:v>
                </c:pt>
                <c:pt idx="4548" formatCode="0_)">
                  <c:v>125</c:v>
                </c:pt>
                <c:pt idx="4549" formatCode="0_)">
                  <c:v>-53</c:v>
                </c:pt>
                <c:pt idx="4550" formatCode="0_)">
                  <c:v>-28.5</c:v>
                </c:pt>
                <c:pt idx="4551" formatCode="0_)">
                  <c:v>66.5</c:v>
                </c:pt>
                <c:pt idx="4552" formatCode="0_)">
                  <c:v>-44.5</c:v>
                </c:pt>
                <c:pt idx="4553" formatCode="0_)">
                  <c:v>-5</c:v>
                </c:pt>
                <c:pt idx="4554" formatCode="0_)">
                  <c:v>180.5</c:v>
                </c:pt>
                <c:pt idx="4555" formatCode="0_)">
                  <c:v>125</c:v>
                </c:pt>
                <c:pt idx="4556" formatCode="0_)">
                  <c:v>104</c:v>
                </c:pt>
                <c:pt idx="4557" formatCode="0_)">
                  <c:v>6</c:v>
                </c:pt>
                <c:pt idx="4558" formatCode="0_)">
                  <c:v>-5.5</c:v>
                </c:pt>
                <c:pt idx="4559" formatCode="0_)">
                  <c:v>26.5</c:v>
                </c:pt>
                <c:pt idx="4560" formatCode="0_)">
                  <c:v>105</c:v>
                </c:pt>
                <c:pt idx="4561" formatCode="0_)">
                  <c:v>176</c:v>
                </c:pt>
                <c:pt idx="4562" formatCode="0_)">
                  <c:v>-157</c:v>
                </c:pt>
                <c:pt idx="4563" formatCode="0_)">
                  <c:v>-55.5</c:v>
                </c:pt>
                <c:pt idx="4564" formatCode="0_)">
                  <c:v>158</c:v>
                </c:pt>
                <c:pt idx="4565" formatCode="0_)">
                  <c:v>-3.5</c:v>
                </c:pt>
                <c:pt idx="4566" formatCode="0_)">
                  <c:v>-49</c:v>
                </c:pt>
                <c:pt idx="4567" formatCode="0_)">
                  <c:v>84</c:v>
                </c:pt>
                <c:pt idx="4568" formatCode="0_)">
                  <c:v>65</c:v>
                </c:pt>
                <c:pt idx="4569" formatCode="0_)">
                  <c:v>10.5</c:v>
                </c:pt>
                <c:pt idx="4570" formatCode="0_)">
                  <c:v>-158.5</c:v>
                </c:pt>
                <c:pt idx="4571" formatCode="0_)">
                  <c:v>91</c:v>
                </c:pt>
                <c:pt idx="4572" formatCode="0_)">
                  <c:v>-78</c:v>
                </c:pt>
                <c:pt idx="4573" formatCode="0_)">
                  <c:v>158</c:v>
                </c:pt>
                <c:pt idx="4574" formatCode="0_)">
                  <c:v>-42</c:v>
                </c:pt>
                <c:pt idx="4575" formatCode="0_)">
                  <c:v>8</c:v>
                </c:pt>
                <c:pt idx="4576" formatCode="0_)">
                  <c:v>-13</c:v>
                </c:pt>
                <c:pt idx="4577" formatCode="0_)">
                  <c:v>96</c:v>
                </c:pt>
                <c:pt idx="4578" formatCode="0_)">
                  <c:v>-197</c:v>
                </c:pt>
                <c:pt idx="4579" formatCode="0_)">
                  <c:v>-80.5</c:v>
                </c:pt>
                <c:pt idx="4580" formatCode="0_)">
                  <c:v>-97.5</c:v>
                </c:pt>
                <c:pt idx="4581" formatCode="0_)">
                  <c:v>-262</c:v>
                </c:pt>
                <c:pt idx="4582" formatCode="0_)">
                  <c:v>-151</c:v>
                </c:pt>
                <c:pt idx="4583" formatCode="0_)">
                  <c:v>-188</c:v>
                </c:pt>
                <c:pt idx="4584" formatCode="0_)">
                  <c:v>2.5</c:v>
                </c:pt>
                <c:pt idx="4585" formatCode="0_)">
                  <c:v>-51.5</c:v>
                </c:pt>
                <c:pt idx="4586" formatCode="0_)">
                  <c:v>49</c:v>
                </c:pt>
                <c:pt idx="4587" formatCode="0_)">
                  <c:v>-27</c:v>
                </c:pt>
                <c:pt idx="4588" formatCode="0_)">
                  <c:v>-64</c:v>
                </c:pt>
                <c:pt idx="4589" formatCode="0_)">
                  <c:v>110</c:v>
                </c:pt>
                <c:pt idx="4590" formatCode="0_)">
                  <c:v>-67</c:v>
                </c:pt>
                <c:pt idx="4591" formatCode="0_)">
                  <c:v>-21.5</c:v>
                </c:pt>
                <c:pt idx="4592" formatCode="0_)">
                  <c:v>30</c:v>
                </c:pt>
                <c:pt idx="4593" formatCode="0_)">
                  <c:v>47</c:v>
                </c:pt>
                <c:pt idx="4594" formatCode="0_)">
                  <c:v>-26.5</c:v>
                </c:pt>
                <c:pt idx="4595" formatCode="0_)">
                  <c:v>75.5</c:v>
                </c:pt>
                <c:pt idx="4596" formatCode="0_)">
                  <c:v>183</c:v>
                </c:pt>
                <c:pt idx="4598" formatCode="0_)">
                  <c:v>37.5</c:v>
                </c:pt>
                <c:pt idx="4599" formatCode="0_)">
                  <c:v>69</c:v>
                </c:pt>
                <c:pt idx="4600" formatCode="0_)">
                  <c:v>-96</c:v>
                </c:pt>
                <c:pt idx="4601" formatCode="0_)">
                  <c:v>-50.5</c:v>
                </c:pt>
                <c:pt idx="4602" formatCode="0_)">
                  <c:v>-115.5</c:v>
                </c:pt>
                <c:pt idx="4603" formatCode="0_)">
                  <c:v>-15.5</c:v>
                </c:pt>
                <c:pt idx="4604" formatCode="0_)">
                  <c:v>51</c:v>
                </c:pt>
                <c:pt idx="4605" formatCode="0_)">
                  <c:v>70.5</c:v>
                </c:pt>
                <c:pt idx="4606" formatCode="0_)">
                  <c:v>-136.5</c:v>
                </c:pt>
                <c:pt idx="4607" formatCode="0_)">
                  <c:v>-259</c:v>
                </c:pt>
                <c:pt idx="4608" formatCode="0_)">
                  <c:v>112</c:v>
                </c:pt>
                <c:pt idx="4609" formatCode="0_)">
                  <c:v>-38</c:v>
                </c:pt>
                <c:pt idx="4610" formatCode="0_)">
                  <c:v>-10</c:v>
                </c:pt>
                <c:pt idx="4611" formatCode="0_)">
                  <c:v>72</c:v>
                </c:pt>
                <c:pt idx="4612" formatCode="0_)">
                  <c:v>-366.5</c:v>
                </c:pt>
                <c:pt idx="4613" formatCode="0_)">
                  <c:v>-17.5</c:v>
                </c:pt>
                <c:pt idx="4614" formatCode="0_)">
                  <c:v>-176.5</c:v>
                </c:pt>
                <c:pt idx="4615" formatCode="0_)">
                  <c:v>-430.5</c:v>
                </c:pt>
                <c:pt idx="4616" formatCode="0_)">
                  <c:v>-500.5</c:v>
                </c:pt>
                <c:pt idx="4617" formatCode="0_)">
                  <c:v>-64</c:v>
                </c:pt>
                <c:pt idx="4618" formatCode="0_)">
                  <c:v>302</c:v>
                </c:pt>
                <c:pt idx="4619" formatCode="0_)">
                  <c:v>-112</c:v>
                </c:pt>
                <c:pt idx="4620" formatCode="0_)">
                  <c:v>-440.5</c:v>
                </c:pt>
                <c:pt idx="4621" formatCode="0_)">
                  <c:v>156</c:v>
                </c:pt>
                <c:pt idx="4622" formatCode="0_)">
                  <c:v>-336.5</c:v>
                </c:pt>
                <c:pt idx="4623" formatCode="0_)">
                  <c:v>-10</c:v>
                </c:pt>
                <c:pt idx="4624" formatCode="0_)">
                  <c:v>75.5</c:v>
                </c:pt>
                <c:pt idx="4625" formatCode="0_)">
                  <c:v>235</c:v>
                </c:pt>
                <c:pt idx="4626" formatCode="0_)">
                  <c:v>154.5</c:v>
                </c:pt>
                <c:pt idx="4627" formatCode="0_)">
                  <c:v>64</c:v>
                </c:pt>
                <c:pt idx="4628" formatCode="0_)">
                  <c:v>-98.5</c:v>
                </c:pt>
                <c:pt idx="4629" formatCode="0_)">
                  <c:v>203.5</c:v>
                </c:pt>
                <c:pt idx="4630" formatCode="0_)">
                  <c:v>-91</c:v>
                </c:pt>
                <c:pt idx="4631" formatCode="0_)">
                  <c:v>172.5</c:v>
                </c:pt>
                <c:pt idx="4632" formatCode="0_)">
                  <c:v>65.5</c:v>
                </c:pt>
                <c:pt idx="4633" formatCode="0_)">
                  <c:v>-295</c:v>
                </c:pt>
                <c:pt idx="4634" formatCode="0_)">
                  <c:v>34.5</c:v>
                </c:pt>
                <c:pt idx="4635" formatCode="0_)">
                  <c:v>-389</c:v>
                </c:pt>
                <c:pt idx="4636" formatCode="0_)">
                  <c:v>145.5</c:v>
                </c:pt>
                <c:pt idx="4637" formatCode="0_)">
                  <c:v>318.5</c:v>
                </c:pt>
                <c:pt idx="4638" formatCode="0_)">
                  <c:v>210</c:v>
                </c:pt>
                <c:pt idx="4639" formatCode="0_)">
                  <c:v>130</c:v>
                </c:pt>
                <c:pt idx="4640" formatCode="0_)">
                  <c:v>319.5</c:v>
                </c:pt>
                <c:pt idx="4641" formatCode="0_)">
                  <c:v>-58.5</c:v>
                </c:pt>
                <c:pt idx="4642" formatCode="0_)">
                  <c:v>-81</c:v>
                </c:pt>
                <c:pt idx="4643" formatCode="0_)">
                  <c:v>-240.5</c:v>
                </c:pt>
                <c:pt idx="4644" formatCode="0_)">
                  <c:v>252</c:v>
                </c:pt>
                <c:pt idx="4645" formatCode="0_)">
                  <c:v>-67</c:v>
                </c:pt>
                <c:pt idx="4646" formatCode="0_)">
                  <c:v>85</c:v>
                </c:pt>
                <c:pt idx="4647" formatCode="0_)">
                  <c:v>-154.5</c:v>
                </c:pt>
                <c:pt idx="4648" formatCode="0_)">
                  <c:v>45</c:v>
                </c:pt>
                <c:pt idx="4649" formatCode="0_)">
                  <c:v>-148.5</c:v>
                </c:pt>
                <c:pt idx="4650" formatCode="0_)">
                  <c:v>-216</c:v>
                </c:pt>
                <c:pt idx="4651" formatCode="0_)">
                  <c:v>-5</c:v>
                </c:pt>
                <c:pt idx="4652" formatCode="0_)">
                  <c:v>280.5</c:v>
                </c:pt>
                <c:pt idx="4653" formatCode="0_)">
                  <c:v>-99.5</c:v>
                </c:pt>
                <c:pt idx="4654" formatCode="0_)">
                  <c:v>-40</c:v>
                </c:pt>
                <c:pt idx="4655" formatCode="0_)">
                  <c:v>-90.5</c:v>
                </c:pt>
                <c:pt idx="4656" formatCode="0_)">
                  <c:v>81</c:v>
                </c:pt>
                <c:pt idx="4657" formatCode="0_)">
                  <c:v>-281.5</c:v>
                </c:pt>
                <c:pt idx="4658" formatCode="0_)">
                  <c:v>97</c:v>
                </c:pt>
                <c:pt idx="4659" formatCode="0_)">
                  <c:v>-222</c:v>
                </c:pt>
                <c:pt idx="4660" formatCode="0_)">
                  <c:v>95.5</c:v>
                </c:pt>
                <c:pt idx="4661" formatCode="0_)">
                  <c:v>-75</c:v>
                </c:pt>
                <c:pt idx="4662" formatCode="0_)">
                  <c:v>184.5</c:v>
                </c:pt>
                <c:pt idx="4663" formatCode="0_)">
                  <c:v>67</c:v>
                </c:pt>
                <c:pt idx="4664" formatCode="0_)">
                  <c:v>-42.5</c:v>
                </c:pt>
                <c:pt idx="4665" formatCode="0_)">
                  <c:v>395.5</c:v>
                </c:pt>
                <c:pt idx="4666" formatCode="0_)">
                  <c:v>89</c:v>
                </c:pt>
                <c:pt idx="4667" formatCode="0_)">
                  <c:v>-45</c:v>
                </c:pt>
                <c:pt idx="4668" formatCode="0_)">
                  <c:v>-79</c:v>
                </c:pt>
                <c:pt idx="4669" formatCode="0_)">
                  <c:v>43</c:v>
                </c:pt>
                <c:pt idx="4670" formatCode="0_)">
                  <c:v>-8.5</c:v>
                </c:pt>
                <c:pt idx="4671" formatCode="0_)">
                  <c:v>0</c:v>
                </c:pt>
                <c:pt idx="4672" formatCode="0_)">
                  <c:v>-189</c:v>
                </c:pt>
                <c:pt idx="4673" formatCode="0_)">
                  <c:v>-25.5</c:v>
                </c:pt>
                <c:pt idx="4674" formatCode="0_)">
                  <c:v>-236</c:v>
                </c:pt>
                <c:pt idx="4675" formatCode="0_)">
                  <c:v>-86</c:v>
                </c:pt>
                <c:pt idx="4676" formatCode="0_)">
                  <c:v>76</c:v>
                </c:pt>
                <c:pt idx="4677" formatCode="0_)">
                  <c:v>-53.5</c:v>
                </c:pt>
                <c:pt idx="4678" formatCode="0_)">
                  <c:v>-11.5</c:v>
                </c:pt>
                <c:pt idx="4679" formatCode="0_)">
                  <c:v>140.5</c:v>
                </c:pt>
                <c:pt idx="4680" formatCode="0_)">
                  <c:v>77</c:v>
                </c:pt>
                <c:pt idx="4681" formatCode="0_)">
                  <c:v>97.5</c:v>
                </c:pt>
                <c:pt idx="4684" formatCode="0_)">
                  <c:v>-88</c:v>
                </c:pt>
                <c:pt idx="4685" formatCode="0_)">
                  <c:v>-130</c:v>
                </c:pt>
                <c:pt idx="4686" formatCode="0_)">
                  <c:v>182</c:v>
                </c:pt>
                <c:pt idx="4687" formatCode="0_)">
                  <c:v>107</c:v>
                </c:pt>
                <c:pt idx="4688" formatCode="0_)">
                  <c:v>-9</c:v>
                </c:pt>
                <c:pt idx="4689" formatCode="0_)">
                  <c:v>-181</c:v>
                </c:pt>
                <c:pt idx="4690" formatCode="0_)">
                  <c:v>44</c:v>
                </c:pt>
                <c:pt idx="4691" formatCode="0_)">
                  <c:v>-12</c:v>
                </c:pt>
                <c:pt idx="4692" formatCode="0_)">
                  <c:v>138</c:v>
                </c:pt>
                <c:pt idx="4693" formatCode="0_)">
                  <c:v>48.5</c:v>
                </c:pt>
                <c:pt idx="4694" formatCode="0_)">
                  <c:v>256.5</c:v>
                </c:pt>
                <c:pt idx="4695" formatCode="0_)">
                  <c:v>19.5</c:v>
                </c:pt>
                <c:pt idx="4696" formatCode="0_)">
                  <c:v>55.5</c:v>
                </c:pt>
                <c:pt idx="4697" formatCode="0_)">
                  <c:v>164</c:v>
                </c:pt>
                <c:pt idx="4698" formatCode="0_)">
                  <c:v>-29</c:v>
                </c:pt>
                <c:pt idx="4699" formatCode="0_)">
                  <c:v>194.5</c:v>
                </c:pt>
                <c:pt idx="4700" formatCode="0_)">
                  <c:v>-120</c:v>
                </c:pt>
                <c:pt idx="4701" formatCode="0_)">
                  <c:v>102.5</c:v>
                </c:pt>
                <c:pt idx="4702" formatCode="0_)">
                  <c:v>-66</c:v>
                </c:pt>
                <c:pt idx="4703" formatCode="0_)">
                  <c:v>4</c:v>
                </c:pt>
                <c:pt idx="4704" formatCode="0_)">
                  <c:v>289</c:v>
                </c:pt>
                <c:pt idx="4705" formatCode="0_)">
                  <c:v>50</c:v>
                </c:pt>
                <c:pt idx="4706" formatCode="0_)">
                  <c:v>-211</c:v>
                </c:pt>
                <c:pt idx="4707" formatCode="0_)">
                  <c:v>86.5</c:v>
                </c:pt>
                <c:pt idx="4708" formatCode="0_)">
                  <c:v>-134</c:v>
                </c:pt>
                <c:pt idx="4709" formatCode="0_)">
                  <c:v>-12.5</c:v>
                </c:pt>
                <c:pt idx="4710" formatCode="0_)">
                  <c:v>-19</c:v>
                </c:pt>
                <c:pt idx="4711" formatCode="0_)">
                  <c:v>143</c:v>
                </c:pt>
                <c:pt idx="4712" formatCode="0_)">
                  <c:v>-127.5</c:v>
                </c:pt>
                <c:pt idx="4713" formatCode="0_)">
                  <c:v>250.5</c:v>
                </c:pt>
                <c:pt idx="4714" formatCode="0_)">
                  <c:v>-65.5</c:v>
                </c:pt>
                <c:pt idx="4715" formatCode="0_)">
                  <c:v>70.5</c:v>
                </c:pt>
                <c:pt idx="4716" formatCode="0_)">
                  <c:v>-79</c:v>
                </c:pt>
                <c:pt idx="4717" formatCode="0_)">
                  <c:v>-107</c:v>
                </c:pt>
                <c:pt idx="4718" formatCode="0_)">
                  <c:v>-9.5</c:v>
                </c:pt>
                <c:pt idx="4719" formatCode="0_)">
                  <c:v>-186</c:v>
                </c:pt>
                <c:pt idx="4720" formatCode="0_)">
                  <c:v>160.5</c:v>
                </c:pt>
                <c:pt idx="4721" formatCode="0_)">
                  <c:v>-136</c:v>
                </c:pt>
                <c:pt idx="4722" formatCode="0_)">
                  <c:v>91</c:v>
                </c:pt>
                <c:pt idx="4723" formatCode="0_)">
                  <c:v>66</c:v>
                </c:pt>
                <c:pt idx="4724" formatCode="0_)">
                  <c:v>17</c:v>
                </c:pt>
                <c:pt idx="4725" formatCode="0_)">
                  <c:v>33</c:v>
                </c:pt>
                <c:pt idx="4726" formatCode="0_)">
                  <c:v>-5</c:v>
                </c:pt>
                <c:pt idx="4727" formatCode="0_)">
                  <c:v>222</c:v>
                </c:pt>
                <c:pt idx="4728" formatCode="0_)">
                  <c:v>-73</c:v>
                </c:pt>
                <c:pt idx="4729" formatCode="0_)">
                  <c:v>-15</c:v>
                </c:pt>
                <c:pt idx="4730" formatCode="0_)">
                  <c:v>5</c:v>
                </c:pt>
                <c:pt idx="4731" formatCode="0_)">
                  <c:v>-73</c:v>
                </c:pt>
                <c:pt idx="4732" formatCode="0_)">
                  <c:v>-166.5</c:v>
                </c:pt>
                <c:pt idx="4733" formatCode="0_)">
                  <c:v>-74.5</c:v>
                </c:pt>
                <c:pt idx="4734" formatCode="0_)">
                  <c:v>129</c:v>
                </c:pt>
                <c:pt idx="4735" formatCode="0_)">
                  <c:v>0.5</c:v>
                </c:pt>
                <c:pt idx="4736" formatCode="0_)">
                  <c:v>11</c:v>
                </c:pt>
                <c:pt idx="4737" formatCode="0_)">
                  <c:v>128.5</c:v>
                </c:pt>
                <c:pt idx="4738" formatCode="0_)">
                  <c:v>-62</c:v>
                </c:pt>
                <c:pt idx="4739" formatCode="0_)">
                  <c:v>22.5</c:v>
                </c:pt>
                <c:pt idx="4740" formatCode="0_)">
                  <c:v>130</c:v>
                </c:pt>
                <c:pt idx="4741" formatCode="0_)">
                  <c:v>-45.5</c:v>
                </c:pt>
                <c:pt idx="4742" formatCode="0_)">
                  <c:v>-138</c:v>
                </c:pt>
                <c:pt idx="4743" formatCode="0_)">
                  <c:v>33.5</c:v>
                </c:pt>
                <c:pt idx="4744" formatCode="0_)">
                  <c:v>-150.5</c:v>
                </c:pt>
                <c:pt idx="4745" formatCode="0_)">
                  <c:v>80.5</c:v>
                </c:pt>
                <c:pt idx="4746" formatCode="0_)">
                  <c:v>84.5</c:v>
                </c:pt>
                <c:pt idx="4747" formatCode="0_)">
                  <c:v>27</c:v>
                </c:pt>
                <c:pt idx="4748" formatCode="0_)">
                  <c:v>-31.5</c:v>
                </c:pt>
                <c:pt idx="4749" formatCode="0_)">
                  <c:v>-120.5</c:v>
                </c:pt>
                <c:pt idx="4750" formatCode="0_)">
                  <c:v>120</c:v>
                </c:pt>
                <c:pt idx="4751" formatCode="0_)">
                  <c:v>0</c:v>
                </c:pt>
                <c:pt idx="4752" formatCode="0_)">
                  <c:v>95.5</c:v>
                </c:pt>
                <c:pt idx="4753" formatCode="0_)">
                  <c:v>-124</c:v>
                </c:pt>
                <c:pt idx="4754" formatCode="0_)">
                  <c:v>-86</c:v>
                </c:pt>
                <c:pt idx="4756" formatCode="0_)">
                  <c:v>0</c:v>
                </c:pt>
                <c:pt idx="4757" formatCode="0_)">
                  <c:v>-109.5</c:v>
                </c:pt>
                <c:pt idx="4758" formatCode="0_)">
                  <c:v>-141</c:v>
                </c:pt>
                <c:pt idx="4759" formatCode="0_)">
                  <c:v>70</c:v>
                </c:pt>
                <c:pt idx="4760" formatCode="0_)">
                  <c:v>-19.5</c:v>
                </c:pt>
                <c:pt idx="4761" formatCode="0_)">
                  <c:v>-111.5</c:v>
                </c:pt>
                <c:pt idx="4762" formatCode="0_)">
                  <c:v>46.5</c:v>
                </c:pt>
                <c:pt idx="4763" formatCode="0_)">
                  <c:v>-15.5</c:v>
                </c:pt>
                <c:pt idx="4764" formatCode="0_)">
                  <c:v>-39.5</c:v>
                </c:pt>
                <c:pt idx="4765" formatCode="0_)">
                  <c:v>75</c:v>
                </c:pt>
                <c:pt idx="4766" formatCode="0_)">
                  <c:v>4.5</c:v>
                </c:pt>
                <c:pt idx="4767" formatCode="0_)">
                  <c:v>69</c:v>
                </c:pt>
                <c:pt idx="4768" formatCode="0_)">
                  <c:v>91.5</c:v>
                </c:pt>
                <c:pt idx="4769" formatCode="0_)">
                  <c:v>70.5</c:v>
                </c:pt>
                <c:pt idx="4770" formatCode="0_)">
                  <c:v>87.5</c:v>
                </c:pt>
                <c:pt idx="4771" formatCode="0_)">
                  <c:v>86</c:v>
                </c:pt>
                <c:pt idx="4772" formatCode="0_)">
                  <c:v>-1.5</c:v>
                </c:pt>
                <c:pt idx="4773" formatCode="0_)">
                  <c:v>-127</c:v>
                </c:pt>
                <c:pt idx="4774" formatCode="0_)">
                  <c:v>-83</c:v>
                </c:pt>
                <c:pt idx="4775" formatCode="0_)">
                  <c:v>-22</c:v>
                </c:pt>
                <c:pt idx="4777" formatCode="0_)">
                  <c:v>-62</c:v>
                </c:pt>
                <c:pt idx="4778" formatCode="0_)">
                  <c:v>-145</c:v>
                </c:pt>
                <c:pt idx="4779" formatCode="0_)">
                  <c:v>106.5</c:v>
                </c:pt>
                <c:pt idx="4780" formatCode="0_)">
                  <c:v>-115.5</c:v>
                </c:pt>
                <c:pt idx="4781" formatCode="0_)">
                  <c:v>-100</c:v>
                </c:pt>
                <c:pt idx="4782" formatCode="0_)">
                  <c:v>-126</c:v>
                </c:pt>
                <c:pt idx="4783" formatCode="0_)">
                  <c:v>-144</c:v>
                </c:pt>
                <c:pt idx="4784" formatCode="0_)">
                  <c:v>-2</c:v>
                </c:pt>
                <c:pt idx="4785" formatCode="0_)">
                  <c:v>87.5</c:v>
                </c:pt>
                <c:pt idx="4786" formatCode="0_)">
                  <c:v>5</c:v>
                </c:pt>
                <c:pt idx="4787" formatCode="0_)">
                  <c:v>-25.5</c:v>
                </c:pt>
                <c:pt idx="4788" formatCode="0_)">
                  <c:v>-144.5</c:v>
                </c:pt>
                <c:pt idx="4789" formatCode="0_)">
                  <c:v>30</c:v>
                </c:pt>
                <c:pt idx="4790" formatCode="0_)">
                  <c:v>35</c:v>
                </c:pt>
                <c:pt idx="4791" formatCode="0_)">
                  <c:v>44.5</c:v>
                </c:pt>
                <c:pt idx="4792" formatCode="0_)">
                  <c:v>-54.5</c:v>
                </c:pt>
                <c:pt idx="4793" formatCode="0_)">
                  <c:v>-140.5</c:v>
                </c:pt>
                <c:pt idx="4794" formatCode="0_)">
                  <c:v>-28</c:v>
                </c:pt>
                <c:pt idx="4795" formatCode="0_)">
                  <c:v>-144</c:v>
                </c:pt>
                <c:pt idx="4797" formatCode="0_)">
                  <c:v>0</c:v>
                </c:pt>
                <c:pt idx="4798" formatCode="0_)">
                  <c:v>86.5</c:v>
                </c:pt>
                <c:pt idx="4799" formatCode="0_)">
                  <c:v>21</c:v>
                </c:pt>
                <c:pt idx="4800" formatCode="0_)">
                  <c:v>-229</c:v>
                </c:pt>
                <c:pt idx="4801" formatCode="0_)">
                  <c:v>144.5</c:v>
                </c:pt>
                <c:pt idx="4802" formatCode="0_)">
                  <c:v>-12</c:v>
                </c:pt>
                <c:pt idx="4803" formatCode="0_)">
                  <c:v>13.5</c:v>
                </c:pt>
                <c:pt idx="4804" formatCode="0_)">
                  <c:v>-21</c:v>
                </c:pt>
                <c:pt idx="4805" formatCode="0_)">
                  <c:v>144.5</c:v>
                </c:pt>
                <c:pt idx="4806" formatCode="0_)">
                  <c:v>-45.5</c:v>
                </c:pt>
                <c:pt idx="4807" formatCode="0_)">
                  <c:v>30</c:v>
                </c:pt>
                <c:pt idx="4808" formatCode="0_)">
                  <c:v>50</c:v>
                </c:pt>
                <c:pt idx="4809" formatCode="0_)">
                  <c:v>-129.5</c:v>
                </c:pt>
                <c:pt idx="4810" formatCode="0_)">
                  <c:v>-106</c:v>
                </c:pt>
                <c:pt idx="4811" formatCode="0_)">
                  <c:v>22.5</c:v>
                </c:pt>
                <c:pt idx="4812" formatCode="0_)">
                  <c:v>4.5</c:v>
                </c:pt>
                <c:pt idx="4813" formatCode="0_)">
                  <c:v>7</c:v>
                </c:pt>
                <c:pt idx="4814" formatCode="0_)">
                  <c:v>67</c:v>
                </c:pt>
                <c:pt idx="4815" formatCode="0_)">
                  <c:v>183.5</c:v>
                </c:pt>
                <c:pt idx="4816" formatCode="0_)">
                  <c:v>43</c:v>
                </c:pt>
                <c:pt idx="4817" formatCode="0_)">
                  <c:v>129.5</c:v>
                </c:pt>
                <c:pt idx="4818" formatCode="0_)">
                  <c:v>-81.5</c:v>
                </c:pt>
                <c:pt idx="4819" formatCode="0_)">
                  <c:v>66</c:v>
                </c:pt>
                <c:pt idx="4820" formatCode="0_)">
                  <c:v>-161.5</c:v>
                </c:pt>
                <c:pt idx="4821" formatCode="0_)">
                  <c:v>-79.5</c:v>
                </c:pt>
                <c:pt idx="4822" formatCode="0_)">
                  <c:v>35.5</c:v>
                </c:pt>
                <c:pt idx="4823" formatCode="0_)">
                  <c:v>-30.5</c:v>
                </c:pt>
                <c:pt idx="4824" formatCode="0_)">
                  <c:v>-15.5</c:v>
                </c:pt>
                <c:pt idx="4825" formatCode="0_)">
                  <c:v>179.5</c:v>
                </c:pt>
                <c:pt idx="4826" formatCode="0_)">
                  <c:v>-53.5</c:v>
                </c:pt>
                <c:pt idx="4827" formatCode="0_)">
                  <c:v>35</c:v>
                </c:pt>
                <c:pt idx="4828" formatCode="0_)">
                  <c:v>-75</c:v>
                </c:pt>
                <c:pt idx="4829" formatCode="0_)">
                  <c:v>169</c:v>
                </c:pt>
                <c:pt idx="4830" formatCode="0_)">
                  <c:v>-140</c:v>
                </c:pt>
                <c:pt idx="4831" formatCode="0_)">
                  <c:v>-238</c:v>
                </c:pt>
                <c:pt idx="4832" formatCode="0_)">
                  <c:v>9</c:v>
                </c:pt>
                <c:pt idx="4833" formatCode="0_)">
                  <c:v>45</c:v>
                </c:pt>
                <c:pt idx="4834" formatCode="0_)">
                  <c:v>69.5</c:v>
                </c:pt>
                <c:pt idx="4835" formatCode="0_)">
                  <c:v>44.5</c:v>
                </c:pt>
                <c:pt idx="4836" formatCode="0_)">
                  <c:v>-35</c:v>
                </c:pt>
                <c:pt idx="4837" formatCode="0_)">
                  <c:v>61</c:v>
                </c:pt>
                <c:pt idx="4838" formatCode="0_)">
                  <c:v>-81</c:v>
                </c:pt>
                <c:pt idx="4839" formatCode="0_)">
                  <c:v>-113.5</c:v>
                </c:pt>
                <c:pt idx="4840" formatCode="0_)">
                  <c:v>-59.5</c:v>
                </c:pt>
                <c:pt idx="4841" formatCode="0_)">
                  <c:v>73</c:v>
                </c:pt>
                <c:pt idx="4842" formatCode="0_)">
                  <c:v>167</c:v>
                </c:pt>
                <c:pt idx="4843" formatCode="0_)">
                  <c:v>-41.5</c:v>
                </c:pt>
                <c:pt idx="4844" formatCode="0_)">
                  <c:v>-30</c:v>
                </c:pt>
                <c:pt idx="4845" formatCode="0_)">
                  <c:v>-65</c:v>
                </c:pt>
                <c:pt idx="4846" formatCode="0_)">
                  <c:v>-4</c:v>
                </c:pt>
                <c:pt idx="4847" formatCode="0_)">
                  <c:v>-19.5</c:v>
                </c:pt>
                <c:pt idx="4848" formatCode="0_)">
                  <c:v>-21</c:v>
                </c:pt>
                <c:pt idx="4849" formatCode="0_)">
                  <c:v>0</c:v>
                </c:pt>
                <c:pt idx="4850" formatCode="0_)">
                  <c:v>110</c:v>
                </c:pt>
                <c:pt idx="4851" formatCode="0_)">
                  <c:v>-63</c:v>
                </c:pt>
                <c:pt idx="4852" formatCode="0_)">
                  <c:v>77</c:v>
                </c:pt>
                <c:pt idx="4853" formatCode="0_)">
                  <c:v>61.5</c:v>
                </c:pt>
                <c:pt idx="4854" formatCode="0_)">
                  <c:v>96</c:v>
                </c:pt>
                <c:pt idx="4855" formatCode="0_)">
                  <c:v>-67</c:v>
                </c:pt>
                <c:pt idx="4857" formatCode="0_)">
                  <c:v>5.5</c:v>
                </c:pt>
                <c:pt idx="4858" formatCode="0_)">
                  <c:v>-81.5</c:v>
                </c:pt>
                <c:pt idx="4859" formatCode="0_)">
                  <c:v>86.5</c:v>
                </c:pt>
                <c:pt idx="4860" formatCode="0_)">
                  <c:v>-34.5</c:v>
                </c:pt>
                <c:pt idx="4861" formatCode="0_)">
                  <c:v>73</c:v>
                </c:pt>
                <c:pt idx="4862" formatCode="0_)">
                  <c:v>-9</c:v>
                </c:pt>
                <c:pt idx="4863" formatCode="0_)">
                  <c:v>-34</c:v>
                </c:pt>
                <c:pt idx="4864" formatCode="0_)">
                  <c:v>64</c:v>
                </c:pt>
                <c:pt idx="4865" formatCode="0_)">
                  <c:v>173.5</c:v>
                </c:pt>
                <c:pt idx="4866" formatCode="0_)">
                  <c:v>188</c:v>
                </c:pt>
                <c:pt idx="4867" formatCode="0_)">
                  <c:v>48</c:v>
                </c:pt>
                <c:pt idx="4868" formatCode="0_)">
                  <c:v>20.5</c:v>
                </c:pt>
                <c:pt idx="4869" formatCode="0_)">
                  <c:v>-45</c:v>
                </c:pt>
                <c:pt idx="4870" formatCode="0_)">
                  <c:v>345</c:v>
                </c:pt>
                <c:pt idx="4871" formatCode="0_)">
                  <c:v>-107.5</c:v>
                </c:pt>
                <c:pt idx="4872" formatCode="0_)">
                  <c:v>-69</c:v>
                </c:pt>
                <c:pt idx="4873" formatCode="0_)">
                  <c:v>99</c:v>
                </c:pt>
                <c:pt idx="4874" formatCode="0_)">
                  <c:v>-121</c:v>
                </c:pt>
                <c:pt idx="4875" formatCode="0_)">
                  <c:v>80</c:v>
                </c:pt>
                <c:pt idx="4876" formatCode="0_)">
                  <c:v>-126.5</c:v>
                </c:pt>
                <c:pt idx="4877" formatCode="0_)">
                  <c:v>80</c:v>
                </c:pt>
                <c:pt idx="4878" formatCode="0_)">
                  <c:v>-105</c:v>
                </c:pt>
                <c:pt idx="4879" formatCode="0_)">
                  <c:v>44.5</c:v>
                </c:pt>
                <c:pt idx="4880" formatCode="0_)">
                  <c:v>92.5</c:v>
                </c:pt>
                <c:pt idx="4881" formatCode="0_)">
                  <c:v>-76</c:v>
                </c:pt>
                <c:pt idx="4882" formatCode="0_)">
                  <c:v>148.5</c:v>
                </c:pt>
                <c:pt idx="4883" formatCode="0_)">
                  <c:v>-64</c:v>
                </c:pt>
                <c:pt idx="4884" formatCode="0_)">
                  <c:v>49</c:v>
                </c:pt>
                <c:pt idx="4885" formatCode="0_)">
                  <c:v>-26</c:v>
                </c:pt>
                <c:pt idx="4886" formatCode="0_)">
                  <c:v>-166</c:v>
                </c:pt>
                <c:pt idx="4887" formatCode="0_)">
                  <c:v>50</c:v>
                </c:pt>
                <c:pt idx="4888" formatCode="0_)">
                  <c:v>-58.5</c:v>
                </c:pt>
                <c:pt idx="4889" formatCode="0_)">
                  <c:v>87.5</c:v>
                </c:pt>
                <c:pt idx="4890" formatCode="0_)">
                  <c:v>-33</c:v>
                </c:pt>
                <c:pt idx="4891" formatCode="0_)">
                  <c:v>-49</c:v>
                </c:pt>
                <c:pt idx="4892" formatCode="0_)">
                  <c:v>11.5</c:v>
                </c:pt>
                <c:pt idx="4893" formatCode="0_)">
                  <c:v>-29</c:v>
                </c:pt>
                <c:pt idx="4894" formatCode="0_)">
                  <c:v>97.5</c:v>
                </c:pt>
                <c:pt idx="4895" formatCode="0_)">
                  <c:v>-89</c:v>
                </c:pt>
                <c:pt idx="4896" formatCode="0_)">
                  <c:v>-137.5</c:v>
                </c:pt>
                <c:pt idx="4897" formatCode="0_)">
                  <c:v>-122.5</c:v>
                </c:pt>
                <c:pt idx="4898" formatCode="0_)">
                  <c:v>-0.5</c:v>
                </c:pt>
                <c:pt idx="4899" formatCode="0_)">
                  <c:v>-8.5</c:v>
                </c:pt>
                <c:pt idx="4900" formatCode="0_)">
                  <c:v>-87</c:v>
                </c:pt>
                <c:pt idx="4901" formatCode="0_)">
                  <c:v>-45</c:v>
                </c:pt>
                <c:pt idx="4902" formatCode="0_)">
                  <c:v>40</c:v>
                </c:pt>
                <c:pt idx="4903" formatCode="0_)">
                  <c:v>59</c:v>
                </c:pt>
                <c:pt idx="4904" formatCode="0_)">
                  <c:v>-8</c:v>
                </c:pt>
                <c:pt idx="4905" formatCode="0_)">
                  <c:v>-45.5</c:v>
                </c:pt>
                <c:pt idx="4906" formatCode="0_)">
                  <c:v>-161.5</c:v>
                </c:pt>
                <c:pt idx="4907" formatCode="0_)">
                  <c:v>57</c:v>
                </c:pt>
                <c:pt idx="4908" formatCode="0_)">
                  <c:v>-6.5</c:v>
                </c:pt>
                <c:pt idx="4909" formatCode="0_)">
                  <c:v>-49</c:v>
                </c:pt>
                <c:pt idx="4910" formatCode="0_)">
                  <c:v>-65</c:v>
                </c:pt>
                <c:pt idx="4911" formatCode="0_)">
                  <c:v>86</c:v>
                </c:pt>
                <c:pt idx="4912" formatCode="0_)">
                  <c:v>-20</c:v>
                </c:pt>
                <c:pt idx="4913" formatCode="0_)">
                  <c:v>28.5</c:v>
                </c:pt>
                <c:pt idx="4914" formatCode="0_)">
                  <c:v>-29.5</c:v>
                </c:pt>
                <c:pt idx="4915" formatCode="0_)">
                  <c:v>-32.5</c:v>
                </c:pt>
                <c:pt idx="4916" formatCode="0_)">
                  <c:v>97.5</c:v>
                </c:pt>
                <c:pt idx="4917" formatCode="0_)">
                  <c:v>60.5</c:v>
                </c:pt>
                <c:pt idx="4918" formatCode="0_)">
                  <c:v>-26</c:v>
                </c:pt>
                <c:pt idx="4919" formatCode="0_)">
                  <c:v>11</c:v>
                </c:pt>
                <c:pt idx="4920" formatCode="0_)">
                  <c:v>-40</c:v>
                </c:pt>
                <c:pt idx="4921" formatCode="0_)">
                  <c:v>94.5</c:v>
                </c:pt>
                <c:pt idx="4922" formatCode="0_)">
                  <c:v>25.5</c:v>
                </c:pt>
                <c:pt idx="4923" formatCode="0_)">
                  <c:v>-76</c:v>
                </c:pt>
                <c:pt idx="4924" formatCode="0_)">
                  <c:v>130</c:v>
                </c:pt>
                <c:pt idx="4925" formatCode="0_)">
                  <c:v>99</c:v>
                </c:pt>
                <c:pt idx="4926" formatCode="0_)">
                  <c:v>26.5</c:v>
                </c:pt>
                <c:pt idx="4927" formatCode="0_)">
                  <c:v>15.5</c:v>
                </c:pt>
                <c:pt idx="4928" formatCode="0_)">
                  <c:v>31</c:v>
                </c:pt>
                <c:pt idx="4929" formatCode="0_)">
                  <c:v>-1.5</c:v>
                </c:pt>
                <c:pt idx="4930" formatCode="0_)">
                  <c:v>-55</c:v>
                </c:pt>
                <c:pt idx="4931" formatCode="0_)">
                  <c:v>146</c:v>
                </c:pt>
                <c:pt idx="4932" formatCode="0_)">
                  <c:v>-41.5</c:v>
                </c:pt>
                <c:pt idx="4933" formatCode="0_)">
                  <c:v>32</c:v>
                </c:pt>
                <c:pt idx="4934" formatCode="0_)">
                  <c:v>-101.5</c:v>
                </c:pt>
                <c:pt idx="4935" formatCode="0_)">
                  <c:v>47</c:v>
                </c:pt>
                <c:pt idx="4936" formatCode="0_)">
                  <c:v>-46.5</c:v>
                </c:pt>
                <c:pt idx="4937" formatCode="0_)">
                  <c:v>4.5</c:v>
                </c:pt>
                <c:pt idx="4938" formatCode="0_)">
                  <c:v>-59.5</c:v>
                </c:pt>
                <c:pt idx="4939" formatCode="0_)">
                  <c:v>-120.5</c:v>
                </c:pt>
                <c:pt idx="4940" formatCode="0_)">
                  <c:v>-57</c:v>
                </c:pt>
                <c:pt idx="4941" formatCode="0_)">
                  <c:v>11.5</c:v>
                </c:pt>
                <c:pt idx="4944" formatCode="0_)">
                  <c:v>91.5</c:v>
                </c:pt>
                <c:pt idx="4945" formatCode="0_)">
                  <c:v>-1.5</c:v>
                </c:pt>
                <c:pt idx="4946" formatCode="0_)">
                  <c:v>45</c:v>
                </c:pt>
                <c:pt idx="4948" formatCode="0_)">
                  <c:v>170</c:v>
                </c:pt>
                <c:pt idx="4949" formatCode="0_)">
                  <c:v>55.5</c:v>
                </c:pt>
                <c:pt idx="4950" formatCode="0_)">
                  <c:v>-114.5</c:v>
                </c:pt>
                <c:pt idx="4951" formatCode="0_)">
                  <c:v>-30.5</c:v>
                </c:pt>
                <c:pt idx="4952" formatCode="0_)">
                  <c:v>55</c:v>
                </c:pt>
                <c:pt idx="4953" formatCode="0_)">
                  <c:v>8.5</c:v>
                </c:pt>
                <c:pt idx="4954" formatCode="0_)">
                  <c:v>58</c:v>
                </c:pt>
                <c:pt idx="4955" formatCode="0_)">
                  <c:v>-46</c:v>
                </c:pt>
                <c:pt idx="4956" formatCode="0_)">
                  <c:v>-41</c:v>
                </c:pt>
                <c:pt idx="4957" formatCode="0_)">
                  <c:v>-85</c:v>
                </c:pt>
                <c:pt idx="4958" formatCode="0_)">
                  <c:v>-34.5</c:v>
                </c:pt>
                <c:pt idx="4959" formatCode="0_)">
                  <c:v>19.5</c:v>
                </c:pt>
                <c:pt idx="4960" formatCode="0_)">
                  <c:v>123</c:v>
                </c:pt>
                <c:pt idx="4961" formatCode="0_)">
                  <c:v>-32.5</c:v>
                </c:pt>
                <c:pt idx="4962" formatCode="0_)">
                  <c:v>47.5</c:v>
                </c:pt>
                <c:pt idx="4963" formatCode="0_)">
                  <c:v>47.5</c:v>
                </c:pt>
                <c:pt idx="4964" formatCode="0_)">
                  <c:v>-79.5</c:v>
                </c:pt>
                <c:pt idx="4965" formatCode="0_)">
                  <c:v>24</c:v>
                </c:pt>
                <c:pt idx="4966" formatCode="0_)">
                  <c:v>-45</c:v>
                </c:pt>
                <c:pt idx="4967" formatCode="0_)">
                  <c:v>-4.5</c:v>
                </c:pt>
                <c:pt idx="4968" formatCode="0_)">
                  <c:v>165</c:v>
                </c:pt>
                <c:pt idx="4969" formatCode="0_)">
                  <c:v>-5.5</c:v>
                </c:pt>
                <c:pt idx="4970" formatCode="0_)">
                  <c:v>-10</c:v>
                </c:pt>
                <c:pt idx="4971" formatCode="0_)">
                  <c:v>66</c:v>
                </c:pt>
                <c:pt idx="4972" formatCode="0_)">
                  <c:v>16.5</c:v>
                </c:pt>
                <c:pt idx="4973" formatCode="0_)">
                  <c:v>-42.5</c:v>
                </c:pt>
                <c:pt idx="4974" formatCode="0_)">
                  <c:v>12</c:v>
                </c:pt>
                <c:pt idx="4975" formatCode="0_)">
                  <c:v>3</c:v>
                </c:pt>
                <c:pt idx="4976" formatCode="0_)">
                  <c:v>1</c:v>
                </c:pt>
                <c:pt idx="4977" formatCode="0_)">
                  <c:v>-31.5</c:v>
                </c:pt>
                <c:pt idx="4978" formatCode="0_)">
                  <c:v>36.5</c:v>
                </c:pt>
                <c:pt idx="4979" formatCode="0_)">
                  <c:v>-24</c:v>
                </c:pt>
                <c:pt idx="4980" formatCode="0_)">
                  <c:v>1.5</c:v>
                </c:pt>
                <c:pt idx="4981" formatCode="0_)">
                  <c:v>-123</c:v>
                </c:pt>
                <c:pt idx="4982" formatCode="0_)">
                  <c:v>-5.5</c:v>
                </c:pt>
                <c:pt idx="4983" formatCode="0_)">
                  <c:v>-60.5</c:v>
                </c:pt>
                <c:pt idx="4984" formatCode="0_)">
                  <c:v>-162</c:v>
                </c:pt>
                <c:pt idx="4985" formatCode="0_)">
                  <c:v>-22.5</c:v>
                </c:pt>
                <c:pt idx="4986" formatCode="0_)">
                  <c:v>40.5</c:v>
                </c:pt>
                <c:pt idx="4987" formatCode="0_)">
                  <c:v>-80.5</c:v>
                </c:pt>
                <c:pt idx="4988" formatCode="0_)">
                  <c:v>46</c:v>
                </c:pt>
                <c:pt idx="4989" formatCode="0_)">
                  <c:v>-3</c:v>
                </c:pt>
                <c:pt idx="4990" formatCode="0_)">
                  <c:v>-207.5</c:v>
                </c:pt>
                <c:pt idx="4991" formatCode="0_)">
                  <c:v>130.5</c:v>
                </c:pt>
                <c:pt idx="4992" formatCode="0_)">
                  <c:v>-31</c:v>
                </c:pt>
                <c:pt idx="4993" formatCode="0_)">
                  <c:v>-20.5</c:v>
                </c:pt>
                <c:pt idx="4994" formatCode="0_)">
                  <c:v>-28.5</c:v>
                </c:pt>
                <c:pt idx="4995" formatCode="0_)">
                  <c:v>59</c:v>
                </c:pt>
                <c:pt idx="4996" formatCode="0_)">
                  <c:v>-53</c:v>
                </c:pt>
                <c:pt idx="4997" formatCode="0_)">
                  <c:v>138</c:v>
                </c:pt>
                <c:pt idx="4998" formatCode="0_)">
                  <c:v>-37.5</c:v>
                </c:pt>
                <c:pt idx="4999" formatCode="0_)">
                  <c:v>-15.5</c:v>
                </c:pt>
                <c:pt idx="5000" formatCode="0_)">
                  <c:v>20</c:v>
                </c:pt>
                <c:pt idx="5001" formatCode="0_)">
                  <c:v>-226.5</c:v>
                </c:pt>
                <c:pt idx="5002" formatCode="0_)">
                  <c:v>-16.5</c:v>
                </c:pt>
                <c:pt idx="5003" formatCode="0_)">
                  <c:v>35.5</c:v>
                </c:pt>
                <c:pt idx="5004" formatCode="0_)">
                  <c:v>5.5</c:v>
                </c:pt>
                <c:pt idx="5005" formatCode="0_)">
                  <c:v>38</c:v>
                </c:pt>
                <c:pt idx="5006" formatCode="0_)">
                  <c:v>-16</c:v>
                </c:pt>
                <c:pt idx="5007" formatCode="0_)">
                  <c:v>29</c:v>
                </c:pt>
                <c:pt idx="5008" formatCode="0_)">
                  <c:v>-61</c:v>
                </c:pt>
                <c:pt idx="5009" formatCode="0_)">
                  <c:v>12.5</c:v>
                </c:pt>
                <c:pt idx="5011" formatCode="0_)">
                  <c:v>0</c:v>
                </c:pt>
                <c:pt idx="5012" formatCode="0_)">
                  <c:v>-148</c:v>
                </c:pt>
                <c:pt idx="5013" formatCode="0_)">
                  <c:v>-29</c:v>
                </c:pt>
                <c:pt idx="5014" formatCode="0_)">
                  <c:v>-69</c:v>
                </c:pt>
                <c:pt idx="5015" formatCode="0_)">
                  <c:v>39.5</c:v>
                </c:pt>
                <c:pt idx="5016" formatCode="0_)">
                  <c:v>81.5</c:v>
                </c:pt>
                <c:pt idx="5017" formatCode="0_)">
                  <c:v>28</c:v>
                </c:pt>
                <c:pt idx="5018" formatCode="0_)">
                  <c:v>61.5</c:v>
                </c:pt>
                <c:pt idx="5019" formatCode="0_)">
                  <c:v>-37</c:v>
                </c:pt>
                <c:pt idx="5020" formatCode="0_)">
                  <c:v>0</c:v>
                </c:pt>
                <c:pt idx="5021" formatCode="0_)">
                  <c:v>-389.5</c:v>
                </c:pt>
                <c:pt idx="5022" formatCode="0_)">
                  <c:v>98.5</c:v>
                </c:pt>
                <c:pt idx="5023" formatCode="0_)">
                  <c:v>-152</c:v>
                </c:pt>
                <c:pt idx="5024" formatCode="0_)">
                  <c:v>-104.5</c:v>
                </c:pt>
                <c:pt idx="5025" formatCode="0_)">
                  <c:v>12.5</c:v>
                </c:pt>
                <c:pt idx="5026" formatCode="0_)">
                  <c:v>-99.5</c:v>
                </c:pt>
                <c:pt idx="5027" formatCode="0_)">
                  <c:v>-64.5</c:v>
                </c:pt>
                <c:pt idx="5028" formatCode="0_)">
                  <c:v>124.5</c:v>
                </c:pt>
                <c:pt idx="5029" formatCode="0_)">
                  <c:v>99.5</c:v>
                </c:pt>
                <c:pt idx="5030" formatCode="0_)">
                  <c:v>19.5</c:v>
                </c:pt>
                <c:pt idx="5031" formatCode="0_)">
                  <c:v>24.5</c:v>
                </c:pt>
                <c:pt idx="5032" formatCode="0_)">
                  <c:v>-5.5</c:v>
                </c:pt>
                <c:pt idx="5033" formatCode="0_)">
                  <c:v>-198.5</c:v>
                </c:pt>
              </c:numCache>
            </c:numRef>
          </c:val>
        </c:ser>
        <c:marker val="1"/>
        <c:axId val="98727424"/>
        <c:axId val="54571776"/>
      </c:lineChart>
      <c:dateAx>
        <c:axId val="98727424"/>
        <c:scaling>
          <c:orientation val="minMax"/>
          <c:min val="37624"/>
        </c:scaling>
        <c:axPos val="b"/>
        <c:numFmt formatCode="m/yyyy;@" sourceLinked="0"/>
        <c:tickLblPos val="low"/>
        <c:txPr>
          <a:bodyPr rot="0"/>
          <a:lstStyle/>
          <a:p>
            <a:pPr>
              <a:defRPr lang="en-GB"/>
            </a:pPr>
            <a:endParaRPr lang="zh-CN"/>
          </a:p>
        </c:txPr>
        <c:crossAx val="54571776"/>
        <c:crosses val="autoZero"/>
        <c:auto val="1"/>
        <c:lblOffset val="100"/>
      </c:dateAx>
      <c:valAx>
        <c:axId val="54571776"/>
        <c:scaling>
          <c:orientation val="minMax"/>
          <c:min val="-800"/>
        </c:scaling>
        <c:axPos val="l"/>
        <c:numFmt formatCode="General" sourceLinked="1"/>
        <c:tickLblPos val="nextTo"/>
        <c:txPr>
          <a:bodyPr/>
          <a:lstStyle/>
          <a:p>
            <a:pPr>
              <a:defRPr lang="en-GB"/>
            </a:pPr>
            <a:endParaRPr lang="zh-CN"/>
          </a:p>
        </c:txPr>
        <c:crossAx val="98727424"/>
        <c:crosses val="autoZero"/>
        <c:crossBetween val="between"/>
      </c:valAx>
    </c:plotArea>
    <c:plotVisOnly val="1"/>
    <c:dispBlanksAs val="gap"/>
  </c:chart>
  <c:txPr>
    <a:bodyPr/>
    <a:lstStyle/>
    <a:p>
      <a:pPr>
        <a:defRPr sz="1400">
          <a:latin typeface="Arial" pitchFamily="34" charset="0"/>
          <a:cs typeface="Arial" pitchFamily="34" charset="0"/>
        </a:defRPr>
      </a:pPr>
      <a:endParaRPr lang="zh-CN"/>
    </a:p>
  </c:txPr>
  <c:externalData r:id="rId1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CN"/>
  <c:chart>
    <c:plotArea>
      <c:layout>
        <c:manualLayout>
          <c:layoutTarget val="inner"/>
          <c:xMode val="edge"/>
          <c:yMode val="edge"/>
          <c:x val="5.9487848381599748E-2"/>
          <c:y val="0.20394142030195891"/>
          <c:w val="0.92397104109773298"/>
          <c:h val="0.62485921104552156"/>
        </c:manualLayout>
      </c:layout>
      <c:barChart>
        <c:barDir val="col"/>
        <c:grouping val="stacked"/>
        <c:ser>
          <c:idx val="0"/>
          <c:order val="0"/>
          <c:tx>
            <c:strRef>
              <c:f>ChartData!$P$183</c:f>
              <c:strCache>
                <c:ptCount val="1"/>
                <c:pt idx="0">
                  <c:v>Exchange stocks</c:v>
                </c:pt>
              </c:strCache>
            </c:strRef>
          </c:tx>
          <c:spPr>
            <a:solidFill>
              <a:srgbClr val="003D7E"/>
            </a:solidFill>
          </c:spPr>
          <c:cat>
            <c:strRef>
              <c:f>ChartData!$N$184:$N$196</c:f>
              <c:strCache>
                <c:ptCount val="13"/>
                <c:pt idx="0">
                  <c:v>2010 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2011 Q1</c:v>
                </c:pt>
                <c:pt idx="5">
                  <c:v>Q2</c:v>
                </c:pt>
                <c:pt idx="6">
                  <c:v>Q3</c:v>
                </c:pt>
                <c:pt idx="7">
                  <c:v>Q4</c:v>
                </c:pt>
                <c:pt idx="8">
                  <c:v>2012 Q1</c:v>
                </c:pt>
                <c:pt idx="9">
                  <c:v>Q2</c:v>
                </c:pt>
                <c:pt idx="10">
                  <c:v>Q3</c:v>
                </c:pt>
                <c:pt idx="11">
                  <c:v>Q4</c:v>
                </c:pt>
                <c:pt idx="12">
                  <c:v>2013 Q1</c:v>
                </c:pt>
              </c:strCache>
            </c:strRef>
          </c:cat>
          <c:val>
            <c:numRef>
              <c:f>ChartData!$P$184:$P$196</c:f>
              <c:numCache>
                <c:formatCode>General</c:formatCode>
                <c:ptCount val="13"/>
                <c:pt idx="0">
                  <c:v>71.94319419237776</c:v>
                </c:pt>
                <c:pt idx="1">
                  <c:v>-93.805083484573515</c:v>
                </c:pt>
                <c:pt idx="2">
                  <c:v>-127.58160980036311</c:v>
                </c:pt>
                <c:pt idx="3">
                  <c:v>29.925170598910938</c:v>
                </c:pt>
                <c:pt idx="4">
                  <c:v>79.346453720508194</c:v>
                </c:pt>
                <c:pt idx="5">
                  <c:v>-42.952377495462613</c:v>
                </c:pt>
                <c:pt idx="6">
                  <c:v>34.265137931034495</c:v>
                </c:pt>
                <c:pt idx="7">
                  <c:v>-100.50831760435563</c:v>
                </c:pt>
                <c:pt idx="8">
                  <c:v>-3.1518638838476787</c:v>
                </c:pt>
                <c:pt idx="9">
                  <c:v>-137.70515245009051</c:v>
                </c:pt>
                <c:pt idx="10">
                  <c:v>-10.604415607985402</c:v>
                </c:pt>
                <c:pt idx="11">
                  <c:v>156.00701814882021</c:v>
                </c:pt>
                <c:pt idx="12">
                  <c:v>289.62624137931078</c:v>
                </c:pt>
              </c:numCache>
            </c:numRef>
          </c:val>
        </c:ser>
        <c:ser>
          <c:idx val="1"/>
          <c:order val="1"/>
          <c:tx>
            <c:strRef>
              <c:f>ChartData!$Q$183</c:f>
              <c:strCache>
                <c:ptCount val="1"/>
                <c:pt idx="0">
                  <c:v>Bonded stocks</c:v>
                </c:pt>
              </c:strCache>
            </c:strRef>
          </c:tx>
          <c:spPr>
            <a:solidFill>
              <a:srgbClr val="B02226"/>
            </a:solidFill>
          </c:spPr>
          <c:cat>
            <c:strRef>
              <c:f>ChartData!$N$184:$N$196</c:f>
              <c:strCache>
                <c:ptCount val="13"/>
                <c:pt idx="0">
                  <c:v>2010 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2011 Q1</c:v>
                </c:pt>
                <c:pt idx="5">
                  <c:v>Q2</c:v>
                </c:pt>
                <c:pt idx="6">
                  <c:v>Q3</c:v>
                </c:pt>
                <c:pt idx="7">
                  <c:v>Q4</c:v>
                </c:pt>
                <c:pt idx="8">
                  <c:v>2012 Q1</c:v>
                </c:pt>
                <c:pt idx="9">
                  <c:v>Q2</c:v>
                </c:pt>
                <c:pt idx="10">
                  <c:v>Q3</c:v>
                </c:pt>
                <c:pt idx="11">
                  <c:v>Q4</c:v>
                </c:pt>
                <c:pt idx="12">
                  <c:v>2013 Q1</c:v>
                </c:pt>
              </c:strCache>
            </c:strRef>
          </c:cat>
          <c:val>
            <c:numRef>
              <c:f>ChartData!$Q$184:$Q$196</c:f>
              <c:numCache>
                <c:formatCode>General</c:formatCode>
                <c:ptCount val="13"/>
                <c:pt idx="0">
                  <c:v>-5</c:v>
                </c:pt>
                <c:pt idx="1">
                  <c:v>100</c:v>
                </c:pt>
                <c:pt idx="2">
                  <c:v>-50</c:v>
                </c:pt>
                <c:pt idx="3">
                  <c:v>150</c:v>
                </c:pt>
                <c:pt idx="4">
                  <c:v>220</c:v>
                </c:pt>
                <c:pt idx="5">
                  <c:v>-245</c:v>
                </c:pt>
                <c:pt idx="6">
                  <c:v>-45</c:v>
                </c:pt>
                <c:pt idx="7">
                  <c:v>0</c:v>
                </c:pt>
                <c:pt idx="8">
                  <c:v>300</c:v>
                </c:pt>
                <c:pt idx="9">
                  <c:v>-50</c:v>
                </c:pt>
                <c:pt idx="10">
                  <c:v>145</c:v>
                </c:pt>
                <c:pt idx="11">
                  <c:v>150</c:v>
                </c:pt>
                <c:pt idx="12">
                  <c:v>-95</c:v>
                </c:pt>
              </c:numCache>
            </c:numRef>
          </c:val>
        </c:ser>
        <c:gapWidth val="22"/>
        <c:overlap val="100"/>
        <c:axId val="54573696"/>
        <c:axId val="54579584"/>
      </c:barChart>
      <c:catAx>
        <c:axId val="54573696"/>
        <c:scaling>
          <c:orientation val="minMax"/>
        </c:scaling>
        <c:axPos val="b"/>
        <c:tickLblPos val="low"/>
        <c:txPr>
          <a:bodyPr/>
          <a:lstStyle/>
          <a:p>
            <a:pPr>
              <a:defRPr lang="en-GB"/>
            </a:pPr>
            <a:endParaRPr lang="zh-CN"/>
          </a:p>
        </c:txPr>
        <c:crossAx val="54579584"/>
        <c:crosses val="autoZero"/>
        <c:auto val="1"/>
        <c:lblAlgn val="ctr"/>
        <c:lblOffset val="100"/>
      </c:catAx>
      <c:valAx>
        <c:axId val="54579584"/>
        <c:scaling>
          <c:orientation val="minMax"/>
        </c:scaling>
        <c:axPos val="l"/>
        <c:numFmt formatCode="General" sourceLinked="1"/>
        <c:tickLblPos val="nextTo"/>
        <c:txPr>
          <a:bodyPr/>
          <a:lstStyle/>
          <a:p>
            <a:pPr>
              <a:defRPr lang="en-GB"/>
            </a:pPr>
            <a:endParaRPr lang="zh-CN"/>
          </a:p>
        </c:txPr>
        <c:crossAx val="54573696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6.6693710257525393E-2"/>
          <c:y val="0.10338889548670838"/>
          <c:w val="0.23654664237953291"/>
          <c:h val="0.17196556704427476"/>
        </c:manualLayout>
      </c:layout>
      <c:txPr>
        <a:bodyPr/>
        <a:lstStyle/>
        <a:p>
          <a:pPr>
            <a:defRPr lang="en-GB"/>
          </a:pPr>
          <a:endParaRPr lang="zh-CN"/>
        </a:p>
      </c:txPr>
    </c:legend>
    <c:plotVisOnly val="1"/>
    <c:dispBlanksAs val="zero"/>
  </c:chart>
  <c:txPr>
    <a:bodyPr/>
    <a:lstStyle/>
    <a:p>
      <a:pPr>
        <a:defRPr sz="1200">
          <a:latin typeface="Arial" pitchFamily="34" charset="0"/>
          <a:cs typeface="Arial" pitchFamily="34" charset="0"/>
        </a:defRPr>
      </a:pPr>
      <a:endParaRPr lang="zh-CN"/>
    </a:p>
  </c:txPr>
  <c:externalData r:id="rId1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CN"/>
  <c:chart>
    <c:plotArea>
      <c:layout>
        <c:manualLayout>
          <c:layoutTarget val="inner"/>
          <c:xMode val="edge"/>
          <c:yMode val="edge"/>
          <c:x val="5.5024271760841993E-2"/>
          <c:y val="0.14883204688612162"/>
          <c:w val="0.9271637442583005"/>
          <c:h val="0.71050965601523264"/>
        </c:manualLayout>
      </c:layout>
      <c:barChart>
        <c:barDir val="col"/>
        <c:grouping val="clustered"/>
        <c:ser>
          <c:idx val="2"/>
          <c:order val="0"/>
          <c:tx>
            <c:strRef>
              <c:f>Sheet1!$D$1</c:f>
              <c:strCache>
                <c:ptCount val="1"/>
                <c:pt idx="0">
                  <c:v>COMEX</c:v>
                </c:pt>
              </c:strCache>
            </c:strRef>
          </c:tx>
          <c:spPr>
            <a:solidFill>
              <a:srgbClr val="4D81B1"/>
            </a:solidFill>
          </c:spPr>
          <c:cat>
            <c:numRef>
              <c:f>Sheet1!$A$2:$A$9</c:f>
              <c:numCache>
                <c:formatCode>mmm/yy</c:formatCode>
                <c:ptCount val="8"/>
                <c:pt idx="0">
                  <c:v>41122</c:v>
                </c:pt>
                <c:pt idx="1">
                  <c:v>41153</c:v>
                </c:pt>
                <c:pt idx="2">
                  <c:v>41183</c:v>
                </c:pt>
                <c:pt idx="3">
                  <c:v>41214</c:v>
                </c:pt>
                <c:pt idx="4">
                  <c:v>41244</c:v>
                </c:pt>
                <c:pt idx="5">
                  <c:v>41275</c:v>
                </c:pt>
                <c:pt idx="6">
                  <c:v>41306</c:v>
                </c:pt>
                <c:pt idx="7">
                  <c:v>41334</c:v>
                </c:pt>
              </c:numCache>
            </c:numRef>
          </c:cat>
          <c:val>
            <c:numRef>
              <c:f>Sheet1!$D$2:$D$9</c:f>
              <c:numCache>
                <c:formatCode>General</c:formatCode>
                <c:ptCount val="8"/>
                <c:pt idx="0">
                  <c:v>46.153357531760257</c:v>
                </c:pt>
                <c:pt idx="1">
                  <c:v>45.676950998185404</c:v>
                </c:pt>
                <c:pt idx="2">
                  <c:v>51.316696914700444</c:v>
                </c:pt>
                <c:pt idx="3">
                  <c:v>58.415607985480946</c:v>
                </c:pt>
                <c:pt idx="4">
                  <c:v>64.166969147005446</c:v>
                </c:pt>
                <c:pt idx="5">
                  <c:v>67.251361161524358</c:v>
                </c:pt>
                <c:pt idx="6">
                  <c:v>68.080762250453148</c:v>
                </c:pt>
                <c:pt idx="7">
                  <c:v>69.184210526315795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 LME</c:v>
                </c:pt>
              </c:strCache>
            </c:strRef>
          </c:tx>
          <c:spPr>
            <a:solidFill>
              <a:srgbClr val="C9DEFB"/>
            </a:solidFill>
          </c:spPr>
          <c:cat>
            <c:numRef>
              <c:f>Sheet1!$A$2:$A$9</c:f>
              <c:numCache>
                <c:formatCode>mmm/yy</c:formatCode>
                <c:ptCount val="8"/>
                <c:pt idx="0">
                  <c:v>41122</c:v>
                </c:pt>
                <c:pt idx="1">
                  <c:v>41153</c:v>
                </c:pt>
                <c:pt idx="2">
                  <c:v>41183</c:v>
                </c:pt>
                <c:pt idx="3">
                  <c:v>41214</c:v>
                </c:pt>
                <c:pt idx="4">
                  <c:v>41244</c:v>
                </c:pt>
                <c:pt idx="5">
                  <c:v>41275</c:v>
                </c:pt>
                <c:pt idx="6">
                  <c:v>41306</c:v>
                </c:pt>
                <c:pt idx="7">
                  <c:v>41334</c:v>
                </c:pt>
              </c:numCache>
            </c:numRef>
          </c:cat>
          <c:val>
            <c:numRef>
              <c:f>Sheet1!$C$2:$C$9</c:f>
              <c:numCache>
                <c:formatCode>General</c:formatCode>
                <c:ptCount val="8"/>
                <c:pt idx="0">
                  <c:v>168.72500000000002</c:v>
                </c:pt>
                <c:pt idx="1">
                  <c:v>159.69999999999999</c:v>
                </c:pt>
                <c:pt idx="2">
                  <c:v>152.80000000000001</c:v>
                </c:pt>
                <c:pt idx="3">
                  <c:v>162.02500000000001</c:v>
                </c:pt>
                <c:pt idx="4">
                  <c:v>176.97499999999999</c:v>
                </c:pt>
                <c:pt idx="5">
                  <c:v>156.44999999999999</c:v>
                </c:pt>
                <c:pt idx="6">
                  <c:v>146.19999999999999</c:v>
                </c:pt>
                <c:pt idx="7">
                  <c:v>162.82500000000007</c:v>
                </c:pt>
              </c:numCache>
            </c:numRef>
          </c:val>
        </c:ser>
        <c:ser>
          <c:idx val="3"/>
          <c:order val="2"/>
          <c:tx>
            <c:strRef>
              <c:f>Sheet1!$E$1</c:f>
              <c:strCache>
                <c:ptCount val="1"/>
                <c:pt idx="0">
                  <c:v>SHFE</c:v>
                </c:pt>
              </c:strCache>
            </c:strRef>
          </c:tx>
          <c:spPr>
            <a:solidFill>
              <a:srgbClr val="68A4F4"/>
            </a:solidFill>
          </c:spPr>
          <c:cat>
            <c:numRef>
              <c:f>Sheet1!$A$2:$A$9</c:f>
              <c:numCache>
                <c:formatCode>mmm/yy</c:formatCode>
                <c:ptCount val="8"/>
                <c:pt idx="0">
                  <c:v>41122</c:v>
                </c:pt>
                <c:pt idx="1">
                  <c:v>41153</c:v>
                </c:pt>
                <c:pt idx="2">
                  <c:v>41183</c:v>
                </c:pt>
                <c:pt idx="3">
                  <c:v>41214</c:v>
                </c:pt>
                <c:pt idx="4">
                  <c:v>41244</c:v>
                </c:pt>
                <c:pt idx="5">
                  <c:v>41275</c:v>
                </c:pt>
                <c:pt idx="6">
                  <c:v>41306</c:v>
                </c:pt>
                <c:pt idx="7">
                  <c:v>41334</c:v>
                </c:pt>
              </c:numCache>
            </c:numRef>
          </c:cat>
          <c:val>
            <c:numRef>
              <c:f>Sheet1!$E$2:$E$9</c:f>
              <c:numCache>
                <c:formatCode>General</c:formatCode>
                <c:ptCount val="8"/>
                <c:pt idx="0">
                  <c:v>158.065</c:v>
                </c:pt>
                <c:pt idx="1">
                  <c:v>162.547</c:v>
                </c:pt>
                <c:pt idx="2">
                  <c:v>192.761</c:v>
                </c:pt>
                <c:pt idx="3">
                  <c:v>197.08800000000065</c:v>
                </c:pt>
                <c:pt idx="4">
                  <c:v>204.77299999999997</c:v>
                </c:pt>
                <c:pt idx="5">
                  <c:v>205.12</c:v>
                </c:pt>
                <c:pt idx="6">
                  <c:v>207.70899999999997</c:v>
                </c:pt>
                <c:pt idx="7">
                  <c:v>247.59100000000001</c:v>
                </c:pt>
              </c:numCache>
            </c:numRef>
          </c:val>
        </c:ser>
        <c:ser>
          <c:idx val="0"/>
          <c:order val="3"/>
          <c:tx>
            <c:strRef>
              <c:f>Sheet1!$B$1</c:f>
              <c:strCache>
                <c:ptCount val="1"/>
                <c:pt idx="0">
                  <c:v>Antwerp, Johor and New Orleans</c:v>
                </c:pt>
              </c:strCache>
            </c:strRef>
          </c:tx>
          <c:spPr>
            <a:solidFill>
              <a:srgbClr val="003D7E"/>
            </a:solidFill>
          </c:spPr>
          <c:cat>
            <c:numRef>
              <c:f>Sheet1!$A$2:$A$9</c:f>
              <c:numCache>
                <c:formatCode>mmm/yy</c:formatCode>
                <c:ptCount val="8"/>
                <c:pt idx="0">
                  <c:v>41122</c:v>
                </c:pt>
                <c:pt idx="1">
                  <c:v>41153</c:v>
                </c:pt>
                <c:pt idx="2">
                  <c:v>41183</c:v>
                </c:pt>
                <c:pt idx="3">
                  <c:v>41214</c:v>
                </c:pt>
                <c:pt idx="4">
                  <c:v>41244</c:v>
                </c:pt>
                <c:pt idx="5">
                  <c:v>41275</c:v>
                </c:pt>
                <c:pt idx="6">
                  <c:v>41306</c:v>
                </c:pt>
                <c:pt idx="7">
                  <c:v>41334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56.55</c:v>
                </c:pt>
                <c:pt idx="1">
                  <c:v>63.8</c:v>
                </c:pt>
                <c:pt idx="2">
                  <c:v>86.8</c:v>
                </c:pt>
                <c:pt idx="3">
                  <c:v>89.024999999999991</c:v>
                </c:pt>
                <c:pt idx="4">
                  <c:v>143.52500000000001</c:v>
                </c:pt>
                <c:pt idx="5">
                  <c:v>219.55</c:v>
                </c:pt>
                <c:pt idx="6">
                  <c:v>312.57499999999999</c:v>
                </c:pt>
                <c:pt idx="7">
                  <c:v>408.3</c:v>
                </c:pt>
              </c:numCache>
            </c:numRef>
          </c:val>
        </c:ser>
        <c:axId val="63825792"/>
        <c:axId val="63827328"/>
      </c:barChart>
      <c:dateAx>
        <c:axId val="63825792"/>
        <c:scaling>
          <c:orientation val="minMax"/>
        </c:scaling>
        <c:axPos val="b"/>
        <c:numFmt formatCode="m/yyyy;@" sourceLinked="0"/>
        <c:tickLblPos val="nextTo"/>
        <c:spPr>
          <a:ln>
            <a:solidFill>
              <a:schemeClr val="tx1"/>
            </a:solidFill>
          </a:ln>
        </c:spPr>
        <c:txPr>
          <a:bodyPr/>
          <a:lstStyle/>
          <a:p>
            <a:pPr>
              <a:defRPr lang="en-GB" sz="1200"/>
            </a:pPr>
            <a:endParaRPr lang="zh-CN"/>
          </a:p>
        </c:txPr>
        <c:crossAx val="63827328"/>
        <c:crosses val="autoZero"/>
        <c:auto val="1"/>
        <c:lblOffset val="100"/>
      </c:dateAx>
      <c:valAx>
        <c:axId val="63827328"/>
        <c:scaling>
          <c:orientation val="minMax"/>
        </c:scaling>
        <c:axPos val="l"/>
        <c:numFmt formatCode="General" sourceLinked="1"/>
        <c:tickLblPos val="nextTo"/>
        <c:spPr>
          <a:ln>
            <a:solidFill>
              <a:schemeClr val="tx1"/>
            </a:solidFill>
          </a:ln>
        </c:spPr>
        <c:txPr>
          <a:bodyPr/>
          <a:lstStyle/>
          <a:p>
            <a:pPr>
              <a:defRPr lang="en-GB" sz="1200"/>
            </a:pPr>
            <a:endParaRPr lang="zh-CN"/>
          </a:p>
        </c:txPr>
        <c:crossAx val="63825792"/>
        <c:crosses val="autoZero"/>
        <c:crossBetween val="between"/>
        <c:majorUnit val="100"/>
      </c:valAx>
    </c:plotArea>
    <c:legend>
      <c:legendPos val="t"/>
      <c:layout>
        <c:manualLayout>
          <c:xMode val="edge"/>
          <c:yMode val="edge"/>
          <c:x val="7.8314032358977922E-2"/>
          <c:y val="0.13766717491159985"/>
          <c:w val="0.29957587558497689"/>
          <c:h val="0.36208907822502623"/>
        </c:manualLayout>
      </c:layout>
      <c:txPr>
        <a:bodyPr/>
        <a:lstStyle/>
        <a:p>
          <a:pPr>
            <a:defRPr lang="en-GB" sz="1200"/>
          </a:pPr>
          <a:endParaRPr lang="zh-CN"/>
        </a:p>
      </c:txPr>
    </c:legend>
    <c:plotVisOnly val="1"/>
  </c:chart>
  <c:txPr>
    <a:bodyPr/>
    <a:lstStyle/>
    <a:p>
      <a:pPr>
        <a:defRPr sz="1400">
          <a:latin typeface="Arial" pitchFamily="34" charset="0"/>
          <a:cs typeface="Arial" pitchFamily="34" charset="0"/>
        </a:defRPr>
      </a:pPr>
      <a:endParaRPr lang="zh-CN"/>
    </a:p>
  </c:txPr>
  <c:externalData r:id="rId1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CN"/>
  <c:chart>
    <c:plotArea>
      <c:layout/>
      <c:lineChart>
        <c:grouping val="standard"/>
        <c:ser>
          <c:idx val="0"/>
          <c:order val="0"/>
          <c:spPr>
            <a:ln>
              <a:solidFill>
                <a:schemeClr val="bg1"/>
              </a:solidFill>
            </a:ln>
          </c:spPr>
          <c:marker>
            <c:symbol val="none"/>
          </c:marker>
          <c:cat>
            <c:strRef>
              <c:f>Sheet1!$B$4:$F$4</c:f>
              <c:strCache>
                <c:ptCount val="5"/>
                <c:pt idx="0">
                  <c:v>2012 Q1</c:v>
                </c:pt>
                <c:pt idx="1">
                  <c:v>2012 Q2</c:v>
                </c:pt>
                <c:pt idx="2">
                  <c:v>2012 Q3</c:v>
                </c:pt>
                <c:pt idx="3">
                  <c:v>2012 Q4</c:v>
                </c:pt>
                <c:pt idx="4">
                  <c:v>2013 Q1</c:v>
                </c:pt>
              </c:strCache>
            </c:strRef>
          </c:cat>
          <c:val>
            <c:numRef>
              <c:f>Sheet1!$B$5:$F$5</c:f>
              <c:numCache>
                <c:formatCode>General</c:formatCode>
                <c:ptCount val="5"/>
                <c:pt idx="0">
                  <c:v>8.1</c:v>
                </c:pt>
                <c:pt idx="1">
                  <c:v>7.6</c:v>
                </c:pt>
                <c:pt idx="2">
                  <c:v>7.4</c:v>
                </c:pt>
                <c:pt idx="3">
                  <c:v>7.9</c:v>
                </c:pt>
                <c:pt idx="4">
                  <c:v>7.7</c:v>
                </c:pt>
              </c:numCache>
            </c:numRef>
          </c:val>
        </c:ser>
        <c:marker val="1"/>
        <c:axId val="63883520"/>
        <c:axId val="64121856"/>
      </c:lineChart>
      <c:catAx>
        <c:axId val="63883520"/>
        <c:scaling>
          <c:orientation val="minMax"/>
        </c:scaling>
        <c:axPos val="b"/>
        <c:tickLblPos val="nextTo"/>
        <c:spPr>
          <a:ln>
            <a:solidFill>
              <a:schemeClr val="bg1"/>
            </a:solidFill>
          </a:ln>
        </c:spPr>
        <c:txPr>
          <a:bodyPr/>
          <a:lstStyle/>
          <a:p>
            <a:pPr>
              <a:defRPr lang="en-GB"/>
            </a:pPr>
            <a:endParaRPr lang="zh-CN"/>
          </a:p>
        </c:txPr>
        <c:crossAx val="64121856"/>
        <c:crosses val="autoZero"/>
        <c:auto val="1"/>
        <c:lblAlgn val="ctr"/>
        <c:lblOffset val="100"/>
      </c:catAx>
      <c:valAx>
        <c:axId val="64121856"/>
        <c:scaling>
          <c:orientation val="minMax"/>
          <c:min val="7.2"/>
        </c:scaling>
        <c:axPos val="l"/>
        <c:numFmt formatCode="#,##0.0" sourceLinked="0"/>
        <c:tickLblPos val="nextTo"/>
        <c:spPr>
          <a:ln>
            <a:solidFill>
              <a:schemeClr val="bg1"/>
            </a:solidFill>
          </a:ln>
        </c:spPr>
        <c:txPr>
          <a:bodyPr/>
          <a:lstStyle/>
          <a:p>
            <a:pPr>
              <a:defRPr lang="en-GB"/>
            </a:pPr>
            <a:endParaRPr lang="zh-CN"/>
          </a:p>
        </c:txPr>
        <c:crossAx val="63883520"/>
        <c:crosses val="autoZero"/>
        <c:crossBetween val="between"/>
        <c:majorUnit val="0.4"/>
      </c:valAx>
      <c:spPr>
        <a:noFill/>
      </c:spPr>
    </c:plotArea>
    <c:plotVisOnly val="1"/>
  </c:chart>
  <c:spPr>
    <a:noFill/>
  </c:spPr>
  <c:txPr>
    <a:bodyPr/>
    <a:lstStyle/>
    <a:p>
      <a:pPr>
        <a:defRPr sz="1200">
          <a:solidFill>
            <a:schemeClr val="bg1"/>
          </a:solidFill>
          <a:latin typeface="Arial" pitchFamily="34" charset="0"/>
          <a:cs typeface="Arial" pitchFamily="34" charset="0"/>
        </a:defRPr>
      </a:pPr>
      <a:endParaRPr lang="zh-CN"/>
    </a:p>
  </c:txPr>
  <c:externalData r:id="rId1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CN"/>
  <c:chart>
    <c:autoTitleDeleted val="1"/>
    <c:plotArea>
      <c:layout>
        <c:manualLayout>
          <c:layoutTarget val="inner"/>
          <c:xMode val="edge"/>
          <c:yMode val="edge"/>
          <c:x val="6.5321977609941934E-2"/>
          <c:y val="8.3807961504813053E-2"/>
          <c:w val="0.91444683700251761"/>
          <c:h val="0.78987751419818686"/>
        </c:manualLayout>
      </c:layout>
      <c:areaChart>
        <c:grouping val="standard"/>
        <c:ser>
          <c:idx val="1"/>
          <c:order val="1"/>
          <c:spPr>
            <a:solidFill>
              <a:schemeClr val="bg1">
                <a:lumMod val="85000"/>
              </a:schemeClr>
            </a:solidFill>
          </c:spPr>
          <c:val>
            <c:numRef>
              <c:f>Correction!$C$35:$T$35</c:f>
              <c:numCache>
                <c:formatCode>General</c:formatCode>
                <c:ptCount val="18"/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</c:numCache>
            </c:numRef>
          </c:val>
        </c:ser>
        <c:axId val="99058816"/>
        <c:axId val="99052928"/>
      </c:areaChart>
      <c:lineChart>
        <c:grouping val="standard"/>
        <c:ser>
          <c:idx val="0"/>
          <c:order val="0"/>
          <c:tx>
            <c:strRef>
              <c:f>Correction!$B$34</c:f>
              <c:strCache>
                <c:ptCount val="1"/>
                <c:pt idx="0">
                  <c:v>CRU forecast copper/aluminium price ratio, LME 3-month nominal US$/t</c:v>
                </c:pt>
              </c:strCache>
            </c:strRef>
          </c:tx>
          <c:marker>
            <c:symbol val="none"/>
          </c:marker>
          <c:dPt>
            <c:idx val="13"/>
            <c:spPr>
              <a:ln>
                <a:prstDash val="sysDash"/>
              </a:ln>
            </c:spPr>
          </c:dPt>
          <c:dPt>
            <c:idx val="14"/>
            <c:spPr>
              <a:ln>
                <a:prstDash val="sysDash"/>
              </a:ln>
            </c:spPr>
          </c:dPt>
          <c:dPt>
            <c:idx val="15"/>
            <c:spPr>
              <a:ln>
                <a:prstDash val="sysDash"/>
              </a:ln>
            </c:spPr>
          </c:dPt>
          <c:dPt>
            <c:idx val="16"/>
            <c:spPr>
              <a:ln>
                <a:prstDash val="sysDash"/>
              </a:ln>
            </c:spPr>
          </c:dPt>
          <c:dPt>
            <c:idx val="17"/>
            <c:spPr>
              <a:ln>
                <a:prstDash val="sysDash"/>
              </a:ln>
            </c:spPr>
          </c:dPt>
          <c:cat>
            <c:numRef>
              <c:f>Correction!$C$33:$T$33</c:f>
              <c:numCache>
                <c:formatCode>General</c:formatCode>
                <c:ptCount val="18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</c:numCache>
            </c:numRef>
          </c:cat>
          <c:val>
            <c:numRef>
              <c:f>Correction!$C$34:$T$34</c:f>
              <c:numCache>
                <c:formatCode>0.0</c:formatCode>
                <c:ptCount val="18"/>
                <c:pt idx="0">
                  <c:v>1.1741356903653282</c:v>
                </c:pt>
                <c:pt idx="1">
                  <c:v>1.099169560717506</c:v>
                </c:pt>
                <c:pt idx="2">
                  <c:v>1.1569550895999181</c:v>
                </c:pt>
                <c:pt idx="3">
                  <c:v>1.2517533224685762</c:v>
                </c:pt>
                <c:pt idx="4">
                  <c:v>1.6211182577073426</c:v>
                </c:pt>
                <c:pt idx="5">
                  <c:v>1.8444346826757978</c:v>
                </c:pt>
                <c:pt idx="6">
                  <c:v>2.5692092308916132</c:v>
                </c:pt>
                <c:pt idx="7">
                  <c:v>2.6635102767701486</c:v>
                </c:pt>
                <c:pt idx="8">
                  <c:v>2.6277614987684097</c:v>
                </c:pt>
                <c:pt idx="9">
                  <c:v>3.0437417338161845</c:v>
                </c:pt>
                <c:pt idx="10">
                  <c:v>3.433720379043486</c:v>
                </c:pt>
                <c:pt idx="11">
                  <c:v>3.6473051254843432</c:v>
                </c:pt>
                <c:pt idx="12">
                  <c:v>3.8779892630551487</c:v>
                </c:pt>
                <c:pt idx="13">
                  <c:v>3.786284640676393</c:v>
                </c:pt>
                <c:pt idx="14">
                  <c:v>3.5671052631578952</c:v>
                </c:pt>
                <c:pt idx="15">
                  <c:v>3.1290465631929045</c:v>
                </c:pt>
                <c:pt idx="16">
                  <c:v>3.0479246897732142</c:v>
                </c:pt>
                <c:pt idx="17">
                  <c:v>3.0257261410788381</c:v>
                </c:pt>
              </c:numCache>
            </c:numRef>
          </c:val>
        </c:ser>
        <c:marker val="1"/>
        <c:axId val="99049856"/>
        <c:axId val="99051392"/>
      </c:lineChart>
      <c:catAx>
        <c:axId val="99049856"/>
        <c:scaling>
          <c:orientation val="minMax"/>
        </c:scaling>
        <c:axPos val="b"/>
        <c:numFmt formatCode="General" sourceLinked="1"/>
        <c:tickLblPos val="nextTo"/>
        <c:spPr>
          <a:ln>
            <a:solidFill>
              <a:sysClr val="windowText" lastClr="000000"/>
            </a:solidFill>
          </a:ln>
        </c:spPr>
        <c:txPr>
          <a:bodyPr/>
          <a:lstStyle/>
          <a:p>
            <a:pPr>
              <a:defRPr lang="en-GB"/>
            </a:pPr>
            <a:endParaRPr lang="zh-CN"/>
          </a:p>
        </c:txPr>
        <c:crossAx val="99051392"/>
        <c:crosses val="autoZero"/>
        <c:auto val="1"/>
        <c:lblAlgn val="ctr"/>
        <c:lblOffset val="100"/>
        <c:tickLblSkip val="1"/>
        <c:tickMarkSkip val="1"/>
      </c:catAx>
      <c:valAx>
        <c:axId val="99051392"/>
        <c:scaling>
          <c:orientation val="minMax"/>
          <c:min val="1"/>
        </c:scaling>
        <c:axPos val="l"/>
        <c:numFmt formatCode="0.0" sourceLinked="1"/>
        <c:tickLblPos val="nextTo"/>
        <c:spPr>
          <a:ln>
            <a:solidFill>
              <a:schemeClr val="tx1"/>
            </a:solidFill>
          </a:ln>
        </c:spPr>
        <c:txPr>
          <a:bodyPr/>
          <a:lstStyle/>
          <a:p>
            <a:pPr>
              <a:defRPr lang="en-GB"/>
            </a:pPr>
            <a:endParaRPr lang="zh-CN"/>
          </a:p>
        </c:txPr>
        <c:crossAx val="99049856"/>
        <c:crosses val="autoZero"/>
        <c:crossBetween val="between"/>
        <c:majorUnit val="1"/>
      </c:valAx>
      <c:valAx>
        <c:axId val="99052928"/>
        <c:scaling>
          <c:orientation val="minMax"/>
          <c:max val="1"/>
        </c:scaling>
        <c:axPos val="r"/>
        <c:numFmt formatCode="General" sourceLinked="1"/>
        <c:majorTickMark val="none"/>
        <c:tickLblPos val="none"/>
        <c:spPr>
          <a:ln>
            <a:noFill/>
          </a:ln>
        </c:spPr>
        <c:txPr>
          <a:bodyPr/>
          <a:lstStyle/>
          <a:p>
            <a:pPr>
              <a:defRPr lang="en-GB"/>
            </a:pPr>
            <a:endParaRPr lang="zh-CN"/>
          </a:p>
        </c:txPr>
        <c:crossAx val="99058816"/>
        <c:crosses val="max"/>
        <c:crossBetween val="between"/>
      </c:valAx>
      <c:catAx>
        <c:axId val="99058816"/>
        <c:scaling>
          <c:orientation val="minMax"/>
        </c:scaling>
        <c:delete val="1"/>
        <c:axPos val="b"/>
        <c:tickLblPos val="none"/>
        <c:crossAx val="99052928"/>
        <c:crosses val="autoZero"/>
        <c:auto val="1"/>
        <c:lblAlgn val="ctr"/>
        <c:lblOffset val="100"/>
      </c:catAx>
      <c:spPr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sz="1400">
          <a:latin typeface="Arial" pitchFamily="34" charset="0"/>
          <a:cs typeface="Arial" pitchFamily="34" charset="0"/>
        </a:defRPr>
      </a:pPr>
      <a:endParaRPr lang="zh-CN"/>
    </a:p>
  </c:txPr>
  <c:externalData r:id="rId1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CN"/>
  <c:chart>
    <c:plotArea>
      <c:layout/>
      <c:barChart>
        <c:barDir val="col"/>
        <c:grouping val="stacked"/>
        <c:ser>
          <c:idx val="3"/>
          <c:order val="0"/>
          <c:tx>
            <c:strRef>
              <c:f>Sheet1!$A$5</c:f>
              <c:strCache>
                <c:ptCount val="1"/>
                <c:pt idx="0">
                  <c:v>China</c:v>
                </c:pt>
              </c:strCache>
            </c:strRef>
          </c:tx>
          <c:spPr>
            <a:solidFill>
              <a:srgbClr val="B02226"/>
            </a:solidFill>
            <a:ln w="25400">
              <a:noFill/>
            </a:ln>
          </c:spPr>
          <c:cat>
            <c:strRef>
              <c:f>Sheet1!$B$1:$G$1</c:f>
              <c:strCache>
                <c:ptCount val="6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</c:strCache>
            </c:strRef>
          </c:cat>
          <c:val>
            <c:numRef>
              <c:f>Sheet1!$B$5:$G$5</c:f>
              <c:numCache>
                <c:formatCode>General</c:formatCode>
                <c:ptCount val="6"/>
                <c:pt idx="0">
                  <c:v>8202.694820293993</c:v>
                </c:pt>
                <c:pt idx="1">
                  <c:v>8719.4645939725051</c:v>
                </c:pt>
                <c:pt idx="2">
                  <c:v>9347.2660447385424</c:v>
                </c:pt>
                <c:pt idx="3">
                  <c:v>9951.5977530830351</c:v>
                </c:pt>
                <c:pt idx="4">
                  <c:v>10585.309279864085</c:v>
                </c:pt>
                <c:pt idx="5">
                  <c:v>11154.223803031738</c:v>
                </c:pt>
              </c:numCache>
            </c:numRef>
          </c:val>
        </c:ser>
        <c:ser>
          <c:idx val="2"/>
          <c:order val="1"/>
          <c:tx>
            <c:strRef>
              <c:f>Sheet1!$A$4</c:f>
              <c:strCache>
                <c:ptCount val="1"/>
                <c:pt idx="0">
                  <c:v>Europe</c:v>
                </c:pt>
              </c:strCache>
            </c:strRef>
          </c:tx>
          <c:spPr>
            <a:solidFill>
              <a:srgbClr val="F4C4C5"/>
            </a:solidFill>
            <a:ln w="25400">
              <a:noFill/>
            </a:ln>
          </c:spPr>
          <c:cat>
            <c:strRef>
              <c:f>Sheet1!$B$1:$G$1</c:f>
              <c:strCache>
                <c:ptCount val="6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</c:strCache>
            </c:strRef>
          </c:cat>
          <c:val>
            <c:numRef>
              <c:f>Sheet1!$B$4:$G$4</c:f>
              <c:numCache>
                <c:formatCode>General</c:formatCode>
                <c:ptCount val="6"/>
                <c:pt idx="0">
                  <c:v>3677.5045647977176</c:v>
                </c:pt>
                <c:pt idx="1">
                  <c:v>3709.8000359895395</c:v>
                </c:pt>
                <c:pt idx="2">
                  <c:v>3804.4511215021175</c:v>
                </c:pt>
                <c:pt idx="3">
                  <c:v>3872.8638622695012</c:v>
                </c:pt>
                <c:pt idx="4">
                  <c:v>3925.1671744448754</c:v>
                </c:pt>
                <c:pt idx="5">
                  <c:v>4050.0403450925928</c:v>
                </c:pt>
              </c:numCache>
            </c:numRef>
          </c:val>
        </c:ser>
        <c:ser>
          <c:idx val="0"/>
          <c:order val="2"/>
          <c:tx>
            <c:strRef>
              <c:f>Sheet1!$A$2</c:f>
              <c:strCache>
                <c:ptCount val="1"/>
                <c:pt idx="0">
                  <c:v>N America</c:v>
                </c:pt>
              </c:strCache>
            </c:strRef>
          </c:tx>
          <c:spPr>
            <a:solidFill>
              <a:srgbClr val="003D7E"/>
            </a:solidFill>
          </c:spPr>
          <c:cat>
            <c:strRef>
              <c:f>Sheet1!$B$1:$G$1</c:f>
              <c:strCache>
                <c:ptCount val="6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</c:strCache>
            </c:strRef>
          </c:cat>
          <c:val>
            <c:numRef>
              <c:f>Sheet1!$B$2:$G$2</c:f>
              <c:numCache>
                <c:formatCode>General</c:formatCode>
                <c:ptCount val="6"/>
                <c:pt idx="0">
                  <c:v>2048.8567812129727</c:v>
                </c:pt>
                <c:pt idx="1">
                  <c:v>2045.6567487833208</c:v>
                </c:pt>
                <c:pt idx="2">
                  <c:v>2114.8842812058683</c:v>
                </c:pt>
                <c:pt idx="3">
                  <c:v>2188.9710765452219</c:v>
                </c:pt>
                <c:pt idx="4">
                  <c:v>2263.8807976515459</c:v>
                </c:pt>
                <c:pt idx="5">
                  <c:v>2340.8011360331857</c:v>
                </c:pt>
              </c:numCache>
            </c:numRef>
          </c:val>
        </c:ser>
        <c:ser>
          <c:idx val="4"/>
          <c:order val="3"/>
          <c:tx>
            <c:strRef>
              <c:f>Sheet1!$A$6</c:f>
              <c:strCache>
                <c:ptCount val="1"/>
                <c:pt idx="0">
                  <c:v>Other Asia</c:v>
                </c:pt>
              </c:strCache>
            </c:strRef>
          </c:tx>
          <c:spPr>
            <a:solidFill>
              <a:srgbClr val="4D81B1"/>
            </a:solidFill>
            <a:ln w="25400">
              <a:noFill/>
            </a:ln>
          </c:spPr>
          <c:cat>
            <c:strRef>
              <c:f>Sheet1!$B$1:$G$1</c:f>
              <c:strCache>
                <c:ptCount val="6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</c:strCache>
            </c:strRef>
          </c:cat>
          <c:val>
            <c:numRef>
              <c:f>Sheet1!$B$6:$G$6</c:f>
              <c:numCache>
                <c:formatCode>General</c:formatCode>
                <c:ptCount val="6"/>
                <c:pt idx="0">
                  <c:v>4745.1539898641622</c:v>
                </c:pt>
                <c:pt idx="1">
                  <c:v>4892.8063303675353</c:v>
                </c:pt>
                <c:pt idx="2">
                  <c:v>5072.1122013840013</c:v>
                </c:pt>
                <c:pt idx="3">
                  <c:v>5265.9031168389365</c:v>
                </c:pt>
                <c:pt idx="4">
                  <c:v>5449.4251761103042</c:v>
                </c:pt>
                <c:pt idx="5">
                  <c:v>5652.8902300520313</c:v>
                </c:pt>
              </c:numCache>
            </c:numRef>
          </c:val>
        </c:ser>
        <c:ser>
          <c:idx val="1"/>
          <c:order val="4"/>
          <c:tx>
            <c:strRef>
              <c:f>Sheet1!$A$3</c:f>
              <c:strCache>
                <c:ptCount val="1"/>
                <c:pt idx="0">
                  <c:v>S&amp;C America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</c:spPr>
          <c:cat>
            <c:strRef>
              <c:f>Sheet1!$B$1:$G$1</c:f>
              <c:strCache>
                <c:ptCount val="6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</c:strCache>
            </c:strRef>
          </c:cat>
          <c:val>
            <c:numRef>
              <c:f>Sheet1!$B$3:$G$3</c:f>
              <c:numCache>
                <c:formatCode>General</c:formatCode>
                <c:ptCount val="6"/>
                <c:pt idx="0">
                  <c:v>667.94736320148138</c:v>
                </c:pt>
                <c:pt idx="1">
                  <c:v>708.06402970838849</c:v>
                </c:pt>
                <c:pt idx="2">
                  <c:v>739.96904082879939</c:v>
                </c:pt>
                <c:pt idx="3">
                  <c:v>776.06794681686608</c:v>
                </c:pt>
                <c:pt idx="4">
                  <c:v>808.35576755986051</c:v>
                </c:pt>
                <c:pt idx="5">
                  <c:v>844.74349879993792</c:v>
                </c:pt>
              </c:numCache>
            </c:numRef>
          </c:val>
        </c:ser>
        <c:ser>
          <c:idx val="5"/>
          <c:order val="5"/>
          <c:tx>
            <c:strRef>
              <c:f>Sheet1!$A$7</c:f>
              <c:strCache>
                <c:ptCount val="1"/>
                <c:pt idx="0">
                  <c:v>Africa</c:v>
                </c:pt>
              </c:strCache>
            </c:strRef>
          </c:tx>
          <c:spPr>
            <a:solidFill>
              <a:srgbClr val="D6A716"/>
            </a:solidFill>
            <a:ln w="25400">
              <a:noFill/>
            </a:ln>
          </c:spPr>
          <c:cat>
            <c:strRef>
              <c:f>Sheet1!$B$1:$G$1</c:f>
              <c:strCache>
                <c:ptCount val="6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</c:strCache>
            </c:strRef>
          </c:cat>
          <c:val>
            <c:numRef>
              <c:f>Sheet1!$B$7:$G$7</c:f>
              <c:numCache>
                <c:formatCode>General</c:formatCode>
                <c:ptCount val="6"/>
                <c:pt idx="0">
                  <c:v>245.48436410133337</c:v>
                </c:pt>
                <c:pt idx="1">
                  <c:v>263.60594862552193</c:v>
                </c:pt>
                <c:pt idx="2">
                  <c:v>279.10785947588784</c:v>
                </c:pt>
                <c:pt idx="3">
                  <c:v>300.14424301413936</c:v>
                </c:pt>
                <c:pt idx="4">
                  <c:v>310.43160005463869</c:v>
                </c:pt>
                <c:pt idx="5">
                  <c:v>319.16261867408372</c:v>
                </c:pt>
              </c:numCache>
            </c:numRef>
          </c:val>
        </c:ser>
        <c:ser>
          <c:idx val="7"/>
          <c:order val="6"/>
          <c:tx>
            <c:strRef>
              <c:f>Sheet1!$A$8</c:f>
              <c:strCache>
                <c:ptCount val="1"/>
                <c:pt idx="0">
                  <c:v>Australasia</c:v>
                </c:pt>
              </c:strCache>
            </c:strRef>
          </c:tx>
          <c:spPr>
            <a:solidFill>
              <a:schemeClr val="tx1"/>
            </a:solidFill>
            <a:ln w="25400">
              <a:noFill/>
            </a:ln>
          </c:spPr>
          <c:cat>
            <c:strRef>
              <c:f>Sheet1!$B$1:$G$1</c:f>
              <c:strCache>
                <c:ptCount val="6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</c:strCache>
            </c:strRef>
          </c:cat>
          <c:val>
            <c:numRef>
              <c:f>Sheet1!$B$8:$G$8</c:f>
              <c:numCache>
                <c:formatCode>General</c:formatCode>
                <c:ptCount val="6"/>
                <c:pt idx="0">
                  <c:v>110.6469</c:v>
                </c:pt>
                <c:pt idx="1">
                  <c:v>106.2210240000004</c:v>
                </c:pt>
                <c:pt idx="2">
                  <c:v>102.23773559999998</c:v>
                </c:pt>
                <c:pt idx="3">
                  <c:v>98.276023345499979</c:v>
                </c:pt>
                <c:pt idx="4">
                  <c:v>94.529249955452812</c:v>
                </c:pt>
                <c:pt idx="5">
                  <c:v>90.895781910289344</c:v>
                </c:pt>
              </c:numCache>
            </c:numRef>
          </c:val>
        </c:ser>
        <c:gapWidth val="45"/>
        <c:overlap val="100"/>
        <c:axId val="130003712"/>
        <c:axId val="130005248"/>
      </c:barChart>
      <c:catAx>
        <c:axId val="130003712"/>
        <c:scaling>
          <c:orientation val="minMax"/>
        </c:scaling>
        <c:axPos val="b"/>
        <c:numFmt formatCode="dd/mm/yyyy" sourceLinked="1"/>
        <c:tickLblPos val="nextTo"/>
        <c:txPr>
          <a:bodyPr/>
          <a:lstStyle/>
          <a:p>
            <a:pPr>
              <a:defRPr lang="en-GB"/>
            </a:pPr>
            <a:endParaRPr lang="zh-CN"/>
          </a:p>
        </c:txPr>
        <c:crossAx val="130005248"/>
        <c:crosses val="autoZero"/>
        <c:auto val="1"/>
        <c:lblAlgn val="ctr"/>
        <c:lblOffset val="100"/>
      </c:catAx>
      <c:valAx>
        <c:axId val="130005248"/>
        <c:scaling>
          <c:orientation val="minMax"/>
          <c:max val="25000"/>
          <c:min val="0"/>
        </c:scaling>
        <c:axPos val="l"/>
        <c:numFmt formatCode="#,##0" sourceLinked="0"/>
        <c:tickLblPos val="nextTo"/>
        <c:txPr>
          <a:bodyPr/>
          <a:lstStyle/>
          <a:p>
            <a:pPr>
              <a:defRPr lang="en-GB"/>
            </a:pPr>
            <a:endParaRPr lang="zh-CN"/>
          </a:p>
        </c:txPr>
        <c:crossAx val="130003712"/>
        <c:crosses val="autoZero"/>
        <c:crossBetween val="between"/>
        <c:majorUnit val="10000"/>
      </c:valAx>
    </c:plotArea>
    <c:legend>
      <c:legendPos val="r"/>
      <c:layout/>
      <c:txPr>
        <a:bodyPr/>
        <a:lstStyle/>
        <a:p>
          <a:pPr>
            <a:defRPr lang="en-GB"/>
          </a:pPr>
          <a:endParaRPr lang="zh-CN"/>
        </a:p>
      </c:txPr>
    </c:legend>
    <c:plotVisOnly val="1"/>
    <c:dispBlanksAs val="zero"/>
  </c:chart>
  <c:txPr>
    <a:bodyPr/>
    <a:lstStyle/>
    <a:p>
      <a:pPr>
        <a:defRPr sz="1400">
          <a:latin typeface="Arial" pitchFamily="34" charset="0"/>
          <a:cs typeface="Arial" pitchFamily="34" charset="0"/>
        </a:defRPr>
      </a:pPr>
      <a:endParaRPr lang="zh-CN"/>
    </a:p>
  </c:txPr>
  <c:externalData r:id="rId1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CN"/>
  <c:chart>
    <c:plotArea>
      <c:layout/>
      <c:barChart>
        <c:barDir val="col"/>
        <c:grouping val="stacked"/>
        <c:ser>
          <c:idx val="6"/>
          <c:order val="0"/>
          <c:tx>
            <c:strRef>
              <c:f>Sheet1!$A$7</c:f>
              <c:strCache>
                <c:ptCount val="1"/>
                <c:pt idx="0">
                  <c:v>Projects &amp; ramp-up delays</c:v>
                </c:pt>
              </c:strCache>
            </c:strRef>
          </c:tx>
          <c:spPr>
            <a:solidFill>
              <a:schemeClr val="accent2">
                <a:lumMod val="50000"/>
              </a:schemeClr>
            </a:solidFill>
          </c:spPr>
          <c:cat>
            <c:numRef>
              <c:f>Sheet1!$B$1:$F$1</c:f>
              <c:numCache>
                <c:formatCode>General</c:formatCode>
                <c:ptCount val="5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</c:numCache>
            </c:numRef>
          </c:cat>
          <c:val>
            <c:numRef>
              <c:f>Sheet1!$B$7:$F$7</c:f>
              <c:numCache>
                <c:formatCode>0</c:formatCode>
                <c:ptCount val="5"/>
                <c:pt idx="0">
                  <c:v>-538.33932017693792</c:v>
                </c:pt>
                <c:pt idx="1">
                  <c:v>-118.80663971095565</c:v>
                </c:pt>
                <c:pt idx="2">
                  <c:v>-373.1280044739699</c:v>
                </c:pt>
                <c:pt idx="3">
                  <c:v>-483.51099581283427</c:v>
                </c:pt>
                <c:pt idx="4">
                  <c:v>-333.84359734193583</c:v>
                </c:pt>
              </c:numCache>
            </c:numRef>
          </c:val>
        </c:ser>
        <c:ser>
          <c:idx val="7"/>
          <c:order val="1"/>
          <c:tx>
            <c:strRef>
              <c:f>Sheet1!$A$8</c:f>
              <c:strCache>
                <c:ptCount val="1"/>
                <c:pt idx="0">
                  <c:v>Ore grade problems</c:v>
                </c:pt>
              </c:strCache>
            </c:strRef>
          </c:tx>
          <c:spPr>
            <a:solidFill>
              <a:srgbClr val="C00000"/>
            </a:solidFill>
          </c:spPr>
          <c:cat>
            <c:numRef>
              <c:f>Sheet1!$B$1:$F$1</c:f>
              <c:numCache>
                <c:formatCode>General</c:formatCode>
                <c:ptCount val="5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</c:numCache>
            </c:numRef>
          </c:cat>
          <c:val>
            <c:numRef>
              <c:f>Sheet1!$B$8:$F$8</c:f>
              <c:numCache>
                <c:formatCode>0</c:formatCode>
                <c:ptCount val="5"/>
                <c:pt idx="0">
                  <c:v>-442.29050103270066</c:v>
                </c:pt>
                <c:pt idx="1">
                  <c:v>-169.43477677545238</c:v>
                </c:pt>
                <c:pt idx="2">
                  <c:v>-118.39040661387823</c:v>
                </c:pt>
                <c:pt idx="3">
                  <c:v>-546.52355337594418</c:v>
                </c:pt>
                <c:pt idx="4">
                  <c:v>-195.28958873808938</c:v>
                </c:pt>
              </c:numCache>
            </c:numRef>
          </c:val>
        </c:ser>
        <c:ser>
          <c:idx val="9"/>
          <c:order val="2"/>
          <c:tx>
            <c:strRef>
              <c:f>Sheet1!$A$10</c:f>
              <c:strCache>
                <c:ptCount val="1"/>
                <c:pt idx="0">
                  <c:v>Technical issues</c:v>
                </c:pt>
              </c:strCache>
            </c:strRef>
          </c:tx>
          <c:spPr>
            <a:solidFill>
              <a:schemeClr val="accent2">
                <a:lumMod val="40000"/>
                <a:lumOff val="60000"/>
              </a:schemeClr>
            </a:solidFill>
          </c:spPr>
          <c:cat>
            <c:numRef>
              <c:f>Sheet1!$B$1:$F$1</c:f>
              <c:numCache>
                <c:formatCode>General</c:formatCode>
                <c:ptCount val="5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</c:numCache>
            </c:numRef>
          </c:cat>
          <c:val>
            <c:numRef>
              <c:f>Sheet1!$B$10:$F$10</c:f>
              <c:numCache>
                <c:formatCode>0</c:formatCode>
                <c:ptCount val="5"/>
                <c:pt idx="0">
                  <c:v>-276.69662962726426</c:v>
                </c:pt>
                <c:pt idx="1">
                  <c:v>-125.31362860428372</c:v>
                </c:pt>
                <c:pt idx="2">
                  <c:v>-97.571795216549347</c:v>
                </c:pt>
                <c:pt idx="3">
                  <c:v>-74.393358209294348</c:v>
                </c:pt>
                <c:pt idx="4">
                  <c:v>-282.54032996689864</c:v>
                </c:pt>
              </c:numCache>
            </c:numRef>
          </c:val>
        </c:ser>
        <c:ser>
          <c:idx val="1"/>
          <c:order val="3"/>
          <c:tx>
            <c:strRef>
              <c:f>Sheet1!$A$2</c:f>
              <c:strCache>
                <c:ptCount val="1"/>
                <c:pt idx="0">
                  <c:v>Total disruption</c:v>
                </c:pt>
              </c:strCache>
            </c:strRef>
          </c:tx>
          <c:cat>
            <c:numRef>
              <c:f>Sheet1!$B$1:$F$1</c:f>
              <c:numCache>
                <c:formatCode>General</c:formatCode>
                <c:ptCount val="5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</c:numCache>
            </c:numRef>
          </c:cat>
          <c:val>
            <c:numRef>
              <c:f>Sheet1!$B$2:$F$2</c:f>
            </c:numRef>
          </c:val>
        </c:ser>
        <c:ser>
          <c:idx val="8"/>
          <c:order val="4"/>
          <c:tx>
            <c:strRef>
              <c:f>Sheet1!$A$9</c:f>
              <c:strCache>
                <c:ptCount val="1"/>
                <c:pt idx="0">
                  <c:v>Strikes</c:v>
                </c:pt>
              </c:strCache>
            </c:strRef>
          </c:tx>
          <c:spPr>
            <a:solidFill>
              <a:srgbClr val="D17F7D"/>
            </a:solidFill>
          </c:spPr>
          <c:cat>
            <c:numRef>
              <c:f>Sheet1!$B$1:$F$1</c:f>
              <c:numCache>
                <c:formatCode>General</c:formatCode>
                <c:ptCount val="5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</c:numCache>
            </c:numRef>
          </c:cat>
          <c:val>
            <c:numRef>
              <c:f>Sheet1!$B$9:$F$9</c:f>
              <c:numCache>
                <c:formatCode>0</c:formatCode>
                <c:ptCount val="5"/>
                <c:pt idx="0">
                  <c:v>-189.83454918191137</c:v>
                </c:pt>
                <c:pt idx="1">
                  <c:v>-132.83548636867505</c:v>
                </c:pt>
                <c:pt idx="2">
                  <c:v>-50.105710836700105</c:v>
                </c:pt>
                <c:pt idx="3">
                  <c:v>-115.75109157429756</c:v>
                </c:pt>
                <c:pt idx="4">
                  <c:v>-36.684311440980153</c:v>
                </c:pt>
              </c:numCache>
            </c:numRef>
          </c:val>
        </c:ser>
        <c:ser>
          <c:idx val="2"/>
          <c:order val="5"/>
          <c:tx>
            <c:strRef>
              <c:f>Sheet1!$A$3</c:f>
              <c:strCache>
                <c:ptCount val="1"/>
                <c:pt idx="0">
                  <c:v>0</c:v>
                </c:pt>
              </c:strCache>
            </c:strRef>
          </c:tx>
          <c:cat>
            <c:numRef>
              <c:f>Sheet1!$B$1:$F$1</c:f>
              <c:numCache>
                <c:formatCode>General</c:formatCode>
                <c:ptCount val="5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</c:numCache>
            </c:numRef>
          </c:cat>
          <c:val>
            <c:numRef>
              <c:f>Sheet1!$B$3:$F$3</c:f>
            </c:numRef>
          </c:val>
        </c:ser>
        <c:ser>
          <c:idx val="11"/>
          <c:order val="6"/>
          <c:tx>
            <c:strRef>
              <c:f>Sheet1!$A$12</c:f>
              <c:strCache>
                <c:ptCount val="1"/>
                <c:pt idx="0">
                  <c:v>Government intervention</c:v>
                </c:pt>
              </c:strCache>
            </c:strRef>
          </c:tx>
          <c:spPr>
            <a:solidFill>
              <a:schemeClr val="accent1"/>
            </a:solidFill>
          </c:spPr>
          <c:cat>
            <c:numRef>
              <c:f>Sheet1!$B$1:$F$1</c:f>
              <c:numCache>
                <c:formatCode>General</c:formatCode>
                <c:ptCount val="5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</c:numCache>
            </c:numRef>
          </c:cat>
          <c:val>
            <c:numRef>
              <c:f>Sheet1!$B$12:$F$12</c:f>
              <c:numCache>
                <c:formatCode>0</c:formatCode>
                <c:ptCount val="5"/>
                <c:pt idx="0">
                  <c:v>0</c:v>
                </c:pt>
                <c:pt idx="1">
                  <c:v>0</c:v>
                </c:pt>
                <c:pt idx="2">
                  <c:v>-29.461983043051074</c:v>
                </c:pt>
                <c:pt idx="3">
                  <c:v>-47.054495120071302</c:v>
                </c:pt>
                <c:pt idx="4">
                  <c:v>0</c:v>
                </c:pt>
              </c:numCache>
            </c:numRef>
          </c:val>
        </c:ser>
        <c:ser>
          <c:idx val="12"/>
          <c:order val="7"/>
          <c:tx>
            <c:strRef>
              <c:f>Sheet1!$A$13</c:f>
              <c:strCache>
                <c:ptCount val="1"/>
                <c:pt idx="0">
                  <c:v>Natural hazards</c:v>
                </c:pt>
              </c:strCache>
            </c:strRef>
          </c:tx>
          <c:spPr>
            <a:solidFill>
              <a:schemeClr val="tx2">
                <a:lumMod val="20000"/>
                <a:lumOff val="80000"/>
              </a:schemeClr>
            </a:solidFill>
          </c:spPr>
          <c:cat>
            <c:numRef>
              <c:f>Sheet1!$B$1:$F$1</c:f>
              <c:numCache>
                <c:formatCode>General</c:formatCode>
                <c:ptCount val="5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</c:numCache>
            </c:numRef>
          </c:cat>
          <c:val>
            <c:numRef>
              <c:f>Sheet1!$B$13:$F$13</c:f>
              <c:numCache>
                <c:formatCode>0</c:formatCode>
                <c:ptCount val="5"/>
                <c:pt idx="0">
                  <c:v>-13.651051681839718</c:v>
                </c:pt>
                <c:pt idx="1">
                  <c:v>-44.001668360350344</c:v>
                </c:pt>
                <c:pt idx="2">
                  <c:v>-6.928164300636424</c:v>
                </c:pt>
                <c:pt idx="3">
                  <c:v>-7.9828339016756926</c:v>
                </c:pt>
                <c:pt idx="4">
                  <c:v>0</c:v>
                </c:pt>
              </c:numCache>
            </c:numRef>
          </c:val>
        </c:ser>
        <c:ser>
          <c:idx val="10"/>
          <c:order val="8"/>
          <c:tx>
            <c:strRef>
              <c:f>Sheet1!$A$11</c:f>
              <c:strCache>
                <c:ptCount val="1"/>
                <c:pt idx="0">
                  <c:v>Unexpected closures</c:v>
                </c:pt>
              </c:strCache>
            </c:strRef>
          </c:tx>
          <c:spPr>
            <a:solidFill>
              <a:schemeClr val="tx2"/>
            </a:solidFill>
          </c:spPr>
          <c:cat>
            <c:numRef>
              <c:f>Sheet1!$B$1:$F$1</c:f>
              <c:numCache>
                <c:formatCode>General</c:formatCode>
                <c:ptCount val="5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</c:numCache>
            </c:numRef>
          </c:cat>
          <c:val>
            <c:numRef>
              <c:f>Sheet1!$B$11:$F$11</c:f>
              <c:numCache>
                <c:formatCode>0</c:formatCode>
                <c:ptCount val="5"/>
                <c:pt idx="0">
                  <c:v>-97.661918531435958</c:v>
                </c:pt>
                <c:pt idx="1">
                  <c:v>-141.83629936491567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3"/>
          <c:order val="9"/>
          <c:tx>
            <c:strRef>
              <c:f>Sheet1!$A$4</c:f>
              <c:strCache>
                <c:ptCount val="1"/>
                <c:pt idx="0">
                  <c:v>Of which:</c:v>
                </c:pt>
              </c:strCache>
            </c:strRef>
          </c:tx>
          <c:cat>
            <c:numRef>
              <c:f>Sheet1!$B$1:$F$1</c:f>
              <c:numCache>
                <c:formatCode>General</c:formatCode>
                <c:ptCount val="5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</c:numCache>
            </c:numRef>
          </c:cat>
          <c:val>
            <c:numRef>
              <c:f>Sheet1!$B$4:$F$4</c:f>
            </c:numRef>
          </c:val>
        </c:ser>
        <c:ser>
          <c:idx val="4"/>
          <c:order val="10"/>
          <c:tx>
            <c:strRef>
              <c:f>Sheet1!$A$5</c:f>
              <c:strCache>
                <c:ptCount val="1"/>
                <c:pt idx="0">
                  <c:v>Project delays/cancellations</c:v>
                </c:pt>
              </c:strCache>
            </c:strRef>
          </c:tx>
          <c:cat>
            <c:numRef>
              <c:f>Sheet1!$B$1:$F$1</c:f>
              <c:numCache>
                <c:formatCode>General</c:formatCode>
                <c:ptCount val="5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</c:numCache>
            </c:numRef>
          </c:cat>
          <c:val>
            <c:numRef>
              <c:f>Sheet1!$B$5:$F$5</c:f>
            </c:numRef>
          </c:val>
        </c:ser>
        <c:ser>
          <c:idx val="5"/>
          <c:order val="11"/>
          <c:tx>
            <c:strRef>
              <c:f>Sheet1!$A$6</c:f>
              <c:strCache>
                <c:ptCount val="1"/>
                <c:pt idx="0">
                  <c:v>Project ramp-up delays</c:v>
                </c:pt>
              </c:strCache>
            </c:strRef>
          </c:tx>
          <c:cat>
            <c:numRef>
              <c:f>Sheet1!$B$1:$F$1</c:f>
              <c:numCache>
                <c:formatCode>General</c:formatCode>
                <c:ptCount val="5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</c:numCache>
            </c:numRef>
          </c:cat>
          <c:val>
            <c:numRef>
              <c:f>Sheet1!$B$6:$F$6</c:f>
            </c:numRef>
          </c:val>
        </c:ser>
        <c:ser>
          <c:idx val="13"/>
          <c:order val="12"/>
          <c:tx>
            <c:strRef>
              <c:f>Sheet1!$A$14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</c:spPr>
          <c:cat>
            <c:numRef>
              <c:f>Sheet1!$B$1:$F$1</c:f>
              <c:numCache>
                <c:formatCode>General</c:formatCode>
                <c:ptCount val="5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</c:numCache>
            </c:numRef>
          </c:cat>
          <c:val>
            <c:numRef>
              <c:f>Sheet1!$B$14:$F$14</c:f>
              <c:numCache>
                <c:formatCode>0</c:formatCode>
                <c:ptCount val="5"/>
                <c:pt idx="0">
                  <c:v>-312.25806932075238</c:v>
                </c:pt>
                <c:pt idx="1">
                  <c:v>-137.13571938841116</c:v>
                </c:pt>
                <c:pt idx="2">
                  <c:v>-25.48079757024551</c:v>
                </c:pt>
                <c:pt idx="3">
                  <c:v>-118.46043726728625</c:v>
                </c:pt>
                <c:pt idx="4">
                  <c:v>-213.25597339830529</c:v>
                </c:pt>
              </c:numCache>
            </c:numRef>
          </c:val>
        </c:ser>
        <c:gapWidth val="57"/>
        <c:overlap val="100"/>
        <c:axId val="102902400"/>
        <c:axId val="102916480"/>
      </c:barChart>
      <c:catAx>
        <c:axId val="102902400"/>
        <c:scaling>
          <c:orientation val="minMax"/>
        </c:scaling>
        <c:axPos val="b"/>
        <c:numFmt formatCode="General" sourceLinked="1"/>
        <c:majorTickMark val="none"/>
        <c:tickLblPos val="high"/>
        <c:txPr>
          <a:bodyPr/>
          <a:lstStyle/>
          <a:p>
            <a:pPr>
              <a:defRPr lang="en-GB"/>
            </a:pPr>
            <a:endParaRPr lang="zh-CN"/>
          </a:p>
        </c:txPr>
        <c:crossAx val="102916480"/>
        <c:crosses val="autoZero"/>
        <c:auto val="1"/>
        <c:lblAlgn val="ctr"/>
        <c:lblOffset val="50"/>
      </c:catAx>
      <c:valAx>
        <c:axId val="102916480"/>
        <c:scaling>
          <c:orientation val="minMax"/>
        </c:scaling>
        <c:axPos val="l"/>
        <c:numFmt formatCode="#,##0" sourceLinked="0"/>
        <c:tickLblPos val="nextTo"/>
        <c:txPr>
          <a:bodyPr/>
          <a:lstStyle/>
          <a:p>
            <a:pPr>
              <a:defRPr lang="en-GB"/>
            </a:pPr>
            <a:endParaRPr lang="zh-CN"/>
          </a:p>
        </c:txPr>
        <c:crossAx val="102902400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6697586177430244"/>
          <c:y val="8.58234179528162E-2"/>
          <c:w val="0.22796241851017551"/>
          <c:h val="0.70159212167641438"/>
        </c:manualLayout>
      </c:layout>
      <c:txPr>
        <a:bodyPr/>
        <a:lstStyle/>
        <a:p>
          <a:pPr>
            <a:defRPr lang="en-GB" sz="1200"/>
          </a:pPr>
          <a:endParaRPr lang="zh-CN"/>
        </a:p>
      </c:txPr>
    </c:legend>
    <c:plotVisOnly val="1"/>
  </c:chart>
  <c:txPr>
    <a:bodyPr/>
    <a:lstStyle/>
    <a:p>
      <a:pPr>
        <a:defRPr sz="1400">
          <a:latin typeface="Arial" pitchFamily="34" charset="0"/>
          <a:cs typeface="Arial" pitchFamily="34" charset="0"/>
        </a:defRPr>
      </a:pPr>
      <a:endParaRPr lang="zh-CN"/>
    </a:p>
  </c:txPr>
  <c:externalData r:id="rId1"/>
  <c:userShapes r:id="rId2"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CN"/>
  <c:chart>
    <c:plotArea>
      <c:layout>
        <c:manualLayout>
          <c:layoutTarget val="inner"/>
          <c:xMode val="edge"/>
          <c:yMode val="edge"/>
          <c:x val="0.10536861946310766"/>
          <c:y val="0.10680798539478584"/>
          <c:w val="0.89463138053689273"/>
          <c:h val="0.44106963516392755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Previous reported capex (2009-2011)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</c:spPr>
          <c:cat>
            <c:strRef>
              <c:f>Sheet1!$A$2:$A$21</c:f>
              <c:strCache>
                <c:ptCount val="19"/>
                <c:pt idx="0">
                  <c:v>Olympic Dam Expansion</c:v>
                </c:pt>
                <c:pt idx="1">
                  <c:v>Sentinel (Trident)</c:v>
                </c:pt>
                <c:pt idx="2">
                  <c:v>Yandera</c:v>
                </c:pt>
                <c:pt idx="3">
                  <c:v>Mikheevsky (Concs)</c:v>
                </c:pt>
                <c:pt idx="4">
                  <c:v>Cobre Panama (Petaquilla)</c:v>
                </c:pt>
                <c:pt idx="5">
                  <c:v>El Pachon</c:v>
                </c:pt>
                <c:pt idx="6">
                  <c:v>Leita (Sulphide) Expansion</c:v>
                </c:pt>
                <c:pt idx="7">
                  <c:v>Buenavista - New Concentrator</c:v>
                </c:pt>
                <c:pt idx="8">
                  <c:v>Collahuasi Expansion</c:v>
                </c:pt>
                <c:pt idx="9">
                  <c:v>Skouries</c:v>
                </c:pt>
                <c:pt idx="10">
                  <c:v>Sierra Gorda</c:v>
                </c:pt>
                <c:pt idx="11">
                  <c:v>Oyu Tolgoi</c:v>
                </c:pt>
                <c:pt idx="12">
                  <c:v>Aktogay (Concs)</c:v>
                </c:pt>
                <c:pt idx="13">
                  <c:v>Las Bambas</c:v>
                </c:pt>
                <c:pt idx="14">
                  <c:v>Caserones-Regalito (Concs)</c:v>
                </c:pt>
                <c:pt idx="15">
                  <c:v>Caserones-Regalito (SXEW)</c:v>
                </c:pt>
                <c:pt idx="16">
                  <c:v>Cadia East</c:v>
                </c:pt>
                <c:pt idx="17">
                  <c:v>Udokan</c:v>
                </c:pt>
                <c:pt idx="18">
                  <c:v>Andina Expansion - Phase II</c:v>
                </c:pt>
              </c:strCache>
            </c:strRef>
          </c:cat>
          <c:val>
            <c:numRef>
              <c:f>Sheet1!$B$2:$B$21</c:f>
              <c:numCache>
                <c:formatCode>0</c:formatCode>
                <c:ptCount val="19"/>
                <c:pt idx="0">
                  <c:v>6000</c:v>
                </c:pt>
                <c:pt idx="1">
                  <c:v>1000</c:v>
                </c:pt>
                <c:pt idx="2">
                  <c:v>1000</c:v>
                </c:pt>
                <c:pt idx="3">
                  <c:v>427.41935483870964</c:v>
                </c:pt>
                <c:pt idx="4">
                  <c:v>3500</c:v>
                </c:pt>
                <c:pt idx="5">
                  <c:v>2400</c:v>
                </c:pt>
                <c:pt idx="6">
                  <c:v>280</c:v>
                </c:pt>
                <c:pt idx="7">
                  <c:v>1200</c:v>
                </c:pt>
                <c:pt idx="8">
                  <c:v>4500</c:v>
                </c:pt>
                <c:pt idx="9">
                  <c:v>300</c:v>
                </c:pt>
                <c:pt idx="10">
                  <c:v>2877</c:v>
                </c:pt>
                <c:pt idx="11">
                  <c:v>4600</c:v>
                </c:pt>
                <c:pt idx="12">
                  <c:v>1500</c:v>
                </c:pt>
                <c:pt idx="13">
                  <c:v>4200</c:v>
                </c:pt>
                <c:pt idx="14">
                  <c:v>2000</c:v>
                </c:pt>
                <c:pt idx="15">
                  <c:v>500</c:v>
                </c:pt>
                <c:pt idx="16">
                  <c:v>1820</c:v>
                </c:pt>
                <c:pt idx="17">
                  <c:v>4400</c:v>
                </c:pt>
                <c:pt idx="18">
                  <c:v>6400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Latest reported capex (2012-2013)</c:v>
                </c:pt>
              </c:strCache>
            </c:strRef>
          </c:tx>
          <c:spPr>
            <a:solidFill>
              <a:srgbClr val="C00000"/>
            </a:solidFill>
          </c:spPr>
          <c:cat>
            <c:strRef>
              <c:f>Sheet1!$A$2:$A$21</c:f>
              <c:strCache>
                <c:ptCount val="19"/>
                <c:pt idx="0">
                  <c:v>Olympic Dam Expansion</c:v>
                </c:pt>
                <c:pt idx="1">
                  <c:v>Sentinel (Trident)</c:v>
                </c:pt>
                <c:pt idx="2">
                  <c:v>Yandera</c:v>
                </c:pt>
                <c:pt idx="3">
                  <c:v>Mikheevsky (Concs)</c:v>
                </c:pt>
                <c:pt idx="4">
                  <c:v>Cobre Panama (Petaquilla)</c:v>
                </c:pt>
                <c:pt idx="5">
                  <c:v>El Pachon</c:v>
                </c:pt>
                <c:pt idx="6">
                  <c:v>Leita (Sulphide) Expansion</c:v>
                </c:pt>
                <c:pt idx="7">
                  <c:v>Buenavista - New Concentrator</c:v>
                </c:pt>
                <c:pt idx="8">
                  <c:v>Collahuasi Expansion</c:v>
                </c:pt>
                <c:pt idx="9">
                  <c:v>Skouries</c:v>
                </c:pt>
                <c:pt idx="10">
                  <c:v>Sierra Gorda</c:v>
                </c:pt>
                <c:pt idx="11">
                  <c:v>Oyu Tolgoi</c:v>
                </c:pt>
                <c:pt idx="12">
                  <c:v>Aktogay (Concs)</c:v>
                </c:pt>
                <c:pt idx="13">
                  <c:v>Las Bambas</c:v>
                </c:pt>
                <c:pt idx="14">
                  <c:v>Caserones-Regalito (Concs)</c:v>
                </c:pt>
                <c:pt idx="15">
                  <c:v>Caserones-Regalito (SXEW)</c:v>
                </c:pt>
                <c:pt idx="16">
                  <c:v>Cadia East</c:v>
                </c:pt>
                <c:pt idx="17">
                  <c:v>Udokan</c:v>
                </c:pt>
                <c:pt idx="18">
                  <c:v>Andina Expansion - Phase II</c:v>
                </c:pt>
              </c:strCache>
            </c:strRef>
          </c:cat>
          <c:val>
            <c:numRef>
              <c:f>Sheet1!$C$2:$C$21</c:f>
              <c:numCache>
                <c:formatCode>0</c:formatCode>
                <c:ptCount val="19"/>
                <c:pt idx="0">
                  <c:v>6500</c:v>
                </c:pt>
                <c:pt idx="1">
                  <c:v>2000</c:v>
                </c:pt>
                <c:pt idx="2">
                  <c:v>1900</c:v>
                </c:pt>
                <c:pt idx="3">
                  <c:v>787</c:v>
                </c:pt>
                <c:pt idx="4">
                  <c:v>6180</c:v>
                </c:pt>
                <c:pt idx="5">
                  <c:v>4100</c:v>
                </c:pt>
                <c:pt idx="6">
                  <c:v>465</c:v>
                </c:pt>
                <c:pt idx="7">
                  <c:v>1926.8</c:v>
                </c:pt>
                <c:pt idx="8">
                  <c:v>6500</c:v>
                </c:pt>
                <c:pt idx="9">
                  <c:v>425</c:v>
                </c:pt>
                <c:pt idx="10" formatCode="General">
                  <c:v>3900</c:v>
                </c:pt>
                <c:pt idx="11">
                  <c:v>6010</c:v>
                </c:pt>
                <c:pt idx="12">
                  <c:v>1880</c:v>
                </c:pt>
                <c:pt idx="13">
                  <c:v>5200</c:v>
                </c:pt>
                <c:pt idx="14">
                  <c:v>2400</c:v>
                </c:pt>
                <c:pt idx="15">
                  <c:v>600</c:v>
                </c:pt>
                <c:pt idx="16">
                  <c:v>2122.1532091097297</c:v>
                </c:pt>
                <c:pt idx="17" formatCode="General">
                  <c:v>5000</c:v>
                </c:pt>
                <c:pt idx="18">
                  <c:v>6800</c:v>
                </c:pt>
              </c:numCache>
            </c:numRef>
          </c:val>
        </c:ser>
        <c:axId val="103434112"/>
        <c:axId val="103448960"/>
      </c:barChart>
      <c:catAx>
        <c:axId val="103434112"/>
        <c:scaling>
          <c:orientation val="minMax"/>
        </c:scaling>
        <c:axPos val="b"/>
        <c:tickLblPos val="nextTo"/>
        <c:txPr>
          <a:bodyPr rot="-5400000" vert="horz"/>
          <a:lstStyle/>
          <a:p>
            <a:pPr>
              <a:defRPr lang="en-GB" sz="1200"/>
            </a:pPr>
            <a:endParaRPr lang="zh-CN"/>
          </a:p>
        </c:txPr>
        <c:crossAx val="103448960"/>
        <c:crosses val="autoZero"/>
        <c:auto val="1"/>
        <c:lblAlgn val="ctr"/>
        <c:lblOffset val="100"/>
      </c:catAx>
      <c:valAx>
        <c:axId val="103448960"/>
        <c:scaling>
          <c:orientation val="minMax"/>
          <c:max val="8000"/>
        </c:scaling>
        <c:axPos val="l"/>
        <c:numFmt formatCode="#,##0" sourceLinked="0"/>
        <c:tickLblPos val="nextTo"/>
        <c:txPr>
          <a:bodyPr/>
          <a:lstStyle/>
          <a:p>
            <a:pPr>
              <a:defRPr lang="en-GB" sz="1600"/>
            </a:pPr>
            <a:endParaRPr lang="zh-CN"/>
          </a:p>
        </c:txPr>
        <c:crossAx val="103434112"/>
        <c:crosses val="autoZero"/>
        <c:crossBetween val="between"/>
        <c:majorUnit val="4000"/>
      </c:valAx>
    </c:plotArea>
    <c:legend>
      <c:legendPos val="t"/>
      <c:layout>
        <c:manualLayout>
          <c:xMode val="edge"/>
          <c:yMode val="edge"/>
          <c:x val="0.18178558930313871"/>
          <c:y val="1.316193497607226E-2"/>
          <c:w val="0.70762671441465963"/>
          <c:h val="5.7289658792650765E-2"/>
        </c:manualLayout>
      </c:layout>
      <c:txPr>
        <a:bodyPr/>
        <a:lstStyle/>
        <a:p>
          <a:pPr>
            <a:defRPr lang="en-GB" sz="1400"/>
          </a:pPr>
          <a:endParaRPr lang="zh-CN"/>
        </a:p>
      </c:txPr>
    </c:legend>
    <c:plotVisOnly val="1"/>
  </c:chart>
  <c:txPr>
    <a:bodyPr/>
    <a:lstStyle/>
    <a:p>
      <a:pPr>
        <a:defRPr sz="1000">
          <a:latin typeface="Arial" pitchFamily="34" charset="0"/>
          <a:cs typeface="Arial" pitchFamily="34" charset="0"/>
        </a:defRPr>
      </a:pPr>
      <a:endParaRPr lang="zh-CN"/>
    </a:p>
  </c:txPr>
  <c:externalData r:id="rId1"/>
  <c:userShapes r:id="rId2"/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CN"/>
  <c:chart>
    <c:plotArea>
      <c:layout>
        <c:manualLayout>
          <c:layoutTarget val="inner"/>
          <c:xMode val="edge"/>
          <c:yMode val="edge"/>
          <c:x val="6.1052460629921534E-2"/>
          <c:y val="0.11240944881889738"/>
          <c:w val="0.86183070866141764"/>
          <c:h val="0.76325061867266664"/>
        </c:manualLayout>
      </c:layout>
      <c:barChart>
        <c:barDir val="col"/>
        <c:grouping val="clustered"/>
        <c:ser>
          <c:idx val="0"/>
          <c:order val="0"/>
          <c:tx>
            <c:strRef>
              <c:f>Chart_1!$O$11</c:f>
              <c:strCache>
                <c:ptCount val="1"/>
                <c:pt idx="0">
                  <c:v>Chile</c:v>
                </c:pt>
              </c:strCache>
            </c:strRef>
          </c:tx>
          <c:spPr>
            <a:solidFill>
              <a:srgbClr val="F4C4C5"/>
            </a:solidFill>
            <a:ln w="9525">
              <a:noFill/>
              <a:prstDash val="solid"/>
            </a:ln>
          </c:spPr>
          <c:cat>
            <c:numRef>
              <c:f>Chart_1!$N$12:$N$5011</c:f>
              <c:numCache>
                <c:formatCode>0.00</c:formatCode>
                <c:ptCount val="5000"/>
                <c:pt idx="0" formatCode="0">
                  <c:v>0</c:v>
                </c:pt>
                <c:pt idx="1">
                  <c:v>7</c:v>
                </c:pt>
                <c:pt idx="2">
                  <c:v>10</c:v>
                </c:pt>
                <c:pt idx="3">
                  <c:v>13</c:v>
                </c:pt>
                <c:pt idx="4">
                  <c:v>17</c:v>
                </c:pt>
                <c:pt idx="5">
                  <c:v>20</c:v>
                </c:pt>
                <c:pt idx="6">
                  <c:v>23</c:v>
                </c:pt>
                <c:pt idx="7">
                  <c:v>27</c:v>
                </c:pt>
                <c:pt idx="8">
                  <c:v>30</c:v>
                </c:pt>
                <c:pt idx="9">
                  <c:v>33</c:v>
                </c:pt>
                <c:pt idx="10">
                  <c:v>37</c:v>
                </c:pt>
                <c:pt idx="11">
                  <c:v>40</c:v>
                </c:pt>
                <c:pt idx="12">
                  <c:v>43</c:v>
                </c:pt>
                <c:pt idx="13">
                  <c:v>47</c:v>
                </c:pt>
                <c:pt idx="14">
                  <c:v>50</c:v>
                </c:pt>
                <c:pt idx="15">
                  <c:v>53</c:v>
                </c:pt>
                <c:pt idx="16">
                  <c:v>57</c:v>
                </c:pt>
                <c:pt idx="17">
                  <c:v>60</c:v>
                </c:pt>
                <c:pt idx="18">
                  <c:v>63</c:v>
                </c:pt>
                <c:pt idx="19">
                  <c:v>67</c:v>
                </c:pt>
                <c:pt idx="20">
                  <c:v>70</c:v>
                </c:pt>
                <c:pt idx="21">
                  <c:v>73</c:v>
                </c:pt>
                <c:pt idx="22">
                  <c:v>77</c:v>
                </c:pt>
                <c:pt idx="23">
                  <c:v>80</c:v>
                </c:pt>
                <c:pt idx="24">
                  <c:v>83</c:v>
                </c:pt>
                <c:pt idx="25">
                  <c:v>87</c:v>
                </c:pt>
                <c:pt idx="26">
                  <c:v>90</c:v>
                </c:pt>
                <c:pt idx="27">
                  <c:v>93</c:v>
                </c:pt>
                <c:pt idx="28">
                  <c:v>96</c:v>
                </c:pt>
                <c:pt idx="29">
                  <c:v>100</c:v>
                </c:pt>
                <c:pt idx="30">
                  <c:v>103</c:v>
                </c:pt>
                <c:pt idx="31">
                  <c:v>106</c:v>
                </c:pt>
                <c:pt idx="32">
                  <c:v>110</c:v>
                </c:pt>
                <c:pt idx="33">
                  <c:v>113</c:v>
                </c:pt>
                <c:pt idx="34">
                  <c:v>116</c:v>
                </c:pt>
                <c:pt idx="35">
                  <c:v>120</c:v>
                </c:pt>
                <c:pt idx="36">
                  <c:v>123</c:v>
                </c:pt>
                <c:pt idx="37">
                  <c:v>126</c:v>
                </c:pt>
                <c:pt idx="38">
                  <c:v>130</c:v>
                </c:pt>
                <c:pt idx="39">
                  <c:v>133</c:v>
                </c:pt>
                <c:pt idx="40">
                  <c:v>136</c:v>
                </c:pt>
                <c:pt idx="41">
                  <c:v>140</c:v>
                </c:pt>
                <c:pt idx="42">
                  <c:v>143</c:v>
                </c:pt>
                <c:pt idx="43">
                  <c:v>146</c:v>
                </c:pt>
                <c:pt idx="44">
                  <c:v>150</c:v>
                </c:pt>
                <c:pt idx="45">
                  <c:v>153</c:v>
                </c:pt>
                <c:pt idx="46">
                  <c:v>156</c:v>
                </c:pt>
                <c:pt idx="47">
                  <c:v>160</c:v>
                </c:pt>
                <c:pt idx="48">
                  <c:v>163</c:v>
                </c:pt>
                <c:pt idx="49">
                  <c:v>166</c:v>
                </c:pt>
                <c:pt idx="50">
                  <c:v>170</c:v>
                </c:pt>
                <c:pt idx="51">
                  <c:v>173</c:v>
                </c:pt>
                <c:pt idx="52">
                  <c:v>176</c:v>
                </c:pt>
                <c:pt idx="53">
                  <c:v>180</c:v>
                </c:pt>
                <c:pt idx="54">
                  <c:v>183</c:v>
                </c:pt>
                <c:pt idx="55">
                  <c:v>186</c:v>
                </c:pt>
                <c:pt idx="56">
                  <c:v>190</c:v>
                </c:pt>
                <c:pt idx="57">
                  <c:v>193</c:v>
                </c:pt>
                <c:pt idx="58">
                  <c:v>196</c:v>
                </c:pt>
                <c:pt idx="59">
                  <c:v>200</c:v>
                </c:pt>
                <c:pt idx="60">
                  <c:v>203</c:v>
                </c:pt>
                <c:pt idx="61">
                  <c:v>206</c:v>
                </c:pt>
                <c:pt idx="62">
                  <c:v>210</c:v>
                </c:pt>
                <c:pt idx="63">
                  <c:v>213</c:v>
                </c:pt>
                <c:pt idx="64">
                  <c:v>216</c:v>
                </c:pt>
                <c:pt idx="65">
                  <c:v>220</c:v>
                </c:pt>
                <c:pt idx="66">
                  <c:v>223</c:v>
                </c:pt>
                <c:pt idx="67">
                  <c:v>226</c:v>
                </c:pt>
                <c:pt idx="68">
                  <c:v>230</c:v>
                </c:pt>
                <c:pt idx="69">
                  <c:v>233</c:v>
                </c:pt>
                <c:pt idx="70">
                  <c:v>236</c:v>
                </c:pt>
                <c:pt idx="71">
                  <c:v>240</c:v>
                </c:pt>
                <c:pt idx="72">
                  <c:v>243</c:v>
                </c:pt>
                <c:pt idx="73">
                  <c:v>246</c:v>
                </c:pt>
                <c:pt idx="74">
                  <c:v>250</c:v>
                </c:pt>
                <c:pt idx="75">
                  <c:v>253</c:v>
                </c:pt>
                <c:pt idx="76">
                  <c:v>256</c:v>
                </c:pt>
                <c:pt idx="77">
                  <c:v>260</c:v>
                </c:pt>
                <c:pt idx="78">
                  <c:v>263</c:v>
                </c:pt>
                <c:pt idx="79">
                  <c:v>266</c:v>
                </c:pt>
                <c:pt idx="80">
                  <c:v>270</c:v>
                </c:pt>
                <c:pt idx="81">
                  <c:v>273</c:v>
                </c:pt>
                <c:pt idx="82">
                  <c:v>276</c:v>
                </c:pt>
                <c:pt idx="83">
                  <c:v>279</c:v>
                </c:pt>
                <c:pt idx="84">
                  <c:v>283</c:v>
                </c:pt>
                <c:pt idx="85">
                  <c:v>286</c:v>
                </c:pt>
                <c:pt idx="86">
                  <c:v>289</c:v>
                </c:pt>
                <c:pt idx="87">
                  <c:v>293</c:v>
                </c:pt>
                <c:pt idx="88">
                  <c:v>296</c:v>
                </c:pt>
                <c:pt idx="89">
                  <c:v>299</c:v>
                </c:pt>
                <c:pt idx="90">
                  <c:v>303</c:v>
                </c:pt>
                <c:pt idx="91">
                  <c:v>306</c:v>
                </c:pt>
                <c:pt idx="92">
                  <c:v>309</c:v>
                </c:pt>
                <c:pt idx="93">
                  <c:v>313</c:v>
                </c:pt>
                <c:pt idx="94">
                  <c:v>316</c:v>
                </c:pt>
                <c:pt idx="95">
                  <c:v>319</c:v>
                </c:pt>
                <c:pt idx="96">
                  <c:v>323</c:v>
                </c:pt>
                <c:pt idx="97">
                  <c:v>326</c:v>
                </c:pt>
                <c:pt idx="98">
                  <c:v>329</c:v>
                </c:pt>
                <c:pt idx="99">
                  <c:v>333</c:v>
                </c:pt>
                <c:pt idx="100">
                  <c:v>336</c:v>
                </c:pt>
                <c:pt idx="101">
                  <c:v>339</c:v>
                </c:pt>
                <c:pt idx="102">
                  <c:v>343</c:v>
                </c:pt>
                <c:pt idx="103">
                  <c:v>346</c:v>
                </c:pt>
                <c:pt idx="104">
                  <c:v>349</c:v>
                </c:pt>
                <c:pt idx="105">
                  <c:v>353</c:v>
                </c:pt>
                <c:pt idx="106">
                  <c:v>356</c:v>
                </c:pt>
                <c:pt idx="107">
                  <c:v>359</c:v>
                </c:pt>
                <c:pt idx="108">
                  <c:v>363</c:v>
                </c:pt>
                <c:pt idx="109">
                  <c:v>366</c:v>
                </c:pt>
                <c:pt idx="110">
                  <c:v>369</c:v>
                </c:pt>
                <c:pt idx="111">
                  <c:v>373</c:v>
                </c:pt>
                <c:pt idx="112">
                  <c:v>376</c:v>
                </c:pt>
                <c:pt idx="113">
                  <c:v>379</c:v>
                </c:pt>
                <c:pt idx="114">
                  <c:v>383</c:v>
                </c:pt>
                <c:pt idx="115">
                  <c:v>386</c:v>
                </c:pt>
                <c:pt idx="116">
                  <c:v>389</c:v>
                </c:pt>
                <c:pt idx="117">
                  <c:v>393</c:v>
                </c:pt>
                <c:pt idx="118">
                  <c:v>396</c:v>
                </c:pt>
                <c:pt idx="119">
                  <c:v>399</c:v>
                </c:pt>
                <c:pt idx="120">
                  <c:v>403</c:v>
                </c:pt>
                <c:pt idx="121">
                  <c:v>406</c:v>
                </c:pt>
                <c:pt idx="122">
                  <c:v>409</c:v>
                </c:pt>
                <c:pt idx="123">
                  <c:v>413</c:v>
                </c:pt>
                <c:pt idx="124">
                  <c:v>416</c:v>
                </c:pt>
                <c:pt idx="125">
                  <c:v>419</c:v>
                </c:pt>
                <c:pt idx="126">
                  <c:v>423</c:v>
                </c:pt>
                <c:pt idx="127">
                  <c:v>426</c:v>
                </c:pt>
                <c:pt idx="128">
                  <c:v>429</c:v>
                </c:pt>
                <c:pt idx="129">
                  <c:v>433</c:v>
                </c:pt>
                <c:pt idx="130">
                  <c:v>436</c:v>
                </c:pt>
                <c:pt idx="131">
                  <c:v>439</c:v>
                </c:pt>
                <c:pt idx="132">
                  <c:v>443</c:v>
                </c:pt>
                <c:pt idx="133">
                  <c:v>446</c:v>
                </c:pt>
                <c:pt idx="134">
                  <c:v>449</c:v>
                </c:pt>
                <c:pt idx="135">
                  <c:v>453</c:v>
                </c:pt>
                <c:pt idx="136">
                  <c:v>456</c:v>
                </c:pt>
                <c:pt idx="137">
                  <c:v>459</c:v>
                </c:pt>
                <c:pt idx="138">
                  <c:v>462</c:v>
                </c:pt>
                <c:pt idx="139">
                  <c:v>466</c:v>
                </c:pt>
                <c:pt idx="140">
                  <c:v>469</c:v>
                </c:pt>
                <c:pt idx="141">
                  <c:v>472</c:v>
                </c:pt>
                <c:pt idx="142">
                  <c:v>476</c:v>
                </c:pt>
                <c:pt idx="143">
                  <c:v>479</c:v>
                </c:pt>
                <c:pt idx="144">
                  <c:v>482</c:v>
                </c:pt>
                <c:pt idx="145">
                  <c:v>486</c:v>
                </c:pt>
                <c:pt idx="146">
                  <c:v>489</c:v>
                </c:pt>
                <c:pt idx="147">
                  <c:v>492</c:v>
                </c:pt>
                <c:pt idx="148">
                  <c:v>496</c:v>
                </c:pt>
                <c:pt idx="149">
                  <c:v>499</c:v>
                </c:pt>
                <c:pt idx="150">
                  <c:v>502</c:v>
                </c:pt>
                <c:pt idx="151">
                  <c:v>506</c:v>
                </c:pt>
                <c:pt idx="152">
                  <c:v>509</c:v>
                </c:pt>
                <c:pt idx="153">
                  <c:v>512</c:v>
                </c:pt>
                <c:pt idx="154">
                  <c:v>516</c:v>
                </c:pt>
                <c:pt idx="155">
                  <c:v>519</c:v>
                </c:pt>
                <c:pt idx="156">
                  <c:v>522</c:v>
                </c:pt>
                <c:pt idx="157">
                  <c:v>526</c:v>
                </c:pt>
                <c:pt idx="158">
                  <c:v>529</c:v>
                </c:pt>
                <c:pt idx="159">
                  <c:v>532</c:v>
                </c:pt>
                <c:pt idx="160">
                  <c:v>536</c:v>
                </c:pt>
                <c:pt idx="161">
                  <c:v>539</c:v>
                </c:pt>
                <c:pt idx="162">
                  <c:v>542</c:v>
                </c:pt>
                <c:pt idx="163">
                  <c:v>546</c:v>
                </c:pt>
                <c:pt idx="164">
                  <c:v>549</c:v>
                </c:pt>
                <c:pt idx="165">
                  <c:v>552</c:v>
                </c:pt>
                <c:pt idx="166">
                  <c:v>556</c:v>
                </c:pt>
                <c:pt idx="167">
                  <c:v>559</c:v>
                </c:pt>
                <c:pt idx="168">
                  <c:v>562</c:v>
                </c:pt>
                <c:pt idx="169">
                  <c:v>566</c:v>
                </c:pt>
                <c:pt idx="170">
                  <c:v>569</c:v>
                </c:pt>
                <c:pt idx="171">
                  <c:v>572</c:v>
                </c:pt>
                <c:pt idx="172">
                  <c:v>576</c:v>
                </c:pt>
                <c:pt idx="173">
                  <c:v>579</c:v>
                </c:pt>
                <c:pt idx="174">
                  <c:v>582</c:v>
                </c:pt>
                <c:pt idx="175">
                  <c:v>586</c:v>
                </c:pt>
                <c:pt idx="176">
                  <c:v>589</c:v>
                </c:pt>
                <c:pt idx="177">
                  <c:v>592</c:v>
                </c:pt>
                <c:pt idx="178">
                  <c:v>596</c:v>
                </c:pt>
                <c:pt idx="179">
                  <c:v>599</c:v>
                </c:pt>
                <c:pt idx="180">
                  <c:v>602</c:v>
                </c:pt>
                <c:pt idx="181">
                  <c:v>606</c:v>
                </c:pt>
                <c:pt idx="182">
                  <c:v>609</c:v>
                </c:pt>
                <c:pt idx="183">
                  <c:v>612</c:v>
                </c:pt>
                <c:pt idx="184">
                  <c:v>616</c:v>
                </c:pt>
                <c:pt idx="185">
                  <c:v>619</c:v>
                </c:pt>
                <c:pt idx="186">
                  <c:v>622</c:v>
                </c:pt>
                <c:pt idx="187">
                  <c:v>626</c:v>
                </c:pt>
                <c:pt idx="188">
                  <c:v>629</c:v>
                </c:pt>
                <c:pt idx="189">
                  <c:v>632</c:v>
                </c:pt>
                <c:pt idx="190">
                  <c:v>636</c:v>
                </c:pt>
                <c:pt idx="191">
                  <c:v>639</c:v>
                </c:pt>
                <c:pt idx="192">
                  <c:v>642</c:v>
                </c:pt>
                <c:pt idx="193">
                  <c:v>645</c:v>
                </c:pt>
                <c:pt idx="194">
                  <c:v>649</c:v>
                </c:pt>
                <c:pt idx="195">
                  <c:v>652</c:v>
                </c:pt>
                <c:pt idx="196">
                  <c:v>655</c:v>
                </c:pt>
                <c:pt idx="197">
                  <c:v>659</c:v>
                </c:pt>
                <c:pt idx="198">
                  <c:v>662</c:v>
                </c:pt>
                <c:pt idx="199">
                  <c:v>665</c:v>
                </c:pt>
                <c:pt idx="200">
                  <c:v>669</c:v>
                </c:pt>
                <c:pt idx="201">
                  <c:v>672</c:v>
                </c:pt>
                <c:pt idx="202">
                  <c:v>675</c:v>
                </c:pt>
                <c:pt idx="203">
                  <c:v>679</c:v>
                </c:pt>
                <c:pt idx="204">
                  <c:v>682</c:v>
                </c:pt>
                <c:pt idx="205">
                  <c:v>685</c:v>
                </c:pt>
                <c:pt idx="206">
                  <c:v>689</c:v>
                </c:pt>
                <c:pt idx="207">
                  <c:v>692</c:v>
                </c:pt>
                <c:pt idx="208">
                  <c:v>695</c:v>
                </c:pt>
                <c:pt idx="209">
                  <c:v>699</c:v>
                </c:pt>
                <c:pt idx="210">
                  <c:v>702</c:v>
                </c:pt>
                <c:pt idx="211">
                  <c:v>705</c:v>
                </c:pt>
                <c:pt idx="212">
                  <c:v>709</c:v>
                </c:pt>
                <c:pt idx="213">
                  <c:v>712</c:v>
                </c:pt>
                <c:pt idx="214">
                  <c:v>715</c:v>
                </c:pt>
                <c:pt idx="215">
                  <c:v>719</c:v>
                </c:pt>
                <c:pt idx="216">
                  <c:v>722</c:v>
                </c:pt>
                <c:pt idx="217">
                  <c:v>725</c:v>
                </c:pt>
                <c:pt idx="218">
                  <c:v>729</c:v>
                </c:pt>
                <c:pt idx="219">
                  <c:v>732</c:v>
                </c:pt>
                <c:pt idx="220">
                  <c:v>735</c:v>
                </c:pt>
                <c:pt idx="221">
                  <c:v>739</c:v>
                </c:pt>
                <c:pt idx="222">
                  <c:v>742</c:v>
                </c:pt>
                <c:pt idx="223">
                  <c:v>745</c:v>
                </c:pt>
                <c:pt idx="224">
                  <c:v>749</c:v>
                </c:pt>
                <c:pt idx="225">
                  <c:v>752</c:v>
                </c:pt>
                <c:pt idx="226">
                  <c:v>755</c:v>
                </c:pt>
                <c:pt idx="227">
                  <c:v>759</c:v>
                </c:pt>
                <c:pt idx="228">
                  <c:v>762</c:v>
                </c:pt>
                <c:pt idx="229">
                  <c:v>765</c:v>
                </c:pt>
                <c:pt idx="230">
                  <c:v>769</c:v>
                </c:pt>
                <c:pt idx="231">
                  <c:v>772</c:v>
                </c:pt>
                <c:pt idx="232">
                  <c:v>775</c:v>
                </c:pt>
                <c:pt idx="233">
                  <c:v>779</c:v>
                </c:pt>
                <c:pt idx="234">
                  <c:v>782</c:v>
                </c:pt>
                <c:pt idx="235">
                  <c:v>785</c:v>
                </c:pt>
                <c:pt idx="236">
                  <c:v>789</c:v>
                </c:pt>
                <c:pt idx="237">
                  <c:v>792</c:v>
                </c:pt>
                <c:pt idx="238">
                  <c:v>795</c:v>
                </c:pt>
                <c:pt idx="239">
                  <c:v>799</c:v>
                </c:pt>
                <c:pt idx="240">
                  <c:v>802</c:v>
                </c:pt>
                <c:pt idx="241">
                  <c:v>805</c:v>
                </c:pt>
                <c:pt idx="242">
                  <c:v>809</c:v>
                </c:pt>
                <c:pt idx="243">
                  <c:v>812</c:v>
                </c:pt>
                <c:pt idx="244">
                  <c:v>815</c:v>
                </c:pt>
                <c:pt idx="245">
                  <c:v>819</c:v>
                </c:pt>
                <c:pt idx="246">
                  <c:v>822</c:v>
                </c:pt>
                <c:pt idx="247">
                  <c:v>825</c:v>
                </c:pt>
                <c:pt idx="248">
                  <c:v>828</c:v>
                </c:pt>
                <c:pt idx="249">
                  <c:v>832</c:v>
                </c:pt>
                <c:pt idx="250">
                  <c:v>835</c:v>
                </c:pt>
                <c:pt idx="251">
                  <c:v>838</c:v>
                </c:pt>
                <c:pt idx="252">
                  <c:v>842</c:v>
                </c:pt>
                <c:pt idx="253">
                  <c:v>845</c:v>
                </c:pt>
                <c:pt idx="254">
                  <c:v>848</c:v>
                </c:pt>
                <c:pt idx="255">
                  <c:v>852</c:v>
                </c:pt>
                <c:pt idx="256">
                  <c:v>855</c:v>
                </c:pt>
                <c:pt idx="257">
                  <c:v>858</c:v>
                </c:pt>
                <c:pt idx="258">
                  <c:v>862</c:v>
                </c:pt>
                <c:pt idx="259">
                  <c:v>865</c:v>
                </c:pt>
                <c:pt idx="260">
                  <c:v>868</c:v>
                </c:pt>
                <c:pt idx="261">
                  <c:v>872</c:v>
                </c:pt>
                <c:pt idx="262">
                  <c:v>875</c:v>
                </c:pt>
                <c:pt idx="263">
                  <c:v>878</c:v>
                </c:pt>
                <c:pt idx="264">
                  <c:v>882</c:v>
                </c:pt>
                <c:pt idx="265">
                  <c:v>885</c:v>
                </c:pt>
                <c:pt idx="266">
                  <c:v>888</c:v>
                </c:pt>
                <c:pt idx="267">
                  <c:v>892</c:v>
                </c:pt>
                <c:pt idx="268">
                  <c:v>895</c:v>
                </c:pt>
                <c:pt idx="269">
                  <c:v>898</c:v>
                </c:pt>
                <c:pt idx="270">
                  <c:v>902</c:v>
                </c:pt>
                <c:pt idx="271">
                  <c:v>905</c:v>
                </c:pt>
                <c:pt idx="272">
                  <c:v>908</c:v>
                </c:pt>
                <c:pt idx="273">
                  <c:v>912</c:v>
                </c:pt>
                <c:pt idx="274">
                  <c:v>915</c:v>
                </c:pt>
                <c:pt idx="275">
                  <c:v>918</c:v>
                </c:pt>
                <c:pt idx="276">
                  <c:v>922</c:v>
                </c:pt>
                <c:pt idx="277">
                  <c:v>925</c:v>
                </c:pt>
                <c:pt idx="278">
                  <c:v>928</c:v>
                </c:pt>
                <c:pt idx="279">
                  <c:v>932</c:v>
                </c:pt>
                <c:pt idx="280">
                  <c:v>935</c:v>
                </c:pt>
                <c:pt idx="281">
                  <c:v>938</c:v>
                </c:pt>
                <c:pt idx="282">
                  <c:v>942</c:v>
                </c:pt>
                <c:pt idx="283">
                  <c:v>945</c:v>
                </c:pt>
                <c:pt idx="284">
                  <c:v>948</c:v>
                </c:pt>
                <c:pt idx="285">
                  <c:v>952</c:v>
                </c:pt>
                <c:pt idx="286">
                  <c:v>955</c:v>
                </c:pt>
                <c:pt idx="287">
                  <c:v>958</c:v>
                </c:pt>
                <c:pt idx="288">
                  <c:v>962</c:v>
                </c:pt>
                <c:pt idx="289">
                  <c:v>965</c:v>
                </c:pt>
                <c:pt idx="290">
                  <c:v>968</c:v>
                </c:pt>
                <c:pt idx="291">
                  <c:v>972</c:v>
                </c:pt>
                <c:pt idx="292">
                  <c:v>975</c:v>
                </c:pt>
                <c:pt idx="293">
                  <c:v>978</c:v>
                </c:pt>
                <c:pt idx="294">
                  <c:v>982</c:v>
                </c:pt>
                <c:pt idx="295">
                  <c:v>985</c:v>
                </c:pt>
                <c:pt idx="296">
                  <c:v>988</c:v>
                </c:pt>
                <c:pt idx="297">
                  <c:v>992</c:v>
                </c:pt>
                <c:pt idx="298">
                  <c:v>995</c:v>
                </c:pt>
                <c:pt idx="299">
                  <c:v>998</c:v>
                </c:pt>
                <c:pt idx="300">
                  <c:v>1002</c:v>
                </c:pt>
                <c:pt idx="301">
                  <c:v>1005</c:v>
                </c:pt>
                <c:pt idx="302">
                  <c:v>1008</c:v>
                </c:pt>
                <c:pt idx="303">
                  <c:v>1011</c:v>
                </c:pt>
                <c:pt idx="304">
                  <c:v>1015</c:v>
                </c:pt>
                <c:pt idx="305">
                  <c:v>1018</c:v>
                </c:pt>
                <c:pt idx="306">
                  <c:v>1021</c:v>
                </c:pt>
                <c:pt idx="307">
                  <c:v>1025</c:v>
                </c:pt>
                <c:pt idx="308">
                  <c:v>1028</c:v>
                </c:pt>
                <c:pt idx="309">
                  <c:v>1031</c:v>
                </c:pt>
                <c:pt idx="310">
                  <c:v>1035</c:v>
                </c:pt>
                <c:pt idx="311">
                  <c:v>1038</c:v>
                </c:pt>
                <c:pt idx="312">
                  <c:v>1041</c:v>
                </c:pt>
                <c:pt idx="313">
                  <c:v>1045</c:v>
                </c:pt>
                <c:pt idx="314">
                  <c:v>1048</c:v>
                </c:pt>
                <c:pt idx="315">
                  <c:v>1051</c:v>
                </c:pt>
                <c:pt idx="316">
                  <c:v>1055</c:v>
                </c:pt>
                <c:pt idx="317">
                  <c:v>1058</c:v>
                </c:pt>
                <c:pt idx="318">
                  <c:v>1061</c:v>
                </c:pt>
                <c:pt idx="319">
                  <c:v>1065</c:v>
                </c:pt>
                <c:pt idx="320">
                  <c:v>1068</c:v>
                </c:pt>
                <c:pt idx="321">
                  <c:v>1071</c:v>
                </c:pt>
                <c:pt idx="322">
                  <c:v>1075</c:v>
                </c:pt>
                <c:pt idx="323">
                  <c:v>1078</c:v>
                </c:pt>
                <c:pt idx="324">
                  <c:v>1081</c:v>
                </c:pt>
                <c:pt idx="325">
                  <c:v>1085</c:v>
                </c:pt>
                <c:pt idx="326">
                  <c:v>1088</c:v>
                </c:pt>
                <c:pt idx="327">
                  <c:v>1091</c:v>
                </c:pt>
                <c:pt idx="328">
                  <c:v>1095</c:v>
                </c:pt>
                <c:pt idx="329">
                  <c:v>1098</c:v>
                </c:pt>
                <c:pt idx="330">
                  <c:v>1101</c:v>
                </c:pt>
                <c:pt idx="331">
                  <c:v>1105</c:v>
                </c:pt>
                <c:pt idx="332">
                  <c:v>1108</c:v>
                </c:pt>
                <c:pt idx="333">
                  <c:v>1111</c:v>
                </c:pt>
                <c:pt idx="334">
                  <c:v>1115</c:v>
                </c:pt>
                <c:pt idx="335">
                  <c:v>1118</c:v>
                </c:pt>
                <c:pt idx="336">
                  <c:v>1121</c:v>
                </c:pt>
                <c:pt idx="337">
                  <c:v>1125</c:v>
                </c:pt>
                <c:pt idx="338">
                  <c:v>1128</c:v>
                </c:pt>
                <c:pt idx="339">
                  <c:v>1131</c:v>
                </c:pt>
                <c:pt idx="340">
                  <c:v>1135</c:v>
                </c:pt>
                <c:pt idx="341">
                  <c:v>1138</c:v>
                </c:pt>
                <c:pt idx="342">
                  <c:v>1141</c:v>
                </c:pt>
                <c:pt idx="343">
                  <c:v>1145</c:v>
                </c:pt>
                <c:pt idx="344">
                  <c:v>1148</c:v>
                </c:pt>
                <c:pt idx="345">
                  <c:v>1151</c:v>
                </c:pt>
                <c:pt idx="346">
                  <c:v>1155</c:v>
                </c:pt>
                <c:pt idx="347">
                  <c:v>1158</c:v>
                </c:pt>
                <c:pt idx="348">
                  <c:v>1161</c:v>
                </c:pt>
                <c:pt idx="349">
                  <c:v>1165</c:v>
                </c:pt>
                <c:pt idx="350">
                  <c:v>1168</c:v>
                </c:pt>
                <c:pt idx="351">
                  <c:v>1171</c:v>
                </c:pt>
                <c:pt idx="352">
                  <c:v>1175</c:v>
                </c:pt>
                <c:pt idx="353">
                  <c:v>1178</c:v>
                </c:pt>
                <c:pt idx="354">
                  <c:v>1181</c:v>
                </c:pt>
                <c:pt idx="355">
                  <c:v>1185</c:v>
                </c:pt>
                <c:pt idx="356">
                  <c:v>1188</c:v>
                </c:pt>
                <c:pt idx="357">
                  <c:v>1191</c:v>
                </c:pt>
                <c:pt idx="358">
                  <c:v>1194</c:v>
                </c:pt>
                <c:pt idx="359">
                  <c:v>1198</c:v>
                </c:pt>
                <c:pt idx="360">
                  <c:v>1201</c:v>
                </c:pt>
                <c:pt idx="361">
                  <c:v>1204</c:v>
                </c:pt>
                <c:pt idx="362">
                  <c:v>1208</c:v>
                </c:pt>
                <c:pt idx="363">
                  <c:v>1211</c:v>
                </c:pt>
                <c:pt idx="364">
                  <c:v>1214</c:v>
                </c:pt>
                <c:pt idx="365">
                  <c:v>1218</c:v>
                </c:pt>
                <c:pt idx="366">
                  <c:v>1221</c:v>
                </c:pt>
                <c:pt idx="367">
                  <c:v>1224</c:v>
                </c:pt>
                <c:pt idx="368">
                  <c:v>1228</c:v>
                </c:pt>
                <c:pt idx="369">
                  <c:v>1231</c:v>
                </c:pt>
                <c:pt idx="370">
                  <c:v>1234</c:v>
                </c:pt>
                <c:pt idx="371">
                  <c:v>1238</c:v>
                </c:pt>
                <c:pt idx="372">
                  <c:v>1241</c:v>
                </c:pt>
                <c:pt idx="373">
                  <c:v>1244</c:v>
                </c:pt>
                <c:pt idx="374">
                  <c:v>1248</c:v>
                </c:pt>
                <c:pt idx="375">
                  <c:v>1251</c:v>
                </c:pt>
                <c:pt idx="376">
                  <c:v>1254</c:v>
                </c:pt>
                <c:pt idx="377">
                  <c:v>1258</c:v>
                </c:pt>
                <c:pt idx="378">
                  <c:v>1261</c:v>
                </c:pt>
                <c:pt idx="379">
                  <c:v>1264</c:v>
                </c:pt>
                <c:pt idx="380">
                  <c:v>1268</c:v>
                </c:pt>
                <c:pt idx="381">
                  <c:v>1271</c:v>
                </c:pt>
                <c:pt idx="382">
                  <c:v>1274</c:v>
                </c:pt>
                <c:pt idx="383">
                  <c:v>1278</c:v>
                </c:pt>
                <c:pt idx="384">
                  <c:v>1281</c:v>
                </c:pt>
                <c:pt idx="385">
                  <c:v>1284</c:v>
                </c:pt>
                <c:pt idx="386">
                  <c:v>1288</c:v>
                </c:pt>
                <c:pt idx="387">
                  <c:v>1291</c:v>
                </c:pt>
                <c:pt idx="388">
                  <c:v>1294</c:v>
                </c:pt>
                <c:pt idx="389">
                  <c:v>1298</c:v>
                </c:pt>
                <c:pt idx="390">
                  <c:v>1301</c:v>
                </c:pt>
                <c:pt idx="391">
                  <c:v>1304</c:v>
                </c:pt>
                <c:pt idx="392">
                  <c:v>1308</c:v>
                </c:pt>
                <c:pt idx="393">
                  <c:v>1311</c:v>
                </c:pt>
                <c:pt idx="394">
                  <c:v>1314</c:v>
                </c:pt>
                <c:pt idx="395">
                  <c:v>1318</c:v>
                </c:pt>
                <c:pt idx="396">
                  <c:v>1321</c:v>
                </c:pt>
                <c:pt idx="397">
                  <c:v>1324</c:v>
                </c:pt>
                <c:pt idx="398">
                  <c:v>1328</c:v>
                </c:pt>
                <c:pt idx="399">
                  <c:v>1331</c:v>
                </c:pt>
                <c:pt idx="400">
                  <c:v>1334</c:v>
                </c:pt>
                <c:pt idx="401">
                  <c:v>1338</c:v>
                </c:pt>
                <c:pt idx="402">
                  <c:v>1341</c:v>
                </c:pt>
                <c:pt idx="403">
                  <c:v>1344</c:v>
                </c:pt>
                <c:pt idx="404">
                  <c:v>1348</c:v>
                </c:pt>
                <c:pt idx="405">
                  <c:v>1351</c:v>
                </c:pt>
                <c:pt idx="406">
                  <c:v>1354</c:v>
                </c:pt>
                <c:pt idx="407">
                  <c:v>1358</c:v>
                </c:pt>
                <c:pt idx="408">
                  <c:v>1361</c:v>
                </c:pt>
                <c:pt idx="409">
                  <c:v>1364</c:v>
                </c:pt>
                <c:pt idx="410">
                  <c:v>1368</c:v>
                </c:pt>
                <c:pt idx="411">
                  <c:v>1371</c:v>
                </c:pt>
                <c:pt idx="412">
                  <c:v>1374</c:v>
                </c:pt>
                <c:pt idx="413">
                  <c:v>1377</c:v>
                </c:pt>
                <c:pt idx="414">
                  <c:v>1381</c:v>
                </c:pt>
                <c:pt idx="415">
                  <c:v>1384</c:v>
                </c:pt>
                <c:pt idx="416">
                  <c:v>1387</c:v>
                </c:pt>
                <c:pt idx="417">
                  <c:v>1391</c:v>
                </c:pt>
                <c:pt idx="418">
                  <c:v>1394</c:v>
                </c:pt>
                <c:pt idx="419">
                  <c:v>1397</c:v>
                </c:pt>
                <c:pt idx="420">
                  <c:v>1401</c:v>
                </c:pt>
                <c:pt idx="421">
                  <c:v>1404</c:v>
                </c:pt>
                <c:pt idx="422">
                  <c:v>1407</c:v>
                </c:pt>
                <c:pt idx="423">
                  <c:v>1411</c:v>
                </c:pt>
                <c:pt idx="424">
                  <c:v>1414</c:v>
                </c:pt>
                <c:pt idx="425">
                  <c:v>1417</c:v>
                </c:pt>
                <c:pt idx="426">
                  <c:v>1421</c:v>
                </c:pt>
                <c:pt idx="427">
                  <c:v>1424</c:v>
                </c:pt>
                <c:pt idx="428">
                  <c:v>1427</c:v>
                </c:pt>
                <c:pt idx="429">
                  <c:v>1431</c:v>
                </c:pt>
                <c:pt idx="430">
                  <c:v>1434</c:v>
                </c:pt>
                <c:pt idx="431">
                  <c:v>1437</c:v>
                </c:pt>
                <c:pt idx="432">
                  <c:v>1441</c:v>
                </c:pt>
                <c:pt idx="433">
                  <c:v>1444</c:v>
                </c:pt>
                <c:pt idx="434">
                  <c:v>1447</c:v>
                </c:pt>
                <c:pt idx="435">
                  <c:v>1451</c:v>
                </c:pt>
                <c:pt idx="436">
                  <c:v>1454</c:v>
                </c:pt>
                <c:pt idx="437">
                  <c:v>1457</c:v>
                </c:pt>
                <c:pt idx="438">
                  <c:v>1461</c:v>
                </c:pt>
                <c:pt idx="439">
                  <c:v>1464</c:v>
                </c:pt>
                <c:pt idx="440">
                  <c:v>1467</c:v>
                </c:pt>
                <c:pt idx="441">
                  <c:v>1471</c:v>
                </c:pt>
                <c:pt idx="442">
                  <c:v>1474</c:v>
                </c:pt>
                <c:pt idx="443">
                  <c:v>1477</c:v>
                </c:pt>
                <c:pt idx="444">
                  <c:v>1481</c:v>
                </c:pt>
                <c:pt idx="445">
                  <c:v>1484</c:v>
                </c:pt>
                <c:pt idx="446">
                  <c:v>1487</c:v>
                </c:pt>
                <c:pt idx="447">
                  <c:v>1491</c:v>
                </c:pt>
                <c:pt idx="448">
                  <c:v>1494</c:v>
                </c:pt>
                <c:pt idx="449">
                  <c:v>1497</c:v>
                </c:pt>
                <c:pt idx="450">
                  <c:v>1501</c:v>
                </c:pt>
                <c:pt idx="451">
                  <c:v>1504</c:v>
                </c:pt>
                <c:pt idx="452">
                  <c:v>1507</c:v>
                </c:pt>
                <c:pt idx="453">
                  <c:v>1511</c:v>
                </c:pt>
                <c:pt idx="454">
                  <c:v>1514</c:v>
                </c:pt>
                <c:pt idx="455">
                  <c:v>1517</c:v>
                </c:pt>
                <c:pt idx="456">
                  <c:v>1521</c:v>
                </c:pt>
                <c:pt idx="457">
                  <c:v>1524</c:v>
                </c:pt>
                <c:pt idx="458">
                  <c:v>1527</c:v>
                </c:pt>
                <c:pt idx="459">
                  <c:v>1531</c:v>
                </c:pt>
                <c:pt idx="460">
                  <c:v>1534</c:v>
                </c:pt>
                <c:pt idx="461">
                  <c:v>1537</c:v>
                </c:pt>
                <c:pt idx="462">
                  <c:v>1541</c:v>
                </c:pt>
                <c:pt idx="463">
                  <c:v>1544</c:v>
                </c:pt>
                <c:pt idx="464">
                  <c:v>1547</c:v>
                </c:pt>
                <c:pt idx="465">
                  <c:v>1551</c:v>
                </c:pt>
                <c:pt idx="466">
                  <c:v>1554</c:v>
                </c:pt>
                <c:pt idx="467">
                  <c:v>1557</c:v>
                </c:pt>
                <c:pt idx="468">
                  <c:v>1560</c:v>
                </c:pt>
                <c:pt idx="469">
                  <c:v>1564</c:v>
                </c:pt>
                <c:pt idx="470">
                  <c:v>1567</c:v>
                </c:pt>
                <c:pt idx="471">
                  <c:v>1570</c:v>
                </c:pt>
                <c:pt idx="472">
                  <c:v>1574</c:v>
                </c:pt>
                <c:pt idx="473">
                  <c:v>1577</c:v>
                </c:pt>
                <c:pt idx="474">
                  <c:v>1580</c:v>
                </c:pt>
                <c:pt idx="475">
                  <c:v>1584</c:v>
                </c:pt>
                <c:pt idx="476">
                  <c:v>1587</c:v>
                </c:pt>
                <c:pt idx="477">
                  <c:v>1590</c:v>
                </c:pt>
                <c:pt idx="478">
                  <c:v>1594</c:v>
                </c:pt>
                <c:pt idx="479">
                  <c:v>1597</c:v>
                </c:pt>
                <c:pt idx="480">
                  <c:v>1600</c:v>
                </c:pt>
                <c:pt idx="481">
                  <c:v>1604</c:v>
                </c:pt>
                <c:pt idx="482">
                  <c:v>1607</c:v>
                </c:pt>
                <c:pt idx="483">
                  <c:v>1610</c:v>
                </c:pt>
                <c:pt idx="484">
                  <c:v>1614</c:v>
                </c:pt>
                <c:pt idx="485">
                  <c:v>1617</c:v>
                </c:pt>
                <c:pt idx="486">
                  <c:v>1620</c:v>
                </c:pt>
                <c:pt idx="487">
                  <c:v>1624</c:v>
                </c:pt>
                <c:pt idx="488">
                  <c:v>1627</c:v>
                </c:pt>
                <c:pt idx="489">
                  <c:v>1630</c:v>
                </c:pt>
                <c:pt idx="490">
                  <c:v>1634</c:v>
                </c:pt>
                <c:pt idx="491">
                  <c:v>1637</c:v>
                </c:pt>
                <c:pt idx="492">
                  <c:v>1640</c:v>
                </c:pt>
                <c:pt idx="493">
                  <c:v>1644</c:v>
                </c:pt>
                <c:pt idx="494">
                  <c:v>1647</c:v>
                </c:pt>
                <c:pt idx="495">
                  <c:v>1650</c:v>
                </c:pt>
                <c:pt idx="496">
                  <c:v>1654</c:v>
                </c:pt>
                <c:pt idx="497">
                  <c:v>1657</c:v>
                </c:pt>
                <c:pt idx="498">
                  <c:v>1660</c:v>
                </c:pt>
                <c:pt idx="499">
                  <c:v>1664</c:v>
                </c:pt>
                <c:pt idx="500">
                  <c:v>1667</c:v>
                </c:pt>
                <c:pt idx="501">
                  <c:v>1670</c:v>
                </c:pt>
                <c:pt idx="502">
                  <c:v>1674</c:v>
                </c:pt>
                <c:pt idx="503">
                  <c:v>1677</c:v>
                </c:pt>
                <c:pt idx="504">
                  <c:v>1680</c:v>
                </c:pt>
                <c:pt idx="505">
                  <c:v>1684</c:v>
                </c:pt>
                <c:pt idx="506">
                  <c:v>1687</c:v>
                </c:pt>
                <c:pt idx="507">
                  <c:v>1690</c:v>
                </c:pt>
                <c:pt idx="508">
                  <c:v>1694</c:v>
                </c:pt>
                <c:pt idx="509">
                  <c:v>1697</c:v>
                </c:pt>
                <c:pt idx="510">
                  <c:v>1700</c:v>
                </c:pt>
                <c:pt idx="511">
                  <c:v>1704</c:v>
                </c:pt>
                <c:pt idx="512">
                  <c:v>1707</c:v>
                </c:pt>
                <c:pt idx="513">
                  <c:v>1710</c:v>
                </c:pt>
                <c:pt idx="514">
                  <c:v>1714</c:v>
                </c:pt>
                <c:pt idx="515">
                  <c:v>1717</c:v>
                </c:pt>
                <c:pt idx="516">
                  <c:v>1720</c:v>
                </c:pt>
                <c:pt idx="517">
                  <c:v>1724</c:v>
                </c:pt>
                <c:pt idx="518">
                  <c:v>1727</c:v>
                </c:pt>
                <c:pt idx="519">
                  <c:v>1730</c:v>
                </c:pt>
                <c:pt idx="520">
                  <c:v>1734</c:v>
                </c:pt>
                <c:pt idx="521">
                  <c:v>1737</c:v>
                </c:pt>
                <c:pt idx="522">
                  <c:v>1740</c:v>
                </c:pt>
                <c:pt idx="523">
                  <c:v>1743</c:v>
                </c:pt>
                <c:pt idx="524">
                  <c:v>1747</c:v>
                </c:pt>
                <c:pt idx="525">
                  <c:v>1750</c:v>
                </c:pt>
                <c:pt idx="526">
                  <c:v>1753</c:v>
                </c:pt>
                <c:pt idx="527">
                  <c:v>1757</c:v>
                </c:pt>
                <c:pt idx="528">
                  <c:v>1760</c:v>
                </c:pt>
                <c:pt idx="529">
                  <c:v>1763</c:v>
                </c:pt>
                <c:pt idx="530">
                  <c:v>1767</c:v>
                </c:pt>
                <c:pt idx="531">
                  <c:v>1770</c:v>
                </c:pt>
                <c:pt idx="532">
                  <c:v>1773</c:v>
                </c:pt>
                <c:pt idx="533">
                  <c:v>1777</c:v>
                </c:pt>
                <c:pt idx="534">
                  <c:v>1780</c:v>
                </c:pt>
                <c:pt idx="535">
                  <c:v>1783</c:v>
                </c:pt>
                <c:pt idx="536">
                  <c:v>1787</c:v>
                </c:pt>
                <c:pt idx="537">
                  <c:v>1790</c:v>
                </c:pt>
                <c:pt idx="538">
                  <c:v>1793</c:v>
                </c:pt>
                <c:pt idx="539">
                  <c:v>1797</c:v>
                </c:pt>
                <c:pt idx="540">
                  <c:v>1800</c:v>
                </c:pt>
                <c:pt idx="541">
                  <c:v>1803</c:v>
                </c:pt>
                <c:pt idx="542">
                  <c:v>1807</c:v>
                </c:pt>
                <c:pt idx="543">
                  <c:v>1810</c:v>
                </c:pt>
                <c:pt idx="544">
                  <c:v>1813</c:v>
                </c:pt>
                <c:pt idx="545">
                  <c:v>1817</c:v>
                </c:pt>
                <c:pt idx="546">
                  <c:v>1820</c:v>
                </c:pt>
                <c:pt idx="547">
                  <c:v>1823</c:v>
                </c:pt>
                <c:pt idx="548">
                  <c:v>1827</c:v>
                </c:pt>
                <c:pt idx="549">
                  <c:v>1830</c:v>
                </c:pt>
                <c:pt idx="550">
                  <c:v>1833</c:v>
                </c:pt>
                <c:pt idx="551">
                  <c:v>1837</c:v>
                </c:pt>
                <c:pt idx="552">
                  <c:v>1840</c:v>
                </c:pt>
                <c:pt idx="553">
                  <c:v>1843</c:v>
                </c:pt>
                <c:pt idx="554">
                  <c:v>1847</c:v>
                </c:pt>
                <c:pt idx="555">
                  <c:v>1850</c:v>
                </c:pt>
                <c:pt idx="556">
                  <c:v>1853</c:v>
                </c:pt>
                <c:pt idx="557">
                  <c:v>1857</c:v>
                </c:pt>
                <c:pt idx="558">
                  <c:v>1860</c:v>
                </c:pt>
                <c:pt idx="559">
                  <c:v>1863</c:v>
                </c:pt>
                <c:pt idx="560">
                  <c:v>1867</c:v>
                </c:pt>
                <c:pt idx="561">
                  <c:v>1870</c:v>
                </c:pt>
                <c:pt idx="562">
                  <c:v>1873</c:v>
                </c:pt>
                <c:pt idx="563">
                  <c:v>1877</c:v>
                </c:pt>
                <c:pt idx="564">
                  <c:v>1880</c:v>
                </c:pt>
                <c:pt idx="565">
                  <c:v>1883</c:v>
                </c:pt>
                <c:pt idx="566">
                  <c:v>1887</c:v>
                </c:pt>
                <c:pt idx="567">
                  <c:v>1890</c:v>
                </c:pt>
                <c:pt idx="568">
                  <c:v>1893</c:v>
                </c:pt>
                <c:pt idx="569">
                  <c:v>1897</c:v>
                </c:pt>
                <c:pt idx="570">
                  <c:v>1900</c:v>
                </c:pt>
                <c:pt idx="571">
                  <c:v>1903</c:v>
                </c:pt>
                <c:pt idx="572">
                  <c:v>1907</c:v>
                </c:pt>
                <c:pt idx="573">
                  <c:v>1910</c:v>
                </c:pt>
                <c:pt idx="574">
                  <c:v>1913</c:v>
                </c:pt>
                <c:pt idx="575">
                  <c:v>1917</c:v>
                </c:pt>
                <c:pt idx="576">
                  <c:v>1920</c:v>
                </c:pt>
                <c:pt idx="577">
                  <c:v>1923</c:v>
                </c:pt>
                <c:pt idx="578">
                  <c:v>1926</c:v>
                </c:pt>
                <c:pt idx="579">
                  <c:v>1930</c:v>
                </c:pt>
                <c:pt idx="580">
                  <c:v>1933</c:v>
                </c:pt>
                <c:pt idx="581">
                  <c:v>1936</c:v>
                </c:pt>
                <c:pt idx="582">
                  <c:v>1940</c:v>
                </c:pt>
                <c:pt idx="583">
                  <c:v>1943</c:v>
                </c:pt>
                <c:pt idx="584">
                  <c:v>1946</c:v>
                </c:pt>
                <c:pt idx="585">
                  <c:v>1950</c:v>
                </c:pt>
                <c:pt idx="586">
                  <c:v>1953</c:v>
                </c:pt>
                <c:pt idx="587">
                  <c:v>1956</c:v>
                </c:pt>
                <c:pt idx="588">
                  <c:v>1960</c:v>
                </c:pt>
                <c:pt idx="589">
                  <c:v>1963</c:v>
                </c:pt>
                <c:pt idx="590">
                  <c:v>1966</c:v>
                </c:pt>
                <c:pt idx="591">
                  <c:v>1970</c:v>
                </c:pt>
                <c:pt idx="592">
                  <c:v>1973</c:v>
                </c:pt>
                <c:pt idx="593">
                  <c:v>1976</c:v>
                </c:pt>
                <c:pt idx="594">
                  <c:v>1980</c:v>
                </c:pt>
                <c:pt idx="595">
                  <c:v>1983</c:v>
                </c:pt>
                <c:pt idx="596">
                  <c:v>1986</c:v>
                </c:pt>
                <c:pt idx="597">
                  <c:v>1990</c:v>
                </c:pt>
                <c:pt idx="598">
                  <c:v>1993</c:v>
                </c:pt>
                <c:pt idx="599">
                  <c:v>1996</c:v>
                </c:pt>
                <c:pt idx="600">
                  <c:v>2000</c:v>
                </c:pt>
                <c:pt idx="601">
                  <c:v>2003</c:v>
                </c:pt>
                <c:pt idx="602">
                  <c:v>2006</c:v>
                </c:pt>
                <c:pt idx="603">
                  <c:v>2010</c:v>
                </c:pt>
                <c:pt idx="604">
                  <c:v>2013</c:v>
                </c:pt>
                <c:pt idx="605">
                  <c:v>2016</c:v>
                </c:pt>
                <c:pt idx="606">
                  <c:v>2020</c:v>
                </c:pt>
                <c:pt idx="607">
                  <c:v>2023</c:v>
                </c:pt>
                <c:pt idx="608">
                  <c:v>2026</c:v>
                </c:pt>
                <c:pt idx="609">
                  <c:v>2030</c:v>
                </c:pt>
                <c:pt idx="610">
                  <c:v>2033</c:v>
                </c:pt>
                <c:pt idx="611">
                  <c:v>2036</c:v>
                </c:pt>
                <c:pt idx="612">
                  <c:v>2040</c:v>
                </c:pt>
                <c:pt idx="613">
                  <c:v>2043</c:v>
                </c:pt>
                <c:pt idx="614">
                  <c:v>2046</c:v>
                </c:pt>
                <c:pt idx="615">
                  <c:v>2050</c:v>
                </c:pt>
                <c:pt idx="616">
                  <c:v>2053</c:v>
                </c:pt>
                <c:pt idx="617">
                  <c:v>2056</c:v>
                </c:pt>
                <c:pt idx="618">
                  <c:v>2060</c:v>
                </c:pt>
                <c:pt idx="619">
                  <c:v>2063</c:v>
                </c:pt>
                <c:pt idx="620">
                  <c:v>2066</c:v>
                </c:pt>
                <c:pt idx="621">
                  <c:v>2070</c:v>
                </c:pt>
                <c:pt idx="622">
                  <c:v>2073</c:v>
                </c:pt>
                <c:pt idx="623">
                  <c:v>2076</c:v>
                </c:pt>
                <c:pt idx="624">
                  <c:v>2080</c:v>
                </c:pt>
                <c:pt idx="625">
                  <c:v>2083</c:v>
                </c:pt>
                <c:pt idx="626">
                  <c:v>2086</c:v>
                </c:pt>
                <c:pt idx="627">
                  <c:v>2090</c:v>
                </c:pt>
                <c:pt idx="628">
                  <c:v>2093</c:v>
                </c:pt>
                <c:pt idx="629">
                  <c:v>2096</c:v>
                </c:pt>
                <c:pt idx="630">
                  <c:v>2100</c:v>
                </c:pt>
                <c:pt idx="631">
                  <c:v>2103</c:v>
                </c:pt>
                <c:pt idx="632">
                  <c:v>2106</c:v>
                </c:pt>
                <c:pt idx="633">
                  <c:v>2109</c:v>
                </c:pt>
                <c:pt idx="634">
                  <c:v>2113</c:v>
                </c:pt>
                <c:pt idx="635">
                  <c:v>2116</c:v>
                </c:pt>
                <c:pt idx="636">
                  <c:v>2119</c:v>
                </c:pt>
                <c:pt idx="637">
                  <c:v>2123</c:v>
                </c:pt>
                <c:pt idx="638">
                  <c:v>2126</c:v>
                </c:pt>
                <c:pt idx="639">
                  <c:v>2129</c:v>
                </c:pt>
                <c:pt idx="640">
                  <c:v>2133</c:v>
                </c:pt>
                <c:pt idx="641">
                  <c:v>2136</c:v>
                </c:pt>
                <c:pt idx="642">
                  <c:v>2139</c:v>
                </c:pt>
                <c:pt idx="643">
                  <c:v>2143</c:v>
                </c:pt>
                <c:pt idx="644">
                  <c:v>2146</c:v>
                </c:pt>
                <c:pt idx="645">
                  <c:v>2149</c:v>
                </c:pt>
                <c:pt idx="646">
                  <c:v>2153</c:v>
                </c:pt>
                <c:pt idx="647">
                  <c:v>2156</c:v>
                </c:pt>
                <c:pt idx="648">
                  <c:v>2159</c:v>
                </c:pt>
                <c:pt idx="649">
                  <c:v>2163</c:v>
                </c:pt>
                <c:pt idx="650">
                  <c:v>2166</c:v>
                </c:pt>
                <c:pt idx="651">
                  <c:v>2169</c:v>
                </c:pt>
                <c:pt idx="652">
                  <c:v>2173</c:v>
                </c:pt>
                <c:pt idx="653">
                  <c:v>2176</c:v>
                </c:pt>
                <c:pt idx="654">
                  <c:v>2179</c:v>
                </c:pt>
                <c:pt idx="655">
                  <c:v>2183</c:v>
                </c:pt>
                <c:pt idx="656">
                  <c:v>2186</c:v>
                </c:pt>
                <c:pt idx="657">
                  <c:v>2189</c:v>
                </c:pt>
                <c:pt idx="658">
                  <c:v>2193</c:v>
                </c:pt>
                <c:pt idx="659">
                  <c:v>2196</c:v>
                </c:pt>
                <c:pt idx="660">
                  <c:v>2199</c:v>
                </c:pt>
                <c:pt idx="661">
                  <c:v>2203</c:v>
                </c:pt>
                <c:pt idx="662">
                  <c:v>2206</c:v>
                </c:pt>
                <c:pt idx="663">
                  <c:v>2209</c:v>
                </c:pt>
                <c:pt idx="664">
                  <c:v>2213</c:v>
                </c:pt>
                <c:pt idx="665">
                  <c:v>2216</c:v>
                </c:pt>
                <c:pt idx="666">
                  <c:v>2219</c:v>
                </c:pt>
                <c:pt idx="667">
                  <c:v>2223</c:v>
                </c:pt>
                <c:pt idx="668">
                  <c:v>2226</c:v>
                </c:pt>
                <c:pt idx="669">
                  <c:v>2229</c:v>
                </c:pt>
                <c:pt idx="670">
                  <c:v>2233</c:v>
                </c:pt>
                <c:pt idx="671">
                  <c:v>2236</c:v>
                </c:pt>
                <c:pt idx="672">
                  <c:v>2239</c:v>
                </c:pt>
                <c:pt idx="673">
                  <c:v>2243</c:v>
                </c:pt>
                <c:pt idx="674">
                  <c:v>2246</c:v>
                </c:pt>
                <c:pt idx="675">
                  <c:v>2249</c:v>
                </c:pt>
                <c:pt idx="676">
                  <c:v>2253</c:v>
                </c:pt>
                <c:pt idx="677">
                  <c:v>2256</c:v>
                </c:pt>
                <c:pt idx="678">
                  <c:v>2259</c:v>
                </c:pt>
                <c:pt idx="679">
                  <c:v>2263</c:v>
                </c:pt>
                <c:pt idx="680">
                  <c:v>2266</c:v>
                </c:pt>
                <c:pt idx="681">
                  <c:v>2269</c:v>
                </c:pt>
                <c:pt idx="682">
                  <c:v>2273</c:v>
                </c:pt>
                <c:pt idx="683">
                  <c:v>2276</c:v>
                </c:pt>
                <c:pt idx="684">
                  <c:v>2279</c:v>
                </c:pt>
                <c:pt idx="685">
                  <c:v>2283</c:v>
                </c:pt>
                <c:pt idx="686">
                  <c:v>2286</c:v>
                </c:pt>
                <c:pt idx="687">
                  <c:v>2289</c:v>
                </c:pt>
                <c:pt idx="688">
                  <c:v>2292</c:v>
                </c:pt>
                <c:pt idx="689">
                  <c:v>2296</c:v>
                </c:pt>
                <c:pt idx="690">
                  <c:v>2299</c:v>
                </c:pt>
                <c:pt idx="691">
                  <c:v>2302</c:v>
                </c:pt>
                <c:pt idx="692">
                  <c:v>2306</c:v>
                </c:pt>
                <c:pt idx="693">
                  <c:v>2309</c:v>
                </c:pt>
                <c:pt idx="694">
                  <c:v>2312</c:v>
                </c:pt>
                <c:pt idx="695">
                  <c:v>2316</c:v>
                </c:pt>
                <c:pt idx="696">
                  <c:v>2319</c:v>
                </c:pt>
                <c:pt idx="697">
                  <c:v>2322</c:v>
                </c:pt>
                <c:pt idx="698">
                  <c:v>2326</c:v>
                </c:pt>
                <c:pt idx="699">
                  <c:v>2329</c:v>
                </c:pt>
                <c:pt idx="700">
                  <c:v>2332</c:v>
                </c:pt>
                <c:pt idx="701">
                  <c:v>2336</c:v>
                </c:pt>
                <c:pt idx="702">
                  <c:v>2339</c:v>
                </c:pt>
                <c:pt idx="703">
                  <c:v>2342</c:v>
                </c:pt>
                <c:pt idx="704">
                  <c:v>2346</c:v>
                </c:pt>
                <c:pt idx="705">
                  <c:v>2349</c:v>
                </c:pt>
                <c:pt idx="706">
                  <c:v>2352</c:v>
                </c:pt>
                <c:pt idx="707">
                  <c:v>2356</c:v>
                </c:pt>
                <c:pt idx="708">
                  <c:v>2359</c:v>
                </c:pt>
                <c:pt idx="709">
                  <c:v>2362</c:v>
                </c:pt>
                <c:pt idx="710">
                  <c:v>2366</c:v>
                </c:pt>
                <c:pt idx="711">
                  <c:v>2369</c:v>
                </c:pt>
                <c:pt idx="712">
                  <c:v>2372</c:v>
                </c:pt>
                <c:pt idx="713">
                  <c:v>2376</c:v>
                </c:pt>
                <c:pt idx="714">
                  <c:v>2379</c:v>
                </c:pt>
                <c:pt idx="715">
                  <c:v>2382</c:v>
                </c:pt>
                <c:pt idx="716">
                  <c:v>2386</c:v>
                </c:pt>
                <c:pt idx="717">
                  <c:v>2389</c:v>
                </c:pt>
                <c:pt idx="718">
                  <c:v>2392</c:v>
                </c:pt>
                <c:pt idx="719">
                  <c:v>2396</c:v>
                </c:pt>
                <c:pt idx="720">
                  <c:v>2399</c:v>
                </c:pt>
                <c:pt idx="721">
                  <c:v>2402</c:v>
                </c:pt>
                <c:pt idx="722">
                  <c:v>2406</c:v>
                </c:pt>
                <c:pt idx="723">
                  <c:v>2409</c:v>
                </c:pt>
                <c:pt idx="724">
                  <c:v>2412</c:v>
                </c:pt>
                <c:pt idx="725">
                  <c:v>2416</c:v>
                </c:pt>
                <c:pt idx="726">
                  <c:v>2419</c:v>
                </c:pt>
                <c:pt idx="727">
                  <c:v>2422</c:v>
                </c:pt>
                <c:pt idx="728">
                  <c:v>2426</c:v>
                </c:pt>
                <c:pt idx="729">
                  <c:v>2429</c:v>
                </c:pt>
                <c:pt idx="730">
                  <c:v>2432</c:v>
                </c:pt>
                <c:pt idx="731">
                  <c:v>2436</c:v>
                </c:pt>
                <c:pt idx="732">
                  <c:v>2439</c:v>
                </c:pt>
                <c:pt idx="733">
                  <c:v>2442</c:v>
                </c:pt>
                <c:pt idx="734">
                  <c:v>2446</c:v>
                </c:pt>
                <c:pt idx="735">
                  <c:v>2449</c:v>
                </c:pt>
                <c:pt idx="736">
                  <c:v>2452</c:v>
                </c:pt>
                <c:pt idx="737">
                  <c:v>2456</c:v>
                </c:pt>
                <c:pt idx="738">
                  <c:v>2459</c:v>
                </c:pt>
                <c:pt idx="739">
                  <c:v>2462</c:v>
                </c:pt>
                <c:pt idx="740">
                  <c:v>2466</c:v>
                </c:pt>
                <c:pt idx="741">
                  <c:v>2469</c:v>
                </c:pt>
                <c:pt idx="742">
                  <c:v>2472</c:v>
                </c:pt>
                <c:pt idx="743">
                  <c:v>2475</c:v>
                </c:pt>
                <c:pt idx="744">
                  <c:v>2479</c:v>
                </c:pt>
                <c:pt idx="745">
                  <c:v>2482</c:v>
                </c:pt>
                <c:pt idx="746">
                  <c:v>2485</c:v>
                </c:pt>
                <c:pt idx="747">
                  <c:v>2489</c:v>
                </c:pt>
                <c:pt idx="748">
                  <c:v>2492</c:v>
                </c:pt>
                <c:pt idx="749">
                  <c:v>2495</c:v>
                </c:pt>
                <c:pt idx="750">
                  <c:v>2499</c:v>
                </c:pt>
                <c:pt idx="751">
                  <c:v>2502</c:v>
                </c:pt>
                <c:pt idx="752">
                  <c:v>2505</c:v>
                </c:pt>
                <c:pt idx="753">
                  <c:v>2509</c:v>
                </c:pt>
                <c:pt idx="754">
                  <c:v>2512</c:v>
                </c:pt>
                <c:pt idx="755">
                  <c:v>2515</c:v>
                </c:pt>
                <c:pt idx="756">
                  <c:v>2519</c:v>
                </c:pt>
                <c:pt idx="757">
                  <c:v>2522</c:v>
                </c:pt>
                <c:pt idx="758">
                  <c:v>2525</c:v>
                </c:pt>
                <c:pt idx="759">
                  <c:v>2529</c:v>
                </c:pt>
                <c:pt idx="760">
                  <c:v>2532</c:v>
                </c:pt>
                <c:pt idx="761">
                  <c:v>2535</c:v>
                </c:pt>
                <c:pt idx="762">
                  <c:v>2539</c:v>
                </c:pt>
                <c:pt idx="763">
                  <c:v>2542</c:v>
                </c:pt>
                <c:pt idx="764">
                  <c:v>2545</c:v>
                </c:pt>
                <c:pt idx="765">
                  <c:v>2549</c:v>
                </c:pt>
                <c:pt idx="766">
                  <c:v>2552</c:v>
                </c:pt>
                <c:pt idx="767">
                  <c:v>2555</c:v>
                </c:pt>
                <c:pt idx="768">
                  <c:v>2559</c:v>
                </c:pt>
                <c:pt idx="769">
                  <c:v>2562</c:v>
                </c:pt>
                <c:pt idx="770">
                  <c:v>2565</c:v>
                </c:pt>
                <c:pt idx="771">
                  <c:v>2569</c:v>
                </c:pt>
                <c:pt idx="772">
                  <c:v>2572</c:v>
                </c:pt>
                <c:pt idx="773">
                  <c:v>2575</c:v>
                </c:pt>
                <c:pt idx="774">
                  <c:v>2579</c:v>
                </c:pt>
                <c:pt idx="775">
                  <c:v>2582</c:v>
                </c:pt>
                <c:pt idx="776">
                  <c:v>2585</c:v>
                </c:pt>
                <c:pt idx="777">
                  <c:v>2589</c:v>
                </c:pt>
                <c:pt idx="778">
                  <c:v>2592</c:v>
                </c:pt>
                <c:pt idx="779">
                  <c:v>2595</c:v>
                </c:pt>
                <c:pt idx="780">
                  <c:v>2599</c:v>
                </c:pt>
                <c:pt idx="781">
                  <c:v>2602</c:v>
                </c:pt>
                <c:pt idx="782">
                  <c:v>2605</c:v>
                </c:pt>
                <c:pt idx="783">
                  <c:v>2609</c:v>
                </c:pt>
                <c:pt idx="784">
                  <c:v>2612</c:v>
                </c:pt>
                <c:pt idx="785">
                  <c:v>2615</c:v>
                </c:pt>
                <c:pt idx="786">
                  <c:v>2619</c:v>
                </c:pt>
                <c:pt idx="787">
                  <c:v>2622</c:v>
                </c:pt>
                <c:pt idx="788">
                  <c:v>2625</c:v>
                </c:pt>
                <c:pt idx="789">
                  <c:v>2629</c:v>
                </c:pt>
                <c:pt idx="790">
                  <c:v>2632</c:v>
                </c:pt>
                <c:pt idx="791">
                  <c:v>2635</c:v>
                </c:pt>
                <c:pt idx="792">
                  <c:v>2639</c:v>
                </c:pt>
                <c:pt idx="793">
                  <c:v>2642</c:v>
                </c:pt>
                <c:pt idx="794">
                  <c:v>2645</c:v>
                </c:pt>
                <c:pt idx="795">
                  <c:v>2649</c:v>
                </c:pt>
                <c:pt idx="796">
                  <c:v>2652</c:v>
                </c:pt>
                <c:pt idx="797">
                  <c:v>2655</c:v>
                </c:pt>
                <c:pt idx="798">
                  <c:v>2658</c:v>
                </c:pt>
                <c:pt idx="799">
                  <c:v>2662</c:v>
                </c:pt>
                <c:pt idx="800">
                  <c:v>2665</c:v>
                </c:pt>
                <c:pt idx="801">
                  <c:v>2668</c:v>
                </c:pt>
                <c:pt idx="802">
                  <c:v>2672</c:v>
                </c:pt>
                <c:pt idx="803">
                  <c:v>2675</c:v>
                </c:pt>
                <c:pt idx="804">
                  <c:v>2678</c:v>
                </c:pt>
                <c:pt idx="805">
                  <c:v>2682</c:v>
                </c:pt>
                <c:pt idx="806">
                  <c:v>2685</c:v>
                </c:pt>
                <c:pt idx="807">
                  <c:v>2688</c:v>
                </c:pt>
                <c:pt idx="808">
                  <c:v>2692</c:v>
                </c:pt>
                <c:pt idx="809">
                  <c:v>2695</c:v>
                </c:pt>
                <c:pt idx="810">
                  <c:v>2698</c:v>
                </c:pt>
                <c:pt idx="811">
                  <c:v>2702</c:v>
                </c:pt>
                <c:pt idx="812">
                  <c:v>2705</c:v>
                </c:pt>
                <c:pt idx="813">
                  <c:v>2708</c:v>
                </c:pt>
                <c:pt idx="814">
                  <c:v>2712</c:v>
                </c:pt>
                <c:pt idx="815">
                  <c:v>2715</c:v>
                </c:pt>
                <c:pt idx="816">
                  <c:v>2718</c:v>
                </c:pt>
                <c:pt idx="817">
                  <c:v>2722</c:v>
                </c:pt>
                <c:pt idx="818">
                  <c:v>2725</c:v>
                </c:pt>
                <c:pt idx="819">
                  <c:v>2728</c:v>
                </c:pt>
                <c:pt idx="820">
                  <c:v>2732</c:v>
                </c:pt>
                <c:pt idx="821">
                  <c:v>2735</c:v>
                </c:pt>
                <c:pt idx="822">
                  <c:v>2738</c:v>
                </c:pt>
                <c:pt idx="823">
                  <c:v>2742</c:v>
                </c:pt>
                <c:pt idx="824">
                  <c:v>2745</c:v>
                </c:pt>
                <c:pt idx="825">
                  <c:v>2748</c:v>
                </c:pt>
                <c:pt idx="826">
                  <c:v>2752</c:v>
                </c:pt>
                <c:pt idx="827">
                  <c:v>2755</c:v>
                </c:pt>
                <c:pt idx="828">
                  <c:v>2758</c:v>
                </c:pt>
                <c:pt idx="829">
                  <c:v>2762</c:v>
                </c:pt>
                <c:pt idx="830">
                  <c:v>2765</c:v>
                </c:pt>
                <c:pt idx="831">
                  <c:v>2768</c:v>
                </c:pt>
                <c:pt idx="832">
                  <c:v>2772</c:v>
                </c:pt>
                <c:pt idx="833">
                  <c:v>2775</c:v>
                </c:pt>
                <c:pt idx="834">
                  <c:v>2778</c:v>
                </c:pt>
                <c:pt idx="835">
                  <c:v>2782</c:v>
                </c:pt>
                <c:pt idx="836">
                  <c:v>2785</c:v>
                </c:pt>
                <c:pt idx="837">
                  <c:v>2788</c:v>
                </c:pt>
                <c:pt idx="838">
                  <c:v>2792</c:v>
                </c:pt>
                <c:pt idx="839">
                  <c:v>2795</c:v>
                </c:pt>
                <c:pt idx="840">
                  <c:v>2798</c:v>
                </c:pt>
                <c:pt idx="841">
                  <c:v>2802</c:v>
                </c:pt>
                <c:pt idx="842">
                  <c:v>2805</c:v>
                </c:pt>
                <c:pt idx="843">
                  <c:v>2808</c:v>
                </c:pt>
                <c:pt idx="844">
                  <c:v>2812</c:v>
                </c:pt>
                <c:pt idx="845">
                  <c:v>2815</c:v>
                </c:pt>
                <c:pt idx="846">
                  <c:v>2818</c:v>
                </c:pt>
                <c:pt idx="847">
                  <c:v>2822</c:v>
                </c:pt>
                <c:pt idx="848">
                  <c:v>2825</c:v>
                </c:pt>
                <c:pt idx="849">
                  <c:v>2828</c:v>
                </c:pt>
                <c:pt idx="850">
                  <c:v>2832</c:v>
                </c:pt>
                <c:pt idx="851">
                  <c:v>2835</c:v>
                </c:pt>
                <c:pt idx="852">
                  <c:v>2838</c:v>
                </c:pt>
                <c:pt idx="853">
                  <c:v>2841</c:v>
                </c:pt>
                <c:pt idx="854">
                  <c:v>2845</c:v>
                </c:pt>
                <c:pt idx="855">
                  <c:v>2848</c:v>
                </c:pt>
                <c:pt idx="856">
                  <c:v>2851</c:v>
                </c:pt>
                <c:pt idx="857">
                  <c:v>2855</c:v>
                </c:pt>
                <c:pt idx="858">
                  <c:v>2858</c:v>
                </c:pt>
                <c:pt idx="859">
                  <c:v>2861</c:v>
                </c:pt>
                <c:pt idx="860">
                  <c:v>2865</c:v>
                </c:pt>
                <c:pt idx="861">
                  <c:v>2868</c:v>
                </c:pt>
                <c:pt idx="862">
                  <c:v>2871</c:v>
                </c:pt>
                <c:pt idx="863">
                  <c:v>2875</c:v>
                </c:pt>
                <c:pt idx="864">
                  <c:v>2878</c:v>
                </c:pt>
                <c:pt idx="865">
                  <c:v>2881</c:v>
                </c:pt>
                <c:pt idx="866">
                  <c:v>2885</c:v>
                </c:pt>
                <c:pt idx="867">
                  <c:v>2888</c:v>
                </c:pt>
                <c:pt idx="868">
                  <c:v>2891</c:v>
                </c:pt>
                <c:pt idx="869">
                  <c:v>2895</c:v>
                </c:pt>
                <c:pt idx="870">
                  <c:v>2898</c:v>
                </c:pt>
                <c:pt idx="871">
                  <c:v>2901</c:v>
                </c:pt>
                <c:pt idx="872">
                  <c:v>2905</c:v>
                </c:pt>
                <c:pt idx="873">
                  <c:v>2908</c:v>
                </c:pt>
                <c:pt idx="874">
                  <c:v>2911</c:v>
                </c:pt>
                <c:pt idx="875">
                  <c:v>2915</c:v>
                </c:pt>
                <c:pt idx="876">
                  <c:v>2918</c:v>
                </c:pt>
                <c:pt idx="877">
                  <c:v>2921</c:v>
                </c:pt>
                <c:pt idx="878">
                  <c:v>2925</c:v>
                </c:pt>
                <c:pt idx="879">
                  <c:v>2928</c:v>
                </c:pt>
                <c:pt idx="880">
                  <c:v>2931</c:v>
                </c:pt>
                <c:pt idx="881">
                  <c:v>2935</c:v>
                </c:pt>
                <c:pt idx="882">
                  <c:v>2938</c:v>
                </c:pt>
                <c:pt idx="883">
                  <c:v>2941</c:v>
                </c:pt>
                <c:pt idx="884">
                  <c:v>2945</c:v>
                </c:pt>
                <c:pt idx="885">
                  <c:v>2948</c:v>
                </c:pt>
                <c:pt idx="886">
                  <c:v>2951</c:v>
                </c:pt>
                <c:pt idx="887">
                  <c:v>2955</c:v>
                </c:pt>
                <c:pt idx="888">
                  <c:v>2958</c:v>
                </c:pt>
                <c:pt idx="889">
                  <c:v>2961</c:v>
                </c:pt>
                <c:pt idx="890">
                  <c:v>2965</c:v>
                </c:pt>
                <c:pt idx="891">
                  <c:v>2968</c:v>
                </c:pt>
                <c:pt idx="892">
                  <c:v>2971</c:v>
                </c:pt>
                <c:pt idx="893">
                  <c:v>2975</c:v>
                </c:pt>
                <c:pt idx="894">
                  <c:v>2978</c:v>
                </c:pt>
                <c:pt idx="895">
                  <c:v>2981</c:v>
                </c:pt>
                <c:pt idx="896">
                  <c:v>2985</c:v>
                </c:pt>
                <c:pt idx="897">
                  <c:v>2988</c:v>
                </c:pt>
                <c:pt idx="898">
                  <c:v>2991</c:v>
                </c:pt>
                <c:pt idx="899">
                  <c:v>2995</c:v>
                </c:pt>
                <c:pt idx="900">
                  <c:v>2998</c:v>
                </c:pt>
                <c:pt idx="901">
                  <c:v>3001</c:v>
                </c:pt>
                <c:pt idx="902">
                  <c:v>3005</c:v>
                </c:pt>
                <c:pt idx="903">
                  <c:v>3008</c:v>
                </c:pt>
                <c:pt idx="904">
                  <c:v>3011</c:v>
                </c:pt>
                <c:pt idx="905">
                  <c:v>3015</c:v>
                </c:pt>
                <c:pt idx="906">
                  <c:v>3018</c:v>
                </c:pt>
                <c:pt idx="907">
                  <c:v>3021</c:v>
                </c:pt>
                <c:pt idx="908">
                  <c:v>3024</c:v>
                </c:pt>
                <c:pt idx="909">
                  <c:v>3028</c:v>
                </c:pt>
                <c:pt idx="910">
                  <c:v>3031</c:v>
                </c:pt>
                <c:pt idx="911">
                  <c:v>3034</c:v>
                </c:pt>
                <c:pt idx="912">
                  <c:v>3038</c:v>
                </c:pt>
                <c:pt idx="913">
                  <c:v>3041</c:v>
                </c:pt>
                <c:pt idx="914">
                  <c:v>3044</c:v>
                </c:pt>
                <c:pt idx="915">
                  <c:v>3048</c:v>
                </c:pt>
                <c:pt idx="916">
                  <c:v>3051</c:v>
                </c:pt>
                <c:pt idx="917">
                  <c:v>3054</c:v>
                </c:pt>
                <c:pt idx="918">
                  <c:v>3058</c:v>
                </c:pt>
                <c:pt idx="919">
                  <c:v>3061</c:v>
                </c:pt>
                <c:pt idx="920">
                  <c:v>3064</c:v>
                </c:pt>
                <c:pt idx="921">
                  <c:v>3068</c:v>
                </c:pt>
                <c:pt idx="922">
                  <c:v>3071</c:v>
                </c:pt>
                <c:pt idx="923">
                  <c:v>3074</c:v>
                </c:pt>
                <c:pt idx="924">
                  <c:v>3078</c:v>
                </c:pt>
                <c:pt idx="925">
                  <c:v>3081</c:v>
                </c:pt>
                <c:pt idx="926">
                  <c:v>3084</c:v>
                </c:pt>
                <c:pt idx="927">
                  <c:v>3088</c:v>
                </c:pt>
                <c:pt idx="928">
                  <c:v>3091</c:v>
                </c:pt>
                <c:pt idx="929">
                  <c:v>3094</c:v>
                </c:pt>
                <c:pt idx="930">
                  <c:v>3098</c:v>
                </c:pt>
                <c:pt idx="931">
                  <c:v>3101</c:v>
                </c:pt>
                <c:pt idx="932">
                  <c:v>3104</c:v>
                </c:pt>
                <c:pt idx="933">
                  <c:v>3108</c:v>
                </c:pt>
                <c:pt idx="934">
                  <c:v>3111</c:v>
                </c:pt>
                <c:pt idx="935">
                  <c:v>3114</c:v>
                </c:pt>
                <c:pt idx="936">
                  <c:v>3118</c:v>
                </c:pt>
                <c:pt idx="937">
                  <c:v>3121</c:v>
                </c:pt>
                <c:pt idx="938">
                  <c:v>3124</c:v>
                </c:pt>
                <c:pt idx="939">
                  <c:v>3128</c:v>
                </c:pt>
                <c:pt idx="940">
                  <c:v>3131</c:v>
                </c:pt>
                <c:pt idx="941">
                  <c:v>3134</c:v>
                </c:pt>
                <c:pt idx="942">
                  <c:v>3138</c:v>
                </c:pt>
                <c:pt idx="943">
                  <c:v>3141</c:v>
                </c:pt>
                <c:pt idx="944">
                  <c:v>3144</c:v>
                </c:pt>
                <c:pt idx="945">
                  <c:v>3148</c:v>
                </c:pt>
                <c:pt idx="946">
                  <c:v>3151</c:v>
                </c:pt>
                <c:pt idx="947">
                  <c:v>3154</c:v>
                </c:pt>
                <c:pt idx="948">
                  <c:v>3158</c:v>
                </c:pt>
                <c:pt idx="949">
                  <c:v>3161</c:v>
                </c:pt>
                <c:pt idx="950">
                  <c:v>3164</c:v>
                </c:pt>
                <c:pt idx="951">
                  <c:v>3168</c:v>
                </c:pt>
                <c:pt idx="952">
                  <c:v>3171</c:v>
                </c:pt>
                <c:pt idx="953">
                  <c:v>3174</c:v>
                </c:pt>
                <c:pt idx="954">
                  <c:v>3178</c:v>
                </c:pt>
                <c:pt idx="955">
                  <c:v>3181</c:v>
                </c:pt>
                <c:pt idx="956">
                  <c:v>3184</c:v>
                </c:pt>
                <c:pt idx="957">
                  <c:v>3188</c:v>
                </c:pt>
                <c:pt idx="958">
                  <c:v>3191</c:v>
                </c:pt>
                <c:pt idx="959">
                  <c:v>3194</c:v>
                </c:pt>
                <c:pt idx="960">
                  <c:v>3198</c:v>
                </c:pt>
                <c:pt idx="961">
                  <c:v>3201</c:v>
                </c:pt>
                <c:pt idx="962">
                  <c:v>3204</c:v>
                </c:pt>
                <c:pt idx="963">
                  <c:v>3207</c:v>
                </c:pt>
                <c:pt idx="964">
                  <c:v>3211</c:v>
                </c:pt>
                <c:pt idx="965">
                  <c:v>3214</c:v>
                </c:pt>
                <c:pt idx="966">
                  <c:v>3217</c:v>
                </c:pt>
                <c:pt idx="967">
                  <c:v>3221</c:v>
                </c:pt>
                <c:pt idx="968">
                  <c:v>3224</c:v>
                </c:pt>
                <c:pt idx="969">
                  <c:v>3227</c:v>
                </c:pt>
                <c:pt idx="970">
                  <c:v>3231</c:v>
                </c:pt>
                <c:pt idx="971">
                  <c:v>3234</c:v>
                </c:pt>
                <c:pt idx="972">
                  <c:v>3237</c:v>
                </c:pt>
                <c:pt idx="973">
                  <c:v>3241</c:v>
                </c:pt>
                <c:pt idx="974">
                  <c:v>3244</c:v>
                </c:pt>
                <c:pt idx="975">
                  <c:v>3247</c:v>
                </c:pt>
                <c:pt idx="976">
                  <c:v>3251</c:v>
                </c:pt>
                <c:pt idx="977">
                  <c:v>3254</c:v>
                </c:pt>
                <c:pt idx="978">
                  <c:v>3257</c:v>
                </c:pt>
                <c:pt idx="979">
                  <c:v>3261</c:v>
                </c:pt>
                <c:pt idx="980">
                  <c:v>3264</c:v>
                </c:pt>
                <c:pt idx="981">
                  <c:v>3267</c:v>
                </c:pt>
                <c:pt idx="982">
                  <c:v>3271</c:v>
                </c:pt>
                <c:pt idx="983">
                  <c:v>3274</c:v>
                </c:pt>
                <c:pt idx="984">
                  <c:v>3277</c:v>
                </c:pt>
                <c:pt idx="985">
                  <c:v>3281</c:v>
                </c:pt>
                <c:pt idx="986">
                  <c:v>3284</c:v>
                </c:pt>
                <c:pt idx="987">
                  <c:v>3287</c:v>
                </c:pt>
                <c:pt idx="988">
                  <c:v>3291</c:v>
                </c:pt>
                <c:pt idx="989">
                  <c:v>3294</c:v>
                </c:pt>
                <c:pt idx="990">
                  <c:v>3297</c:v>
                </c:pt>
                <c:pt idx="991">
                  <c:v>3301</c:v>
                </c:pt>
                <c:pt idx="992">
                  <c:v>3304</c:v>
                </c:pt>
                <c:pt idx="993">
                  <c:v>3307</c:v>
                </c:pt>
                <c:pt idx="994">
                  <c:v>3311</c:v>
                </c:pt>
                <c:pt idx="995">
                  <c:v>3314</c:v>
                </c:pt>
                <c:pt idx="996">
                  <c:v>3317</c:v>
                </c:pt>
                <c:pt idx="997">
                  <c:v>3321</c:v>
                </c:pt>
                <c:pt idx="998">
                  <c:v>3324</c:v>
                </c:pt>
                <c:pt idx="999">
                  <c:v>3327</c:v>
                </c:pt>
                <c:pt idx="1000">
                  <c:v>3331</c:v>
                </c:pt>
                <c:pt idx="1001">
                  <c:v>3334</c:v>
                </c:pt>
                <c:pt idx="1002">
                  <c:v>3337</c:v>
                </c:pt>
                <c:pt idx="1003">
                  <c:v>3341</c:v>
                </c:pt>
                <c:pt idx="1004">
                  <c:v>3344</c:v>
                </c:pt>
                <c:pt idx="1005">
                  <c:v>3347</c:v>
                </c:pt>
                <c:pt idx="1006">
                  <c:v>3351</c:v>
                </c:pt>
                <c:pt idx="1007">
                  <c:v>3354</c:v>
                </c:pt>
                <c:pt idx="1008">
                  <c:v>3357</c:v>
                </c:pt>
                <c:pt idx="1009">
                  <c:v>3361</c:v>
                </c:pt>
                <c:pt idx="1010">
                  <c:v>3364</c:v>
                </c:pt>
                <c:pt idx="1011">
                  <c:v>3367</c:v>
                </c:pt>
                <c:pt idx="1012">
                  <c:v>3371</c:v>
                </c:pt>
                <c:pt idx="1013">
                  <c:v>3374</c:v>
                </c:pt>
                <c:pt idx="1014">
                  <c:v>3377</c:v>
                </c:pt>
                <c:pt idx="1015">
                  <c:v>3381</c:v>
                </c:pt>
                <c:pt idx="1016">
                  <c:v>3384</c:v>
                </c:pt>
                <c:pt idx="1017">
                  <c:v>3387</c:v>
                </c:pt>
                <c:pt idx="1018">
                  <c:v>3390</c:v>
                </c:pt>
                <c:pt idx="1019">
                  <c:v>3394</c:v>
                </c:pt>
                <c:pt idx="1020">
                  <c:v>3397</c:v>
                </c:pt>
                <c:pt idx="1021">
                  <c:v>3400</c:v>
                </c:pt>
                <c:pt idx="1022">
                  <c:v>3404</c:v>
                </c:pt>
                <c:pt idx="1023">
                  <c:v>3407</c:v>
                </c:pt>
                <c:pt idx="1024">
                  <c:v>3410</c:v>
                </c:pt>
                <c:pt idx="1025">
                  <c:v>3414</c:v>
                </c:pt>
                <c:pt idx="1026">
                  <c:v>3417</c:v>
                </c:pt>
                <c:pt idx="1027">
                  <c:v>3420</c:v>
                </c:pt>
                <c:pt idx="1028">
                  <c:v>3424</c:v>
                </c:pt>
                <c:pt idx="1029">
                  <c:v>3427</c:v>
                </c:pt>
                <c:pt idx="1030">
                  <c:v>3430</c:v>
                </c:pt>
                <c:pt idx="1031">
                  <c:v>3434</c:v>
                </c:pt>
                <c:pt idx="1032">
                  <c:v>3437</c:v>
                </c:pt>
                <c:pt idx="1033">
                  <c:v>3440</c:v>
                </c:pt>
                <c:pt idx="1034">
                  <c:v>3444</c:v>
                </c:pt>
                <c:pt idx="1035">
                  <c:v>3447</c:v>
                </c:pt>
                <c:pt idx="1036">
                  <c:v>3450</c:v>
                </c:pt>
                <c:pt idx="1037">
                  <c:v>3454</c:v>
                </c:pt>
                <c:pt idx="1038">
                  <c:v>3457</c:v>
                </c:pt>
                <c:pt idx="1039">
                  <c:v>3460</c:v>
                </c:pt>
                <c:pt idx="1040">
                  <c:v>3464</c:v>
                </c:pt>
                <c:pt idx="1041">
                  <c:v>3467</c:v>
                </c:pt>
                <c:pt idx="1042">
                  <c:v>3470</c:v>
                </c:pt>
                <c:pt idx="1043">
                  <c:v>3474</c:v>
                </c:pt>
                <c:pt idx="1044">
                  <c:v>3477</c:v>
                </c:pt>
                <c:pt idx="1045">
                  <c:v>3480</c:v>
                </c:pt>
                <c:pt idx="1046">
                  <c:v>3484</c:v>
                </c:pt>
                <c:pt idx="1047">
                  <c:v>3487</c:v>
                </c:pt>
                <c:pt idx="1048">
                  <c:v>3490</c:v>
                </c:pt>
                <c:pt idx="1049">
                  <c:v>3494</c:v>
                </c:pt>
                <c:pt idx="1050">
                  <c:v>3497</c:v>
                </c:pt>
                <c:pt idx="1051">
                  <c:v>3500</c:v>
                </c:pt>
                <c:pt idx="1052">
                  <c:v>3504</c:v>
                </c:pt>
                <c:pt idx="1053">
                  <c:v>3507</c:v>
                </c:pt>
                <c:pt idx="1054">
                  <c:v>3510</c:v>
                </c:pt>
                <c:pt idx="1055">
                  <c:v>3514</c:v>
                </c:pt>
                <c:pt idx="1056">
                  <c:v>3517</c:v>
                </c:pt>
                <c:pt idx="1057">
                  <c:v>3520</c:v>
                </c:pt>
                <c:pt idx="1058">
                  <c:v>3524</c:v>
                </c:pt>
                <c:pt idx="1059">
                  <c:v>3527</c:v>
                </c:pt>
                <c:pt idx="1060">
                  <c:v>3530</c:v>
                </c:pt>
                <c:pt idx="1061">
                  <c:v>3534</c:v>
                </c:pt>
                <c:pt idx="1062">
                  <c:v>3537</c:v>
                </c:pt>
                <c:pt idx="1063">
                  <c:v>3540</c:v>
                </c:pt>
                <c:pt idx="1064">
                  <c:v>3544</c:v>
                </c:pt>
                <c:pt idx="1065">
                  <c:v>3547</c:v>
                </c:pt>
                <c:pt idx="1066">
                  <c:v>3550</c:v>
                </c:pt>
                <c:pt idx="1067">
                  <c:v>3554</c:v>
                </c:pt>
                <c:pt idx="1068">
                  <c:v>3557</c:v>
                </c:pt>
                <c:pt idx="1069">
                  <c:v>3560</c:v>
                </c:pt>
                <c:pt idx="1070">
                  <c:v>3564</c:v>
                </c:pt>
                <c:pt idx="1071">
                  <c:v>3567</c:v>
                </c:pt>
                <c:pt idx="1072">
                  <c:v>3570</c:v>
                </c:pt>
                <c:pt idx="1073">
                  <c:v>3573</c:v>
                </c:pt>
                <c:pt idx="1074">
                  <c:v>3577</c:v>
                </c:pt>
                <c:pt idx="1075">
                  <c:v>3580</c:v>
                </c:pt>
                <c:pt idx="1076">
                  <c:v>3583</c:v>
                </c:pt>
                <c:pt idx="1077">
                  <c:v>3587</c:v>
                </c:pt>
                <c:pt idx="1078">
                  <c:v>3590</c:v>
                </c:pt>
                <c:pt idx="1079">
                  <c:v>3593</c:v>
                </c:pt>
                <c:pt idx="1080">
                  <c:v>3597</c:v>
                </c:pt>
                <c:pt idx="1081">
                  <c:v>3600</c:v>
                </c:pt>
                <c:pt idx="1082">
                  <c:v>3603</c:v>
                </c:pt>
                <c:pt idx="1083">
                  <c:v>3607</c:v>
                </c:pt>
                <c:pt idx="1084">
                  <c:v>3610</c:v>
                </c:pt>
                <c:pt idx="1085">
                  <c:v>3613</c:v>
                </c:pt>
                <c:pt idx="1086">
                  <c:v>3617</c:v>
                </c:pt>
                <c:pt idx="1087">
                  <c:v>3620</c:v>
                </c:pt>
                <c:pt idx="1088">
                  <c:v>3623</c:v>
                </c:pt>
                <c:pt idx="1089">
                  <c:v>3627</c:v>
                </c:pt>
                <c:pt idx="1090">
                  <c:v>3630</c:v>
                </c:pt>
                <c:pt idx="1091">
                  <c:v>3633</c:v>
                </c:pt>
                <c:pt idx="1092">
                  <c:v>3637</c:v>
                </c:pt>
                <c:pt idx="1093">
                  <c:v>3640</c:v>
                </c:pt>
                <c:pt idx="1094">
                  <c:v>3643</c:v>
                </c:pt>
                <c:pt idx="1095">
                  <c:v>3647</c:v>
                </c:pt>
                <c:pt idx="1096">
                  <c:v>3650</c:v>
                </c:pt>
                <c:pt idx="1097">
                  <c:v>3653</c:v>
                </c:pt>
                <c:pt idx="1098">
                  <c:v>3657</c:v>
                </c:pt>
                <c:pt idx="1099">
                  <c:v>3660</c:v>
                </c:pt>
                <c:pt idx="1100">
                  <c:v>3663</c:v>
                </c:pt>
                <c:pt idx="1101">
                  <c:v>3667</c:v>
                </c:pt>
                <c:pt idx="1102">
                  <c:v>3670</c:v>
                </c:pt>
                <c:pt idx="1103">
                  <c:v>3673</c:v>
                </c:pt>
                <c:pt idx="1104">
                  <c:v>3677</c:v>
                </c:pt>
                <c:pt idx="1105">
                  <c:v>3680</c:v>
                </c:pt>
                <c:pt idx="1106">
                  <c:v>3683</c:v>
                </c:pt>
                <c:pt idx="1107">
                  <c:v>3687</c:v>
                </c:pt>
                <c:pt idx="1108">
                  <c:v>3690</c:v>
                </c:pt>
                <c:pt idx="1109">
                  <c:v>3693</c:v>
                </c:pt>
                <c:pt idx="1110">
                  <c:v>3697</c:v>
                </c:pt>
                <c:pt idx="1111">
                  <c:v>3700</c:v>
                </c:pt>
                <c:pt idx="1112">
                  <c:v>3703</c:v>
                </c:pt>
                <c:pt idx="1113">
                  <c:v>3707</c:v>
                </c:pt>
                <c:pt idx="1114">
                  <c:v>3710</c:v>
                </c:pt>
                <c:pt idx="1115">
                  <c:v>3713</c:v>
                </c:pt>
                <c:pt idx="1116">
                  <c:v>3717</c:v>
                </c:pt>
                <c:pt idx="1117">
                  <c:v>3720</c:v>
                </c:pt>
                <c:pt idx="1118">
                  <c:v>3723</c:v>
                </c:pt>
                <c:pt idx="1119">
                  <c:v>3727</c:v>
                </c:pt>
                <c:pt idx="1120">
                  <c:v>3730</c:v>
                </c:pt>
                <c:pt idx="1121">
                  <c:v>3733</c:v>
                </c:pt>
                <c:pt idx="1122">
                  <c:v>3737</c:v>
                </c:pt>
                <c:pt idx="1123">
                  <c:v>3740</c:v>
                </c:pt>
                <c:pt idx="1124">
                  <c:v>3743</c:v>
                </c:pt>
                <c:pt idx="1125">
                  <c:v>3747</c:v>
                </c:pt>
                <c:pt idx="1126">
                  <c:v>3750</c:v>
                </c:pt>
                <c:pt idx="1127">
                  <c:v>3753</c:v>
                </c:pt>
                <c:pt idx="1128">
                  <c:v>3756</c:v>
                </c:pt>
                <c:pt idx="1129">
                  <c:v>3760</c:v>
                </c:pt>
                <c:pt idx="1130">
                  <c:v>3763</c:v>
                </c:pt>
                <c:pt idx="1131">
                  <c:v>3766</c:v>
                </c:pt>
                <c:pt idx="1132">
                  <c:v>3770</c:v>
                </c:pt>
                <c:pt idx="1133">
                  <c:v>3773</c:v>
                </c:pt>
                <c:pt idx="1134">
                  <c:v>3776</c:v>
                </c:pt>
                <c:pt idx="1135">
                  <c:v>3780</c:v>
                </c:pt>
                <c:pt idx="1136">
                  <c:v>3783</c:v>
                </c:pt>
                <c:pt idx="1137">
                  <c:v>3786</c:v>
                </c:pt>
                <c:pt idx="1138">
                  <c:v>3790</c:v>
                </c:pt>
                <c:pt idx="1139">
                  <c:v>3793</c:v>
                </c:pt>
                <c:pt idx="1140">
                  <c:v>3796</c:v>
                </c:pt>
                <c:pt idx="1141">
                  <c:v>3800</c:v>
                </c:pt>
                <c:pt idx="1142">
                  <c:v>3803</c:v>
                </c:pt>
                <c:pt idx="1143">
                  <c:v>3806</c:v>
                </c:pt>
                <c:pt idx="1144">
                  <c:v>3810</c:v>
                </c:pt>
                <c:pt idx="1145">
                  <c:v>3813</c:v>
                </c:pt>
                <c:pt idx="1146">
                  <c:v>3816</c:v>
                </c:pt>
                <c:pt idx="1147">
                  <c:v>3820</c:v>
                </c:pt>
                <c:pt idx="1148">
                  <c:v>3823</c:v>
                </c:pt>
                <c:pt idx="1149">
                  <c:v>3826</c:v>
                </c:pt>
                <c:pt idx="1150">
                  <c:v>3830</c:v>
                </c:pt>
                <c:pt idx="1151">
                  <c:v>3833</c:v>
                </c:pt>
                <c:pt idx="1152">
                  <c:v>3836</c:v>
                </c:pt>
                <c:pt idx="1153">
                  <c:v>3840</c:v>
                </c:pt>
                <c:pt idx="1154">
                  <c:v>3843</c:v>
                </c:pt>
                <c:pt idx="1155">
                  <c:v>3846</c:v>
                </c:pt>
                <c:pt idx="1156">
                  <c:v>3850</c:v>
                </c:pt>
                <c:pt idx="1157">
                  <c:v>3853</c:v>
                </c:pt>
                <c:pt idx="1158">
                  <c:v>3856</c:v>
                </c:pt>
                <c:pt idx="1159">
                  <c:v>3860</c:v>
                </c:pt>
                <c:pt idx="1160">
                  <c:v>3863</c:v>
                </c:pt>
                <c:pt idx="1161">
                  <c:v>3866</c:v>
                </c:pt>
                <c:pt idx="1162">
                  <c:v>3870</c:v>
                </c:pt>
                <c:pt idx="1163">
                  <c:v>3873</c:v>
                </c:pt>
                <c:pt idx="1164">
                  <c:v>3876</c:v>
                </c:pt>
                <c:pt idx="1165">
                  <c:v>3880</c:v>
                </c:pt>
                <c:pt idx="1166">
                  <c:v>3883</c:v>
                </c:pt>
                <c:pt idx="1167">
                  <c:v>3886</c:v>
                </c:pt>
                <c:pt idx="1168">
                  <c:v>3890</c:v>
                </c:pt>
                <c:pt idx="1169">
                  <c:v>3893</c:v>
                </c:pt>
                <c:pt idx="1170">
                  <c:v>3896</c:v>
                </c:pt>
                <c:pt idx="1171">
                  <c:v>3900</c:v>
                </c:pt>
                <c:pt idx="1172">
                  <c:v>3903</c:v>
                </c:pt>
                <c:pt idx="1173">
                  <c:v>3906</c:v>
                </c:pt>
                <c:pt idx="1174">
                  <c:v>3910</c:v>
                </c:pt>
                <c:pt idx="1175">
                  <c:v>3913</c:v>
                </c:pt>
                <c:pt idx="1176">
                  <c:v>3916</c:v>
                </c:pt>
                <c:pt idx="1177">
                  <c:v>3920</c:v>
                </c:pt>
                <c:pt idx="1178">
                  <c:v>3923</c:v>
                </c:pt>
                <c:pt idx="1179">
                  <c:v>3926</c:v>
                </c:pt>
                <c:pt idx="1180">
                  <c:v>3930</c:v>
                </c:pt>
                <c:pt idx="1181">
                  <c:v>3933</c:v>
                </c:pt>
                <c:pt idx="1182">
                  <c:v>3936</c:v>
                </c:pt>
                <c:pt idx="1183">
                  <c:v>3939</c:v>
                </c:pt>
                <c:pt idx="1184">
                  <c:v>3943</c:v>
                </c:pt>
                <c:pt idx="1185">
                  <c:v>3946</c:v>
                </c:pt>
                <c:pt idx="1186">
                  <c:v>3949</c:v>
                </c:pt>
                <c:pt idx="1187">
                  <c:v>3953</c:v>
                </c:pt>
                <c:pt idx="1188">
                  <c:v>3956</c:v>
                </c:pt>
                <c:pt idx="1189">
                  <c:v>3959</c:v>
                </c:pt>
                <c:pt idx="1190">
                  <c:v>3963</c:v>
                </c:pt>
                <c:pt idx="1191">
                  <c:v>3966</c:v>
                </c:pt>
                <c:pt idx="1192">
                  <c:v>3969</c:v>
                </c:pt>
                <c:pt idx="1193">
                  <c:v>3973</c:v>
                </c:pt>
                <c:pt idx="1194">
                  <c:v>3976</c:v>
                </c:pt>
                <c:pt idx="1195">
                  <c:v>3979</c:v>
                </c:pt>
                <c:pt idx="1196">
                  <c:v>3983</c:v>
                </c:pt>
                <c:pt idx="1197">
                  <c:v>3986</c:v>
                </c:pt>
                <c:pt idx="1198">
                  <c:v>3989</c:v>
                </c:pt>
                <c:pt idx="1199">
                  <c:v>3993</c:v>
                </c:pt>
                <c:pt idx="1200">
                  <c:v>3996</c:v>
                </c:pt>
                <c:pt idx="1201">
                  <c:v>3999</c:v>
                </c:pt>
                <c:pt idx="1202">
                  <c:v>4003</c:v>
                </c:pt>
                <c:pt idx="1203">
                  <c:v>4006</c:v>
                </c:pt>
                <c:pt idx="1204">
                  <c:v>4009</c:v>
                </c:pt>
                <c:pt idx="1205">
                  <c:v>4013</c:v>
                </c:pt>
                <c:pt idx="1206">
                  <c:v>4016</c:v>
                </c:pt>
                <c:pt idx="1207">
                  <c:v>4019</c:v>
                </c:pt>
                <c:pt idx="1208">
                  <c:v>4023</c:v>
                </c:pt>
                <c:pt idx="1209">
                  <c:v>4026</c:v>
                </c:pt>
                <c:pt idx="1210">
                  <c:v>4029</c:v>
                </c:pt>
                <c:pt idx="1211">
                  <c:v>4033</c:v>
                </c:pt>
                <c:pt idx="1212">
                  <c:v>4036</c:v>
                </c:pt>
                <c:pt idx="1213">
                  <c:v>4039</c:v>
                </c:pt>
                <c:pt idx="1214">
                  <c:v>4043</c:v>
                </c:pt>
                <c:pt idx="1215">
                  <c:v>4046</c:v>
                </c:pt>
                <c:pt idx="1216">
                  <c:v>4049</c:v>
                </c:pt>
                <c:pt idx="1217">
                  <c:v>4053</c:v>
                </c:pt>
                <c:pt idx="1218">
                  <c:v>4056</c:v>
                </c:pt>
                <c:pt idx="1219">
                  <c:v>4059</c:v>
                </c:pt>
                <c:pt idx="1220">
                  <c:v>4063</c:v>
                </c:pt>
                <c:pt idx="1221">
                  <c:v>4066</c:v>
                </c:pt>
                <c:pt idx="1222">
                  <c:v>4069</c:v>
                </c:pt>
                <c:pt idx="1223">
                  <c:v>4073</c:v>
                </c:pt>
                <c:pt idx="1224">
                  <c:v>4076</c:v>
                </c:pt>
                <c:pt idx="1225">
                  <c:v>4079</c:v>
                </c:pt>
                <c:pt idx="1226">
                  <c:v>4083</c:v>
                </c:pt>
                <c:pt idx="1227">
                  <c:v>4086</c:v>
                </c:pt>
                <c:pt idx="1228">
                  <c:v>4089</c:v>
                </c:pt>
                <c:pt idx="1229">
                  <c:v>4093</c:v>
                </c:pt>
                <c:pt idx="1230">
                  <c:v>4096</c:v>
                </c:pt>
                <c:pt idx="1231">
                  <c:v>4099</c:v>
                </c:pt>
                <c:pt idx="1232">
                  <c:v>4103</c:v>
                </c:pt>
                <c:pt idx="1233">
                  <c:v>4106</c:v>
                </c:pt>
                <c:pt idx="1234">
                  <c:v>4109</c:v>
                </c:pt>
                <c:pt idx="1235">
                  <c:v>4113</c:v>
                </c:pt>
                <c:pt idx="1236">
                  <c:v>4116</c:v>
                </c:pt>
                <c:pt idx="1237">
                  <c:v>4119</c:v>
                </c:pt>
                <c:pt idx="1238">
                  <c:v>4122</c:v>
                </c:pt>
                <c:pt idx="1239">
                  <c:v>4126</c:v>
                </c:pt>
                <c:pt idx="1240">
                  <c:v>4129</c:v>
                </c:pt>
                <c:pt idx="1241">
                  <c:v>4132</c:v>
                </c:pt>
                <c:pt idx="1242">
                  <c:v>4136</c:v>
                </c:pt>
                <c:pt idx="1243">
                  <c:v>4139</c:v>
                </c:pt>
                <c:pt idx="1244">
                  <c:v>4142</c:v>
                </c:pt>
                <c:pt idx="1245">
                  <c:v>4146</c:v>
                </c:pt>
                <c:pt idx="1246">
                  <c:v>4149</c:v>
                </c:pt>
                <c:pt idx="1247">
                  <c:v>4152</c:v>
                </c:pt>
                <c:pt idx="1248">
                  <c:v>4156</c:v>
                </c:pt>
                <c:pt idx="1249">
                  <c:v>4159</c:v>
                </c:pt>
                <c:pt idx="1250">
                  <c:v>4162</c:v>
                </c:pt>
                <c:pt idx="1251">
                  <c:v>4166</c:v>
                </c:pt>
                <c:pt idx="1252">
                  <c:v>4169</c:v>
                </c:pt>
                <c:pt idx="1253">
                  <c:v>4172</c:v>
                </c:pt>
                <c:pt idx="1254">
                  <c:v>4176</c:v>
                </c:pt>
                <c:pt idx="1255">
                  <c:v>4179</c:v>
                </c:pt>
                <c:pt idx="1256">
                  <c:v>4182</c:v>
                </c:pt>
                <c:pt idx="1257">
                  <c:v>4186</c:v>
                </c:pt>
                <c:pt idx="1258">
                  <c:v>4189</c:v>
                </c:pt>
                <c:pt idx="1259">
                  <c:v>4192</c:v>
                </c:pt>
                <c:pt idx="1260">
                  <c:v>4196</c:v>
                </c:pt>
                <c:pt idx="1261">
                  <c:v>4199</c:v>
                </c:pt>
                <c:pt idx="1262">
                  <c:v>4202</c:v>
                </c:pt>
                <c:pt idx="1263">
                  <c:v>4206</c:v>
                </c:pt>
                <c:pt idx="1264">
                  <c:v>4209</c:v>
                </c:pt>
                <c:pt idx="1265">
                  <c:v>4212</c:v>
                </c:pt>
                <c:pt idx="1266">
                  <c:v>4216</c:v>
                </c:pt>
                <c:pt idx="1267">
                  <c:v>4219</c:v>
                </c:pt>
                <c:pt idx="1268">
                  <c:v>4222</c:v>
                </c:pt>
                <c:pt idx="1269">
                  <c:v>4226</c:v>
                </c:pt>
                <c:pt idx="1270">
                  <c:v>4229</c:v>
                </c:pt>
                <c:pt idx="1271">
                  <c:v>4232</c:v>
                </c:pt>
                <c:pt idx="1272">
                  <c:v>4236</c:v>
                </c:pt>
                <c:pt idx="1273">
                  <c:v>4239</c:v>
                </c:pt>
                <c:pt idx="1274">
                  <c:v>4242</c:v>
                </c:pt>
                <c:pt idx="1275">
                  <c:v>4246</c:v>
                </c:pt>
                <c:pt idx="1276">
                  <c:v>4249</c:v>
                </c:pt>
                <c:pt idx="1277">
                  <c:v>4252</c:v>
                </c:pt>
                <c:pt idx="1278">
                  <c:v>4256</c:v>
                </c:pt>
                <c:pt idx="1279">
                  <c:v>4259</c:v>
                </c:pt>
                <c:pt idx="1280">
                  <c:v>4262</c:v>
                </c:pt>
                <c:pt idx="1281">
                  <c:v>4266</c:v>
                </c:pt>
                <c:pt idx="1282">
                  <c:v>4269</c:v>
                </c:pt>
                <c:pt idx="1283">
                  <c:v>4272</c:v>
                </c:pt>
                <c:pt idx="1284">
                  <c:v>4276</c:v>
                </c:pt>
                <c:pt idx="1285">
                  <c:v>4279</c:v>
                </c:pt>
                <c:pt idx="1286">
                  <c:v>4282</c:v>
                </c:pt>
                <c:pt idx="1287">
                  <c:v>4286</c:v>
                </c:pt>
                <c:pt idx="1288">
                  <c:v>4289</c:v>
                </c:pt>
                <c:pt idx="1289">
                  <c:v>4292</c:v>
                </c:pt>
                <c:pt idx="1290">
                  <c:v>4296</c:v>
                </c:pt>
                <c:pt idx="1291">
                  <c:v>4299</c:v>
                </c:pt>
                <c:pt idx="1292">
                  <c:v>4302</c:v>
                </c:pt>
                <c:pt idx="1293">
                  <c:v>4305</c:v>
                </c:pt>
                <c:pt idx="1294">
                  <c:v>4309</c:v>
                </c:pt>
                <c:pt idx="1295">
                  <c:v>4312</c:v>
                </c:pt>
                <c:pt idx="1296">
                  <c:v>4315</c:v>
                </c:pt>
                <c:pt idx="1297">
                  <c:v>4319</c:v>
                </c:pt>
                <c:pt idx="1298">
                  <c:v>4322</c:v>
                </c:pt>
                <c:pt idx="1299">
                  <c:v>4325</c:v>
                </c:pt>
                <c:pt idx="1300">
                  <c:v>4329</c:v>
                </c:pt>
                <c:pt idx="1301">
                  <c:v>4332</c:v>
                </c:pt>
                <c:pt idx="1302">
                  <c:v>4335</c:v>
                </c:pt>
                <c:pt idx="1303">
                  <c:v>4339</c:v>
                </c:pt>
                <c:pt idx="1304">
                  <c:v>4342</c:v>
                </c:pt>
                <c:pt idx="1305">
                  <c:v>4345</c:v>
                </c:pt>
                <c:pt idx="1306">
                  <c:v>4349</c:v>
                </c:pt>
                <c:pt idx="1307">
                  <c:v>4352</c:v>
                </c:pt>
                <c:pt idx="1308">
                  <c:v>4355</c:v>
                </c:pt>
                <c:pt idx="1309">
                  <c:v>4359</c:v>
                </c:pt>
                <c:pt idx="1310">
                  <c:v>4362</c:v>
                </c:pt>
                <c:pt idx="1311">
                  <c:v>4365</c:v>
                </c:pt>
                <c:pt idx="1312">
                  <c:v>4369</c:v>
                </c:pt>
                <c:pt idx="1313">
                  <c:v>4372</c:v>
                </c:pt>
                <c:pt idx="1314">
                  <c:v>4375</c:v>
                </c:pt>
                <c:pt idx="1315">
                  <c:v>4379</c:v>
                </c:pt>
                <c:pt idx="1316">
                  <c:v>4382</c:v>
                </c:pt>
                <c:pt idx="1317">
                  <c:v>4385</c:v>
                </c:pt>
                <c:pt idx="1318">
                  <c:v>4389</c:v>
                </c:pt>
                <c:pt idx="1319">
                  <c:v>4392</c:v>
                </c:pt>
                <c:pt idx="1320">
                  <c:v>4395</c:v>
                </c:pt>
                <c:pt idx="1321">
                  <c:v>4399</c:v>
                </c:pt>
                <c:pt idx="1322">
                  <c:v>4402</c:v>
                </c:pt>
                <c:pt idx="1323">
                  <c:v>4405</c:v>
                </c:pt>
                <c:pt idx="1324">
                  <c:v>4409</c:v>
                </c:pt>
                <c:pt idx="1325">
                  <c:v>4412</c:v>
                </c:pt>
                <c:pt idx="1326">
                  <c:v>4415</c:v>
                </c:pt>
                <c:pt idx="1327">
                  <c:v>4419</c:v>
                </c:pt>
                <c:pt idx="1328">
                  <c:v>4422</c:v>
                </c:pt>
                <c:pt idx="1329">
                  <c:v>4425</c:v>
                </c:pt>
                <c:pt idx="1330">
                  <c:v>4429</c:v>
                </c:pt>
                <c:pt idx="1331">
                  <c:v>4432</c:v>
                </c:pt>
                <c:pt idx="1332">
                  <c:v>4435</c:v>
                </c:pt>
                <c:pt idx="1333">
                  <c:v>4439</c:v>
                </c:pt>
                <c:pt idx="1334">
                  <c:v>4442</c:v>
                </c:pt>
                <c:pt idx="1335">
                  <c:v>4445</c:v>
                </c:pt>
                <c:pt idx="1336">
                  <c:v>4449</c:v>
                </c:pt>
                <c:pt idx="1337">
                  <c:v>4452</c:v>
                </c:pt>
                <c:pt idx="1338">
                  <c:v>4455</c:v>
                </c:pt>
                <c:pt idx="1339">
                  <c:v>4459</c:v>
                </c:pt>
                <c:pt idx="1340">
                  <c:v>4462</c:v>
                </c:pt>
                <c:pt idx="1341">
                  <c:v>4465</c:v>
                </c:pt>
                <c:pt idx="1342">
                  <c:v>4469</c:v>
                </c:pt>
                <c:pt idx="1343">
                  <c:v>4472</c:v>
                </c:pt>
                <c:pt idx="1344">
                  <c:v>4475</c:v>
                </c:pt>
                <c:pt idx="1345">
                  <c:v>4479</c:v>
                </c:pt>
                <c:pt idx="1346">
                  <c:v>4482</c:v>
                </c:pt>
                <c:pt idx="1347">
                  <c:v>4485</c:v>
                </c:pt>
                <c:pt idx="1348">
                  <c:v>4488</c:v>
                </c:pt>
                <c:pt idx="1349">
                  <c:v>4492</c:v>
                </c:pt>
                <c:pt idx="1350">
                  <c:v>4495</c:v>
                </c:pt>
                <c:pt idx="1351">
                  <c:v>4498</c:v>
                </c:pt>
                <c:pt idx="1352">
                  <c:v>4502</c:v>
                </c:pt>
                <c:pt idx="1353">
                  <c:v>4505</c:v>
                </c:pt>
                <c:pt idx="1354">
                  <c:v>4508</c:v>
                </c:pt>
                <c:pt idx="1355">
                  <c:v>4512</c:v>
                </c:pt>
                <c:pt idx="1356">
                  <c:v>4515</c:v>
                </c:pt>
                <c:pt idx="1357">
                  <c:v>4518</c:v>
                </c:pt>
                <c:pt idx="1358">
                  <c:v>4522</c:v>
                </c:pt>
                <c:pt idx="1359">
                  <c:v>4525</c:v>
                </c:pt>
                <c:pt idx="1360">
                  <c:v>4528</c:v>
                </c:pt>
                <c:pt idx="1361">
                  <c:v>4532</c:v>
                </c:pt>
                <c:pt idx="1362">
                  <c:v>4535</c:v>
                </c:pt>
                <c:pt idx="1363">
                  <c:v>4538</c:v>
                </c:pt>
                <c:pt idx="1364">
                  <c:v>4542</c:v>
                </c:pt>
                <c:pt idx="1365">
                  <c:v>4545</c:v>
                </c:pt>
                <c:pt idx="1366">
                  <c:v>4548</c:v>
                </c:pt>
                <c:pt idx="1367">
                  <c:v>4552</c:v>
                </c:pt>
                <c:pt idx="1368">
                  <c:v>4555</c:v>
                </c:pt>
                <c:pt idx="1369">
                  <c:v>4558</c:v>
                </c:pt>
                <c:pt idx="1370">
                  <c:v>4562</c:v>
                </c:pt>
                <c:pt idx="1371">
                  <c:v>4565</c:v>
                </c:pt>
                <c:pt idx="1372">
                  <c:v>4568</c:v>
                </c:pt>
                <c:pt idx="1373">
                  <c:v>4572</c:v>
                </c:pt>
                <c:pt idx="1374">
                  <c:v>4575</c:v>
                </c:pt>
                <c:pt idx="1375">
                  <c:v>4578</c:v>
                </c:pt>
                <c:pt idx="1376">
                  <c:v>4582</c:v>
                </c:pt>
                <c:pt idx="1377">
                  <c:v>4585</c:v>
                </c:pt>
                <c:pt idx="1378">
                  <c:v>4588</c:v>
                </c:pt>
                <c:pt idx="1379">
                  <c:v>4592</c:v>
                </c:pt>
                <c:pt idx="1380">
                  <c:v>4595</c:v>
                </c:pt>
                <c:pt idx="1381">
                  <c:v>4598</c:v>
                </c:pt>
                <c:pt idx="1382">
                  <c:v>4602</c:v>
                </c:pt>
                <c:pt idx="1383">
                  <c:v>4605</c:v>
                </c:pt>
                <c:pt idx="1384">
                  <c:v>4608</c:v>
                </c:pt>
                <c:pt idx="1385">
                  <c:v>4612</c:v>
                </c:pt>
                <c:pt idx="1386">
                  <c:v>4615</c:v>
                </c:pt>
                <c:pt idx="1387">
                  <c:v>4618</c:v>
                </c:pt>
                <c:pt idx="1388">
                  <c:v>4622</c:v>
                </c:pt>
                <c:pt idx="1389">
                  <c:v>4625</c:v>
                </c:pt>
                <c:pt idx="1390">
                  <c:v>4628</c:v>
                </c:pt>
                <c:pt idx="1391">
                  <c:v>4632</c:v>
                </c:pt>
                <c:pt idx="1392">
                  <c:v>4635</c:v>
                </c:pt>
                <c:pt idx="1393">
                  <c:v>4638</c:v>
                </c:pt>
                <c:pt idx="1394">
                  <c:v>4642</c:v>
                </c:pt>
                <c:pt idx="1395">
                  <c:v>4645</c:v>
                </c:pt>
                <c:pt idx="1396">
                  <c:v>4648</c:v>
                </c:pt>
                <c:pt idx="1397">
                  <c:v>4652</c:v>
                </c:pt>
                <c:pt idx="1398">
                  <c:v>4655</c:v>
                </c:pt>
                <c:pt idx="1399">
                  <c:v>4658</c:v>
                </c:pt>
                <c:pt idx="1400">
                  <c:v>4662</c:v>
                </c:pt>
                <c:pt idx="1401">
                  <c:v>4665</c:v>
                </c:pt>
                <c:pt idx="1402">
                  <c:v>4668</c:v>
                </c:pt>
                <c:pt idx="1403">
                  <c:v>4671</c:v>
                </c:pt>
                <c:pt idx="1404">
                  <c:v>4675</c:v>
                </c:pt>
                <c:pt idx="1405">
                  <c:v>4678</c:v>
                </c:pt>
                <c:pt idx="1406">
                  <c:v>4681</c:v>
                </c:pt>
                <c:pt idx="1407">
                  <c:v>4685</c:v>
                </c:pt>
                <c:pt idx="1408">
                  <c:v>4688</c:v>
                </c:pt>
                <c:pt idx="1409">
                  <c:v>4691</c:v>
                </c:pt>
                <c:pt idx="1410">
                  <c:v>4695</c:v>
                </c:pt>
                <c:pt idx="1411">
                  <c:v>4698</c:v>
                </c:pt>
                <c:pt idx="1412">
                  <c:v>4701</c:v>
                </c:pt>
                <c:pt idx="1413">
                  <c:v>4705</c:v>
                </c:pt>
                <c:pt idx="1414">
                  <c:v>4708</c:v>
                </c:pt>
                <c:pt idx="1415">
                  <c:v>4711</c:v>
                </c:pt>
                <c:pt idx="1416">
                  <c:v>4715</c:v>
                </c:pt>
                <c:pt idx="1417">
                  <c:v>4718</c:v>
                </c:pt>
                <c:pt idx="1418">
                  <c:v>4721</c:v>
                </c:pt>
                <c:pt idx="1419">
                  <c:v>4725</c:v>
                </c:pt>
                <c:pt idx="1420">
                  <c:v>4728</c:v>
                </c:pt>
                <c:pt idx="1421">
                  <c:v>4731</c:v>
                </c:pt>
                <c:pt idx="1422">
                  <c:v>4735</c:v>
                </c:pt>
                <c:pt idx="1423">
                  <c:v>4738</c:v>
                </c:pt>
                <c:pt idx="1424">
                  <c:v>4741</c:v>
                </c:pt>
                <c:pt idx="1425">
                  <c:v>4745</c:v>
                </c:pt>
                <c:pt idx="1426">
                  <c:v>4748</c:v>
                </c:pt>
                <c:pt idx="1427">
                  <c:v>4751</c:v>
                </c:pt>
                <c:pt idx="1428">
                  <c:v>4755</c:v>
                </c:pt>
                <c:pt idx="1429">
                  <c:v>4758</c:v>
                </c:pt>
                <c:pt idx="1430">
                  <c:v>4761</c:v>
                </c:pt>
                <c:pt idx="1431">
                  <c:v>4765</c:v>
                </c:pt>
                <c:pt idx="1432">
                  <c:v>4768</c:v>
                </c:pt>
                <c:pt idx="1433">
                  <c:v>4771</c:v>
                </c:pt>
                <c:pt idx="1434">
                  <c:v>4775</c:v>
                </c:pt>
                <c:pt idx="1435">
                  <c:v>4778</c:v>
                </c:pt>
                <c:pt idx="1436">
                  <c:v>4781</c:v>
                </c:pt>
                <c:pt idx="1437">
                  <c:v>4785</c:v>
                </c:pt>
                <c:pt idx="1438">
                  <c:v>4788</c:v>
                </c:pt>
                <c:pt idx="1439">
                  <c:v>4791</c:v>
                </c:pt>
                <c:pt idx="1440">
                  <c:v>4795</c:v>
                </c:pt>
                <c:pt idx="1441">
                  <c:v>4798</c:v>
                </c:pt>
                <c:pt idx="1442">
                  <c:v>4801</c:v>
                </c:pt>
                <c:pt idx="1443">
                  <c:v>4805</c:v>
                </c:pt>
                <c:pt idx="1444">
                  <c:v>4808</c:v>
                </c:pt>
                <c:pt idx="1445">
                  <c:v>4811</c:v>
                </c:pt>
                <c:pt idx="1446">
                  <c:v>4815</c:v>
                </c:pt>
                <c:pt idx="1447">
                  <c:v>4818</c:v>
                </c:pt>
                <c:pt idx="1448">
                  <c:v>4821</c:v>
                </c:pt>
                <c:pt idx="1449">
                  <c:v>4825</c:v>
                </c:pt>
                <c:pt idx="1450">
                  <c:v>4828</c:v>
                </c:pt>
                <c:pt idx="1451">
                  <c:v>4831</c:v>
                </c:pt>
                <c:pt idx="1452">
                  <c:v>4835</c:v>
                </c:pt>
                <c:pt idx="1453">
                  <c:v>4838</c:v>
                </c:pt>
                <c:pt idx="1454">
                  <c:v>4841</c:v>
                </c:pt>
                <c:pt idx="1455">
                  <c:v>4845</c:v>
                </c:pt>
                <c:pt idx="1456">
                  <c:v>4848</c:v>
                </c:pt>
                <c:pt idx="1457">
                  <c:v>4851</c:v>
                </c:pt>
                <c:pt idx="1458">
                  <c:v>4854</c:v>
                </c:pt>
                <c:pt idx="1459">
                  <c:v>4858</c:v>
                </c:pt>
                <c:pt idx="1460">
                  <c:v>4861</c:v>
                </c:pt>
                <c:pt idx="1461">
                  <c:v>4864</c:v>
                </c:pt>
                <c:pt idx="1462">
                  <c:v>4868</c:v>
                </c:pt>
                <c:pt idx="1463">
                  <c:v>4871</c:v>
                </c:pt>
                <c:pt idx="1464">
                  <c:v>4874</c:v>
                </c:pt>
                <c:pt idx="1465">
                  <c:v>4878</c:v>
                </c:pt>
                <c:pt idx="1466">
                  <c:v>4881</c:v>
                </c:pt>
                <c:pt idx="1467">
                  <c:v>4884</c:v>
                </c:pt>
                <c:pt idx="1468">
                  <c:v>4888</c:v>
                </c:pt>
                <c:pt idx="1469">
                  <c:v>4891</c:v>
                </c:pt>
                <c:pt idx="1470">
                  <c:v>4894</c:v>
                </c:pt>
                <c:pt idx="1471">
                  <c:v>4898</c:v>
                </c:pt>
                <c:pt idx="1472">
                  <c:v>4901</c:v>
                </c:pt>
                <c:pt idx="1473">
                  <c:v>4904</c:v>
                </c:pt>
                <c:pt idx="1474">
                  <c:v>4908</c:v>
                </c:pt>
                <c:pt idx="1475">
                  <c:v>4911</c:v>
                </c:pt>
                <c:pt idx="1476">
                  <c:v>4914</c:v>
                </c:pt>
                <c:pt idx="1477">
                  <c:v>4918</c:v>
                </c:pt>
                <c:pt idx="1478">
                  <c:v>4921</c:v>
                </c:pt>
                <c:pt idx="1479">
                  <c:v>4924</c:v>
                </c:pt>
                <c:pt idx="1480">
                  <c:v>4928</c:v>
                </c:pt>
                <c:pt idx="1481">
                  <c:v>4931</c:v>
                </c:pt>
                <c:pt idx="1482">
                  <c:v>4934</c:v>
                </c:pt>
                <c:pt idx="1483">
                  <c:v>4938</c:v>
                </c:pt>
                <c:pt idx="1484">
                  <c:v>4941</c:v>
                </c:pt>
                <c:pt idx="1485">
                  <c:v>4944</c:v>
                </c:pt>
                <c:pt idx="1486">
                  <c:v>4948</c:v>
                </c:pt>
                <c:pt idx="1487">
                  <c:v>4951</c:v>
                </c:pt>
                <c:pt idx="1488">
                  <c:v>4954</c:v>
                </c:pt>
                <c:pt idx="1489">
                  <c:v>4958</c:v>
                </c:pt>
                <c:pt idx="1490">
                  <c:v>4961</c:v>
                </c:pt>
                <c:pt idx="1491">
                  <c:v>4964</c:v>
                </c:pt>
                <c:pt idx="1492">
                  <c:v>4968</c:v>
                </c:pt>
                <c:pt idx="1493">
                  <c:v>4971</c:v>
                </c:pt>
                <c:pt idx="1494">
                  <c:v>4974</c:v>
                </c:pt>
                <c:pt idx="1495">
                  <c:v>4978</c:v>
                </c:pt>
                <c:pt idx="1496">
                  <c:v>4981</c:v>
                </c:pt>
                <c:pt idx="1497">
                  <c:v>4984</c:v>
                </c:pt>
                <c:pt idx="1498">
                  <c:v>4988</c:v>
                </c:pt>
                <c:pt idx="1499">
                  <c:v>4991</c:v>
                </c:pt>
                <c:pt idx="1500">
                  <c:v>4994</c:v>
                </c:pt>
                <c:pt idx="1501">
                  <c:v>4998</c:v>
                </c:pt>
                <c:pt idx="1502">
                  <c:v>5001</c:v>
                </c:pt>
                <c:pt idx="1503">
                  <c:v>5004</c:v>
                </c:pt>
                <c:pt idx="1504">
                  <c:v>5008</c:v>
                </c:pt>
                <c:pt idx="1505">
                  <c:v>5011</c:v>
                </c:pt>
                <c:pt idx="1506">
                  <c:v>5014</c:v>
                </c:pt>
                <c:pt idx="1507">
                  <c:v>5018</c:v>
                </c:pt>
                <c:pt idx="1508">
                  <c:v>5021</c:v>
                </c:pt>
                <c:pt idx="1509">
                  <c:v>5024</c:v>
                </c:pt>
                <c:pt idx="1510">
                  <c:v>5028</c:v>
                </c:pt>
                <c:pt idx="1511">
                  <c:v>5031</c:v>
                </c:pt>
                <c:pt idx="1512">
                  <c:v>5034</c:v>
                </c:pt>
                <c:pt idx="1513">
                  <c:v>5037</c:v>
                </c:pt>
                <c:pt idx="1514">
                  <c:v>5041</c:v>
                </c:pt>
                <c:pt idx="1515">
                  <c:v>5044</c:v>
                </c:pt>
                <c:pt idx="1516">
                  <c:v>5047</c:v>
                </c:pt>
                <c:pt idx="1517">
                  <c:v>5051</c:v>
                </c:pt>
                <c:pt idx="1518">
                  <c:v>5054</c:v>
                </c:pt>
                <c:pt idx="1519">
                  <c:v>5057</c:v>
                </c:pt>
                <c:pt idx="1520">
                  <c:v>5061</c:v>
                </c:pt>
                <c:pt idx="1521">
                  <c:v>5064</c:v>
                </c:pt>
                <c:pt idx="1522">
                  <c:v>5067</c:v>
                </c:pt>
                <c:pt idx="1523">
                  <c:v>5071</c:v>
                </c:pt>
                <c:pt idx="1524">
                  <c:v>5074</c:v>
                </c:pt>
                <c:pt idx="1525">
                  <c:v>5077</c:v>
                </c:pt>
                <c:pt idx="1526">
                  <c:v>5081</c:v>
                </c:pt>
                <c:pt idx="1527">
                  <c:v>5084</c:v>
                </c:pt>
                <c:pt idx="1528">
                  <c:v>5087</c:v>
                </c:pt>
                <c:pt idx="1529">
                  <c:v>5091</c:v>
                </c:pt>
                <c:pt idx="1530">
                  <c:v>5094</c:v>
                </c:pt>
                <c:pt idx="1531">
                  <c:v>5097</c:v>
                </c:pt>
                <c:pt idx="1532">
                  <c:v>5101</c:v>
                </c:pt>
                <c:pt idx="1533">
                  <c:v>5104</c:v>
                </c:pt>
                <c:pt idx="1534">
                  <c:v>5107</c:v>
                </c:pt>
                <c:pt idx="1535">
                  <c:v>5111</c:v>
                </c:pt>
                <c:pt idx="1536">
                  <c:v>5114</c:v>
                </c:pt>
                <c:pt idx="1537">
                  <c:v>5117</c:v>
                </c:pt>
                <c:pt idx="1538">
                  <c:v>5121</c:v>
                </c:pt>
                <c:pt idx="1539">
                  <c:v>5124</c:v>
                </c:pt>
                <c:pt idx="1540">
                  <c:v>5127</c:v>
                </c:pt>
                <c:pt idx="1541">
                  <c:v>5131</c:v>
                </c:pt>
                <c:pt idx="1542">
                  <c:v>5134</c:v>
                </c:pt>
                <c:pt idx="1543">
                  <c:v>5137</c:v>
                </c:pt>
                <c:pt idx="1544">
                  <c:v>5141</c:v>
                </c:pt>
                <c:pt idx="1545">
                  <c:v>5144</c:v>
                </c:pt>
                <c:pt idx="1546">
                  <c:v>5147</c:v>
                </c:pt>
                <c:pt idx="1547">
                  <c:v>5151</c:v>
                </c:pt>
                <c:pt idx="1548">
                  <c:v>5154</c:v>
                </c:pt>
                <c:pt idx="1549">
                  <c:v>5157</c:v>
                </c:pt>
                <c:pt idx="1550">
                  <c:v>5161</c:v>
                </c:pt>
                <c:pt idx="1551">
                  <c:v>5164</c:v>
                </c:pt>
                <c:pt idx="1552">
                  <c:v>5167</c:v>
                </c:pt>
                <c:pt idx="1553">
                  <c:v>5171</c:v>
                </c:pt>
                <c:pt idx="1554">
                  <c:v>5174</c:v>
                </c:pt>
                <c:pt idx="1555">
                  <c:v>5177</c:v>
                </c:pt>
                <c:pt idx="1556">
                  <c:v>5181</c:v>
                </c:pt>
                <c:pt idx="1557">
                  <c:v>5184</c:v>
                </c:pt>
                <c:pt idx="1558">
                  <c:v>5187</c:v>
                </c:pt>
                <c:pt idx="1559">
                  <c:v>5191</c:v>
                </c:pt>
                <c:pt idx="1560">
                  <c:v>5194</c:v>
                </c:pt>
                <c:pt idx="1561">
                  <c:v>5197</c:v>
                </c:pt>
                <c:pt idx="1562">
                  <c:v>5201</c:v>
                </c:pt>
                <c:pt idx="1563">
                  <c:v>5204</c:v>
                </c:pt>
                <c:pt idx="1564">
                  <c:v>5207</c:v>
                </c:pt>
                <c:pt idx="1565">
                  <c:v>5211</c:v>
                </c:pt>
                <c:pt idx="1566">
                  <c:v>5214</c:v>
                </c:pt>
                <c:pt idx="1567">
                  <c:v>5217</c:v>
                </c:pt>
                <c:pt idx="1568">
                  <c:v>5220</c:v>
                </c:pt>
                <c:pt idx="1569">
                  <c:v>5224</c:v>
                </c:pt>
                <c:pt idx="1570">
                  <c:v>5227</c:v>
                </c:pt>
                <c:pt idx="1571">
                  <c:v>5230</c:v>
                </c:pt>
                <c:pt idx="1572">
                  <c:v>5234</c:v>
                </c:pt>
                <c:pt idx="1573">
                  <c:v>5237</c:v>
                </c:pt>
                <c:pt idx="1574">
                  <c:v>5240</c:v>
                </c:pt>
                <c:pt idx="1575">
                  <c:v>5244</c:v>
                </c:pt>
                <c:pt idx="1576">
                  <c:v>5247</c:v>
                </c:pt>
                <c:pt idx="1577">
                  <c:v>5250</c:v>
                </c:pt>
                <c:pt idx="1578">
                  <c:v>5254</c:v>
                </c:pt>
                <c:pt idx="1579">
                  <c:v>5257</c:v>
                </c:pt>
                <c:pt idx="1580">
                  <c:v>5260</c:v>
                </c:pt>
                <c:pt idx="1581">
                  <c:v>5264</c:v>
                </c:pt>
                <c:pt idx="1582">
                  <c:v>5267</c:v>
                </c:pt>
                <c:pt idx="1583">
                  <c:v>5270</c:v>
                </c:pt>
                <c:pt idx="1584">
                  <c:v>5274</c:v>
                </c:pt>
                <c:pt idx="1585">
                  <c:v>5277</c:v>
                </c:pt>
                <c:pt idx="1586">
                  <c:v>5280</c:v>
                </c:pt>
                <c:pt idx="1587">
                  <c:v>5284</c:v>
                </c:pt>
                <c:pt idx="1588">
                  <c:v>5287</c:v>
                </c:pt>
                <c:pt idx="1589">
                  <c:v>5290</c:v>
                </c:pt>
                <c:pt idx="1590">
                  <c:v>5294</c:v>
                </c:pt>
                <c:pt idx="1591">
                  <c:v>5297</c:v>
                </c:pt>
                <c:pt idx="1592">
                  <c:v>5300</c:v>
                </c:pt>
                <c:pt idx="1593">
                  <c:v>5304</c:v>
                </c:pt>
                <c:pt idx="1594">
                  <c:v>5307</c:v>
                </c:pt>
                <c:pt idx="1595">
                  <c:v>5310</c:v>
                </c:pt>
                <c:pt idx="1596">
                  <c:v>5314</c:v>
                </c:pt>
                <c:pt idx="1597">
                  <c:v>5317</c:v>
                </c:pt>
                <c:pt idx="1598">
                  <c:v>5320</c:v>
                </c:pt>
                <c:pt idx="1599">
                  <c:v>5324</c:v>
                </c:pt>
                <c:pt idx="1600">
                  <c:v>5327</c:v>
                </c:pt>
                <c:pt idx="1601">
                  <c:v>5330</c:v>
                </c:pt>
                <c:pt idx="1602">
                  <c:v>5334</c:v>
                </c:pt>
                <c:pt idx="1603">
                  <c:v>5337</c:v>
                </c:pt>
                <c:pt idx="1604">
                  <c:v>5340</c:v>
                </c:pt>
                <c:pt idx="1605">
                  <c:v>5344</c:v>
                </c:pt>
                <c:pt idx="1606">
                  <c:v>5347</c:v>
                </c:pt>
                <c:pt idx="1607">
                  <c:v>5350</c:v>
                </c:pt>
                <c:pt idx="1608">
                  <c:v>5354</c:v>
                </c:pt>
                <c:pt idx="1609">
                  <c:v>5357</c:v>
                </c:pt>
                <c:pt idx="1610">
                  <c:v>5360</c:v>
                </c:pt>
                <c:pt idx="1611">
                  <c:v>5364</c:v>
                </c:pt>
                <c:pt idx="1612">
                  <c:v>5367</c:v>
                </c:pt>
                <c:pt idx="1613">
                  <c:v>5370</c:v>
                </c:pt>
                <c:pt idx="1614">
                  <c:v>5374</c:v>
                </c:pt>
                <c:pt idx="1615">
                  <c:v>5377</c:v>
                </c:pt>
                <c:pt idx="1616">
                  <c:v>5380</c:v>
                </c:pt>
                <c:pt idx="1617">
                  <c:v>5384</c:v>
                </c:pt>
                <c:pt idx="1618">
                  <c:v>5387</c:v>
                </c:pt>
                <c:pt idx="1619">
                  <c:v>5390</c:v>
                </c:pt>
                <c:pt idx="1620">
                  <c:v>5394</c:v>
                </c:pt>
                <c:pt idx="1621">
                  <c:v>5397</c:v>
                </c:pt>
                <c:pt idx="1622">
                  <c:v>5400</c:v>
                </c:pt>
                <c:pt idx="1623">
                  <c:v>5403</c:v>
                </c:pt>
                <c:pt idx="1624">
                  <c:v>5407</c:v>
                </c:pt>
                <c:pt idx="1625">
                  <c:v>5410</c:v>
                </c:pt>
                <c:pt idx="1626">
                  <c:v>5413</c:v>
                </c:pt>
                <c:pt idx="1627">
                  <c:v>5417</c:v>
                </c:pt>
                <c:pt idx="1628">
                  <c:v>5420</c:v>
                </c:pt>
                <c:pt idx="1629">
                  <c:v>5423</c:v>
                </c:pt>
                <c:pt idx="1630">
                  <c:v>5427</c:v>
                </c:pt>
                <c:pt idx="1631">
                  <c:v>5430</c:v>
                </c:pt>
                <c:pt idx="1632">
                  <c:v>5433</c:v>
                </c:pt>
                <c:pt idx="1633">
                  <c:v>5437</c:v>
                </c:pt>
                <c:pt idx="1634">
                  <c:v>5440</c:v>
                </c:pt>
                <c:pt idx="1635">
                  <c:v>5443</c:v>
                </c:pt>
                <c:pt idx="1636">
                  <c:v>5447</c:v>
                </c:pt>
                <c:pt idx="1637">
                  <c:v>5450</c:v>
                </c:pt>
                <c:pt idx="1638">
                  <c:v>5453</c:v>
                </c:pt>
                <c:pt idx="1639">
                  <c:v>5457</c:v>
                </c:pt>
                <c:pt idx="1640">
                  <c:v>5460</c:v>
                </c:pt>
                <c:pt idx="1641">
                  <c:v>5463</c:v>
                </c:pt>
                <c:pt idx="1642">
                  <c:v>5467</c:v>
                </c:pt>
                <c:pt idx="1643">
                  <c:v>5470</c:v>
                </c:pt>
                <c:pt idx="1644">
                  <c:v>5473</c:v>
                </c:pt>
                <c:pt idx="1645">
                  <c:v>5477</c:v>
                </c:pt>
                <c:pt idx="1646">
                  <c:v>5480</c:v>
                </c:pt>
                <c:pt idx="1647">
                  <c:v>5483</c:v>
                </c:pt>
                <c:pt idx="1648">
                  <c:v>5487</c:v>
                </c:pt>
                <c:pt idx="1649">
                  <c:v>5490</c:v>
                </c:pt>
                <c:pt idx="1650">
                  <c:v>5493</c:v>
                </c:pt>
                <c:pt idx="1651">
                  <c:v>5497</c:v>
                </c:pt>
                <c:pt idx="1652">
                  <c:v>5500</c:v>
                </c:pt>
                <c:pt idx="1653">
                  <c:v>5503</c:v>
                </c:pt>
                <c:pt idx="1654">
                  <c:v>5507</c:v>
                </c:pt>
                <c:pt idx="1655">
                  <c:v>5510</c:v>
                </c:pt>
                <c:pt idx="1656">
                  <c:v>5513</c:v>
                </c:pt>
                <c:pt idx="1657">
                  <c:v>5517</c:v>
                </c:pt>
                <c:pt idx="1658">
                  <c:v>5520</c:v>
                </c:pt>
                <c:pt idx="1659">
                  <c:v>5523</c:v>
                </c:pt>
                <c:pt idx="1660">
                  <c:v>5527</c:v>
                </c:pt>
                <c:pt idx="1661">
                  <c:v>5530</c:v>
                </c:pt>
                <c:pt idx="1662">
                  <c:v>5533</c:v>
                </c:pt>
                <c:pt idx="1663">
                  <c:v>5537</c:v>
                </c:pt>
                <c:pt idx="1664">
                  <c:v>5540</c:v>
                </c:pt>
                <c:pt idx="1665">
                  <c:v>5543</c:v>
                </c:pt>
                <c:pt idx="1666">
                  <c:v>5547</c:v>
                </c:pt>
                <c:pt idx="1667">
                  <c:v>5550</c:v>
                </c:pt>
                <c:pt idx="1668">
                  <c:v>5553</c:v>
                </c:pt>
                <c:pt idx="1669">
                  <c:v>5557</c:v>
                </c:pt>
                <c:pt idx="1670">
                  <c:v>5560</c:v>
                </c:pt>
                <c:pt idx="1671">
                  <c:v>5563</c:v>
                </c:pt>
                <c:pt idx="1672">
                  <c:v>5567</c:v>
                </c:pt>
                <c:pt idx="1673">
                  <c:v>5570</c:v>
                </c:pt>
                <c:pt idx="1674">
                  <c:v>5573</c:v>
                </c:pt>
                <c:pt idx="1675">
                  <c:v>5577</c:v>
                </c:pt>
                <c:pt idx="1676">
                  <c:v>5580</c:v>
                </c:pt>
                <c:pt idx="1677">
                  <c:v>5583</c:v>
                </c:pt>
                <c:pt idx="1678">
                  <c:v>5586</c:v>
                </c:pt>
                <c:pt idx="1679">
                  <c:v>5590</c:v>
                </c:pt>
                <c:pt idx="1680">
                  <c:v>5593</c:v>
                </c:pt>
                <c:pt idx="1681">
                  <c:v>5596</c:v>
                </c:pt>
                <c:pt idx="1682">
                  <c:v>5600</c:v>
                </c:pt>
                <c:pt idx="1683">
                  <c:v>5603</c:v>
                </c:pt>
                <c:pt idx="1684">
                  <c:v>5606</c:v>
                </c:pt>
                <c:pt idx="1685">
                  <c:v>5610</c:v>
                </c:pt>
                <c:pt idx="1686">
                  <c:v>5613</c:v>
                </c:pt>
                <c:pt idx="1687">
                  <c:v>5616</c:v>
                </c:pt>
                <c:pt idx="1688">
                  <c:v>5620</c:v>
                </c:pt>
                <c:pt idx="1689">
                  <c:v>5623</c:v>
                </c:pt>
                <c:pt idx="1690">
                  <c:v>5626</c:v>
                </c:pt>
                <c:pt idx="1691">
                  <c:v>5630</c:v>
                </c:pt>
                <c:pt idx="1692">
                  <c:v>5633</c:v>
                </c:pt>
                <c:pt idx="1693">
                  <c:v>5636</c:v>
                </c:pt>
                <c:pt idx="1694">
                  <c:v>5640</c:v>
                </c:pt>
                <c:pt idx="1695">
                  <c:v>5643</c:v>
                </c:pt>
                <c:pt idx="1696">
                  <c:v>5646</c:v>
                </c:pt>
                <c:pt idx="1697">
                  <c:v>5650</c:v>
                </c:pt>
                <c:pt idx="1698">
                  <c:v>5653</c:v>
                </c:pt>
                <c:pt idx="1699">
                  <c:v>5656</c:v>
                </c:pt>
                <c:pt idx="1700">
                  <c:v>5660</c:v>
                </c:pt>
                <c:pt idx="1701">
                  <c:v>5663</c:v>
                </c:pt>
                <c:pt idx="1702">
                  <c:v>5666</c:v>
                </c:pt>
                <c:pt idx="1703">
                  <c:v>5670</c:v>
                </c:pt>
                <c:pt idx="1704">
                  <c:v>5673</c:v>
                </c:pt>
                <c:pt idx="1705">
                  <c:v>5676</c:v>
                </c:pt>
                <c:pt idx="1706">
                  <c:v>5680</c:v>
                </c:pt>
                <c:pt idx="1707">
                  <c:v>5683</c:v>
                </c:pt>
                <c:pt idx="1708">
                  <c:v>5686</c:v>
                </c:pt>
                <c:pt idx="1709">
                  <c:v>5690</c:v>
                </c:pt>
                <c:pt idx="1710">
                  <c:v>5693</c:v>
                </c:pt>
                <c:pt idx="1711">
                  <c:v>5696</c:v>
                </c:pt>
                <c:pt idx="1712">
                  <c:v>5700</c:v>
                </c:pt>
                <c:pt idx="1713">
                  <c:v>5703</c:v>
                </c:pt>
                <c:pt idx="1714">
                  <c:v>5706</c:v>
                </c:pt>
                <c:pt idx="1715">
                  <c:v>5710</c:v>
                </c:pt>
                <c:pt idx="1716">
                  <c:v>5713</c:v>
                </c:pt>
                <c:pt idx="1717">
                  <c:v>5716</c:v>
                </c:pt>
                <c:pt idx="1718">
                  <c:v>5720</c:v>
                </c:pt>
                <c:pt idx="1719">
                  <c:v>5723</c:v>
                </c:pt>
                <c:pt idx="1720">
                  <c:v>5726</c:v>
                </c:pt>
                <c:pt idx="1721">
                  <c:v>5730</c:v>
                </c:pt>
                <c:pt idx="1722">
                  <c:v>5733</c:v>
                </c:pt>
                <c:pt idx="1723">
                  <c:v>5736</c:v>
                </c:pt>
                <c:pt idx="1724">
                  <c:v>5740</c:v>
                </c:pt>
                <c:pt idx="1725">
                  <c:v>5743</c:v>
                </c:pt>
                <c:pt idx="1726">
                  <c:v>5746</c:v>
                </c:pt>
                <c:pt idx="1727">
                  <c:v>5750</c:v>
                </c:pt>
                <c:pt idx="1728">
                  <c:v>5753</c:v>
                </c:pt>
                <c:pt idx="1729">
                  <c:v>5756</c:v>
                </c:pt>
                <c:pt idx="1730">
                  <c:v>5760</c:v>
                </c:pt>
                <c:pt idx="1731">
                  <c:v>5763</c:v>
                </c:pt>
                <c:pt idx="1732">
                  <c:v>5766</c:v>
                </c:pt>
                <c:pt idx="1733">
                  <c:v>5769</c:v>
                </c:pt>
                <c:pt idx="1734">
                  <c:v>5773</c:v>
                </c:pt>
                <c:pt idx="1735">
                  <c:v>5776</c:v>
                </c:pt>
                <c:pt idx="1736">
                  <c:v>5779</c:v>
                </c:pt>
                <c:pt idx="1737">
                  <c:v>5783</c:v>
                </c:pt>
                <c:pt idx="1738">
                  <c:v>5786</c:v>
                </c:pt>
                <c:pt idx="1739">
                  <c:v>5789</c:v>
                </c:pt>
                <c:pt idx="1740">
                  <c:v>5793</c:v>
                </c:pt>
                <c:pt idx="1741">
                  <c:v>5796</c:v>
                </c:pt>
                <c:pt idx="1742">
                  <c:v>5799</c:v>
                </c:pt>
                <c:pt idx="1743">
                  <c:v>5803</c:v>
                </c:pt>
                <c:pt idx="1744">
                  <c:v>5806</c:v>
                </c:pt>
                <c:pt idx="1745">
                  <c:v>5809</c:v>
                </c:pt>
                <c:pt idx="1746">
                  <c:v>5813</c:v>
                </c:pt>
                <c:pt idx="1747">
                  <c:v>5816</c:v>
                </c:pt>
                <c:pt idx="1748">
                  <c:v>5819</c:v>
                </c:pt>
                <c:pt idx="1749">
                  <c:v>5823</c:v>
                </c:pt>
                <c:pt idx="1750">
                  <c:v>5826</c:v>
                </c:pt>
                <c:pt idx="1751">
                  <c:v>5829</c:v>
                </c:pt>
                <c:pt idx="1752">
                  <c:v>5833</c:v>
                </c:pt>
                <c:pt idx="1753">
                  <c:v>5836</c:v>
                </c:pt>
                <c:pt idx="1754">
                  <c:v>5839</c:v>
                </c:pt>
                <c:pt idx="1755">
                  <c:v>5843</c:v>
                </c:pt>
                <c:pt idx="1756">
                  <c:v>5846</c:v>
                </c:pt>
                <c:pt idx="1757">
                  <c:v>5849</c:v>
                </c:pt>
                <c:pt idx="1758">
                  <c:v>5853</c:v>
                </c:pt>
                <c:pt idx="1759">
                  <c:v>5856</c:v>
                </c:pt>
                <c:pt idx="1760">
                  <c:v>5859</c:v>
                </c:pt>
                <c:pt idx="1761">
                  <c:v>5863</c:v>
                </c:pt>
                <c:pt idx="1762">
                  <c:v>5866</c:v>
                </c:pt>
                <c:pt idx="1763">
                  <c:v>5869</c:v>
                </c:pt>
                <c:pt idx="1764">
                  <c:v>5873</c:v>
                </c:pt>
                <c:pt idx="1765">
                  <c:v>5876</c:v>
                </c:pt>
                <c:pt idx="1766">
                  <c:v>5879</c:v>
                </c:pt>
                <c:pt idx="1767">
                  <c:v>5883</c:v>
                </c:pt>
                <c:pt idx="1768">
                  <c:v>5886</c:v>
                </c:pt>
                <c:pt idx="1769">
                  <c:v>5889</c:v>
                </c:pt>
                <c:pt idx="1770">
                  <c:v>5893</c:v>
                </c:pt>
                <c:pt idx="1771">
                  <c:v>5896</c:v>
                </c:pt>
                <c:pt idx="1772">
                  <c:v>5899</c:v>
                </c:pt>
                <c:pt idx="1773">
                  <c:v>5903</c:v>
                </c:pt>
                <c:pt idx="1774">
                  <c:v>5906</c:v>
                </c:pt>
                <c:pt idx="1775">
                  <c:v>5909</c:v>
                </c:pt>
                <c:pt idx="1776">
                  <c:v>5913</c:v>
                </c:pt>
                <c:pt idx="1777">
                  <c:v>5916</c:v>
                </c:pt>
                <c:pt idx="1778">
                  <c:v>5919</c:v>
                </c:pt>
                <c:pt idx="1779">
                  <c:v>5923</c:v>
                </c:pt>
                <c:pt idx="1780">
                  <c:v>5926</c:v>
                </c:pt>
                <c:pt idx="1781">
                  <c:v>5929</c:v>
                </c:pt>
                <c:pt idx="1782">
                  <c:v>5933</c:v>
                </c:pt>
                <c:pt idx="1783">
                  <c:v>5936</c:v>
                </c:pt>
                <c:pt idx="1784">
                  <c:v>5939</c:v>
                </c:pt>
                <c:pt idx="1785">
                  <c:v>5943</c:v>
                </c:pt>
                <c:pt idx="1786">
                  <c:v>5946</c:v>
                </c:pt>
                <c:pt idx="1787">
                  <c:v>5949</c:v>
                </c:pt>
                <c:pt idx="1788">
                  <c:v>5952</c:v>
                </c:pt>
                <c:pt idx="1789">
                  <c:v>5956</c:v>
                </c:pt>
                <c:pt idx="1790">
                  <c:v>5959</c:v>
                </c:pt>
                <c:pt idx="1791">
                  <c:v>5962</c:v>
                </c:pt>
                <c:pt idx="1792">
                  <c:v>5966</c:v>
                </c:pt>
                <c:pt idx="1793">
                  <c:v>5969</c:v>
                </c:pt>
                <c:pt idx="1794">
                  <c:v>5972</c:v>
                </c:pt>
                <c:pt idx="1795">
                  <c:v>5976</c:v>
                </c:pt>
                <c:pt idx="1796">
                  <c:v>5979</c:v>
                </c:pt>
                <c:pt idx="1797">
                  <c:v>5982</c:v>
                </c:pt>
                <c:pt idx="1798">
                  <c:v>5986</c:v>
                </c:pt>
                <c:pt idx="1799">
                  <c:v>5989</c:v>
                </c:pt>
                <c:pt idx="1800">
                  <c:v>5992</c:v>
                </c:pt>
                <c:pt idx="1801">
                  <c:v>5996</c:v>
                </c:pt>
                <c:pt idx="1802">
                  <c:v>5999</c:v>
                </c:pt>
                <c:pt idx="1803">
                  <c:v>6002</c:v>
                </c:pt>
                <c:pt idx="1804">
                  <c:v>6006</c:v>
                </c:pt>
                <c:pt idx="1805">
                  <c:v>6009</c:v>
                </c:pt>
                <c:pt idx="1806">
                  <c:v>6012</c:v>
                </c:pt>
                <c:pt idx="1807">
                  <c:v>6016</c:v>
                </c:pt>
                <c:pt idx="1808">
                  <c:v>6019</c:v>
                </c:pt>
                <c:pt idx="1809">
                  <c:v>6022</c:v>
                </c:pt>
                <c:pt idx="1810">
                  <c:v>6026</c:v>
                </c:pt>
                <c:pt idx="1811">
                  <c:v>6029</c:v>
                </c:pt>
                <c:pt idx="1812">
                  <c:v>6032</c:v>
                </c:pt>
                <c:pt idx="1813">
                  <c:v>6036</c:v>
                </c:pt>
                <c:pt idx="1814">
                  <c:v>6039</c:v>
                </c:pt>
                <c:pt idx="1815">
                  <c:v>6042</c:v>
                </c:pt>
                <c:pt idx="1816">
                  <c:v>6046</c:v>
                </c:pt>
                <c:pt idx="1817">
                  <c:v>6049</c:v>
                </c:pt>
                <c:pt idx="1818">
                  <c:v>6052</c:v>
                </c:pt>
                <c:pt idx="1819">
                  <c:v>6056</c:v>
                </c:pt>
                <c:pt idx="1820">
                  <c:v>6059</c:v>
                </c:pt>
                <c:pt idx="1821">
                  <c:v>6062</c:v>
                </c:pt>
                <c:pt idx="1822">
                  <c:v>6066</c:v>
                </c:pt>
                <c:pt idx="1823">
                  <c:v>6069</c:v>
                </c:pt>
                <c:pt idx="1824">
                  <c:v>6072</c:v>
                </c:pt>
                <c:pt idx="1825">
                  <c:v>6076</c:v>
                </c:pt>
                <c:pt idx="1826">
                  <c:v>6079</c:v>
                </c:pt>
                <c:pt idx="1827">
                  <c:v>6082</c:v>
                </c:pt>
                <c:pt idx="1828">
                  <c:v>6086</c:v>
                </c:pt>
                <c:pt idx="1829">
                  <c:v>6089</c:v>
                </c:pt>
                <c:pt idx="1830">
                  <c:v>6092</c:v>
                </c:pt>
                <c:pt idx="1831">
                  <c:v>6096</c:v>
                </c:pt>
                <c:pt idx="1832">
                  <c:v>6099</c:v>
                </c:pt>
                <c:pt idx="1833">
                  <c:v>6102</c:v>
                </c:pt>
                <c:pt idx="1834">
                  <c:v>6106</c:v>
                </c:pt>
                <c:pt idx="1835">
                  <c:v>6109</c:v>
                </c:pt>
                <c:pt idx="1836">
                  <c:v>6112</c:v>
                </c:pt>
                <c:pt idx="1837">
                  <c:v>6116</c:v>
                </c:pt>
                <c:pt idx="1838">
                  <c:v>6119</c:v>
                </c:pt>
                <c:pt idx="1839">
                  <c:v>6122</c:v>
                </c:pt>
                <c:pt idx="1840">
                  <c:v>6126</c:v>
                </c:pt>
                <c:pt idx="1841">
                  <c:v>6129</c:v>
                </c:pt>
                <c:pt idx="1842">
                  <c:v>6132</c:v>
                </c:pt>
                <c:pt idx="1843">
                  <c:v>6135</c:v>
                </c:pt>
                <c:pt idx="1844">
                  <c:v>6139</c:v>
                </c:pt>
                <c:pt idx="1845">
                  <c:v>6142</c:v>
                </c:pt>
                <c:pt idx="1846">
                  <c:v>6145</c:v>
                </c:pt>
                <c:pt idx="1847">
                  <c:v>6149</c:v>
                </c:pt>
                <c:pt idx="1848">
                  <c:v>6152</c:v>
                </c:pt>
                <c:pt idx="1849">
                  <c:v>6155</c:v>
                </c:pt>
                <c:pt idx="1850">
                  <c:v>6159</c:v>
                </c:pt>
                <c:pt idx="1851">
                  <c:v>6162</c:v>
                </c:pt>
                <c:pt idx="1852">
                  <c:v>6165</c:v>
                </c:pt>
                <c:pt idx="1853">
                  <c:v>6169</c:v>
                </c:pt>
                <c:pt idx="1854">
                  <c:v>6172</c:v>
                </c:pt>
                <c:pt idx="1855">
                  <c:v>6175</c:v>
                </c:pt>
                <c:pt idx="1856">
                  <c:v>6179</c:v>
                </c:pt>
                <c:pt idx="1857">
                  <c:v>6182</c:v>
                </c:pt>
                <c:pt idx="1858">
                  <c:v>6185</c:v>
                </c:pt>
                <c:pt idx="1859">
                  <c:v>6189</c:v>
                </c:pt>
                <c:pt idx="1860">
                  <c:v>6192</c:v>
                </c:pt>
                <c:pt idx="1861">
                  <c:v>6195</c:v>
                </c:pt>
                <c:pt idx="1862">
                  <c:v>6199</c:v>
                </c:pt>
                <c:pt idx="1863">
                  <c:v>6202</c:v>
                </c:pt>
                <c:pt idx="1864">
                  <c:v>6205</c:v>
                </c:pt>
                <c:pt idx="1865">
                  <c:v>6209</c:v>
                </c:pt>
                <c:pt idx="1866">
                  <c:v>6212</c:v>
                </c:pt>
                <c:pt idx="1867">
                  <c:v>6215</c:v>
                </c:pt>
                <c:pt idx="1868">
                  <c:v>6219</c:v>
                </c:pt>
                <c:pt idx="1869">
                  <c:v>6222</c:v>
                </c:pt>
                <c:pt idx="1870">
                  <c:v>6225</c:v>
                </c:pt>
                <c:pt idx="1871">
                  <c:v>6229</c:v>
                </c:pt>
                <c:pt idx="1872">
                  <c:v>6232</c:v>
                </c:pt>
                <c:pt idx="1873">
                  <c:v>6235</c:v>
                </c:pt>
                <c:pt idx="1874">
                  <c:v>6239</c:v>
                </c:pt>
                <c:pt idx="1875">
                  <c:v>6242</c:v>
                </c:pt>
                <c:pt idx="1876">
                  <c:v>6245</c:v>
                </c:pt>
                <c:pt idx="1877">
                  <c:v>6249</c:v>
                </c:pt>
                <c:pt idx="1878">
                  <c:v>6252</c:v>
                </c:pt>
                <c:pt idx="1879">
                  <c:v>6255</c:v>
                </c:pt>
                <c:pt idx="1880">
                  <c:v>6259</c:v>
                </c:pt>
                <c:pt idx="1881">
                  <c:v>6262</c:v>
                </c:pt>
                <c:pt idx="1882">
                  <c:v>6265</c:v>
                </c:pt>
                <c:pt idx="1883">
                  <c:v>6269</c:v>
                </c:pt>
                <c:pt idx="1884">
                  <c:v>6272</c:v>
                </c:pt>
                <c:pt idx="1885">
                  <c:v>6275</c:v>
                </c:pt>
                <c:pt idx="1886">
                  <c:v>6279</c:v>
                </c:pt>
                <c:pt idx="1887">
                  <c:v>6282</c:v>
                </c:pt>
                <c:pt idx="1888">
                  <c:v>6285</c:v>
                </c:pt>
                <c:pt idx="1889">
                  <c:v>6289</c:v>
                </c:pt>
                <c:pt idx="1890">
                  <c:v>6292</c:v>
                </c:pt>
                <c:pt idx="1891">
                  <c:v>6295</c:v>
                </c:pt>
                <c:pt idx="1892">
                  <c:v>6299</c:v>
                </c:pt>
                <c:pt idx="1893">
                  <c:v>6302</c:v>
                </c:pt>
                <c:pt idx="1894">
                  <c:v>6305</c:v>
                </c:pt>
                <c:pt idx="1895">
                  <c:v>6309</c:v>
                </c:pt>
                <c:pt idx="1896">
                  <c:v>6312</c:v>
                </c:pt>
                <c:pt idx="1897">
                  <c:v>6315</c:v>
                </c:pt>
                <c:pt idx="1898">
                  <c:v>6318</c:v>
                </c:pt>
                <c:pt idx="1899">
                  <c:v>6322</c:v>
                </c:pt>
                <c:pt idx="1900">
                  <c:v>6325</c:v>
                </c:pt>
                <c:pt idx="1901">
                  <c:v>6328</c:v>
                </c:pt>
                <c:pt idx="1902">
                  <c:v>6332</c:v>
                </c:pt>
                <c:pt idx="1903">
                  <c:v>6335</c:v>
                </c:pt>
                <c:pt idx="1904">
                  <c:v>6338</c:v>
                </c:pt>
                <c:pt idx="1905">
                  <c:v>6342</c:v>
                </c:pt>
                <c:pt idx="1906">
                  <c:v>6345</c:v>
                </c:pt>
                <c:pt idx="1907">
                  <c:v>6348</c:v>
                </c:pt>
                <c:pt idx="1908">
                  <c:v>6352</c:v>
                </c:pt>
                <c:pt idx="1909">
                  <c:v>6355</c:v>
                </c:pt>
                <c:pt idx="1910">
                  <c:v>6358</c:v>
                </c:pt>
                <c:pt idx="1911">
                  <c:v>6362</c:v>
                </c:pt>
                <c:pt idx="1912">
                  <c:v>6365</c:v>
                </c:pt>
                <c:pt idx="1913">
                  <c:v>6368</c:v>
                </c:pt>
                <c:pt idx="1914">
                  <c:v>6372</c:v>
                </c:pt>
                <c:pt idx="1915">
                  <c:v>6375</c:v>
                </c:pt>
                <c:pt idx="1916">
                  <c:v>6378</c:v>
                </c:pt>
                <c:pt idx="1917">
                  <c:v>6382</c:v>
                </c:pt>
                <c:pt idx="1918">
                  <c:v>6385</c:v>
                </c:pt>
                <c:pt idx="1919">
                  <c:v>6388</c:v>
                </c:pt>
                <c:pt idx="1920">
                  <c:v>6392</c:v>
                </c:pt>
                <c:pt idx="1921">
                  <c:v>6395</c:v>
                </c:pt>
                <c:pt idx="1922">
                  <c:v>6398</c:v>
                </c:pt>
                <c:pt idx="1923">
                  <c:v>6402</c:v>
                </c:pt>
                <c:pt idx="1924">
                  <c:v>6405</c:v>
                </c:pt>
                <c:pt idx="1925">
                  <c:v>6408</c:v>
                </c:pt>
                <c:pt idx="1926">
                  <c:v>6412</c:v>
                </c:pt>
                <c:pt idx="1927">
                  <c:v>6415</c:v>
                </c:pt>
                <c:pt idx="1928">
                  <c:v>6418</c:v>
                </c:pt>
                <c:pt idx="1929">
                  <c:v>6422</c:v>
                </c:pt>
                <c:pt idx="1930">
                  <c:v>6425</c:v>
                </c:pt>
                <c:pt idx="1931">
                  <c:v>6428</c:v>
                </c:pt>
                <c:pt idx="1932">
                  <c:v>6432</c:v>
                </c:pt>
                <c:pt idx="1933">
                  <c:v>6435</c:v>
                </c:pt>
                <c:pt idx="1934">
                  <c:v>6438</c:v>
                </c:pt>
                <c:pt idx="1935">
                  <c:v>6442</c:v>
                </c:pt>
                <c:pt idx="1936">
                  <c:v>6445</c:v>
                </c:pt>
                <c:pt idx="1937">
                  <c:v>6448</c:v>
                </c:pt>
                <c:pt idx="1938">
                  <c:v>6452</c:v>
                </c:pt>
                <c:pt idx="1939">
                  <c:v>6455</c:v>
                </c:pt>
                <c:pt idx="1940">
                  <c:v>6458</c:v>
                </c:pt>
                <c:pt idx="1941">
                  <c:v>6462</c:v>
                </c:pt>
                <c:pt idx="1942">
                  <c:v>6465</c:v>
                </c:pt>
                <c:pt idx="1943">
                  <c:v>6468</c:v>
                </c:pt>
                <c:pt idx="1944">
                  <c:v>6472</c:v>
                </c:pt>
                <c:pt idx="1945">
                  <c:v>6475</c:v>
                </c:pt>
                <c:pt idx="1946">
                  <c:v>6478</c:v>
                </c:pt>
                <c:pt idx="1947">
                  <c:v>6482</c:v>
                </c:pt>
                <c:pt idx="1948">
                  <c:v>6485</c:v>
                </c:pt>
                <c:pt idx="1949">
                  <c:v>6488</c:v>
                </c:pt>
                <c:pt idx="1950">
                  <c:v>6492</c:v>
                </c:pt>
                <c:pt idx="1951">
                  <c:v>6495</c:v>
                </c:pt>
                <c:pt idx="1952">
                  <c:v>6498</c:v>
                </c:pt>
                <c:pt idx="1953">
                  <c:v>6501</c:v>
                </c:pt>
                <c:pt idx="1954">
                  <c:v>6505</c:v>
                </c:pt>
                <c:pt idx="1955">
                  <c:v>6508</c:v>
                </c:pt>
                <c:pt idx="1956">
                  <c:v>6511</c:v>
                </c:pt>
                <c:pt idx="1957">
                  <c:v>6515</c:v>
                </c:pt>
                <c:pt idx="1958">
                  <c:v>6518</c:v>
                </c:pt>
                <c:pt idx="1959">
                  <c:v>6521</c:v>
                </c:pt>
                <c:pt idx="1960">
                  <c:v>6525</c:v>
                </c:pt>
                <c:pt idx="1961">
                  <c:v>6528</c:v>
                </c:pt>
                <c:pt idx="1962">
                  <c:v>6531</c:v>
                </c:pt>
                <c:pt idx="1963">
                  <c:v>6535</c:v>
                </c:pt>
                <c:pt idx="1964">
                  <c:v>6538</c:v>
                </c:pt>
                <c:pt idx="1965">
                  <c:v>6541</c:v>
                </c:pt>
                <c:pt idx="1966">
                  <c:v>6545</c:v>
                </c:pt>
                <c:pt idx="1967">
                  <c:v>6548</c:v>
                </c:pt>
                <c:pt idx="1968">
                  <c:v>6551</c:v>
                </c:pt>
                <c:pt idx="1969">
                  <c:v>6555</c:v>
                </c:pt>
                <c:pt idx="1970">
                  <c:v>6558</c:v>
                </c:pt>
                <c:pt idx="1971">
                  <c:v>6561</c:v>
                </c:pt>
                <c:pt idx="1972">
                  <c:v>6565</c:v>
                </c:pt>
                <c:pt idx="1973">
                  <c:v>6568</c:v>
                </c:pt>
                <c:pt idx="1974">
                  <c:v>6571</c:v>
                </c:pt>
                <c:pt idx="1975">
                  <c:v>6575</c:v>
                </c:pt>
                <c:pt idx="1976">
                  <c:v>6578</c:v>
                </c:pt>
                <c:pt idx="1977">
                  <c:v>6581</c:v>
                </c:pt>
                <c:pt idx="1978">
                  <c:v>6585</c:v>
                </c:pt>
                <c:pt idx="1979">
                  <c:v>6588</c:v>
                </c:pt>
                <c:pt idx="1980">
                  <c:v>6591</c:v>
                </c:pt>
                <c:pt idx="1981">
                  <c:v>6595</c:v>
                </c:pt>
                <c:pt idx="1982">
                  <c:v>6598</c:v>
                </c:pt>
                <c:pt idx="1983">
                  <c:v>6601</c:v>
                </c:pt>
                <c:pt idx="1984">
                  <c:v>6605</c:v>
                </c:pt>
                <c:pt idx="1985">
                  <c:v>6608</c:v>
                </c:pt>
                <c:pt idx="1986">
                  <c:v>6611</c:v>
                </c:pt>
                <c:pt idx="1987">
                  <c:v>6615</c:v>
                </c:pt>
                <c:pt idx="1988">
                  <c:v>6618</c:v>
                </c:pt>
                <c:pt idx="1989">
                  <c:v>6621</c:v>
                </c:pt>
                <c:pt idx="1990">
                  <c:v>6625</c:v>
                </c:pt>
                <c:pt idx="1991">
                  <c:v>6628</c:v>
                </c:pt>
                <c:pt idx="1992">
                  <c:v>6631</c:v>
                </c:pt>
                <c:pt idx="1993">
                  <c:v>6635</c:v>
                </c:pt>
                <c:pt idx="1994">
                  <c:v>6638</c:v>
                </c:pt>
                <c:pt idx="1995">
                  <c:v>6641</c:v>
                </c:pt>
                <c:pt idx="1996">
                  <c:v>6645</c:v>
                </c:pt>
                <c:pt idx="1997">
                  <c:v>6648</c:v>
                </c:pt>
                <c:pt idx="1998">
                  <c:v>6651</c:v>
                </c:pt>
                <c:pt idx="1999">
                  <c:v>6655</c:v>
                </c:pt>
                <c:pt idx="2000">
                  <c:v>6658</c:v>
                </c:pt>
                <c:pt idx="2001">
                  <c:v>6661</c:v>
                </c:pt>
                <c:pt idx="2002">
                  <c:v>6665</c:v>
                </c:pt>
                <c:pt idx="2003">
                  <c:v>6668</c:v>
                </c:pt>
                <c:pt idx="2004">
                  <c:v>6671</c:v>
                </c:pt>
                <c:pt idx="2005">
                  <c:v>6675</c:v>
                </c:pt>
                <c:pt idx="2006">
                  <c:v>6678</c:v>
                </c:pt>
                <c:pt idx="2007">
                  <c:v>6681</c:v>
                </c:pt>
                <c:pt idx="2008">
                  <c:v>6684</c:v>
                </c:pt>
                <c:pt idx="2009">
                  <c:v>6688</c:v>
                </c:pt>
                <c:pt idx="2010">
                  <c:v>6691</c:v>
                </c:pt>
                <c:pt idx="2011">
                  <c:v>6694</c:v>
                </c:pt>
                <c:pt idx="2012">
                  <c:v>6698</c:v>
                </c:pt>
                <c:pt idx="2013">
                  <c:v>6701</c:v>
                </c:pt>
                <c:pt idx="2014">
                  <c:v>6704</c:v>
                </c:pt>
                <c:pt idx="2015">
                  <c:v>6708</c:v>
                </c:pt>
                <c:pt idx="2016">
                  <c:v>6711</c:v>
                </c:pt>
                <c:pt idx="2017">
                  <c:v>6714</c:v>
                </c:pt>
                <c:pt idx="2018">
                  <c:v>6718</c:v>
                </c:pt>
                <c:pt idx="2019">
                  <c:v>6721</c:v>
                </c:pt>
                <c:pt idx="2020">
                  <c:v>6724</c:v>
                </c:pt>
                <c:pt idx="2021">
                  <c:v>6728</c:v>
                </c:pt>
                <c:pt idx="2022">
                  <c:v>6731</c:v>
                </c:pt>
                <c:pt idx="2023">
                  <c:v>6734</c:v>
                </c:pt>
                <c:pt idx="2024">
                  <c:v>6738</c:v>
                </c:pt>
                <c:pt idx="2025">
                  <c:v>6741</c:v>
                </c:pt>
                <c:pt idx="2026">
                  <c:v>6744</c:v>
                </c:pt>
                <c:pt idx="2027">
                  <c:v>6748</c:v>
                </c:pt>
                <c:pt idx="2028">
                  <c:v>6751</c:v>
                </c:pt>
                <c:pt idx="2029">
                  <c:v>6754</c:v>
                </c:pt>
                <c:pt idx="2030">
                  <c:v>6758</c:v>
                </c:pt>
                <c:pt idx="2031">
                  <c:v>6761</c:v>
                </c:pt>
                <c:pt idx="2032">
                  <c:v>6764</c:v>
                </c:pt>
                <c:pt idx="2033">
                  <c:v>6768</c:v>
                </c:pt>
                <c:pt idx="2034">
                  <c:v>6771</c:v>
                </c:pt>
                <c:pt idx="2035">
                  <c:v>6774</c:v>
                </c:pt>
                <c:pt idx="2036">
                  <c:v>6778</c:v>
                </c:pt>
                <c:pt idx="2037">
                  <c:v>6781</c:v>
                </c:pt>
                <c:pt idx="2038">
                  <c:v>6784</c:v>
                </c:pt>
                <c:pt idx="2039">
                  <c:v>6788</c:v>
                </c:pt>
                <c:pt idx="2040">
                  <c:v>6791</c:v>
                </c:pt>
                <c:pt idx="2041">
                  <c:v>6794</c:v>
                </c:pt>
                <c:pt idx="2042">
                  <c:v>6798</c:v>
                </c:pt>
                <c:pt idx="2043">
                  <c:v>6801</c:v>
                </c:pt>
                <c:pt idx="2044">
                  <c:v>6804</c:v>
                </c:pt>
                <c:pt idx="2045">
                  <c:v>6808</c:v>
                </c:pt>
                <c:pt idx="2046">
                  <c:v>6811</c:v>
                </c:pt>
                <c:pt idx="2047">
                  <c:v>6814</c:v>
                </c:pt>
                <c:pt idx="2048">
                  <c:v>6818</c:v>
                </c:pt>
                <c:pt idx="2049">
                  <c:v>6821</c:v>
                </c:pt>
                <c:pt idx="2050">
                  <c:v>6824</c:v>
                </c:pt>
                <c:pt idx="2051">
                  <c:v>6828</c:v>
                </c:pt>
                <c:pt idx="2052">
                  <c:v>6831</c:v>
                </c:pt>
                <c:pt idx="2053">
                  <c:v>6834</c:v>
                </c:pt>
                <c:pt idx="2054">
                  <c:v>6838</c:v>
                </c:pt>
                <c:pt idx="2055">
                  <c:v>6841</c:v>
                </c:pt>
                <c:pt idx="2056">
                  <c:v>6844</c:v>
                </c:pt>
                <c:pt idx="2057">
                  <c:v>6848</c:v>
                </c:pt>
                <c:pt idx="2058">
                  <c:v>6851</c:v>
                </c:pt>
                <c:pt idx="2059">
                  <c:v>6854</c:v>
                </c:pt>
                <c:pt idx="2060">
                  <c:v>6858</c:v>
                </c:pt>
                <c:pt idx="2061">
                  <c:v>6861</c:v>
                </c:pt>
                <c:pt idx="2062">
                  <c:v>6864</c:v>
                </c:pt>
                <c:pt idx="2063">
                  <c:v>6867</c:v>
                </c:pt>
                <c:pt idx="2064">
                  <c:v>6871</c:v>
                </c:pt>
                <c:pt idx="2065">
                  <c:v>6874</c:v>
                </c:pt>
                <c:pt idx="2066">
                  <c:v>6877</c:v>
                </c:pt>
                <c:pt idx="2067">
                  <c:v>6881</c:v>
                </c:pt>
                <c:pt idx="2068">
                  <c:v>6884</c:v>
                </c:pt>
                <c:pt idx="2069">
                  <c:v>6887</c:v>
                </c:pt>
                <c:pt idx="2070">
                  <c:v>6891</c:v>
                </c:pt>
                <c:pt idx="2071">
                  <c:v>6894</c:v>
                </c:pt>
                <c:pt idx="2072">
                  <c:v>6897</c:v>
                </c:pt>
                <c:pt idx="2073">
                  <c:v>6901</c:v>
                </c:pt>
                <c:pt idx="2074">
                  <c:v>6904</c:v>
                </c:pt>
                <c:pt idx="2075">
                  <c:v>6907</c:v>
                </c:pt>
                <c:pt idx="2076">
                  <c:v>6911</c:v>
                </c:pt>
                <c:pt idx="2077">
                  <c:v>6914</c:v>
                </c:pt>
                <c:pt idx="2078">
                  <c:v>6917</c:v>
                </c:pt>
                <c:pt idx="2079">
                  <c:v>6921</c:v>
                </c:pt>
                <c:pt idx="2080">
                  <c:v>6924</c:v>
                </c:pt>
                <c:pt idx="2081">
                  <c:v>6927</c:v>
                </c:pt>
                <c:pt idx="2082">
                  <c:v>6931</c:v>
                </c:pt>
                <c:pt idx="2083">
                  <c:v>6934</c:v>
                </c:pt>
                <c:pt idx="2084">
                  <c:v>6937</c:v>
                </c:pt>
                <c:pt idx="2085">
                  <c:v>6941</c:v>
                </c:pt>
                <c:pt idx="2086">
                  <c:v>6944</c:v>
                </c:pt>
                <c:pt idx="2087">
                  <c:v>6947</c:v>
                </c:pt>
                <c:pt idx="2088">
                  <c:v>6951</c:v>
                </c:pt>
                <c:pt idx="2089">
                  <c:v>6954</c:v>
                </c:pt>
                <c:pt idx="2090">
                  <c:v>6957</c:v>
                </c:pt>
                <c:pt idx="2091">
                  <c:v>6961</c:v>
                </c:pt>
                <c:pt idx="2092">
                  <c:v>6964</c:v>
                </c:pt>
                <c:pt idx="2093">
                  <c:v>6967</c:v>
                </c:pt>
                <c:pt idx="2094">
                  <c:v>6971</c:v>
                </c:pt>
                <c:pt idx="2095">
                  <c:v>6974</c:v>
                </c:pt>
                <c:pt idx="2096">
                  <c:v>6977</c:v>
                </c:pt>
                <c:pt idx="2097">
                  <c:v>6981</c:v>
                </c:pt>
                <c:pt idx="2098">
                  <c:v>6984</c:v>
                </c:pt>
                <c:pt idx="2099">
                  <c:v>6987</c:v>
                </c:pt>
                <c:pt idx="2100">
                  <c:v>6991</c:v>
                </c:pt>
                <c:pt idx="2101">
                  <c:v>6994</c:v>
                </c:pt>
                <c:pt idx="2102">
                  <c:v>6997</c:v>
                </c:pt>
                <c:pt idx="2103">
                  <c:v>7001</c:v>
                </c:pt>
                <c:pt idx="2104">
                  <c:v>7004</c:v>
                </c:pt>
                <c:pt idx="2105">
                  <c:v>7007</c:v>
                </c:pt>
                <c:pt idx="2106">
                  <c:v>7011</c:v>
                </c:pt>
                <c:pt idx="2107">
                  <c:v>7014</c:v>
                </c:pt>
                <c:pt idx="2108">
                  <c:v>7017</c:v>
                </c:pt>
                <c:pt idx="2109">
                  <c:v>7021</c:v>
                </c:pt>
                <c:pt idx="2110">
                  <c:v>7024</c:v>
                </c:pt>
                <c:pt idx="2111">
                  <c:v>7027</c:v>
                </c:pt>
                <c:pt idx="2112">
                  <c:v>7031</c:v>
                </c:pt>
                <c:pt idx="2113">
                  <c:v>7034</c:v>
                </c:pt>
                <c:pt idx="2114">
                  <c:v>7037</c:v>
                </c:pt>
                <c:pt idx="2115">
                  <c:v>7041</c:v>
                </c:pt>
                <c:pt idx="2116">
                  <c:v>7044</c:v>
                </c:pt>
                <c:pt idx="2117">
                  <c:v>7047</c:v>
                </c:pt>
                <c:pt idx="2118">
                  <c:v>7050</c:v>
                </c:pt>
                <c:pt idx="2119">
                  <c:v>7054</c:v>
                </c:pt>
                <c:pt idx="2120">
                  <c:v>7057</c:v>
                </c:pt>
                <c:pt idx="2121">
                  <c:v>7060</c:v>
                </c:pt>
                <c:pt idx="2122">
                  <c:v>7064</c:v>
                </c:pt>
                <c:pt idx="2123">
                  <c:v>7067</c:v>
                </c:pt>
                <c:pt idx="2124">
                  <c:v>7070</c:v>
                </c:pt>
                <c:pt idx="2125">
                  <c:v>7074</c:v>
                </c:pt>
                <c:pt idx="2126">
                  <c:v>7077</c:v>
                </c:pt>
                <c:pt idx="2127">
                  <c:v>7080</c:v>
                </c:pt>
                <c:pt idx="2128">
                  <c:v>7084</c:v>
                </c:pt>
                <c:pt idx="2129">
                  <c:v>7087</c:v>
                </c:pt>
                <c:pt idx="2130">
                  <c:v>7090</c:v>
                </c:pt>
                <c:pt idx="2131">
                  <c:v>7094</c:v>
                </c:pt>
                <c:pt idx="2132">
                  <c:v>7097</c:v>
                </c:pt>
                <c:pt idx="2133">
                  <c:v>7100</c:v>
                </c:pt>
                <c:pt idx="2134">
                  <c:v>7104</c:v>
                </c:pt>
                <c:pt idx="2135">
                  <c:v>7107</c:v>
                </c:pt>
                <c:pt idx="2136">
                  <c:v>7110</c:v>
                </c:pt>
                <c:pt idx="2137">
                  <c:v>7114</c:v>
                </c:pt>
                <c:pt idx="2138">
                  <c:v>7117</c:v>
                </c:pt>
                <c:pt idx="2139">
                  <c:v>7120</c:v>
                </c:pt>
                <c:pt idx="2140">
                  <c:v>7124</c:v>
                </c:pt>
                <c:pt idx="2141">
                  <c:v>7127</c:v>
                </c:pt>
                <c:pt idx="2142">
                  <c:v>7130</c:v>
                </c:pt>
                <c:pt idx="2143">
                  <c:v>7134</c:v>
                </c:pt>
                <c:pt idx="2144">
                  <c:v>7137</c:v>
                </c:pt>
                <c:pt idx="2145">
                  <c:v>7140</c:v>
                </c:pt>
                <c:pt idx="2146">
                  <c:v>7144</c:v>
                </c:pt>
                <c:pt idx="2147">
                  <c:v>7147</c:v>
                </c:pt>
                <c:pt idx="2148">
                  <c:v>7150</c:v>
                </c:pt>
                <c:pt idx="2149">
                  <c:v>7154</c:v>
                </c:pt>
                <c:pt idx="2150">
                  <c:v>7157</c:v>
                </c:pt>
                <c:pt idx="2151">
                  <c:v>7160</c:v>
                </c:pt>
                <c:pt idx="2152">
                  <c:v>7164</c:v>
                </c:pt>
                <c:pt idx="2153">
                  <c:v>7167</c:v>
                </c:pt>
                <c:pt idx="2154">
                  <c:v>7170</c:v>
                </c:pt>
                <c:pt idx="2155">
                  <c:v>7174</c:v>
                </c:pt>
                <c:pt idx="2156">
                  <c:v>7177</c:v>
                </c:pt>
                <c:pt idx="2157">
                  <c:v>7180</c:v>
                </c:pt>
                <c:pt idx="2158">
                  <c:v>7184</c:v>
                </c:pt>
                <c:pt idx="2159">
                  <c:v>7187</c:v>
                </c:pt>
                <c:pt idx="2160">
                  <c:v>7190</c:v>
                </c:pt>
                <c:pt idx="2161">
                  <c:v>7194</c:v>
                </c:pt>
                <c:pt idx="2162">
                  <c:v>7197</c:v>
                </c:pt>
                <c:pt idx="2163">
                  <c:v>7200</c:v>
                </c:pt>
                <c:pt idx="2164">
                  <c:v>7204</c:v>
                </c:pt>
                <c:pt idx="2165">
                  <c:v>7207</c:v>
                </c:pt>
                <c:pt idx="2166">
                  <c:v>7210</c:v>
                </c:pt>
                <c:pt idx="2167">
                  <c:v>7214</c:v>
                </c:pt>
                <c:pt idx="2168">
                  <c:v>7217</c:v>
                </c:pt>
                <c:pt idx="2169">
                  <c:v>7220</c:v>
                </c:pt>
                <c:pt idx="2170">
                  <c:v>7224</c:v>
                </c:pt>
                <c:pt idx="2171">
                  <c:v>7227</c:v>
                </c:pt>
                <c:pt idx="2172">
                  <c:v>7230</c:v>
                </c:pt>
                <c:pt idx="2173">
                  <c:v>7233</c:v>
                </c:pt>
                <c:pt idx="2174">
                  <c:v>7237</c:v>
                </c:pt>
                <c:pt idx="2175">
                  <c:v>7240</c:v>
                </c:pt>
                <c:pt idx="2176">
                  <c:v>7243</c:v>
                </c:pt>
                <c:pt idx="2177">
                  <c:v>7247</c:v>
                </c:pt>
                <c:pt idx="2178">
                  <c:v>7250</c:v>
                </c:pt>
                <c:pt idx="2179">
                  <c:v>7253</c:v>
                </c:pt>
                <c:pt idx="2180">
                  <c:v>7257</c:v>
                </c:pt>
                <c:pt idx="2181">
                  <c:v>7260</c:v>
                </c:pt>
                <c:pt idx="2182">
                  <c:v>7263</c:v>
                </c:pt>
                <c:pt idx="2183">
                  <c:v>7267</c:v>
                </c:pt>
                <c:pt idx="2184">
                  <c:v>7270</c:v>
                </c:pt>
                <c:pt idx="2185">
                  <c:v>7273</c:v>
                </c:pt>
                <c:pt idx="2186">
                  <c:v>7277</c:v>
                </c:pt>
                <c:pt idx="2187">
                  <c:v>7280</c:v>
                </c:pt>
                <c:pt idx="2188">
                  <c:v>7283</c:v>
                </c:pt>
                <c:pt idx="2189">
                  <c:v>7287</c:v>
                </c:pt>
                <c:pt idx="2190">
                  <c:v>7290</c:v>
                </c:pt>
                <c:pt idx="2191">
                  <c:v>7293</c:v>
                </c:pt>
                <c:pt idx="2192">
                  <c:v>7297</c:v>
                </c:pt>
                <c:pt idx="2193">
                  <c:v>7300</c:v>
                </c:pt>
                <c:pt idx="2194">
                  <c:v>7303</c:v>
                </c:pt>
                <c:pt idx="2195">
                  <c:v>7307</c:v>
                </c:pt>
                <c:pt idx="2196">
                  <c:v>7310</c:v>
                </c:pt>
                <c:pt idx="2197">
                  <c:v>7313</c:v>
                </c:pt>
                <c:pt idx="2198">
                  <c:v>7317</c:v>
                </c:pt>
                <c:pt idx="2199">
                  <c:v>7320</c:v>
                </c:pt>
                <c:pt idx="2200">
                  <c:v>7323</c:v>
                </c:pt>
                <c:pt idx="2201">
                  <c:v>7327</c:v>
                </c:pt>
                <c:pt idx="2202">
                  <c:v>7330</c:v>
                </c:pt>
                <c:pt idx="2203">
                  <c:v>7333</c:v>
                </c:pt>
                <c:pt idx="2204">
                  <c:v>7337</c:v>
                </c:pt>
                <c:pt idx="2205">
                  <c:v>7340</c:v>
                </c:pt>
                <c:pt idx="2206">
                  <c:v>7343</c:v>
                </c:pt>
                <c:pt idx="2207">
                  <c:v>7347</c:v>
                </c:pt>
                <c:pt idx="2208">
                  <c:v>7350</c:v>
                </c:pt>
                <c:pt idx="2209">
                  <c:v>7353</c:v>
                </c:pt>
                <c:pt idx="2210">
                  <c:v>7357</c:v>
                </c:pt>
                <c:pt idx="2211">
                  <c:v>7360</c:v>
                </c:pt>
                <c:pt idx="2212">
                  <c:v>7363</c:v>
                </c:pt>
                <c:pt idx="2213">
                  <c:v>7367</c:v>
                </c:pt>
                <c:pt idx="2214">
                  <c:v>7370</c:v>
                </c:pt>
                <c:pt idx="2215">
                  <c:v>7373</c:v>
                </c:pt>
                <c:pt idx="2216">
                  <c:v>7377</c:v>
                </c:pt>
                <c:pt idx="2217">
                  <c:v>7380</c:v>
                </c:pt>
                <c:pt idx="2218">
                  <c:v>7383</c:v>
                </c:pt>
                <c:pt idx="2219">
                  <c:v>7387</c:v>
                </c:pt>
                <c:pt idx="2220">
                  <c:v>7390</c:v>
                </c:pt>
                <c:pt idx="2221">
                  <c:v>7393</c:v>
                </c:pt>
                <c:pt idx="2222">
                  <c:v>7397</c:v>
                </c:pt>
                <c:pt idx="2223">
                  <c:v>7400</c:v>
                </c:pt>
                <c:pt idx="2224">
                  <c:v>7403</c:v>
                </c:pt>
                <c:pt idx="2225">
                  <c:v>7407</c:v>
                </c:pt>
                <c:pt idx="2226">
                  <c:v>7410</c:v>
                </c:pt>
                <c:pt idx="2227">
                  <c:v>7413</c:v>
                </c:pt>
                <c:pt idx="2228">
                  <c:v>7416</c:v>
                </c:pt>
                <c:pt idx="2229">
                  <c:v>7420</c:v>
                </c:pt>
                <c:pt idx="2230">
                  <c:v>7423</c:v>
                </c:pt>
                <c:pt idx="2231">
                  <c:v>7426</c:v>
                </c:pt>
                <c:pt idx="2232">
                  <c:v>7430</c:v>
                </c:pt>
                <c:pt idx="2233">
                  <c:v>7433</c:v>
                </c:pt>
                <c:pt idx="2234">
                  <c:v>7436</c:v>
                </c:pt>
                <c:pt idx="2235">
                  <c:v>7440</c:v>
                </c:pt>
                <c:pt idx="2236">
                  <c:v>7443</c:v>
                </c:pt>
                <c:pt idx="2237">
                  <c:v>7446</c:v>
                </c:pt>
                <c:pt idx="2238">
                  <c:v>7450</c:v>
                </c:pt>
                <c:pt idx="2239">
                  <c:v>7453</c:v>
                </c:pt>
                <c:pt idx="2240">
                  <c:v>7456</c:v>
                </c:pt>
                <c:pt idx="2241">
                  <c:v>7460</c:v>
                </c:pt>
                <c:pt idx="2242">
                  <c:v>7463</c:v>
                </c:pt>
                <c:pt idx="2243">
                  <c:v>7466</c:v>
                </c:pt>
                <c:pt idx="2244">
                  <c:v>7470</c:v>
                </c:pt>
                <c:pt idx="2245">
                  <c:v>7473</c:v>
                </c:pt>
                <c:pt idx="2246">
                  <c:v>7476</c:v>
                </c:pt>
                <c:pt idx="2247">
                  <c:v>7480</c:v>
                </c:pt>
                <c:pt idx="2248">
                  <c:v>7483</c:v>
                </c:pt>
                <c:pt idx="2249">
                  <c:v>7486</c:v>
                </c:pt>
                <c:pt idx="2250">
                  <c:v>7490</c:v>
                </c:pt>
                <c:pt idx="2251">
                  <c:v>7493</c:v>
                </c:pt>
                <c:pt idx="2252">
                  <c:v>7496</c:v>
                </c:pt>
                <c:pt idx="2253">
                  <c:v>7500</c:v>
                </c:pt>
                <c:pt idx="2254">
                  <c:v>7503</c:v>
                </c:pt>
                <c:pt idx="2255">
                  <c:v>7506</c:v>
                </c:pt>
                <c:pt idx="2256">
                  <c:v>7510</c:v>
                </c:pt>
                <c:pt idx="2257">
                  <c:v>7513</c:v>
                </c:pt>
                <c:pt idx="2258">
                  <c:v>7516</c:v>
                </c:pt>
                <c:pt idx="2259">
                  <c:v>7520</c:v>
                </c:pt>
                <c:pt idx="2260">
                  <c:v>7523</c:v>
                </c:pt>
                <c:pt idx="2261">
                  <c:v>7526</c:v>
                </c:pt>
                <c:pt idx="2262">
                  <c:v>7530</c:v>
                </c:pt>
                <c:pt idx="2263">
                  <c:v>7533</c:v>
                </c:pt>
                <c:pt idx="2264">
                  <c:v>7536</c:v>
                </c:pt>
                <c:pt idx="2265">
                  <c:v>7540</c:v>
                </c:pt>
                <c:pt idx="2266">
                  <c:v>7543</c:v>
                </c:pt>
                <c:pt idx="2267">
                  <c:v>7546</c:v>
                </c:pt>
                <c:pt idx="2268">
                  <c:v>7550</c:v>
                </c:pt>
                <c:pt idx="2269">
                  <c:v>7553</c:v>
                </c:pt>
                <c:pt idx="2270">
                  <c:v>7556</c:v>
                </c:pt>
                <c:pt idx="2271">
                  <c:v>7560</c:v>
                </c:pt>
                <c:pt idx="2272">
                  <c:v>7563</c:v>
                </c:pt>
                <c:pt idx="2273">
                  <c:v>7566</c:v>
                </c:pt>
                <c:pt idx="2274">
                  <c:v>7570</c:v>
                </c:pt>
                <c:pt idx="2275">
                  <c:v>7573</c:v>
                </c:pt>
                <c:pt idx="2276">
                  <c:v>7576</c:v>
                </c:pt>
                <c:pt idx="2277">
                  <c:v>7580</c:v>
                </c:pt>
                <c:pt idx="2278">
                  <c:v>7583</c:v>
                </c:pt>
                <c:pt idx="2279">
                  <c:v>7586</c:v>
                </c:pt>
                <c:pt idx="2280">
                  <c:v>7590</c:v>
                </c:pt>
                <c:pt idx="2281">
                  <c:v>7593</c:v>
                </c:pt>
                <c:pt idx="2282">
                  <c:v>7596</c:v>
                </c:pt>
                <c:pt idx="2283">
                  <c:v>7599</c:v>
                </c:pt>
                <c:pt idx="2284">
                  <c:v>7603</c:v>
                </c:pt>
                <c:pt idx="2285">
                  <c:v>7606</c:v>
                </c:pt>
                <c:pt idx="2286">
                  <c:v>7609</c:v>
                </c:pt>
                <c:pt idx="2287">
                  <c:v>7613</c:v>
                </c:pt>
                <c:pt idx="2288">
                  <c:v>7616</c:v>
                </c:pt>
                <c:pt idx="2289">
                  <c:v>7619</c:v>
                </c:pt>
                <c:pt idx="2290">
                  <c:v>7623</c:v>
                </c:pt>
                <c:pt idx="2291">
                  <c:v>7626</c:v>
                </c:pt>
                <c:pt idx="2292">
                  <c:v>7629</c:v>
                </c:pt>
                <c:pt idx="2293">
                  <c:v>7633</c:v>
                </c:pt>
                <c:pt idx="2294">
                  <c:v>7636</c:v>
                </c:pt>
                <c:pt idx="2295">
                  <c:v>7639</c:v>
                </c:pt>
                <c:pt idx="2296">
                  <c:v>7643</c:v>
                </c:pt>
                <c:pt idx="2297">
                  <c:v>7646</c:v>
                </c:pt>
                <c:pt idx="2298">
                  <c:v>7649</c:v>
                </c:pt>
                <c:pt idx="2299">
                  <c:v>7653</c:v>
                </c:pt>
                <c:pt idx="2300">
                  <c:v>7656</c:v>
                </c:pt>
                <c:pt idx="2301">
                  <c:v>7659</c:v>
                </c:pt>
                <c:pt idx="2302">
                  <c:v>7663</c:v>
                </c:pt>
                <c:pt idx="2303">
                  <c:v>7666</c:v>
                </c:pt>
                <c:pt idx="2304">
                  <c:v>7669</c:v>
                </c:pt>
                <c:pt idx="2305">
                  <c:v>7673</c:v>
                </c:pt>
                <c:pt idx="2306">
                  <c:v>7676</c:v>
                </c:pt>
                <c:pt idx="2307">
                  <c:v>7679</c:v>
                </c:pt>
                <c:pt idx="2308">
                  <c:v>7683</c:v>
                </c:pt>
                <c:pt idx="2309">
                  <c:v>7686</c:v>
                </c:pt>
                <c:pt idx="2310">
                  <c:v>7689</c:v>
                </c:pt>
                <c:pt idx="2311">
                  <c:v>7693</c:v>
                </c:pt>
                <c:pt idx="2312">
                  <c:v>7696</c:v>
                </c:pt>
                <c:pt idx="2313">
                  <c:v>7699</c:v>
                </c:pt>
                <c:pt idx="2314">
                  <c:v>7703</c:v>
                </c:pt>
                <c:pt idx="2315">
                  <c:v>7706</c:v>
                </c:pt>
                <c:pt idx="2316">
                  <c:v>7709</c:v>
                </c:pt>
                <c:pt idx="2317">
                  <c:v>7713</c:v>
                </c:pt>
                <c:pt idx="2318">
                  <c:v>7716</c:v>
                </c:pt>
                <c:pt idx="2319">
                  <c:v>7719</c:v>
                </c:pt>
                <c:pt idx="2320">
                  <c:v>7723</c:v>
                </c:pt>
                <c:pt idx="2321">
                  <c:v>7726</c:v>
                </c:pt>
                <c:pt idx="2322">
                  <c:v>7729</c:v>
                </c:pt>
                <c:pt idx="2323">
                  <c:v>7733</c:v>
                </c:pt>
                <c:pt idx="2324">
                  <c:v>7736</c:v>
                </c:pt>
                <c:pt idx="2325">
                  <c:v>7739</c:v>
                </c:pt>
                <c:pt idx="2326">
                  <c:v>7743</c:v>
                </c:pt>
                <c:pt idx="2327">
                  <c:v>7746</c:v>
                </c:pt>
                <c:pt idx="2328">
                  <c:v>7749</c:v>
                </c:pt>
                <c:pt idx="2329">
                  <c:v>7753</c:v>
                </c:pt>
                <c:pt idx="2330">
                  <c:v>7756</c:v>
                </c:pt>
                <c:pt idx="2331">
                  <c:v>7759</c:v>
                </c:pt>
                <c:pt idx="2332">
                  <c:v>7763</c:v>
                </c:pt>
                <c:pt idx="2333">
                  <c:v>7766</c:v>
                </c:pt>
                <c:pt idx="2334">
                  <c:v>7769</c:v>
                </c:pt>
                <c:pt idx="2335">
                  <c:v>7773</c:v>
                </c:pt>
                <c:pt idx="2336">
                  <c:v>7776</c:v>
                </c:pt>
                <c:pt idx="2337">
                  <c:v>7779</c:v>
                </c:pt>
                <c:pt idx="2338">
                  <c:v>7782</c:v>
                </c:pt>
                <c:pt idx="2339">
                  <c:v>7786</c:v>
                </c:pt>
                <c:pt idx="2340">
                  <c:v>7789</c:v>
                </c:pt>
                <c:pt idx="2341">
                  <c:v>7792</c:v>
                </c:pt>
                <c:pt idx="2342">
                  <c:v>7796</c:v>
                </c:pt>
                <c:pt idx="2343">
                  <c:v>7799</c:v>
                </c:pt>
                <c:pt idx="2344">
                  <c:v>7802</c:v>
                </c:pt>
                <c:pt idx="2345">
                  <c:v>7806</c:v>
                </c:pt>
                <c:pt idx="2346">
                  <c:v>7809</c:v>
                </c:pt>
                <c:pt idx="2347">
                  <c:v>7812</c:v>
                </c:pt>
                <c:pt idx="2348">
                  <c:v>7816</c:v>
                </c:pt>
                <c:pt idx="2349">
                  <c:v>7819</c:v>
                </c:pt>
                <c:pt idx="2350">
                  <c:v>7822</c:v>
                </c:pt>
                <c:pt idx="2351">
                  <c:v>7826</c:v>
                </c:pt>
                <c:pt idx="2352">
                  <c:v>7829</c:v>
                </c:pt>
                <c:pt idx="2353">
                  <c:v>7832</c:v>
                </c:pt>
                <c:pt idx="2354">
                  <c:v>7836</c:v>
                </c:pt>
                <c:pt idx="2355">
                  <c:v>7839</c:v>
                </c:pt>
                <c:pt idx="2356">
                  <c:v>7842</c:v>
                </c:pt>
                <c:pt idx="2357">
                  <c:v>7846</c:v>
                </c:pt>
                <c:pt idx="2358">
                  <c:v>7849</c:v>
                </c:pt>
                <c:pt idx="2359">
                  <c:v>7852</c:v>
                </c:pt>
                <c:pt idx="2360">
                  <c:v>7856</c:v>
                </c:pt>
                <c:pt idx="2361">
                  <c:v>7859</c:v>
                </c:pt>
                <c:pt idx="2362">
                  <c:v>7862</c:v>
                </c:pt>
                <c:pt idx="2363">
                  <c:v>7866</c:v>
                </c:pt>
                <c:pt idx="2364">
                  <c:v>7869</c:v>
                </c:pt>
                <c:pt idx="2365">
                  <c:v>7872</c:v>
                </c:pt>
                <c:pt idx="2366">
                  <c:v>7876</c:v>
                </c:pt>
                <c:pt idx="2367">
                  <c:v>7879</c:v>
                </c:pt>
                <c:pt idx="2368">
                  <c:v>7882</c:v>
                </c:pt>
                <c:pt idx="2369">
                  <c:v>7886</c:v>
                </c:pt>
                <c:pt idx="2370">
                  <c:v>7889</c:v>
                </c:pt>
                <c:pt idx="2371">
                  <c:v>7892</c:v>
                </c:pt>
                <c:pt idx="2372">
                  <c:v>7896</c:v>
                </c:pt>
                <c:pt idx="2373">
                  <c:v>7899</c:v>
                </c:pt>
                <c:pt idx="2374">
                  <c:v>7902</c:v>
                </c:pt>
                <c:pt idx="2375">
                  <c:v>7906</c:v>
                </c:pt>
                <c:pt idx="2376">
                  <c:v>7909</c:v>
                </c:pt>
                <c:pt idx="2377">
                  <c:v>7912</c:v>
                </c:pt>
                <c:pt idx="2378">
                  <c:v>7916</c:v>
                </c:pt>
                <c:pt idx="2379">
                  <c:v>7919</c:v>
                </c:pt>
                <c:pt idx="2380">
                  <c:v>7922</c:v>
                </c:pt>
                <c:pt idx="2381">
                  <c:v>7926</c:v>
                </c:pt>
                <c:pt idx="2382">
                  <c:v>7929</c:v>
                </c:pt>
                <c:pt idx="2383">
                  <c:v>7932</c:v>
                </c:pt>
                <c:pt idx="2384">
                  <c:v>7936</c:v>
                </c:pt>
                <c:pt idx="2385">
                  <c:v>7939</c:v>
                </c:pt>
                <c:pt idx="2386">
                  <c:v>7942</c:v>
                </c:pt>
                <c:pt idx="2387">
                  <c:v>7946</c:v>
                </c:pt>
                <c:pt idx="2388">
                  <c:v>7949</c:v>
                </c:pt>
                <c:pt idx="2389">
                  <c:v>7952</c:v>
                </c:pt>
                <c:pt idx="2390">
                  <c:v>7956</c:v>
                </c:pt>
                <c:pt idx="2391">
                  <c:v>7959</c:v>
                </c:pt>
                <c:pt idx="2392">
                  <c:v>7962</c:v>
                </c:pt>
                <c:pt idx="2393">
                  <c:v>7965</c:v>
                </c:pt>
                <c:pt idx="2394">
                  <c:v>7969</c:v>
                </c:pt>
                <c:pt idx="2395">
                  <c:v>7972</c:v>
                </c:pt>
                <c:pt idx="2396">
                  <c:v>7975</c:v>
                </c:pt>
                <c:pt idx="2397">
                  <c:v>7979</c:v>
                </c:pt>
                <c:pt idx="2398">
                  <c:v>7982</c:v>
                </c:pt>
                <c:pt idx="2399">
                  <c:v>7985</c:v>
                </c:pt>
                <c:pt idx="2400">
                  <c:v>7989</c:v>
                </c:pt>
                <c:pt idx="2401">
                  <c:v>7992</c:v>
                </c:pt>
                <c:pt idx="2402">
                  <c:v>7995</c:v>
                </c:pt>
                <c:pt idx="2403">
                  <c:v>7999</c:v>
                </c:pt>
                <c:pt idx="2404">
                  <c:v>8002</c:v>
                </c:pt>
                <c:pt idx="2405">
                  <c:v>8005</c:v>
                </c:pt>
                <c:pt idx="2406">
                  <c:v>8009</c:v>
                </c:pt>
                <c:pt idx="2407">
                  <c:v>8012</c:v>
                </c:pt>
                <c:pt idx="2408">
                  <c:v>8015</c:v>
                </c:pt>
                <c:pt idx="2409">
                  <c:v>8019</c:v>
                </c:pt>
                <c:pt idx="2410">
                  <c:v>8022</c:v>
                </c:pt>
                <c:pt idx="2411">
                  <c:v>8025</c:v>
                </c:pt>
                <c:pt idx="2412">
                  <c:v>8029</c:v>
                </c:pt>
                <c:pt idx="2413">
                  <c:v>8032</c:v>
                </c:pt>
                <c:pt idx="2414">
                  <c:v>8035</c:v>
                </c:pt>
                <c:pt idx="2415">
                  <c:v>8039</c:v>
                </c:pt>
                <c:pt idx="2416">
                  <c:v>8042</c:v>
                </c:pt>
                <c:pt idx="2417">
                  <c:v>8045</c:v>
                </c:pt>
                <c:pt idx="2418">
                  <c:v>8049</c:v>
                </c:pt>
                <c:pt idx="2419">
                  <c:v>8052</c:v>
                </c:pt>
                <c:pt idx="2420">
                  <c:v>8055</c:v>
                </c:pt>
                <c:pt idx="2421">
                  <c:v>8059</c:v>
                </c:pt>
                <c:pt idx="2422">
                  <c:v>8062</c:v>
                </c:pt>
                <c:pt idx="2423">
                  <c:v>8065</c:v>
                </c:pt>
                <c:pt idx="2424">
                  <c:v>8069</c:v>
                </c:pt>
                <c:pt idx="2425">
                  <c:v>8072</c:v>
                </c:pt>
                <c:pt idx="2426">
                  <c:v>8075</c:v>
                </c:pt>
                <c:pt idx="2427">
                  <c:v>8079</c:v>
                </c:pt>
                <c:pt idx="2428">
                  <c:v>8082</c:v>
                </c:pt>
                <c:pt idx="2429">
                  <c:v>8085</c:v>
                </c:pt>
                <c:pt idx="2430">
                  <c:v>8089</c:v>
                </c:pt>
                <c:pt idx="2431">
                  <c:v>8092</c:v>
                </c:pt>
                <c:pt idx="2432">
                  <c:v>8095</c:v>
                </c:pt>
                <c:pt idx="2433">
                  <c:v>8099</c:v>
                </c:pt>
                <c:pt idx="2434">
                  <c:v>8102</c:v>
                </c:pt>
                <c:pt idx="2435">
                  <c:v>8105</c:v>
                </c:pt>
                <c:pt idx="2436">
                  <c:v>8109</c:v>
                </c:pt>
                <c:pt idx="2437">
                  <c:v>8112</c:v>
                </c:pt>
                <c:pt idx="2438">
                  <c:v>8115</c:v>
                </c:pt>
                <c:pt idx="2439">
                  <c:v>8119</c:v>
                </c:pt>
                <c:pt idx="2440">
                  <c:v>8122</c:v>
                </c:pt>
                <c:pt idx="2441">
                  <c:v>8125</c:v>
                </c:pt>
                <c:pt idx="2442">
                  <c:v>8129</c:v>
                </c:pt>
                <c:pt idx="2443">
                  <c:v>8132</c:v>
                </c:pt>
                <c:pt idx="2444">
                  <c:v>8135</c:v>
                </c:pt>
                <c:pt idx="2445">
                  <c:v>8139</c:v>
                </c:pt>
                <c:pt idx="2446">
                  <c:v>8142</c:v>
                </c:pt>
                <c:pt idx="2447">
                  <c:v>8145</c:v>
                </c:pt>
                <c:pt idx="2448">
                  <c:v>8148</c:v>
                </c:pt>
                <c:pt idx="2449">
                  <c:v>8152</c:v>
                </c:pt>
                <c:pt idx="2450">
                  <c:v>8155</c:v>
                </c:pt>
                <c:pt idx="2451">
                  <c:v>8158</c:v>
                </c:pt>
                <c:pt idx="2452">
                  <c:v>8162</c:v>
                </c:pt>
                <c:pt idx="2453">
                  <c:v>8165</c:v>
                </c:pt>
                <c:pt idx="2454">
                  <c:v>8168</c:v>
                </c:pt>
                <c:pt idx="2455">
                  <c:v>8172</c:v>
                </c:pt>
                <c:pt idx="2456">
                  <c:v>8175</c:v>
                </c:pt>
                <c:pt idx="2457">
                  <c:v>8178</c:v>
                </c:pt>
                <c:pt idx="2458">
                  <c:v>8182</c:v>
                </c:pt>
                <c:pt idx="2459">
                  <c:v>8185</c:v>
                </c:pt>
                <c:pt idx="2460">
                  <c:v>8188</c:v>
                </c:pt>
                <c:pt idx="2461">
                  <c:v>8192</c:v>
                </c:pt>
                <c:pt idx="2462">
                  <c:v>8195</c:v>
                </c:pt>
                <c:pt idx="2463">
                  <c:v>8198</c:v>
                </c:pt>
                <c:pt idx="2464">
                  <c:v>8202</c:v>
                </c:pt>
                <c:pt idx="2465">
                  <c:v>8205</c:v>
                </c:pt>
                <c:pt idx="2466">
                  <c:v>8208</c:v>
                </c:pt>
                <c:pt idx="2467">
                  <c:v>8212</c:v>
                </c:pt>
                <c:pt idx="2468">
                  <c:v>8215</c:v>
                </c:pt>
                <c:pt idx="2469">
                  <c:v>8218</c:v>
                </c:pt>
                <c:pt idx="2470">
                  <c:v>8222</c:v>
                </c:pt>
                <c:pt idx="2471">
                  <c:v>8225</c:v>
                </c:pt>
                <c:pt idx="2472">
                  <c:v>8228</c:v>
                </c:pt>
                <c:pt idx="2473">
                  <c:v>8232</c:v>
                </c:pt>
                <c:pt idx="2474">
                  <c:v>8235</c:v>
                </c:pt>
                <c:pt idx="2475">
                  <c:v>8238</c:v>
                </c:pt>
                <c:pt idx="2476">
                  <c:v>8242</c:v>
                </c:pt>
                <c:pt idx="2477">
                  <c:v>8245</c:v>
                </c:pt>
                <c:pt idx="2478">
                  <c:v>8248</c:v>
                </c:pt>
                <c:pt idx="2479">
                  <c:v>8252</c:v>
                </c:pt>
                <c:pt idx="2480">
                  <c:v>8255</c:v>
                </c:pt>
                <c:pt idx="2481">
                  <c:v>8258</c:v>
                </c:pt>
                <c:pt idx="2482">
                  <c:v>8262</c:v>
                </c:pt>
                <c:pt idx="2483">
                  <c:v>8265</c:v>
                </c:pt>
                <c:pt idx="2484">
                  <c:v>8268</c:v>
                </c:pt>
                <c:pt idx="2485">
                  <c:v>8272</c:v>
                </c:pt>
                <c:pt idx="2486">
                  <c:v>8275</c:v>
                </c:pt>
                <c:pt idx="2487">
                  <c:v>8278</c:v>
                </c:pt>
                <c:pt idx="2488">
                  <c:v>8282</c:v>
                </c:pt>
                <c:pt idx="2489">
                  <c:v>8285</c:v>
                </c:pt>
                <c:pt idx="2490">
                  <c:v>8288</c:v>
                </c:pt>
                <c:pt idx="2491">
                  <c:v>8292</c:v>
                </c:pt>
                <c:pt idx="2492">
                  <c:v>8295</c:v>
                </c:pt>
                <c:pt idx="2493">
                  <c:v>8298</c:v>
                </c:pt>
                <c:pt idx="2494">
                  <c:v>8302</c:v>
                </c:pt>
                <c:pt idx="2495">
                  <c:v>8305</c:v>
                </c:pt>
                <c:pt idx="2496">
                  <c:v>8308</c:v>
                </c:pt>
                <c:pt idx="2497">
                  <c:v>8312</c:v>
                </c:pt>
                <c:pt idx="2498">
                  <c:v>8315</c:v>
                </c:pt>
                <c:pt idx="2499">
                  <c:v>8318</c:v>
                </c:pt>
                <c:pt idx="2500">
                  <c:v>8322</c:v>
                </c:pt>
                <c:pt idx="2501">
                  <c:v>8325</c:v>
                </c:pt>
                <c:pt idx="2502">
                  <c:v>8328</c:v>
                </c:pt>
                <c:pt idx="2503">
                  <c:v>8331</c:v>
                </c:pt>
                <c:pt idx="2504">
                  <c:v>8335</c:v>
                </c:pt>
                <c:pt idx="2505">
                  <c:v>8338</c:v>
                </c:pt>
                <c:pt idx="2506">
                  <c:v>8341</c:v>
                </c:pt>
                <c:pt idx="2507">
                  <c:v>8345</c:v>
                </c:pt>
                <c:pt idx="2508">
                  <c:v>8348</c:v>
                </c:pt>
                <c:pt idx="2509">
                  <c:v>8351</c:v>
                </c:pt>
                <c:pt idx="2510">
                  <c:v>8355</c:v>
                </c:pt>
                <c:pt idx="2511">
                  <c:v>8358</c:v>
                </c:pt>
                <c:pt idx="2512">
                  <c:v>8361</c:v>
                </c:pt>
                <c:pt idx="2513">
                  <c:v>8365</c:v>
                </c:pt>
                <c:pt idx="2514">
                  <c:v>8368</c:v>
                </c:pt>
                <c:pt idx="2515">
                  <c:v>8371</c:v>
                </c:pt>
                <c:pt idx="2516">
                  <c:v>8375</c:v>
                </c:pt>
                <c:pt idx="2517">
                  <c:v>8378</c:v>
                </c:pt>
                <c:pt idx="2518">
                  <c:v>8381</c:v>
                </c:pt>
                <c:pt idx="2519">
                  <c:v>8385</c:v>
                </c:pt>
                <c:pt idx="2520">
                  <c:v>8388</c:v>
                </c:pt>
                <c:pt idx="2521">
                  <c:v>8391</c:v>
                </c:pt>
                <c:pt idx="2522">
                  <c:v>8395</c:v>
                </c:pt>
                <c:pt idx="2523">
                  <c:v>8398</c:v>
                </c:pt>
                <c:pt idx="2524">
                  <c:v>8401</c:v>
                </c:pt>
                <c:pt idx="2525">
                  <c:v>8405</c:v>
                </c:pt>
                <c:pt idx="2526">
                  <c:v>8408</c:v>
                </c:pt>
                <c:pt idx="2527">
                  <c:v>8411</c:v>
                </c:pt>
                <c:pt idx="2528">
                  <c:v>8415</c:v>
                </c:pt>
                <c:pt idx="2529">
                  <c:v>8418</c:v>
                </c:pt>
                <c:pt idx="2530">
                  <c:v>8421</c:v>
                </c:pt>
                <c:pt idx="2531">
                  <c:v>8425</c:v>
                </c:pt>
                <c:pt idx="2532">
                  <c:v>8428</c:v>
                </c:pt>
                <c:pt idx="2533">
                  <c:v>8431</c:v>
                </c:pt>
                <c:pt idx="2534">
                  <c:v>8435</c:v>
                </c:pt>
                <c:pt idx="2535">
                  <c:v>8438</c:v>
                </c:pt>
                <c:pt idx="2536">
                  <c:v>8441</c:v>
                </c:pt>
                <c:pt idx="2537">
                  <c:v>8445</c:v>
                </c:pt>
                <c:pt idx="2538">
                  <c:v>8448</c:v>
                </c:pt>
                <c:pt idx="2539">
                  <c:v>8451</c:v>
                </c:pt>
                <c:pt idx="2540">
                  <c:v>8455</c:v>
                </c:pt>
                <c:pt idx="2541">
                  <c:v>8458</c:v>
                </c:pt>
                <c:pt idx="2542">
                  <c:v>8461</c:v>
                </c:pt>
                <c:pt idx="2543">
                  <c:v>8465</c:v>
                </c:pt>
                <c:pt idx="2544">
                  <c:v>8468</c:v>
                </c:pt>
                <c:pt idx="2545">
                  <c:v>8471</c:v>
                </c:pt>
                <c:pt idx="2546">
                  <c:v>8475</c:v>
                </c:pt>
                <c:pt idx="2547">
                  <c:v>8478</c:v>
                </c:pt>
                <c:pt idx="2548">
                  <c:v>8481</c:v>
                </c:pt>
                <c:pt idx="2549">
                  <c:v>8485</c:v>
                </c:pt>
                <c:pt idx="2550">
                  <c:v>8488</c:v>
                </c:pt>
                <c:pt idx="2551">
                  <c:v>8491</c:v>
                </c:pt>
                <c:pt idx="2552">
                  <c:v>8495</c:v>
                </c:pt>
                <c:pt idx="2553">
                  <c:v>8498</c:v>
                </c:pt>
                <c:pt idx="2554">
                  <c:v>8501</c:v>
                </c:pt>
                <c:pt idx="2555">
                  <c:v>8505</c:v>
                </c:pt>
                <c:pt idx="2556">
                  <c:v>8508</c:v>
                </c:pt>
                <c:pt idx="2557">
                  <c:v>8511</c:v>
                </c:pt>
                <c:pt idx="2558">
                  <c:v>8514</c:v>
                </c:pt>
                <c:pt idx="2559">
                  <c:v>8518</c:v>
                </c:pt>
                <c:pt idx="2560">
                  <c:v>8521</c:v>
                </c:pt>
                <c:pt idx="2561">
                  <c:v>8524</c:v>
                </c:pt>
                <c:pt idx="2562">
                  <c:v>8528</c:v>
                </c:pt>
                <c:pt idx="2563">
                  <c:v>8531</c:v>
                </c:pt>
                <c:pt idx="2564">
                  <c:v>8534</c:v>
                </c:pt>
                <c:pt idx="2565">
                  <c:v>8538</c:v>
                </c:pt>
                <c:pt idx="2566">
                  <c:v>8541</c:v>
                </c:pt>
                <c:pt idx="2567">
                  <c:v>8544</c:v>
                </c:pt>
                <c:pt idx="2568">
                  <c:v>8548</c:v>
                </c:pt>
                <c:pt idx="2569">
                  <c:v>8551</c:v>
                </c:pt>
                <c:pt idx="2570">
                  <c:v>8554</c:v>
                </c:pt>
                <c:pt idx="2571">
                  <c:v>8558</c:v>
                </c:pt>
                <c:pt idx="2572">
                  <c:v>8561</c:v>
                </c:pt>
                <c:pt idx="2573">
                  <c:v>8564</c:v>
                </c:pt>
                <c:pt idx="2574">
                  <c:v>8568</c:v>
                </c:pt>
                <c:pt idx="2575">
                  <c:v>8571</c:v>
                </c:pt>
                <c:pt idx="2576">
                  <c:v>8574</c:v>
                </c:pt>
                <c:pt idx="2577">
                  <c:v>8578</c:v>
                </c:pt>
                <c:pt idx="2578">
                  <c:v>8581</c:v>
                </c:pt>
                <c:pt idx="2579">
                  <c:v>8584</c:v>
                </c:pt>
                <c:pt idx="2580">
                  <c:v>8588</c:v>
                </c:pt>
                <c:pt idx="2581">
                  <c:v>8591</c:v>
                </c:pt>
                <c:pt idx="2582">
                  <c:v>8594</c:v>
                </c:pt>
                <c:pt idx="2583">
                  <c:v>8598</c:v>
                </c:pt>
                <c:pt idx="2584">
                  <c:v>8601</c:v>
                </c:pt>
                <c:pt idx="2585">
                  <c:v>8604</c:v>
                </c:pt>
                <c:pt idx="2586">
                  <c:v>8608</c:v>
                </c:pt>
                <c:pt idx="2587">
                  <c:v>8611</c:v>
                </c:pt>
                <c:pt idx="2588">
                  <c:v>8614</c:v>
                </c:pt>
                <c:pt idx="2589">
                  <c:v>8618</c:v>
                </c:pt>
                <c:pt idx="2590">
                  <c:v>8621</c:v>
                </c:pt>
                <c:pt idx="2591">
                  <c:v>8624</c:v>
                </c:pt>
                <c:pt idx="2592">
                  <c:v>8628</c:v>
                </c:pt>
                <c:pt idx="2593">
                  <c:v>8631</c:v>
                </c:pt>
                <c:pt idx="2594">
                  <c:v>8634</c:v>
                </c:pt>
                <c:pt idx="2595">
                  <c:v>8638</c:v>
                </c:pt>
                <c:pt idx="2596">
                  <c:v>8641</c:v>
                </c:pt>
                <c:pt idx="2597">
                  <c:v>8644</c:v>
                </c:pt>
                <c:pt idx="2598">
                  <c:v>8648</c:v>
                </c:pt>
                <c:pt idx="2599">
                  <c:v>8651</c:v>
                </c:pt>
                <c:pt idx="2600">
                  <c:v>8654</c:v>
                </c:pt>
                <c:pt idx="2601">
                  <c:v>8658</c:v>
                </c:pt>
                <c:pt idx="2602">
                  <c:v>8661</c:v>
                </c:pt>
                <c:pt idx="2603">
                  <c:v>8664</c:v>
                </c:pt>
                <c:pt idx="2604">
                  <c:v>8668</c:v>
                </c:pt>
                <c:pt idx="2605">
                  <c:v>8671</c:v>
                </c:pt>
                <c:pt idx="2606">
                  <c:v>8674</c:v>
                </c:pt>
                <c:pt idx="2607">
                  <c:v>8678</c:v>
                </c:pt>
                <c:pt idx="2608">
                  <c:v>8681</c:v>
                </c:pt>
                <c:pt idx="2609">
                  <c:v>8684</c:v>
                </c:pt>
                <c:pt idx="2610">
                  <c:v>8688</c:v>
                </c:pt>
                <c:pt idx="2611">
                  <c:v>8691</c:v>
                </c:pt>
                <c:pt idx="2612">
                  <c:v>8694</c:v>
                </c:pt>
                <c:pt idx="2613">
                  <c:v>8697</c:v>
                </c:pt>
                <c:pt idx="2614">
                  <c:v>8701</c:v>
                </c:pt>
                <c:pt idx="2615">
                  <c:v>8704</c:v>
                </c:pt>
                <c:pt idx="2616">
                  <c:v>8707</c:v>
                </c:pt>
                <c:pt idx="2617">
                  <c:v>8711</c:v>
                </c:pt>
                <c:pt idx="2618">
                  <c:v>8714</c:v>
                </c:pt>
                <c:pt idx="2619">
                  <c:v>8717</c:v>
                </c:pt>
                <c:pt idx="2620">
                  <c:v>8721</c:v>
                </c:pt>
                <c:pt idx="2621">
                  <c:v>8724</c:v>
                </c:pt>
                <c:pt idx="2622">
                  <c:v>8727</c:v>
                </c:pt>
                <c:pt idx="2623">
                  <c:v>8731</c:v>
                </c:pt>
                <c:pt idx="2624">
                  <c:v>8734</c:v>
                </c:pt>
                <c:pt idx="2625">
                  <c:v>8737</c:v>
                </c:pt>
                <c:pt idx="2626">
                  <c:v>8741</c:v>
                </c:pt>
                <c:pt idx="2627">
                  <c:v>8744</c:v>
                </c:pt>
                <c:pt idx="2628">
                  <c:v>8747</c:v>
                </c:pt>
                <c:pt idx="2629">
                  <c:v>8751</c:v>
                </c:pt>
                <c:pt idx="2630">
                  <c:v>8754</c:v>
                </c:pt>
                <c:pt idx="2631">
                  <c:v>8757</c:v>
                </c:pt>
                <c:pt idx="2632">
                  <c:v>8761</c:v>
                </c:pt>
                <c:pt idx="2633">
                  <c:v>8764</c:v>
                </c:pt>
                <c:pt idx="2634">
                  <c:v>8767</c:v>
                </c:pt>
                <c:pt idx="2635">
                  <c:v>8771</c:v>
                </c:pt>
                <c:pt idx="2636">
                  <c:v>8774</c:v>
                </c:pt>
                <c:pt idx="2637">
                  <c:v>8777</c:v>
                </c:pt>
                <c:pt idx="2638">
                  <c:v>8781</c:v>
                </c:pt>
                <c:pt idx="2639">
                  <c:v>8784</c:v>
                </c:pt>
                <c:pt idx="2640">
                  <c:v>8787</c:v>
                </c:pt>
                <c:pt idx="2641">
                  <c:v>8791</c:v>
                </c:pt>
                <c:pt idx="2642">
                  <c:v>8794</c:v>
                </c:pt>
                <c:pt idx="2643">
                  <c:v>8797</c:v>
                </c:pt>
                <c:pt idx="2644">
                  <c:v>8801</c:v>
                </c:pt>
                <c:pt idx="2645">
                  <c:v>8804</c:v>
                </c:pt>
                <c:pt idx="2646">
                  <c:v>8807</c:v>
                </c:pt>
                <c:pt idx="2647">
                  <c:v>8811</c:v>
                </c:pt>
                <c:pt idx="2648">
                  <c:v>8814</c:v>
                </c:pt>
                <c:pt idx="2649">
                  <c:v>8817</c:v>
                </c:pt>
                <c:pt idx="2650">
                  <c:v>8821</c:v>
                </c:pt>
                <c:pt idx="2651">
                  <c:v>8824</c:v>
                </c:pt>
                <c:pt idx="2652">
                  <c:v>8827</c:v>
                </c:pt>
                <c:pt idx="2653">
                  <c:v>8831</c:v>
                </c:pt>
                <c:pt idx="2654">
                  <c:v>8834</c:v>
                </c:pt>
                <c:pt idx="2655">
                  <c:v>8837</c:v>
                </c:pt>
                <c:pt idx="2656">
                  <c:v>8841</c:v>
                </c:pt>
                <c:pt idx="2657">
                  <c:v>8844</c:v>
                </c:pt>
                <c:pt idx="2658">
                  <c:v>8847</c:v>
                </c:pt>
                <c:pt idx="2659">
                  <c:v>8851</c:v>
                </c:pt>
                <c:pt idx="2660">
                  <c:v>8854</c:v>
                </c:pt>
                <c:pt idx="2661">
                  <c:v>8857</c:v>
                </c:pt>
                <c:pt idx="2662">
                  <c:v>8861</c:v>
                </c:pt>
                <c:pt idx="2663">
                  <c:v>8864</c:v>
                </c:pt>
                <c:pt idx="2664">
                  <c:v>8867</c:v>
                </c:pt>
                <c:pt idx="2665">
                  <c:v>8871</c:v>
                </c:pt>
                <c:pt idx="2666">
                  <c:v>8874</c:v>
                </c:pt>
                <c:pt idx="2667">
                  <c:v>8877</c:v>
                </c:pt>
                <c:pt idx="2668">
                  <c:v>8880</c:v>
                </c:pt>
                <c:pt idx="2669">
                  <c:v>8884</c:v>
                </c:pt>
                <c:pt idx="2670">
                  <c:v>8887</c:v>
                </c:pt>
                <c:pt idx="2671">
                  <c:v>8890</c:v>
                </c:pt>
                <c:pt idx="2672">
                  <c:v>8894</c:v>
                </c:pt>
                <c:pt idx="2673">
                  <c:v>8897</c:v>
                </c:pt>
                <c:pt idx="2674">
                  <c:v>8900</c:v>
                </c:pt>
                <c:pt idx="2675">
                  <c:v>8904</c:v>
                </c:pt>
                <c:pt idx="2676">
                  <c:v>8907</c:v>
                </c:pt>
                <c:pt idx="2677">
                  <c:v>8910</c:v>
                </c:pt>
                <c:pt idx="2678">
                  <c:v>8914</c:v>
                </c:pt>
                <c:pt idx="2679">
                  <c:v>8917</c:v>
                </c:pt>
                <c:pt idx="2680">
                  <c:v>8920</c:v>
                </c:pt>
                <c:pt idx="2681">
                  <c:v>8924</c:v>
                </c:pt>
                <c:pt idx="2682">
                  <c:v>8927</c:v>
                </c:pt>
                <c:pt idx="2683">
                  <c:v>8930</c:v>
                </c:pt>
                <c:pt idx="2684">
                  <c:v>8934</c:v>
                </c:pt>
                <c:pt idx="2685">
                  <c:v>8937</c:v>
                </c:pt>
                <c:pt idx="2686">
                  <c:v>8940</c:v>
                </c:pt>
                <c:pt idx="2687">
                  <c:v>8944</c:v>
                </c:pt>
                <c:pt idx="2688">
                  <c:v>8947</c:v>
                </c:pt>
                <c:pt idx="2689">
                  <c:v>8950</c:v>
                </c:pt>
                <c:pt idx="2690">
                  <c:v>8954</c:v>
                </c:pt>
                <c:pt idx="2691">
                  <c:v>8957</c:v>
                </c:pt>
                <c:pt idx="2692">
                  <c:v>8960</c:v>
                </c:pt>
                <c:pt idx="2693">
                  <c:v>8964</c:v>
                </c:pt>
                <c:pt idx="2694">
                  <c:v>8967</c:v>
                </c:pt>
                <c:pt idx="2695">
                  <c:v>8970</c:v>
                </c:pt>
                <c:pt idx="2696">
                  <c:v>8974</c:v>
                </c:pt>
                <c:pt idx="2697">
                  <c:v>8977</c:v>
                </c:pt>
                <c:pt idx="2698">
                  <c:v>8980</c:v>
                </c:pt>
                <c:pt idx="2699">
                  <c:v>8984</c:v>
                </c:pt>
                <c:pt idx="2700">
                  <c:v>8987</c:v>
                </c:pt>
                <c:pt idx="2701">
                  <c:v>8990</c:v>
                </c:pt>
                <c:pt idx="2702">
                  <c:v>8994</c:v>
                </c:pt>
                <c:pt idx="2703">
                  <c:v>8997</c:v>
                </c:pt>
                <c:pt idx="2704">
                  <c:v>9000</c:v>
                </c:pt>
                <c:pt idx="2705">
                  <c:v>9004</c:v>
                </c:pt>
                <c:pt idx="2706">
                  <c:v>9007</c:v>
                </c:pt>
                <c:pt idx="2707">
                  <c:v>9010</c:v>
                </c:pt>
                <c:pt idx="2708">
                  <c:v>9014</c:v>
                </c:pt>
                <c:pt idx="2709">
                  <c:v>9017</c:v>
                </c:pt>
                <c:pt idx="2710">
                  <c:v>9020</c:v>
                </c:pt>
                <c:pt idx="2711">
                  <c:v>9024</c:v>
                </c:pt>
                <c:pt idx="2712">
                  <c:v>9027</c:v>
                </c:pt>
                <c:pt idx="2713">
                  <c:v>9030</c:v>
                </c:pt>
                <c:pt idx="2714">
                  <c:v>9034</c:v>
                </c:pt>
                <c:pt idx="2715">
                  <c:v>9037</c:v>
                </c:pt>
                <c:pt idx="2716">
                  <c:v>9040</c:v>
                </c:pt>
                <c:pt idx="2717">
                  <c:v>9044</c:v>
                </c:pt>
                <c:pt idx="2718">
                  <c:v>9047</c:v>
                </c:pt>
                <c:pt idx="2719">
                  <c:v>9050</c:v>
                </c:pt>
                <c:pt idx="2720">
                  <c:v>9054</c:v>
                </c:pt>
                <c:pt idx="2721">
                  <c:v>9057</c:v>
                </c:pt>
                <c:pt idx="2722">
                  <c:v>9060</c:v>
                </c:pt>
                <c:pt idx="2723">
                  <c:v>9063</c:v>
                </c:pt>
                <c:pt idx="2724">
                  <c:v>9067</c:v>
                </c:pt>
                <c:pt idx="2725">
                  <c:v>9070</c:v>
                </c:pt>
                <c:pt idx="2726">
                  <c:v>9073</c:v>
                </c:pt>
                <c:pt idx="2727">
                  <c:v>9077</c:v>
                </c:pt>
                <c:pt idx="2728">
                  <c:v>9080</c:v>
                </c:pt>
                <c:pt idx="2729">
                  <c:v>9083</c:v>
                </c:pt>
                <c:pt idx="2730">
                  <c:v>9087</c:v>
                </c:pt>
                <c:pt idx="2731">
                  <c:v>9090</c:v>
                </c:pt>
                <c:pt idx="2732">
                  <c:v>9093</c:v>
                </c:pt>
                <c:pt idx="2733">
                  <c:v>9097</c:v>
                </c:pt>
                <c:pt idx="2734">
                  <c:v>9100</c:v>
                </c:pt>
                <c:pt idx="2735">
                  <c:v>9103</c:v>
                </c:pt>
                <c:pt idx="2736">
                  <c:v>9107</c:v>
                </c:pt>
                <c:pt idx="2737">
                  <c:v>9110</c:v>
                </c:pt>
                <c:pt idx="2738">
                  <c:v>9113</c:v>
                </c:pt>
                <c:pt idx="2739">
                  <c:v>9117</c:v>
                </c:pt>
                <c:pt idx="2740">
                  <c:v>9120</c:v>
                </c:pt>
                <c:pt idx="2741">
                  <c:v>9123</c:v>
                </c:pt>
                <c:pt idx="2742">
                  <c:v>9127</c:v>
                </c:pt>
                <c:pt idx="2743">
                  <c:v>9130</c:v>
                </c:pt>
                <c:pt idx="2744">
                  <c:v>9133</c:v>
                </c:pt>
                <c:pt idx="2745">
                  <c:v>9137</c:v>
                </c:pt>
                <c:pt idx="2746">
                  <c:v>9140</c:v>
                </c:pt>
                <c:pt idx="2747">
                  <c:v>9143</c:v>
                </c:pt>
                <c:pt idx="2748">
                  <c:v>9147</c:v>
                </c:pt>
                <c:pt idx="2749">
                  <c:v>9150</c:v>
                </c:pt>
                <c:pt idx="2750">
                  <c:v>9153</c:v>
                </c:pt>
                <c:pt idx="2751">
                  <c:v>9157</c:v>
                </c:pt>
                <c:pt idx="2752">
                  <c:v>9160</c:v>
                </c:pt>
                <c:pt idx="2753">
                  <c:v>9163</c:v>
                </c:pt>
                <c:pt idx="2754">
                  <c:v>9167</c:v>
                </c:pt>
                <c:pt idx="2755">
                  <c:v>9170</c:v>
                </c:pt>
                <c:pt idx="2756">
                  <c:v>9173</c:v>
                </c:pt>
                <c:pt idx="2757">
                  <c:v>9177</c:v>
                </c:pt>
                <c:pt idx="2758">
                  <c:v>9180</c:v>
                </c:pt>
                <c:pt idx="2759">
                  <c:v>9183</c:v>
                </c:pt>
                <c:pt idx="2760">
                  <c:v>9187</c:v>
                </c:pt>
                <c:pt idx="2761">
                  <c:v>9190</c:v>
                </c:pt>
                <c:pt idx="2762">
                  <c:v>9193</c:v>
                </c:pt>
                <c:pt idx="2763">
                  <c:v>9197</c:v>
                </c:pt>
                <c:pt idx="2764">
                  <c:v>9200</c:v>
                </c:pt>
                <c:pt idx="2765">
                  <c:v>9203</c:v>
                </c:pt>
                <c:pt idx="2766">
                  <c:v>9207</c:v>
                </c:pt>
                <c:pt idx="2767">
                  <c:v>9210</c:v>
                </c:pt>
                <c:pt idx="2768">
                  <c:v>9213</c:v>
                </c:pt>
                <c:pt idx="2769">
                  <c:v>9217</c:v>
                </c:pt>
                <c:pt idx="2770">
                  <c:v>9220</c:v>
                </c:pt>
                <c:pt idx="2771">
                  <c:v>9223</c:v>
                </c:pt>
                <c:pt idx="2772">
                  <c:v>9227</c:v>
                </c:pt>
                <c:pt idx="2773">
                  <c:v>9230</c:v>
                </c:pt>
                <c:pt idx="2774">
                  <c:v>9233</c:v>
                </c:pt>
                <c:pt idx="2775">
                  <c:v>9237</c:v>
                </c:pt>
                <c:pt idx="2776">
                  <c:v>9240</c:v>
                </c:pt>
                <c:pt idx="2777">
                  <c:v>9243</c:v>
                </c:pt>
                <c:pt idx="2778">
                  <c:v>9246</c:v>
                </c:pt>
                <c:pt idx="2779">
                  <c:v>9250</c:v>
                </c:pt>
                <c:pt idx="2780">
                  <c:v>9253</c:v>
                </c:pt>
                <c:pt idx="2781">
                  <c:v>9256</c:v>
                </c:pt>
                <c:pt idx="2782">
                  <c:v>9260</c:v>
                </c:pt>
                <c:pt idx="2783">
                  <c:v>9263</c:v>
                </c:pt>
                <c:pt idx="2784">
                  <c:v>9266</c:v>
                </c:pt>
                <c:pt idx="2785">
                  <c:v>9270</c:v>
                </c:pt>
                <c:pt idx="2786">
                  <c:v>9273</c:v>
                </c:pt>
                <c:pt idx="2787">
                  <c:v>9276</c:v>
                </c:pt>
                <c:pt idx="2788">
                  <c:v>9280</c:v>
                </c:pt>
                <c:pt idx="2789">
                  <c:v>9283</c:v>
                </c:pt>
                <c:pt idx="2790">
                  <c:v>9286</c:v>
                </c:pt>
                <c:pt idx="2791">
                  <c:v>9290</c:v>
                </c:pt>
                <c:pt idx="2792">
                  <c:v>9293</c:v>
                </c:pt>
                <c:pt idx="2793">
                  <c:v>9296</c:v>
                </c:pt>
                <c:pt idx="2794">
                  <c:v>9300</c:v>
                </c:pt>
                <c:pt idx="2795">
                  <c:v>9303</c:v>
                </c:pt>
                <c:pt idx="2796">
                  <c:v>9306</c:v>
                </c:pt>
                <c:pt idx="2797">
                  <c:v>9310</c:v>
                </c:pt>
                <c:pt idx="2798">
                  <c:v>9313</c:v>
                </c:pt>
                <c:pt idx="2799">
                  <c:v>9316</c:v>
                </c:pt>
                <c:pt idx="2800">
                  <c:v>9320</c:v>
                </c:pt>
                <c:pt idx="2801">
                  <c:v>9323</c:v>
                </c:pt>
                <c:pt idx="2802">
                  <c:v>9326</c:v>
                </c:pt>
                <c:pt idx="2803">
                  <c:v>9330</c:v>
                </c:pt>
                <c:pt idx="2804">
                  <c:v>9333</c:v>
                </c:pt>
                <c:pt idx="2805">
                  <c:v>9336</c:v>
                </c:pt>
                <c:pt idx="2806">
                  <c:v>9340</c:v>
                </c:pt>
                <c:pt idx="2807">
                  <c:v>9343</c:v>
                </c:pt>
                <c:pt idx="2808">
                  <c:v>9346</c:v>
                </c:pt>
                <c:pt idx="2809">
                  <c:v>9350</c:v>
                </c:pt>
                <c:pt idx="2810">
                  <c:v>9353</c:v>
                </c:pt>
                <c:pt idx="2811">
                  <c:v>9356</c:v>
                </c:pt>
                <c:pt idx="2812">
                  <c:v>9360</c:v>
                </c:pt>
                <c:pt idx="2813">
                  <c:v>9363</c:v>
                </c:pt>
                <c:pt idx="2814">
                  <c:v>9366</c:v>
                </c:pt>
                <c:pt idx="2815">
                  <c:v>9370</c:v>
                </c:pt>
                <c:pt idx="2816">
                  <c:v>9373</c:v>
                </c:pt>
                <c:pt idx="2817">
                  <c:v>9376</c:v>
                </c:pt>
                <c:pt idx="2818">
                  <c:v>9380</c:v>
                </c:pt>
                <c:pt idx="2819">
                  <c:v>9383</c:v>
                </c:pt>
                <c:pt idx="2820">
                  <c:v>9386</c:v>
                </c:pt>
                <c:pt idx="2821">
                  <c:v>9390</c:v>
                </c:pt>
                <c:pt idx="2822">
                  <c:v>9393</c:v>
                </c:pt>
                <c:pt idx="2823">
                  <c:v>9396</c:v>
                </c:pt>
                <c:pt idx="2824">
                  <c:v>9400</c:v>
                </c:pt>
                <c:pt idx="2825">
                  <c:v>9403</c:v>
                </c:pt>
                <c:pt idx="2826">
                  <c:v>9406</c:v>
                </c:pt>
                <c:pt idx="2827">
                  <c:v>9410</c:v>
                </c:pt>
                <c:pt idx="2828">
                  <c:v>9413</c:v>
                </c:pt>
                <c:pt idx="2829">
                  <c:v>9416</c:v>
                </c:pt>
                <c:pt idx="2830">
                  <c:v>9420</c:v>
                </c:pt>
                <c:pt idx="2831">
                  <c:v>9423</c:v>
                </c:pt>
                <c:pt idx="2832">
                  <c:v>9426</c:v>
                </c:pt>
                <c:pt idx="2833">
                  <c:v>9429</c:v>
                </c:pt>
                <c:pt idx="2834">
                  <c:v>9433</c:v>
                </c:pt>
                <c:pt idx="2835">
                  <c:v>9436</c:v>
                </c:pt>
                <c:pt idx="2836">
                  <c:v>9439</c:v>
                </c:pt>
                <c:pt idx="2837">
                  <c:v>9443</c:v>
                </c:pt>
                <c:pt idx="2838">
                  <c:v>9446</c:v>
                </c:pt>
                <c:pt idx="2839">
                  <c:v>9449</c:v>
                </c:pt>
                <c:pt idx="2840">
                  <c:v>9453</c:v>
                </c:pt>
                <c:pt idx="2841">
                  <c:v>9456</c:v>
                </c:pt>
                <c:pt idx="2842">
                  <c:v>9459</c:v>
                </c:pt>
                <c:pt idx="2843">
                  <c:v>9463</c:v>
                </c:pt>
                <c:pt idx="2844">
                  <c:v>9466</c:v>
                </c:pt>
                <c:pt idx="2845">
                  <c:v>9469</c:v>
                </c:pt>
                <c:pt idx="2846">
                  <c:v>9473</c:v>
                </c:pt>
                <c:pt idx="2847">
                  <c:v>9476</c:v>
                </c:pt>
                <c:pt idx="2848">
                  <c:v>9479</c:v>
                </c:pt>
                <c:pt idx="2849">
                  <c:v>9483</c:v>
                </c:pt>
                <c:pt idx="2850">
                  <c:v>9486</c:v>
                </c:pt>
                <c:pt idx="2851">
                  <c:v>9489</c:v>
                </c:pt>
                <c:pt idx="2852">
                  <c:v>9493</c:v>
                </c:pt>
                <c:pt idx="2853">
                  <c:v>9496</c:v>
                </c:pt>
                <c:pt idx="2854">
                  <c:v>9499</c:v>
                </c:pt>
                <c:pt idx="2855">
                  <c:v>9503</c:v>
                </c:pt>
                <c:pt idx="2856">
                  <c:v>9506</c:v>
                </c:pt>
                <c:pt idx="2857">
                  <c:v>9509</c:v>
                </c:pt>
                <c:pt idx="2858">
                  <c:v>9513</c:v>
                </c:pt>
                <c:pt idx="2859">
                  <c:v>9516</c:v>
                </c:pt>
                <c:pt idx="2860">
                  <c:v>9519</c:v>
                </c:pt>
                <c:pt idx="2861">
                  <c:v>9523</c:v>
                </c:pt>
                <c:pt idx="2862">
                  <c:v>9526</c:v>
                </c:pt>
                <c:pt idx="2863">
                  <c:v>9529</c:v>
                </c:pt>
                <c:pt idx="2864">
                  <c:v>9533</c:v>
                </c:pt>
                <c:pt idx="2865">
                  <c:v>9536</c:v>
                </c:pt>
                <c:pt idx="2866">
                  <c:v>9539</c:v>
                </c:pt>
                <c:pt idx="2867">
                  <c:v>9543</c:v>
                </c:pt>
                <c:pt idx="2868">
                  <c:v>9546</c:v>
                </c:pt>
                <c:pt idx="2869">
                  <c:v>9549</c:v>
                </c:pt>
                <c:pt idx="2870">
                  <c:v>9553</c:v>
                </c:pt>
                <c:pt idx="2871">
                  <c:v>9556</c:v>
                </c:pt>
                <c:pt idx="2872">
                  <c:v>9559</c:v>
                </c:pt>
                <c:pt idx="2873">
                  <c:v>9563</c:v>
                </c:pt>
                <c:pt idx="2874">
                  <c:v>9566</c:v>
                </c:pt>
                <c:pt idx="2875">
                  <c:v>9569</c:v>
                </c:pt>
                <c:pt idx="2876">
                  <c:v>9573</c:v>
                </c:pt>
                <c:pt idx="2877">
                  <c:v>9576</c:v>
                </c:pt>
                <c:pt idx="2878">
                  <c:v>9579</c:v>
                </c:pt>
                <c:pt idx="2879">
                  <c:v>9583</c:v>
                </c:pt>
                <c:pt idx="2880">
                  <c:v>9586</c:v>
                </c:pt>
                <c:pt idx="2881">
                  <c:v>9589</c:v>
                </c:pt>
                <c:pt idx="2882">
                  <c:v>9593</c:v>
                </c:pt>
                <c:pt idx="2883">
                  <c:v>9596</c:v>
                </c:pt>
                <c:pt idx="2884">
                  <c:v>9599</c:v>
                </c:pt>
                <c:pt idx="2885">
                  <c:v>9603</c:v>
                </c:pt>
                <c:pt idx="2886">
                  <c:v>9606</c:v>
                </c:pt>
                <c:pt idx="2887">
                  <c:v>9609</c:v>
                </c:pt>
                <c:pt idx="2888">
                  <c:v>9612</c:v>
                </c:pt>
                <c:pt idx="2889">
                  <c:v>9616</c:v>
                </c:pt>
                <c:pt idx="2890">
                  <c:v>9619</c:v>
                </c:pt>
                <c:pt idx="2891">
                  <c:v>9622</c:v>
                </c:pt>
                <c:pt idx="2892">
                  <c:v>9626</c:v>
                </c:pt>
                <c:pt idx="2893">
                  <c:v>9629</c:v>
                </c:pt>
                <c:pt idx="2894">
                  <c:v>9632</c:v>
                </c:pt>
                <c:pt idx="2895">
                  <c:v>9636</c:v>
                </c:pt>
                <c:pt idx="2896">
                  <c:v>9639</c:v>
                </c:pt>
                <c:pt idx="2897">
                  <c:v>9642</c:v>
                </c:pt>
                <c:pt idx="2898">
                  <c:v>9646</c:v>
                </c:pt>
                <c:pt idx="2899">
                  <c:v>9649</c:v>
                </c:pt>
                <c:pt idx="2900">
                  <c:v>9652</c:v>
                </c:pt>
                <c:pt idx="2901">
                  <c:v>9656</c:v>
                </c:pt>
                <c:pt idx="2902">
                  <c:v>9659</c:v>
                </c:pt>
                <c:pt idx="2903">
                  <c:v>9662</c:v>
                </c:pt>
                <c:pt idx="2904">
                  <c:v>9666</c:v>
                </c:pt>
                <c:pt idx="2905">
                  <c:v>9669</c:v>
                </c:pt>
                <c:pt idx="2906">
                  <c:v>9672</c:v>
                </c:pt>
                <c:pt idx="2907">
                  <c:v>9676</c:v>
                </c:pt>
                <c:pt idx="2908">
                  <c:v>9679</c:v>
                </c:pt>
                <c:pt idx="2909">
                  <c:v>9682</c:v>
                </c:pt>
                <c:pt idx="2910">
                  <c:v>9686</c:v>
                </c:pt>
                <c:pt idx="2911">
                  <c:v>9689</c:v>
                </c:pt>
                <c:pt idx="2912">
                  <c:v>9692</c:v>
                </c:pt>
                <c:pt idx="2913">
                  <c:v>9696</c:v>
                </c:pt>
                <c:pt idx="2914">
                  <c:v>9699</c:v>
                </c:pt>
                <c:pt idx="2915">
                  <c:v>9702</c:v>
                </c:pt>
                <c:pt idx="2916">
                  <c:v>9706</c:v>
                </c:pt>
                <c:pt idx="2917">
                  <c:v>9709</c:v>
                </c:pt>
                <c:pt idx="2918">
                  <c:v>9712</c:v>
                </c:pt>
                <c:pt idx="2919">
                  <c:v>9716</c:v>
                </c:pt>
                <c:pt idx="2920">
                  <c:v>9719</c:v>
                </c:pt>
                <c:pt idx="2921">
                  <c:v>9722</c:v>
                </c:pt>
                <c:pt idx="2922">
                  <c:v>9726</c:v>
                </c:pt>
                <c:pt idx="2923">
                  <c:v>9729</c:v>
                </c:pt>
                <c:pt idx="2924">
                  <c:v>9732</c:v>
                </c:pt>
                <c:pt idx="2925">
                  <c:v>9736</c:v>
                </c:pt>
                <c:pt idx="2926">
                  <c:v>9739</c:v>
                </c:pt>
                <c:pt idx="2927">
                  <c:v>9742</c:v>
                </c:pt>
                <c:pt idx="2928">
                  <c:v>9746</c:v>
                </c:pt>
                <c:pt idx="2929">
                  <c:v>9749</c:v>
                </c:pt>
                <c:pt idx="2930">
                  <c:v>9752</c:v>
                </c:pt>
                <c:pt idx="2931">
                  <c:v>9756</c:v>
                </c:pt>
                <c:pt idx="2932">
                  <c:v>9759</c:v>
                </c:pt>
                <c:pt idx="2933">
                  <c:v>9762</c:v>
                </c:pt>
                <c:pt idx="2934">
                  <c:v>9766</c:v>
                </c:pt>
                <c:pt idx="2935">
                  <c:v>9769</c:v>
                </c:pt>
                <c:pt idx="2936">
                  <c:v>9772</c:v>
                </c:pt>
                <c:pt idx="2937">
                  <c:v>9776</c:v>
                </c:pt>
                <c:pt idx="2938">
                  <c:v>9779</c:v>
                </c:pt>
                <c:pt idx="2939">
                  <c:v>9782</c:v>
                </c:pt>
                <c:pt idx="2940">
                  <c:v>9786</c:v>
                </c:pt>
                <c:pt idx="2941">
                  <c:v>9789</c:v>
                </c:pt>
                <c:pt idx="2942">
                  <c:v>9792</c:v>
                </c:pt>
                <c:pt idx="2943">
                  <c:v>9795</c:v>
                </c:pt>
                <c:pt idx="2944">
                  <c:v>9799</c:v>
                </c:pt>
                <c:pt idx="2945">
                  <c:v>9802</c:v>
                </c:pt>
                <c:pt idx="2946">
                  <c:v>9805</c:v>
                </c:pt>
                <c:pt idx="2947">
                  <c:v>9809</c:v>
                </c:pt>
                <c:pt idx="2948">
                  <c:v>9812</c:v>
                </c:pt>
                <c:pt idx="2949">
                  <c:v>9815</c:v>
                </c:pt>
                <c:pt idx="2950">
                  <c:v>9819</c:v>
                </c:pt>
                <c:pt idx="2951">
                  <c:v>9822</c:v>
                </c:pt>
                <c:pt idx="2952">
                  <c:v>9825</c:v>
                </c:pt>
                <c:pt idx="2953">
                  <c:v>9829</c:v>
                </c:pt>
                <c:pt idx="2954">
                  <c:v>9832</c:v>
                </c:pt>
                <c:pt idx="2955">
                  <c:v>9835</c:v>
                </c:pt>
                <c:pt idx="2956">
                  <c:v>9839</c:v>
                </c:pt>
                <c:pt idx="2957">
                  <c:v>9842</c:v>
                </c:pt>
                <c:pt idx="2958">
                  <c:v>9845</c:v>
                </c:pt>
                <c:pt idx="2959">
                  <c:v>9849</c:v>
                </c:pt>
                <c:pt idx="2960">
                  <c:v>9852</c:v>
                </c:pt>
                <c:pt idx="2961">
                  <c:v>9855</c:v>
                </c:pt>
                <c:pt idx="2962">
                  <c:v>9859</c:v>
                </c:pt>
                <c:pt idx="2963">
                  <c:v>9862</c:v>
                </c:pt>
                <c:pt idx="2964">
                  <c:v>9865</c:v>
                </c:pt>
                <c:pt idx="2965">
                  <c:v>9869</c:v>
                </c:pt>
                <c:pt idx="2966">
                  <c:v>9872</c:v>
                </c:pt>
                <c:pt idx="2967">
                  <c:v>9875</c:v>
                </c:pt>
                <c:pt idx="2968">
                  <c:v>9879</c:v>
                </c:pt>
                <c:pt idx="2969">
                  <c:v>9882</c:v>
                </c:pt>
                <c:pt idx="2970">
                  <c:v>9885</c:v>
                </c:pt>
                <c:pt idx="2971">
                  <c:v>9889</c:v>
                </c:pt>
                <c:pt idx="2972">
                  <c:v>9892</c:v>
                </c:pt>
                <c:pt idx="2973">
                  <c:v>9895</c:v>
                </c:pt>
                <c:pt idx="2974">
                  <c:v>9899</c:v>
                </c:pt>
                <c:pt idx="2975">
                  <c:v>9902</c:v>
                </c:pt>
                <c:pt idx="2976">
                  <c:v>9905</c:v>
                </c:pt>
                <c:pt idx="2977">
                  <c:v>9909</c:v>
                </c:pt>
                <c:pt idx="2978">
                  <c:v>9912</c:v>
                </c:pt>
                <c:pt idx="2979">
                  <c:v>9915</c:v>
                </c:pt>
                <c:pt idx="2980">
                  <c:v>9919</c:v>
                </c:pt>
                <c:pt idx="2981">
                  <c:v>9922</c:v>
                </c:pt>
                <c:pt idx="2982">
                  <c:v>9925</c:v>
                </c:pt>
                <c:pt idx="2983">
                  <c:v>9929</c:v>
                </c:pt>
                <c:pt idx="2984">
                  <c:v>9932</c:v>
                </c:pt>
                <c:pt idx="2985">
                  <c:v>9935</c:v>
                </c:pt>
                <c:pt idx="2986">
                  <c:v>9939</c:v>
                </c:pt>
                <c:pt idx="2987">
                  <c:v>9942</c:v>
                </c:pt>
                <c:pt idx="2988">
                  <c:v>9945</c:v>
                </c:pt>
                <c:pt idx="2989">
                  <c:v>9949</c:v>
                </c:pt>
                <c:pt idx="2990">
                  <c:v>9952</c:v>
                </c:pt>
                <c:pt idx="2991">
                  <c:v>9955</c:v>
                </c:pt>
                <c:pt idx="2992">
                  <c:v>9959</c:v>
                </c:pt>
                <c:pt idx="2993">
                  <c:v>9962</c:v>
                </c:pt>
                <c:pt idx="2994">
                  <c:v>9965</c:v>
                </c:pt>
                <c:pt idx="2995">
                  <c:v>9969</c:v>
                </c:pt>
                <c:pt idx="2996">
                  <c:v>9972</c:v>
                </c:pt>
                <c:pt idx="2997">
                  <c:v>9975</c:v>
                </c:pt>
                <c:pt idx="2998">
                  <c:v>9978</c:v>
                </c:pt>
                <c:pt idx="2999">
                  <c:v>9982</c:v>
                </c:pt>
                <c:pt idx="3000">
                  <c:v>9985</c:v>
                </c:pt>
                <c:pt idx="3001">
                  <c:v>9988</c:v>
                </c:pt>
                <c:pt idx="3002">
                  <c:v>9992</c:v>
                </c:pt>
                <c:pt idx="3003">
                  <c:v>9995</c:v>
                </c:pt>
                <c:pt idx="3004">
                  <c:v>9998</c:v>
                </c:pt>
                <c:pt idx="3005">
                  <c:v>10002</c:v>
                </c:pt>
                <c:pt idx="3006">
                  <c:v>10005</c:v>
                </c:pt>
                <c:pt idx="3007">
                  <c:v>10008</c:v>
                </c:pt>
                <c:pt idx="3008">
                  <c:v>10012</c:v>
                </c:pt>
                <c:pt idx="3009">
                  <c:v>10015</c:v>
                </c:pt>
                <c:pt idx="3010">
                  <c:v>10018</c:v>
                </c:pt>
                <c:pt idx="3011">
                  <c:v>10022</c:v>
                </c:pt>
                <c:pt idx="3012">
                  <c:v>10025</c:v>
                </c:pt>
                <c:pt idx="3013">
                  <c:v>10028</c:v>
                </c:pt>
                <c:pt idx="3014">
                  <c:v>10032</c:v>
                </c:pt>
                <c:pt idx="3015">
                  <c:v>10035</c:v>
                </c:pt>
                <c:pt idx="3016">
                  <c:v>10038</c:v>
                </c:pt>
                <c:pt idx="3017">
                  <c:v>10042</c:v>
                </c:pt>
                <c:pt idx="3018">
                  <c:v>10045</c:v>
                </c:pt>
                <c:pt idx="3019">
                  <c:v>10048</c:v>
                </c:pt>
                <c:pt idx="3020">
                  <c:v>10052</c:v>
                </c:pt>
                <c:pt idx="3021">
                  <c:v>10055</c:v>
                </c:pt>
                <c:pt idx="3022">
                  <c:v>10058</c:v>
                </c:pt>
                <c:pt idx="3023">
                  <c:v>10062</c:v>
                </c:pt>
                <c:pt idx="3024">
                  <c:v>10065</c:v>
                </c:pt>
                <c:pt idx="3025">
                  <c:v>10068</c:v>
                </c:pt>
                <c:pt idx="3026">
                  <c:v>10072</c:v>
                </c:pt>
                <c:pt idx="3027">
                  <c:v>10075</c:v>
                </c:pt>
                <c:pt idx="3028">
                  <c:v>10078</c:v>
                </c:pt>
                <c:pt idx="3029">
                  <c:v>10082</c:v>
                </c:pt>
                <c:pt idx="3030">
                  <c:v>10085</c:v>
                </c:pt>
                <c:pt idx="3031">
                  <c:v>10088</c:v>
                </c:pt>
                <c:pt idx="3032">
                  <c:v>10092</c:v>
                </c:pt>
                <c:pt idx="3033">
                  <c:v>10095</c:v>
                </c:pt>
                <c:pt idx="3034">
                  <c:v>10098</c:v>
                </c:pt>
                <c:pt idx="3035">
                  <c:v>10102</c:v>
                </c:pt>
                <c:pt idx="3036">
                  <c:v>10105</c:v>
                </c:pt>
                <c:pt idx="3037">
                  <c:v>10108</c:v>
                </c:pt>
                <c:pt idx="3038">
                  <c:v>10112</c:v>
                </c:pt>
                <c:pt idx="3039">
                  <c:v>10115</c:v>
                </c:pt>
                <c:pt idx="3040">
                  <c:v>10118</c:v>
                </c:pt>
                <c:pt idx="3041">
                  <c:v>10122</c:v>
                </c:pt>
                <c:pt idx="3042">
                  <c:v>10125</c:v>
                </c:pt>
                <c:pt idx="3043">
                  <c:v>10128</c:v>
                </c:pt>
                <c:pt idx="3044">
                  <c:v>10132</c:v>
                </c:pt>
                <c:pt idx="3045">
                  <c:v>10135</c:v>
                </c:pt>
                <c:pt idx="3046">
                  <c:v>10138</c:v>
                </c:pt>
                <c:pt idx="3047">
                  <c:v>10142</c:v>
                </c:pt>
                <c:pt idx="3048">
                  <c:v>10145</c:v>
                </c:pt>
                <c:pt idx="3049">
                  <c:v>10148</c:v>
                </c:pt>
                <c:pt idx="3050">
                  <c:v>10152</c:v>
                </c:pt>
                <c:pt idx="3051">
                  <c:v>10155</c:v>
                </c:pt>
                <c:pt idx="3052">
                  <c:v>10158</c:v>
                </c:pt>
                <c:pt idx="3053">
                  <c:v>10161</c:v>
                </c:pt>
                <c:pt idx="3054">
                  <c:v>10165</c:v>
                </c:pt>
                <c:pt idx="3055">
                  <c:v>10168</c:v>
                </c:pt>
                <c:pt idx="3056">
                  <c:v>10171</c:v>
                </c:pt>
                <c:pt idx="3057">
                  <c:v>10175</c:v>
                </c:pt>
                <c:pt idx="3058">
                  <c:v>10178</c:v>
                </c:pt>
                <c:pt idx="3059">
                  <c:v>10181</c:v>
                </c:pt>
                <c:pt idx="3060">
                  <c:v>10185</c:v>
                </c:pt>
                <c:pt idx="3061">
                  <c:v>10188</c:v>
                </c:pt>
                <c:pt idx="3062">
                  <c:v>10191</c:v>
                </c:pt>
                <c:pt idx="3063">
                  <c:v>10195</c:v>
                </c:pt>
                <c:pt idx="3064">
                  <c:v>10198</c:v>
                </c:pt>
                <c:pt idx="3065">
                  <c:v>10201</c:v>
                </c:pt>
                <c:pt idx="3066">
                  <c:v>10205</c:v>
                </c:pt>
                <c:pt idx="3067">
                  <c:v>10208</c:v>
                </c:pt>
                <c:pt idx="3068">
                  <c:v>10211</c:v>
                </c:pt>
                <c:pt idx="3069">
                  <c:v>10215</c:v>
                </c:pt>
                <c:pt idx="3070">
                  <c:v>10218</c:v>
                </c:pt>
                <c:pt idx="3071">
                  <c:v>10221</c:v>
                </c:pt>
                <c:pt idx="3072">
                  <c:v>10225</c:v>
                </c:pt>
                <c:pt idx="3073">
                  <c:v>10228</c:v>
                </c:pt>
                <c:pt idx="3074">
                  <c:v>10231</c:v>
                </c:pt>
                <c:pt idx="3075">
                  <c:v>10235</c:v>
                </c:pt>
                <c:pt idx="3076">
                  <c:v>10238</c:v>
                </c:pt>
                <c:pt idx="3077">
                  <c:v>10241</c:v>
                </c:pt>
                <c:pt idx="3078">
                  <c:v>10245</c:v>
                </c:pt>
                <c:pt idx="3079">
                  <c:v>10248</c:v>
                </c:pt>
                <c:pt idx="3080">
                  <c:v>10251</c:v>
                </c:pt>
                <c:pt idx="3081">
                  <c:v>10255</c:v>
                </c:pt>
                <c:pt idx="3082">
                  <c:v>10258</c:v>
                </c:pt>
                <c:pt idx="3083">
                  <c:v>10261</c:v>
                </c:pt>
                <c:pt idx="3084">
                  <c:v>10265</c:v>
                </c:pt>
                <c:pt idx="3085">
                  <c:v>10268</c:v>
                </c:pt>
                <c:pt idx="3086">
                  <c:v>10271</c:v>
                </c:pt>
                <c:pt idx="3087">
                  <c:v>10275</c:v>
                </c:pt>
                <c:pt idx="3088">
                  <c:v>10278</c:v>
                </c:pt>
                <c:pt idx="3089">
                  <c:v>10281</c:v>
                </c:pt>
                <c:pt idx="3090">
                  <c:v>10285</c:v>
                </c:pt>
                <c:pt idx="3091">
                  <c:v>10288</c:v>
                </c:pt>
                <c:pt idx="3092">
                  <c:v>10291</c:v>
                </c:pt>
                <c:pt idx="3093">
                  <c:v>10295</c:v>
                </c:pt>
                <c:pt idx="3094">
                  <c:v>10298</c:v>
                </c:pt>
                <c:pt idx="3095">
                  <c:v>10301</c:v>
                </c:pt>
                <c:pt idx="3096">
                  <c:v>10305</c:v>
                </c:pt>
                <c:pt idx="3097">
                  <c:v>10308</c:v>
                </c:pt>
                <c:pt idx="3098">
                  <c:v>10311</c:v>
                </c:pt>
                <c:pt idx="3099">
                  <c:v>10315</c:v>
                </c:pt>
                <c:pt idx="3100">
                  <c:v>10318</c:v>
                </c:pt>
                <c:pt idx="3101">
                  <c:v>10321</c:v>
                </c:pt>
                <c:pt idx="3102">
                  <c:v>10325</c:v>
                </c:pt>
                <c:pt idx="3103">
                  <c:v>10328</c:v>
                </c:pt>
                <c:pt idx="3104">
                  <c:v>10331</c:v>
                </c:pt>
                <c:pt idx="3105">
                  <c:v>10335</c:v>
                </c:pt>
                <c:pt idx="3106">
                  <c:v>10338</c:v>
                </c:pt>
                <c:pt idx="3107">
                  <c:v>10341</c:v>
                </c:pt>
                <c:pt idx="3108">
                  <c:v>10344</c:v>
                </c:pt>
                <c:pt idx="3109">
                  <c:v>10348</c:v>
                </c:pt>
                <c:pt idx="3110">
                  <c:v>10351</c:v>
                </c:pt>
                <c:pt idx="3111">
                  <c:v>10354</c:v>
                </c:pt>
                <c:pt idx="3112">
                  <c:v>10358</c:v>
                </c:pt>
                <c:pt idx="3113">
                  <c:v>10361</c:v>
                </c:pt>
                <c:pt idx="3114">
                  <c:v>10364</c:v>
                </c:pt>
                <c:pt idx="3115">
                  <c:v>10368</c:v>
                </c:pt>
                <c:pt idx="3116">
                  <c:v>10371</c:v>
                </c:pt>
                <c:pt idx="3117">
                  <c:v>10374</c:v>
                </c:pt>
                <c:pt idx="3118">
                  <c:v>10378</c:v>
                </c:pt>
                <c:pt idx="3119">
                  <c:v>10381</c:v>
                </c:pt>
                <c:pt idx="3120">
                  <c:v>10384</c:v>
                </c:pt>
                <c:pt idx="3121">
                  <c:v>10388</c:v>
                </c:pt>
                <c:pt idx="3122">
                  <c:v>10391</c:v>
                </c:pt>
                <c:pt idx="3123">
                  <c:v>10394</c:v>
                </c:pt>
                <c:pt idx="3124">
                  <c:v>10398</c:v>
                </c:pt>
                <c:pt idx="3125">
                  <c:v>10401</c:v>
                </c:pt>
                <c:pt idx="3126">
                  <c:v>10404</c:v>
                </c:pt>
                <c:pt idx="3127">
                  <c:v>10408</c:v>
                </c:pt>
                <c:pt idx="3128">
                  <c:v>10411</c:v>
                </c:pt>
                <c:pt idx="3129">
                  <c:v>10414</c:v>
                </c:pt>
                <c:pt idx="3130">
                  <c:v>10418</c:v>
                </c:pt>
                <c:pt idx="3131">
                  <c:v>10421</c:v>
                </c:pt>
                <c:pt idx="3132">
                  <c:v>10424</c:v>
                </c:pt>
                <c:pt idx="3133">
                  <c:v>10428</c:v>
                </c:pt>
                <c:pt idx="3134">
                  <c:v>10431</c:v>
                </c:pt>
                <c:pt idx="3135">
                  <c:v>10434</c:v>
                </c:pt>
                <c:pt idx="3136">
                  <c:v>10438</c:v>
                </c:pt>
                <c:pt idx="3137">
                  <c:v>10441</c:v>
                </c:pt>
                <c:pt idx="3138">
                  <c:v>10444</c:v>
                </c:pt>
                <c:pt idx="3139">
                  <c:v>10448</c:v>
                </c:pt>
                <c:pt idx="3140">
                  <c:v>10451</c:v>
                </c:pt>
                <c:pt idx="3141">
                  <c:v>10454</c:v>
                </c:pt>
                <c:pt idx="3142">
                  <c:v>10458</c:v>
                </c:pt>
                <c:pt idx="3143">
                  <c:v>10461</c:v>
                </c:pt>
                <c:pt idx="3144">
                  <c:v>10464</c:v>
                </c:pt>
                <c:pt idx="3145">
                  <c:v>10468</c:v>
                </c:pt>
                <c:pt idx="3146">
                  <c:v>10471</c:v>
                </c:pt>
                <c:pt idx="3147">
                  <c:v>10474</c:v>
                </c:pt>
                <c:pt idx="3148">
                  <c:v>10478</c:v>
                </c:pt>
                <c:pt idx="3149">
                  <c:v>10481</c:v>
                </c:pt>
                <c:pt idx="3150">
                  <c:v>10484</c:v>
                </c:pt>
                <c:pt idx="3151">
                  <c:v>10488</c:v>
                </c:pt>
                <c:pt idx="3152">
                  <c:v>10491</c:v>
                </c:pt>
                <c:pt idx="3153">
                  <c:v>10494</c:v>
                </c:pt>
                <c:pt idx="3154">
                  <c:v>10498</c:v>
                </c:pt>
                <c:pt idx="3155">
                  <c:v>10501</c:v>
                </c:pt>
                <c:pt idx="3156">
                  <c:v>10504</c:v>
                </c:pt>
                <c:pt idx="3157">
                  <c:v>10508</c:v>
                </c:pt>
                <c:pt idx="3158">
                  <c:v>10511</c:v>
                </c:pt>
                <c:pt idx="3159">
                  <c:v>10514</c:v>
                </c:pt>
                <c:pt idx="3160">
                  <c:v>10518</c:v>
                </c:pt>
                <c:pt idx="3161">
                  <c:v>10521</c:v>
                </c:pt>
                <c:pt idx="3162">
                  <c:v>10524</c:v>
                </c:pt>
                <c:pt idx="3163">
                  <c:v>10527</c:v>
                </c:pt>
                <c:pt idx="3164">
                  <c:v>10531</c:v>
                </c:pt>
                <c:pt idx="3165">
                  <c:v>10534</c:v>
                </c:pt>
                <c:pt idx="3166">
                  <c:v>10537</c:v>
                </c:pt>
                <c:pt idx="3167">
                  <c:v>10541</c:v>
                </c:pt>
                <c:pt idx="3168">
                  <c:v>10544</c:v>
                </c:pt>
                <c:pt idx="3169">
                  <c:v>10547</c:v>
                </c:pt>
                <c:pt idx="3170">
                  <c:v>10551</c:v>
                </c:pt>
                <c:pt idx="3171">
                  <c:v>10554</c:v>
                </c:pt>
                <c:pt idx="3172">
                  <c:v>10557</c:v>
                </c:pt>
                <c:pt idx="3173">
                  <c:v>10561</c:v>
                </c:pt>
                <c:pt idx="3174">
                  <c:v>10564</c:v>
                </c:pt>
                <c:pt idx="3175">
                  <c:v>10567</c:v>
                </c:pt>
                <c:pt idx="3176">
                  <c:v>10571</c:v>
                </c:pt>
                <c:pt idx="3177">
                  <c:v>10574</c:v>
                </c:pt>
                <c:pt idx="3178">
                  <c:v>10577</c:v>
                </c:pt>
                <c:pt idx="3179">
                  <c:v>10581</c:v>
                </c:pt>
                <c:pt idx="3180">
                  <c:v>10584</c:v>
                </c:pt>
                <c:pt idx="3181">
                  <c:v>10587</c:v>
                </c:pt>
                <c:pt idx="3182">
                  <c:v>10591</c:v>
                </c:pt>
                <c:pt idx="3183">
                  <c:v>10594</c:v>
                </c:pt>
                <c:pt idx="3184">
                  <c:v>10597</c:v>
                </c:pt>
                <c:pt idx="3185">
                  <c:v>10601</c:v>
                </c:pt>
                <c:pt idx="3186">
                  <c:v>10604</c:v>
                </c:pt>
                <c:pt idx="3187">
                  <c:v>10607</c:v>
                </c:pt>
                <c:pt idx="3188">
                  <c:v>10611</c:v>
                </c:pt>
                <c:pt idx="3189">
                  <c:v>10614</c:v>
                </c:pt>
                <c:pt idx="3190">
                  <c:v>10617</c:v>
                </c:pt>
                <c:pt idx="3191">
                  <c:v>10621</c:v>
                </c:pt>
                <c:pt idx="3192">
                  <c:v>10624</c:v>
                </c:pt>
                <c:pt idx="3193">
                  <c:v>10627</c:v>
                </c:pt>
                <c:pt idx="3194">
                  <c:v>10631</c:v>
                </c:pt>
                <c:pt idx="3195">
                  <c:v>10634</c:v>
                </c:pt>
                <c:pt idx="3196">
                  <c:v>10637</c:v>
                </c:pt>
                <c:pt idx="3197">
                  <c:v>10641</c:v>
                </c:pt>
                <c:pt idx="3198">
                  <c:v>10644</c:v>
                </c:pt>
                <c:pt idx="3199">
                  <c:v>10647</c:v>
                </c:pt>
                <c:pt idx="3200">
                  <c:v>10651</c:v>
                </c:pt>
                <c:pt idx="3201">
                  <c:v>10654</c:v>
                </c:pt>
                <c:pt idx="3202">
                  <c:v>10657</c:v>
                </c:pt>
                <c:pt idx="3203">
                  <c:v>10661</c:v>
                </c:pt>
                <c:pt idx="3204">
                  <c:v>10664</c:v>
                </c:pt>
                <c:pt idx="3205">
                  <c:v>10667</c:v>
                </c:pt>
                <c:pt idx="3206">
                  <c:v>10671</c:v>
                </c:pt>
                <c:pt idx="3207">
                  <c:v>10674</c:v>
                </c:pt>
                <c:pt idx="3208">
                  <c:v>10677</c:v>
                </c:pt>
                <c:pt idx="3209">
                  <c:v>10681</c:v>
                </c:pt>
                <c:pt idx="3210">
                  <c:v>10684</c:v>
                </c:pt>
                <c:pt idx="3211">
                  <c:v>10687</c:v>
                </c:pt>
                <c:pt idx="3212">
                  <c:v>10691</c:v>
                </c:pt>
                <c:pt idx="3213">
                  <c:v>10694</c:v>
                </c:pt>
                <c:pt idx="3214">
                  <c:v>10697</c:v>
                </c:pt>
                <c:pt idx="3215">
                  <c:v>10701</c:v>
                </c:pt>
                <c:pt idx="3216">
                  <c:v>10704</c:v>
                </c:pt>
                <c:pt idx="3217">
                  <c:v>10707</c:v>
                </c:pt>
                <c:pt idx="3218">
                  <c:v>10710</c:v>
                </c:pt>
                <c:pt idx="3219">
                  <c:v>10714</c:v>
                </c:pt>
                <c:pt idx="3220">
                  <c:v>10717</c:v>
                </c:pt>
                <c:pt idx="3221">
                  <c:v>10720</c:v>
                </c:pt>
                <c:pt idx="3222">
                  <c:v>10724</c:v>
                </c:pt>
                <c:pt idx="3223">
                  <c:v>10727</c:v>
                </c:pt>
                <c:pt idx="3224">
                  <c:v>10730</c:v>
                </c:pt>
                <c:pt idx="3225">
                  <c:v>10734</c:v>
                </c:pt>
                <c:pt idx="3226">
                  <c:v>10737</c:v>
                </c:pt>
                <c:pt idx="3227">
                  <c:v>10740</c:v>
                </c:pt>
                <c:pt idx="3228">
                  <c:v>10744</c:v>
                </c:pt>
                <c:pt idx="3229">
                  <c:v>10747</c:v>
                </c:pt>
                <c:pt idx="3230">
                  <c:v>10750</c:v>
                </c:pt>
                <c:pt idx="3231">
                  <c:v>10754</c:v>
                </c:pt>
                <c:pt idx="3232">
                  <c:v>10757</c:v>
                </c:pt>
                <c:pt idx="3233">
                  <c:v>10760</c:v>
                </c:pt>
                <c:pt idx="3234">
                  <c:v>10764</c:v>
                </c:pt>
                <c:pt idx="3235">
                  <c:v>10767</c:v>
                </c:pt>
                <c:pt idx="3236">
                  <c:v>10770</c:v>
                </c:pt>
                <c:pt idx="3237">
                  <c:v>10774</c:v>
                </c:pt>
                <c:pt idx="3238">
                  <c:v>10777</c:v>
                </c:pt>
                <c:pt idx="3239">
                  <c:v>10780</c:v>
                </c:pt>
                <c:pt idx="3240">
                  <c:v>10784</c:v>
                </c:pt>
                <c:pt idx="3241">
                  <c:v>10787</c:v>
                </c:pt>
                <c:pt idx="3242">
                  <c:v>10790</c:v>
                </c:pt>
                <c:pt idx="3243">
                  <c:v>10794</c:v>
                </c:pt>
                <c:pt idx="3244">
                  <c:v>10797</c:v>
                </c:pt>
                <c:pt idx="3245">
                  <c:v>10800</c:v>
                </c:pt>
                <c:pt idx="3246">
                  <c:v>10804</c:v>
                </c:pt>
                <c:pt idx="3247">
                  <c:v>10807</c:v>
                </c:pt>
                <c:pt idx="3248">
                  <c:v>10810</c:v>
                </c:pt>
                <c:pt idx="3249">
                  <c:v>10814</c:v>
                </c:pt>
                <c:pt idx="3250">
                  <c:v>10817</c:v>
                </c:pt>
                <c:pt idx="3251">
                  <c:v>10820</c:v>
                </c:pt>
                <c:pt idx="3252">
                  <c:v>10824</c:v>
                </c:pt>
                <c:pt idx="3253">
                  <c:v>10827</c:v>
                </c:pt>
                <c:pt idx="3254">
                  <c:v>10830</c:v>
                </c:pt>
                <c:pt idx="3255">
                  <c:v>10834</c:v>
                </c:pt>
                <c:pt idx="3256">
                  <c:v>10837</c:v>
                </c:pt>
                <c:pt idx="3257">
                  <c:v>10840</c:v>
                </c:pt>
                <c:pt idx="3258">
                  <c:v>10844</c:v>
                </c:pt>
                <c:pt idx="3259">
                  <c:v>10847</c:v>
                </c:pt>
                <c:pt idx="3260">
                  <c:v>10850</c:v>
                </c:pt>
                <c:pt idx="3261">
                  <c:v>10854</c:v>
                </c:pt>
                <c:pt idx="3262">
                  <c:v>10857</c:v>
                </c:pt>
                <c:pt idx="3263">
                  <c:v>10860</c:v>
                </c:pt>
                <c:pt idx="3264">
                  <c:v>10864</c:v>
                </c:pt>
                <c:pt idx="3265">
                  <c:v>10867</c:v>
                </c:pt>
                <c:pt idx="3266">
                  <c:v>10870</c:v>
                </c:pt>
                <c:pt idx="3267">
                  <c:v>10874</c:v>
                </c:pt>
                <c:pt idx="3268">
                  <c:v>10877</c:v>
                </c:pt>
                <c:pt idx="3269">
                  <c:v>10880</c:v>
                </c:pt>
                <c:pt idx="3270">
                  <c:v>10884</c:v>
                </c:pt>
                <c:pt idx="3271">
                  <c:v>10887</c:v>
                </c:pt>
                <c:pt idx="3272">
                  <c:v>10890</c:v>
                </c:pt>
                <c:pt idx="3273">
                  <c:v>10893</c:v>
                </c:pt>
                <c:pt idx="3274">
                  <c:v>10897</c:v>
                </c:pt>
                <c:pt idx="3275">
                  <c:v>10900</c:v>
                </c:pt>
                <c:pt idx="3276">
                  <c:v>10903</c:v>
                </c:pt>
                <c:pt idx="3277">
                  <c:v>10907</c:v>
                </c:pt>
                <c:pt idx="3278">
                  <c:v>10910</c:v>
                </c:pt>
                <c:pt idx="3279">
                  <c:v>10913</c:v>
                </c:pt>
                <c:pt idx="3280">
                  <c:v>10917</c:v>
                </c:pt>
                <c:pt idx="3281">
                  <c:v>10920</c:v>
                </c:pt>
                <c:pt idx="3282">
                  <c:v>10923</c:v>
                </c:pt>
                <c:pt idx="3283">
                  <c:v>10927</c:v>
                </c:pt>
                <c:pt idx="3284">
                  <c:v>10930</c:v>
                </c:pt>
                <c:pt idx="3285">
                  <c:v>10933</c:v>
                </c:pt>
                <c:pt idx="3286">
                  <c:v>10937</c:v>
                </c:pt>
                <c:pt idx="3287">
                  <c:v>10940</c:v>
                </c:pt>
                <c:pt idx="3288">
                  <c:v>10943</c:v>
                </c:pt>
                <c:pt idx="3289">
                  <c:v>10947</c:v>
                </c:pt>
                <c:pt idx="3290">
                  <c:v>10950</c:v>
                </c:pt>
                <c:pt idx="3291">
                  <c:v>10953</c:v>
                </c:pt>
                <c:pt idx="3292">
                  <c:v>10957</c:v>
                </c:pt>
                <c:pt idx="3293">
                  <c:v>10960</c:v>
                </c:pt>
                <c:pt idx="3294">
                  <c:v>10963</c:v>
                </c:pt>
                <c:pt idx="3295">
                  <c:v>10967</c:v>
                </c:pt>
                <c:pt idx="3296">
                  <c:v>10970</c:v>
                </c:pt>
                <c:pt idx="3297">
                  <c:v>10973</c:v>
                </c:pt>
                <c:pt idx="3298">
                  <c:v>10977</c:v>
                </c:pt>
                <c:pt idx="3299">
                  <c:v>10980</c:v>
                </c:pt>
                <c:pt idx="3300">
                  <c:v>10983</c:v>
                </c:pt>
                <c:pt idx="3301">
                  <c:v>10987</c:v>
                </c:pt>
                <c:pt idx="3302">
                  <c:v>10990</c:v>
                </c:pt>
                <c:pt idx="3303">
                  <c:v>10993</c:v>
                </c:pt>
                <c:pt idx="3304">
                  <c:v>10997</c:v>
                </c:pt>
                <c:pt idx="3305">
                  <c:v>11000</c:v>
                </c:pt>
                <c:pt idx="3306">
                  <c:v>11003</c:v>
                </c:pt>
                <c:pt idx="3307">
                  <c:v>11007</c:v>
                </c:pt>
                <c:pt idx="3308">
                  <c:v>11010</c:v>
                </c:pt>
                <c:pt idx="3309">
                  <c:v>11013</c:v>
                </c:pt>
                <c:pt idx="3310">
                  <c:v>11017</c:v>
                </c:pt>
                <c:pt idx="3311">
                  <c:v>11020</c:v>
                </c:pt>
                <c:pt idx="3312">
                  <c:v>11023</c:v>
                </c:pt>
                <c:pt idx="3313">
                  <c:v>11027</c:v>
                </c:pt>
                <c:pt idx="3314">
                  <c:v>11030</c:v>
                </c:pt>
                <c:pt idx="3315">
                  <c:v>11033</c:v>
                </c:pt>
                <c:pt idx="3316">
                  <c:v>11037</c:v>
                </c:pt>
                <c:pt idx="3317">
                  <c:v>11040</c:v>
                </c:pt>
                <c:pt idx="3318">
                  <c:v>11043</c:v>
                </c:pt>
                <c:pt idx="3319">
                  <c:v>11047</c:v>
                </c:pt>
                <c:pt idx="3320">
                  <c:v>11050</c:v>
                </c:pt>
                <c:pt idx="3321">
                  <c:v>11053</c:v>
                </c:pt>
                <c:pt idx="3322">
                  <c:v>11057</c:v>
                </c:pt>
                <c:pt idx="3323">
                  <c:v>11060</c:v>
                </c:pt>
                <c:pt idx="3324">
                  <c:v>11063</c:v>
                </c:pt>
                <c:pt idx="3325">
                  <c:v>11067</c:v>
                </c:pt>
                <c:pt idx="3326">
                  <c:v>11070</c:v>
                </c:pt>
                <c:pt idx="3327">
                  <c:v>11073</c:v>
                </c:pt>
                <c:pt idx="3328">
                  <c:v>11076</c:v>
                </c:pt>
                <c:pt idx="3329">
                  <c:v>11080</c:v>
                </c:pt>
                <c:pt idx="3330">
                  <c:v>11083</c:v>
                </c:pt>
                <c:pt idx="3331">
                  <c:v>11086</c:v>
                </c:pt>
                <c:pt idx="3332">
                  <c:v>11090</c:v>
                </c:pt>
                <c:pt idx="3333">
                  <c:v>11093</c:v>
                </c:pt>
                <c:pt idx="3334">
                  <c:v>11096</c:v>
                </c:pt>
                <c:pt idx="3335">
                  <c:v>11100</c:v>
                </c:pt>
                <c:pt idx="3336">
                  <c:v>11103</c:v>
                </c:pt>
                <c:pt idx="3337">
                  <c:v>11106</c:v>
                </c:pt>
                <c:pt idx="3338">
                  <c:v>11110</c:v>
                </c:pt>
                <c:pt idx="3339">
                  <c:v>11113</c:v>
                </c:pt>
                <c:pt idx="3340">
                  <c:v>11116</c:v>
                </c:pt>
                <c:pt idx="3341">
                  <c:v>11120</c:v>
                </c:pt>
                <c:pt idx="3342">
                  <c:v>11123</c:v>
                </c:pt>
                <c:pt idx="3343">
                  <c:v>11126</c:v>
                </c:pt>
                <c:pt idx="3344">
                  <c:v>11130</c:v>
                </c:pt>
                <c:pt idx="3345">
                  <c:v>11133</c:v>
                </c:pt>
                <c:pt idx="3346">
                  <c:v>11136</c:v>
                </c:pt>
                <c:pt idx="3347">
                  <c:v>11140</c:v>
                </c:pt>
                <c:pt idx="3348">
                  <c:v>11143</c:v>
                </c:pt>
                <c:pt idx="3349">
                  <c:v>11146</c:v>
                </c:pt>
                <c:pt idx="3350">
                  <c:v>11150</c:v>
                </c:pt>
                <c:pt idx="3351">
                  <c:v>11153</c:v>
                </c:pt>
                <c:pt idx="3352">
                  <c:v>11156</c:v>
                </c:pt>
                <c:pt idx="3353">
                  <c:v>11160</c:v>
                </c:pt>
                <c:pt idx="3354">
                  <c:v>11163</c:v>
                </c:pt>
                <c:pt idx="3355">
                  <c:v>11166</c:v>
                </c:pt>
                <c:pt idx="3356">
                  <c:v>11170</c:v>
                </c:pt>
                <c:pt idx="3357">
                  <c:v>11173</c:v>
                </c:pt>
                <c:pt idx="3358">
                  <c:v>11176</c:v>
                </c:pt>
                <c:pt idx="3359">
                  <c:v>11180</c:v>
                </c:pt>
                <c:pt idx="3360">
                  <c:v>11183</c:v>
                </c:pt>
                <c:pt idx="3361">
                  <c:v>11186</c:v>
                </c:pt>
                <c:pt idx="3362">
                  <c:v>11190</c:v>
                </c:pt>
                <c:pt idx="3363">
                  <c:v>11193</c:v>
                </c:pt>
                <c:pt idx="3364">
                  <c:v>11196</c:v>
                </c:pt>
                <c:pt idx="3365">
                  <c:v>11200</c:v>
                </c:pt>
                <c:pt idx="3366">
                  <c:v>11203</c:v>
                </c:pt>
                <c:pt idx="3367">
                  <c:v>11206</c:v>
                </c:pt>
                <c:pt idx="3368">
                  <c:v>11210</c:v>
                </c:pt>
                <c:pt idx="3369">
                  <c:v>11213</c:v>
                </c:pt>
                <c:pt idx="3370">
                  <c:v>11216</c:v>
                </c:pt>
                <c:pt idx="3371">
                  <c:v>11220</c:v>
                </c:pt>
                <c:pt idx="3372">
                  <c:v>11223</c:v>
                </c:pt>
                <c:pt idx="3373">
                  <c:v>11226</c:v>
                </c:pt>
                <c:pt idx="3374">
                  <c:v>11230</c:v>
                </c:pt>
                <c:pt idx="3375">
                  <c:v>11233</c:v>
                </c:pt>
                <c:pt idx="3376">
                  <c:v>11236</c:v>
                </c:pt>
                <c:pt idx="3377">
                  <c:v>11240</c:v>
                </c:pt>
                <c:pt idx="3378">
                  <c:v>11243</c:v>
                </c:pt>
                <c:pt idx="3379">
                  <c:v>11246</c:v>
                </c:pt>
                <c:pt idx="3380">
                  <c:v>11250</c:v>
                </c:pt>
                <c:pt idx="3381">
                  <c:v>11253</c:v>
                </c:pt>
                <c:pt idx="3382">
                  <c:v>11256</c:v>
                </c:pt>
                <c:pt idx="3383">
                  <c:v>11259</c:v>
                </c:pt>
                <c:pt idx="3384">
                  <c:v>11263</c:v>
                </c:pt>
                <c:pt idx="3385">
                  <c:v>11266</c:v>
                </c:pt>
                <c:pt idx="3386">
                  <c:v>11269</c:v>
                </c:pt>
                <c:pt idx="3387">
                  <c:v>11273</c:v>
                </c:pt>
                <c:pt idx="3388">
                  <c:v>11276</c:v>
                </c:pt>
                <c:pt idx="3389">
                  <c:v>11279</c:v>
                </c:pt>
                <c:pt idx="3390">
                  <c:v>11283</c:v>
                </c:pt>
                <c:pt idx="3391">
                  <c:v>11286</c:v>
                </c:pt>
                <c:pt idx="3392">
                  <c:v>11289</c:v>
                </c:pt>
                <c:pt idx="3393">
                  <c:v>11293</c:v>
                </c:pt>
                <c:pt idx="3394">
                  <c:v>11296</c:v>
                </c:pt>
                <c:pt idx="3395">
                  <c:v>11299</c:v>
                </c:pt>
                <c:pt idx="3396">
                  <c:v>11303</c:v>
                </c:pt>
                <c:pt idx="3397">
                  <c:v>11306</c:v>
                </c:pt>
                <c:pt idx="3398">
                  <c:v>11309</c:v>
                </c:pt>
                <c:pt idx="3399">
                  <c:v>11313</c:v>
                </c:pt>
                <c:pt idx="3400">
                  <c:v>11316</c:v>
                </c:pt>
                <c:pt idx="3401">
                  <c:v>11319</c:v>
                </c:pt>
                <c:pt idx="3402">
                  <c:v>11323</c:v>
                </c:pt>
                <c:pt idx="3403">
                  <c:v>11326</c:v>
                </c:pt>
                <c:pt idx="3404">
                  <c:v>11329</c:v>
                </c:pt>
                <c:pt idx="3405">
                  <c:v>11333</c:v>
                </c:pt>
                <c:pt idx="3406">
                  <c:v>11336</c:v>
                </c:pt>
                <c:pt idx="3407">
                  <c:v>11339</c:v>
                </c:pt>
                <c:pt idx="3408">
                  <c:v>11343</c:v>
                </c:pt>
                <c:pt idx="3409">
                  <c:v>11346</c:v>
                </c:pt>
                <c:pt idx="3410">
                  <c:v>11349</c:v>
                </c:pt>
                <c:pt idx="3411">
                  <c:v>11353</c:v>
                </c:pt>
                <c:pt idx="3412">
                  <c:v>11356</c:v>
                </c:pt>
                <c:pt idx="3413">
                  <c:v>11359</c:v>
                </c:pt>
                <c:pt idx="3414">
                  <c:v>11363</c:v>
                </c:pt>
                <c:pt idx="3415">
                  <c:v>11366</c:v>
                </c:pt>
                <c:pt idx="3416">
                  <c:v>11369</c:v>
                </c:pt>
                <c:pt idx="3417">
                  <c:v>11373</c:v>
                </c:pt>
                <c:pt idx="3418">
                  <c:v>11376</c:v>
                </c:pt>
                <c:pt idx="3419">
                  <c:v>11379</c:v>
                </c:pt>
                <c:pt idx="3420">
                  <c:v>11383</c:v>
                </c:pt>
                <c:pt idx="3421">
                  <c:v>11386</c:v>
                </c:pt>
                <c:pt idx="3422">
                  <c:v>11389</c:v>
                </c:pt>
                <c:pt idx="3423">
                  <c:v>11393</c:v>
                </c:pt>
                <c:pt idx="3424">
                  <c:v>11396</c:v>
                </c:pt>
                <c:pt idx="3425">
                  <c:v>11399</c:v>
                </c:pt>
                <c:pt idx="3426">
                  <c:v>11403</c:v>
                </c:pt>
                <c:pt idx="3427">
                  <c:v>11406</c:v>
                </c:pt>
                <c:pt idx="3428">
                  <c:v>11409</c:v>
                </c:pt>
                <c:pt idx="3429">
                  <c:v>11413</c:v>
                </c:pt>
                <c:pt idx="3430">
                  <c:v>11416</c:v>
                </c:pt>
                <c:pt idx="3431">
                  <c:v>11419</c:v>
                </c:pt>
                <c:pt idx="3432">
                  <c:v>11423</c:v>
                </c:pt>
                <c:pt idx="3433">
                  <c:v>11426</c:v>
                </c:pt>
                <c:pt idx="3434">
                  <c:v>11429</c:v>
                </c:pt>
                <c:pt idx="3435">
                  <c:v>11433</c:v>
                </c:pt>
                <c:pt idx="3436">
                  <c:v>11436</c:v>
                </c:pt>
                <c:pt idx="3437">
                  <c:v>11439</c:v>
                </c:pt>
                <c:pt idx="3438">
                  <c:v>11442</c:v>
                </c:pt>
                <c:pt idx="3439">
                  <c:v>11446</c:v>
                </c:pt>
                <c:pt idx="3440">
                  <c:v>11449</c:v>
                </c:pt>
                <c:pt idx="3441">
                  <c:v>11452</c:v>
                </c:pt>
                <c:pt idx="3442">
                  <c:v>11456</c:v>
                </c:pt>
                <c:pt idx="3443">
                  <c:v>11459</c:v>
                </c:pt>
                <c:pt idx="3444">
                  <c:v>11462</c:v>
                </c:pt>
                <c:pt idx="3445">
                  <c:v>11466</c:v>
                </c:pt>
                <c:pt idx="3446">
                  <c:v>11469</c:v>
                </c:pt>
                <c:pt idx="3447">
                  <c:v>11472</c:v>
                </c:pt>
                <c:pt idx="3448">
                  <c:v>11476</c:v>
                </c:pt>
                <c:pt idx="3449">
                  <c:v>11479</c:v>
                </c:pt>
                <c:pt idx="3450">
                  <c:v>11482</c:v>
                </c:pt>
                <c:pt idx="3451">
                  <c:v>11486</c:v>
                </c:pt>
                <c:pt idx="3452">
                  <c:v>11489</c:v>
                </c:pt>
                <c:pt idx="3453">
                  <c:v>11492</c:v>
                </c:pt>
                <c:pt idx="3454">
                  <c:v>11496</c:v>
                </c:pt>
                <c:pt idx="3455">
                  <c:v>11499</c:v>
                </c:pt>
                <c:pt idx="3456">
                  <c:v>11502</c:v>
                </c:pt>
                <c:pt idx="3457">
                  <c:v>11506</c:v>
                </c:pt>
                <c:pt idx="3458">
                  <c:v>11509</c:v>
                </c:pt>
                <c:pt idx="3459">
                  <c:v>11512</c:v>
                </c:pt>
                <c:pt idx="3460">
                  <c:v>11516</c:v>
                </c:pt>
                <c:pt idx="3461">
                  <c:v>11519</c:v>
                </c:pt>
                <c:pt idx="3462">
                  <c:v>11522</c:v>
                </c:pt>
                <c:pt idx="3463">
                  <c:v>11526</c:v>
                </c:pt>
                <c:pt idx="3464">
                  <c:v>11529</c:v>
                </c:pt>
                <c:pt idx="3465">
                  <c:v>11532</c:v>
                </c:pt>
                <c:pt idx="3466">
                  <c:v>11536</c:v>
                </c:pt>
                <c:pt idx="3467">
                  <c:v>11539</c:v>
                </c:pt>
                <c:pt idx="3468">
                  <c:v>11542</c:v>
                </c:pt>
                <c:pt idx="3469">
                  <c:v>11546</c:v>
                </c:pt>
                <c:pt idx="3470">
                  <c:v>11549</c:v>
                </c:pt>
                <c:pt idx="3471">
                  <c:v>11552</c:v>
                </c:pt>
                <c:pt idx="3472">
                  <c:v>11556</c:v>
                </c:pt>
                <c:pt idx="3473">
                  <c:v>11559</c:v>
                </c:pt>
                <c:pt idx="3474">
                  <c:v>11562</c:v>
                </c:pt>
                <c:pt idx="3475">
                  <c:v>11566</c:v>
                </c:pt>
                <c:pt idx="3476">
                  <c:v>11569</c:v>
                </c:pt>
                <c:pt idx="3477">
                  <c:v>11572</c:v>
                </c:pt>
                <c:pt idx="3478">
                  <c:v>11576</c:v>
                </c:pt>
                <c:pt idx="3479">
                  <c:v>11579</c:v>
                </c:pt>
                <c:pt idx="3480">
                  <c:v>11582</c:v>
                </c:pt>
                <c:pt idx="3481">
                  <c:v>11586</c:v>
                </c:pt>
                <c:pt idx="3482">
                  <c:v>11589</c:v>
                </c:pt>
                <c:pt idx="3483">
                  <c:v>11592</c:v>
                </c:pt>
                <c:pt idx="3484">
                  <c:v>11596</c:v>
                </c:pt>
                <c:pt idx="3485">
                  <c:v>11599</c:v>
                </c:pt>
                <c:pt idx="3486">
                  <c:v>11602</c:v>
                </c:pt>
                <c:pt idx="3487">
                  <c:v>11606</c:v>
                </c:pt>
                <c:pt idx="3488">
                  <c:v>11609</c:v>
                </c:pt>
                <c:pt idx="3489">
                  <c:v>11612</c:v>
                </c:pt>
                <c:pt idx="3490">
                  <c:v>11616</c:v>
                </c:pt>
                <c:pt idx="3491">
                  <c:v>11619</c:v>
                </c:pt>
                <c:pt idx="3492">
                  <c:v>11622</c:v>
                </c:pt>
                <c:pt idx="3493">
                  <c:v>11625</c:v>
                </c:pt>
                <c:pt idx="3494">
                  <c:v>11629</c:v>
                </c:pt>
                <c:pt idx="3495">
                  <c:v>11632</c:v>
                </c:pt>
                <c:pt idx="3496">
                  <c:v>11635</c:v>
                </c:pt>
                <c:pt idx="3497">
                  <c:v>11639</c:v>
                </c:pt>
                <c:pt idx="3498">
                  <c:v>11642</c:v>
                </c:pt>
                <c:pt idx="3499">
                  <c:v>11645</c:v>
                </c:pt>
                <c:pt idx="3500">
                  <c:v>11649</c:v>
                </c:pt>
                <c:pt idx="3501">
                  <c:v>11652</c:v>
                </c:pt>
                <c:pt idx="3502">
                  <c:v>11655</c:v>
                </c:pt>
                <c:pt idx="3503">
                  <c:v>11659</c:v>
                </c:pt>
                <c:pt idx="3504">
                  <c:v>11662</c:v>
                </c:pt>
                <c:pt idx="3505">
                  <c:v>11665</c:v>
                </c:pt>
                <c:pt idx="3506">
                  <c:v>11669</c:v>
                </c:pt>
                <c:pt idx="3507">
                  <c:v>11672</c:v>
                </c:pt>
                <c:pt idx="3508">
                  <c:v>11675</c:v>
                </c:pt>
                <c:pt idx="3509">
                  <c:v>11679</c:v>
                </c:pt>
                <c:pt idx="3510">
                  <c:v>11682</c:v>
                </c:pt>
                <c:pt idx="3511">
                  <c:v>11685</c:v>
                </c:pt>
                <c:pt idx="3512">
                  <c:v>11689</c:v>
                </c:pt>
                <c:pt idx="3513">
                  <c:v>11692</c:v>
                </c:pt>
                <c:pt idx="3514">
                  <c:v>11695</c:v>
                </c:pt>
                <c:pt idx="3515">
                  <c:v>11699</c:v>
                </c:pt>
                <c:pt idx="3516">
                  <c:v>11702</c:v>
                </c:pt>
                <c:pt idx="3517">
                  <c:v>11705</c:v>
                </c:pt>
                <c:pt idx="3518">
                  <c:v>11709</c:v>
                </c:pt>
                <c:pt idx="3519">
                  <c:v>11712</c:v>
                </c:pt>
                <c:pt idx="3520">
                  <c:v>11715</c:v>
                </c:pt>
                <c:pt idx="3521">
                  <c:v>11719</c:v>
                </c:pt>
                <c:pt idx="3522">
                  <c:v>11722</c:v>
                </c:pt>
                <c:pt idx="3523">
                  <c:v>11725</c:v>
                </c:pt>
                <c:pt idx="3524">
                  <c:v>11729</c:v>
                </c:pt>
                <c:pt idx="3525">
                  <c:v>11732</c:v>
                </c:pt>
                <c:pt idx="3526">
                  <c:v>11735</c:v>
                </c:pt>
                <c:pt idx="3527">
                  <c:v>11739</c:v>
                </c:pt>
                <c:pt idx="3528">
                  <c:v>11742</c:v>
                </c:pt>
                <c:pt idx="3529">
                  <c:v>11745</c:v>
                </c:pt>
                <c:pt idx="3530">
                  <c:v>11749</c:v>
                </c:pt>
                <c:pt idx="3531">
                  <c:v>11752</c:v>
                </c:pt>
                <c:pt idx="3532">
                  <c:v>11755</c:v>
                </c:pt>
                <c:pt idx="3533">
                  <c:v>11759</c:v>
                </c:pt>
                <c:pt idx="3534">
                  <c:v>11762</c:v>
                </c:pt>
                <c:pt idx="3535">
                  <c:v>11765</c:v>
                </c:pt>
                <c:pt idx="3536">
                  <c:v>11769</c:v>
                </c:pt>
                <c:pt idx="3537">
                  <c:v>11772</c:v>
                </c:pt>
                <c:pt idx="3538">
                  <c:v>11775</c:v>
                </c:pt>
                <c:pt idx="3539">
                  <c:v>11779</c:v>
                </c:pt>
                <c:pt idx="3540">
                  <c:v>11782</c:v>
                </c:pt>
                <c:pt idx="3541">
                  <c:v>11785</c:v>
                </c:pt>
                <c:pt idx="3542">
                  <c:v>11789</c:v>
                </c:pt>
                <c:pt idx="3543">
                  <c:v>11792</c:v>
                </c:pt>
                <c:pt idx="3544">
                  <c:v>11795</c:v>
                </c:pt>
                <c:pt idx="3545">
                  <c:v>11799</c:v>
                </c:pt>
                <c:pt idx="3546">
                  <c:v>11802</c:v>
                </c:pt>
                <c:pt idx="3547">
                  <c:v>11805</c:v>
                </c:pt>
                <c:pt idx="3548">
                  <c:v>11808</c:v>
                </c:pt>
                <c:pt idx="3549">
                  <c:v>11812</c:v>
                </c:pt>
                <c:pt idx="3550">
                  <c:v>11815</c:v>
                </c:pt>
                <c:pt idx="3551">
                  <c:v>11818</c:v>
                </c:pt>
                <c:pt idx="3552">
                  <c:v>11822</c:v>
                </c:pt>
                <c:pt idx="3553">
                  <c:v>11825</c:v>
                </c:pt>
                <c:pt idx="3554">
                  <c:v>11828</c:v>
                </c:pt>
                <c:pt idx="3555">
                  <c:v>11832</c:v>
                </c:pt>
                <c:pt idx="3556">
                  <c:v>11835</c:v>
                </c:pt>
                <c:pt idx="3557">
                  <c:v>11838</c:v>
                </c:pt>
                <c:pt idx="3558">
                  <c:v>11842</c:v>
                </c:pt>
                <c:pt idx="3559">
                  <c:v>11845</c:v>
                </c:pt>
                <c:pt idx="3560">
                  <c:v>11848</c:v>
                </c:pt>
                <c:pt idx="3561">
                  <c:v>11852</c:v>
                </c:pt>
                <c:pt idx="3562">
                  <c:v>11855</c:v>
                </c:pt>
                <c:pt idx="3563">
                  <c:v>11858</c:v>
                </c:pt>
                <c:pt idx="3564">
                  <c:v>11862</c:v>
                </c:pt>
                <c:pt idx="3565">
                  <c:v>11865</c:v>
                </c:pt>
                <c:pt idx="3566">
                  <c:v>11868</c:v>
                </c:pt>
                <c:pt idx="3567">
                  <c:v>11872</c:v>
                </c:pt>
                <c:pt idx="3568">
                  <c:v>11875</c:v>
                </c:pt>
                <c:pt idx="3569">
                  <c:v>11878</c:v>
                </c:pt>
                <c:pt idx="3570">
                  <c:v>11882</c:v>
                </c:pt>
                <c:pt idx="3571">
                  <c:v>11885</c:v>
                </c:pt>
                <c:pt idx="3572">
                  <c:v>11888</c:v>
                </c:pt>
                <c:pt idx="3573">
                  <c:v>11892</c:v>
                </c:pt>
                <c:pt idx="3574">
                  <c:v>11895</c:v>
                </c:pt>
                <c:pt idx="3575">
                  <c:v>11898</c:v>
                </c:pt>
                <c:pt idx="3576">
                  <c:v>11902</c:v>
                </c:pt>
                <c:pt idx="3577">
                  <c:v>11905</c:v>
                </c:pt>
                <c:pt idx="3578">
                  <c:v>11908</c:v>
                </c:pt>
                <c:pt idx="3579">
                  <c:v>11912</c:v>
                </c:pt>
                <c:pt idx="3580">
                  <c:v>11915</c:v>
                </c:pt>
                <c:pt idx="3581">
                  <c:v>11918</c:v>
                </c:pt>
                <c:pt idx="3582">
                  <c:v>11922</c:v>
                </c:pt>
                <c:pt idx="3583">
                  <c:v>11925</c:v>
                </c:pt>
                <c:pt idx="3584">
                  <c:v>11928</c:v>
                </c:pt>
                <c:pt idx="3585">
                  <c:v>11932</c:v>
                </c:pt>
                <c:pt idx="3586">
                  <c:v>11935</c:v>
                </c:pt>
                <c:pt idx="3587">
                  <c:v>11938</c:v>
                </c:pt>
                <c:pt idx="3588">
                  <c:v>11942</c:v>
                </c:pt>
                <c:pt idx="3589">
                  <c:v>11945</c:v>
                </c:pt>
                <c:pt idx="3590">
                  <c:v>11948</c:v>
                </c:pt>
                <c:pt idx="3591">
                  <c:v>11952</c:v>
                </c:pt>
                <c:pt idx="3592">
                  <c:v>11955</c:v>
                </c:pt>
                <c:pt idx="3593">
                  <c:v>11958</c:v>
                </c:pt>
                <c:pt idx="3594">
                  <c:v>11962</c:v>
                </c:pt>
                <c:pt idx="3595">
                  <c:v>11965</c:v>
                </c:pt>
                <c:pt idx="3596">
                  <c:v>11968</c:v>
                </c:pt>
                <c:pt idx="3597">
                  <c:v>11972</c:v>
                </c:pt>
                <c:pt idx="3598">
                  <c:v>11975</c:v>
                </c:pt>
                <c:pt idx="3599">
                  <c:v>11978</c:v>
                </c:pt>
                <c:pt idx="3600">
                  <c:v>11982</c:v>
                </c:pt>
                <c:pt idx="3601">
                  <c:v>11985</c:v>
                </c:pt>
                <c:pt idx="3602">
                  <c:v>11988</c:v>
                </c:pt>
                <c:pt idx="3603">
                  <c:v>11991</c:v>
                </c:pt>
                <c:pt idx="3604">
                  <c:v>11995</c:v>
                </c:pt>
                <c:pt idx="3605">
                  <c:v>11998</c:v>
                </c:pt>
                <c:pt idx="3606">
                  <c:v>12001</c:v>
                </c:pt>
                <c:pt idx="3607">
                  <c:v>12005</c:v>
                </c:pt>
                <c:pt idx="3608">
                  <c:v>12008</c:v>
                </c:pt>
                <c:pt idx="3609">
                  <c:v>12011</c:v>
                </c:pt>
                <c:pt idx="3610">
                  <c:v>12015</c:v>
                </c:pt>
                <c:pt idx="3611">
                  <c:v>12018</c:v>
                </c:pt>
                <c:pt idx="3612">
                  <c:v>12021</c:v>
                </c:pt>
                <c:pt idx="3613">
                  <c:v>12025</c:v>
                </c:pt>
                <c:pt idx="3614">
                  <c:v>12028</c:v>
                </c:pt>
                <c:pt idx="3615">
                  <c:v>12031</c:v>
                </c:pt>
                <c:pt idx="3616">
                  <c:v>12035</c:v>
                </c:pt>
                <c:pt idx="3617">
                  <c:v>12038</c:v>
                </c:pt>
                <c:pt idx="3618">
                  <c:v>12041</c:v>
                </c:pt>
                <c:pt idx="3619">
                  <c:v>12045</c:v>
                </c:pt>
                <c:pt idx="3620">
                  <c:v>12048</c:v>
                </c:pt>
                <c:pt idx="3621">
                  <c:v>12051</c:v>
                </c:pt>
                <c:pt idx="3622">
                  <c:v>12055</c:v>
                </c:pt>
                <c:pt idx="3623">
                  <c:v>12058</c:v>
                </c:pt>
                <c:pt idx="3624">
                  <c:v>12061</c:v>
                </c:pt>
                <c:pt idx="3625">
                  <c:v>12065</c:v>
                </c:pt>
                <c:pt idx="3626">
                  <c:v>12068</c:v>
                </c:pt>
                <c:pt idx="3627">
                  <c:v>12071</c:v>
                </c:pt>
                <c:pt idx="3628">
                  <c:v>12075</c:v>
                </c:pt>
                <c:pt idx="3629">
                  <c:v>12078</c:v>
                </c:pt>
                <c:pt idx="3630">
                  <c:v>12081</c:v>
                </c:pt>
                <c:pt idx="3631">
                  <c:v>12085</c:v>
                </c:pt>
                <c:pt idx="3632">
                  <c:v>12088</c:v>
                </c:pt>
                <c:pt idx="3633">
                  <c:v>12091</c:v>
                </c:pt>
                <c:pt idx="3634">
                  <c:v>12095</c:v>
                </c:pt>
                <c:pt idx="3635">
                  <c:v>12098</c:v>
                </c:pt>
                <c:pt idx="3636">
                  <c:v>12101</c:v>
                </c:pt>
                <c:pt idx="3637">
                  <c:v>12105</c:v>
                </c:pt>
                <c:pt idx="3638">
                  <c:v>12108</c:v>
                </c:pt>
                <c:pt idx="3639">
                  <c:v>12111</c:v>
                </c:pt>
                <c:pt idx="3640">
                  <c:v>12115</c:v>
                </c:pt>
                <c:pt idx="3641">
                  <c:v>12118</c:v>
                </c:pt>
                <c:pt idx="3642">
                  <c:v>12121</c:v>
                </c:pt>
                <c:pt idx="3643">
                  <c:v>12125</c:v>
                </c:pt>
                <c:pt idx="3644">
                  <c:v>12128</c:v>
                </c:pt>
                <c:pt idx="3645">
                  <c:v>12131</c:v>
                </c:pt>
                <c:pt idx="3646">
                  <c:v>12135</c:v>
                </c:pt>
                <c:pt idx="3647">
                  <c:v>12138</c:v>
                </c:pt>
                <c:pt idx="3648">
                  <c:v>12141</c:v>
                </c:pt>
                <c:pt idx="3649">
                  <c:v>12145</c:v>
                </c:pt>
                <c:pt idx="3650">
                  <c:v>12148</c:v>
                </c:pt>
                <c:pt idx="3651">
                  <c:v>12151</c:v>
                </c:pt>
                <c:pt idx="3652">
                  <c:v>12155</c:v>
                </c:pt>
                <c:pt idx="3653">
                  <c:v>12158</c:v>
                </c:pt>
                <c:pt idx="3654">
                  <c:v>12161</c:v>
                </c:pt>
                <c:pt idx="3655">
                  <c:v>12165</c:v>
                </c:pt>
                <c:pt idx="3656">
                  <c:v>12168</c:v>
                </c:pt>
                <c:pt idx="3657">
                  <c:v>12171</c:v>
                </c:pt>
                <c:pt idx="3658">
                  <c:v>12174</c:v>
                </c:pt>
                <c:pt idx="3659">
                  <c:v>12178</c:v>
                </c:pt>
                <c:pt idx="3660">
                  <c:v>12181</c:v>
                </c:pt>
                <c:pt idx="3661">
                  <c:v>12184</c:v>
                </c:pt>
                <c:pt idx="3662">
                  <c:v>12188</c:v>
                </c:pt>
                <c:pt idx="3663">
                  <c:v>12191</c:v>
                </c:pt>
                <c:pt idx="3664">
                  <c:v>12194</c:v>
                </c:pt>
                <c:pt idx="3665">
                  <c:v>12198</c:v>
                </c:pt>
                <c:pt idx="3666">
                  <c:v>12201</c:v>
                </c:pt>
                <c:pt idx="3667">
                  <c:v>12204</c:v>
                </c:pt>
                <c:pt idx="3668">
                  <c:v>12208</c:v>
                </c:pt>
                <c:pt idx="3669">
                  <c:v>12211</c:v>
                </c:pt>
                <c:pt idx="3670">
                  <c:v>12214</c:v>
                </c:pt>
                <c:pt idx="3671">
                  <c:v>12218</c:v>
                </c:pt>
                <c:pt idx="3672">
                  <c:v>12221</c:v>
                </c:pt>
                <c:pt idx="3673">
                  <c:v>12224</c:v>
                </c:pt>
                <c:pt idx="3674">
                  <c:v>12228</c:v>
                </c:pt>
                <c:pt idx="3675">
                  <c:v>12231</c:v>
                </c:pt>
                <c:pt idx="3676">
                  <c:v>12234</c:v>
                </c:pt>
                <c:pt idx="3677">
                  <c:v>12238</c:v>
                </c:pt>
                <c:pt idx="3678">
                  <c:v>12241</c:v>
                </c:pt>
                <c:pt idx="3679">
                  <c:v>12244</c:v>
                </c:pt>
                <c:pt idx="3680">
                  <c:v>12248</c:v>
                </c:pt>
                <c:pt idx="3681">
                  <c:v>12251</c:v>
                </c:pt>
                <c:pt idx="3682">
                  <c:v>12254</c:v>
                </c:pt>
                <c:pt idx="3683">
                  <c:v>12258</c:v>
                </c:pt>
                <c:pt idx="3684">
                  <c:v>12261</c:v>
                </c:pt>
                <c:pt idx="3685">
                  <c:v>12264</c:v>
                </c:pt>
                <c:pt idx="3686">
                  <c:v>12268</c:v>
                </c:pt>
                <c:pt idx="3687">
                  <c:v>12271</c:v>
                </c:pt>
                <c:pt idx="3688">
                  <c:v>12274</c:v>
                </c:pt>
                <c:pt idx="3689">
                  <c:v>12278</c:v>
                </c:pt>
                <c:pt idx="3690">
                  <c:v>12281</c:v>
                </c:pt>
                <c:pt idx="3691">
                  <c:v>12284</c:v>
                </c:pt>
                <c:pt idx="3692">
                  <c:v>12288</c:v>
                </c:pt>
                <c:pt idx="3693">
                  <c:v>12291</c:v>
                </c:pt>
                <c:pt idx="3694">
                  <c:v>12294</c:v>
                </c:pt>
                <c:pt idx="3695">
                  <c:v>12298</c:v>
                </c:pt>
                <c:pt idx="3696">
                  <c:v>12301</c:v>
                </c:pt>
                <c:pt idx="3697">
                  <c:v>12304</c:v>
                </c:pt>
                <c:pt idx="3698">
                  <c:v>12308</c:v>
                </c:pt>
                <c:pt idx="3699">
                  <c:v>12311</c:v>
                </c:pt>
                <c:pt idx="3700">
                  <c:v>12314</c:v>
                </c:pt>
                <c:pt idx="3701">
                  <c:v>12318</c:v>
                </c:pt>
                <c:pt idx="3702">
                  <c:v>12321</c:v>
                </c:pt>
                <c:pt idx="3703">
                  <c:v>12324</c:v>
                </c:pt>
                <c:pt idx="3704">
                  <c:v>12328</c:v>
                </c:pt>
                <c:pt idx="3705">
                  <c:v>12331</c:v>
                </c:pt>
                <c:pt idx="3706">
                  <c:v>12334</c:v>
                </c:pt>
                <c:pt idx="3707">
                  <c:v>12338</c:v>
                </c:pt>
                <c:pt idx="3708">
                  <c:v>12341</c:v>
                </c:pt>
                <c:pt idx="3709">
                  <c:v>12344</c:v>
                </c:pt>
                <c:pt idx="3710">
                  <c:v>12348</c:v>
                </c:pt>
                <c:pt idx="3711">
                  <c:v>12351</c:v>
                </c:pt>
                <c:pt idx="3712">
                  <c:v>12354</c:v>
                </c:pt>
                <c:pt idx="3713">
                  <c:v>12357</c:v>
                </c:pt>
                <c:pt idx="3714">
                  <c:v>12361</c:v>
                </c:pt>
                <c:pt idx="3715">
                  <c:v>12364</c:v>
                </c:pt>
                <c:pt idx="3716">
                  <c:v>12367</c:v>
                </c:pt>
                <c:pt idx="3717">
                  <c:v>12371</c:v>
                </c:pt>
                <c:pt idx="3718">
                  <c:v>12374</c:v>
                </c:pt>
                <c:pt idx="3719">
                  <c:v>12377</c:v>
                </c:pt>
                <c:pt idx="3720">
                  <c:v>12381</c:v>
                </c:pt>
                <c:pt idx="3721">
                  <c:v>12384</c:v>
                </c:pt>
                <c:pt idx="3722">
                  <c:v>12387</c:v>
                </c:pt>
                <c:pt idx="3723">
                  <c:v>12391</c:v>
                </c:pt>
                <c:pt idx="3724">
                  <c:v>12394</c:v>
                </c:pt>
                <c:pt idx="3725">
                  <c:v>12397</c:v>
                </c:pt>
                <c:pt idx="3726">
                  <c:v>12401</c:v>
                </c:pt>
                <c:pt idx="3727">
                  <c:v>12404</c:v>
                </c:pt>
                <c:pt idx="3728">
                  <c:v>12407</c:v>
                </c:pt>
                <c:pt idx="3729">
                  <c:v>12411</c:v>
                </c:pt>
                <c:pt idx="3730">
                  <c:v>12414</c:v>
                </c:pt>
                <c:pt idx="3731">
                  <c:v>12417</c:v>
                </c:pt>
                <c:pt idx="3732">
                  <c:v>12421</c:v>
                </c:pt>
                <c:pt idx="3733">
                  <c:v>12424</c:v>
                </c:pt>
                <c:pt idx="3734">
                  <c:v>12427</c:v>
                </c:pt>
                <c:pt idx="3735">
                  <c:v>12431</c:v>
                </c:pt>
                <c:pt idx="3736">
                  <c:v>12434</c:v>
                </c:pt>
                <c:pt idx="3737">
                  <c:v>12437</c:v>
                </c:pt>
                <c:pt idx="3738">
                  <c:v>12441</c:v>
                </c:pt>
                <c:pt idx="3739">
                  <c:v>12444</c:v>
                </c:pt>
                <c:pt idx="3740">
                  <c:v>12447</c:v>
                </c:pt>
                <c:pt idx="3741">
                  <c:v>12451</c:v>
                </c:pt>
                <c:pt idx="3742">
                  <c:v>12454</c:v>
                </c:pt>
                <c:pt idx="3743">
                  <c:v>12457</c:v>
                </c:pt>
                <c:pt idx="3744">
                  <c:v>12461</c:v>
                </c:pt>
                <c:pt idx="3745">
                  <c:v>12464</c:v>
                </c:pt>
                <c:pt idx="3746">
                  <c:v>12467</c:v>
                </c:pt>
                <c:pt idx="3747">
                  <c:v>12471</c:v>
                </c:pt>
                <c:pt idx="3748">
                  <c:v>12474</c:v>
                </c:pt>
                <c:pt idx="3749">
                  <c:v>12477</c:v>
                </c:pt>
                <c:pt idx="3750">
                  <c:v>12481</c:v>
                </c:pt>
                <c:pt idx="3751">
                  <c:v>12484</c:v>
                </c:pt>
                <c:pt idx="3752">
                  <c:v>12487</c:v>
                </c:pt>
                <c:pt idx="3753">
                  <c:v>12491</c:v>
                </c:pt>
                <c:pt idx="3754">
                  <c:v>12494</c:v>
                </c:pt>
                <c:pt idx="3755">
                  <c:v>12497</c:v>
                </c:pt>
                <c:pt idx="3756">
                  <c:v>12501</c:v>
                </c:pt>
                <c:pt idx="3757">
                  <c:v>12504</c:v>
                </c:pt>
                <c:pt idx="3758">
                  <c:v>12507</c:v>
                </c:pt>
                <c:pt idx="3759">
                  <c:v>12511</c:v>
                </c:pt>
                <c:pt idx="3760">
                  <c:v>12514</c:v>
                </c:pt>
                <c:pt idx="3761">
                  <c:v>12517</c:v>
                </c:pt>
                <c:pt idx="3762">
                  <c:v>12521</c:v>
                </c:pt>
                <c:pt idx="3763">
                  <c:v>12524</c:v>
                </c:pt>
                <c:pt idx="3764">
                  <c:v>12527</c:v>
                </c:pt>
                <c:pt idx="3765">
                  <c:v>12531</c:v>
                </c:pt>
                <c:pt idx="3766">
                  <c:v>12534</c:v>
                </c:pt>
                <c:pt idx="3767">
                  <c:v>12537</c:v>
                </c:pt>
                <c:pt idx="3768">
                  <c:v>12540</c:v>
                </c:pt>
                <c:pt idx="3769">
                  <c:v>12544</c:v>
                </c:pt>
                <c:pt idx="3770">
                  <c:v>12547</c:v>
                </c:pt>
                <c:pt idx="3771">
                  <c:v>12550</c:v>
                </c:pt>
                <c:pt idx="3772">
                  <c:v>12554</c:v>
                </c:pt>
                <c:pt idx="3773">
                  <c:v>12557</c:v>
                </c:pt>
                <c:pt idx="3774">
                  <c:v>12560</c:v>
                </c:pt>
                <c:pt idx="3775">
                  <c:v>12564</c:v>
                </c:pt>
                <c:pt idx="3776">
                  <c:v>12567</c:v>
                </c:pt>
                <c:pt idx="3777">
                  <c:v>12570</c:v>
                </c:pt>
                <c:pt idx="3778">
                  <c:v>12574</c:v>
                </c:pt>
                <c:pt idx="3779">
                  <c:v>12577</c:v>
                </c:pt>
                <c:pt idx="3780">
                  <c:v>12580</c:v>
                </c:pt>
                <c:pt idx="3781">
                  <c:v>12584</c:v>
                </c:pt>
                <c:pt idx="3782">
                  <c:v>12587</c:v>
                </c:pt>
                <c:pt idx="3783">
                  <c:v>12590</c:v>
                </c:pt>
                <c:pt idx="3784">
                  <c:v>12594</c:v>
                </c:pt>
                <c:pt idx="3785">
                  <c:v>12597</c:v>
                </c:pt>
                <c:pt idx="3786">
                  <c:v>12600</c:v>
                </c:pt>
                <c:pt idx="3787">
                  <c:v>12604</c:v>
                </c:pt>
                <c:pt idx="3788">
                  <c:v>12607</c:v>
                </c:pt>
                <c:pt idx="3789">
                  <c:v>12610</c:v>
                </c:pt>
                <c:pt idx="3790">
                  <c:v>12614</c:v>
                </c:pt>
                <c:pt idx="3791">
                  <c:v>12617</c:v>
                </c:pt>
                <c:pt idx="3792">
                  <c:v>12620</c:v>
                </c:pt>
                <c:pt idx="3793">
                  <c:v>12624</c:v>
                </c:pt>
                <c:pt idx="3794">
                  <c:v>12627</c:v>
                </c:pt>
                <c:pt idx="3795">
                  <c:v>12630</c:v>
                </c:pt>
                <c:pt idx="3796">
                  <c:v>12634</c:v>
                </c:pt>
                <c:pt idx="3797">
                  <c:v>12637</c:v>
                </c:pt>
                <c:pt idx="3798">
                  <c:v>12640</c:v>
                </c:pt>
                <c:pt idx="3799">
                  <c:v>12644</c:v>
                </c:pt>
                <c:pt idx="3800">
                  <c:v>12647</c:v>
                </c:pt>
                <c:pt idx="3801">
                  <c:v>12650</c:v>
                </c:pt>
                <c:pt idx="3802">
                  <c:v>12654</c:v>
                </c:pt>
                <c:pt idx="3803">
                  <c:v>12657</c:v>
                </c:pt>
                <c:pt idx="3804">
                  <c:v>12660</c:v>
                </c:pt>
                <c:pt idx="3805">
                  <c:v>12664</c:v>
                </c:pt>
                <c:pt idx="3806">
                  <c:v>12667</c:v>
                </c:pt>
                <c:pt idx="3807">
                  <c:v>12670</c:v>
                </c:pt>
                <c:pt idx="3808">
                  <c:v>12674</c:v>
                </c:pt>
                <c:pt idx="3809">
                  <c:v>12677</c:v>
                </c:pt>
                <c:pt idx="3810">
                  <c:v>12680</c:v>
                </c:pt>
                <c:pt idx="3811">
                  <c:v>12684</c:v>
                </c:pt>
                <c:pt idx="3812">
                  <c:v>12687</c:v>
                </c:pt>
                <c:pt idx="3813">
                  <c:v>12690</c:v>
                </c:pt>
                <c:pt idx="3814">
                  <c:v>12694</c:v>
                </c:pt>
                <c:pt idx="3815">
                  <c:v>12697</c:v>
                </c:pt>
                <c:pt idx="3816">
                  <c:v>12700</c:v>
                </c:pt>
                <c:pt idx="3817">
                  <c:v>12704</c:v>
                </c:pt>
                <c:pt idx="3818">
                  <c:v>12707</c:v>
                </c:pt>
                <c:pt idx="3819">
                  <c:v>12710</c:v>
                </c:pt>
                <c:pt idx="3820">
                  <c:v>12714</c:v>
                </c:pt>
                <c:pt idx="3821">
                  <c:v>12717</c:v>
                </c:pt>
                <c:pt idx="3822">
                  <c:v>12720</c:v>
                </c:pt>
                <c:pt idx="3823">
                  <c:v>12723</c:v>
                </c:pt>
                <c:pt idx="3824">
                  <c:v>12727</c:v>
                </c:pt>
                <c:pt idx="3825">
                  <c:v>12730</c:v>
                </c:pt>
                <c:pt idx="3826">
                  <c:v>12733</c:v>
                </c:pt>
                <c:pt idx="3827">
                  <c:v>12737</c:v>
                </c:pt>
                <c:pt idx="3828">
                  <c:v>12740</c:v>
                </c:pt>
                <c:pt idx="3829">
                  <c:v>12743</c:v>
                </c:pt>
                <c:pt idx="3830">
                  <c:v>12747</c:v>
                </c:pt>
                <c:pt idx="3831">
                  <c:v>12750</c:v>
                </c:pt>
                <c:pt idx="3832">
                  <c:v>12753</c:v>
                </c:pt>
                <c:pt idx="3833">
                  <c:v>12757</c:v>
                </c:pt>
                <c:pt idx="3834">
                  <c:v>12760</c:v>
                </c:pt>
                <c:pt idx="3835">
                  <c:v>12763</c:v>
                </c:pt>
                <c:pt idx="3836">
                  <c:v>12767</c:v>
                </c:pt>
                <c:pt idx="3837">
                  <c:v>12770</c:v>
                </c:pt>
                <c:pt idx="3838">
                  <c:v>12773</c:v>
                </c:pt>
                <c:pt idx="3839">
                  <c:v>12777</c:v>
                </c:pt>
                <c:pt idx="3840">
                  <c:v>12780</c:v>
                </c:pt>
                <c:pt idx="3841">
                  <c:v>12783</c:v>
                </c:pt>
                <c:pt idx="3842">
                  <c:v>12787</c:v>
                </c:pt>
                <c:pt idx="3843">
                  <c:v>12790</c:v>
                </c:pt>
                <c:pt idx="3844">
                  <c:v>12793</c:v>
                </c:pt>
                <c:pt idx="3845">
                  <c:v>12797</c:v>
                </c:pt>
                <c:pt idx="3846">
                  <c:v>12800</c:v>
                </c:pt>
                <c:pt idx="3847">
                  <c:v>12803</c:v>
                </c:pt>
                <c:pt idx="3848">
                  <c:v>12807</c:v>
                </c:pt>
                <c:pt idx="3849">
                  <c:v>12810</c:v>
                </c:pt>
                <c:pt idx="3850">
                  <c:v>12813</c:v>
                </c:pt>
                <c:pt idx="3851">
                  <c:v>12817</c:v>
                </c:pt>
                <c:pt idx="3852">
                  <c:v>12820</c:v>
                </c:pt>
                <c:pt idx="3853">
                  <c:v>12823</c:v>
                </c:pt>
                <c:pt idx="3854">
                  <c:v>12827</c:v>
                </c:pt>
                <c:pt idx="3855">
                  <c:v>12830</c:v>
                </c:pt>
                <c:pt idx="3856">
                  <c:v>12833</c:v>
                </c:pt>
                <c:pt idx="3857">
                  <c:v>12837</c:v>
                </c:pt>
                <c:pt idx="3858">
                  <c:v>12840</c:v>
                </c:pt>
                <c:pt idx="3859">
                  <c:v>12843</c:v>
                </c:pt>
                <c:pt idx="3860">
                  <c:v>12847</c:v>
                </c:pt>
                <c:pt idx="3861">
                  <c:v>12850</c:v>
                </c:pt>
                <c:pt idx="3862">
                  <c:v>12853</c:v>
                </c:pt>
                <c:pt idx="3863">
                  <c:v>12857</c:v>
                </c:pt>
                <c:pt idx="3864">
                  <c:v>12860</c:v>
                </c:pt>
                <c:pt idx="3865">
                  <c:v>12863</c:v>
                </c:pt>
                <c:pt idx="3866">
                  <c:v>12867</c:v>
                </c:pt>
                <c:pt idx="3867">
                  <c:v>12870</c:v>
                </c:pt>
                <c:pt idx="3868">
                  <c:v>12873</c:v>
                </c:pt>
                <c:pt idx="3869">
                  <c:v>12877</c:v>
                </c:pt>
                <c:pt idx="3870">
                  <c:v>12880</c:v>
                </c:pt>
                <c:pt idx="3871">
                  <c:v>12883</c:v>
                </c:pt>
                <c:pt idx="3872">
                  <c:v>12887</c:v>
                </c:pt>
                <c:pt idx="3873">
                  <c:v>12890</c:v>
                </c:pt>
                <c:pt idx="3874">
                  <c:v>12893</c:v>
                </c:pt>
                <c:pt idx="3875">
                  <c:v>12897</c:v>
                </c:pt>
                <c:pt idx="3876">
                  <c:v>12900</c:v>
                </c:pt>
                <c:pt idx="3877">
                  <c:v>12903</c:v>
                </c:pt>
                <c:pt idx="3878">
                  <c:v>12906</c:v>
                </c:pt>
                <c:pt idx="3879">
                  <c:v>12910</c:v>
                </c:pt>
                <c:pt idx="3880">
                  <c:v>12913</c:v>
                </c:pt>
                <c:pt idx="3881">
                  <c:v>12916</c:v>
                </c:pt>
                <c:pt idx="3882">
                  <c:v>12920</c:v>
                </c:pt>
                <c:pt idx="3883">
                  <c:v>12923</c:v>
                </c:pt>
                <c:pt idx="3884">
                  <c:v>12926</c:v>
                </c:pt>
                <c:pt idx="3885">
                  <c:v>12930</c:v>
                </c:pt>
                <c:pt idx="3886">
                  <c:v>12933</c:v>
                </c:pt>
                <c:pt idx="3887">
                  <c:v>12936</c:v>
                </c:pt>
                <c:pt idx="3888">
                  <c:v>12940</c:v>
                </c:pt>
                <c:pt idx="3889">
                  <c:v>12943</c:v>
                </c:pt>
                <c:pt idx="3890">
                  <c:v>12946</c:v>
                </c:pt>
                <c:pt idx="3891">
                  <c:v>12950</c:v>
                </c:pt>
                <c:pt idx="3892">
                  <c:v>12953</c:v>
                </c:pt>
                <c:pt idx="3893">
                  <c:v>12956</c:v>
                </c:pt>
                <c:pt idx="3894">
                  <c:v>12960</c:v>
                </c:pt>
                <c:pt idx="3895">
                  <c:v>12963</c:v>
                </c:pt>
                <c:pt idx="3896">
                  <c:v>12966</c:v>
                </c:pt>
                <c:pt idx="3897">
                  <c:v>12970</c:v>
                </c:pt>
                <c:pt idx="3898">
                  <c:v>12973</c:v>
                </c:pt>
                <c:pt idx="3899">
                  <c:v>12976</c:v>
                </c:pt>
                <c:pt idx="3900">
                  <c:v>12980</c:v>
                </c:pt>
                <c:pt idx="3901">
                  <c:v>12983</c:v>
                </c:pt>
                <c:pt idx="3902">
                  <c:v>12986</c:v>
                </c:pt>
                <c:pt idx="3903">
                  <c:v>12990</c:v>
                </c:pt>
                <c:pt idx="3904">
                  <c:v>12993</c:v>
                </c:pt>
                <c:pt idx="3905">
                  <c:v>12996</c:v>
                </c:pt>
                <c:pt idx="3906">
                  <c:v>13000</c:v>
                </c:pt>
                <c:pt idx="3907">
                  <c:v>13003</c:v>
                </c:pt>
                <c:pt idx="3908">
                  <c:v>13006</c:v>
                </c:pt>
                <c:pt idx="3909">
                  <c:v>13010</c:v>
                </c:pt>
                <c:pt idx="3910">
                  <c:v>13013</c:v>
                </c:pt>
                <c:pt idx="3911">
                  <c:v>13016</c:v>
                </c:pt>
                <c:pt idx="3912">
                  <c:v>13020</c:v>
                </c:pt>
                <c:pt idx="3913">
                  <c:v>13023</c:v>
                </c:pt>
                <c:pt idx="3914">
                  <c:v>13026</c:v>
                </c:pt>
                <c:pt idx="3915">
                  <c:v>13030</c:v>
                </c:pt>
                <c:pt idx="3916">
                  <c:v>13033</c:v>
                </c:pt>
                <c:pt idx="3917">
                  <c:v>13036</c:v>
                </c:pt>
                <c:pt idx="3918">
                  <c:v>13040</c:v>
                </c:pt>
                <c:pt idx="3919">
                  <c:v>13043</c:v>
                </c:pt>
                <c:pt idx="3920">
                  <c:v>13046</c:v>
                </c:pt>
                <c:pt idx="3921">
                  <c:v>13050</c:v>
                </c:pt>
                <c:pt idx="3922">
                  <c:v>13053</c:v>
                </c:pt>
                <c:pt idx="3923">
                  <c:v>13056</c:v>
                </c:pt>
                <c:pt idx="3924">
                  <c:v>13060</c:v>
                </c:pt>
                <c:pt idx="3925">
                  <c:v>13063</c:v>
                </c:pt>
                <c:pt idx="3926">
                  <c:v>13066</c:v>
                </c:pt>
                <c:pt idx="3927">
                  <c:v>13070</c:v>
                </c:pt>
                <c:pt idx="3928">
                  <c:v>13073</c:v>
                </c:pt>
                <c:pt idx="3929">
                  <c:v>13076</c:v>
                </c:pt>
                <c:pt idx="3930">
                  <c:v>13080</c:v>
                </c:pt>
                <c:pt idx="3931">
                  <c:v>13083</c:v>
                </c:pt>
                <c:pt idx="3932">
                  <c:v>13086</c:v>
                </c:pt>
                <c:pt idx="3933">
                  <c:v>13089</c:v>
                </c:pt>
                <c:pt idx="3934">
                  <c:v>13093</c:v>
                </c:pt>
                <c:pt idx="3935">
                  <c:v>13096</c:v>
                </c:pt>
                <c:pt idx="3936">
                  <c:v>13099</c:v>
                </c:pt>
                <c:pt idx="3937">
                  <c:v>13103</c:v>
                </c:pt>
                <c:pt idx="3938">
                  <c:v>13106</c:v>
                </c:pt>
                <c:pt idx="3939">
                  <c:v>13109</c:v>
                </c:pt>
                <c:pt idx="3940">
                  <c:v>13113</c:v>
                </c:pt>
                <c:pt idx="3941">
                  <c:v>13116</c:v>
                </c:pt>
                <c:pt idx="3942">
                  <c:v>13119</c:v>
                </c:pt>
                <c:pt idx="3943">
                  <c:v>13123</c:v>
                </c:pt>
                <c:pt idx="3944">
                  <c:v>13126</c:v>
                </c:pt>
                <c:pt idx="3945">
                  <c:v>13129</c:v>
                </c:pt>
                <c:pt idx="3946">
                  <c:v>13133</c:v>
                </c:pt>
                <c:pt idx="3947">
                  <c:v>13136</c:v>
                </c:pt>
                <c:pt idx="3948">
                  <c:v>13139</c:v>
                </c:pt>
                <c:pt idx="3949">
                  <c:v>13143</c:v>
                </c:pt>
                <c:pt idx="3950">
                  <c:v>13146</c:v>
                </c:pt>
                <c:pt idx="3951">
                  <c:v>13149</c:v>
                </c:pt>
                <c:pt idx="3952">
                  <c:v>13153</c:v>
                </c:pt>
                <c:pt idx="3953">
                  <c:v>13156</c:v>
                </c:pt>
                <c:pt idx="3954">
                  <c:v>13159</c:v>
                </c:pt>
                <c:pt idx="3955">
                  <c:v>13163</c:v>
                </c:pt>
                <c:pt idx="3956">
                  <c:v>13166</c:v>
                </c:pt>
                <c:pt idx="3957">
                  <c:v>13169</c:v>
                </c:pt>
                <c:pt idx="3958">
                  <c:v>13173</c:v>
                </c:pt>
                <c:pt idx="3959">
                  <c:v>13176</c:v>
                </c:pt>
                <c:pt idx="3960">
                  <c:v>13179</c:v>
                </c:pt>
                <c:pt idx="3961">
                  <c:v>13183</c:v>
                </c:pt>
                <c:pt idx="3962">
                  <c:v>13186</c:v>
                </c:pt>
                <c:pt idx="3963">
                  <c:v>13189</c:v>
                </c:pt>
                <c:pt idx="3964">
                  <c:v>13193</c:v>
                </c:pt>
                <c:pt idx="3965">
                  <c:v>13196</c:v>
                </c:pt>
                <c:pt idx="3966">
                  <c:v>13199</c:v>
                </c:pt>
                <c:pt idx="3967">
                  <c:v>13203</c:v>
                </c:pt>
                <c:pt idx="3968">
                  <c:v>13206</c:v>
                </c:pt>
                <c:pt idx="3969">
                  <c:v>13209</c:v>
                </c:pt>
                <c:pt idx="3970">
                  <c:v>13213</c:v>
                </c:pt>
                <c:pt idx="3971">
                  <c:v>13216</c:v>
                </c:pt>
                <c:pt idx="3972">
                  <c:v>13219</c:v>
                </c:pt>
                <c:pt idx="3973">
                  <c:v>13223</c:v>
                </c:pt>
                <c:pt idx="3974">
                  <c:v>13226</c:v>
                </c:pt>
                <c:pt idx="3975">
                  <c:v>13229</c:v>
                </c:pt>
                <c:pt idx="3976">
                  <c:v>13233</c:v>
                </c:pt>
                <c:pt idx="3977">
                  <c:v>13236</c:v>
                </c:pt>
                <c:pt idx="3978">
                  <c:v>13239</c:v>
                </c:pt>
                <c:pt idx="3979">
                  <c:v>13243</c:v>
                </c:pt>
                <c:pt idx="3980">
                  <c:v>13246</c:v>
                </c:pt>
                <c:pt idx="3981">
                  <c:v>13249</c:v>
                </c:pt>
                <c:pt idx="3982">
                  <c:v>13253</c:v>
                </c:pt>
                <c:pt idx="3983">
                  <c:v>13256</c:v>
                </c:pt>
                <c:pt idx="3984">
                  <c:v>13259</c:v>
                </c:pt>
                <c:pt idx="3985">
                  <c:v>13263</c:v>
                </c:pt>
                <c:pt idx="3986">
                  <c:v>13266</c:v>
                </c:pt>
                <c:pt idx="3987">
                  <c:v>13269</c:v>
                </c:pt>
                <c:pt idx="3988">
                  <c:v>13272</c:v>
                </c:pt>
                <c:pt idx="3989">
                  <c:v>13276</c:v>
                </c:pt>
                <c:pt idx="3990">
                  <c:v>13279</c:v>
                </c:pt>
                <c:pt idx="3991">
                  <c:v>13282</c:v>
                </c:pt>
                <c:pt idx="3992">
                  <c:v>13286</c:v>
                </c:pt>
                <c:pt idx="3993">
                  <c:v>13289</c:v>
                </c:pt>
                <c:pt idx="3994">
                  <c:v>13292</c:v>
                </c:pt>
                <c:pt idx="3995">
                  <c:v>13296</c:v>
                </c:pt>
                <c:pt idx="3996">
                  <c:v>13299</c:v>
                </c:pt>
                <c:pt idx="3997">
                  <c:v>13302</c:v>
                </c:pt>
                <c:pt idx="3998">
                  <c:v>13306</c:v>
                </c:pt>
                <c:pt idx="3999">
                  <c:v>13309</c:v>
                </c:pt>
                <c:pt idx="4000">
                  <c:v>13312</c:v>
                </c:pt>
                <c:pt idx="4001">
                  <c:v>13316</c:v>
                </c:pt>
                <c:pt idx="4002">
                  <c:v>13319</c:v>
                </c:pt>
                <c:pt idx="4003">
                  <c:v>13322</c:v>
                </c:pt>
                <c:pt idx="4004">
                  <c:v>13326</c:v>
                </c:pt>
                <c:pt idx="4005">
                  <c:v>13329</c:v>
                </c:pt>
                <c:pt idx="4006">
                  <c:v>13332</c:v>
                </c:pt>
                <c:pt idx="4007">
                  <c:v>13336</c:v>
                </c:pt>
                <c:pt idx="4008">
                  <c:v>13339</c:v>
                </c:pt>
                <c:pt idx="4009">
                  <c:v>13342</c:v>
                </c:pt>
                <c:pt idx="4010">
                  <c:v>13346</c:v>
                </c:pt>
                <c:pt idx="4011">
                  <c:v>13349</c:v>
                </c:pt>
                <c:pt idx="4012">
                  <c:v>13352</c:v>
                </c:pt>
                <c:pt idx="4013">
                  <c:v>13356</c:v>
                </c:pt>
                <c:pt idx="4014">
                  <c:v>13359</c:v>
                </c:pt>
                <c:pt idx="4015">
                  <c:v>13362</c:v>
                </c:pt>
                <c:pt idx="4016">
                  <c:v>13366</c:v>
                </c:pt>
                <c:pt idx="4017">
                  <c:v>13369</c:v>
                </c:pt>
                <c:pt idx="4018">
                  <c:v>13372</c:v>
                </c:pt>
                <c:pt idx="4019">
                  <c:v>13376</c:v>
                </c:pt>
                <c:pt idx="4020">
                  <c:v>13379</c:v>
                </c:pt>
                <c:pt idx="4021">
                  <c:v>13382</c:v>
                </c:pt>
                <c:pt idx="4022">
                  <c:v>13386</c:v>
                </c:pt>
                <c:pt idx="4023">
                  <c:v>13389</c:v>
                </c:pt>
                <c:pt idx="4024">
                  <c:v>13392</c:v>
                </c:pt>
                <c:pt idx="4025">
                  <c:v>13396</c:v>
                </c:pt>
                <c:pt idx="4026">
                  <c:v>13399</c:v>
                </c:pt>
                <c:pt idx="4027">
                  <c:v>13402</c:v>
                </c:pt>
                <c:pt idx="4028">
                  <c:v>13406</c:v>
                </c:pt>
                <c:pt idx="4029">
                  <c:v>13409</c:v>
                </c:pt>
                <c:pt idx="4030">
                  <c:v>13412</c:v>
                </c:pt>
                <c:pt idx="4031">
                  <c:v>13416</c:v>
                </c:pt>
                <c:pt idx="4032">
                  <c:v>13419</c:v>
                </c:pt>
                <c:pt idx="4033">
                  <c:v>13422</c:v>
                </c:pt>
                <c:pt idx="4034">
                  <c:v>13426</c:v>
                </c:pt>
                <c:pt idx="4035">
                  <c:v>13429</c:v>
                </c:pt>
                <c:pt idx="4036">
                  <c:v>13432</c:v>
                </c:pt>
                <c:pt idx="4037">
                  <c:v>13436</c:v>
                </c:pt>
                <c:pt idx="4038">
                  <c:v>13439</c:v>
                </c:pt>
                <c:pt idx="4039">
                  <c:v>13442</c:v>
                </c:pt>
                <c:pt idx="4040">
                  <c:v>13446</c:v>
                </c:pt>
                <c:pt idx="4041">
                  <c:v>13449</c:v>
                </c:pt>
                <c:pt idx="4042">
                  <c:v>13452</c:v>
                </c:pt>
                <c:pt idx="4043">
                  <c:v>13455</c:v>
                </c:pt>
                <c:pt idx="4044">
                  <c:v>13459</c:v>
                </c:pt>
                <c:pt idx="4045">
                  <c:v>13462</c:v>
                </c:pt>
                <c:pt idx="4046">
                  <c:v>13465</c:v>
                </c:pt>
                <c:pt idx="4047">
                  <c:v>13469</c:v>
                </c:pt>
                <c:pt idx="4048">
                  <c:v>13472</c:v>
                </c:pt>
                <c:pt idx="4049">
                  <c:v>13475</c:v>
                </c:pt>
                <c:pt idx="4050">
                  <c:v>13479</c:v>
                </c:pt>
                <c:pt idx="4051">
                  <c:v>13482</c:v>
                </c:pt>
                <c:pt idx="4052">
                  <c:v>13485</c:v>
                </c:pt>
                <c:pt idx="4053">
                  <c:v>13489</c:v>
                </c:pt>
                <c:pt idx="4054">
                  <c:v>13492</c:v>
                </c:pt>
                <c:pt idx="4055">
                  <c:v>13495</c:v>
                </c:pt>
                <c:pt idx="4056">
                  <c:v>13499</c:v>
                </c:pt>
                <c:pt idx="4057">
                  <c:v>13502</c:v>
                </c:pt>
                <c:pt idx="4058">
                  <c:v>13505</c:v>
                </c:pt>
                <c:pt idx="4059">
                  <c:v>13509</c:v>
                </c:pt>
                <c:pt idx="4060">
                  <c:v>13512</c:v>
                </c:pt>
                <c:pt idx="4061">
                  <c:v>13515</c:v>
                </c:pt>
                <c:pt idx="4062">
                  <c:v>13519</c:v>
                </c:pt>
                <c:pt idx="4063">
                  <c:v>13522</c:v>
                </c:pt>
                <c:pt idx="4064">
                  <c:v>13525</c:v>
                </c:pt>
                <c:pt idx="4065">
                  <c:v>13529</c:v>
                </c:pt>
                <c:pt idx="4066">
                  <c:v>13532</c:v>
                </c:pt>
                <c:pt idx="4067">
                  <c:v>13535</c:v>
                </c:pt>
                <c:pt idx="4068">
                  <c:v>13539</c:v>
                </c:pt>
                <c:pt idx="4069">
                  <c:v>13542</c:v>
                </c:pt>
                <c:pt idx="4070">
                  <c:v>13545</c:v>
                </c:pt>
                <c:pt idx="4071">
                  <c:v>13549</c:v>
                </c:pt>
                <c:pt idx="4072">
                  <c:v>13552</c:v>
                </c:pt>
                <c:pt idx="4073">
                  <c:v>13555</c:v>
                </c:pt>
                <c:pt idx="4074">
                  <c:v>13559</c:v>
                </c:pt>
                <c:pt idx="4075">
                  <c:v>13562</c:v>
                </c:pt>
                <c:pt idx="4076">
                  <c:v>13565</c:v>
                </c:pt>
                <c:pt idx="4077">
                  <c:v>13569</c:v>
                </c:pt>
                <c:pt idx="4078">
                  <c:v>13572</c:v>
                </c:pt>
                <c:pt idx="4079">
                  <c:v>13575</c:v>
                </c:pt>
                <c:pt idx="4080">
                  <c:v>13579</c:v>
                </c:pt>
                <c:pt idx="4081">
                  <c:v>13582</c:v>
                </c:pt>
                <c:pt idx="4082">
                  <c:v>13585</c:v>
                </c:pt>
                <c:pt idx="4083">
                  <c:v>13589</c:v>
                </c:pt>
                <c:pt idx="4084">
                  <c:v>13592</c:v>
                </c:pt>
                <c:pt idx="4085">
                  <c:v>13595</c:v>
                </c:pt>
                <c:pt idx="4086">
                  <c:v>13599</c:v>
                </c:pt>
                <c:pt idx="4087">
                  <c:v>13602</c:v>
                </c:pt>
                <c:pt idx="4088">
                  <c:v>13605</c:v>
                </c:pt>
                <c:pt idx="4089">
                  <c:v>13609</c:v>
                </c:pt>
                <c:pt idx="4090">
                  <c:v>13612</c:v>
                </c:pt>
                <c:pt idx="4091">
                  <c:v>13615</c:v>
                </c:pt>
                <c:pt idx="4092">
                  <c:v>13619</c:v>
                </c:pt>
                <c:pt idx="4093">
                  <c:v>13622</c:v>
                </c:pt>
                <c:pt idx="4094">
                  <c:v>13625</c:v>
                </c:pt>
                <c:pt idx="4095">
                  <c:v>13629</c:v>
                </c:pt>
                <c:pt idx="4096">
                  <c:v>13632</c:v>
                </c:pt>
                <c:pt idx="4097">
                  <c:v>13635</c:v>
                </c:pt>
                <c:pt idx="4098">
                  <c:v>13638</c:v>
                </c:pt>
                <c:pt idx="4099">
                  <c:v>13642</c:v>
                </c:pt>
                <c:pt idx="4100">
                  <c:v>13645</c:v>
                </c:pt>
                <c:pt idx="4101">
                  <c:v>13648</c:v>
                </c:pt>
                <c:pt idx="4102">
                  <c:v>13652</c:v>
                </c:pt>
                <c:pt idx="4103">
                  <c:v>13655</c:v>
                </c:pt>
                <c:pt idx="4104">
                  <c:v>13658</c:v>
                </c:pt>
                <c:pt idx="4105">
                  <c:v>13662</c:v>
                </c:pt>
                <c:pt idx="4106">
                  <c:v>13665</c:v>
                </c:pt>
                <c:pt idx="4107">
                  <c:v>13668</c:v>
                </c:pt>
                <c:pt idx="4108">
                  <c:v>13672</c:v>
                </c:pt>
                <c:pt idx="4109">
                  <c:v>13675</c:v>
                </c:pt>
                <c:pt idx="4110">
                  <c:v>13678</c:v>
                </c:pt>
                <c:pt idx="4111">
                  <c:v>13682</c:v>
                </c:pt>
                <c:pt idx="4112">
                  <c:v>13685</c:v>
                </c:pt>
                <c:pt idx="4113">
                  <c:v>13688</c:v>
                </c:pt>
                <c:pt idx="4114">
                  <c:v>13692</c:v>
                </c:pt>
                <c:pt idx="4115">
                  <c:v>13695</c:v>
                </c:pt>
                <c:pt idx="4116">
                  <c:v>13698</c:v>
                </c:pt>
                <c:pt idx="4117">
                  <c:v>13702</c:v>
                </c:pt>
                <c:pt idx="4118">
                  <c:v>13705</c:v>
                </c:pt>
                <c:pt idx="4119">
                  <c:v>13708</c:v>
                </c:pt>
                <c:pt idx="4120">
                  <c:v>13712</c:v>
                </c:pt>
                <c:pt idx="4121">
                  <c:v>13715</c:v>
                </c:pt>
                <c:pt idx="4122">
                  <c:v>13718</c:v>
                </c:pt>
                <c:pt idx="4123">
                  <c:v>13722</c:v>
                </c:pt>
                <c:pt idx="4124">
                  <c:v>13725</c:v>
                </c:pt>
                <c:pt idx="4125">
                  <c:v>13728</c:v>
                </c:pt>
                <c:pt idx="4126">
                  <c:v>13732</c:v>
                </c:pt>
                <c:pt idx="4127">
                  <c:v>13735</c:v>
                </c:pt>
                <c:pt idx="4128">
                  <c:v>13738</c:v>
                </c:pt>
                <c:pt idx="4129">
                  <c:v>13742</c:v>
                </c:pt>
                <c:pt idx="4130">
                  <c:v>13745</c:v>
                </c:pt>
                <c:pt idx="4131">
                  <c:v>13748</c:v>
                </c:pt>
                <c:pt idx="4132">
                  <c:v>13752</c:v>
                </c:pt>
                <c:pt idx="4133">
                  <c:v>13755</c:v>
                </c:pt>
                <c:pt idx="4134">
                  <c:v>13758</c:v>
                </c:pt>
                <c:pt idx="4135">
                  <c:v>13762</c:v>
                </c:pt>
                <c:pt idx="4136">
                  <c:v>13765</c:v>
                </c:pt>
                <c:pt idx="4137">
                  <c:v>13768</c:v>
                </c:pt>
                <c:pt idx="4138">
                  <c:v>13772</c:v>
                </c:pt>
                <c:pt idx="4139">
                  <c:v>13775</c:v>
                </c:pt>
                <c:pt idx="4140">
                  <c:v>13778</c:v>
                </c:pt>
                <c:pt idx="4141">
                  <c:v>13782</c:v>
                </c:pt>
                <c:pt idx="4142">
                  <c:v>13785</c:v>
                </c:pt>
                <c:pt idx="4143">
                  <c:v>13788</c:v>
                </c:pt>
                <c:pt idx="4144">
                  <c:v>13792</c:v>
                </c:pt>
                <c:pt idx="4145">
                  <c:v>13795</c:v>
                </c:pt>
                <c:pt idx="4146">
                  <c:v>13798</c:v>
                </c:pt>
                <c:pt idx="4147">
                  <c:v>13802</c:v>
                </c:pt>
                <c:pt idx="4148">
                  <c:v>13805</c:v>
                </c:pt>
                <c:pt idx="4149">
                  <c:v>13808</c:v>
                </c:pt>
                <c:pt idx="4150">
                  <c:v>13812</c:v>
                </c:pt>
                <c:pt idx="4151">
                  <c:v>13815</c:v>
                </c:pt>
                <c:pt idx="4152">
                  <c:v>13818</c:v>
                </c:pt>
                <c:pt idx="4153">
                  <c:v>13821</c:v>
                </c:pt>
                <c:pt idx="4154">
                  <c:v>13825</c:v>
                </c:pt>
                <c:pt idx="4155">
                  <c:v>13828</c:v>
                </c:pt>
                <c:pt idx="4156">
                  <c:v>13831</c:v>
                </c:pt>
                <c:pt idx="4157">
                  <c:v>13835</c:v>
                </c:pt>
                <c:pt idx="4158">
                  <c:v>13838</c:v>
                </c:pt>
                <c:pt idx="4159">
                  <c:v>13841</c:v>
                </c:pt>
                <c:pt idx="4160">
                  <c:v>13845</c:v>
                </c:pt>
                <c:pt idx="4161">
                  <c:v>13848</c:v>
                </c:pt>
                <c:pt idx="4162">
                  <c:v>13851</c:v>
                </c:pt>
                <c:pt idx="4163">
                  <c:v>13855</c:v>
                </c:pt>
                <c:pt idx="4164">
                  <c:v>13858</c:v>
                </c:pt>
                <c:pt idx="4165">
                  <c:v>13861</c:v>
                </c:pt>
                <c:pt idx="4166">
                  <c:v>13865</c:v>
                </c:pt>
                <c:pt idx="4167">
                  <c:v>13868</c:v>
                </c:pt>
                <c:pt idx="4168">
                  <c:v>13871</c:v>
                </c:pt>
                <c:pt idx="4169">
                  <c:v>13875</c:v>
                </c:pt>
                <c:pt idx="4170">
                  <c:v>13878</c:v>
                </c:pt>
                <c:pt idx="4171">
                  <c:v>13881</c:v>
                </c:pt>
                <c:pt idx="4172">
                  <c:v>13885</c:v>
                </c:pt>
                <c:pt idx="4173">
                  <c:v>13888</c:v>
                </c:pt>
                <c:pt idx="4174">
                  <c:v>13891</c:v>
                </c:pt>
                <c:pt idx="4175">
                  <c:v>13895</c:v>
                </c:pt>
                <c:pt idx="4176">
                  <c:v>13898</c:v>
                </c:pt>
                <c:pt idx="4177">
                  <c:v>13901</c:v>
                </c:pt>
                <c:pt idx="4178">
                  <c:v>13905</c:v>
                </c:pt>
                <c:pt idx="4179">
                  <c:v>13908</c:v>
                </c:pt>
                <c:pt idx="4180">
                  <c:v>13911</c:v>
                </c:pt>
                <c:pt idx="4181">
                  <c:v>13915</c:v>
                </c:pt>
                <c:pt idx="4182">
                  <c:v>13918</c:v>
                </c:pt>
                <c:pt idx="4183">
                  <c:v>13921</c:v>
                </c:pt>
                <c:pt idx="4184">
                  <c:v>13925</c:v>
                </c:pt>
                <c:pt idx="4185">
                  <c:v>13928</c:v>
                </c:pt>
                <c:pt idx="4186">
                  <c:v>13931</c:v>
                </c:pt>
                <c:pt idx="4187">
                  <c:v>13935</c:v>
                </c:pt>
                <c:pt idx="4188">
                  <c:v>13938</c:v>
                </c:pt>
                <c:pt idx="4189">
                  <c:v>13941</c:v>
                </c:pt>
                <c:pt idx="4190">
                  <c:v>13945</c:v>
                </c:pt>
                <c:pt idx="4191">
                  <c:v>13948</c:v>
                </c:pt>
                <c:pt idx="4192">
                  <c:v>13951</c:v>
                </c:pt>
                <c:pt idx="4193">
                  <c:v>13955</c:v>
                </c:pt>
                <c:pt idx="4194">
                  <c:v>13958</c:v>
                </c:pt>
                <c:pt idx="4195">
                  <c:v>13961</c:v>
                </c:pt>
                <c:pt idx="4196">
                  <c:v>13965</c:v>
                </c:pt>
                <c:pt idx="4197">
                  <c:v>13968</c:v>
                </c:pt>
                <c:pt idx="4198">
                  <c:v>13971</c:v>
                </c:pt>
                <c:pt idx="4199">
                  <c:v>13975</c:v>
                </c:pt>
                <c:pt idx="4200">
                  <c:v>13978</c:v>
                </c:pt>
                <c:pt idx="4201">
                  <c:v>13981</c:v>
                </c:pt>
                <c:pt idx="4202">
                  <c:v>13985</c:v>
                </c:pt>
                <c:pt idx="4203">
                  <c:v>13988</c:v>
                </c:pt>
                <c:pt idx="4204">
                  <c:v>13991</c:v>
                </c:pt>
                <c:pt idx="4205">
                  <c:v>13995</c:v>
                </c:pt>
                <c:pt idx="4206">
                  <c:v>13998</c:v>
                </c:pt>
                <c:pt idx="4207">
                  <c:v>14001</c:v>
                </c:pt>
                <c:pt idx="4208">
                  <c:v>14004</c:v>
                </c:pt>
                <c:pt idx="4209">
                  <c:v>14008</c:v>
                </c:pt>
                <c:pt idx="4210">
                  <c:v>14011</c:v>
                </c:pt>
                <c:pt idx="4211">
                  <c:v>14014</c:v>
                </c:pt>
                <c:pt idx="4212">
                  <c:v>14018</c:v>
                </c:pt>
                <c:pt idx="4213">
                  <c:v>14021</c:v>
                </c:pt>
                <c:pt idx="4214">
                  <c:v>14024</c:v>
                </c:pt>
                <c:pt idx="4215">
                  <c:v>14028</c:v>
                </c:pt>
                <c:pt idx="4216">
                  <c:v>14031</c:v>
                </c:pt>
                <c:pt idx="4217">
                  <c:v>14034</c:v>
                </c:pt>
                <c:pt idx="4218">
                  <c:v>14038</c:v>
                </c:pt>
                <c:pt idx="4219">
                  <c:v>14041</c:v>
                </c:pt>
                <c:pt idx="4220">
                  <c:v>14044</c:v>
                </c:pt>
                <c:pt idx="4221">
                  <c:v>14048</c:v>
                </c:pt>
                <c:pt idx="4222">
                  <c:v>14051</c:v>
                </c:pt>
                <c:pt idx="4223">
                  <c:v>14054</c:v>
                </c:pt>
                <c:pt idx="4224">
                  <c:v>14058</c:v>
                </c:pt>
                <c:pt idx="4225">
                  <c:v>14061</c:v>
                </c:pt>
                <c:pt idx="4226">
                  <c:v>14064</c:v>
                </c:pt>
                <c:pt idx="4227">
                  <c:v>14068</c:v>
                </c:pt>
                <c:pt idx="4228">
                  <c:v>14071</c:v>
                </c:pt>
                <c:pt idx="4229">
                  <c:v>14074</c:v>
                </c:pt>
                <c:pt idx="4230">
                  <c:v>14078</c:v>
                </c:pt>
                <c:pt idx="4231">
                  <c:v>14081</c:v>
                </c:pt>
                <c:pt idx="4232">
                  <c:v>14084</c:v>
                </c:pt>
                <c:pt idx="4233">
                  <c:v>14088</c:v>
                </c:pt>
                <c:pt idx="4234">
                  <c:v>14091</c:v>
                </c:pt>
                <c:pt idx="4235">
                  <c:v>14094</c:v>
                </c:pt>
                <c:pt idx="4236">
                  <c:v>14098</c:v>
                </c:pt>
                <c:pt idx="4237">
                  <c:v>14101</c:v>
                </c:pt>
                <c:pt idx="4238">
                  <c:v>14104</c:v>
                </c:pt>
                <c:pt idx="4239">
                  <c:v>14108</c:v>
                </c:pt>
                <c:pt idx="4240">
                  <c:v>14111</c:v>
                </c:pt>
                <c:pt idx="4241">
                  <c:v>14114</c:v>
                </c:pt>
                <c:pt idx="4242">
                  <c:v>14118</c:v>
                </c:pt>
                <c:pt idx="4243">
                  <c:v>14121</c:v>
                </c:pt>
                <c:pt idx="4244">
                  <c:v>14124</c:v>
                </c:pt>
                <c:pt idx="4245">
                  <c:v>14128</c:v>
                </c:pt>
                <c:pt idx="4246">
                  <c:v>14131</c:v>
                </c:pt>
                <c:pt idx="4247">
                  <c:v>14134</c:v>
                </c:pt>
                <c:pt idx="4248">
                  <c:v>14138</c:v>
                </c:pt>
                <c:pt idx="4249">
                  <c:v>14141</c:v>
                </c:pt>
                <c:pt idx="4250">
                  <c:v>14144</c:v>
                </c:pt>
                <c:pt idx="4251">
                  <c:v>14148</c:v>
                </c:pt>
                <c:pt idx="4252">
                  <c:v>14151</c:v>
                </c:pt>
                <c:pt idx="4253">
                  <c:v>14154</c:v>
                </c:pt>
                <c:pt idx="4254">
                  <c:v>14158</c:v>
                </c:pt>
                <c:pt idx="4255">
                  <c:v>14161</c:v>
                </c:pt>
                <c:pt idx="4256">
                  <c:v>14164</c:v>
                </c:pt>
                <c:pt idx="4257">
                  <c:v>14168</c:v>
                </c:pt>
                <c:pt idx="4258">
                  <c:v>14171</c:v>
                </c:pt>
                <c:pt idx="4259">
                  <c:v>14174</c:v>
                </c:pt>
                <c:pt idx="4260">
                  <c:v>14178</c:v>
                </c:pt>
                <c:pt idx="4261">
                  <c:v>14181</c:v>
                </c:pt>
                <c:pt idx="4262">
                  <c:v>14184</c:v>
                </c:pt>
                <c:pt idx="4263">
                  <c:v>14187</c:v>
                </c:pt>
                <c:pt idx="4264">
                  <c:v>14191</c:v>
                </c:pt>
                <c:pt idx="4265">
                  <c:v>14194</c:v>
                </c:pt>
                <c:pt idx="4266">
                  <c:v>14197</c:v>
                </c:pt>
                <c:pt idx="4267">
                  <c:v>14201</c:v>
                </c:pt>
                <c:pt idx="4268">
                  <c:v>14204</c:v>
                </c:pt>
                <c:pt idx="4269">
                  <c:v>14207</c:v>
                </c:pt>
                <c:pt idx="4270">
                  <c:v>14211</c:v>
                </c:pt>
                <c:pt idx="4271">
                  <c:v>14214</c:v>
                </c:pt>
                <c:pt idx="4272">
                  <c:v>14217</c:v>
                </c:pt>
                <c:pt idx="4273">
                  <c:v>14221</c:v>
                </c:pt>
                <c:pt idx="4274">
                  <c:v>14224</c:v>
                </c:pt>
                <c:pt idx="4275">
                  <c:v>14227</c:v>
                </c:pt>
                <c:pt idx="4276">
                  <c:v>14231</c:v>
                </c:pt>
                <c:pt idx="4277">
                  <c:v>14234</c:v>
                </c:pt>
                <c:pt idx="4278">
                  <c:v>14237</c:v>
                </c:pt>
                <c:pt idx="4279">
                  <c:v>14241</c:v>
                </c:pt>
                <c:pt idx="4280">
                  <c:v>14244</c:v>
                </c:pt>
                <c:pt idx="4281">
                  <c:v>14247</c:v>
                </c:pt>
                <c:pt idx="4282">
                  <c:v>14251</c:v>
                </c:pt>
                <c:pt idx="4283">
                  <c:v>14254</c:v>
                </c:pt>
                <c:pt idx="4284">
                  <c:v>14257</c:v>
                </c:pt>
                <c:pt idx="4285">
                  <c:v>14261</c:v>
                </c:pt>
                <c:pt idx="4286">
                  <c:v>14264</c:v>
                </c:pt>
                <c:pt idx="4287">
                  <c:v>14267</c:v>
                </c:pt>
                <c:pt idx="4288">
                  <c:v>14271</c:v>
                </c:pt>
                <c:pt idx="4289">
                  <c:v>14274</c:v>
                </c:pt>
                <c:pt idx="4290">
                  <c:v>14277</c:v>
                </c:pt>
                <c:pt idx="4291">
                  <c:v>14281</c:v>
                </c:pt>
                <c:pt idx="4292">
                  <c:v>14284</c:v>
                </c:pt>
                <c:pt idx="4293">
                  <c:v>14287</c:v>
                </c:pt>
                <c:pt idx="4294">
                  <c:v>14291</c:v>
                </c:pt>
                <c:pt idx="4295">
                  <c:v>14294</c:v>
                </c:pt>
                <c:pt idx="4296">
                  <c:v>14297</c:v>
                </c:pt>
                <c:pt idx="4297">
                  <c:v>14301</c:v>
                </c:pt>
                <c:pt idx="4298">
                  <c:v>14304</c:v>
                </c:pt>
                <c:pt idx="4299">
                  <c:v>14307</c:v>
                </c:pt>
                <c:pt idx="4300">
                  <c:v>14311</c:v>
                </c:pt>
                <c:pt idx="4301">
                  <c:v>14314</c:v>
                </c:pt>
                <c:pt idx="4302">
                  <c:v>14317</c:v>
                </c:pt>
                <c:pt idx="4303">
                  <c:v>14321</c:v>
                </c:pt>
                <c:pt idx="4304">
                  <c:v>14324</c:v>
                </c:pt>
                <c:pt idx="4305">
                  <c:v>14327</c:v>
                </c:pt>
                <c:pt idx="4306">
                  <c:v>14331</c:v>
                </c:pt>
                <c:pt idx="4307">
                  <c:v>14334</c:v>
                </c:pt>
                <c:pt idx="4308">
                  <c:v>14337</c:v>
                </c:pt>
                <c:pt idx="4309">
                  <c:v>14341</c:v>
                </c:pt>
                <c:pt idx="4310">
                  <c:v>14344</c:v>
                </c:pt>
                <c:pt idx="4311">
                  <c:v>14347</c:v>
                </c:pt>
                <c:pt idx="4312">
                  <c:v>14351</c:v>
                </c:pt>
                <c:pt idx="4313">
                  <c:v>14354</c:v>
                </c:pt>
                <c:pt idx="4314">
                  <c:v>14357</c:v>
                </c:pt>
                <c:pt idx="4315">
                  <c:v>14361</c:v>
                </c:pt>
                <c:pt idx="4316">
                  <c:v>14364</c:v>
                </c:pt>
                <c:pt idx="4317">
                  <c:v>14367</c:v>
                </c:pt>
                <c:pt idx="4318">
                  <c:v>14370</c:v>
                </c:pt>
                <c:pt idx="4319">
                  <c:v>14374</c:v>
                </c:pt>
                <c:pt idx="4320">
                  <c:v>14377</c:v>
                </c:pt>
                <c:pt idx="4321">
                  <c:v>14380</c:v>
                </c:pt>
                <c:pt idx="4322">
                  <c:v>14384</c:v>
                </c:pt>
                <c:pt idx="4323">
                  <c:v>14387</c:v>
                </c:pt>
                <c:pt idx="4324">
                  <c:v>14390</c:v>
                </c:pt>
                <c:pt idx="4325">
                  <c:v>14394</c:v>
                </c:pt>
                <c:pt idx="4326">
                  <c:v>14397</c:v>
                </c:pt>
                <c:pt idx="4327">
                  <c:v>14400</c:v>
                </c:pt>
                <c:pt idx="4328">
                  <c:v>14404</c:v>
                </c:pt>
                <c:pt idx="4329">
                  <c:v>14407</c:v>
                </c:pt>
                <c:pt idx="4330">
                  <c:v>14410</c:v>
                </c:pt>
                <c:pt idx="4331">
                  <c:v>14414</c:v>
                </c:pt>
                <c:pt idx="4332">
                  <c:v>14417</c:v>
                </c:pt>
                <c:pt idx="4333">
                  <c:v>14420</c:v>
                </c:pt>
                <c:pt idx="4334">
                  <c:v>14424</c:v>
                </c:pt>
                <c:pt idx="4335">
                  <c:v>14427</c:v>
                </c:pt>
                <c:pt idx="4336">
                  <c:v>14430</c:v>
                </c:pt>
                <c:pt idx="4337">
                  <c:v>14434</c:v>
                </c:pt>
                <c:pt idx="4338">
                  <c:v>14437</c:v>
                </c:pt>
                <c:pt idx="4339">
                  <c:v>14440</c:v>
                </c:pt>
                <c:pt idx="4340">
                  <c:v>14444</c:v>
                </c:pt>
                <c:pt idx="4341">
                  <c:v>14447</c:v>
                </c:pt>
                <c:pt idx="4342">
                  <c:v>14450</c:v>
                </c:pt>
                <c:pt idx="4343">
                  <c:v>14454</c:v>
                </c:pt>
                <c:pt idx="4344">
                  <c:v>14457</c:v>
                </c:pt>
                <c:pt idx="4345">
                  <c:v>14460</c:v>
                </c:pt>
                <c:pt idx="4346">
                  <c:v>14464</c:v>
                </c:pt>
                <c:pt idx="4347">
                  <c:v>14467</c:v>
                </c:pt>
                <c:pt idx="4348">
                  <c:v>14470</c:v>
                </c:pt>
                <c:pt idx="4349">
                  <c:v>14474</c:v>
                </c:pt>
                <c:pt idx="4350">
                  <c:v>14477</c:v>
                </c:pt>
                <c:pt idx="4351">
                  <c:v>14480</c:v>
                </c:pt>
                <c:pt idx="4352">
                  <c:v>14484</c:v>
                </c:pt>
                <c:pt idx="4353">
                  <c:v>14487</c:v>
                </c:pt>
                <c:pt idx="4354">
                  <c:v>14490</c:v>
                </c:pt>
                <c:pt idx="4355">
                  <c:v>14494</c:v>
                </c:pt>
                <c:pt idx="4356">
                  <c:v>14497</c:v>
                </c:pt>
                <c:pt idx="4357">
                  <c:v>14500</c:v>
                </c:pt>
                <c:pt idx="4358">
                  <c:v>14504</c:v>
                </c:pt>
                <c:pt idx="4359">
                  <c:v>14507</c:v>
                </c:pt>
                <c:pt idx="4360">
                  <c:v>14510</c:v>
                </c:pt>
                <c:pt idx="4361">
                  <c:v>14514</c:v>
                </c:pt>
                <c:pt idx="4362">
                  <c:v>14517</c:v>
                </c:pt>
                <c:pt idx="4363">
                  <c:v>14520</c:v>
                </c:pt>
                <c:pt idx="4364">
                  <c:v>14524</c:v>
                </c:pt>
                <c:pt idx="4365">
                  <c:v>14527</c:v>
                </c:pt>
                <c:pt idx="4366">
                  <c:v>14530</c:v>
                </c:pt>
                <c:pt idx="4367">
                  <c:v>14534</c:v>
                </c:pt>
                <c:pt idx="4368">
                  <c:v>14537</c:v>
                </c:pt>
                <c:pt idx="4369">
                  <c:v>14540</c:v>
                </c:pt>
                <c:pt idx="4370">
                  <c:v>14544</c:v>
                </c:pt>
                <c:pt idx="4371">
                  <c:v>14547</c:v>
                </c:pt>
                <c:pt idx="4372">
                  <c:v>14550</c:v>
                </c:pt>
                <c:pt idx="4373">
                  <c:v>14553</c:v>
                </c:pt>
                <c:pt idx="4374">
                  <c:v>14557</c:v>
                </c:pt>
                <c:pt idx="4375">
                  <c:v>14560</c:v>
                </c:pt>
                <c:pt idx="4376">
                  <c:v>14563</c:v>
                </c:pt>
                <c:pt idx="4377">
                  <c:v>14567</c:v>
                </c:pt>
                <c:pt idx="4378">
                  <c:v>14570</c:v>
                </c:pt>
                <c:pt idx="4379">
                  <c:v>14573</c:v>
                </c:pt>
                <c:pt idx="4380">
                  <c:v>14577</c:v>
                </c:pt>
                <c:pt idx="4381">
                  <c:v>14580</c:v>
                </c:pt>
                <c:pt idx="4382">
                  <c:v>14583</c:v>
                </c:pt>
                <c:pt idx="4383">
                  <c:v>14587</c:v>
                </c:pt>
                <c:pt idx="4384">
                  <c:v>14590</c:v>
                </c:pt>
                <c:pt idx="4385">
                  <c:v>14593</c:v>
                </c:pt>
                <c:pt idx="4386">
                  <c:v>14597</c:v>
                </c:pt>
                <c:pt idx="4387">
                  <c:v>14600</c:v>
                </c:pt>
                <c:pt idx="4388">
                  <c:v>14603</c:v>
                </c:pt>
                <c:pt idx="4389">
                  <c:v>14607</c:v>
                </c:pt>
                <c:pt idx="4390">
                  <c:v>14610</c:v>
                </c:pt>
                <c:pt idx="4391">
                  <c:v>14613</c:v>
                </c:pt>
                <c:pt idx="4392">
                  <c:v>14617</c:v>
                </c:pt>
                <c:pt idx="4393">
                  <c:v>14620</c:v>
                </c:pt>
                <c:pt idx="4394">
                  <c:v>14623</c:v>
                </c:pt>
                <c:pt idx="4395">
                  <c:v>14627</c:v>
                </c:pt>
                <c:pt idx="4396">
                  <c:v>14630</c:v>
                </c:pt>
                <c:pt idx="4397">
                  <c:v>14633</c:v>
                </c:pt>
                <c:pt idx="4398">
                  <c:v>14637</c:v>
                </c:pt>
                <c:pt idx="4399">
                  <c:v>14640</c:v>
                </c:pt>
                <c:pt idx="4400">
                  <c:v>14643</c:v>
                </c:pt>
                <c:pt idx="4401">
                  <c:v>14647</c:v>
                </c:pt>
                <c:pt idx="4402">
                  <c:v>14650</c:v>
                </c:pt>
                <c:pt idx="4403">
                  <c:v>14653</c:v>
                </c:pt>
                <c:pt idx="4404">
                  <c:v>14657</c:v>
                </c:pt>
                <c:pt idx="4405">
                  <c:v>14660</c:v>
                </c:pt>
                <c:pt idx="4406">
                  <c:v>14663</c:v>
                </c:pt>
                <c:pt idx="4407">
                  <c:v>14667</c:v>
                </c:pt>
                <c:pt idx="4408">
                  <c:v>14670</c:v>
                </c:pt>
                <c:pt idx="4409">
                  <c:v>14673</c:v>
                </c:pt>
                <c:pt idx="4410">
                  <c:v>14677</c:v>
                </c:pt>
                <c:pt idx="4411">
                  <c:v>14680</c:v>
                </c:pt>
                <c:pt idx="4412">
                  <c:v>14683</c:v>
                </c:pt>
                <c:pt idx="4413">
                  <c:v>14687</c:v>
                </c:pt>
                <c:pt idx="4414">
                  <c:v>14690</c:v>
                </c:pt>
                <c:pt idx="4415">
                  <c:v>14693</c:v>
                </c:pt>
                <c:pt idx="4416">
                  <c:v>14697</c:v>
                </c:pt>
                <c:pt idx="4417">
                  <c:v>14700</c:v>
                </c:pt>
                <c:pt idx="4418">
                  <c:v>14703</c:v>
                </c:pt>
                <c:pt idx="4419">
                  <c:v>14707</c:v>
                </c:pt>
                <c:pt idx="4420">
                  <c:v>14710</c:v>
                </c:pt>
                <c:pt idx="4421">
                  <c:v>14713</c:v>
                </c:pt>
                <c:pt idx="4422">
                  <c:v>14717</c:v>
                </c:pt>
                <c:pt idx="4423">
                  <c:v>14720</c:v>
                </c:pt>
                <c:pt idx="4424">
                  <c:v>14723</c:v>
                </c:pt>
                <c:pt idx="4425">
                  <c:v>14727</c:v>
                </c:pt>
                <c:pt idx="4426">
                  <c:v>14730</c:v>
                </c:pt>
                <c:pt idx="4427">
                  <c:v>14733</c:v>
                </c:pt>
                <c:pt idx="4428">
                  <c:v>14736</c:v>
                </c:pt>
                <c:pt idx="4429">
                  <c:v>14740</c:v>
                </c:pt>
                <c:pt idx="4430">
                  <c:v>14743</c:v>
                </c:pt>
                <c:pt idx="4431">
                  <c:v>14746</c:v>
                </c:pt>
                <c:pt idx="4432">
                  <c:v>14750</c:v>
                </c:pt>
                <c:pt idx="4433">
                  <c:v>14753</c:v>
                </c:pt>
                <c:pt idx="4434">
                  <c:v>14756</c:v>
                </c:pt>
                <c:pt idx="4435">
                  <c:v>14760</c:v>
                </c:pt>
                <c:pt idx="4436">
                  <c:v>14763</c:v>
                </c:pt>
                <c:pt idx="4437">
                  <c:v>14766</c:v>
                </c:pt>
                <c:pt idx="4438">
                  <c:v>14770</c:v>
                </c:pt>
                <c:pt idx="4439">
                  <c:v>14773</c:v>
                </c:pt>
                <c:pt idx="4440">
                  <c:v>14776</c:v>
                </c:pt>
                <c:pt idx="4441">
                  <c:v>14780</c:v>
                </c:pt>
                <c:pt idx="4442">
                  <c:v>14783</c:v>
                </c:pt>
                <c:pt idx="4443">
                  <c:v>14786</c:v>
                </c:pt>
                <c:pt idx="4444">
                  <c:v>14790</c:v>
                </c:pt>
                <c:pt idx="4445">
                  <c:v>14793</c:v>
                </c:pt>
                <c:pt idx="4446">
                  <c:v>14796</c:v>
                </c:pt>
                <c:pt idx="4447">
                  <c:v>14800</c:v>
                </c:pt>
                <c:pt idx="4448">
                  <c:v>14803</c:v>
                </c:pt>
                <c:pt idx="4449">
                  <c:v>14806</c:v>
                </c:pt>
                <c:pt idx="4450">
                  <c:v>14810</c:v>
                </c:pt>
                <c:pt idx="4451">
                  <c:v>14813</c:v>
                </c:pt>
                <c:pt idx="4452">
                  <c:v>14816</c:v>
                </c:pt>
                <c:pt idx="4453">
                  <c:v>14820</c:v>
                </c:pt>
                <c:pt idx="4454">
                  <c:v>14823</c:v>
                </c:pt>
                <c:pt idx="4455">
                  <c:v>14826</c:v>
                </c:pt>
                <c:pt idx="4456">
                  <c:v>14830</c:v>
                </c:pt>
                <c:pt idx="4457">
                  <c:v>14833</c:v>
                </c:pt>
                <c:pt idx="4458">
                  <c:v>14836</c:v>
                </c:pt>
                <c:pt idx="4459">
                  <c:v>14840</c:v>
                </c:pt>
                <c:pt idx="4460">
                  <c:v>14843</c:v>
                </c:pt>
                <c:pt idx="4461">
                  <c:v>14846</c:v>
                </c:pt>
                <c:pt idx="4462">
                  <c:v>14850</c:v>
                </c:pt>
                <c:pt idx="4463">
                  <c:v>14853</c:v>
                </c:pt>
                <c:pt idx="4464">
                  <c:v>14856</c:v>
                </c:pt>
                <c:pt idx="4465">
                  <c:v>14860</c:v>
                </c:pt>
                <c:pt idx="4466">
                  <c:v>14863</c:v>
                </c:pt>
                <c:pt idx="4467">
                  <c:v>14866</c:v>
                </c:pt>
                <c:pt idx="4468">
                  <c:v>14870</c:v>
                </c:pt>
                <c:pt idx="4469">
                  <c:v>14873</c:v>
                </c:pt>
                <c:pt idx="4470">
                  <c:v>14876</c:v>
                </c:pt>
                <c:pt idx="4471">
                  <c:v>14880</c:v>
                </c:pt>
                <c:pt idx="4472">
                  <c:v>14883</c:v>
                </c:pt>
                <c:pt idx="4473">
                  <c:v>14886</c:v>
                </c:pt>
                <c:pt idx="4474">
                  <c:v>14890</c:v>
                </c:pt>
                <c:pt idx="4475">
                  <c:v>14893</c:v>
                </c:pt>
                <c:pt idx="4476">
                  <c:v>14896</c:v>
                </c:pt>
                <c:pt idx="4477">
                  <c:v>14900</c:v>
                </c:pt>
                <c:pt idx="4478">
                  <c:v>14903</c:v>
                </c:pt>
                <c:pt idx="4479">
                  <c:v>14906</c:v>
                </c:pt>
                <c:pt idx="4480">
                  <c:v>14910</c:v>
                </c:pt>
                <c:pt idx="4481">
                  <c:v>14913</c:v>
                </c:pt>
                <c:pt idx="4482">
                  <c:v>14916</c:v>
                </c:pt>
                <c:pt idx="4483">
                  <c:v>14919</c:v>
                </c:pt>
                <c:pt idx="4484">
                  <c:v>14923</c:v>
                </c:pt>
                <c:pt idx="4485">
                  <c:v>14926</c:v>
                </c:pt>
                <c:pt idx="4486">
                  <c:v>14929</c:v>
                </c:pt>
                <c:pt idx="4487">
                  <c:v>14933</c:v>
                </c:pt>
                <c:pt idx="4488">
                  <c:v>14936</c:v>
                </c:pt>
                <c:pt idx="4489">
                  <c:v>14939</c:v>
                </c:pt>
                <c:pt idx="4490">
                  <c:v>14943</c:v>
                </c:pt>
                <c:pt idx="4491">
                  <c:v>14946</c:v>
                </c:pt>
                <c:pt idx="4492">
                  <c:v>14949</c:v>
                </c:pt>
                <c:pt idx="4493">
                  <c:v>14953</c:v>
                </c:pt>
                <c:pt idx="4494">
                  <c:v>14956</c:v>
                </c:pt>
                <c:pt idx="4495">
                  <c:v>14959</c:v>
                </c:pt>
                <c:pt idx="4496">
                  <c:v>14963</c:v>
                </c:pt>
                <c:pt idx="4497">
                  <c:v>14966</c:v>
                </c:pt>
                <c:pt idx="4498">
                  <c:v>14969</c:v>
                </c:pt>
                <c:pt idx="4499">
                  <c:v>14973</c:v>
                </c:pt>
                <c:pt idx="4500">
                  <c:v>14976</c:v>
                </c:pt>
                <c:pt idx="4501">
                  <c:v>14979</c:v>
                </c:pt>
                <c:pt idx="4502">
                  <c:v>14983</c:v>
                </c:pt>
                <c:pt idx="4503">
                  <c:v>14986</c:v>
                </c:pt>
                <c:pt idx="4504">
                  <c:v>14989</c:v>
                </c:pt>
                <c:pt idx="4505">
                  <c:v>14993</c:v>
                </c:pt>
                <c:pt idx="4506">
                  <c:v>14996</c:v>
                </c:pt>
                <c:pt idx="4507">
                  <c:v>14999</c:v>
                </c:pt>
                <c:pt idx="4508">
                  <c:v>15003</c:v>
                </c:pt>
                <c:pt idx="4509">
                  <c:v>15006</c:v>
                </c:pt>
                <c:pt idx="4510">
                  <c:v>15009</c:v>
                </c:pt>
                <c:pt idx="4511">
                  <c:v>15013</c:v>
                </c:pt>
                <c:pt idx="4512">
                  <c:v>15016</c:v>
                </c:pt>
                <c:pt idx="4513">
                  <c:v>15019</c:v>
                </c:pt>
                <c:pt idx="4514">
                  <c:v>15023</c:v>
                </c:pt>
                <c:pt idx="4515">
                  <c:v>15026</c:v>
                </c:pt>
                <c:pt idx="4516">
                  <c:v>15029</c:v>
                </c:pt>
                <c:pt idx="4517">
                  <c:v>15033</c:v>
                </c:pt>
                <c:pt idx="4518">
                  <c:v>15036</c:v>
                </c:pt>
                <c:pt idx="4519">
                  <c:v>15039</c:v>
                </c:pt>
                <c:pt idx="4520">
                  <c:v>15043</c:v>
                </c:pt>
                <c:pt idx="4521">
                  <c:v>15046</c:v>
                </c:pt>
                <c:pt idx="4522">
                  <c:v>15049</c:v>
                </c:pt>
                <c:pt idx="4523">
                  <c:v>15053</c:v>
                </c:pt>
                <c:pt idx="4524">
                  <c:v>15056</c:v>
                </c:pt>
                <c:pt idx="4525">
                  <c:v>15059</c:v>
                </c:pt>
                <c:pt idx="4526">
                  <c:v>15063</c:v>
                </c:pt>
                <c:pt idx="4527">
                  <c:v>15066</c:v>
                </c:pt>
                <c:pt idx="4528">
                  <c:v>15069</c:v>
                </c:pt>
                <c:pt idx="4529">
                  <c:v>15073</c:v>
                </c:pt>
                <c:pt idx="4530">
                  <c:v>15076</c:v>
                </c:pt>
                <c:pt idx="4531">
                  <c:v>15079</c:v>
                </c:pt>
                <c:pt idx="4532">
                  <c:v>15083</c:v>
                </c:pt>
                <c:pt idx="4533">
                  <c:v>15086</c:v>
                </c:pt>
                <c:pt idx="4534">
                  <c:v>15089</c:v>
                </c:pt>
                <c:pt idx="4535">
                  <c:v>15093</c:v>
                </c:pt>
                <c:pt idx="4536">
                  <c:v>15096</c:v>
                </c:pt>
                <c:pt idx="4537">
                  <c:v>15099</c:v>
                </c:pt>
                <c:pt idx="4538">
                  <c:v>15102</c:v>
                </c:pt>
                <c:pt idx="4539">
                  <c:v>15106</c:v>
                </c:pt>
                <c:pt idx="4540">
                  <c:v>15109</c:v>
                </c:pt>
                <c:pt idx="4541">
                  <c:v>15112</c:v>
                </c:pt>
                <c:pt idx="4542">
                  <c:v>15116</c:v>
                </c:pt>
                <c:pt idx="4543">
                  <c:v>15119</c:v>
                </c:pt>
                <c:pt idx="4544">
                  <c:v>15122</c:v>
                </c:pt>
                <c:pt idx="4545">
                  <c:v>15126</c:v>
                </c:pt>
                <c:pt idx="4546">
                  <c:v>15129</c:v>
                </c:pt>
                <c:pt idx="4547">
                  <c:v>15132</c:v>
                </c:pt>
                <c:pt idx="4548">
                  <c:v>15136</c:v>
                </c:pt>
                <c:pt idx="4549">
                  <c:v>15139</c:v>
                </c:pt>
                <c:pt idx="4550">
                  <c:v>15142</c:v>
                </c:pt>
                <c:pt idx="4551">
                  <c:v>15146</c:v>
                </c:pt>
                <c:pt idx="4552">
                  <c:v>15149</c:v>
                </c:pt>
                <c:pt idx="4553">
                  <c:v>15152</c:v>
                </c:pt>
                <c:pt idx="4554">
                  <c:v>15156</c:v>
                </c:pt>
                <c:pt idx="4555">
                  <c:v>15159</c:v>
                </c:pt>
                <c:pt idx="4556">
                  <c:v>15162</c:v>
                </c:pt>
                <c:pt idx="4557">
                  <c:v>15166</c:v>
                </c:pt>
                <c:pt idx="4558">
                  <c:v>15169</c:v>
                </c:pt>
                <c:pt idx="4559">
                  <c:v>15172</c:v>
                </c:pt>
                <c:pt idx="4560">
                  <c:v>15176</c:v>
                </c:pt>
                <c:pt idx="4561">
                  <c:v>15179</c:v>
                </c:pt>
                <c:pt idx="4562">
                  <c:v>15182</c:v>
                </c:pt>
                <c:pt idx="4563">
                  <c:v>15186</c:v>
                </c:pt>
                <c:pt idx="4564">
                  <c:v>15189</c:v>
                </c:pt>
                <c:pt idx="4565">
                  <c:v>15192</c:v>
                </c:pt>
                <c:pt idx="4566">
                  <c:v>15196</c:v>
                </c:pt>
                <c:pt idx="4567">
                  <c:v>15199</c:v>
                </c:pt>
                <c:pt idx="4568">
                  <c:v>15202</c:v>
                </c:pt>
                <c:pt idx="4569">
                  <c:v>15206</c:v>
                </c:pt>
                <c:pt idx="4570">
                  <c:v>15209</c:v>
                </c:pt>
                <c:pt idx="4571">
                  <c:v>15212</c:v>
                </c:pt>
                <c:pt idx="4572">
                  <c:v>15216</c:v>
                </c:pt>
                <c:pt idx="4573">
                  <c:v>15219</c:v>
                </c:pt>
                <c:pt idx="4574">
                  <c:v>15222</c:v>
                </c:pt>
                <c:pt idx="4575">
                  <c:v>15226</c:v>
                </c:pt>
                <c:pt idx="4576">
                  <c:v>15229</c:v>
                </c:pt>
                <c:pt idx="4577">
                  <c:v>15232</c:v>
                </c:pt>
                <c:pt idx="4578">
                  <c:v>15236</c:v>
                </c:pt>
                <c:pt idx="4579">
                  <c:v>15239</c:v>
                </c:pt>
                <c:pt idx="4580">
                  <c:v>15242</c:v>
                </c:pt>
                <c:pt idx="4581">
                  <c:v>15246</c:v>
                </c:pt>
                <c:pt idx="4582">
                  <c:v>15249</c:v>
                </c:pt>
                <c:pt idx="4583">
                  <c:v>15252</c:v>
                </c:pt>
                <c:pt idx="4584">
                  <c:v>15256</c:v>
                </c:pt>
                <c:pt idx="4585">
                  <c:v>15259</c:v>
                </c:pt>
                <c:pt idx="4586">
                  <c:v>15262</c:v>
                </c:pt>
                <c:pt idx="4587">
                  <c:v>15266</c:v>
                </c:pt>
                <c:pt idx="4588">
                  <c:v>15269</c:v>
                </c:pt>
                <c:pt idx="4589">
                  <c:v>15272</c:v>
                </c:pt>
                <c:pt idx="4590">
                  <c:v>15276</c:v>
                </c:pt>
                <c:pt idx="4591">
                  <c:v>15279</c:v>
                </c:pt>
                <c:pt idx="4592">
                  <c:v>15282</c:v>
                </c:pt>
                <c:pt idx="4593">
                  <c:v>15285</c:v>
                </c:pt>
                <c:pt idx="4594">
                  <c:v>15289</c:v>
                </c:pt>
                <c:pt idx="4595">
                  <c:v>15292</c:v>
                </c:pt>
                <c:pt idx="4596">
                  <c:v>15295</c:v>
                </c:pt>
                <c:pt idx="4597">
                  <c:v>15299</c:v>
                </c:pt>
                <c:pt idx="4598">
                  <c:v>15302</c:v>
                </c:pt>
                <c:pt idx="4599">
                  <c:v>15305</c:v>
                </c:pt>
                <c:pt idx="4600">
                  <c:v>15309</c:v>
                </c:pt>
                <c:pt idx="4601">
                  <c:v>15312</c:v>
                </c:pt>
                <c:pt idx="4602">
                  <c:v>15315</c:v>
                </c:pt>
                <c:pt idx="4603">
                  <c:v>15319</c:v>
                </c:pt>
                <c:pt idx="4604">
                  <c:v>15322</c:v>
                </c:pt>
                <c:pt idx="4605">
                  <c:v>15325</c:v>
                </c:pt>
                <c:pt idx="4606">
                  <c:v>15329</c:v>
                </c:pt>
                <c:pt idx="4607">
                  <c:v>15332</c:v>
                </c:pt>
                <c:pt idx="4608">
                  <c:v>15335</c:v>
                </c:pt>
                <c:pt idx="4609">
                  <c:v>15339</c:v>
                </c:pt>
                <c:pt idx="4610">
                  <c:v>15342</c:v>
                </c:pt>
                <c:pt idx="4611">
                  <c:v>15345</c:v>
                </c:pt>
                <c:pt idx="4612">
                  <c:v>15349</c:v>
                </c:pt>
                <c:pt idx="4613">
                  <c:v>15352</c:v>
                </c:pt>
                <c:pt idx="4614">
                  <c:v>15355</c:v>
                </c:pt>
                <c:pt idx="4615">
                  <c:v>15359</c:v>
                </c:pt>
                <c:pt idx="4616">
                  <c:v>15362</c:v>
                </c:pt>
                <c:pt idx="4617">
                  <c:v>15365</c:v>
                </c:pt>
                <c:pt idx="4618">
                  <c:v>15369</c:v>
                </c:pt>
                <c:pt idx="4619">
                  <c:v>15372</c:v>
                </c:pt>
                <c:pt idx="4620">
                  <c:v>15375</c:v>
                </c:pt>
                <c:pt idx="4621">
                  <c:v>15379</c:v>
                </c:pt>
                <c:pt idx="4622">
                  <c:v>15382</c:v>
                </c:pt>
                <c:pt idx="4623">
                  <c:v>15385</c:v>
                </c:pt>
                <c:pt idx="4624">
                  <c:v>15389</c:v>
                </c:pt>
                <c:pt idx="4625">
                  <c:v>15392</c:v>
                </c:pt>
                <c:pt idx="4626">
                  <c:v>15395</c:v>
                </c:pt>
                <c:pt idx="4627">
                  <c:v>15399</c:v>
                </c:pt>
                <c:pt idx="4628">
                  <c:v>15402</c:v>
                </c:pt>
                <c:pt idx="4629">
                  <c:v>15405</c:v>
                </c:pt>
                <c:pt idx="4630">
                  <c:v>15409</c:v>
                </c:pt>
                <c:pt idx="4631">
                  <c:v>15412</c:v>
                </c:pt>
                <c:pt idx="4632">
                  <c:v>15415</c:v>
                </c:pt>
                <c:pt idx="4633">
                  <c:v>15419</c:v>
                </c:pt>
                <c:pt idx="4634">
                  <c:v>15422</c:v>
                </c:pt>
                <c:pt idx="4635">
                  <c:v>15425</c:v>
                </c:pt>
                <c:pt idx="4636">
                  <c:v>15429</c:v>
                </c:pt>
                <c:pt idx="4637">
                  <c:v>15432</c:v>
                </c:pt>
                <c:pt idx="4638">
                  <c:v>15435</c:v>
                </c:pt>
                <c:pt idx="4639">
                  <c:v>15439</c:v>
                </c:pt>
                <c:pt idx="4640">
                  <c:v>15442</c:v>
                </c:pt>
                <c:pt idx="4641">
                  <c:v>15445</c:v>
                </c:pt>
                <c:pt idx="4642">
                  <c:v>15449</c:v>
                </c:pt>
                <c:pt idx="4643">
                  <c:v>15452</c:v>
                </c:pt>
                <c:pt idx="4644">
                  <c:v>15455</c:v>
                </c:pt>
                <c:pt idx="4645">
                  <c:v>15459</c:v>
                </c:pt>
                <c:pt idx="4646">
                  <c:v>15462</c:v>
                </c:pt>
                <c:pt idx="4647">
                  <c:v>15465</c:v>
                </c:pt>
                <c:pt idx="4648">
                  <c:v>15468</c:v>
                </c:pt>
                <c:pt idx="4649">
                  <c:v>15472</c:v>
                </c:pt>
                <c:pt idx="4650">
                  <c:v>15475</c:v>
                </c:pt>
                <c:pt idx="4651">
                  <c:v>15478</c:v>
                </c:pt>
                <c:pt idx="4652">
                  <c:v>15482</c:v>
                </c:pt>
                <c:pt idx="4653">
                  <c:v>15485</c:v>
                </c:pt>
                <c:pt idx="4654">
                  <c:v>15488</c:v>
                </c:pt>
                <c:pt idx="4655">
                  <c:v>15492</c:v>
                </c:pt>
                <c:pt idx="4656">
                  <c:v>15495</c:v>
                </c:pt>
                <c:pt idx="4657">
                  <c:v>15498</c:v>
                </c:pt>
                <c:pt idx="4658">
                  <c:v>15502</c:v>
                </c:pt>
                <c:pt idx="4659">
                  <c:v>15505</c:v>
                </c:pt>
                <c:pt idx="4660">
                  <c:v>15508</c:v>
                </c:pt>
                <c:pt idx="4661">
                  <c:v>15512</c:v>
                </c:pt>
                <c:pt idx="4662">
                  <c:v>15515</c:v>
                </c:pt>
                <c:pt idx="4663">
                  <c:v>15518</c:v>
                </c:pt>
                <c:pt idx="4664">
                  <c:v>15522</c:v>
                </c:pt>
                <c:pt idx="4665">
                  <c:v>15525</c:v>
                </c:pt>
                <c:pt idx="4666">
                  <c:v>15528</c:v>
                </c:pt>
                <c:pt idx="4667">
                  <c:v>15532</c:v>
                </c:pt>
                <c:pt idx="4668">
                  <c:v>15535</c:v>
                </c:pt>
                <c:pt idx="4669">
                  <c:v>15538</c:v>
                </c:pt>
                <c:pt idx="4670">
                  <c:v>15542</c:v>
                </c:pt>
                <c:pt idx="4671">
                  <c:v>15545</c:v>
                </c:pt>
                <c:pt idx="4672">
                  <c:v>15548</c:v>
                </c:pt>
                <c:pt idx="4673">
                  <c:v>15552</c:v>
                </c:pt>
                <c:pt idx="4674">
                  <c:v>15555</c:v>
                </c:pt>
                <c:pt idx="4675">
                  <c:v>15558</c:v>
                </c:pt>
                <c:pt idx="4676">
                  <c:v>15562</c:v>
                </c:pt>
                <c:pt idx="4677">
                  <c:v>15565</c:v>
                </c:pt>
                <c:pt idx="4678">
                  <c:v>15568</c:v>
                </c:pt>
                <c:pt idx="4679">
                  <c:v>15572</c:v>
                </c:pt>
                <c:pt idx="4680">
                  <c:v>15575</c:v>
                </c:pt>
                <c:pt idx="4681">
                  <c:v>15578</c:v>
                </c:pt>
                <c:pt idx="4682">
                  <c:v>15582</c:v>
                </c:pt>
                <c:pt idx="4683">
                  <c:v>15585</c:v>
                </c:pt>
                <c:pt idx="4684">
                  <c:v>15588</c:v>
                </c:pt>
                <c:pt idx="4685">
                  <c:v>15592</c:v>
                </c:pt>
                <c:pt idx="4686">
                  <c:v>15595</c:v>
                </c:pt>
                <c:pt idx="4687">
                  <c:v>15598</c:v>
                </c:pt>
                <c:pt idx="4688">
                  <c:v>15602</c:v>
                </c:pt>
                <c:pt idx="4689">
                  <c:v>15605</c:v>
                </c:pt>
                <c:pt idx="4690">
                  <c:v>15608</c:v>
                </c:pt>
                <c:pt idx="4691">
                  <c:v>15612</c:v>
                </c:pt>
                <c:pt idx="4692">
                  <c:v>15615</c:v>
                </c:pt>
                <c:pt idx="4693">
                  <c:v>15618</c:v>
                </c:pt>
                <c:pt idx="4694">
                  <c:v>15622</c:v>
                </c:pt>
                <c:pt idx="4695">
                  <c:v>15625</c:v>
                </c:pt>
                <c:pt idx="4696">
                  <c:v>15628</c:v>
                </c:pt>
                <c:pt idx="4697">
                  <c:v>15632</c:v>
                </c:pt>
                <c:pt idx="4698">
                  <c:v>15635</c:v>
                </c:pt>
                <c:pt idx="4699">
                  <c:v>15638</c:v>
                </c:pt>
                <c:pt idx="4700">
                  <c:v>15642</c:v>
                </c:pt>
                <c:pt idx="4701">
                  <c:v>15645</c:v>
                </c:pt>
                <c:pt idx="4702">
                  <c:v>15648</c:v>
                </c:pt>
                <c:pt idx="4703">
                  <c:v>15651</c:v>
                </c:pt>
                <c:pt idx="4704">
                  <c:v>15655</c:v>
                </c:pt>
                <c:pt idx="4705">
                  <c:v>15658</c:v>
                </c:pt>
                <c:pt idx="4706">
                  <c:v>15661</c:v>
                </c:pt>
                <c:pt idx="4707">
                  <c:v>15665</c:v>
                </c:pt>
                <c:pt idx="4708">
                  <c:v>15668</c:v>
                </c:pt>
                <c:pt idx="4709">
                  <c:v>15671</c:v>
                </c:pt>
                <c:pt idx="4710">
                  <c:v>15675</c:v>
                </c:pt>
                <c:pt idx="4711">
                  <c:v>15678</c:v>
                </c:pt>
                <c:pt idx="4712">
                  <c:v>15681</c:v>
                </c:pt>
                <c:pt idx="4713">
                  <c:v>15685</c:v>
                </c:pt>
                <c:pt idx="4714">
                  <c:v>15688</c:v>
                </c:pt>
                <c:pt idx="4715">
                  <c:v>15691</c:v>
                </c:pt>
                <c:pt idx="4716">
                  <c:v>15695</c:v>
                </c:pt>
                <c:pt idx="4717">
                  <c:v>15698</c:v>
                </c:pt>
                <c:pt idx="4718">
                  <c:v>15701</c:v>
                </c:pt>
                <c:pt idx="4719">
                  <c:v>15705</c:v>
                </c:pt>
                <c:pt idx="4720">
                  <c:v>15708</c:v>
                </c:pt>
                <c:pt idx="4721">
                  <c:v>15711</c:v>
                </c:pt>
                <c:pt idx="4722">
                  <c:v>15715</c:v>
                </c:pt>
                <c:pt idx="4723">
                  <c:v>15718</c:v>
                </c:pt>
                <c:pt idx="4724">
                  <c:v>15721</c:v>
                </c:pt>
                <c:pt idx="4725">
                  <c:v>15725</c:v>
                </c:pt>
                <c:pt idx="4726">
                  <c:v>15728</c:v>
                </c:pt>
                <c:pt idx="4727">
                  <c:v>15731</c:v>
                </c:pt>
                <c:pt idx="4728">
                  <c:v>15735</c:v>
                </c:pt>
                <c:pt idx="4729">
                  <c:v>15738</c:v>
                </c:pt>
                <c:pt idx="4730">
                  <c:v>15741</c:v>
                </c:pt>
                <c:pt idx="4731">
                  <c:v>15745</c:v>
                </c:pt>
                <c:pt idx="4732">
                  <c:v>15748</c:v>
                </c:pt>
                <c:pt idx="4733">
                  <c:v>15751</c:v>
                </c:pt>
                <c:pt idx="4734">
                  <c:v>15755</c:v>
                </c:pt>
                <c:pt idx="4735">
                  <c:v>15758</c:v>
                </c:pt>
                <c:pt idx="4736">
                  <c:v>15761</c:v>
                </c:pt>
                <c:pt idx="4737">
                  <c:v>15765</c:v>
                </c:pt>
                <c:pt idx="4738">
                  <c:v>15768</c:v>
                </c:pt>
                <c:pt idx="4739">
                  <c:v>15771</c:v>
                </c:pt>
                <c:pt idx="4740">
                  <c:v>15775</c:v>
                </c:pt>
                <c:pt idx="4741">
                  <c:v>15778</c:v>
                </c:pt>
                <c:pt idx="4742">
                  <c:v>15781</c:v>
                </c:pt>
                <c:pt idx="4743">
                  <c:v>15785</c:v>
                </c:pt>
                <c:pt idx="4744">
                  <c:v>15788</c:v>
                </c:pt>
                <c:pt idx="4745">
                  <c:v>15791</c:v>
                </c:pt>
                <c:pt idx="4746">
                  <c:v>15795</c:v>
                </c:pt>
                <c:pt idx="4747">
                  <c:v>15798</c:v>
                </c:pt>
                <c:pt idx="4748">
                  <c:v>15801</c:v>
                </c:pt>
                <c:pt idx="4749">
                  <c:v>15805</c:v>
                </c:pt>
                <c:pt idx="4750">
                  <c:v>15808</c:v>
                </c:pt>
                <c:pt idx="4751">
                  <c:v>15811</c:v>
                </c:pt>
                <c:pt idx="4752">
                  <c:v>15815</c:v>
                </c:pt>
                <c:pt idx="4753">
                  <c:v>15818</c:v>
                </c:pt>
                <c:pt idx="4754">
                  <c:v>15821</c:v>
                </c:pt>
                <c:pt idx="4755">
                  <c:v>15825</c:v>
                </c:pt>
                <c:pt idx="4756">
                  <c:v>15828</c:v>
                </c:pt>
                <c:pt idx="4757">
                  <c:v>15831</c:v>
                </c:pt>
                <c:pt idx="4758">
                  <c:v>15834</c:v>
                </c:pt>
                <c:pt idx="4759">
                  <c:v>15838</c:v>
                </c:pt>
                <c:pt idx="4760">
                  <c:v>15841</c:v>
                </c:pt>
                <c:pt idx="4761">
                  <c:v>15844</c:v>
                </c:pt>
                <c:pt idx="4762">
                  <c:v>15848</c:v>
                </c:pt>
                <c:pt idx="4763">
                  <c:v>15851</c:v>
                </c:pt>
                <c:pt idx="4764">
                  <c:v>15854</c:v>
                </c:pt>
                <c:pt idx="4765">
                  <c:v>15858</c:v>
                </c:pt>
                <c:pt idx="4766">
                  <c:v>15861</c:v>
                </c:pt>
                <c:pt idx="4767">
                  <c:v>15864</c:v>
                </c:pt>
                <c:pt idx="4768">
                  <c:v>15868</c:v>
                </c:pt>
                <c:pt idx="4769">
                  <c:v>15871</c:v>
                </c:pt>
                <c:pt idx="4770">
                  <c:v>15874</c:v>
                </c:pt>
                <c:pt idx="4771">
                  <c:v>15878</c:v>
                </c:pt>
                <c:pt idx="4772">
                  <c:v>15881</c:v>
                </c:pt>
                <c:pt idx="4773">
                  <c:v>15884</c:v>
                </c:pt>
                <c:pt idx="4774">
                  <c:v>15888</c:v>
                </c:pt>
                <c:pt idx="4775">
                  <c:v>15891</c:v>
                </c:pt>
                <c:pt idx="4776">
                  <c:v>15894</c:v>
                </c:pt>
                <c:pt idx="4777">
                  <c:v>15898</c:v>
                </c:pt>
                <c:pt idx="4778">
                  <c:v>15901</c:v>
                </c:pt>
                <c:pt idx="4779">
                  <c:v>15904</c:v>
                </c:pt>
                <c:pt idx="4780">
                  <c:v>15908</c:v>
                </c:pt>
                <c:pt idx="4781">
                  <c:v>15911</c:v>
                </c:pt>
                <c:pt idx="4782">
                  <c:v>15914</c:v>
                </c:pt>
                <c:pt idx="4783">
                  <c:v>15918</c:v>
                </c:pt>
                <c:pt idx="4784">
                  <c:v>15921</c:v>
                </c:pt>
                <c:pt idx="4785">
                  <c:v>15924</c:v>
                </c:pt>
                <c:pt idx="4786">
                  <c:v>15928</c:v>
                </c:pt>
                <c:pt idx="4787">
                  <c:v>15931</c:v>
                </c:pt>
                <c:pt idx="4788">
                  <c:v>15934</c:v>
                </c:pt>
                <c:pt idx="4789">
                  <c:v>15938</c:v>
                </c:pt>
                <c:pt idx="4790">
                  <c:v>15941</c:v>
                </c:pt>
                <c:pt idx="4791">
                  <c:v>15944</c:v>
                </c:pt>
                <c:pt idx="4792">
                  <c:v>15948</c:v>
                </c:pt>
                <c:pt idx="4793">
                  <c:v>15951</c:v>
                </c:pt>
                <c:pt idx="4794">
                  <c:v>15954</c:v>
                </c:pt>
                <c:pt idx="4795">
                  <c:v>15958</c:v>
                </c:pt>
                <c:pt idx="4796">
                  <c:v>15961</c:v>
                </c:pt>
                <c:pt idx="4797">
                  <c:v>15964</c:v>
                </c:pt>
                <c:pt idx="4798">
                  <c:v>15968</c:v>
                </c:pt>
                <c:pt idx="4799">
                  <c:v>15971</c:v>
                </c:pt>
                <c:pt idx="4800">
                  <c:v>15974</c:v>
                </c:pt>
                <c:pt idx="4801">
                  <c:v>15978</c:v>
                </c:pt>
                <c:pt idx="4802">
                  <c:v>15981</c:v>
                </c:pt>
                <c:pt idx="4803">
                  <c:v>15984</c:v>
                </c:pt>
                <c:pt idx="4804">
                  <c:v>15988</c:v>
                </c:pt>
                <c:pt idx="4805">
                  <c:v>15991</c:v>
                </c:pt>
                <c:pt idx="4806">
                  <c:v>15994</c:v>
                </c:pt>
                <c:pt idx="4807">
                  <c:v>15998</c:v>
                </c:pt>
                <c:pt idx="4808">
                  <c:v>16001</c:v>
                </c:pt>
                <c:pt idx="4809">
                  <c:v>16004</c:v>
                </c:pt>
                <c:pt idx="4810">
                  <c:v>16008</c:v>
                </c:pt>
                <c:pt idx="4811">
                  <c:v>16011</c:v>
                </c:pt>
                <c:pt idx="4812">
                  <c:v>16014</c:v>
                </c:pt>
                <c:pt idx="4813">
                  <c:v>16017</c:v>
                </c:pt>
                <c:pt idx="4814">
                  <c:v>16021</c:v>
                </c:pt>
                <c:pt idx="4815">
                  <c:v>16024</c:v>
                </c:pt>
                <c:pt idx="4816">
                  <c:v>16027</c:v>
                </c:pt>
                <c:pt idx="4817">
                  <c:v>16031</c:v>
                </c:pt>
                <c:pt idx="4818">
                  <c:v>16034</c:v>
                </c:pt>
                <c:pt idx="4819">
                  <c:v>16037</c:v>
                </c:pt>
                <c:pt idx="4820">
                  <c:v>16041</c:v>
                </c:pt>
                <c:pt idx="4821">
                  <c:v>16044</c:v>
                </c:pt>
                <c:pt idx="4822">
                  <c:v>16047</c:v>
                </c:pt>
                <c:pt idx="4823">
                  <c:v>16051</c:v>
                </c:pt>
                <c:pt idx="4824">
                  <c:v>16054</c:v>
                </c:pt>
                <c:pt idx="4825">
                  <c:v>16057</c:v>
                </c:pt>
                <c:pt idx="4826">
                  <c:v>16061</c:v>
                </c:pt>
                <c:pt idx="4827">
                  <c:v>16064</c:v>
                </c:pt>
                <c:pt idx="4828">
                  <c:v>16067</c:v>
                </c:pt>
                <c:pt idx="4829">
                  <c:v>16071</c:v>
                </c:pt>
                <c:pt idx="4830">
                  <c:v>16074</c:v>
                </c:pt>
                <c:pt idx="4831">
                  <c:v>16077</c:v>
                </c:pt>
                <c:pt idx="4832">
                  <c:v>16081</c:v>
                </c:pt>
                <c:pt idx="4833">
                  <c:v>16084</c:v>
                </c:pt>
                <c:pt idx="4834">
                  <c:v>16087</c:v>
                </c:pt>
                <c:pt idx="4835">
                  <c:v>16091</c:v>
                </c:pt>
                <c:pt idx="4836">
                  <c:v>16094</c:v>
                </c:pt>
                <c:pt idx="4837">
                  <c:v>16097</c:v>
                </c:pt>
                <c:pt idx="4838">
                  <c:v>16101</c:v>
                </c:pt>
                <c:pt idx="4839">
                  <c:v>16104</c:v>
                </c:pt>
                <c:pt idx="4840">
                  <c:v>16107</c:v>
                </c:pt>
                <c:pt idx="4841">
                  <c:v>16111</c:v>
                </c:pt>
                <c:pt idx="4842">
                  <c:v>16114</c:v>
                </c:pt>
                <c:pt idx="4843">
                  <c:v>16117</c:v>
                </c:pt>
                <c:pt idx="4844">
                  <c:v>16121</c:v>
                </c:pt>
                <c:pt idx="4845">
                  <c:v>16124</c:v>
                </c:pt>
                <c:pt idx="4846">
                  <c:v>16127</c:v>
                </c:pt>
                <c:pt idx="4847">
                  <c:v>16131</c:v>
                </c:pt>
                <c:pt idx="4848">
                  <c:v>16134</c:v>
                </c:pt>
                <c:pt idx="4849">
                  <c:v>16137</c:v>
                </c:pt>
                <c:pt idx="4850">
                  <c:v>16141</c:v>
                </c:pt>
                <c:pt idx="4851">
                  <c:v>16144</c:v>
                </c:pt>
                <c:pt idx="4852">
                  <c:v>16147</c:v>
                </c:pt>
                <c:pt idx="4853">
                  <c:v>16151</c:v>
                </c:pt>
                <c:pt idx="4854">
                  <c:v>16154</c:v>
                </c:pt>
                <c:pt idx="4855">
                  <c:v>16157</c:v>
                </c:pt>
                <c:pt idx="4856">
                  <c:v>16161</c:v>
                </c:pt>
                <c:pt idx="4857">
                  <c:v>16164</c:v>
                </c:pt>
                <c:pt idx="4858">
                  <c:v>16167</c:v>
                </c:pt>
                <c:pt idx="4859">
                  <c:v>16171</c:v>
                </c:pt>
                <c:pt idx="4860">
                  <c:v>16174</c:v>
                </c:pt>
                <c:pt idx="4861">
                  <c:v>16177</c:v>
                </c:pt>
                <c:pt idx="4862">
                  <c:v>16181</c:v>
                </c:pt>
                <c:pt idx="4863">
                  <c:v>16184</c:v>
                </c:pt>
                <c:pt idx="4864">
                  <c:v>16187</c:v>
                </c:pt>
                <c:pt idx="4865">
                  <c:v>16191</c:v>
                </c:pt>
                <c:pt idx="4866">
                  <c:v>16194</c:v>
                </c:pt>
                <c:pt idx="4867">
                  <c:v>16197</c:v>
                </c:pt>
                <c:pt idx="4868">
                  <c:v>16200</c:v>
                </c:pt>
                <c:pt idx="4869">
                  <c:v>16204</c:v>
                </c:pt>
                <c:pt idx="4870">
                  <c:v>16207</c:v>
                </c:pt>
                <c:pt idx="4871">
                  <c:v>16210</c:v>
                </c:pt>
                <c:pt idx="4872">
                  <c:v>16214</c:v>
                </c:pt>
                <c:pt idx="4873">
                  <c:v>16217</c:v>
                </c:pt>
                <c:pt idx="4874">
                  <c:v>16220</c:v>
                </c:pt>
                <c:pt idx="4875">
                  <c:v>16224</c:v>
                </c:pt>
                <c:pt idx="4876">
                  <c:v>16227</c:v>
                </c:pt>
                <c:pt idx="4877">
                  <c:v>16230</c:v>
                </c:pt>
                <c:pt idx="4878">
                  <c:v>16234</c:v>
                </c:pt>
                <c:pt idx="4879">
                  <c:v>16237</c:v>
                </c:pt>
                <c:pt idx="4880">
                  <c:v>16240</c:v>
                </c:pt>
                <c:pt idx="4881">
                  <c:v>16244</c:v>
                </c:pt>
                <c:pt idx="4882">
                  <c:v>16247</c:v>
                </c:pt>
                <c:pt idx="4883">
                  <c:v>16250</c:v>
                </c:pt>
                <c:pt idx="4884">
                  <c:v>16254</c:v>
                </c:pt>
                <c:pt idx="4885">
                  <c:v>16257</c:v>
                </c:pt>
                <c:pt idx="4886">
                  <c:v>16260</c:v>
                </c:pt>
                <c:pt idx="4887">
                  <c:v>16264</c:v>
                </c:pt>
                <c:pt idx="4888">
                  <c:v>16267</c:v>
                </c:pt>
                <c:pt idx="4889">
                  <c:v>16270</c:v>
                </c:pt>
                <c:pt idx="4890">
                  <c:v>16274</c:v>
                </c:pt>
                <c:pt idx="4891">
                  <c:v>16277</c:v>
                </c:pt>
                <c:pt idx="4892">
                  <c:v>16280</c:v>
                </c:pt>
                <c:pt idx="4893">
                  <c:v>16284</c:v>
                </c:pt>
                <c:pt idx="4894">
                  <c:v>16287</c:v>
                </c:pt>
                <c:pt idx="4895">
                  <c:v>16290</c:v>
                </c:pt>
                <c:pt idx="4896">
                  <c:v>16294</c:v>
                </c:pt>
                <c:pt idx="4897">
                  <c:v>16297</c:v>
                </c:pt>
                <c:pt idx="4898">
                  <c:v>16300</c:v>
                </c:pt>
                <c:pt idx="4899">
                  <c:v>16304</c:v>
                </c:pt>
                <c:pt idx="4900">
                  <c:v>16307</c:v>
                </c:pt>
                <c:pt idx="4901">
                  <c:v>16310</c:v>
                </c:pt>
                <c:pt idx="4902">
                  <c:v>16314</c:v>
                </c:pt>
                <c:pt idx="4903">
                  <c:v>16317</c:v>
                </c:pt>
                <c:pt idx="4904">
                  <c:v>16320</c:v>
                </c:pt>
                <c:pt idx="4905">
                  <c:v>16324</c:v>
                </c:pt>
                <c:pt idx="4906">
                  <c:v>16327</c:v>
                </c:pt>
                <c:pt idx="4907">
                  <c:v>16330</c:v>
                </c:pt>
                <c:pt idx="4908">
                  <c:v>16334</c:v>
                </c:pt>
                <c:pt idx="4909">
                  <c:v>16337</c:v>
                </c:pt>
                <c:pt idx="4910">
                  <c:v>16340</c:v>
                </c:pt>
                <c:pt idx="4911">
                  <c:v>16344</c:v>
                </c:pt>
                <c:pt idx="4912">
                  <c:v>16347</c:v>
                </c:pt>
                <c:pt idx="4913">
                  <c:v>16350</c:v>
                </c:pt>
                <c:pt idx="4914">
                  <c:v>16354</c:v>
                </c:pt>
                <c:pt idx="4915">
                  <c:v>16357</c:v>
                </c:pt>
                <c:pt idx="4916">
                  <c:v>16360</c:v>
                </c:pt>
                <c:pt idx="4917">
                  <c:v>16364</c:v>
                </c:pt>
                <c:pt idx="4918">
                  <c:v>16367</c:v>
                </c:pt>
                <c:pt idx="4919">
                  <c:v>16370</c:v>
                </c:pt>
                <c:pt idx="4920">
                  <c:v>16374</c:v>
                </c:pt>
                <c:pt idx="4921">
                  <c:v>16377</c:v>
                </c:pt>
                <c:pt idx="4922">
                  <c:v>16380</c:v>
                </c:pt>
                <c:pt idx="4923">
                  <c:v>16383</c:v>
                </c:pt>
                <c:pt idx="4924">
                  <c:v>16387</c:v>
                </c:pt>
                <c:pt idx="4925">
                  <c:v>16390</c:v>
                </c:pt>
                <c:pt idx="4926">
                  <c:v>16393</c:v>
                </c:pt>
                <c:pt idx="4927">
                  <c:v>16397</c:v>
                </c:pt>
                <c:pt idx="4928">
                  <c:v>16400</c:v>
                </c:pt>
                <c:pt idx="4929">
                  <c:v>16403</c:v>
                </c:pt>
                <c:pt idx="4930">
                  <c:v>16407</c:v>
                </c:pt>
                <c:pt idx="4931">
                  <c:v>16410</c:v>
                </c:pt>
                <c:pt idx="4932">
                  <c:v>16413</c:v>
                </c:pt>
                <c:pt idx="4933">
                  <c:v>16417</c:v>
                </c:pt>
                <c:pt idx="4934">
                  <c:v>16420</c:v>
                </c:pt>
                <c:pt idx="4935">
                  <c:v>16423</c:v>
                </c:pt>
                <c:pt idx="4936">
                  <c:v>16427</c:v>
                </c:pt>
                <c:pt idx="4937">
                  <c:v>16430</c:v>
                </c:pt>
                <c:pt idx="4938">
                  <c:v>16433</c:v>
                </c:pt>
                <c:pt idx="4939">
                  <c:v>16437</c:v>
                </c:pt>
                <c:pt idx="4940">
                  <c:v>16440</c:v>
                </c:pt>
                <c:pt idx="4941">
                  <c:v>16443</c:v>
                </c:pt>
                <c:pt idx="4942">
                  <c:v>16447</c:v>
                </c:pt>
                <c:pt idx="4943">
                  <c:v>16450</c:v>
                </c:pt>
                <c:pt idx="4944">
                  <c:v>16453</c:v>
                </c:pt>
                <c:pt idx="4945">
                  <c:v>16457</c:v>
                </c:pt>
                <c:pt idx="4946">
                  <c:v>16460</c:v>
                </c:pt>
                <c:pt idx="4947">
                  <c:v>16463</c:v>
                </c:pt>
                <c:pt idx="4948">
                  <c:v>16467</c:v>
                </c:pt>
                <c:pt idx="4949">
                  <c:v>16470</c:v>
                </c:pt>
                <c:pt idx="4950">
                  <c:v>16473</c:v>
                </c:pt>
                <c:pt idx="4951">
                  <c:v>16477</c:v>
                </c:pt>
                <c:pt idx="4952">
                  <c:v>16480</c:v>
                </c:pt>
                <c:pt idx="4953">
                  <c:v>16483</c:v>
                </c:pt>
                <c:pt idx="4954">
                  <c:v>16487</c:v>
                </c:pt>
                <c:pt idx="4955">
                  <c:v>16490</c:v>
                </c:pt>
                <c:pt idx="4956">
                  <c:v>16493</c:v>
                </c:pt>
                <c:pt idx="4957">
                  <c:v>16497</c:v>
                </c:pt>
                <c:pt idx="4958">
                  <c:v>16500</c:v>
                </c:pt>
                <c:pt idx="4959">
                  <c:v>16503</c:v>
                </c:pt>
                <c:pt idx="4960">
                  <c:v>16507</c:v>
                </c:pt>
                <c:pt idx="4961">
                  <c:v>16510</c:v>
                </c:pt>
                <c:pt idx="4962">
                  <c:v>16513</c:v>
                </c:pt>
                <c:pt idx="4963">
                  <c:v>16517</c:v>
                </c:pt>
                <c:pt idx="4964">
                  <c:v>16520</c:v>
                </c:pt>
                <c:pt idx="4965">
                  <c:v>16523</c:v>
                </c:pt>
                <c:pt idx="4966">
                  <c:v>16527</c:v>
                </c:pt>
                <c:pt idx="4967">
                  <c:v>16530</c:v>
                </c:pt>
                <c:pt idx="4968">
                  <c:v>16533</c:v>
                </c:pt>
                <c:pt idx="4969">
                  <c:v>16537</c:v>
                </c:pt>
                <c:pt idx="4970">
                  <c:v>16540</c:v>
                </c:pt>
                <c:pt idx="4971">
                  <c:v>16543</c:v>
                </c:pt>
                <c:pt idx="4972">
                  <c:v>16547</c:v>
                </c:pt>
                <c:pt idx="4973">
                  <c:v>16550</c:v>
                </c:pt>
                <c:pt idx="4974">
                  <c:v>16553</c:v>
                </c:pt>
                <c:pt idx="4975">
                  <c:v>16557</c:v>
                </c:pt>
                <c:pt idx="4976">
                  <c:v>16560</c:v>
                </c:pt>
                <c:pt idx="4977">
                  <c:v>16563</c:v>
                </c:pt>
                <c:pt idx="4978">
                  <c:v>16566</c:v>
                </c:pt>
                <c:pt idx="4979">
                  <c:v>16570</c:v>
                </c:pt>
                <c:pt idx="4980">
                  <c:v>16573</c:v>
                </c:pt>
                <c:pt idx="4981">
                  <c:v>16576</c:v>
                </c:pt>
                <c:pt idx="4982">
                  <c:v>16580</c:v>
                </c:pt>
                <c:pt idx="4983">
                  <c:v>16583</c:v>
                </c:pt>
                <c:pt idx="4984">
                  <c:v>16586</c:v>
                </c:pt>
                <c:pt idx="4985">
                  <c:v>16590</c:v>
                </c:pt>
                <c:pt idx="4986">
                  <c:v>16593</c:v>
                </c:pt>
                <c:pt idx="4987">
                  <c:v>16596</c:v>
                </c:pt>
                <c:pt idx="4988">
                  <c:v>16600</c:v>
                </c:pt>
                <c:pt idx="4989">
                  <c:v>16603</c:v>
                </c:pt>
                <c:pt idx="4990">
                  <c:v>16606</c:v>
                </c:pt>
                <c:pt idx="4991">
                  <c:v>16610</c:v>
                </c:pt>
                <c:pt idx="4992">
                  <c:v>16613</c:v>
                </c:pt>
                <c:pt idx="4993">
                  <c:v>16616</c:v>
                </c:pt>
                <c:pt idx="4994">
                  <c:v>16620</c:v>
                </c:pt>
                <c:pt idx="4995">
                  <c:v>16623</c:v>
                </c:pt>
                <c:pt idx="4996">
                  <c:v>16626</c:v>
                </c:pt>
                <c:pt idx="4997">
                  <c:v>16630</c:v>
                </c:pt>
                <c:pt idx="4998">
                  <c:v>16633</c:v>
                </c:pt>
                <c:pt idx="4999">
                  <c:v>16636</c:v>
                </c:pt>
              </c:numCache>
            </c:numRef>
          </c:cat>
          <c:val>
            <c:numRef>
              <c:f>Chart_1!$O$12:$O$5011</c:f>
              <c:numCache>
                <c:formatCode>0.00</c:formatCode>
                <c:ptCount val="5000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  <c:pt idx="65">
                  <c:v>#N/A</c:v>
                </c:pt>
                <c:pt idx="66">
                  <c:v>#N/A</c:v>
                </c:pt>
                <c:pt idx="67">
                  <c:v>#N/A</c:v>
                </c:pt>
                <c:pt idx="68">
                  <c:v>#N/A</c:v>
                </c:pt>
                <c:pt idx="69">
                  <c:v>#N/A</c:v>
                </c:pt>
                <c:pt idx="70">
                  <c:v>#N/A</c:v>
                </c:pt>
                <c:pt idx="71">
                  <c:v>#N/A</c:v>
                </c:pt>
                <c:pt idx="72">
                  <c:v>#N/A</c:v>
                </c:pt>
                <c:pt idx="73">
                  <c:v>#N/A</c:v>
                </c:pt>
                <c:pt idx="74">
                  <c:v>#N/A</c:v>
                </c:pt>
                <c:pt idx="75">
                  <c:v>#N/A</c:v>
                </c:pt>
                <c:pt idx="76">
                  <c:v>#N/A</c:v>
                </c:pt>
                <c:pt idx="77">
                  <c:v>#N/A</c:v>
                </c:pt>
                <c:pt idx="78">
                  <c:v>#N/A</c:v>
                </c:pt>
                <c:pt idx="79">
                  <c:v>#N/A</c:v>
                </c:pt>
                <c:pt idx="80">
                  <c:v>#N/A</c:v>
                </c:pt>
                <c:pt idx="81">
                  <c:v>#N/A</c:v>
                </c:pt>
                <c:pt idx="82">
                  <c:v>#N/A</c:v>
                </c:pt>
                <c:pt idx="83">
                  <c:v>#N/A</c:v>
                </c:pt>
                <c:pt idx="84">
                  <c:v>#N/A</c:v>
                </c:pt>
                <c:pt idx="85">
                  <c:v>#N/A</c:v>
                </c:pt>
                <c:pt idx="86">
                  <c:v>#N/A</c:v>
                </c:pt>
                <c:pt idx="87">
                  <c:v>#N/A</c:v>
                </c:pt>
                <c:pt idx="88">
                  <c:v>#N/A</c:v>
                </c:pt>
                <c:pt idx="89">
                  <c:v>#N/A</c:v>
                </c:pt>
                <c:pt idx="90">
                  <c:v>#N/A</c:v>
                </c:pt>
                <c:pt idx="91">
                  <c:v>#N/A</c:v>
                </c:pt>
                <c:pt idx="92">
                  <c:v>#N/A</c:v>
                </c:pt>
                <c:pt idx="93">
                  <c:v>#N/A</c:v>
                </c:pt>
                <c:pt idx="94">
                  <c:v>#N/A</c:v>
                </c:pt>
                <c:pt idx="95">
                  <c:v>#N/A</c:v>
                </c:pt>
                <c:pt idx="96">
                  <c:v>#N/A</c:v>
                </c:pt>
                <c:pt idx="97">
                  <c:v>#N/A</c:v>
                </c:pt>
                <c:pt idx="98">
                  <c:v>#N/A</c:v>
                </c:pt>
                <c:pt idx="99">
                  <c:v>#N/A</c:v>
                </c:pt>
                <c:pt idx="100">
                  <c:v>#N/A</c:v>
                </c:pt>
                <c:pt idx="101">
                  <c:v>#N/A</c:v>
                </c:pt>
                <c:pt idx="102">
                  <c:v>#N/A</c:v>
                </c:pt>
                <c:pt idx="103">
                  <c:v>#N/A</c:v>
                </c:pt>
                <c:pt idx="104">
                  <c:v>#N/A</c:v>
                </c:pt>
                <c:pt idx="105">
                  <c:v>#N/A</c:v>
                </c:pt>
                <c:pt idx="106">
                  <c:v>#N/A</c:v>
                </c:pt>
                <c:pt idx="107">
                  <c:v>#N/A</c:v>
                </c:pt>
                <c:pt idx="108">
                  <c:v>#N/A</c:v>
                </c:pt>
                <c:pt idx="109">
                  <c:v>#N/A</c:v>
                </c:pt>
                <c:pt idx="110">
                  <c:v>#N/A</c:v>
                </c:pt>
                <c:pt idx="111">
                  <c:v>#N/A</c:v>
                </c:pt>
                <c:pt idx="112">
                  <c:v>#N/A</c:v>
                </c:pt>
                <c:pt idx="113">
                  <c:v>#N/A</c:v>
                </c:pt>
                <c:pt idx="114">
                  <c:v>#N/A</c:v>
                </c:pt>
                <c:pt idx="115">
                  <c:v>#N/A</c:v>
                </c:pt>
                <c:pt idx="116">
                  <c:v>#N/A</c:v>
                </c:pt>
                <c:pt idx="117">
                  <c:v>#N/A</c:v>
                </c:pt>
                <c:pt idx="118">
                  <c:v>#N/A</c:v>
                </c:pt>
                <c:pt idx="119">
                  <c:v>#N/A</c:v>
                </c:pt>
                <c:pt idx="120">
                  <c:v>#N/A</c:v>
                </c:pt>
                <c:pt idx="121">
                  <c:v>#N/A</c:v>
                </c:pt>
                <c:pt idx="122">
                  <c:v>#N/A</c:v>
                </c:pt>
                <c:pt idx="123">
                  <c:v>#N/A</c:v>
                </c:pt>
                <c:pt idx="124">
                  <c:v>#N/A</c:v>
                </c:pt>
                <c:pt idx="125">
                  <c:v>#N/A</c:v>
                </c:pt>
                <c:pt idx="126">
                  <c:v>#N/A</c:v>
                </c:pt>
                <c:pt idx="127">
                  <c:v>#N/A</c:v>
                </c:pt>
                <c:pt idx="128">
                  <c:v>#N/A</c:v>
                </c:pt>
                <c:pt idx="129">
                  <c:v>#N/A</c:v>
                </c:pt>
                <c:pt idx="130">
                  <c:v>#N/A</c:v>
                </c:pt>
                <c:pt idx="131">
                  <c:v>#N/A</c:v>
                </c:pt>
                <c:pt idx="132">
                  <c:v>#N/A</c:v>
                </c:pt>
                <c:pt idx="133">
                  <c:v>#N/A</c:v>
                </c:pt>
                <c:pt idx="134">
                  <c:v>#N/A</c:v>
                </c:pt>
                <c:pt idx="135">
                  <c:v>#N/A</c:v>
                </c:pt>
                <c:pt idx="136">
                  <c:v>#N/A</c:v>
                </c:pt>
                <c:pt idx="137">
                  <c:v>#N/A</c:v>
                </c:pt>
                <c:pt idx="138">
                  <c:v>#N/A</c:v>
                </c:pt>
                <c:pt idx="139">
                  <c:v>#N/A</c:v>
                </c:pt>
                <c:pt idx="140">
                  <c:v>#N/A</c:v>
                </c:pt>
                <c:pt idx="141">
                  <c:v>#N/A</c:v>
                </c:pt>
                <c:pt idx="142">
                  <c:v>#N/A</c:v>
                </c:pt>
                <c:pt idx="143">
                  <c:v>#N/A</c:v>
                </c:pt>
                <c:pt idx="144">
                  <c:v>#N/A</c:v>
                </c:pt>
                <c:pt idx="145">
                  <c:v>#N/A</c:v>
                </c:pt>
                <c:pt idx="146">
                  <c:v>#N/A</c:v>
                </c:pt>
                <c:pt idx="147">
                  <c:v>#N/A</c:v>
                </c:pt>
                <c:pt idx="148">
                  <c:v>#N/A</c:v>
                </c:pt>
                <c:pt idx="149">
                  <c:v>#N/A</c:v>
                </c:pt>
                <c:pt idx="150">
                  <c:v>#N/A</c:v>
                </c:pt>
                <c:pt idx="151">
                  <c:v>#N/A</c:v>
                </c:pt>
                <c:pt idx="152">
                  <c:v>#N/A</c:v>
                </c:pt>
                <c:pt idx="153">
                  <c:v>#N/A</c:v>
                </c:pt>
                <c:pt idx="154">
                  <c:v>#N/A</c:v>
                </c:pt>
                <c:pt idx="155">
                  <c:v>#N/A</c:v>
                </c:pt>
                <c:pt idx="156">
                  <c:v>#N/A</c:v>
                </c:pt>
                <c:pt idx="157">
                  <c:v>#N/A</c:v>
                </c:pt>
                <c:pt idx="158">
                  <c:v>#N/A</c:v>
                </c:pt>
                <c:pt idx="159">
                  <c:v>#N/A</c:v>
                </c:pt>
                <c:pt idx="160">
                  <c:v>#N/A</c:v>
                </c:pt>
                <c:pt idx="161">
                  <c:v>#N/A</c:v>
                </c:pt>
                <c:pt idx="162">
                  <c:v>#N/A</c:v>
                </c:pt>
                <c:pt idx="163">
                  <c:v>#N/A</c:v>
                </c:pt>
                <c:pt idx="164">
                  <c:v>#N/A</c:v>
                </c:pt>
                <c:pt idx="165">
                  <c:v>#N/A</c:v>
                </c:pt>
                <c:pt idx="166">
                  <c:v>#N/A</c:v>
                </c:pt>
                <c:pt idx="167">
                  <c:v>#N/A</c:v>
                </c:pt>
                <c:pt idx="168">
                  <c:v>#N/A</c:v>
                </c:pt>
                <c:pt idx="169">
                  <c:v>#N/A</c:v>
                </c:pt>
                <c:pt idx="170">
                  <c:v>#N/A</c:v>
                </c:pt>
                <c:pt idx="171">
                  <c:v>#N/A</c:v>
                </c:pt>
                <c:pt idx="172">
                  <c:v>#N/A</c:v>
                </c:pt>
                <c:pt idx="173">
                  <c:v>#N/A</c:v>
                </c:pt>
                <c:pt idx="174">
                  <c:v>#N/A</c:v>
                </c:pt>
                <c:pt idx="175">
                  <c:v>#N/A</c:v>
                </c:pt>
                <c:pt idx="176">
                  <c:v>#N/A</c:v>
                </c:pt>
                <c:pt idx="177">
                  <c:v>#N/A</c:v>
                </c:pt>
                <c:pt idx="178">
                  <c:v>#N/A</c:v>
                </c:pt>
                <c:pt idx="179">
                  <c:v>#N/A</c:v>
                </c:pt>
                <c:pt idx="180">
                  <c:v>#N/A</c:v>
                </c:pt>
                <c:pt idx="181">
                  <c:v>#N/A</c:v>
                </c:pt>
                <c:pt idx="182">
                  <c:v>#N/A</c:v>
                </c:pt>
                <c:pt idx="183">
                  <c:v>#N/A</c:v>
                </c:pt>
                <c:pt idx="184">
                  <c:v>#N/A</c:v>
                </c:pt>
                <c:pt idx="185">
                  <c:v>#N/A</c:v>
                </c:pt>
                <c:pt idx="186">
                  <c:v>#N/A</c:v>
                </c:pt>
                <c:pt idx="187">
                  <c:v>#N/A</c:v>
                </c:pt>
                <c:pt idx="188">
                  <c:v>#N/A</c:v>
                </c:pt>
                <c:pt idx="189">
                  <c:v>#N/A</c:v>
                </c:pt>
                <c:pt idx="190">
                  <c:v>#N/A</c:v>
                </c:pt>
                <c:pt idx="191">
                  <c:v>#N/A</c:v>
                </c:pt>
                <c:pt idx="192">
                  <c:v>#N/A</c:v>
                </c:pt>
                <c:pt idx="193">
                  <c:v>#N/A</c:v>
                </c:pt>
                <c:pt idx="194">
                  <c:v>#N/A</c:v>
                </c:pt>
                <c:pt idx="195">
                  <c:v>#N/A</c:v>
                </c:pt>
                <c:pt idx="196">
                  <c:v>#N/A</c:v>
                </c:pt>
                <c:pt idx="197">
                  <c:v>#N/A</c:v>
                </c:pt>
                <c:pt idx="198">
                  <c:v>#N/A</c:v>
                </c:pt>
                <c:pt idx="199">
                  <c:v>#N/A</c:v>
                </c:pt>
                <c:pt idx="200">
                  <c:v>#N/A</c:v>
                </c:pt>
                <c:pt idx="201">
                  <c:v>#N/A</c:v>
                </c:pt>
                <c:pt idx="202">
                  <c:v>#N/A</c:v>
                </c:pt>
                <c:pt idx="203">
                  <c:v>#N/A</c:v>
                </c:pt>
                <c:pt idx="204">
                  <c:v>#N/A</c:v>
                </c:pt>
                <c:pt idx="205">
                  <c:v>#N/A</c:v>
                </c:pt>
                <c:pt idx="206">
                  <c:v>#N/A</c:v>
                </c:pt>
                <c:pt idx="207">
                  <c:v>#N/A</c:v>
                </c:pt>
                <c:pt idx="208">
                  <c:v>#N/A</c:v>
                </c:pt>
                <c:pt idx="209">
                  <c:v>#N/A</c:v>
                </c:pt>
                <c:pt idx="210">
                  <c:v>#N/A</c:v>
                </c:pt>
                <c:pt idx="211">
                  <c:v>#N/A</c:v>
                </c:pt>
                <c:pt idx="212">
                  <c:v>#N/A</c:v>
                </c:pt>
                <c:pt idx="213">
                  <c:v>#N/A</c:v>
                </c:pt>
                <c:pt idx="214">
                  <c:v>#N/A</c:v>
                </c:pt>
                <c:pt idx="215">
                  <c:v>#N/A</c:v>
                </c:pt>
                <c:pt idx="216">
                  <c:v>#N/A</c:v>
                </c:pt>
                <c:pt idx="217">
                  <c:v>#N/A</c:v>
                </c:pt>
                <c:pt idx="218">
                  <c:v>#N/A</c:v>
                </c:pt>
                <c:pt idx="219">
                  <c:v>#N/A</c:v>
                </c:pt>
                <c:pt idx="220">
                  <c:v>#N/A</c:v>
                </c:pt>
                <c:pt idx="221">
                  <c:v>#N/A</c:v>
                </c:pt>
                <c:pt idx="222">
                  <c:v>#N/A</c:v>
                </c:pt>
                <c:pt idx="223">
                  <c:v>#N/A</c:v>
                </c:pt>
                <c:pt idx="224">
                  <c:v>#N/A</c:v>
                </c:pt>
                <c:pt idx="225">
                  <c:v>#N/A</c:v>
                </c:pt>
                <c:pt idx="226">
                  <c:v>#N/A</c:v>
                </c:pt>
                <c:pt idx="227">
                  <c:v>#N/A</c:v>
                </c:pt>
                <c:pt idx="228">
                  <c:v>#N/A</c:v>
                </c:pt>
                <c:pt idx="229">
                  <c:v>#N/A</c:v>
                </c:pt>
                <c:pt idx="230">
                  <c:v>#N/A</c:v>
                </c:pt>
                <c:pt idx="231">
                  <c:v>#N/A</c:v>
                </c:pt>
                <c:pt idx="232">
                  <c:v>#N/A</c:v>
                </c:pt>
                <c:pt idx="233">
                  <c:v>#N/A</c:v>
                </c:pt>
                <c:pt idx="234">
                  <c:v>#N/A</c:v>
                </c:pt>
                <c:pt idx="235">
                  <c:v>#N/A</c:v>
                </c:pt>
                <c:pt idx="236">
                  <c:v>#N/A</c:v>
                </c:pt>
                <c:pt idx="237">
                  <c:v>#N/A</c:v>
                </c:pt>
                <c:pt idx="238">
                  <c:v>#N/A</c:v>
                </c:pt>
                <c:pt idx="239">
                  <c:v>#N/A</c:v>
                </c:pt>
                <c:pt idx="240">
                  <c:v>#N/A</c:v>
                </c:pt>
                <c:pt idx="241">
                  <c:v>#N/A</c:v>
                </c:pt>
                <c:pt idx="242">
                  <c:v>#N/A</c:v>
                </c:pt>
                <c:pt idx="243">
                  <c:v>#N/A</c:v>
                </c:pt>
                <c:pt idx="244">
                  <c:v>#N/A</c:v>
                </c:pt>
                <c:pt idx="245">
                  <c:v>#N/A</c:v>
                </c:pt>
                <c:pt idx="246">
                  <c:v>#N/A</c:v>
                </c:pt>
                <c:pt idx="247">
                  <c:v>#N/A</c:v>
                </c:pt>
                <c:pt idx="248">
                  <c:v>#N/A</c:v>
                </c:pt>
                <c:pt idx="249">
                  <c:v>#N/A</c:v>
                </c:pt>
                <c:pt idx="250">
                  <c:v>#N/A</c:v>
                </c:pt>
                <c:pt idx="251">
                  <c:v>#N/A</c:v>
                </c:pt>
                <c:pt idx="252">
                  <c:v>#N/A</c:v>
                </c:pt>
                <c:pt idx="253">
                  <c:v>#N/A</c:v>
                </c:pt>
                <c:pt idx="254">
                  <c:v>#N/A</c:v>
                </c:pt>
                <c:pt idx="255">
                  <c:v>#N/A</c:v>
                </c:pt>
                <c:pt idx="256">
                  <c:v>#N/A</c:v>
                </c:pt>
                <c:pt idx="257">
                  <c:v>#N/A</c:v>
                </c:pt>
                <c:pt idx="258">
                  <c:v>#N/A</c:v>
                </c:pt>
                <c:pt idx="259">
                  <c:v>#N/A</c:v>
                </c:pt>
                <c:pt idx="260">
                  <c:v>#N/A</c:v>
                </c:pt>
                <c:pt idx="261">
                  <c:v>#N/A</c:v>
                </c:pt>
                <c:pt idx="262">
                  <c:v>#N/A</c:v>
                </c:pt>
                <c:pt idx="263">
                  <c:v>#N/A</c:v>
                </c:pt>
                <c:pt idx="264">
                  <c:v>#N/A</c:v>
                </c:pt>
                <c:pt idx="265">
                  <c:v>#N/A</c:v>
                </c:pt>
                <c:pt idx="266">
                  <c:v>#N/A</c:v>
                </c:pt>
                <c:pt idx="267">
                  <c:v>#N/A</c:v>
                </c:pt>
                <c:pt idx="268">
                  <c:v>#N/A</c:v>
                </c:pt>
                <c:pt idx="269">
                  <c:v>#N/A</c:v>
                </c:pt>
                <c:pt idx="270">
                  <c:v>#N/A</c:v>
                </c:pt>
                <c:pt idx="271">
                  <c:v>#N/A</c:v>
                </c:pt>
                <c:pt idx="272">
                  <c:v>#N/A</c:v>
                </c:pt>
                <c:pt idx="273">
                  <c:v>#N/A</c:v>
                </c:pt>
                <c:pt idx="274">
                  <c:v>#N/A</c:v>
                </c:pt>
                <c:pt idx="275">
                  <c:v>#N/A</c:v>
                </c:pt>
                <c:pt idx="276">
                  <c:v>#N/A</c:v>
                </c:pt>
                <c:pt idx="277">
                  <c:v>#N/A</c:v>
                </c:pt>
                <c:pt idx="278">
                  <c:v>#N/A</c:v>
                </c:pt>
                <c:pt idx="279">
                  <c:v>#N/A</c:v>
                </c:pt>
                <c:pt idx="280">
                  <c:v>#N/A</c:v>
                </c:pt>
                <c:pt idx="281">
                  <c:v>#N/A</c:v>
                </c:pt>
                <c:pt idx="282">
                  <c:v>#N/A</c:v>
                </c:pt>
                <c:pt idx="283">
                  <c:v>#N/A</c:v>
                </c:pt>
                <c:pt idx="284">
                  <c:v>#N/A</c:v>
                </c:pt>
                <c:pt idx="285">
                  <c:v>#N/A</c:v>
                </c:pt>
                <c:pt idx="286">
                  <c:v>#N/A</c:v>
                </c:pt>
                <c:pt idx="287">
                  <c:v>#N/A</c:v>
                </c:pt>
                <c:pt idx="288">
                  <c:v>#N/A</c:v>
                </c:pt>
                <c:pt idx="289">
                  <c:v>#N/A</c:v>
                </c:pt>
                <c:pt idx="290">
                  <c:v>#N/A</c:v>
                </c:pt>
                <c:pt idx="291">
                  <c:v>#N/A</c:v>
                </c:pt>
                <c:pt idx="292">
                  <c:v>#N/A</c:v>
                </c:pt>
                <c:pt idx="293">
                  <c:v>#N/A</c:v>
                </c:pt>
                <c:pt idx="294">
                  <c:v>#N/A</c:v>
                </c:pt>
                <c:pt idx="295">
                  <c:v>#N/A</c:v>
                </c:pt>
                <c:pt idx="296">
                  <c:v>#N/A</c:v>
                </c:pt>
                <c:pt idx="297">
                  <c:v>#N/A</c:v>
                </c:pt>
                <c:pt idx="298">
                  <c:v>#N/A</c:v>
                </c:pt>
                <c:pt idx="299">
                  <c:v>#N/A</c:v>
                </c:pt>
                <c:pt idx="300">
                  <c:v>#N/A</c:v>
                </c:pt>
                <c:pt idx="301">
                  <c:v>#N/A</c:v>
                </c:pt>
                <c:pt idx="302">
                  <c:v>#N/A</c:v>
                </c:pt>
                <c:pt idx="303">
                  <c:v>#N/A</c:v>
                </c:pt>
                <c:pt idx="304">
                  <c:v>#N/A</c:v>
                </c:pt>
                <c:pt idx="305">
                  <c:v>#N/A</c:v>
                </c:pt>
                <c:pt idx="306">
                  <c:v>#N/A</c:v>
                </c:pt>
                <c:pt idx="307">
                  <c:v>#N/A</c:v>
                </c:pt>
                <c:pt idx="308">
                  <c:v>#N/A</c:v>
                </c:pt>
                <c:pt idx="309">
                  <c:v>#N/A</c:v>
                </c:pt>
                <c:pt idx="310">
                  <c:v>#N/A</c:v>
                </c:pt>
                <c:pt idx="311">
                  <c:v>#N/A</c:v>
                </c:pt>
                <c:pt idx="312">
                  <c:v>#N/A</c:v>
                </c:pt>
                <c:pt idx="313">
                  <c:v>#N/A</c:v>
                </c:pt>
                <c:pt idx="314">
                  <c:v>#N/A</c:v>
                </c:pt>
                <c:pt idx="315">
                  <c:v>#N/A</c:v>
                </c:pt>
                <c:pt idx="316">
                  <c:v>#N/A</c:v>
                </c:pt>
                <c:pt idx="317">
                  <c:v>#N/A</c:v>
                </c:pt>
                <c:pt idx="318">
                  <c:v>#N/A</c:v>
                </c:pt>
                <c:pt idx="319">
                  <c:v>#N/A</c:v>
                </c:pt>
                <c:pt idx="320">
                  <c:v>#N/A</c:v>
                </c:pt>
                <c:pt idx="321">
                  <c:v>#N/A</c:v>
                </c:pt>
                <c:pt idx="322">
                  <c:v>#N/A</c:v>
                </c:pt>
                <c:pt idx="323">
                  <c:v>#N/A</c:v>
                </c:pt>
                <c:pt idx="324">
                  <c:v>#N/A</c:v>
                </c:pt>
                <c:pt idx="325">
                  <c:v>#N/A</c:v>
                </c:pt>
                <c:pt idx="326">
                  <c:v>#N/A</c:v>
                </c:pt>
                <c:pt idx="327">
                  <c:v>#N/A</c:v>
                </c:pt>
                <c:pt idx="328">
                  <c:v>#N/A</c:v>
                </c:pt>
                <c:pt idx="329">
                  <c:v>#N/A</c:v>
                </c:pt>
                <c:pt idx="330">
                  <c:v>#N/A</c:v>
                </c:pt>
                <c:pt idx="331">
                  <c:v>#N/A</c:v>
                </c:pt>
                <c:pt idx="332">
                  <c:v>#N/A</c:v>
                </c:pt>
                <c:pt idx="333">
                  <c:v>#N/A</c:v>
                </c:pt>
                <c:pt idx="334">
                  <c:v>#N/A</c:v>
                </c:pt>
                <c:pt idx="335">
                  <c:v>#N/A</c:v>
                </c:pt>
                <c:pt idx="336">
                  <c:v>#N/A</c:v>
                </c:pt>
                <c:pt idx="337">
                  <c:v>#N/A</c:v>
                </c:pt>
                <c:pt idx="338">
                  <c:v>#N/A</c:v>
                </c:pt>
                <c:pt idx="339">
                  <c:v>#N/A</c:v>
                </c:pt>
                <c:pt idx="340">
                  <c:v>#N/A</c:v>
                </c:pt>
                <c:pt idx="341">
                  <c:v>#N/A</c:v>
                </c:pt>
                <c:pt idx="342">
                  <c:v>#N/A</c:v>
                </c:pt>
                <c:pt idx="343">
                  <c:v>#N/A</c:v>
                </c:pt>
                <c:pt idx="344">
                  <c:v>#N/A</c:v>
                </c:pt>
                <c:pt idx="345">
                  <c:v>#N/A</c:v>
                </c:pt>
                <c:pt idx="346">
                  <c:v>#N/A</c:v>
                </c:pt>
                <c:pt idx="347">
                  <c:v>#N/A</c:v>
                </c:pt>
                <c:pt idx="348">
                  <c:v>#N/A</c:v>
                </c:pt>
                <c:pt idx="349">
                  <c:v>#N/A</c:v>
                </c:pt>
                <c:pt idx="350">
                  <c:v>#N/A</c:v>
                </c:pt>
                <c:pt idx="351">
                  <c:v>#N/A</c:v>
                </c:pt>
                <c:pt idx="352">
                  <c:v>#N/A</c:v>
                </c:pt>
                <c:pt idx="353">
                  <c:v>#N/A</c:v>
                </c:pt>
                <c:pt idx="354">
                  <c:v>#N/A</c:v>
                </c:pt>
                <c:pt idx="355">
                  <c:v>#N/A</c:v>
                </c:pt>
                <c:pt idx="356">
                  <c:v>#N/A</c:v>
                </c:pt>
                <c:pt idx="357">
                  <c:v>#N/A</c:v>
                </c:pt>
                <c:pt idx="358">
                  <c:v>#N/A</c:v>
                </c:pt>
                <c:pt idx="359">
                  <c:v>#N/A</c:v>
                </c:pt>
                <c:pt idx="360">
                  <c:v>#N/A</c:v>
                </c:pt>
                <c:pt idx="361">
                  <c:v>#N/A</c:v>
                </c:pt>
                <c:pt idx="362">
                  <c:v>#N/A</c:v>
                </c:pt>
                <c:pt idx="363">
                  <c:v>#N/A</c:v>
                </c:pt>
                <c:pt idx="364">
                  <c:v>#N/A</c:v>
                </c:pt>
                <c:pt idx="365">
                  <c:v>#N/A</c:v>
                </c:pt>
                <c:pt idx="366">
                  <c:v>#N/A</c:v>
                </c:pt>
                <c:pt idx="367">
                  <c:v>#N/A</c:v>
                </c:pt>
                <c:pt idx="368">
                  <c:v>#N/A</c:v>
                </c:pt>
                <c:pt idx="369">
                  <c:v>#N/A</c:v>
                </c:pt>
                <c:pt idx="370">
                  <c:v>#N/A</c:v>
                </c:pt>
                <c:pt idx="371">
                  <c:v>#N/A</c:v>
                </c:pt>
                <c:pt idx="372">
                  <c:v>#N/A</c:v>
                </c:pt>
                <c:pt idx="373">
                  <c:v>#N/A</c:v>
                </c:pt>
                <c:pt idx="374">
                  <c:v>#N/A</c:v>
                </c:pt>
                <c:pt idx="375">
                  <c:v>#N/A</c:v>
                </c:pt>
                <c:pt idx="376">
                  <c:v>#N/A</c:v>
                </c:pt>
                <c:pt idx="377">
                  <c:v>#N/A</c:v>
                </c:pt>
                <c:pt idx="378">
                  <c:v>#N/A</c:v>
                </c:pt>
                <c:pt idx="379">
                  <c:v>#N/A</c:v>
                </c:pt>
                <c:pt idx="380">
                  <c:v>#N/A</c:v>
                </c:pt>
                <c:pt idx="381">
                  <c:v>#N/A</c:v>
                </c:pt>
                <c:pt idx="382">
                  <c:v>#N/A</c:v>
                </c:pt>
                <c:pt idx="383">
                  <c:v>#N/A</c:v>
                </c:pt>
                <c:pt idx="384">
                  <c:v>#N/A</c:v>
                </c:pt>
                <c:pt idx="385">
                  <c:v>#N/A</c:v>
                </c:pt>
                <c:pt idx="386">
                  <c:v>#N/A</c:v>
                </c:pt>
                <c:pt idx="387">
                  <c:v>#N/A</c:v>
                </c:pt>
                <c:pt idx="388">
                  <c:v>#N/A</c:v>
                </c:pt>
                <c:pt idx="389">
                  <c:v>#N/A</c:v>
                </c:pt>
                <c:pt idx="390">
                  <c:v>#N/A</c:v>
                </c:pt>
                <c:pt idx="391">
                  <c:v>#N/A</c:v>
                </c:pt>
                <c:pt idx="392">
                  <c:v>#N/A</c:v>
                </c:pt>
                <c:pt idx="393">
                  <c:v>#N/A</c:v>
                </c:pt>
                <c:pt idx="394">
                  <c:v>#N/A</c:v>
                </c:pt>
                <c:pt idx="395">
                  <c:v>#N/A</c:v>
                </c:pt>
                <c:pt idx="396">
                  <c:v>#N/A</c:v>
                </c:pt>
                <c:pt idx="397">
                  <c:v>#N/A</c:v>
                </c:pt>
                <c:pt idx="398">
                  <c:v>#N/A</c:v>
                </c:pt>
                <c:pt idx="399">
                  <c:v>#N/A</c:v>
                </c:pt>
                <c:pt idx="400">
                  <c:v>#N/A</c:v>
                </c:pt>
                <c:pt idx="401">
                  <c:v>#N/A</c:v>
                </c:pt>
                <c:pt idx="402">
                  <c:v>#N/A</c:v>
                </c:pt>
                <c:pt idx="403">
                  <c:v>#N/A</c:v>
                </c:pt>
                <c:pt idx="404">
                  <c:v>#N/A</c:v>
                </c:pt>
                <c:pt idx="405">
                  <c:v>#N/A</c:v>
                </c:pt>
                <c:pt idx="406">
                  <c:v>#N/A</c:v>
                </c:pt>
                <c:pt idx="407">
                  <c:v>#N/A</c:v>
                </c:pt>
                <c:pt idx="408">
                  <c:v>#N/A</c:v>
                </c:pt>
                <c:pt idx="409">
                  <c:v>#N/A</c:v>
                </c:pt>
                <c:pt idx="410">
                  <c:v>#N/A</c:v>
                </c:pt>
                <c:pt idx="411">
                  <c:v>#N/A</c:v>
                </c:pt>
                <c:pt idx="412">
                  <c:v>#N/A</c:v>
                </c:pt>
                <c:pt idx="413">
                  <c:v>#N/A</c:v>
                </c:pt>
                <c:pt idx="414">
                  <c:v>#N/A</c:v>
                </c:pt>
                <c:pt idx="415">
                  <c:v>#N/A</c:v>
                </c:pt>
                <c:pt idx="416">
                  <c:v>#N/A</c:v>
                </c:pt>
                <c:pt idx="417">
                  <c:v>#N/A</c:v>
                </c:pt>
                <c:pt idx="418">
                  <c:v>#N/A</c:v>
                </c:pt>
                <c:pt idx="419">
                  <c:v>#N/A</c:v>
                </c:pt>
                <c:pt idx="420">
                  <c:v>#N/A</c:v>
                </c:pt>
                <c:pt idx="421">
                  <c:v>#N/A</c:v>
                </c:pt>
                <c:pt idx="422">
                  <c:v>#N/A</c:v>
                </c:pt>
                <c:pt idx="423">
                  <c:v>#N/A</c:v>
                </c:pt>
                <c:pt idx="424">
                  <c:v>#N/A</c:v>
                </c:pt>
                <c:pt idx="425">
                  <c:v>#N/A</c:v>
                </c:pt>
                <c:pt idx="426">
                  <c:v>#N/A</c:v>
                </c:pt>
                <c:pt idx="427">
                  <c:v>#N/A</c:v>
                </c:pt>
                <c:pt idx="428">
                  <c:v>#N/A</c:v>
                </c:pt>
                <c:pt idx="429">
                  <c:v>#N/A</c:v>
                </c:pt>
                <c:pt idx="430">
                  <c:v>#N/A</c:v>
                </c:pt>
                <c:pt idx="431">
                  <c:v>#N/A</c:v>
                </c:pt>
                <c:pt idx="432">
                  <c:v>#N/A</c:v>
                </c:pt>
                <c:pt idx="433">
                  <c:v>#N/A</c:v>
                </c:pt>
                <c:pt idx="434">
                  <c:v>#N/A</c:v>
                </c:pt>
                <c:pt idx="435">
                  <c:v>#N/A</c:v>
                </c:pt>
                <c:pt idx="436">
                  <c:v>#N/A</c:v>
                </c:pt>
                <c:pt idx="437">
                  <c:v>#N/A</c:v>
                </c:pt>
                <c:pt idx="438">
                  <c:v>#N/A</c:v>
                </c:pt>
                <c:pt idx="439">
                  <c:v>#N/A</c:v>
                </c:pt>
                <c:pt idx="440">
                  <c:v>#N/A</c:v>
                </c:pt>
                <c:pt idx="441">
                  <c:v>#N/A</c:v>
                </c:pt>
                <c:pt idx="442">
                  <c:v>#N/A</c:v>
                </c:pt>
                <c:pt idx="443">
                  <c:v>#N/A</c:v>
                </c:pt>
                <c:pt idx="444">
                  <c:v>#N/A</c:v>
                </c:pt>
                <c:pt idx="445">
                  <c:v>#N/A</c:v>
                </c:pt>
                <c:pt idx="446">
                  <c:v>#N/A</c:v>
                </c:pt>
                <c:pt idx="447">
                  <c:v>#N/A</c:v>
                </c:pt>
                <c:pt idx="448">
                  <c:v>#N/A</c:v>
                </c:pt>
                <c:pt idx="449">
                  <c:v>#N/A</c:v>
                </c:pt>
                <c:pt idx="450">
                  <c:v>#N/A</c:v>
                </c:pt>
                <c:pt idx="451">
                  <c:v>#N/A</c:v>
                </c:pt>
                <c:pt idx="452">
                  <c:v>#N/A</c:v>
                </c:pt>
                <c:pt idx="453">
                  <c:v>#N/A</c:v>
                </c:pt>
                <c:pt idx="454">
                  <c:v>#N/A</c:v>
                </c:pt>
                <c:pt idx="455">
                  <c:v>#N/A</c:v>
                </c:pt>
                <c:pt idx="456">
                  <c:v>#N/A</c:v>
                </c:pt>
                <c:pt idx="457">
                  <c:v>#N/A</c:v>
                </c:pt>
                <c:pt idx="458">
                  <c:v>#N/A</c:v>
                </c:pt>
                <c:pt idx="459">
                  <c:v>#N/A</c:v>
                </c:pt>
                <c:pt idx="460">
                  <c:v>#N/A</c:v>
                </c:pt>
                <c:pt idx="461">
                  <c:v>#N/A</c:v>
                </c:pt>
                <c:pt idx="462">
                  <c:v>#N/A</c:v>
                </c:pt>
                <c:pt idx="463">
                  <c:v>#N/A</c:v>
                </c:pt>
                <c:pt idx="464">
                  <c:v>#N/A</c:v>
                </c:pt>
                <c:pt idx="465">
                  <c:v>#N/A</c:v>
                </c:pt>
                <c:pt idx="466">
                  <c:v>#N/A</c:v>
                </c:pt>
                <c:pt idx="467">
                  <c:v>#N/A</c:v>
                </c:pt>
                <c:pt idx="468">
                  <c:v>#N/A</c:v>
                </c:pt>
                <c:pt idx="469">
                  <c:v>#N/A</c:v>
                </c:pt>
                <c:pt idx="470">
                  <c:v>#N/A</c:v>
                </c:pt>
                <c:pt idx="471">
                  <c:v>#N/A</c:v>
                </c:pt>
                <c:pt idx="472">
                  <c:v>#N/A</c:v>
                </c:pt>
                <c:pt idx="473">
                  <c:v>#N/A</c:v>
                </c:pt>
                <c:pt idx="474">
                  <c:v>#N/A</c:v>
                </c:pt>
                <c:pt idx="475">
                  <c:v>#N/A</c:v>
                </c:pt>
                <c:pt idx="476">
                  <c:v>#N/A</c:v>
                </c:pt>
                <c:pt idx="477">
                  <c:v>#N/A</c:v>
                </c:pt>
                <c:pt idx="478">
                  <c:v>#N/A</c:v>
                </c:pt>
                <c:pt idx="479">
                  <c:v>#N/A</c:v>
                </c:pt>
                <c:pt idx="480">
                  <c:v>#N/A</c:v>
                </c:pt>
                <c:pt idx="481">
                  <c:v>#N/A</c:v>
                </c:pt>
                <c:pt idx="482">
                  <c:v>#N/A</c:v>
                </c:pt>
                <c:pt idx="483">
                  <c:v>#N/A</c:v>
                </c:pt>
                <c:pt idx="484">
                  <c:v>#N/A</c:v>
                </c:pt>
                <c:pt idx="485">
                  <c:v>#N/A</c:v>
                </c:pt>
                <c:pt idx="486">
                  <c:v>#N/A</c:v>
                </c:pt>
                <c:pt idx="487">
                  <c:v>#N/A</c:v>
                </c:pt>
                <c:pt idx="488">
                  <c:v>#N/A</c:v>
                </c:pt>
                <c:pt idx="489">
                  <c:v>#N/A</c:v>
                </c:pt>
                <c:pt idx="490">
                  <c:v>#N/A</c:v>
                </c:pt>
                <c:pt idx="491">
                  <c:v>#N/A</c:v>
                </c:pt>
                <c:pt idx="492">
                  <c:v>#N/A</c:v>
                </c:pt>
                <c:pt idx="493">
                  <c:v>#N/A</c:v>
                </c:pt>
                <c:pt idx="494">
                  <c:v>#N/A</c:v>
                </c:pt>
                <c:pt idx="495">
                  <c:v>#N/A</c:v>
                </c:pt>
                <c:pt idx="496">
                  <c:v>#N/A</c:v>
                </c:pt>
                <c:pt idx="497">
                  <c:v>#N/A</c:v>
                </c:pt>
                <c:pt idx="498">
                  <c:v>#N/A</c:v>
                </c:pt>
                <c:pt idx="499">
                  <c:v>#N/A</c:v>
                </c:pt>
                <c:pt idx="500">
                  <c:v>#N/A</c:v>
                </c:pt>
                <c:pt idx="501">
                  <c:v>#N/A</c:v>
                </c:pt>
                <c:pt idx="502">
                  <c:v>#N/A</c:v>
                </c:pt>
                <c:pt idx="503">
                  <c:v>#N/A</c:v>
                </c:pt>
                <c:pt idx="504">
                  <c:v>#N/A</c:v>
                </c:pt>
                <c:pt idx="505">
                  <c:v>#N/A</c:v>
                </c:pt>
                <c:pt idx="506">
                  <c:v>#N/A</c:v>
                </c:pt>
                <c:pt idx="507">
                  <c:v>#N/A</c:v>
                </c:pt>
                <c:pt idx="508">
                  <c:v>#N/A</c:v>
                </c:pt>
                <c:pt idx="509">
                  <c:v>#N/A</c:v>
                </c:pt>
                <c:pt idx="510">
                  <c:v>#N/A</c:v>
                </c:pt>
                <c:pt idx="511">
                  <c:v>#N/A</c:v>
                </c:pt>
                <c:pt idx="512">
                  <c:v>#N/A</c:v>
                </c:pt>
                <c:pt idx="513">
                  <c:v>#N/A</c:v>
                </c:pt>
                <c:pt idx="514">
                  <c:v>#N/A</c:v>
                </c:pt>
                <c:pt idx="515">
                  <c:v>#N/A</c:v>
                </c:pt>
                <c:pt idx="516">
                  <c:v>#N/A</c:v>
                </c:pt>
                <c:pt idx="517">
                  <c:v>#N/A</c:v>
                </c:pt>
                <c:pt idx="518">
                  <c:v>#N/A</c:v>
                </c:pt>
                <c:pt idx="519">
                  <c:v>#N/A</c:v>
                </c:pt>
                <c:pt idx="520">
                  <c:v>#N/A</c:v>
                </c:pt>
                <c:pt idx="521">
                  <c:v>#N/A</c:v>
                </c:pt>
                <c:pt idx="522">
                  <c:v>#N/A</c:v>
                </c:pt>
                <c:pt idx="523">
                  <c:v>#N/A</c:v>
                </c:pt>
                <c:pt idx="524">
                  <c:v>#N/A</c:v>
                </c:pt>
                <c:pt idx="525">
                  <c:v>#N/A</c:v>
                </c:pt>
                <c:pt idx="526">
                  <c:v>#N/A</c:v>
                </c:pt>
                <c:pt idx="527">
                  <c:v>#N/A</c:v>
                </c:pt>
                <c:pt idx="528">
                  <c:v>#N/A</c:v>
                </c:pt>
                <c:pt idx="529">
                  <c:v>#N/A</c:v>
                </c:pt>
                <c:pt idx="530">
                  <c:v>#N/A</c:v>
                </c:pt>
                <c:pt idx="531">
                  <c:v>#N/A</c:v>
                </c:pt>
                <c:pt idx="532">
                  <c:v>#N/A</c:v>
                </c:pt>
                <c:pt idx="533">
                  <c:v>#N/A</c:v>
                </c:pt>
                <c:pt idx="534">
                  <c:v>#N/A</c:v>
                </c:pt>
                <c:pt idx="535">
                  <c:v>#N/A</c:v>
                </c:pt>
                <c:pt idx="536">
                  <c:v>#N/A</c:v>
                </c:pt>
                <c:pt idx="537">
                  <c:v>#N/A</c:v>
                </c:pt>
                <c:pt idx="538">
                  <c:v>#N/A</c:v>
                </c:pt>
                <c:pt idx="539">
                  <c:v>#N/A</c:v>
                </c:pt>
                <c:pt idx="540">
                  <c:v>#N/A</c:v>
                </c:pt>
                <c:pt idx="541">
                  <c:v>#N/A</c:v>
                </c:pt>
                <c:pt idx="542">
                  <c:v>#N/A</c:v>
                </c:pt>
                <c:pt idx="543">
                  <c:v>#N/A</c:v>
                </c:pt>
                <c:pt idx="544">
                  <c:v>#N/A</c:v>
                </c:pt>
                <c:pt idx="545">
                  <c:v>#N/A</c:v>
                </c:pt>
                <c:pt idx="546">
                  <c:v>#N/A</c:v>
                </c:pt>
                <c:pt idx="547">
                  <c:v>#N/A</c:v>
                </c:pt>
                <c:pt idx="548">
                  <c:v>#N/A</c:v>
                </c:pt>
                <c:pt idx="549">
                  <c:v>#N/A</c:v>
                </c:pt>
                <c:pt idx="550">
                  <c:v>#N/A</c:v>
                </c:pt>
                <c:pt idx="551">
                  <c:v>#N/A</c:v>
                </c:pt>
                <c:pt idx="552">
                  <c:v>#N/A</c:v>
                </c:pt>
                <c:pt idx="553">
                  <c:v>#N/A</c:v>
                </c:pt>
                <c:pt idx="554">
                  <c:v>#N/A</c:v>
                </c:pt>
                <c:pt idx="555">
                  <c:v>#N/A</c:v>
                </c:pt>
                <c:pt idx="556">
                  <c:v>#N/A</c:v>
                </c:pt>
                <c:pt idx="557">
                  <c:v>#N/A</c:v>
                </c:pt>
                <c:pt idx="558">
                  <c:v>#N/A</c:v>
                </c:pt>
                <c:pt idx="559">
                  <c:v>#N/A</c:v>
                </c:pt>
                <c:pt idx="560">
                  <c:v>#N/A</c:v>
                </c:pt>
                <c:pt idx="561">
                  <c:v>#N/A</c:v>
                </c:pt>
                <c:pt idx="562">
                  <c:v>#N/A</c:v>
                </c:pt>
                <c:pt idx="563">
                  <c:v>#N/A</c:v>
                </c:pt>
                <c:pt idx="564">
                  <c:v>#N/A</c:v>
                </c:pt>
                <c:pt idx="565">
                  <c:v>#N/A</c:v>
                </c:pt>
                <c:pt idx="566">
                  <c:v>#N/A</c:v>
                </c:pt>
                <c:pt idx="567">
                  <c:v>#N/A</c:v>
                </c:pt>
                <c:pt idx="568">
                  <c:v>#N/A</c:v>
                </c:pt>
                <c:pt idx="569">
                  <c:v>#N/A</c:v>
                </c:pt>
                <c:pt idx="570">
                  <c:v>#N/A</c:v>
                </c:pt>
                <c:pt idx="571">
                  <c:v>#N/A</c:v>
                </c:pt>
                <c:pt idx="572">
                  <c:v>#N/A</c:v>
                </c:pt>
                <c:pt idx="573">
                  <c:v>#N/A</c:v>
                </c:pt>
                <c:pt idx="574">
                  <c:v>#N/A</c:v>
                </c:pt>
                <c:pt idx="575">
                  <c:v>#N/A</c:v>
                </c:pt>
                <c:pt idx="576">
                  <c:v>#N/A</c:v>
                </c:pt>
                <c:pt idx="577">
                  <c:v>#N/A</c:v>
                </c:pt>
                <c:pt idx="578">
                  <c:v>#N/A</c:v>
                </c:pt>
                <c:pt idx="579">
                  <c:v>#N/A</c:v>
                </c:pt>
                <c:pt idx="580">
                  <c:v>#N/A</c:v>
                </c:pt>
                <c:pt idx="581">
                  <c:v>#N/A</c:v>
                </c:pt>
                <c:pt idx="582">
                  <c:v>#N/A</c:v>
                </c:pt>
                <c:pt idx="583">
                  <c:v>#N/A</c:v>
                </c:pt>
                <c:pt idx="584">
                  <c:v>#N/A</c:v>
                </c:pt>
                <c:pt idx="585">
                  <c:v>#N/A</c:v>
                </c:pt>
                <c:pt idx="586">
                  <c:v>#N/A</c:v>
                </c:pt>
                <c:pt idx="587">
                  <c:v>#N/A</c:v>
                </c:pt>
                <c:pt idx="588">
                  <c:v>#N/A</c:v>
                </c:pt>
                <c:pt idx="589">
                  <c:v>#N/A</c:v>
                </c:pt>
                <c:pt idx="590">
                  <c:v>#N/A</c:v>
                </c:pt>
                <c:pt idx="591">
                  <c:v>#N/A</c:v>
                </c:pt>
                <c:pt idx="592">
                  <c:v>#N/A</c:v>
                </c:pt>
                <c:pt idx="593">
                  <c:v>#N/A</c:v>
                </c:pt>
                <c:pt idx="594">
                  <c:v>#N/A</c:v>
                </c:pt>
                <c:pt idx="595">
                  <c:v>#N/A</c:v>
                </c:pt>
                <c:pt idx="596">
                  <c:v>#N/A</c:v>
                </c:pt>
                <c:pt idx="597">
                  <c:v>#N/A</c:v>
                </c:pt>
                <c:pt idx="598">
                  <c:v>#N/A</c:v>
                </c:pt>
                <c:pt idx="599">
                  <c:v>#N/A</c:v>
                </c:pt>
                <c:pt idx="600">
                  <c:v>#N/A</c:v>
                </c:pt>
                <c:pt idx="601">
                  <c:v>#N/A</c:v>
                </c:pt>
                <c:pt idx="602">
                  <c:v>#N/A</c:v>
                </c:pt>
                <c:pt idx="603">
                  <c:v>#N/A</c:v>
                </c:pt>
                <c:pt idx="604">
                  <c:v>#N/A</c:v>
                </c:pt>
                <c:pt idx="605">
                  <c:v>#N/A</c:v>
                </c:pt>
                <c:pt idx="606">
                  <c:v>#N/A</c:v>
                </c:pt>
                <c:pt idx="607">
                  <c:v>#N/A</c:v>
                </c:pt>
                <c:pt idx="608">
                  <c:v>#N/A</c:v>
                </c:pt>
                <c:pt idx="609">
                  <c:v>#N/A</c:v>
                </c:pt>
                <c:pt idx="610">
                  <c:v>#N/A</c:v>
                </c:pt>
                <c:pt idx="611">
                  <c:v>#N/A</c:v>
                </c:pt>
                <c:pt idx="612">
                  <c:v>#N/A</c:v>
                </c:pt>
                <c:pt idx="613">
                  <c:v>#N/A</c:v>
                </c:pt>
                <c:pt idx="614">
                  <c:v>#N/A</c:v>
                </c:pt>
                <c:pt idx="615">
                  <c:v>#N/A</c:v>
                </c:pt>
                <c:pt idx="616">
                  <c:v>#N/A</c:v>
                </c:pt>
                <c:pt idx="617">
                  <c:v>#N/A</c:v>
                </c:pt>
                <c:pt idx="618">
                  <c:v>#N/A</c:v>
                </c:pt>
                <c:pt idx="619">
                  <c:v>#N/A</c:v>
                </c:pt>
                <c:pt idx="620">
                  <c:v>587.38859625540442</c:v>
                </c:pt>
                <c:pt idx="621">
                  <c:v>587.38859625540442</c:v>
                </c:pt>
                <c:pt idx="622">
                  <c:v>587.38859625540442</c:v>
                </c:pt>
                <c:pt idx="623">
                  <c:v>587.38859625540442</c:v>
                </c:pt>
                <c:pt idx="624">
                  <c:v>587.38859625540442</c:v>
                </c:pt>
                <c:pt idx="625">
                  <c:v>587.38859625540442</c:v>
                </c:pt>
                <c:pt idx="626">
                  <c:v>587.38859625540442</c:v>
                </c:pt>
                <c:pt idx="627">
                  <c:v>587.38859625540442</c:v>
                </c:pt>
                <c:pt idx="628">
                  <c:v>587.38859625540442</c:v>
                </c:pt>
                <c:pt idx="629">
                  <c:v>587.38859625540442</c:v>
                </c:pt>
                <c:pt idx="630">
                  <c:v>587.38859625540442</c:v>
                </c:pt>
                <c:pt idx="631">
                  <c:v>587.38859625540442</c:v>
                </c:pt>
                <c:pt idx="632">
                  <c:v>587.38859625540442</c:v>
                </c:pt>
                <c:pt idx="633">
                  <c:v>587.38859625540442</c:v>
                </c:pt>
                <c:pt idx="634">
                  <c:v>587.38859625540442</c:v>
                </c:pt>
                <c:pt idx="635">
                  <c:v>587.38859625540442</c:v>
                </c:pt>
                <c:pt idx="636">
                  <c:v>587.38859625540442</c:v>
                </c:pt>
                <c:pt idx="637">
                  <c:v>587.38859625540442</c:v>
                </c:pt>
                <c:pt idx="638">
                  <c:v>587.38859625540442</c:v>
                </c:pt>
                <c:pt idx="639">
                  <c:v>587.38859625540442</c:v>
                </c:pt>
                <c:pt idx="640">
                  <c:v>587.38859625540442</c:v>
                </c:pt>
                <c:pt idx="641">
                  <c:v>587.38859625540442</c:v>
                </c:pt>
                <c:pt idx="642">
                  <c:v>587.38859625540442</c:v>
                </c:pt>
                <c:pt idx="643">
                  <c:v>587.38859625540442</c:v>
                </c:pt>
                <c:pt idx="644">
                  <c:v>587.38859625540442</c:v>
                </c:pt>
                <c:pt idx="645">
                  <c:v>587.38859625540442</c:v>
                </c:pt>
                <c:pt idx="646">
                  <c:v>587.38859625540442</c:v>
                </c:pt>
                <c:pt idx="647">
                  <c:v>587.38859625540442</c:v>
                </c:pt>
                <c:pt idx="648">
                  <c:v>587.38859625540442</c:v>
                </c:pt>
                <c:pt idx="649">
                  <c:v>587.38859625540442</c:v>
                </c:pt>
                <c:pt idx="650">
                  <c:v>587.38859625540442</c:v>
                </c:pt>
                <c:pt idx="651">
                  <c:v>587.38859625540442</c:v>
                </c:pt>
                <c:pt idx="652">
                  <c:v>587.38859625540442</c:v>
                </c:pt>
                <c:pt idx="653">
                  <c:v>587.38859625540442</c:v>
                </c:pt>
                <c:pt idx="654">
                  <c:v>587.38859625540442</c:v>
                </c:pt>
                <c:pt idx="655">
                  <c:v>587.38859625540442</c:v>
                </c:pt>
                <c:pt idx="656">
                  <c:v>587.38859625540442</c:v>
                </c:pt>
                <c:pt idx="657">
                  <c:v>587.38859625540442</c:v>
                </c:pt>
                <c:pt idx="658">
                  <c:v>587.38859625540442</c:v>
                </c:pt>
                <c:pt idx="659">
                  <c:v>587.38859625540442</c:v>
                </c:pt>
                <c:pt idx="660">
                  <c:v>587.38859625540442</c:v>
                </c:pt>
                <c:pt idx="661">
                  <c:v>587.38859625540442</c:v>
                </c:pt>
                <c:pt idx="662">
                  <c:v>587.38859625540442</c:v>
                </c:pt>
                <c:pt idx="663">
                  <c:v>587.38859625540442</c:v>
                </c:pt>
                <c:pt idx="664">
                  <c:v>587.38859625540442</c:v>
                </c:pt>
                <c:pt idx="665">
                  <c:v>587.38859625540442</c:v>
                </c:pt>
                <c:pt idx="666">
                  <c:v>587.38859625540442</c:v>
                </c:pt>
                <c:pt idx="667">
                  <c:v>587.38859625540442</c:v>
                </c:pt>
                <c:pt idx="668">
                  <c:v>587.38859625540442</c:v>
                </c:pt>
                <c:pt idx="669">
                  <c:v>587.38859625540442</c:v>
                </c:pt>
                <c:pt idx="670">
                  <c:v>#N/A</c:v>
                </c:pt>
                <c:pt idx="671">
                  <c:v>#N/A</c:v>
                </c:pt>
                <c:pt idx="672">
                  <c:v>#N/A</c:v>
                </c:pt>
                <c:pt idx="673">
                  <c:v>#N/A</c:v>
                </c:pt>
                <c:pt idx="674">
                  <c:v>#N/A</c:v>
                </c:pt>
                <c:pt idx="675">
                  <c:v>#N/A</c:v>
                </c:pt>
                <c:pt idx="676">
                  <c:v>#N/A</c:v>
                </c:pt>
                <c:pt idx="677">
                  <c:v>#N/A</c:v>
                </c:pt>
                <c:pt idx="678">
                  <c:v>#N/A</c:v>
                </c:pt>
                <c:pt idx="679">
                  <c:v>#N/A</c:v>
                </c:pt>
                <c:pt idx="680">
                  <c:v>#N/A</c:v>
                </c:pt>
                <c:pt idx="681">
                  <c:v>#N/A</c:v>
                </c:pt>
                <c:pt idx="682">
                  <c:v>#N/A</c:v>
                </c:pt>
                <c:pt idx="683">
                  <c:v>#N/A</c:v>
                </c:pt>
                <c:pt idx="684">
                  <c:v>#N/A</c:v>
                </c:pt>
                <c:pt idx="685">
                  <c:v>#N/A</c:v>
                </c:pt>
                <c:pt idx="686">
                  <c:v>#N/A</c:v>
                </c:pt>
                <c:pt idx="687">
                  <c:v>#N/A</c:v>
                </c:pt>
                <c:pt idx="688">
                  <c:v>#N/A</c:v>
                </c:pt>
                <c:pt idx="689">
                  <c:v>#N/A</c:v>
                </c:pt>
                <c:pt idx="690">
                  <c:v>#N/A</c:v>
                </c:pt>
                <c:pt idx="691">
                  <c:v>#N/A</c:v>
                </c:pt>
                <c:pt idx="692">
                  <c:v>#N/A</c:v>
                </c:pt>
                <c:pt idx="693">
                  <c:v>#N/A</c:v>
                </c:pt>
                <c:pt idx="694">
                  <c:v>#N/A</c:v>
                </c:pt>
                <c:pt idx="695">
                  <c:v>#N/A</c:v>
                </c:pt>
                <c:pt idx="696">
                  <c:v>#N/A</c:v>
                </c:pt>
                <c:pt idx="697">
                  <c:v>#N/A</c:v>
                </c:pt>
                <c:pt idx="698">
                  <c:v>#N/A</c:v>
                </c:pt>
                <c:pt idx="699">
                  <c:v>#N/A</c:v>
                </c:pt>
                <c:pt idx="700">
                  <c:v>#N/A</c:v>
                </c:pt>
                <c:pt idx="701">
                  <c:v>#N/A</c:v>
                </c:pt>
                <c:pt idx="702">
                  <c:v>#N/A</c:v>
                </c:pt>
                <c:pt idx="703">
                  <c:v>#N/A</c:v>
                </c:pt>
                <c:pt idx="704">
                  <c:v>#N/A</c:v>
                </c:pt>
                <c:pt idx="705">
                  <c:v>#N/A</c:v>
                </c:pt>
                <c:pt idx="706">
                  <c:v>#N/A</c:v>
                </c:pt>
                <c:pt idx="707">
                  <c:v>#N/A</c:v>
                </c:pt>
                <c:pt idx="708">
                  <c:v>#N/A</c:v>
                </c:pt>
                <c:pt idx="709">
                  <c:v>#N/A</c:v>
                </c:pt>
                <c:pt idx="710">
                  <c:v>#N/A</c:v>
                </c:pt>
                <c:pt idx="711">
                  <c:v>#N/A</c:v>
                </c:pt>
                <c:pt idx="712">
                  <c:v>#N/A</c:v>
                </c:pt>
                <c:pt idx="713">
                  <c:v>#N/A</c:v>
                </c:pt>
                <c:pt idx="714">
                  <c:v>#N/A</c:v>
                </c:pt>
                <c:pt idx="715">
                  <c:v>#N/A</c:v>
                </c:pt>
                <c:pt idx="716">
                  <c:v>#N/A</c:v>
                </c:pt>
                <c:pt idx="717">
                  <c:v>#N/A</c:v>
                </c:pt>
                <c:pt idx="718">
                  <c:v>#N/A</c:v>
                </c:pt>
                <c:pt idx="719">
                  <c:v>#N/A</c:v>
                </c:pt>
                <c:pt idx="720">
                  <c:v>#N/A</c:v>
                </c:pt>
                <c:pt idx="721">
                  <c:v>#N/A</c:v>
                </c:pt>
                <c:pt idx="722">
                  <c:v>#N/A</c:v>
                </c:pt>
                <c:pt idx="723">
                  <c:v>#N/A</c:v>
                </c:pt>
                <c:pt idx="724">
                  <c:v>#N/A</c:v>
                </c:pt>
                <c:pt idx="725">
                  <c:v>#N/A</c:v>
                </c:pt>
                <c:pt idx="726">
                  <c:v>#N/A</c:v>
                </c:pt>
                <c:pt idx="727">
                  <c:v>#N/A</c:v>
                </c:pt>
                <c:pt idx="728">
                  <c:v>#N/A</c:v>
                </c:pt>
                <c:pt idx="729">
                  <c:v>#N/A</c:v>
                </c:pt>
                <c:pt idx="730">
                  <c:v>#N/A</c:v>
                </c:pt>
                <c:pt idx="731">
                  <c:v>#N/A</c:v>
                </c:pt>
                <c:pt idx="732">
                  <c:v>#N/A</c:v>
                </c:pt>
                <c:pt idx="733">
                  <c:v>#N/A</c:v>
                </c:pt>
                <c:pt idx="734">
                  <c:v>#N/A</c:v>
                </c:pt>
                <c:pt idx="735">
                  <c:v>#N/A</c:v>
                </c:pt>
                <c:pt idx="736">
                  <c:v>#N/A</c:v>
                </c:pt>
                <c:pt idx="737">
                  <c:v>#N/A</c:v>
                </c:pt>
                <c:pt idx="738">
                  <c:v>#N/A</c:v>
                </c:pt>
                <c:pt idx="739">
                  <c:v>#N/A</c:v>
                </c:pt>
                <c:pt idx="740">
                  <c:v>#N/A</c:v>
                </c:pt>
                <c:pt idx="741">
                  <c:v>#N/A</c:v>
                </c:pt>
                <c:pt idx="742">
                  <c:v>#N/A</c:v>
                </c:pt>
                <c:pt idx="743">
                  <c:v>#N/A</c:v>
                </c:pt>
                <c:pt idx="744">
                  <c:v>#N/A</c:v>
                </c:pt>
                <c:pt idx="745">
                  <c:v>#N/A</c:v>
                </c:pt>
                <c:pt idx="746">
                  <c:v>#N/A</c:v>
                </c:pt>
                <c:pt idx="747">
                  <c:v>#N/A</c:v>
                </c:pt>
                <c:pt idx="748">
                  <c:v>#N/A</c:v>
                </c:pt>
                <c:pt idx="749">
                  <c:v>#N/A</c:v>
                </c:pt>
                <c:pt idx="750">
                  <c:v>#N/A</c:v>
                </c:pt>
                <c:pt idx="751">
                  <c:v>#N/A</c:v>
                </c:pt>
                <c:pt idx="752">
                  <c:v>#N/A</c:v>
                </c:pt>
                <c:pt idx="753">
                  <c:v>#N/A</c:v>
                </c:pt>
                <c:pt idx="754">
                  <c:v>#N/A</c:v>
                </c:pt>
                <c:pt idx="755">
                  <c:v>#N/A</c:v>
                </c:pt>
                <c:pt idx="756">
                  <c:v>#N/A</c:v>
                </c:pt>
                <c:pt idx="757">
                  <c:v>#N/A</c:v>
                </c:pt>
                <c:pt idx="758">
                  <c:v>#N/A</c:v>
                </c:pt>
                <c:pt idx="759">
                  <c:v>#N/A</c:v>
                </c:pt>
                <c:pt idx="760">
                  <c:v>#N/A</c:v>
                </c:pt>
                <c:pt idx="761">
                  <c:v>#N/A</c:v>
                </c:pt>
                <c:pt idx="762">
                  <c:v>#N/A</c:v>
                </c:pt>
                <c:pt idx="763">
                  <c:v>#N/A</c:v>
                </c:pt>
                <c:pt idx="764">
                  <c:v>#N/A</c:v>
                </c:pt>
                <c:pt idx="765">
                  <c:v>#N/A</c:v>
                </c:pt>
                <c:pt idx="766">
                  <c:v>#N/A</c:v>
                </c:pt>
                <c:pt idx="767">
                  <c:v>#N/A</c:v>
                </c:pt>
                <c:pt idx="768">
                  <c:v>#N/A</c:v>
                </c:pt>
                <c:pt idx="769">
                  <c:v>#N/A</c:v>
                </c:pt>
                <c:pt idx="770">
                  <c:v>#N/A</c:v>
                </c:pt>
                <c:pt idx="771">
                  <c:v>#N/A</c:v>
                </c:pt>
                <c:pt idx="772">
                  <c:v>#N/A</c:v>
                </c:pt>
                <c:pt idx="773">
                  <c:v>#N/A</c:v>
                </c:pt>
                <c:pt idx="774">
                  <c:v>#N/A</c:v>
                </c:pt>
                <c:pt idx="775">
                  <c:v>#N/A</c:v>
                </c:pt>
                <c:pt idx="776">
                  <c:v>#N/A</c:v>
                </c:pt>
                <c:pt idx="777">
                  <c:v>#N/A</c:v>
                </c:pt>
                <c:pt idx="778">
                  <c:v>#N/A</c:v>
                </c:pt>
                <c:pt idx="779">
                  <c:v>#N/A</c:v>
                </c:pt>
                <c:pt idx="780">
                  <c:v>#N/A</c:v>
                </c:pt>
                <c:pt idx="781">
                  <c:v>#N/A</c:v>
                </c:pt>
                <c:pt idx="782">
                  <c:v>#N/A</c:v>
                </c:pt>
                <c:pt idx="783">
                  <c:v>#N/A</c:v>
                </c:pt>
                <c:pt idx="784">
                  <c:v>#N/A</c:v>
                </c:pt>
                <c:pt idx="785">
                  <c:v>#N/A</c:v>
                </c:pt>
                <c:pt idx="786">
                  <c:v>#N/A</c:v>
                </c:pt>
                <c:pt idx="787">
                  <c:v>#N/A</c:v>
                </c:pt>
                <c:pt idx="788">
                  <c:v>#N/A</c:v>
                </c:pt>
                <c:pt idx="789">
                  <c:v>#N/A</c:v>
                </c:pt>
                <c:pt idx="790">
                  <c:v>#N/A</c:v>
                </c:pt>
                <c:pt idx="791">
                  <c:v>#N/A</c:v>
                </c:pt>
                <c:pt idx="792">
                  <c:v>#N/A</c:v>
                </c:pt>
                <c:pt idx="793">
                  <c:v>#N/A</c:v>
                </c:pt>
                <c:pt idx="794">
                  <c:v>#N/A</c:v>
                </c:pt>
                <c:pt idx="795">
                  <c:v>#N/A</c:v>
                </c:pt>
                <c:pt idx="796">
                  <c:v>#N/A</c:v>
                </c:pt>
                <c:pt idx="797">
                  <c:v>#N/A</c:v>
                </c:pt>
                <c:pt idx="798">
                  <c:v>#N/A</c:v>
                </c:pt>
                <c:pt idx="799">
                  <c:v>#N/A</c:v>
                </c:pt>
                <c:pt idx="800">
                  <c:v>#N/A</c:v>
                </c:pt>
                <c:pt idx="801">
                  <c:v>#N/A</c:v>
                </c:pt>
                <c:pt idx="802">
                  <c:v>#N/A</c:v>
                </c:pt>
                <c:pt idx="803">
                  <c:v>#N/A</c:v>
                </c:pt>
                <c:pt idx="804">
                  <c:v>#N/A</c:v>
                </c:pt>
                <c:pt idx="805">
                  <c:v>#N/A</c:v>
                </c:pt>
                <c:pt idx="806">
                  <c:v>#N/A</c:v>
                </c:pt>
                <c:pt idx="807">
                  <c:v>#N/A</c:v>
                </c:pt>
                <c:pt idx="808">
                  <c:v>#N/A</c:v>
                </c:pt>
                <c:pt idx="809">
                  <c:v>#N/A</c:v>
                </c:pt>
                <c:pt idx="810">
                  <c:v>#N/A</c:v>
                </c:pt>
                <c:pt idx="811">
                  <c:v>#N/A</c:v>
                </c:pt>
                <c:pt idx="812">
                  <c:v>#N/A</c:v>
                </c:pt>
                <c:pt idx="813">
                  <c:v>#N/A</c:v>
                </c:pt>
                <c:pt idx="814">
                  <c:v>#N/A</c:v>
                </c:pt>
                <c:pt idx="815">
                  <c:v>#N/A</c:v>
                </c:pt>
                <c:pt idx="816">
                  <c:v>#N/A</c:v>
                </c:pt>
                <c:pt idx="817">
                  <c:v>#N/A</c:v>
                </c:pt>
                <c:pt idx="818">
                  <c:v>#N/A</c:v>
                </c:pt>
                <c:pt idx="819">
                  <c:v>#N/A</c:v>
                </c:pt>
                <c:pt idx="820">
                  <c:v>#N/A</c:v>
                </c:pt>
                <c:pt idx="821">
                  <c:v>#N/A</c:v>
                </c:pt>
                <c:pt idx="822">
                  <c:v>#N/A</c:v>
                </c:pt>
                <c:pt idx="823">
                  <c:v>#N/A</c:v>
                </c:pt>
                <c:pt idx="824">
                  <c:v>#N/A</c:v>
                </c:pt>
                <c:pt idx="825">
                  <c:v>#N/A</c:v>
                </c:pt>
                <c:pt idx="826">
                  <c:v>#N/A</c:v>
                </c:pt>
                <c:pt idx="827">
                  <c:v>#N/A</c:v>
                </c:pt>
                <c:pt idx="828">
                  <c:v>#N/A</c:v>
                </c:pt>
                <c:pt idx="829">
                  <c:v>#N/A</c:v>
                </c:pt>
                <c:pt idx="830">
                  <c:v>#N/A</c:v>
                </c:pt>
                <c:pt idx="831">
                  <c:v>#N/A</c:v>
                </c:pt>
                <c:pt idx="832">
                  <c:v>#N/A</c:v>
                </c:pt>
                <c:pt idx="833">
                  <c:v>#N/A</c:v>
                </c:pt>
                <c:pt idx="834">
                  <c:v>#N/A</c:v>
                </c:pt>
                <c:pt idx="835">
                  <c:v>#N/A</c:v>
                </c:pt>
                <c:pt idx="836">
                  <c:v>#N/A</c:v>
                </c:pt>
                <c:pt idx="837">
                  <c:v>#N/A</c:v>
                </c:pt>
                <c:pt idx="838">
                  <c:v>#N/A</c:v>
                </c:pt>
                <c:pt idx="839">
                  <c:v>#N/A</c:v>
                </c:pt>
                <c:pt idx="840">
                  <c:v>#N/A</c:v>
                </c:pt>
                <c:pt idx="841">
                  <c:v>#N/A</c:v>
                </c:pt>
                <c:pt idx="842">
                  <c:v>#N/A</c:v>
                </c:pt>
                <c:pt idx="843">
                  <c:v>#N/A</c:v>
                </c:pt>
                <c:pt idx="844">
                  <c:v>#N/A</c:v>
                </c:pt>
                <c:pt idx="845">
                  <c:v>#N/A</c:v>
                </c:pt>
                <c:pt idx="846">
                  <c:v>#N/A</c:v>
                </c:pt>
                <c:pt idx="847">
                  <c:v>#N/A</c:v>
                </c:pt>
                <c:pt idx="848">
                  <c:v>#N/A</c:v>
                </c:pt>
                <c:pt idx="849">
                  <c:v>#N/A</c:v>
                </c:pt>
                <c:pt idx="850">
                  <c:v>#N/A</c:v>
                </c:pt>
                <c:pt idx="851">
                  <c:v>#N/A</c:v>
                </c:pt>
                <c:pt idx="852">
                  <c:v>#N/A</c:v>
                </c:pt>
                <c:pt idx="853">
                  <c:v>#N/A</c:v>
                </c:pt>
                <c:pt idx="854">
                  <c:v>#N/A</c:v>
                </c:pt>
                <c:pt idx="855">
                  <c:v>#N/A</c:v>
                </c:pt>
                <c:pt idx="856">
                  <c:v>#N/A</c:v>
                </c:pt>
                <c:pt idx="857">
                  <c:v>#N/A</c:v>
                </c:pt>
                <c:pt idx="858">
                  <c:v>#N/A</c:v>
                </c:pt>
                <c:pt idx="859">
                  <c:v>#N/A</c:v>
                </c:pt>
                <c:pt idx="860">
                  <c:v>#N/A</c:v>
                </c:pt>
                <c:pt idx="861">
                  <c:v>#N/A</c:v>
                </c:pt>
                <c:pt idx="862">
                  <c:v>#N/A</c:v>
                </c:pt>
                <c:pt idx="863">
                  <c:v>#N/A</c:v>
                </c:pt>
                <c:pt idx="864">
                  <c:v>#N/A</c:v>
                </c:pt>
                <c:pt idx="865">
                  <c:v>#N/A</c:v>
                </c:pt>
                <c:pt idx="866">
                  <c:v>#N/A</c:v>
                </c:pt>
                <c:pt idx="867">
                  <c:v>#N/A</c:v>
                </c:pt>
                <c:pt idx="868">
                  <c:v>#N/A</c:v>
                </c:pt>
                <c:pt idx="869">
                  <c:v>#N/A</c:v>
                </c:pt>
                <c:pt idx="870">
                  <c:v>#N/A</c:v>
                </c:pt>
                <c:pt idx="871">
                  <c:v>#N/A</c:v>
                </c:pt>
                <c:pt idx="872">
                  <c:v>#N/A</c:v>
                </c:pt>
                <c:pt idx="873">
                  <c:v>#N/A</c:v>
                </c:pt>
                <c:pt idx="874">
                  <c:v>#N/A</c:v>
                </c:pt>
                <c:pt idx="875">
                  <c:v>#N/A</c:v>
                </c:pt>
                <c:pt idx="876">
                  <c:v>#N/A</c:v>
                </c:pt>
                <c:pt idx="877">
                  <c:v>#N/A</c:v>
                </c:pt>
                <c:pt idx="878">
                  <c:v>#N/A</c:v>
                </c:pt>
                <c:pt idx="879">
                  <c:v>#N/A</c:v>
                </c:pt>
                <c:pt idx="880">
                  <c:v>#N/A</c:v>
                </c:pt>
                <c:pt idx="881">
                  <c:v>#N/A</c:v>
                </c:pt>
                <c:pt idx="882">
                  <c:v>#N/A</c:v>
                </c:pt>
                <c:pt idx="883">
                  <c:v>#N/A</c:v>
                </c:pt>
                <c:pt idx="884">
                  <c:v>#N/A</c:v>
                </c:pt>
                <c:pt idx="885">
                  <c:v>#N/A</c:v>
                </c:pt>
                <c:pt idx="886">
                  <c:v>#N/A</c:v>
                </c:pt>
                <c:pt idx="887">
                  <c:v>#N/A</c:v>
                </c:pt>
                <c:pt idx="888">
                  <c:v>#N/A</c:v>
                </c:pt>
                <c:pt idx="889">
                  <c:v>#N/A</c:v>
                </c:pt>
                <c:pt idx="890">
                  <c:v>#N/A</c:v>
                </c:pt>
                <c:pt idx="891">
                  <c:v>#N/A</c:v>
                </c:pt>
                <c:pt idx="892">
                  <c:v>#N/A</c:v>
                </c:pt>
                <c:pt idx="893">
                  <c:v>#N/A</c:v>
                </c:pt>
                <c:pt idx="894">
                  <c:v>#N/A</c:v>
                </c:pt>
                <c:pt idx="895">
                  <c:v>#N/A</c:v>
                </c:pt>
                <c:pt idx="896">
                  <c:v>#N/A</c:v>
                </c:pt>
                <c:pt idx="897">
                  <c:v>#N/A</c:v>
                </c:pt>
                <c:pt idx="898">
                  <c:v>#N/A</c:v>
                </c:pt>
                <c:pt idx="899">
                  <c:v>#N/A</c:v>
                </c:pt>
                <c:pt idx="900">
                  <c:v>#N/A</c:v>
                </c:pt>
                <c:pt idx="901">
                  <c:v>#N/A</c:v>
                </c:pt>
                <c:pt idx="902">
                  <c:v>#N/A</c:v>
                </c:pt>
                <c:pt idx="903">
                  <c:v>#N/A</c:v>
                </c:pt>
                <c:pt idx="904">
                  <c:v>#N/A</c:v>
                </c:pt>
                <c:pt idx="905">
                  <c:v>#N/A</c:v>
                </c:pt>
                <c:pt idx="906">
                  <c:v>#N/A</c:v>
                </c:pt>
                <c:pt idx="907">
                  <c:v>#N/A</c:v>
                </c:pt>
                <c:pt idx="908">
                  <c:v>#N/A</c:v>
                </c:pt>
                <c:pt idx="909">
                  <c:v>#N/A</c:v>
                </c:pt>
                <c:pt idx="910">
                  <c:v>#N/A</c:v>
                </c:pt>
                <c:pt idx="911">
                  <c:v>#N/A</c:v>
                </c:pt>
                <c:pt idx="912">
                  <c:v>#N/A</c:v>
                </c:pt>
                <c:pt idx="913">
                  <c:v>#N/A</c:v>
                </c:pt>
                <c:pt idx="914">
                  <c:v>#N/A</c:v>
                </c:pt>
                <c:pt idx="915">
                  <c:v>#N/A</c:v>
                </c:pt>
                <c:pt idx="916">
                  <c:v>#N/A</c:v>
                </c:pt>
                <c:pt idx="917">
                  <c:v>#N/A</c:v>
                </c:pt>
                <c:pt idx="918">
                  <c:v>#N/A</c:v>
                </c:pt>
                <c:pt idx="919">
                  <c:v>#N/A</c:v>
                </c:pt>
                <c:pt idx="920">
                  <c:v>#N/A</c:v>
                </c:pt>
                <c:pt idx="921">
                  <c:v>#N/A</c:v>
                </c:pt>
                <c:pt idx="922">
                  <c:v>#N/A</c:v>
                </c:pt>
                <c:pt idx="923">
                  <c:v>#N/A</c:v>
                </c:pt>
                <c:pt idx="924">
                  <c:v>#N/A</c:v>
                </c:pt>
                <c:pt idx="925">
                  <c:v>#N/A</c:v>
                </c:pt>
                <c:pt idx="926">
                  <c:v>#N/A</c:v>
                </c:pt>
                <c:pt idx="927">
                  <c:v>#N/A</c:v>
                </c:pt>
                <c:pt idx="928">
                  <c:v>#N/A</c:v>
                </c:pt>
                <c:pt idx="929">
                  <c:v>#N/A</c:v>
                </c:pt>
                <c:pt idx="930">
                  <c:v>#N/A</c:v>
                </c:pt>
                <c:pt idx="931">
                  <c:v>#N/A</c:v>
                </c:pt>
                <c:pt idx="932">
                  <c:v>#N/A</c:v>
                </c:pt>
                <c:pt idx="933">
                  <c:v>#N/A</c:v>
                </c:pt>
                <c:pt idx="934">
                  <c:v>#N/A</c:v>
                </c:pt>
                <c:pt idx="935">
                  <c:v>#N/A</c:v>
                </c:pt>
                <c:pt idx="936">
                  <c:v>#N/A</c:v>
                </c:pt>
                <c:pt idx="937">
                  <c:v>#N/A</c:v>
                </c:pt>
                <c:pt idx="938">
                  <c:v>#N/A</c:v>
                </c:pt>
                <c:pt idx="939">
                  <c:v>#N/A</c:v>
                </c:pt>
                <c:pt idx="940">
                  <c:v>#N/A</c:v>
                </c:pt>
                <c:pt idx="941">
                  <c:v>#N/A</c:v>
                </c:pt>
                <c:pt idx="942">
                  <c:v>#N/A</c:v>
                </c:pt>
                <c:pt idx="943">
                  <c:v>#N/A</c:v>
                </c:pt>
                <c:pt idx="944">
                  <c:v>#N/A</c:v>
                </c:pt>
                <c:pt idx="945">
                  <c:v>#N/A</c:v>
                </c:pt>
                <c:pt idx="946">
                  <c:v>#N/A</c:v>
                </c:pt>
                <c:pt idx="947">
                  <c:v>#N/A</c:v>
                </c:pt>
                <c:pt idx="948">
                  <c:v>#N/A</c:v>
                </c:pt>
                <c:pt idx="949">
                  <c:v>#N/A</c:v>
                </c:pt>
                <c:pt idx="950">
                  <c:v>#N/A</c:v>
                </c:pt>
                <c:pt idx="951">
                  <c:v>#N/A</c:v>
                </c:pt>
                <c:pt idx="952">
                  <c:v>#N/A</c:v>
                </c:pt>
                <c:pt idx="953">
                  <c:v>#N/A</c:v>
                </c:pt>
                <c:pt idx="954">
                  <c:v>#N/A</c:v>
                </c:pt>
                <c:pt idx="955">
                  <c:v>#N/A</c:v>
                </c:pt>
                <c:pt idx="956">
                  <c:v>#N/A</c:v>
                </c:pt>
                <c:pt idx="957">
                  <c:v>#N/A</c:v>
                </c:pt>
                <c:pt idx="958">
                  <c:v>#N/A</c:v>
                </c:pt>
                <c:pt idx="959">
                  <c:v>#N/A</c:v>
                </c:pt>
                <c:pt idx="960">
                  <c:v>#N/A</c:v>
                </c:pt>
                <c:pt idx="961">
                  <c:v>#N/A</c:v>
                </c:pt>
                <c:pt idx="962">
                  <c:v>#N/A</c:v>
                </c:pt>
                <c:pt idx="963">
                  <c:v>#N/A</c:v>
                </c:pt>
                <c:pt idx="964">
                  <c:v>#N/A</c:v>
                </c:pt>
                <c:pt idx="965">
                  <c:v>#N/A</c:v>
                </c:pt>
                <c:pt idx="966">
                  <c:v>#N/A</c:v>
                </c:pt>
                <c:pt idx="967">
                  <c:v>#N/A</c:v>
                </c:pt>
                <c:pt idx="968">
                  <c:v>#N/A</c:v>
                </c:pt>
                <c:pt idx="969">
                  <c:v>#N/A</c:v>
                </c:pt>
                <c:pt idx="970">
                  <c:v>#N/A</c:v>
                </c:pt>
                <c:pt idx="971">
                  <c:v>#N/A</c:v>
                </c:pt>
                <c:pt idx="972">
                  <c:v>#N/A</c:v>
                </c:pt>
                <c:pt idx="973">
                  <c:v>#N/A</c:v>
                </c:pt>
                <c:pt idx="974">
                  <c:v>#N/A</c:v>
                </c:pt>
                <c:pt idx="975">
                  <c:v>#N/A</c:v>
                </c:pt>
                <c:pt idx="976">
                  <c:v>#N/A</c:v>
                </c:pt>
                <c:pt idx="977">
                  <c:v>#N/A</c:v>
                </c:pt>
                <c:pt idx="978">
                  <c:v>#N/A</c:v>
                </c:pt>
                <c:pt idx="979">
                  <c:v>#N/A</c:v>
                </c:pt>
                <c:pt idx="980">
                  <c:v>#N/A</c:v>
                </c:pt>
                <c:pt idx="981">
                  <c:v>#N/A</c:v>
                </c:pt>
                <c:pt idx="982">
                  <c:v>#N/A</c:v>
                </c:pt>
                <c:pt idx="983">
                  <c:v>#N/A</c:v>
                </c:pt>
                <c:pt idx="984">
                  <c:v>#N/A</c:v>
                </c:pt>
                <c:pt idx="985">
                  <c:v>#N/A</c:v>
                </c:pt>
                <c:pt idx="986">
                  <c:v>#N/A</c:v>
                </c:pt>
                <c:pt idx="987">
                  <c:v>#N/A</c:v>
                </c:pt>
                <c:pt idx="988">
                  <c:v>#N/A</c:v>
                </c:pt>
                <c:pt idx="989">
                  <c:v>#N/A</c:v>
                </c:pt>
                <c:pt idx="990">
                  <c:v>#N/A</c:v>
                </c:pt>
                <c:pt idx="991">
                  <c:v>#N/A</c:v>
                </c:pt>
                <c:pt idx="992">
                  <c:v>#N/A</c:v>
                </c:pt>
                <c:pt idx="993">
                  <c:v>#N/A</c:v>
                </c:pt>
                <c:pt idx="994">
                  <c:v>#N/A</c:v>
                </c:pt>
                <c:pt idx="995">
                  <c:v>#N/A</c:v>
                </c:pt>
                <c:pt idx="996">
                  <c:v>#N/A</c:v>
                </c:pt>
                <c:pt idx="997">
                  <c:v>#N/A</c:v>
                </c:pt>
                <c:pt idx="998">
                  <c:v>#N/A</c:v>
                </c:pt>
                <c:pt idx="999">
                  <c:v>#N/A</c:v>
                </c:pt>
                <c:pt idx="1000">
                  <c:v>#N/A</c:v>
                </c:pt>
                <c:pt idx="1001">
                  <c:v>#N/A</c:v>
                </c:pt>
                <c:pt idx="1002">
                  <c:v>#N/A</c:v>
                </c:pt>
                <c:pt idx="1003">
                  <c:v>#N/A</c:v>
                </c:pt>
                <c:pt idx="1004">
                  <c:v>#N/A</c:v>
                </c:pt>
                <c:pt idx="1005">
                  <c:v>#N/A</c:v>
                </c:pt>
                <c:pt idx="1006">
                  <c:v>#N/A</c:v>
                </c:pt>
                <c:pt idx="1007">
                  <c:v>#N/A</c:v>
                </c:pt>
                <c:pt idx="1008">
                  <c:v>#N/A</c:v>
                </c:pt>
                <c:pt idx="1009">
                  <c:v>#N/A</c:v>
                </c:pt>
                <c:pt idx="1010">
                  <c:v>#N/A</c:v>
                </c:pt>
                <c:pt idx="1011">
                  <c:v>#N/A</c:v>
                </c:pt>
                <c:pt idx="1012">
                  <c:v>#N/A</c:v>
                </c:pt>
                <c:pt idx="1013">
                  <c:v>#N/A</c:v>
                </c:pt>
                <c:pt idx="1014">
                  <c:v>#N/A</c:v>
                </c:pt>
                <c:pt idx="1015">
                  <c:v>#N/A</c:v>
                </c:pt>
                <c:pt idx="1016">
                  <c:v>#N/A</c:v>
                </c:pt>
                <c:pt idx="1017">
                  <c:v>#N/A</c:v>
                </c:pt>
                <c:pt idx="1018">
                  <c:v>#N/A</c:v>
                </c:pt>
                <c:pt idx="1019">
                  <c:v>#N/A</c:v>
                </c:pt>
                <c:pt idx="1020">
                  <c:v>#N/A</c:v>
                </c:pt>
                <c:pt idx="1021">
                  <c:v>#N/A</c:v>
                </c:pt>
                <c:pt idx="1022">
                  <c:v>#N/A</c:v>
                </c:pt>
                <c:pt idx="1023">
                  <c:v>#N/A</c:v>
                </c:pt>
                <c:pt idx="1024">
                  <c:v>#N/A</c:v>
                </c:pt>
                <c:pt idx="1025">
                  <c:v>#N/A</c:v>
                </c:pt>
                <c:pt idx="1026">
                  <c:v>#N/A</c:v>
                </c:pt>
                <c:pt idx="1027">
                  <c:v>#N/A</c:v>
                </c:pt>
                <c:pt idx="1028">
                  <c:v>#N/A</c:v>
                </c:pt>
                <c:pt idx="1029">
                  <c:v>#N/A</c:v>
                </c:pt>
                <c:pt idx="1030">
                  <c:v>#N/A</c:v>
                </c:pt>
                <c:pt idx="1031">
                  <c:v>#N/A</c:v>
                </c:pt>
                <c:pt idx="1032">
                  <c:v>#N/A</c:v>
                </c:pt>
                <c:pt idx="1033">
                  <c:v>#N/A</c:v>
                </c:pt>
                <c:pt idx="1034">
                  <c:v>#N/A</c:v>
                </c:pt>
                <c:pt idx="1035">
                  <c:v>#N/A</c:v>
                </c:pt>
                <c:pt idx="1036">
                  <c:v>#N/A</c:v>
                </c:pt>
                <c:pt idx="1037">
                  <c:v>#N/A</c:v>
                </c:pt>
                <c:pt idx="1038">
                  <c:v>#N/A</c:v>
                </c:pt>
                <c:pt idx="1039">
                  <c:v>#N/A</c:v>
                </c:pt>
                <c:pt idx="1040">
                  <c:v>#N/A</c:v>
                </c:pt>
                <c:pt idx="1041">
                  <c:v>#N/A</c:v>
                </c:pt>
                <c:pt idx="1042">
                  <c:v>#N/A</c:v>
                </c:pt>
                <c:pt idx="1043">
                  <c:v>#N/A</c:v>
                </c:pt>
                <c:pt idx="1044">
                  <c:v>#N/A</c:v>
                </c:pt>
                <c:pt idx="1045">
                  <c:v>#N/A</c:v>
                </c:pt>
                <c:pt idx="1046">
                  <c:v>#N/A</c:v>
                </c:pt>
                <c:pt idx="1047">
                  <c:v>#N/A</c:v>
                </c:pt>
                <c:pt idx="1048">
                  <c:v>#N/A</c:v>
                </c:pt>
                <c:pt idx="1049">
                  <c:v>#N/A</c:v>
                </c:pt>
                <c:pt idx="1050">
                  <c:v>#N/A</c:v>
                </c:pt>
                <c:pt idx="1051">
                  <c:v>#N/A</c:v>
                </c:pt>
                <c:pt idx="1052">
                  <c:v>#N/A</c:v>
                </c:pt>
                <c:pt idx="1053">
                  <c:v>#N/A</c:v>
                </c:pt>
                <c:pt idx="1054">
                  <c:v>#N/A</c:v>
                </c:pt>
                <c:pt idx="1055">
                  <c:v>#N/A</c:v>
                </c:pt>
                <c:pt idx="1056">
                  <c:v>#N/A</c:v>
                </c:pt>
                <c:pt idx="1057">
                  <c:v>#N/A</c:v>
                </c:pt>
                <c:pt idx="1058">
                  <c:v>#N/A</c:v>
                </c:pt>
                <c:pt idx="1059">
                  <c:v>#N/A</c:v>
                </c:pt>
                <c:pt idx="1060">
                  <c:v>#N/A</c:v>
                </c:pt>
                <c:pt idx="1061">
                  <c:v>#N/A</c:v>
                </c:pt>
                <c:pt idx="1062">
                  <c:v>#N/A</c:v>
                </c:pt>
                <c:pt idx="1063">
                  <c:v>#N/A</c:v>
                </c:pt>
                <c:pt idx="1064">
                  <c:v>#N/A</c:v>
                </c:pt>
                <c:pt idx="1065">
                  <c:v>#N/A</c:v>
                </c:pt>
                <c:pt idx="1066">
                  <c:v>#N/A</c:v>
                </c:pt>
                <c:pt idx="1067">
                  <c:v>#N/A</c:v>
                </c:pt>
                <c:pt idx="1068">
                  <c:v>#N/A</c:v>
                </c:pt>
                <c:pt idx="1069">
                  <c:v>#N/A</c:v>
                </c:pt>
                <c:pt idx="1070">
                  <c:v>#N/A</c:v>
                </c:pt>
                <c:pt idx="1071">
                  <c:v>#N/A</c:v>
                </c:pt>
                <c:pt idx="1072">
                  <c:v>#N/A</c:v>
                </c:pt>
                <c:pt idx="1073">
                  <c:v>#N/A</c:v>
                </c:pt>
                <c:pt idx="1074">
                  <c:v>#N/A</c:v>
                </c:pt>
                <c:pt idx="1075">
                  <c:v>#N/A</c:v>
                </c:pt>
                <c:pt idx="1076">
                  <c:v>#N/A</c:v>
                </c:pt>
                <c:pt idx="1077">
                  <c:v>#N/A</c:v>
                </c:pt>
                <c:pt idx="1078">
                  <c:v>#N/A</c:v>
                </c:pt>
                <c:pt idx="1079">
                  <c:v>#N/A</c:v>
                </c:pt>
                <c:pt idx="1080">
                  <c:v>#N/A</c:v>
                </c:pt>
                <c:pt idx="1081">
                  <c:v>#N/A</c:v>
                </c:pt>
                <c:pt idx="1082">
                  <c:v>#N/A</c:v>
                </c:pt>
                <c:pt idx="1083">
                  <c:v>#N/A</c:v>
                </c:pt>
                <c:pt idx="1084">
                  <c:v>#N/A</c:v>
                </c:pt>
                <c:pt idx="1085">
                  <c:v>#N/A</c:v>
                </c:pt>
                <c:pt idx="1086">
                  <c:v>#N/A</c:v>
                </c:pt>
                <c:pt idx="1087">
                  <c:v>#N/A</c:v>
                </c:pt>
                <c:pt idx="1088">
                  <c:v>#N/A</c:v>
                </c:pt>
                <c:pt idx="1089">
                  <c:v>#N/A</c:v>
                </c:pt>
                <c:pt idx="1090">
                  <c:v>#N/A</c:v>
                </c:pt>
                <c:pt idx="1091">
                  <c:v>#N/A</c:v>
                </c:pt>
                <c:pt idx="1092">
                  <c:v>#N/A</c:v>
                </c:pt>
                <c:pt idx="1093">
                  <c:v>#N/A</c:v>
                </c:pt>
                <c:pt idx="1094">
                  <c:v>#N/A</c:v>
                </c:pt>
                <c:pt idx="1095">
                  <c:v>#N/A</c:v>
                </c:pt>
                <c:pt idx="1096">
                  <c:v>#N/A</c:v>
                </c:pt>
                <c:pt idx="1097">
                  <c:v>#N/A</c:v>
                </c:pt>
                <c:pt idx="1098">
                  <c:v>#N/A</c:v>
                </c:pt>
                <c:pt idx="1099">
                  <c:v>#N/A</c:v>
                </c:pt>
                <c:pt idx="1100">
                  <c:v>#N/A</c:v>
                </c:pt>
                <c:pt idx="1101">
                  <c:v>#N/A</c:v>
                </c:pt>
                <c:pt idx="1102">
                  <c:v>#N/A</c:v>
                </c:pt>
                <c:pt idx="1103">
                  <c:v>1815.9662294368156</c:v>
                </c:pt>
                <c:pt idx="1104">
                  <c:v>1815.9662294368156</c:v>
                </c:pt>
                <c:pt idx="1105">
                  <c:v>1815.9662294368156</c:v>
                </c:pt>
                <c:pt idx="1106">
                  <c:v>1815.9662294368156</c:v>
                </c:pt>
                <c:pt idx="1107">
                  <c:v>1815.9662294368156</c:v>
                </c:pt>
                <c:pt idx="1108">
                  <c:v>1815.9662294368156</c:v>
                </c:pt>
                <c:pt idx="1109">
                  <c:v>1815.9662294368156</c:v>
                </c:pt>
                <c:pt idx="1110">
                  <c:v>1815.9662294368156</c:v>
                </c:pt>
                <c:pt idx="1111">
                  <c:v>1815.9662294368156</c:v>
                </c:pt>
                <c:pt idx="1112">
                  <c:v>1815.9662294368156</c:v>
                </c:pt>
                <c:pt idx="1113">
                  <c:v>1815.9662294368156</c:v>
                </c:pt>
                <c:pt idx="1114">
                  <c:v>1815.9662294368156</c:v>
                </c:pt>
                <c:pt idx="1115">
                  <c:v>1815.9662294368156</c:v>
                </c:pt>
                <c:pt idx="1116">
                  <c:v>1815.9662294368156</c:v>
                </c:pt>
                <c:pt idx="1117">
                  <c:v>1815.9662294368156</c:v>
                </c:pt>
                <c:pt idx="1118">
                  <c:v>1815.9662294368156</c:v>
                </c:pt>
                <c:pt idx="1119">
                  <c:v>1815.9662294368156</c:v>
                </c:pt>
                <c:pt idx="1120">
                  <c:v>1815.9662294368156</c:v>
                </c:pt>
                <c:pt idx="1121">
                  <c:v>1815.9662294368156</c:v>
                </c:pt>
                <c:pt idx="1122">
                  <c:v>1815.9662294368156</c:v>
                </c:pt>
                <c:pt idx="1123">
                  <c:v>1815.9662294368156</c:v>
                </c:pt>
                <c:pt idx="1124">
                  <c:v>1815.9662294368156</c:v>
                </c:pt>
                <c:pt idx="1125">
                  <c:v>1815.9662294368156</c:v>
                </c:pt>
                <c:pt idx="1126">
                  <c:v>1815.9662294368156</c:v>
                </c:pt>
                <c:pt idx="1127">
                  <c:v>1815.9662294368156</c:v>
                </c:pt>
                <c:pt idx="1128">
                  <c:v>1815.9662294368156</c:v>
                </c:pt>
                <c:pt idx="1129">
                  <c:v>1815.9662294368156</c:v>
                </c:pt>
                <c:pt idx="1130">
                  <c:v>1815.9662294368156</c:v>
                </c:pt>
                <c:pt idx="1131">
                  <c:v>1815.9662294368156</c:v>
                </c:pt>
                <c:pt idx="1132">
                  <c:v>1815.9662294368156</c:v>
                </c:pt>
                <c:pt idx="1133">
                  <c:v>1815.9662294368156</c:v>
                </c:pt>
                <c:pt idx="1134">
                  <c:v>1815.9662294368156</c:v>
                </c:pt>
                <c:pt idx="1135">
                  <c:v>1815.9662294368156</c:v>
                </c:pt>
                <c:pt idx="1136">
                  <c:v>1815.9662294368156</c:v>
                </c:pt>
                <c:pt idx="1137">
                  <c:v>1815.9662294368156</c:v>
                </c:pt>
                <c:pt idx="1138">
                  <c:v>1815.9662294368156</c:v>
                </c:pt>
                <c:pt idx="1139">
                  <c:v>1815.9662294368156</c:v>
                </c:pt>
                <c:pt idx="1140">
                  <c:v>1815.9662294368156</c:v>
                </c:pt>
                <c:pt idx="1141">
                  <c:v>1815.9662294368156</c:v>
                </c:pt>
                <c:pt idx="1142">
                  <c:v>1815.9662294368156</c:v>
                </c:pt>
                <c:pt idx="1143">
                  <c:v>1815.9662294368156</c:v>
                </c:pt>
                <c:pt idx="1144">
                  <c:v>1815.9662294368156</c:v>
                </c:pt>
                <c:pt idx="1145">
                  <c:v>1815.9662294368156</c:v>
                </c:pt>
                <c:pt idx="1146">
                  <c:v>1815.9662294368156</c:v>
                </c:pt>
                <c:pt idx="1147">
                  <c:v>1815.9662294368156</c:v>
                </c:pt>
                <c:pt idx="1148">
                  <c:v>1815.9662294368156</c:v>
                </c:pt>
                <c:pt idx="1149">
                  <c:v>1815.9662294368156</c:v>
                </c:pt>
                <c:pt idx="1150">
                  <c:v>1815.9662294368156</c:v>
                </c:pt>
                <c:pt idx="1151">
                  <c:v>1815.9662294368156</c:v>
                </c:pt>
                <c:pt idx="1152">
                  <c:v>1815.9662294368156</c:v>
                </c:pt>
                <c:pt idx="1153">
                  <c:v>1815.9662294368156</c:v>
                </c:pt>
                <c:pt idx="1154">
                  <c:v>1815.9662294368156</c:v>
                </c:pt>
                <c:pt idx="1155">
                  <c:v>1815.9662294368156</c:v>
                </c:pt>
                <c:pt idx="1156">
                  <c:v>1815.9662294368156</c:v>
                </c:pt>
                <c:pt idx="1157">
                  <c:v>1815.9662294368156</c:v>
                </c:pt>
                <c:pt idx="1158">
                  <c:v>1815.9662294368156</c:v>
                </c:pt>
                <c:pt idx="1159">
                  <c:v>1815.9662294368156</c:v>
                </c:pt>
                <c:pt idx="1160">
                  <c:v>1815.9662294368156</c:v>
                </c:pt>
                <c:pt idx="1161">
                  <c:v>1815.9662294368156</c:v>
                </c:pt>
                <c:pt idx="1162">
                  <c:v>1815.9662294368156</c:v>
                </c:pt>
                <c:pt idx="1163">
                  <c:v>1815.9662294368156</c:v>
                </c:pt>
                <c:pt idx="1164">
                  <c:v>1815.9662294368156</c:v>
                </c:pt>
                <c:pt idx="1165">
                  <c:v>1815.9662294368156</c:v>
                </c:pt>
                <c:pt idx="1166">
                  <c:v>1815.9662294368156</c:v>
                </c:pt>
                <c:pt idx="1167">
                  <c:v>1815.9662294368156</c:v>
                </c:pt>
                <c:pt idx="1168">
                  <c:v>1815.9662294368156</c:v>
                </c:pt>
                <c:pt idx="1169">
                  <c:v>1815.9662294368156</c:v>
                </c:pt>
                <c:pt idx="1170">
                  <c:v>1815.9662294368156</c:v>
                </c:pt>
                <c:pt idx="1171">
                  <c:v>1815.9662294368156</c:v>
                </c:pt>
                <c:pt idx="1172">
                  <c:v>1815.9662294368156</c:v>
                </c:pt>
                <c:pt idx="1173">
                  <c:v>1815.9662294368156</c:v>
                </c:pt>
                <c:pt idx="1174">
                  <c:v>1815.9662294368156</c:v>
                </c:pt>
                <c:pt idx="1175">
                  <c:v>1815.9662294368156</c:v>
                </c:pt>
                <c:pt idx="1176">
                  <c:v>1815.9662294368156</c:v>
                </c:pt>
                <c:pt idx="1177">
                  <c:v>1815.9662294368156</c:v>
                </c:pt>
                <c:pt idx="1178">
                  <c:v>1815.9662294368156</c:v>
                </c:pt>
                <c:pt idx="1179">
                  <c:v>1815.9662294368156</c:v>
                </c:pt>
                <c:pt idx="1180">
                  <c:v>1815.9662294368156</c:v>
                </c:pt>
                <c:pt idx="1181">
                  <c:v>1815.9662294368156</c:v>
                </c:pt>
                <c:pt idx="1182">
                  <c:v>1815.9662294368156</c:v>
                </c:pt>
                <c:pt idx="1183">
                  <c:v>1815.9662294368156</c:v>
                </c:pt>
                <c:pt idx="1184">
                  <c:v>1815.9662294368156</c:v>
                </c:pt>
                <c:pt idx="1185">
                  <c:v>1815.9662294368156</c:v>
                </c:pt>
                <c:pt idx="1186">
                  <c:v>1815.9662294368156</c:v>
                </c:pt>
                <c:pt idx="1187">
                  <c:v>1815.9662294368156</c:v>
                </c:pt>
                <c:pt idx="1188">
                  <c:v>1815.9662294368156</c:v>
                </c:pt>
                <c:pt idx="1189">
                  <c:v>1815.9662294368156</c:v>
                </c:pt>
                <c:pt idx="1190">
                  <c:v>1815.9662294368156</c:v>
                </c:pt>
                <c:pt idx="1191">
                  <c:v>1815.9662294368156</c:v>
                </c:pt>
                <c:pt idx="1192">
                  <c:v>1815.9662294368156</c:v>
                </c:pt>
                <c:pt idx="1193">
                  <c:v>1815.9662294368156</c:v>
                </c:pt>
                <c:pt idx="1194">
                  <c:v>1815.9662294368156</c:v>
                </c:pt>
                <c:pt idx="1195">
                  <c:v>1815.9662294368156</c:v>
                </c:pt>
                <c:pt idx="1196">
                  <c:v>1858.9660616095462</c:v>
                </c:pt>
                <c:pt idx="1197">
                  <c:v>1858.9660616095462</c:v>
                </c:pt>
                <c:pt idx="1198">
                  <c:v>1858.9660616095462</c:v>
                </c:pt>
                <c:pt idx="1199">
                  <c:v>1858.9660616095462</c:v>
                </c:pt>
                <c:pt idx="1200">
                  <c:v>1858.9660616095462</c:v>
                </c:pt>
                <c:pt idx="1201">
                  <c:v>1858.9660616095462</c:v>
                </c:pt>
                <c:pt idx="1202">
                  <c:v>1858.9660616095462</c:v>
                </c:pt>
                <c:pt idx="1203">
                  <c:v>1858.9660616095462</c:v>
                </c:pt>
                <c:pt idx="1204">
                  <c:v>1858.9660616095462</c:v>
                </c:pt>
                <c:pt idx="1205">
                  <c:v>1858.9660616095462</c:v>
                </c:pt>
                <c:pt idx="1206">
                  <c:v>1858.9660616095462</c:v>
                </c:pt>
                <c:pt idx="1207">
                  <c:v>1858.9660616095462</c:v>
                </c:pt>
                <c:pt idx="1208">
                  <c:v>1858.9660616095462</c:v>
                </c:pt>
                <c:pt idx="1209">
                  <c:v>1858.9660616095462</c:v>
                </c:pt>
                <c:pt idx="1210">
                  <c:v>1858.9660616095462</c:v>
                </c:pt>
                <c:pt idx="1211">
                  <c:v>1858.9660616095462</c:v>
                </c:pt>
                <c:pt idx="1212">
                  <c:v>1858.9660616095462</c:v>
                </c:pt>
                <c:pt idx="1213">
                  <c:v>1858.9660616095462</c:v>
                </c:pt>
                <c:pt idx="1214">
                  <c:v>1858.9660616095462</c:v>
                </c:pt>
                <c:pt idx="1215">
                  <c:v>1858.9660616095462</c:v>
                </c:pt>
                <c:pt idx="1216">
                  <c:v>1858.9660616095462</c:v>
                </c:pt>
                <c:pt idx="1217">
                  <c:v>1858.9660616095462</c:v>
                </c:pt>
                <c:pt idx="1218">
                  <c:v>1858.9660616095462</c:v>
                </c:pt>
                <c:pt idx="1219">
                  <c:v>1858.9660616095462</c:v>
                </c:pt>
                <c:pt idx="1220">
                  <c:v>1858.9660616095462</c:v>
                </c:pt>
                <c:pt idx="1221">
                  <c:v>1858.9660616095462</c:v>
                </c:pt>
                <c:pt idx="1222">
                  <c:v>1858.9660616095462</c:v>
                </c:pt>
                <c:pt idx="1223">
                  <c:v>1858.9660616095462</c:v>
                </c:pt>
                <c:pt idx="1224">
                  <c:v>1858.9660616095462</c:v>
                </c:pt>
                <c:pt idx="1225">
                  <c:v>1858.9660616095462</c:v>
                </c:pt>
                <c:pt idx="1226">
                  <c:v>1858.9660616095462</c:v>
                </c:pt>
                <c:pt idx="1227">
                  <c:v>1858.9660616095462</c:v>
                </c:pt>
                <c:pt idx="1228">
                  <c:v>1858.9660616095462</c:v>
                </c:pt>
                <c:pt idx="1229">
                  <c:v>1858.9660616095462</c:v>
                </c:pt>
                <c:pt idx="1230">
                  <c:v>1858.9660616095462</c:v>
                </c:pt>
                <c:pt idx="1231">
                  <c:v>1858.9660616095462</c:v>
                </c:pt>
                <c:pt idx="1232">
                  <c:v>1858.9660616095462</c:v>
                </c:pt>
                <c:pt idx="1233">
                  <c:v>1858.9660616095462</c:v>
                </c:pt>
                <c:pt idx="1234">
                  <c:v>1858.9660616095462</c:v>
                </c:pt>
                <c:pt idx="1235">
                  <c:v>1858.9660616095462</c:v>
                </c:pt>
                <c:pt idx="1236">
                  <c:v>1858.9660616095462</c:v>
                </c:pt>
                <c:pt idx="1237">
                  <c:v>1858.9660616095462</c:v>
                </c:pt>
                <c:pt idx="1238">
                  <c:v>1858.9660616095462</c:v>
                </c:pt>
                <c:pt idx="1239">
                  <c:v>1858.9660616095462</c:v>
                </c:pt>
                <c:pt idx="1240">
                  <c:v>1858.9660616095462</c:v>
                </c:pt>
                <c:pt idx="1241">
                  <c:v>1858.9660616095462</c:v>
                </c:pt>
                <c:pt idx="1242">
                  <c:v>1858.9660616095462</c:v>
                </c:pt>
                <c:pt idx="1243">
                  <c:v>1858.9660616095462</c:v>
                </c:pt>
                <c:pt idx="1244">
                  <c:v>1858.9660616095462</c:v>
                </c:pt>
                <c:pt idx="1245">
                  <c:v>1858.9660616095462</c:v>
                </c:pt>
                <c:pt idx="1246">
                  <c:v>1858.9660616095462</c:v>
                </c:pt>
                <c:pt idx="1247">
                  <c:v>1858.9660616095462</c:v>
                </c:pt>
                <c:pt idx="1248">
                  <c:v>1858.9660616095462</c:v>
                </c:pt>
                <c:pt idx="1249">
                  <c:v>1858.9660616095462</c:v>
                </c:pt>
                <c:pt idx="1250">
                  <c:v>1858.9660616095462</c:v>
                </c:pt>
                <c:pt idx="1251">
                  <c:v>1858.9660616095462</c:v>
                </c:pt>
                <c:pt idx="1252">
                  <c:v>1858.9660616095462</c:v>
                </c:pt>
                <c:pt idx="1253">
                  <c:v>1858.9660616095462</c:v>
                </c:pt>
                <c:pt idx="1254">
                  <c:v>1858.9660616095462</c:v>
                </c:pt>
                <c:pt idx="1255">
                  <c:v>1858.9660616095462</c:v>
                </c:pt>
                <c:pt idx="1256">
                  <c:v>1858.9660616095462</c:v>
                </c:pt>
                <c:pt idx="1257">
                  <c:v>1858.9660616095462</c:v>
                </c:pt>
                <c:pt idx="1258">
                  <c:v>1858.9660616095462</c:v>
                </c:pt>
                <c:pt idx="1259">
                  <c:v>1858.9660616095462</c:v>
                </c:pt>
                <c:pt idx="1260">
                  <c:v>1858.9660616095462</c:v>
                </c:pt>
                <c:pt idx="1261">
                  <c:v>1858.9660616095462</c:v>
                </c:pt>
                <c:pt idx="1262">
                  <c:v>1858.9660616095462</c:v>
                </c:pt>
                <c:pt idx="1263">
                  <c:v>1858.9660616095462</c:v>
                </c:pt>
                <c:pt idx="1264">
                  <c:v>1858.9660616095462</c:v>
                </c:pt>
                <c:pt idx="1265">
                  <c:v>1858.9660616095462</c:v>
                </c:pt>
                <c:pt idx="1266">
                  <c:v>1858.9660616095462</c:v>
                </c:pt>
                <c:pt idx="1267">
                  <c:v>1858.9660616095462</c:v>
                </c:pt>
                <c:pt idx="1268">
                  <c:v>1858.9660616095462</c:v>
                </c:pt>
                <c:pt idx="1269">
                  <c:v>1858.9660616095462</c:v>
                </c:pt>
                <c:pt idx="1270">
                  <c:v>1858.9660616095462</c:v>
                </c:pt>
                <c:pt idx="1271">
                  <c:v>1858.9660616095462</c:v>
                </c:pt>
                <c:pt idx="1272">
                  <c:v>#N/A</c:v>
                </c:pt>
                <c:pt idx="1273">
                  <c:v>#N/A</c:v>
                </c:pt>
                <c:pt idx="1274">
                  <c:v>#N/A</c:v>
                </c:pt>
                <c:pt idx="1275">
                  <c:v>#N/A</c:v>
                </c:pt>
                <c:pt idx="1276">
                  <c:v>#N/A</c:v>
                </c:pt>
                <c:pt idx="1277">
                  <c:v>#N/A</c:v>
                </c:pt>
                <c:pt idx="1278">
                  <c:v>#N/A</c:v>
                </c:pt>
                <c:pt idx="1279">
                  <c:v>#N/A</c:v>
                </c:pt>
                <c:pt idx="1280">
                  <c:v>#N/A</c:v>
                </c:pt>
                <c:pt idx="1281">
                  <c:v>#N/A</c:v>
                </c:pt>
                <c:pt idx="1282">
                  <c:v>#N/A</c:v>
                </c:pt>
                <c:pt idx="1283">
                  <c:v>#N/A</c:v>
                </c:pt>
                <c:pt idx="1284">
                  <c:v>#N/A</c:v>
                </c:pt>
                <c:pt idx="1285">
                  <c:v>#N/A</c:v>
                </c:pt>
                <c:pt idx="1286">
                  <c:v>#N/A</c:v>
                </c:pt>
                <c:pt idx="1287">
                  <c:v>#N/A</c:v>
                </c:pt>
                <c:pt idx="1288">
                  <c:v>#N/A</c:v>
                </c:pt>
                <c:pt idx="1289">
                  <c:v>#N/A</c:v>
                </c:pt>
                <c:pt idx="1290">
                  <c:v>#N/A</c:v>
                </c:pt>
                <c:pt idx="1291">
                  <c:v>#N/A</c:v>
                </c:pt>
                <c:pt idx="1292">
                  <c:v>#N/A</c:v>
                </c:pt>
                <c:pt idx="1293">
                  <c:v>#N/A</c:v>
                </c:pt>
                <c:pt idx="1294">
                  <c:v>#N/A</c:v>
                </c:pt>
                <c:pt idx="1295">
                  <c:v>#N/A</c:v>
                </c:pt>
                <c:pt idx="1296">
                  <c:v>#N/A</c:v>
                </c:pt>
                <c:pt idx="1297">
                  <c:v>#N/A</c:v>
                </c:pt>
                <c:pt idx="1298">
                  <c:v>#N/A</c:v>
                </c:pt>
                <c:pt idx="1299">
                  <c:v>#N/A</c:v>
                </c:pt>
                <c:pt idx="1300">
                  <c:v>#N/A</c:v>
                </c:pt>
                <c:pt idx="1301">
                  <c:v>#N/A</c:v>
                </c:pt>
                <c:pt idx="1302">
                  <c:v>#N/A</c:v>
                </c:pt>
                <c:pt idx="1303">
                  <c:v>#N/A</c:v>
                </c:pt>
                <c:pt idx="1304">
                  <c:v>#N/A</c:v>
                </c:pt>
                <c:pt idx="1305">
                  <c:v>#N/A</c:v>
                </c:pt>
                <c:pt idx="1306">
                  <c:v>#N/A</c:v>
                </c:pt>
                <c:pt idx="1307">
                  <c:v>#N/A</c:v>
                </c:pt>
                <c:pt idx="1308">
                  <c:v>#N/A</c:v>
                </c:pt>
                <c:pt idx="1309">
                  <c:v>#N/A</c:v>
                </c:pt>
                <c:pt idx="1310">
                  <c:v>#N/A</c:v>
                </c:pt>
                <c:pt idx="1311">
                  <c:v>#N/A</c:v>
                </c:pt>
                <c:pt idx="1312">
                  <c:v>#N/A</c:v>
                </c:pt>
                <c:pt idx="1313">
                  <c:v>#N/A</c:v>
                </c:pt>
                <c:pt idx="1314">
                  <c:v>#N/A</c:v>
                </c:pt>
                <c:pt idx="1315">
                  <c:v>#N/A</c:v>
                </c:pt>
                <c:pt idx="1316">
                  <c:v>#N/A</c:v>
                </c:pt>
                <c:pt idx="1317">
                  <c:v>#N/A</c:v>
                </c:pt>
                <c:pt idx="1318">
                  <c:v>#N/A</c:v>
                </c:pt>
                <c:pt idx="1319">
                  <c:v>#N/A</c:v>
                </c:pt>
                <c:pt idx="1320">
                  <c:v>#N/A</c:v>
                </c:pt>
                <c:pt idx="1321">
                  <c:v>#N/A</c:v>
                </c:pt>
                <c:pt idx="1322">
                  <c:v>#N/A</c:v>
                </c:pt>
                <c:pt idx="1323">
                  <c:v>#N/A</c:v>
                </c:pt>
                <c:pt idx="1324">
                  <c:v>#N/A</c:v>
                </c:pt>
                <c:pt idx="1325">
                  <c:v>#N/A</c:v>
                </c:pt>
                <c:pt idx="1326">
                  <c:v>#N/A</c:v>
                </c:pt>
                <c:pt idx="1327">
                  <c:v>#N/A</c:v>
                </c:pt>
                <c:pt idx="1328">
                  <c:v>#N/A</c:v>
                </c:pt>
                <c:pt idx="1329">
                  <c:v>#N/A</c:v>
                </c:pt>
                <c:pt idx="1330">
                  <c:v>#N/A</c:v>
                </c:pt>
                <c:pt idx="1331">
                  <c:v>#N/A</c:v>
                </c:pt>
                <c:pt idx="1332">
                  <c:v>#N/A</c:v>
                </c:pt>
                <c:pt idx="1333">
                  <c:v>#N/A</c:v>
                </c:pt>
                <c:pt idx="1334">
                  <c:v>#N/A</c:v>
                </c:pt>
                <c:pt idx="1335">
                  <c:v>#N/A</c:v>
                </c:pt>
                <c:pt idx="1336">
                  <c:v>#N/A</c:v>
                </c:pt>
                <c:pt idx="1337">
                  <c:v>#N/A</c:v>
                </c:pt>
                <c:pt idx="1338">
                  <c:v>#N/A</c:v>
                </c:pt>
                <c:pt idx="1339">
                  <c:v>#N/A</c:v>
                </c:pt>
                <c:pt idx="1340">
                  <c:v>#N/A</c:v>
                </c:pt>
                <c:pt idx="1341">
                  <c:v>#N/A</c:v>
                </c:pt>
                <c:pt idx="1342">
                  <c:v>#N/A</c:v>
                </c:pt>
                <c:pt idx="1343">
                  <c:v>#N/A</c:v>
                </c:pt>
                <c:pt idx="1344">
                  <c:v>#N/A</c:v>
                </c:pt>
                <c:pt idx="1345">
                  <c:v>#N/A</c:v>
                </c:pt>
                <c:pt idx="1346">
                  <c:v>#N/A</c:v>
                </c:pt>
                <c:pt idx="1347">
                  <c:v>#N/A</c:v>
                </c:pt>
                <c:pt idx="1348">
                  <c:v>#N/A</c:v>
                </c:pt>
                <c:pt idx="1349">
                  <c:v>#N/A</c:v>
                </c:pt>
                <c:pt idx="1350">
                  <c:v>#N/A</c:v>
                </c:pt>
                <c:pt idx="1351">
                  <c:v>1945.3443898694316</c:v>
                </c:pt>
                <c:pt idx="1352">
                  <c:v>1945.3443898694316</c:v>
                </c:pt>
                <c:pt idx="1353">
                  <c:v>1945.3443898694316</c:v>
                </c:pt>
                <c:pt idx="1354">
                  <c:v>1945.3443898694316</c:v>
                </c:pt>
                <c:pt idx="1355">
                  <c:v>1945.3443898694316</c:v>
                </c:pt>
                <c:pt idx="1356">
                  <c:v>1945.3443898694316</c:v>
                </c:pt>
                <c:pt idx="1357">
                  <c:v>1945.3443898694316</c:v>
                </c:pt>
                <c:pt idx="1358">
                  <c:v>1945.3443898694316</c:v>
                </c:pt>
                <c:pt idx="1359">
                  <c:v>1945.3443898694316</c:v>
                </c:pt>
                <c:pt idx="1360">
                  <c:v>1945.3443898694316</c:v>
                </c:pt>
                <c:pt idx="1361">
                  <c:v>1945.3443898694316</c:v>
                </c:pt>
                <c:pt idx="1362">
                  <c:v>1945.3443898694316</c:v>
                </c:pt>
                <c:pt idx="1363">
                  <c:v>1945.3443898694316</c:v>
                </c:pt>
                <c:pt idx="1364">
                  <c:v>1945.3443898694316</c:v>
                </c:pt>
                <c:pt idx="1365">
                  <c:v>1945.3443898694316</c:v>
                </c:pt>
                <c:pt idx="1366">
                  <c:v>1945.3443898694316</c:v>
                </c:pt>
                <c:pt idx="1367">
                  <c:v>1945.3443898694316</c:v>
                </c:pt>
                <c:pt idx="1368">
                  <c:v>1945.3443898694316</c:v>
                </c:pt>
                <c:pt idx="1369">
                  <c:v>1945.3443898694316</c:v>
                </c:pt>
                <c:pt idx="1370">
                  <c:v>1945.3443898694316</c:v>
                </c:pt>
                <c:pt idx="1371">
                  <c:v>1945.3443898694316</c:v>
                </c:pt>
                <c:pt idx="1372">
                  <c:v>1945.3443898694316</c:v>
                </c:pt>
                <c:pt idx="1373">
                  <c:v>1945.3443898694316</c:v>
                </c:pt>
                <c:pt idx="1374">
                  <c:v>1945.3443898694316</c:v>
                </c:pt>
                <c:pt idx="1375">
                  <c:v>1945.3443898694316</c:v>
                </c:pt>
                <c:pt idx="1376">
                  <c:v>1945.3443898694316</c:v>
                </c:pt>
                <c:pt idx="1377">
                  <c:v>1945.3443898694316</c:v>
                </c:pt>
                <c:pt idx="1378">
                  <c:v>1945.3443898694316</c:v>
                </c:pt>
                <c:pt idx="1379">
                  <c:v>1945.3443898694316</c:v>
                </c:pt>
                <c:pt idx="1380">
                  <c:v>1945.3443898694316</c:v>
                </c:pt>
                <c:pt idx="1381">
                  <c:v>1945.3443898694316</c:v>
                </c:pt>
                <c:pt idx="1382">
                  <c:v>1945.3443898694316</c:v>
                </c:pt>
                <c:pt idx="1383">
                  <c:v>1945.3443898694316</c:v>
                </c:pt>
                <c:pt idx="1384">
                  <c:v>1945.3443898694316</c:v>
                </c:pt>
                <c:pt idx="1385">
                  <c:v>1945.3443898694316</c:v>
                </c:pt>
                <c:pt idx="1386">
                  <c:v>1945.3443898694316</c:v>
                </c:pt>
                <c:pt idx="1387">
                  <c:v>1945.3443898694316</c:v>
                </c:pt>
                <c:pt idx="1388">
                  <c:v>1945.3443898694316</c:v>
                </c:pt>
                <c:pt idx="1389">
                  <c:v>1945.3443898694316</c:v>
                </c:pt>
                <c:pt idx="1390">
                  <c:v>1945.3443898694316</c:v>
                </c:pt>
                <c:pt idx="1391">
                  <c:v>1945.3443898694316</c:v>
                </c:pt>
                <c:pt idx="1392">
                  <c:v>1945.3443898694316</c:v>
                </c:pt>
                <c:pt idx="1393">
                  <c:v>1945.3443898694316</c:v>
                </c:pt>
                <c:pt idx="1394">
                  <c:v>1945.3443898694316</c:v>
                </c:pt>
                <c:pt idx="1395">
                  <c:v>1945.3443898694316</c:v>
                </c:pt>
                <c:pt idx="1396">
                  <c:v>1945.3443898694316</c:v>
                </c:pt>
                <c:pt idx="1397">
                  <c:v>1945.3443898694316</c:v>
                </c:pt>
                <c:pt idx="1398">
                  <c:v>1945.3443898694316</c:v>
                </c:pt>
                <c:pt idx="1399">
                  <c:v>1945.3443898694316</c:v>
                </c:pt>
                <c:pt idx="1400">
                  <c:v>1945.3443898694316</c:v>
                </c:pt>
                <c:pt idx="1401">
                  <c:v>1945.3443898694316</c:v>
                </c:pt>
                <c:pt idx="1402">
                  <c:v>1945.3443898694316</c:v>
                </c:pt>
                <c:pt idx="1403">
                  <c:v>1945.3443898694316</c:v>
                </c:pt>
                <c:pt idx="1404">
                  <c:v>1945.3443898694316</c:v>
                </c:pt>
                <c:pt idx="1405">
                  <c:v>1945.3443898694316</c:v>
                </c:pt>
                <c:pt idx="1406">
                  <c:v>1945.3443898694316</c:v>
                </c:pt>
                <c:pt idx="1407">
                  <c:v>1945.3443898694316</c:v>
                </c:pt>
                <c:pt idx="1408">
                  <c:v>1945.3443898694316</c:v>
                </c:pt>
                <c:pt idx="1409">
                  <c:v>1945.3443898694316</c:v>
                </c:pt>
                <c:pt idx="1410">
                  <c:v>1945.3443898694316</c:v>
                </c:pt>
                <c:pt idx="1411">
                  <c:v>1945.3443898694316</c:v>
                </c:pt>
                <c:pt idx="1412">
                  <c:v>1945.3443898694316</c:v>
                </c:pt>
                <c:pt idx="1413">
                  <c:v>1945.3443898694316</c:v>
                </c:pt>
                <c:pt idx="1414">
                  <c:v>1945.3443898694316</c:v>
                </c:pt>
                <c:pt idx="1415">
                  <c:v>1945.3443898694316</c:v>
                </c:pt>
                <c:pt idx="1416">
                  <c:v>1945.3443898694316</c:v>
                </c:pt>
                <c:pt idx="1417">
                  <c:v>1945.3443898694316</c:v>
                </c:pt>
                <c:pt idx="1418">
                  <c:v>1945.3443898694316</c:v>
                </c:pt>
                <c:pt idx="1419">
                  <c:v>1945.3443898694316</c:v>
                </c:pt>
                <c:pt idx="1420">
                  <c:v>1945.3443898694316</c:v>
                </c:pt>
                <c:pt idx="1421">
                  <c:v>1945.3443898694316</c:v>
                </c:pt>
                <c:pt idx="1422">
                  <c:v>1945.3443898694316</c:v>
                </c:pt>
                <c:pt idx="1423">
                  <c:v>1945.3443898694316</c:v>
                </c:pt>
                <c:pt idx="1424">
                  <c:v>1945.3443898694316</c:v>
                </c:pt>
                <c:pt idx="1425">
                  <c:v>1945.3443898694316</c:v>
                </c:pt>
                <c:pt idx="1426">
                  <c:v>1945.3443898694316</c:v>
                </c:pt>
                <c:pt idx="1427">
                  <c:v>1945.3443898694316</c:v>
                </c:pt>
                <c:pt idx="1428">
                  <c:v>1945.3443898694316</c:v>
                </c:pt>
                <c:pt idx="1429">
                  <c:v>1945.3443898694316</c:v>
                </c:pt>
                <c:pt idx="1430">
                  <c:v>1945.3443898694316</c:v>
                </c:pt>
                <c:pt idx="1431">
                  <c:v>1945.3443898694316</c:v>
                </c:pt>
                <c:pt idx="1432">
                  <c:v>1945.3443898694316</c:v>
                </c:pt>
                <c:pt idx="1433">
                  <c:v>1945.3443898694316</c:v>
                </c:pt>
                <c:pt idx="1434">
                  <c:v>1945.3443898694316</c:v>
                </c:pt>
                <c:pt idx="1435">
                  <c:v>1945.3443898694316</c:v>
                </c:pt>
                <c:pt idx="1436">
                  <c:v>1945.3443898694316</c:v>
                </c:pt>
                <c:pt idx="1437">
                  <c:v>1945.3443898694316</c:v>
                </c:pt>
                <c:pt idx="1438">
                  <c:v>1945.3443898694316</c:v>
                </c:pt>
                <c:pt idx="1439">
                  <c:v>1945.3443898694316</c:v>
                </c:pt>
                <c:pt idx="1440">
                  <c:v>1945.3443898694316</c:v>
                </c:pt>
                <c:pt idx="1441">
                  <c:v>1945.3443898694316</c:v>
                </c:pt>
                <c:pt idx="1442">
                  <c:v>1945.3443898694316</c:v>
                </c:pt>
                <c:pt idx="1443">
                  <c:v>1945.3443898694316</c:v>
                </c:pt>
                <c:pt idx="1444">
                  <c:v>1945.3443898694316</c:v>
                </c:pt>
                <c:pt idx="1445">
                  <c:v>1945.3443898694316</c:v>
                </c:pt>
                <c:pt idx="1446">
                  <c:v>1945.3443898694316</c:v>
                </c:pt>
                <c:pt idx="1447">
                  <c:v>1945.3443898694316</c:v>
                </c:pt>
                <c:pt idx="1448">
                  <c:v>1945.3443898694316</c:v>
                </c:pt>
                <c:pt idx="1449">
                  <c:v>1945.3443898694316</c:v>
                </c:pt>
                <c:pt idx="1450">
                  <c:v>1945.3443898694316</c:v>
                </c:pt>
                <c:pt idx="1451">
                  <c:v>1945.3443898694316</c:v>
                </c:pt>
                <c:pt idx="1452">
                  <c:v>1945.3443898694316</c:v>
                </c:pt>
                <c:pt idx="1453">
                  <c:v>#N/A</c:v>
                </c:pt>
                <c:pt idx="1454">
                  <c:v>#N/A</c:v>
                </c:pt>
                <c:pt idx="1455">
                  <c:v>#N/A</c:v>
                </c:pt>
                <c:pt idx="1456">
                  <c:v>#N/A</c:v>
                </c:pt>
                <c:pt idx="1457">
                  <c:v>#N/A</c:v>
                </c:pt>
                <c:pt idx="1458">
                  <c:v>#N/A</c:v>
                </c:pt>
                <c:pt idx="1459">
                  <c:v>#N/A</c:v>
                </c:pt>
                <c:pt idx="1460">
                  <c:v>#N/A</c:v>
                </c:pt>
                <c:pt idx="1461">
                  <c:v>#N/A</c:v>
                </c:pt>
                <c:pt idx="1462">
                  <c:v>#N/A</c:v>
                </c:pt>
                <c:pt idx="1463">
                  <c:v>#N/A</c:v>
                </c:pt>
                <c:pt idx="1464">
                  <c:v>#N/A</c:v>
                </c:pt>
                <c:pt idx="1465">
                  <c:v>#N/A</c:v>
                </c:pt>
                <c:pt idx="1466">
                  <c:v>#N/A</c:v>
                </c:pt>
                <c:pt idx="1467">
                  <c:v>#N/A</c:v>
                </c:pt>
                <c:pt idx="1468">
                  <c:v>#N/A</c:v>
                </c:pt>
                <c:pt idx="1469">
                  <c:v>#N/A</c:v>
                </c:pt>
                <c:pt idx="1470">
                  <c:v>#N/A</c:v>
                </c:pt>
                <c:pt idx="1471">
                  <c:v>#N/A</c:v>
                </c:pt>
                <c:pt idx="1472">
                  <c:v>#N/A</c:v>
                </c:pt>
                <c:pt idx="1473">
                  <c:v>#N/A</c:v>
                </c:pt>
                <c:pt idx="1474">
                  <c:v>#N/A</c:v>
                </c:pt>
                <c:pt idx="1475">
                  <c:v>#N/A</c:v>
                </c:pt>
                <c:pt idx="1476">
                  <c:v>#N/A</c:v>
                </c:pt>
                <c:pt idx="1477">
                  <c:v>#N/A</c:v>
                </c:pt>
                <c:pt idx="1478">
                  <c:v>#N/A</c:v>
                </c:pt>
                <c:pt idx="1479">
                  <c:v>#N/A</c:v>
                </c:pt>
                <c:pt idx="1480">
                  <c:v>#N/A</c:v>
                </c:pt>
                <c:pt idx="1481">
                  <c:v>#N/A</c:v>
                </c:pt>
                <c:pt idx="1482">
                  <c:v>#N/A</c:v>
                </c:pt>
                <c:pt idx="1483">
                  <c:v>#N/A</c:v>
                </c:pt>
                <c:pt idx="1484">
                  <c:v>#N/A</c:v>
                </c:pt>
                <c:pt idx="1485">
                  <c:v>#N/A</c:v>
                </c:pt>
                <c:pt idx="1486">
                  <c:v>#N/A</c:v>
                </c:pt>
                <c:pt idx="1487">
                  <c:v>#N/A</c:v>
                </c:pt>
                <c:pt idx="1488">
                  <c:v>#N/A</c:v>
                </c:pt>
                <c:pt idx="1489">
                  <c:v>#N/A</c:v>
                </c:pt>
                <c:pt idx="1490">
                  <c:v>#N/A</c:v>
                </c:pt>
                <c:pt idx="1491">
                  <c:v>#N/A</c:v>
                </c:pt>
                <c:pt idx="1492">
                  <c:v>#N/A</c:v>
                </c:pt>
                <c:pt idx="1493">
                  <c:v>#N/A</c:v>
                </c:pt>
                <c:pt idx="1494">
                  <c:v>#N/A</c:v>
                </c:pt>
                <c:pt idx="1495">
                  <c:v>#N/A</c:v>
                </c:pt>
                <c:pt idx="1496">
                  <c:v>#N/A</c:v>
                </c:pt>
                <c:pt idx="1497">
                  <c:v>#N/A</c:v>
                </c:pt>
                <c:pt idx="1498">
                  <c:v>#N/A</c:v>
                </c:pt>
                <c:pt idx="1499">
                  <c:v>#N/A</c:v>
                </c:pt>
                <c:pt idx="1500">
                  <c:v>#N/A</c:v>
                </c:pt>
                <c:pt idx="1501">
                  <c:v>#N/A</c:v>
                </c:pt>
                <c:pt idx="1502">
                  <c:v>#N/A</c:v>
                </c:pt>
                <c:pt idx="1503">
                  <c:v>#N/A</c:v>
                </c:pt>
                <c:pt idx="1504">
                  <c:v>#N/A</c:v>
                </c:pt>
                <c:pt idx="1505">
                  <c:v>#N/A</c:v>
                </c:pt>
                <c:pt idx="1506">
                  <c:v>#N/A</c:v>
                </c:pt>
                <c:pt idx="1507">
                  <c:v>#N/A</c:v>
                </c:pt>
                <c:pt idx="1508">
                  <c:v>#N/A</c:v>
                </c:pt>
                <c:pt idx="1509">
                  <c:v>#N/A</c:v>
                </c:pt>
                <c:pt idx="1510">
                  <c:v>#N/A</c:v>
                </c:pt>
                <c:pt idx="1511">
                  <c:v>#N/A</c:v>
                </c:pt>
                <c:pt idx="1512">
                  <c:v>#N/A</c:v>
                </c:pt>
                <c:pt idx="1513">
                  <c:v>#N/A</c:v>
                </c:pt>
                <c:pt idx="1514">
                  <c:v>#N/A</c:v>
                </c:pt>
                <c:pt idx="1515">
                  <c:v>#N/A</c:v>
                </c:pt>
                <c:pt idx="1516">
                  <c:v>#N/A</c:v>
                </c:pt>
                <c:pt idx="1517">
                  <c:v>#N/A</c:v>
                </c:pt>
                <c:pt idx="1518">
                  <c:v>#N/A</c:v>
                </c:pt>
                <c:pt idx="1519">
                  <c:v>#N/A</c:v>
                </c:pt>
                <c:pt idx="1520">
                  <c:v>#N/A</c:v>
                </c:pt>
                <c:pt idx="1521">
                  <c:v>2064.7083169849761</c:v>
                </c:pt>
                <c:pt idx="1522">
                  <c:v>2064.7083169849761</c:v>
                </c:pt>
                <c:pt idx="1523">
                  <c:v>2064.7083169849761</c:v>
                </c:pt>
                <c:pt idx="1524">
                  <c:v>2064.7083169849761</c:v>
                </c:pt>
                <c:pt idx="1525">
                  <c:v>2064.7083169849761</c:v>
                </c:pt>
                <c:pt idx="1526">
                  <c:v>2064.7083169849761</c:v>
                </c:pt>
                <c:pt idx="1527">
                  <c:v>2064.7083169849761</c:v>
                </c:pt>
                <c:pt idx="1528">
                  <c:v>2064.7083169849761</c:v>
                </c:pt>
                <c:pt idx="1529">
                  <c:v>2064.7083169849761</c:v>
                </c:pt>
                <c:pt idx="1530">
                  <c:v>2064.7083169849761</c:v>
                </c:pt>
                <c:pt idx="1531">
                  <c:v>2064.7083169849761</c:v>
                </c:pt>
                <c:pt idx="1532">
                  <c:v>2064.7083169849761</c:v>
                </c:pt>
                <c:pt idx="1533">
                  <c:v>2064.7083169849761</c:v>
                </c:pt>
                <c:pt idx="1534">
                  <c:v>2064.7083169849761</c:v>
                </c:pt>
                <c:pt idx="1535">
                  <c:v>2064.7083169849761</c:v>
                </c:pt>
                <c:pt idx="1536">
                  <c:v>2064.7083169849761</c:v>
                </c:pt>
                <c:pt idx="1537">
                  <c:v>2064.7083169849761</c:v>
                </c:pt>
                <c:pt idx="1538">
                  <c:v>2064.7083169849761</c:v>
                </c:pt>
                <c:pt idx="1539">
                  <c:v>2064.7083169849761</c:v>
                </c:pt>
                <c:pt idx="1540">
                  <c:v>2064.7083169849761</c:v>
                </c:pt>
                <c:pt idx="1541">
                  <c:v>2064.7083169849761</c:v>
                </c:pt>
                <c:pt idx="1542">
                  <c:v>2064.7083169849761</c:v>
                </c:pt>
                <c:pt idx="1543">
                  <c:v>2064.7083169849761</c:v>
                </c:pt>
                <c:pt idx="1544">
                  <c:v>2064.7083169849761</c:v>
                </c:pt>
                <c:pt idx="1545">
                  <c:v>2064.7083169849761</c:v>
                </c:pt>
                <c:pt idx="1546">
                  <c:v>2064.7083169849761</c:v>
                </c:pt>
                <c:pt idx="1547">
                  <c:v>2064.7083169849761</c:v>
                </c:pt>
                <c:pt idx="1548">
                  <c:v>2064.7083169849761</c:v>
                </c:pt>
                <c:pt idx="1549">
                  <c:v>2064.7083169849761</c:v>
                </c:pt>
                <c:pt idx="1550">
                  <c:v>2064.7083169849761</c:v>
                </c:pt>
                <c:pt idx="1551">
                  <c:v>2064.7083169849761</c:v>
                </c:pt>
                <c:pt idx="1552">
                  <c:v>2064.7083169849761</c:v>
                </c:pt>
                <c:pt idx="1553">
                  <c:v>2064.7083169849761</c:v>
                </c:pt>
                <c:pt idx="1554">
                  <c:v>2064.7083169849761</c:v>
                </c:pt>
                <c:pt idx="1555">
                  <c:v>2064.7083169849761</c:v>
                </c:pt>
                <c:pt idx="1556">
                  <c:v>2064.7083169849761</c:v>
                </c:pt>
                <c:pt idx="1557">
                  <c:v>2064.7083169849761</c:v>
                </c:pt>
                <c:pt idx="1558">
                  <c:v>2064.7083169849761</c:v>
                </c:pt>
                <c:pt idx="1559">
                  <c:v>2064.7083169849761</c:v>
                </c:pt>
                <c:pt idx="1560">
                  <c:v>2064.7083169849761</c:v>
                </c:pt>
                <c:pt idx="1561">
                  <c:v>2064.7083169849761</c:v>
                </c:pt>
                <c:pt idx="1562">
                  <c:v>2064.7083169849761</c:v>
                </c:pt>
                <c:pt idx="1563">
                  <c:v>2064.7083169849761</c:v>
                </c:pt>
                <c:pt idx="1564">
                  <c:v>2064.7083169849761</c:v>
                </c:pt>
                <c:pt idx="1565">
                  <c:v>2064.7083169849761</c:v>
                </c:pt>
                <c:pt idx="1566">
                  <c:v>2064.7083169849761</c:v>
                </c:pt>
                <c:pt idx="1567">
                  <c:v>2064.7083169849761</c:v>
                </c:pt>
                <c:pt idx="1568">
                  <c:v>2064.7083169849761</c:v>
                </c:pt>
                <c:pt idx="1569">
                  <c:v>2064.7083169849761</c:v>
                </c:pt>
                <c:pt idx="1570">
                  <c:v>2064.7083169849761</c:v>
                </c:pt>
                <c:pt idx="1571">
                  <c:v>2064.7083169849761</c:v>
                </c:pt>
                <c:pt idx="1572">
                  <c:v>2064.7083169849761</c:v>
                </c:pt>
                <c:pt idx="1573">
                  <c:v>2064.7083169849761</c:v>
                </c:pt>
                <c:pt idx="1574">
                  <c:v>2064.7083169849761</c:v>
                </c:pt>
                <c:pt idx="1575">
                  <c:v>2064.7083169849761</c:v>
                </c:pt>
                <c:pt idx="1576">
                  <c:v>2064.7083169849761</c:v>
                </c:pt>
                <c:pt idx="1577">
                  <c:v>2064.7083169849761</c:v>
                </c:pt>
                <c:pt idx="1578">
                  <c:v>2064.7083169849761</c:v>
                </c:pt>
                <c:pt idx="1579">
                  <c:v>2064.7083169849761</c:v>
                </c:pt>
                <c:pt idx="1580">
                  <c:v>2064.7083169849761</c:v>
                </c:pt>
                <c:pt idx="1581">
                  <c:v>2064.7083169849761</c:v>
                </c:pt>
                <c:pt idx="1582">
                  <c:v>2064.7083169849761</c:v>
                </c:pt>
                <c:pt idx="1583">
                  <c:v>2064.7083169849761</c:v>
                </c:pt>
                <c:pt idx="1584">
                  <c:v>2064.7083169849761</c:v>
                </c:pt>
                <c:pt idx="1585">
                  <c:v>2064.7083169849761</c:v>
                </c:pt>
                <c:pt idx="1586">
                  <c:v>2064.7083169849761</c:v>
                </c:pt>
                <c:pt idx="1587">
                  <c:v>2064.7083169849761</c:v>
                </c:pt>
                <c:pt idx="1588">
                  <c:v>2064.7083169849761</c:v>
                </c:pt>
                <c:pt idx="1589">
                  <c:v>2064.7083169849761</c:v>
                </c:pt>
                <c:pt idx="1590">
                  <c:v>2064.7083169849761</c:v>
                </c:pt>
                <c:pt idx="1591">
                  <c:v>2064.7083169849761</c:v>
                </c:pt>
                <c:pt idx="1592">
                  <c:v>2064.7083169849761</c:v>
                </c:pt>
                <c:pt idx="1593">
                  <c:v>2064.7083169849761</c:v>
                </c:pt>
                <c:pt idx="1594">
                  <c:v>2064.7083169849761</c:v>
                </c:pt>
                <c:pt idx="1595">
                  <c:v>2064.7083169849761</c:v>
                </c:pt>
                <c:pt idx="1596">
                  <c:v>2064.7083169849761</c:v>
                </c:pt>
                <c:pt idx="1597">
                  <c:v>2064.7083169849761</c:v>
                </c:pt>
                <c:pt idx="1598">
                  <c:v>2064.7083169849761</c:v>
                </c:pt>
                <c:pt idx="1599">
                  <c:v>2064.7083169849761</c:v>
                </c:pt>
                <c:pt idx="1600">
                  <c:v>2064.7083169849761</c:v>
                </c:pt>
                <c:pt idx="1601">
                  <c:v>2064.7083169849761</c:v>
                </c:pt>
                <c:pt idx="1602">
                  <c:v>2064.7083169849761</c:v>
                </c:pt>
                <c:pt idx="1603">
                  <c:v>2064.7083169849761</c:v>
                </c:pt>
                <c:pt idx="1604">
                  <c:v>2064.7083169849761</c:v>
                </c:pt>
                <c:pt idx="1605">
                  <c:v>2064.7083169849761</c:v>
                </c:pt>
                <c:pt idx="1606">
                  <c:v>2064.7083169849761</c:v>
                </c:pt>
                <c:pt idx="1607">
                  <c:v>2064.7083169849761</c:v>
                </c:pt>
                <c:pt idx="1608">
                  <c:v>2064.7083169849761</c:v>
                </c:pt>
                <c:pt idx="1609">
                  <c:v>2064.7083169849761</c:v>
                </c:pt>
                <c:pt idx="1610">
                  <c:v>2064.7083169849761</c:v>
                </c:pt>
                <c:pt idx="1611">
                  <c:v>2064.7083169849761</c:v>
                </c:pt>
                <c:pt idx="1612">
                  <c:v>2064.7083169849761</c:v>
                </c:pt>
                <c:pt idx="1613">
                  <c:v>2064.7083169849761</c:v>
                </c:pt>
                <c:pt idx="1614">
                  <c:v>2064.7083169849761</c:v>
                </c:pt>
                <c:pt idx="1615">
                  <c:v>2064.7083169849761</c:v>
                </c:pt>
                <c:pt idx="1616">
                  <c:v>2064.7083169849761</c:v>
                </c:pt>
                <c:pt idx="1617">
                  <c:v>2064.7083169849761</c:v>
                </c:pt>
                <c:pt idx="1618">
                  <c:v>2064.7083169849761</c:v>
                </c:pt>
                <c:pt idx="1619">
                  <c:v>2064.7083169849761</c:v>
                </c:pt>
                <c:pt idx="1620">
                  <c:v>2064.7083169849761</c:v>
                </c:pt>
                <c:pt idx="1621">
                  <c:v>2064.7083169849761</c:v>
                </c:pt>
                <c:pt idx="1622">
                  <c:v>2064.7083169849761</c:v>
                </c:pt>
                <c:pt idx="1623">
                  <c:v>2064.7083169849761</c:v>
                </c:pt>
                <c:pt idx="1624">
                  <c:v>2064.7083169849761</c:v>
                </c:pt>
                <c:pt idx="1625">
                  <c:v>2064.7083169849761</c:v>
                </c:pt>
                <c:pt idx="1626">
                  <c:v>2064.7083169849761</c:v>
                </c:pt>
                <c:pt idx="1627">
                  <c:v>2064.7083169849761</c:v>
                </c:pt>
                <c:pt idx="1628">
                  <c:v>2064.7083169849761</c:v>
                </c:pt>
                <c:pt idx="1629">
                  <c:v>2064.7083169849761</c:v>
                </c:pt>
                <c:pt idx="1630">
                  <c:v>2064.7083169849761</c:v>
                </c:pt>
                <c:pt idx="1631">
                  <c:v>2064.7083169849761</c:v>
                </c:pt>
                <c:pt idx="1632">
                  <c:v>2064.7083169849761</c:v>
                </c:pt>
                <c:pt idx="1633">
                  <c:v>2064.7083169849761</c:v>
                </c:pt>
                <c:pt idx="1634">
                  <c:v>2064.7083169849761</c:v>
                </c:pt>
                <c:pt idx="1635">
                  <c:v>2064.7083169849761</c:v>
                </c:pt>
                <c:pt idx="1636">
                  <c:v>2064.7083169849761</c:v>
                </c:pt>
                <c:pt idx="1637">
                  <c:v>2064.7083169849761</c:v>
                </c:pt>
                <c:pt idx="1638">
                  <c:v>2081.2900298075365</c:v>
                </c:pt>
                <c:pt idx="1639">
                  <c:v>2081.2900298075365</c:v>
                </c:pt>
                <c:pt idx="1640">
                  <c:v>2081.2900298075365</c:v>
                </c:pt>
                <c:pt idx="1641">
                  <c:v>2081.2900298075365</c:v>
                </c:pt>
                <c:pt idx="1642">
                  <c:v>2081.2900298075365</c:v>
                </c:pt>
                <c:pt idx="1643">
                  <c:v>2081.2900298075365</c:v>
                </c:pt>
                <c:pt idx="1644">
                  <c:v>2081.2900298075365</c:v>
                </c:pt>
                <c:pt idx="1645">
                  <c:v>2081.2900298075365</c:v>
                </c:pt>
                <c:pt idx="1646">
                  <c:v>2081.2900298075365</c:v>
                </c:pt>
                <c:pt idx="1647">
                  <c:v>2081.2900298075365</c:v>
                </c:pt>
                <c:pt idx="1648">
                  <c:v>2081.2900298075365</c:v>
                </c:pt>
                <c:pt idx="1649">
                  <c:v>2081.2900298075365</c:v>
                </c:pt>
                <c:pt idx="1650">
                  <c:v>2081.2900298075365</c:v>
                </c:pt>
                <c:pt idx="1651">
                  <c:v>2081.2900298075365</c:v>
                </c:pt>
                <c:pt idx="1652">
                  <c:v>2081.2900298075365</c:v>
                </c:pt>
                <c:pt idx="1653">
                  <c:v>2081.2900298075365</c:v>
                </c:pt>
                <c:pt idx="1654">
                  <c:v>2081.2900298075365</c:v>
                </c:pt>
                <c:pt idx="1655">
                  <c:v>2081.2900298075365</c:v>
                </c:pt>
                <c:pt idx="1656">
                  <c:v>2081.2900298075365</c:v>
                </c:pt>
                <c:pt idx="1657">
                  <c:v>2081.2900298075365</c:v>
                </c:pt>
                <c:pt idx="1658">
                  <c:v>2081.2900298075365</c:v>
                </c:pt>
                <c:pt idx="1659">
                  <c:v>2081.2900298075365</c:v>
                </c:pt>
                <c:pt idx="1660">
                  <c:v>2081.2900298075365</c:v>
                </c:pt>
                <c:pt idx="1661">
                  <c:v>2081.2900298075365</c:v>
                </c:pt>
                <c:pt idx="1662">
                  <c:v>2081.2900298075365</c:v>
                </c:pt>
                <c:pt idx="1663">
                  <c:v>2081.2900298075365</c:v>
                </c:pt>
                <c:pt idx="1664">
                  <c:v>2081.2900298075365</c:v>
                </c:pt>
                <c:pt idx="1665">
                  <c:v>2081.2900298075365</c:v>
                </c:pt>
                <c:pt idx="1666">
                  <c:v>2081.2900298075365</c:v>
                </c:pt>
                <c:pt idx="1667">
                  <c:v>2081.2900298075365</c:v>
                </c:pt>
                <c:pt idx="1668">
                  <c:v>2081.2900298075365</c:v>
                </c:pt>
                <c:pt idx="1669">
                  <c:v>2081.2900298075365</c:v>
                </c:pt>
                <c:pt idx="1670">
                  <c:v>2081.2900298075365</c:v>
                </c:pt>
                <c:pt idx="1671">
                  <c:v>2081.2900298075365</c:v>
                </c:pt>
                <c:pt idx="1672">
                  <c:v>2081.2900298075365</c:v>
                </c:pt>
                <c:pt idx="1673">
                  <c:v>2081.2900298075365</c:v>
                </c:pt>
                <c:pt idx="1674">
                  <c:v>2081.2900298075365</c:v>
                </c:pt>
                <c:pt idx="1675">
                  <c:v>2081.2900298075365</c:v>
                </c:pt>
                <c:pt idx="1676">
                  <c:v>2081.2900298075365</c:v>
                </c:pt>
                <c:pt idx="1677">
                  <c:v>2081.2900298075365</c:v>
                </c:pt>
                <c:pt idx="1678">
                  <c:v>2081.2900298075365</c:v>
                </c:pt>
                <c:pt idx="1679">
                  <c:v>2081.2900298075365</c:v>
                </c:pt>
                <c:pt idx="1680">
                  <c:v>2081.2900298075365</c:v>
                </c:pt>
                <c:pt idx="1681">
                  <c:v>2081.2900298075365</c:v>
                </c:pt>
                <c:pt idx="1682">
                  <c:v>2081.2900298075365</c:v>
                </c:pt>
                <c:pt idx="1683">
                  <c:v>2081.2900298075365</c:v>
                </c:pt>
                <c:pt idx="1684">
                  <c:v>2081.2900298075365</c:v>
                </c:pt>
                <c:pt idx="1685">
                  <c:v>2081.2900298075365</c:v>
                </c:pt>
                <c:pt idx="1686">
                  <c:v>2081.2900298075365</c:v>
                </c:pt>
                <c:pt idx="1687">
                  <c:v>2081.2900298075365</c:v>
                </c:pt>
                <c:pt idx="1688">
                  <c:v>2081.2900298075365</c:v>
                </c:pt>
                <c:pt idx="1689">
                  <c:v>2081.2900298075365</c:v>
                </c:pt>
                <c:pt idx="1690">
                  <c:v>2081.2900298075365</c:v>
                </c:pt>
                <c:pt idx="1691">
                  <c:v>2081.2900298075365</c:v>
                </c:pt>
                <c:pt idx="1692">
                  <c:v>2081.2900298075365</c:v>
                </c:pt>
                <c:pt idx="1693">
                  <c:v>2081.2900298075365</c:v>
                </c:pt>
                <c:pt idx="1694">
                  <c:v>2081.2900298075365</c:v>
                </c:pt>
                <c:pt idx="1695">
                  <c:v>2081.2900298075365</c:v>
                </c:pt>
                <c:pt idx="1696">
                  <c:v>2081.2900298075365</c:v>
                </c:pt>
                <c:pt idx="1697">
                  <c:v>2081.2900298075365</c:v>
                </c:pt>
                <c:pt idx="1698">
                  <c:v>2081.2900298075365</c:v>
                </c:pt>
                <c:pt idx="1699">
                  <c:v>2081.2900298075365</c:v>
                </c:pt>
                <c:pt idx="1700">
                  <c:v>2081.2900298075365</c:v>
                </c:pt>
                <c:pt idx="1701">
                  <c:v>2081.2900298075365</c:v>
                </c:pt>
                <c:pt idx="1702">
                  <c:v>2081.2900298075365</c:v>
                </c:pt>
                <c:pt idx="1703">
                  <c:v>2081.2900298075365</c:v>
                </c:pt>
                <c:pt idx="1704">
                  <c:v>2081.2900298075365</c:v>
                </c:pt>
                <c:pt idx="1705">
                  <c:v>2081.2900298075365</c:v>
                </c:pt>
                <c:pt idx="1706">
                  <c:v>2081.2900298075365</c:v>
                </c:pt>
                <c:pt idx="1707">
                  <c:v>2081.2900298075365</c:v>
                </c:pt>
                <c:pt idx="1708">
                  <c:v>2081.2900298075365</c:v>
                </c:pt>
                <c:pt idx="1709">
                  <c:v>2081.2900298075365</c:v>
                </c:pt>
                <c:pt idx="1710">
                  <c:v>2081.2900298075365</c:v>
                </c:pt>
                <c:pt idx="1711">
                  <c:v>2081.2900298075365</c:v>
                </c:pt>
                <c:pt idx="1712">
                  <c:v>2081.2900298075365</c:v>
                </c:pt>
                <c:pt idx="1713">
                  <c:v>2081.2900298075365</c:v>
                </c:pt>
                <c:pt idx="1714">
                  <c:v>2081.2900298075365</c:v>
                </c:pt>
                <c:pt idx="1715">
                  <c:v>2081.2900298075365</c:v>
                </c:pt>
                <c:pt idx="1716">
                  <c:v>2081.2900298075365</c:v>
                </c:pt>
                <c:pt idx="1717">
                  <c:v>2081.2900298075365</c:v>
                </c:pt>
                <c:pt idx="1718">
                  <c:v>2081.2900298075365</c:v>
                </c:pt>
                <c:pt idx="1719">
                  <c:v>2081.2900298075365</c:v>
                </c:pt>
                <c:pt idx="1720">
                  <c:v>2081.2900298075365</c:v>
                </c:pt>
                <c:pt idx="1721">
                  <c:v>2081.2900298075365</c:v>
                </c:pt>
                <c:pt idx="1722">
                  <c:v>2081.2900298075365</c:v>
                </c:pt>
                <c:pt idx="1723">
                  <c:v>2081.2900298075365</c:v>
                </c:pt>
                <c:pt idx="1724">
                  <c:v>2081.2900298075365</c:v>
                </c:pt>
                <c:pt idx="1725">
                  <c:v>2081.2900298075365</c:v>
                </c:pt>
                <c:pt idx="1726">
                  <c:v>2081.2900298075365</c:v>
                </c:pt>
                <c:pt idx="1727">
                  <c:v>2081.2900298075365</c:v>
                </c:pt>
                <c:pt idx="1728">
                  <c:v>2081.2900298075365</c:v>
                </c:pt>
                <c:pt idx="1729">
                  <c:v>2081.2900298075365</c:v>
                </c:pt>
                <c:pt idx="1730">
                  <c:v>2081.2900298075365</c:v>
                </c:pt>
                <c:pt idx="1731">
                  <c:v>2081.2900298075365</c:v>
                </c:pt>
                <c:pt idx="1732">
                  <c:v>2081.2900298075365</c:v>
                </c:pt>
                <c:pt idx="1733">
                  <c:v>2081.2900298075365</c:v>
                </c:pt>
                <c:pt idx="1734">
                  <c:v>2081.2900298075365</c:v>
                </c:pt>
                <c:pt idx="1735">
                  <c:v>2081.2900298075365</c:v>
                </c:pt>
                <c:pt idx="1736">
                  <c:v>2081.2900298075365</c:v>
                </c:pt>
                <c:pt idx="1737">
                  <c:v>2081.2900298075365</c:v>
                </c:pt>
                <c:pt idx="1738">
                  <c:v>2081.2900298075365</c:v>
                </c:pt>
                <c:pt idx="1739">
                  <c:v>2081.2900298075365</c:v>
                </c:pt>
                <c:pt idx="1740">
                  <c:v>2081.2900298075365</c:v>
                </c:pt>
                <c:pt idx="1741">
                  <c:v>2081.2900298075365</c:v>
                </c:pt>
                <c:pt idx="1742">
                  <c:v>2081.2900298075365</c:v>
                </c:pt>
                <c:pt idx="1743">
                  <c:v>2081.2900298075365</c:v>
                </c:pt>
                <c:pt idx="1744">
                  <c:v>2081.2900298075365</c:v>
                </c:pt>
                <c:pt idx="1745">
                  <c:v>2081.2900298075365</c:v>
                </c:pt>
                <c:pt idx="1746">
                  <c:v>2081.2900298075365</c:v>
                </c:pt>
                <c:pt idx="1747">
                  <c:v>2081.2900298075365</c:v>
                </c:pt>
                <c:pt idx="1748">
                  <c:v>2081.2900298075365</c:v>
                </c:pt>
                <c:pt idx="1749">
                  <c:v>2081.2900298075365</c:v>
                </c:pt>
                <c:pt idx="1750">
                  <c:v>2081.2900298075365</c:v>
                </c:pt>
                <c:pt idx="1751">
                  <c:v>2081.2900298075365</c:v>
                </c:pt>
                <c:pt idx="1752">
                  <c:v>2081.2900298075365</c:v>
                </c:pt>
                <c:pt idx="1753">
                  <c:v>2081.2900298075365</c:v>
                </c:pt>
                <c:pt idx="1754">
                  <c:v>2081.2900298075365</c:v>
                </c:pt>
                <c:pt idx="1755">
                  <c:v>2081.2900298075365</c:v>
                </c:pt>
                <c:pt idx="1756">
                  <c:v>2081.2900298075365</c:v>
                </c:pt>
                <c:pt idx="1757">
                  <c:v>2081.2900298075365</c:v>
                </c:pt>
                <c:pt idx="1758">
                  <c:v>2081.2900298075365</c:v>
                </c:pt>
                <c:pt idx="1759">
                  <c:v>2081.2900298075365</c:v>
                </c:pt>
                <c:pt idx="1760">
                  <c:v>2081.2900298075365</c:v>
                </c:pt>
                <c:pt idx="1761">
                  <c:v>2081.2900298075365</c:v>
                </c:pt>
                <c:pt idx="1762">
                  <c:v>2081.2900298075365</c:v>
                </c:pt>
                <c:pt idx="1763">
                  <c:v>2081.2900298075365</c:v>
                </c:pt>
                <c:pt idx="1764">
                  <c:v>2081.2900298075365</c:v>
                </c:pt>
                <c:pt idx="1765">
                  <c:v>2081.2900298075365</c:v>
                </c:pt>
                <c:pt idx="1766">
                  <c:v>2081.2900298075365</c:v>
                </c:pt>
                <c:pt idx="1767">
                  <c:v>2081.2900298075365</c:v>
                </c:pt>
                <c:pt idx="1768">
                  <c:v>2081.2900298075365</c:v>
                </c:pt>
                <c:pt idx="1769">
                  <c:v>2081.2900298075365</c:v>
                </c:pt>
                <c:pt idx="1770">
                  <c:v>2081.2900298075365</c:v>
                </c:pt>
                <c:pt idx="1771">
                  <c:v>2081.2900298075365</c:v>
                </c:pt>
                <c:pt idx="1772">
                  <c:v>2081.2900298075365</c:v>
                </c:pt>
                <c:pt idx="1773">
                  <c:v>2081.2900298075365</c:v>
                </c:pt>
                <c:pt idx="1774">
                  <c:v>2081.2900298075365</c:v>
                </c:pt>
                <c:pt idx="1775">
                  <c:v>2081.2900298075365</c:v>
                </c:pt>
                <c:pt idx="1776">
                  <c:v>2081.2900298075365</c:v>
                </c:pt>
                <c:pt idx="1777">
                  <c:v>2081.2900298075365</c:v>
                </c:pt>
                <c:pt idx="1778">
                  <c:v>2081.2900298075365</c:v>
                </c:pt>
                <c:pt idx="1779">
                  <c:v>2081.2900298075365</c:v>
                </c:pt>
                <c:pt idx="1780">
                  <c:v>2081.2900298075365</c:v>
                </c:pt>
                <c:pt idx="1781">
                  <c:v>2081.2900298075365</c:v>
                </c:pt>
                <c:pt idx="1782">
                  <c:v>2081.2900298075365</c:v>
                </c:pt>
                <c:pt idx="1783">
                  <c:v>2081.2900298075365</c:v>
                </c:pt>
                <c:pt idx="1784">
                  <c:v>2081.2900298075365</c:v>
                </c:pt>
                <c:pt idx="1785">
                  <c:v>2081.2900298075365</c:v>
                </c:pt>
                <c:pt idx="1786">
                  <c:v>2081.2900298075365</c:v>
                </c:pt>
                <c:pt idx="1787">
                  <c:v>2081.2900298075365</c:v>
                </c:pt>
                <c:pt idx="1788">
                  <c:v>2081.2900298075365</c:v>
                </c:pt>
                <c:pt idx="1789">
                  <c:v>2081.2900298075365</c:v>
                </c:pt>
                <c:pt idx="1790">
                  <c:v>2081.2900298075365</c:v>
                </c:pt>
                <c:pt idx="1791">
                  <c:v>2081.2900298075365</c:v>
                </c:pt>
                <c:pt idx="1792">
                  <c:v>2081.2900298075365</c:v>
                </c:pt>
                <c:pt idx="1793">
                  <c:v>2081.2900298075365</c:v>
                </c:pt>
                <c:pt idx="1794">
                  <c:v>2081.2900298075365</c:v>
                </c:pt>
                <c:pt idx="1795">
                  <c:v>2081.2900298075365</c:v>
                </c:pt>
                <c:pt idx="1796">
                  <c:v>2081.2900298075365</c:v>
                </c:pt>
                <c:pt idx="1797">
                  <c:v>2081.2900298075365</c:v>
                </c:pt>
                <c:pt idx="1798">
                  <c:v>2081.2900298075365</c:v>
                </c:pt>
                <c:pt idx="1799">
                  <c:v>2081.2900298075365</c:v>
                </c:pt>
                <c:pt idx="1800">
                  <c:v>2081.2900298075365</c:v>
                </c:pt>
                <c:pt idx="1801">
                  <c:v>2081.2900298075365</c:v>
                </c:pt>
                <c:pt idx="1802">
                  <c:v>2081.2900298075365</c:v>
                </c:pt>
                <c:pt idx="1803">
                  <c:v>2081.2900298075365</c:v>
                </c:pt>
                <c:pt idx="1804">
                  <c:v>2081.2900298075365</c:v>
                </c:pt>
                <c:pt idx="1805">
                  <c:v>2081.2900298075365</c:v>
                </c:pt>
                <c:pt idx="1806">
                  <c:v>2081.2900298075365</c:v>
                </c:pt>
                <c:pt idx="1807">
                  <c:v>2081.2900298075365</c:v>
                </c:pt>
                <c:pt idx="1808">
                  <c:v>2081.2900298075365</c:v>
                </c:pt>
                <c:pt idx="1809">
                  <c:v>2081.2900298075365</c:v>
                </c:pt>
                <c:pt idx="1810">
                  <c:v>2081.2900298075365</c:v>
                </c:pt>
                <c:pt idx="1811">
                  <c:v>2081.2900298075365</c:v>
                </c:pt>
                <c:pt idx="1812">
                  <c:v>2081.2900298075365</c:v>
                </c:pt>
                <c:pt idx="1813">
                  <c:v>2081.2900298075365</c:v>
                </c:pt>
                <c:pt idx="1814">
                  <c:v>2081.2900298075365</c:v>
                </c:pt>
                <c:pt idx="1815">
                  <c:v>2081.2900298075365</c:v>
                </c:pt>
                <c:pt idx="1816">
                  <c:v>2081.2900298075365</c:v>
                </c:pt>
                <c:pt idx="1817">
                  <c:v>2081.2900298075365</c:v>
                </c:pt>
                <c:pt idx="1818">
                  <c:v>2081.2900298075365</c:v>
                </c:pt>
                <c:pt idx="1819">
                  <c:v>2081.2900298075365</c:v>
                </c:pt>
                <c:pt idx="1820">
                  <c:v>2081.2900298075365</c:v>
                </c:pt>
                <c:pt idx="1821">
                  <c:v>2081.2900298075365</c:v>
                </c:pt>
                <c:pt idx="1822">
                  <c:v>2081.2900298075365</c:v>
                </c:pt>
                <c:pt idx="1823">
                  <c:v>2081.2900298075365</c:v>
                </c:pt>
                <c:pt idx="1824">
                  <c:v>2081.2900298075365</c:v>
                </c:pt>
                <c:pt idx="1825">
                  <c:v>2081.2900298075365</c:v>
                </c:pt>
                <c:pt idx="1826">
                  <c:v>2081.2900298075365</c:v>
                </c:pt>
                <c:pt idx="1827">
                  <c:v>2081.2900298075365</c:v>
                </c:pt>
                <c:pt idx="1828">
                  <c:v>2081.2900298075365</c:v>
                </c:pt>
                <c:pt idx="1829">
                  <c:v>2081.2900298075365</c:v>
                </c:pt>
                <c:pt idx="1830">
                  <c:v>2081.2900298075365</c:v>
                </c:pt>
                <c:pt idx="1831">
                  <c:v>2081.2900298075365</c:v>
                </c:pt>
                <c:pt idx="1832">
                  <c:v>2081.2900298075365</c:v>
                </c:pt>
                <c:pt idx="1833">
                  <c:v>2081.2900298075365</c:v>
                </c:pt>
                <c:pt idx="1834">
                  <c:v>2081.2900298075365</c:v>
                </c:pt>
                <c:pt idx="1835">
                  <c:v>2081.2900298075365</c:v>
                </c:pt>
                <c:pt idx="1836">
                  <c:v>2081.2900298075365</c:v>
                </c:pt>
                <c:pt idx="1837">
                  <c:v>2081.2900298075365</c:v>
                </c:pt>
                <c:pt idx="1838">
                  <c:v>2081.2900298075365</c:v>
                </c:pt>
                <c:pt idx="1839">
                  <c:v>2081.2900298075365</c:v>
                </c:pt>
                <c:pt idx="1840">
                  <c:v>2081.2900298075365</c:v>
                </c:pt>
                <c:pt idx="1841">
                  <c:v>2081.2900298075365</c:v>
                </c:pt>
                <c:pt idx="1842">
                  <c:v>2081.2900298075365</c:v>
                </c:pt>
                <c:pt idx="1843">
                  <c:v>2081.2900298075365</c:v>
                </c:pt>
                <c:pt idx="1844">
                  <c:v>2081.2900298075365</c:v>
                </c:pt>
                <c:pt idx="1845">
                  <c:v>2081.2900298075365</c:v>
                </c:pt>
                <c:pt idx="1846">
                  <c:v>2081.2900298075365</c:v>
                </c:pt>
                <c:pt idx="1847">
                  <c:v>2081.2900298075365</c:v>
                </c:pt>
                <c:pt idx="1848">
                  <c:v>2081.2900298075365</c:v>
                </c:pt>
                <c:pt idx="1849">
                  <c:v>2081.2900298075365</c:v>
                </c:pt>
                <c:pt idx="1850">
                  <c:v>2081.2900298075365</c:v>
                </c:pt>
                <c:pt idx="1851">
                  <c:v>2081.2900298075365</c:v>
                </c:pt>
                <c:pt idx="1852">
                  <c:v>2081.2900298075365</c:v>
                </c:pt>
                <c:pt idx="1853">
                  <c:v>2081.2900298075365</c:v>
                </c:pt>
                <c:pt idx="1854">
                  <c:v>2081.2900298075365</c:v>
                </c:pt>
                <c:pt idx="1855">
                  <c:v>2081.2900298075365</c:v>
                </c:pt>
                <c:pt idx="1856">
                  <c:v>2081.2900298075365</c:v>
                </c:pt>
                <c:pt idx="1857">
                  <c:v>2081.2900298075365</c:v>
                </c:pt>
                <c:pt idx="1858">
                  <c:v>2081.2900298075365</c:v>
                </c:pt>
                <c:pt idx="1859">
                  <c:v>2081.2900298075365</c:v>
                </c:pt>
                <c:pt idx="1860">
                  <c:v>2081.2900298075365</c:v>
                </c:pt>
                <c:pt idx="1861">
                  <c:v>2081.2900298075365</c:v>
                </c:pt>
                <c:pt idx="1862">
                  <c:v>2081.2900298075365</c:v>
                </c:pt>
                <c:pt idx="1863">
                  <c:v>2081.2900298075365</c:v>
                </c:pt>
                <c:pt idx="1864">
                  <c:v>2081.2900298075365</c:v>
                </c:pt>
                <c:pt idx="1865">
                  <c:v>2081.2900298075365</c:v>
                </c:pt>
                <c:pt idx="1866">
                  <c:v>2081.2900298075365</c:v>
                </c:pt>
                <c:pt idx="1867">
                  <c:v>2081.2900298075365</c:v>
                </c:pt>
                <c:pt idx="1868">
                  <c:v>2081.2900298075365</c:v>
                </c:pt>
                <c:pt idx="1869">
                  <c:v>2081.2900298075365</c:v>
                </c:pt>
                <c:pt idx="1870">
                  <c:v>#N/A</c:v>
                </c:pt>
                <c:pt idx="1871">
                  <c:v>#N/A</c:v>
                </c:pt>
                <c:pt idx="1872">
                  <c:v>#N/A</c:v>
                </c:pt>
                <c:pt idx="1873">
                  <c:v>#N/A</c:v>
                </c:pt>
                <c:pt idx="1874">
                  <c:v>#N/A</c:v>
                </c:pt>
                <c:pt idx="1875">
                  <c:v>#N/A</c:v>
                </c:pt>
                <c:pt idx="1876">
                  <c:v>2170.719029100519</c:v>
                </c:pt>
                <c:pt idx="1877">
                  <c:v>2170.719029100519</c:v>
                </c:pt>
                <c:pt idx="1878">
                  <c:v>2170.719029100519</c:v>
                </c:pt>
                <c:pt idx="1879">
                  <c:v>2170.719029100519</c:v>
                </c:pt>
                <c:pt idx="1880">
                  <c:v>2170.719029100519</c:v>
                </c:pt>
                <c:pt idx="1881">
                  <c:v>2170.719029100519</c:v>
                </c:pt>
                <c:pt idx="1882">
                  <c:v>2170.719029100519</c:v>
                </c:pt>
                <c:pt idx="1883">
                  <c:v>2170.719029100519</c:v>
                </c:pt>
                <c:pt idx="1884">
                  <c:v>2170.719029100519</c:v>
                </c:pt>
                <c:pt idx="1885">
                  <c:v>2170.719029100519</c:v>
                </c:pt>
                <c:pt idx="1886">
                  <c:v>2170.719029100519</c:v>
                </c:pt>
                <c:pt idx="1887">
                  <c:v>2170.719029100519</c:v>
                </c:pt>
                <c:pt idx="1888">
                  <c:v>2170.719029100519</c:v>
                </c:pt>
                <c:pt idx="1889">
                  <c:v>2170.719029100519</c:v>
                </c:pt>
                <c:pt idx="1890">
                  <c:v>2170.719029100519</c:v>
                </c:pt>
                <c:pt idx="1891">
                  <c:v>2170.719029100519</c:v>
                </c:pt>
                <c:pt idx="1892">
                  <c:v>2170.719029100519</c:v>
                </c:pt>
                <c:pt idx="1893">
                  <c:v>2170.719029100519</c:v>
                </c:pt>
                <c:pt idx="1894">
                  <c:v>2170.719029100519</c:v>
                </c:pt>
                <c:pt idx="1895">
                  <c:v>2170.719029100519</c:v>
                </c:pt>
                <c:pt idx="1896">
                  <c:v>2170.719029100519</c:v>
                </c:pt>
                <c:pt idx="1897">
                  <c:v>2170.719029100519</c:v>
                </c:pt>
                <c:pt idx="1898">
                  <c:v>2170.719029100519</c:v>
                </c:pt>
                <c:pt idx="1899">
                  <c:v>2170.719029100519</c:v>
                </c:pt>
                <c:pt idx="1900">
                  <c:v>2170.719029100519</c:v>
                </c:pt>
                <c:pt idx="1901">
                  <c:v>#N/A</c:v>
                </c:pt>
                <c:pt idx="1902">
                  <c:v>#N/A</c:v>
                </c:pt>
                <c:pt idx="1903">
                  <c:v>#N/A</c:v>
                </c:pt>
                <c:pt idx="1904">
                  <c:v>#N/A</c:v>
                </c:pt>
                <c:pt idx="1905">
                  <c:v>#N/A</c:v>
                </c:pt>
                <c:pt idx="1906">
                  <c:v>#N/A</c:v>
                </c:pt>
                <c:pt idx="1907">
                  <c:v>#N/A</c:v>
                </c:pt>
                <c:pt idx="1908">
                  <c:v>#N/A</c:v>
                </c:pt>
                <c:pt idx="1909">
                  <c:v>#N/A</c:v>
                </c:pt>
                <c:pt idx="1910">
                  <c:v>#N/A</c:v>
                </c:pt>
                <c:pt idx="1911">
                  <c:v>#N/A</c:v>
                </c:pt>
                <c:pt idx="1912">
                  <c:v>#N/A</c:v>
                </c:pt>
                <c:pt idx="1913">
                  <c:v>#N/A</c:v>
                </c:pt>
                <c:pt idx="1914">
                  <c:v>#N/A</c:v>
                </c:pt>
                <c:pt idx="1915">
                  <c:v>#N/A</c:v>
                </c:pt>
                <c:pt idx="1916">
                  <c:v>#N/A</c:v>
                </c:pt>
                <c:pt idx="1917">
                  <c:v>#N/A</c:v>
                </c:pt>
                <c:pt idx="1918">
                  <c:v>#N/A</c:v>
                </c:pt>
                <c:pt idx="1919">
                  <c:v>#N/A</c:v>
                </c:pt>
                <c:pt idx="1920">
                  <c:v>#N/A</c:v>
                </c:pt>
                <c:pt idx="1921">
                  <c:v>#N/A</c:v>
                </c:pt>
                <c:pt idx="1922">
                  <c:v>#N/A</c:v>
                </c:pt>
                <c:pt idx="1923">
                  <c:v>#N/A</c:v>
                </c:pt>
                <c:pt idx="1924">
                  <c:v>#N/A</c:v>
                </c:pt>
                <c:pt idx="1925">
                  <c:v>#N/A</c:v>
                </c:pt>
                <c:pt idx="1926">
                  <c:v>#N/A</c:v>
                </c:pt>
                <c:pt idx="1927">
                  <c:v>#N/A</c:v>
                </c:pt>
                <c:pt idx="1928">
                  <c:v>#N/A</c:v>
                </c:pt>
                <c:pt idx="1929">
                  <c:v>#N/A</c:v>
                </c:pt>
                <c:pt idx="1930">
                  <c:v>#N/A</c:v>
                </c:pt>
                <c:pt idx="1931">
                  <c:v>#N/A</c:v>
                </c:pt>
                <c:pt idx="1932">
                  <c:v>#N/A</c:v>
                </c:pt>
                <c:pt idx="1933">
                  <c:v>#N/A</c:v>
                </c:pt>
                <c:pt idx="1934">
                  <c:v>#N/A</c:v>
                </c:pt>
                <c:pt idx="1935">
                  <c:v>#N/A</c:v>
                </c:pt>
                <c:pt idx="1936">
                  <c:v>#N/A</c:v>
                </c:pt>
                <c:pt idx="1937">
                  <c:v>#N/A</c:v>
                </c:pt>
                <c:pt idx="1938">
                  <c:v>#N/A</c:v>
                </c:pt>
                <c:pt idx="1939">
                  <c:v>2244.3445293048289</c:v>
                </c:pt>
                <c:pt idx="1940">
                  <c:v>2244.3445293048289</c:v>
                </c:pt>
                <c:pt idx="1941">
                  <c:v>2244.3445293048289</c:v>
                </c:pt>
                <c:pt idx="1942">
                  <c:v>2244.3445293048289</c:v>
                </c:pt>
                <c:pt idx="1943">
                  <c:v>2244.3445293048289</c:v>
                </c:pt>
                <c:pt idx="1944">
                  <c:v>2244.3445293048289</c:v>
                </c:pt>
                <c:pt idx="1945">
                  <c:v>2244.3445293048289</c:v>
                </c:pt>
                <c:pt idx="1946">
                  <c:v>2244.3445293048289</c:v>
                </c:pt>
                <c:pt idx="1947">
                  <c:v>2244.3445293048289</c:v>
                </c:pt>
                <c:pt idx="1948">
                  <c:v>2244.3445293048289</c:v>
                </c:pt>
                <c:pt idx="1949">
                  <c:v>2244.3445293048289</c:v>
                </c:pt>
                <c:pt idx="1950">
                  <c:v>2244.3445293048289</c:v>
                </c:pt>
                <c:pt idx="1951">
                  <c:v>2244.3445293048289</c:v>
                </c:pt>
                <c:pt idx="1952">
                  <c:v>2244.3445293048289</c:v>
                </c:pt>
                <c:pt idx="1953">
                  <c:v>2244.3445293048289</c:v>
                </c:pt>
                <c:pt idx="1954">
                  <c:v>2244.3445293048289</c:v>
                </c:pt>
                <c:pt idx="1955">
                  <c:v>2244.3445293048289</c:v>
                </c:pt>
                <c:pt idx="1956">
                  <c:v>2244.3445293048289</c:v>
                </c:pt>
                <c:pt idx="1957">
                  <c:v>2244.3445293048289</c:v>
                </c:pt>
                <c:pt idx="1958">
                  <c:v>2244.3445293048289</c:v>
                </c:pt>
                <c:pt idx="1959">
                  <c:v>2244.3445293048289</c:v>
                </c:pt>
                <c:pt idx="1960">
                  <c:v>2244.3445293048289</c:v>
                </c:pt>
                <c:pt idx="1961">
                  <c:v>2244.3445293048289</c:v>
                </c:pt>
                <c:pt idx="1962">
                  <c:v>2244.3445293048289</c:v>
                </c:pt>
                <c:pt idx="1963">
                  <c:v>2244.3445293048289</c:v>
                </c:pt>
                <c:pt idx="1964">
                  <c:v>2244.3445293048289</c:v>
                </c:pt>
                <c:pt idx="1965">
                  <c:v>2244.3445293048289</c:v>
                </c:pt>
                <c:pt idx="1966">
                  <c:v>2244.3445293048289</c:v>
                </c:pt>
                <c:pt idx="1967">
                  <c:v>2244.3445293048289</c:v>
                </c:pt>
                <c:pt idx="1968">
                  <c:v>2244.3445293048289</c:v>
                </c:pt>
                <c:pt idx="1969">
                  <c:v>2244.3445293048289</c:v>
                </c:pt>
                <c:pt idx="1970">
                  <c:v>2244.3445293048289</c:v>
                </c:pt>
                <c:pt idx="1971">
                  <c:v>2244.3445293048289</c:v>
                </c:pt>
                <c:pt idx="1972">
                  <c:v>2244.3445293048289</c:v>
                </c:pt>
                <c:pt idx="1973">
                  <c:v>2244.3445293048289</c:v>
                </c:pt>
                <c:pt idx="1974">
                  <c:v>2244.3445293048289</c:v>
                </c:pt>
                <c:pt idx="1975">
                  <c:v>2244.3445293048289</c:v>
                </c:pt>
                <c:pt idx="1976">
                  <c:v>2244.3445293048289</c:v>
                </c:pt>
                <c:pt idx="1977">
                  <c:v>#N/A</c:v>
                </c:pt>
                <c:pt idx="1978">
                  <c:v>#N/A</c:v>
                </c:pt>
                <c:pt idx="1979">
                  <c:v>#N/A</c:v>
                </c:pt>
                <c:pt idx="1980">
                  <c:v>#N/A</c:v>
                </c:pt>
                <c:pt idx="1981">
                  <c:v>#N/A</c:v>
                </c:pt>
                <c:pt idx="1982">
                  <c:v>#N/A</c:v>
                </c:pt>
                <c:pt idx="1983">
                  <c:v>#N/A</c:v>
                </c:pt>
                <c:pt idx="1984">
                  <c:v>#N/A</c:v>
                </c:pt>
                <c:pt idx="1985">
                  <c:v>#N/A</c:v>
                </c:pt>
                <c:pt idx="1986">
                  <c:v>#N/A</c:v>
                </c:pt>
                <c:pt idx="1987">
                  <c:v>#N/A</c:v>
                </c:pt>
                <c:pt idx="1988">
                  <c:v>#N/A</c:v>
                </c:pt>
                <c:pt idx="1989">
                  <c:v>#N/A</c:v>
                </c:pt>
                <c:pt idx="1990">
                  <c:v>#N/A</c:v>
                </c:pt>
                <c:pt idx="1991">
                  <c:v>#N/A</c:v>
                </c:pt>
                <c:pt idx="1992">
                  <c:v>#N/A</c:v>
                </c:pt>
                <c:pt idx="1993">
                  <c:v>#N/A</c:v>
                </c:pt>
                <c:pt idx="1994">
                  <c:v>#N/A</c:v>
                </c:pt>
                <c:pt idx="1995">
                  <c:v>#N/A</c:v>
                </c:pt>
                <c:pt idx="1996">
                  <c:v>#N/A</c:v>
                </c:pt>
                <c:pt idx="1997">
                  <c:v>#N/A</c:v>
                </c:pt>
                <c:pt idx="1998">
                  <c:v>#N/A</c:v>
                </c:pt>
                <c:pt idx="1999">
                  <c:v>#N/A</c:v>
                </c:pt>
                <c:pt idx="2000">
                  <c:v>#N/A</c:v>
                </c:pt>
                <c:pt idx="2001">
                  <c:v>#N/A</c:v>
                </c:pt>
                <c:pt idx="2002">
                  <c:v>#N/A</c:v>
                </c:pt>
                <c:pt idx="2003">
                  <c:v>#N/A</c:v>
                </c:pt>
                <c:pt idx="2004">
                  <c:v>#N/A</c:v>
                </c:pt>
                <c:pt idx="2005">
                  <c:v>#N/A</c:v>
                </c:pt>
                <c:pt idx="2006">
                  <c:v>#N/A</c:v>
                </c:pt>
                <c:pt idx="2007">
                  <c:v>#N/A</c:v>
                </c:pt>
                <c:pt idx="2008">
                  <c:v>#N/A</c:v>
                </c:pt>
                <c:pt idx="2009">
                  <c:v>#N/A</c:v>
                </c:pt>
                <c:pt idx="2010">
                  <c:v>#N/A</c:v>
                </c:pt>
                <c:pt idx="2011">
                  <c:v>#N/A</c:v>
                </c:pt>
                <c:pt idx="2012">
                  <c:v>#N/A</c:v>
                </c:pt>
                <c:pt idx="2013">
                  <c:v>#N/A</c:v>
                </c:pt>
                <c:pt idx="2014">
                  <c:v>#N/A</c:v>
                </c:pt>
                <c:pt idx="2015">
                  <c:v>#N/A</c:v>
                </c:pt>
                <c:pt idx="2016">
                  <c:v>#N/A</c:v>
                </c:pt>
                <c:pt idx="2017">
                  <c:v>#N/A</c:v>
                </c:pt>
                <c:pt idx="2018">
                  <c:v>#N/A</c:v>
                </c:pt>
                <c:pt idx="2019">
                  <c:v>#N/A</c:v>
                </c:pt>
                <c:pt idx="2020">
                  <c:v>#N/A</c:v>
                </c:pt>
                <c:pt idx="2021">
                  <c:v>#N/A</c:v>
                </c:pt>
                <c:pt idx="2022">
                  <c:v>#N/A</c:v>
                </c:pt>
                <c:pt idx="2023">
                  <c:v>#N/A</c:v>
                </c:pt>
                <c:pt idx="2024">
                  <c:v>#N/A</c:v>
                </c:pt>
                <c:pt idx="2025">
                  <c:v>2255.3650468080596</c:v>
                </c:pt>
                <c:pt idx="2026">
                  <c:v>2255.3650468080596</c:v>
                </c:pt>
                <c:pt idx="2027">
                  <c:v>2255.3650468080596</c:v>
                </c:pt>
                <c:pt idx="2028">
                  <c:v>2255.3650468080596</c:v>
                </c:pt>
                <c:pt idx="2029">
                  <c:v>2255.3650468080596</c:v>
                </c:pt>
                <c:pt idx="2030">
                  <c:v>2255.3650468080596</c:v>
                </c:pt>
                <c:pt idx="2031">
                  <c:v>2255.3650468080596</c:v>
                </c:pt>
                <c:pt idx="2032">
                  <c:v>2255.3650468080596</c:v>
                </c:pt>
                <c:pt idx="2033">
                  <c:v>2255.3650468080596</c:v>
                </c:pt>
                <c:pt idx="2034">
                  <c:v>2255.3650468080596</c:v>
                </c:pt>
                <c:pt idx="2035">
                  <c:v>2255.3650468080596</c:v>
                </c:pt>
                <c:pt idx="2036">
                  <c:v>2255.3650468080596</c:v>
                </c:pt>
                <c:pt idx="2037">
                  <c:v>2255.3650468080596</c:v>
                </c:pt>
                <c:pt idx="2038">
                  <c:v>2255.3650468080596</c:v>
                </c:pt>
                <c:pt idx="2039">
                  <c:v>2255.3650468080596</c:v>
                </c:pt>
                <c:pt idx="2040">
                  <c:v>2255.3650468080596</c:v>
                </c:pt>
                <c:pt idx="2041">
                  <c:v>2255.3650468080596</c:v>
                </c:pt>
                <c:pt idx="2042">
                  <c:v>2255.3650468080596</c:v>
                </c:pt>
                <c:pt idx="2043">
                  <c:v>2255.3650468080596</c:v>
                </c:pt>
                <c:pt idx="2044">
                  <c:v>2255.3650468080596</c:v>
                </c:pt>
                <c:pt idx="2045">
                  <c:v>2255.3650468080596</c:v>
                </c:pt>
                <c:pt idx="2046">
                  <c:v>2255.3650468080596</c:v>
                </c:pt>
                <c:pt idx="2047">
                  <c:v>2255.3650468080596</c:v>
                </c:pt>
                <c:pt idx="2048">
                  <c:v>2255.3650468080596</c:v>
                </c:pt>
                <c:pt idx="2049">
                  <c:v>2255.3650468080596</c:v>
                </c:pt>
                <c:pt idx="2050">
                  <c:v>2255.3650468080596</c:v>
                </c:pt>
                <c:pt idx="2051">
                  <c:v>2255.3650468080596</c:v>
                </c:pt>
                <c:pt idx="2052">
                  <c:v>2255.3650468080596</c:v>
                </c:pt>
                <c:pt idx="2053">
                  <c:v>2255.3650468080596</c:v>
                </c:pt>
                <c:pt idx="2054">
                  <c:v>2255.3650468080596</c:v>
                </c:pt>
                <c:pt idx="2055">
                  <c:v>2255.3650468080596</c:v>
                </c:pt>
                <c:pt idx="2056">
                  <c:v>2255.3650468080596</c:v>
                </c:pt>
                <c:pt idx="2057">
                  <c:v>2255.3650468080596</c:v>
                </c:pt>
                <c:pt idx="2058">
                  <c:v>2255.3650468080596</c:v>
                </c:pt>
                <c:pt idx="2059">
                  <c:v>2255.3650468080596</c:v>
                </c:pt>
                <c:pt idx="2060">
                  <c:v>2255.3650468080596</c:v>
                </c:pt>
                <c:pt idx="2061">
                  <c:v>2255.3650468080596</c:v>
                </c:pt>
                <c:pt idx="2062">
                  <c:v>2255.3650468080596</c:v>
                </c:pt>
                <c:pt idx="2063">
                  <c:v>2255.3650468080596</c:v>
                </c:pt>
                <c:pt idx="2064">
                  <c:v>2255.3650468080596</c:v>
                </c:pt>
                <c:pt idx="2065">
                  <c:v>2255.3650468080596</c:v>
                </c:pt>
                <c:pt idx="2066">
                  <c:v>2255.3650468080596</c:v>
                </c:pt>
                <c:pt idx="2067">
                  <c:v>2255.3650468080596</c:v>
                </c:pt>
                <c:pt idx="2068">
                  <c:v>2255.3650468080596</c:v>
                </c:pt>
                <c:pt idx="2069">
                  <c:v>2255.3650468080596</c:v>
                </c:pt>
                <c:pt idx="2070">
                  <c:v>2255.3650468080596</c:v>
                </c:pt>
                <c:pt idx="2071">
                  <c:v>2255.3650468080596</c:v>
                </c:pt>
                <c:pt idx="2072">
                  <c:v>2255.3650468080596</c:v>
                </c:pt>
                <c:pt idx="2073">
                  <c:v>2255.3650468080596</c:v>
                </c:pt>
                <c:pt idx="2074">
                  <c:v>2255.3650468080596</c:v>
                </c:pt>
                <c:pt idx="2075">
                  <c:v>2255.3650468080596</c:v>
                </c:pt>
                <c:pt idx="2076">
                  <c:v>2255.3650468080596</c:v>
                </c:pt>
                <c:pt idx="2077">
                  <c:v>2255.3650468080596</c:v>
                </c:pt>
                <c:pt idx="2078">
                  <c:v>2255.3650468080596</c:v>
                </c:pt>
                <c:pt idx="2079">
                  <c:v>2255.3650468080596</c:v>
                </c:pt>
                <c:pt idx="2080">
                  <c:v>2255.3650468080596</c:v>
                </c:pt>
                <c:pt idx="2081">
                  <c:v>2255.3650468080596</c:v>
                </c:pt>
                <c:pt idx="2082">
                  <c:v>2255.3650468080596</c:v>
                </c:pt>
                <c:pt idx="2083">
                  <c:v>2255.3650468080596</c:v>
                </c:pt>
                <c:pt idx="2084">
                  <c:v>2255.3650468080596</c:v>
                </c:pt>
                <c:pt idx="2085">
                  <c:v>2255.3650468080596</c:v>
                </c:pt>
                <c:pt idx="2086">
                  <c:v>2255.3650468080596</c:v>
                </c:pt>
                <c:pt idx="2087">
                  <c:v>2255.3650468080596</c:v>
                </c:pt>
                <c:pt idx="2088">
                  <c:v>2255.3650468080596</c:v>
                </c:pt>
                <c:pt idx="2089">
                  <c:v>2255.3650468080596</c:v>
                </c:pt>
                <c:pt idx="2090">
                  <c:v>2255.3650468080596</c:v>
                </c:pt>
                <c:pt idx="2091">
                  <c:v>2255.3650468080596</c:v>
                </c:pt>
                <c:pt idx="2092">
                  <c:v>2255.3650468080596</c:v>
                </c:pt>
                <c:pt idx="2093">
                  <c:v>2255.3650468080596</c:v>
                </c:pt>
                <c:pt idx="2094">
                  <c:v>2255.3650468080596</c:v>
                </c:pt>
                <c:pt idx="2095">
                  <c:v>2255.3650468080596</c:v>
                </c:pt>
                <c:pt idx="2096">
                  <c:v>2255.3650468080596</c:v>
                </c:pt>
                <c:pt idx="2097">
                  <c:v>2255.3650468080596</c:v>
                </c:pt>
                <c:pt idx="2098">
                  <c:v>2255.3650468080596</c:v>
                </c:pt>
                <c:pt idx="2099">
                  <c:v>2255.3650468080596</c:v>
                </c:pt>
                <c:pt idx="2100">
                  <c:v>2255.3650468080596</c:v>
                </c:pt>
                <c:pt idx="2101">
                  <c:v>2255.3650468080596</c:v>
                </c:pt>
                <c:pt idx="2102">
                  <c:v>2255.3650468080596</c:v>
                </c:pt>
                <c:pt idx="2103">
                  <c:v>2255.3650468080596</c:v>
                </c:pt>
                <c:pt idx="2104">
                  <c:v>2255.3650468080596</c:v>
                </c:pt>
                <c:pt idx="2105">
                  <c:v>2255.3650468080596</c:v>
                </c:pt>
                <c:pt idx="2106">
                  <c:v>2255.3650468080596</c:v>
                </c:pt>
                <c:pt idx="2107">
                  <c:v>2255.3650468080596</c:v>
                </c:pt>
                <c:pt idx="2108">
                  <c:v>2255.3650468080596</c:v>
                </c:pt>
                <c:pt idx="2109">
                  <c:v>2255.3650468080596</c:v>
                </c:pt>
                <c:pt idx="2110">
                  <c:v>2255.3650468080596</c:v>
                </c:pt>
                <c:pt idx="2111">
                  <c:v>2255.3650468080596</c:v>
                </c:pt>
                <c:pt idx="2112">
                  <c:v>2255.3650468080596</c:v>
                </c:pt>
                <c:pt idx="2113">
                  <c:v>2255.3650468080596</c:v>
                </c:pt>
                <c:pt idx="2114">
                  <c:v>2255.3650468080596</c:v>
                </c:pt>
                <c:pt idx="2115">
                  <c:v>2255.3650468080596</c:v>
                </c:pt>
                <c:pt idx="2116">
                  <c:v>2255.3650468080596</c:v>
                </c:pt>
                <c:pt idx="2117">
                  <c:v>2255.3650468080596</c:v>
                </c:pt>
                <c:pt idx="2118">
                  <c:v>2255.3650468080596</c:v>
                </c:pt>
                <c:pt idx="2119">
                  <c:v>2255.3650468080596</c:v>
                </c:pt>
                <c:pt idx="2120">
                  <c:v>2255.3650468080596</c:v>
                </c:pt>
                <c:pt idx="2121">
                  <c:v>2255.3650468080596</c:v>
                </c:pt>
                <c:pt idx="2122">
                  <c:v>2255.3650468080596</c:v>
                </c:pt>
                <c:pt idx="2123">
                  <c:v>2255.3650468080596</c:v>
                </c:pt>
                <c:pt idx="2124">
                  <c:v>2255.3650468080596</c:v>
                </c:pt>
                <c:pt idx="2125">
                  <c:v>2255.3650468080596</c:v>
                </c:pt>
                <c:pt idx="2126">
                  <c:v>2255.3650468080596</c:v>
                </c:pt>
                <c:pt idx="2127">
                  <c:v>2255.3650468080596</c:v>
                </c:pt>
                <c:pt idx="2128">
                  <c:v>2255.3650468080596</c:v>
                </c:pt>
                <c:pt idx="2129">
                  <c:v>2255.3650468080596</c:v>
                </c:pt>
                <c:pt idx="2130">
                  <c:v>2255.3650468080596</c:v>
                </c:pt>
                <c:pt idx="2131">
                  <c:v>2255.3650468080596</c:v>
                </c:pt>
                <c:pt idx="2132">
                  <c:v>2255.3650468080596</c:v>
                </c:pt>
                <c:pt idx="2133">
                  <c:v>2255.3650468080596</c:v>
                </c:pt>
                <c:pt idx="2134">
                  <c:v>2255.3650468080596</c:v>
                </c:pt>
                <c:pt idx="2135">
                  <c:v>2255.3650468080596</c:v>
                </c:pt>
                <c:pt idx="2136">
                  <c:v>2255.3650468080596</c:v>
                </c:pt>
                <c:pt idx="2137">
                  <c:v>2255.3650468080596</c:v>
                </c:pt>
                <c:pt idx="2138">
                  <c:v>2255.3650468080596</c:v>
                </c:pt>
                <c:pt idx="2139">
                  <c:v>2255.3650468080596</c:v>
                </c:pt>
                <c:pt idx="2140">
                  <c:v>2255.3650468080596</c:v>
                </c:pt>
                <c:pt idx="2141">
                  <c:v>2255.3650468080596</c:v>
                </c:pt>
                <c:pt idx="2142">
                  <c:v>2255.3650468080596</c:v>
                </c:pt>
                <c:pt idx="2143">
                  <c:v>2255.3650468080596</c:v>
                </c:pt>
                <c:pt idx="2144">
                  <c:v>2255.3650468080596</c:v>
                </c:pt>
                <c:pt idx="2145">
                  <c:v>2255.3650468080596</c:v>
                </c:pt>
                <c:pt idx="2146">
                  <c:v>2255.3650468080596</c:v>
                </c:pt>
                <c:pt idx="2147">
                  <c:v>2255.3650468080596</c:v>
                </c:pt>
                <c:pt idx="2148">
                  <c:v>#N/A</c:v>
                </c:pt>
                <c:pt idx="2149">
                  <c:v>#N/A</c:v>
                </c:pt>
                <c:pt idx="2150">
                  <c:v>#N/A</c:v>
                </c:pt>
                <c:pt idx="2151">
                  <c:v>#N/A</c:v>
                </c:pt>
                <c:pt idx="2152">
                  <c:v>#N/A</c:v>
                </c:pt>
                <c:pt idx="2153">
                  <c:v>2365.7510271172605</c:v>
                </c:pt>
                <c:pt idx="2154">
                  <c:v>2365.7510271172605</c:v>
                </c:pt>
                <c:pt idx="2155">
                  <c:v>2365.7510271172605</c:v>
                </c:pt>
                <c:pt idx="2156">
                  <c:v>2365.7510271172605</c:v>
                </c:pt>
                <c:pt idx="2157">
                  <c:v>2365.7510271172605</c:v>
                </c:pt>
                <c:pt idx="2158">
                  <c:v>2365.7510271172605</c:v>
                </c:pt>
                <c:pt idx="2159">
                  <c:v>2365.7510271172605</c:v>
                </c:pt>
                <c:pt idx="2160">
                  <c:v>2365.7510271172605</c:v>
                </c:pt>
                <c:pt idx="2161">
                  <c:v>2365.7510271172605</c:v>
                </c:pt>
                <c:pt idx="2162">
                  <c:v>2365.7510271172605</c:v>
                </c:pt>
                <c:pt idx="2163">
                  <c:v>2365.7510271172605</c:v>
                </c:pt>
                <c:pt idx="2164">
                  <c:v>2365.7510271172605</c:v>
                </c:pt>
                <c:pt idx="2165">
                  <c:v>2394.0648369059013</c:v>
                </c:pt>
                <c:pt idx="2166">
                  <c:v>2394.0648369059013</c:v>
                </c:pt>
                <c:pt idx="2167">
                  <c:v>2394.0648369059013</c:v>
                </c:pt>
                <c:pt idx="2168">
                  <c:v>2394.0648369059013</c:v>
                </c:pt>
                <c:pt idx="2169">
                  <c:v>2394.0648369059013</c:v>
                </c:pt>
                <c:pt idx="2170">
                  <c:v>2394.0648369059013</c:v>
                </c:pt>
                <c:pt idx="2171">
                  <c:v>2394.0648369059013</c:v>
                </c:pt>
                <c:pt idx="2172">
                  <c:v>2394.0648369059013</c:v>
                </c:pt>
                <c:pt idx="2173">
                  <c:v>2394.0648369059013</c:v>
                </c:pt>
                <c:pt idx="2174">
                  <c:v>2394.0648369059013</c:v>
                </c:pt>
                <c:pt idx="2175">
                  <c:v>2394.0648369059013</c:v>
                </c:pt>
                <c:pt idx="2176">
                  <c:v>2394.0648369059013</c:v>
                </c:pt>
                <c:pt idx="2177">
                  <c:v>2394.0648369059013</c:v>
                </c:pt>
                <c:pt idx="2178">
                  <c:v>2394.0648369059013</c:v>
                </c:pt>
                <c:pt idx="2179">
                  <c:v>2394.0648369059013</c:v>
                </c:pt>
                <c:pt idx="2180">
                  <c:v>2394.0648369059013</c:v>
                </c:pt>
                <c:pt idx="2181">
                  <c:v>2394.0648369059013</c:v>
                </c:pt>
                <c:pt idx="2182">
                  <c:v>2394.0648369059013</c:v>
                </c:pt>
                <c:pt idx="2183">
                  <c:v>2394.0648369059013</c:v>
                </c:pt>
                <c:pt idx="2184">
                  <c:v>2394.0648369059013</c:v>
                </c:pt>
                <c:pt idx="2185">
                  <c:v>2394.0648369059013</c:v>
                </c:pt>
                <c:pt idx="2186">
                  <c:v>2394.0648369059013</c:v>
                </c:pt>
                <c:pt idx="2187">
                  <c:v>2394.0648369059013</c:v>
                </c:pt>
                <c:pt idx="2188">
                  <c:v>2394.0648369059013</c:v>
                </c:pt>
                <c:pt idx="2189">
                  <c:v>2394.0648369059013</c:v>
                </c:pt>
                <c:pt idx="2190">
                  <c:v>2394.0648369059013</c:v>
                </c:pt>
                <c:pt idx="2191">
                  <c:v>2394.0648369059013</c:v>
                </c:pt>
                <c:pt idx="2192">
                  <c:v>2394.0648369059013</c:v>
                </c:pt>
                <c:pt idx="2193">
                  <c:v>2394.0648369059013</c:v>
                </c:pt>
                <c:pt idx="2194">
                  <c:v>2394.0648369059013</c:v>
                </c:pt>
                <c:pt idx="2195">
                  <c:v>2394.0648369059013</c:v>
                </c:pt>
                <c:pt idx="2196">
                  <c:v>2394.0648369059013</c:v>
                </c:pt>
                <c:pt idx="2197">
                  <c:v>2394.0648369059013</c:v>
                </c:pt>
                <c:pt idx="2198">
                  <c:v>2394.0648369059013</c:v>
                </c:pt>
                <c:pt idx="2199">
                  <c:v>2394.0648369059013</c:v>
                </c:pt>
                <c:pt idx="2200">
                  <c:v>2394.0648369059013</c:v>
                </c:pt>
                <c:pt idx="2201">
                  <c:v>2394.0648369059013</c:v>
                </c:pt>
                <c:pt idx="2202">
                  <c:v>2394.0648369059013</c:v>
                </c:pt>
                <c:pt idx="2203">
                  <c:v>2394.0648369059013</c:v>
                </c:pt>
                <c:pt idx="2204">
                  <c:v>2394.0648369059013</c:v>
                </c:pt>
                <c:pt idx="2205">
                  <c:v>2394.0648369059013</c:v>
                </c:pt>
                <c:pt idx="2206">
                  <c:v>2394.0648369059013</c:v>
                </c:pt>
                <c:pt idx="2207">
                  <c:v>2394.0648369059013</c:v>
                </c:pt>
                <c:pt idx="2208">
                  <c:v>2394.0648369059013</c:v>
                </c:pt>
                <c:pt idx="2209">
                  <c:v>2394.0648369059013</c:v>
                </c:pt>
                <c:pt idx="2210">
                  <c:v>2394.0648369059013</c:v>
                </c:pt>
                <c:pt idx="2211">
                  <c:v>2394.0648369059013</c:v>
                </c:pt>
                <c:pt idx="2212">
                  <c:v>2394.0648369059013</c:v>
                </c:pt>
                <c:pt idx="2213">
                  <c:v>2394.0648369059013</c:v>
                </c:pt>
                <c:pt idx="2214">
                  <c:v>2394.0648369059013</c:v>
                </c:pt>
                <c:pt idx="2215">
                  <c:v>2417.8096331973702</c:v>
                </c:pt>
                <c:pt idx="2216">
                  <c:v>2417.8096331973702</c:v>
                </c:pt>
                <c:pt idx="2217">
                  <c:v>2417.8096331973702</c:v>
                </c:pt>
                <c:pt idx="2218">
                  <c:v>2417.8096331973702</c:v>
                </c:pt>
                <c:pt idx="2219">
                  <c:v>2417.8096331973702</c:v>
                </c:pt>
                <c:pt idx="2220">
                  <c:v>2417.8096331973702</c:v>
                </c:pt>
                <c:pt idx="2221">
                  <c:v>2417.8096331973702</c:v>
                </c:pt>
                <c:pt idx="2222">
                  <c:v>2417.8096331973702</c:v>
                </c:pt>
                <c:pt idx="2223">
                  <c:v>2417.8096331973702</c:v>
                </c:pt>
                <c:pt idx="2224">
                  <c:v>2417.8096331973702</c:v>
                </c:pt>
                <c:pt idx="2225">
                  <c:v>2417.8096331973702</c:v>
                </c:pt>
                <c:pt idx="2226">
                  <c:v>2417.8096331973702</c:v>
                </c:pt>
                <c:pt idx="2227">
                  <c:v>2417.8096331973702</c:v>
                </c:pt>
                <c:pt idx="2228">
                  <c:v>2417.8096331973702</c:v>
                </c:pt>
                <c:pt idx="2229">
                  <c:v>2417.8096331973702</c:v>
                </c:pt>
                <c:pt idx="2230">
                  <c:v>2417.8096331973702</c:v>
                </c:pt>
                <c:pt idx="2231">
                  <c:v>2417.8096331973702</c:v>
                </c:pt>
                <c:pt idx="2232">
                  <c:v>2417.8096331973702</c:v>
                </c:pt>
                <c:pt idx="2233">
                  <c:v>2417.8096331973702</c:v>
                </c:pt>
                <c:pt idx="2234">
                  <c:v>#N/A</c:v>
                </c:pt>
                <c:pt idx="2235">
                  <c:v>#N/A</c:v>
                </c:pt>
                <c:pt idx="2236">
                  <c:v>#N/A</c:v>
                </c:pt>
                <c:pt idx="2237">
                  <c:v>#N/A</c:v>
                </c:pt>
                <c:pt idx="2238">
                  <c:v>#N/A</c:v>
                </c:pt>
                <c:pt idx="2239">
                  <c:v>#N/A</c:v>
                </c:pt>
                <c:pt idx="2240">
                  <c:v>#N/A</c:v>
                </c:pt>
                <c:pt idx="2241">
                  <c:v>#N/A</c:v>
                </c:pt>
                <c:pt idx="2242">
                  <c:v>#N/A</c:v>
                </c:pt>
                <c:pt idx="2243">
                  <c:v>#N/A</c:v>
                </c:pt>
                <c:pt idx="2244">
                  <c:v>#N/A</c:v>
                </c:pt>
                <c:pt idx="2245">
                  <c:v>#N/A</c:v>
                </c:pt>
                <c:pt idx="2246">
                  <c:v>#N/A</c:v>
                </c:pt>
                <c:pt idx="2247">
                  <c:v>#N/A</c:v>
                </c:pt>
                <c:pt idx="2248">
                  <c:v>#N/A</c:v>
                </c:pt>
                <c:pt idx="2249">
                  <c:v>#N/A</c:v>
                </c:pt>
                <c:pt idx="2250">
                  <c:v>#N/A</c:v>
                </c:pt>
                <c:pt idx="2251">
                  <c:v>#N/A</c:v>
                </c:pt>
                <c:pt idx="2252">
                  <c:v>#N/A</c:v>
                </c:pt>
                <c:pt idx="2253">
                  <c:v>#N/A</c:v>
                </c:pt>
                <c:pt idx="2254">
                  <c:v>#N/A</c:v>
                </c:pt>
                <c:pt idx="2255">
                  <c:v>#N/A</c:v>
                </c:pt>
                <c:pt idx="2256">
                  <c:v>#N/A</c:v>
                </c:pt>
                <c:pt idx="2257">
                  <c:v>#N/A</c:v>
                </c:pt>
                <c:pt idx="2258">
                  <c:v>#N/A</c:v>
                </c:pt>
                <c:pt idx="2259">
                  <c:v>#N/A</c:v>
                </c:pt>
                <c:pt idx="2260">
                  <c:v>#N/A</c:v>
                </c:pt>
                <c:pt idx="2261">
                  <c:v>#N/A</c:v>
                </c:pt>
                <c:pt idx="2262">
                  <c:v>#N/A</c:v>
                </c:pt>
                <c:pt idx="2263">
                  <c:v>#N/A</c:v>
                </c:pt>
                <c:pt idx="2264">
                  <c:v>#N/A</c:v>
                </c:pt>
                <c:pt idx="2265">
                  <c:v>#N/A</c:v>
                </c:pt>
                <c:pt idx="2266">
                  <c:v>#N/A</c:v>
                </c:pt>
                <c:pt idx="2267">
                  <c:v>#N/A</c:v>
                </c:pt>
                <c:pt idx="2268">
                  <c:v>#N/A</c:v>
                </c:pt>
                <c:pt idx="2269">
                  <c:v>#N/A</c:v>
                </c:pt>
                <c:pt idx="2270">
                  <c:v>#N/A</c:v>
                </c:pt>
                <c:pt idx="2271">
                  <c:v>#N/A</c:v>
                </c:pt>
                <c:pt idx="2272">
                  <c:v>#N/A</c:v>
                </c:pt>
                <c:pt idx="2273">
                  <c:v>#N/A</c:v>
                </c:pt>
                <c:pt idx="2274">
                  <c:v>#N/A</c:v>
                </c:pt>
                <c:pt idx="2275">
                  <c:v>#N/A</c:v>
                </c:pt>
                <c:pt idx="2276">
                  <c:v>#N/A</c:v>
                </c:pt>
                <c:pt idx="2277">
                  <c:v>#N/A</c:v>
                </c:pt>
                <c:pt idx="2278">
                  <c:v>#N/A</c:v>
                </c:pt>
                <c:pt idx="2279">
                  <c:v>#N/A</c:v>
                </c:pt>
                <c:pt idx="2280">
                  <c:v>#N/A</c:v>
                </c:pt>
                <c:pt idx="2281">
                  <c:v>#N/A</c:v>
                </c:pt>
                <c:pt idx="2282">
                  <c:v>#N/A</c:v>
                </c:pt>
                <c:pt idx="2283">
                  <c:v>#N/A</c:v>
                </c:pt>
                <c:pt idx="2284">
                  <c:v>#N/A</c:v>
                </c:pt>
                <c:pt idx="2285">
                  <c:v>#N/A</c:v>
                </c:pt>
                <c:pt idx="2286">
                  <c:v>#N/A</c:v>
                </c:pt>
                <c:pt idx="2287">
                  <c:v>#N/A</c:v>
                </c:pt>
                <c:pt idx="2288">
                  <c:v>#N/A</c:v>
                </c:pt>
                <c:pt idx="2289">
                  <c:v>#N/A</c:v>
                </c:pt>
                <c:pt idx="2290">
                  <c:v>#N/A</c:v>
                </c:pt>
                <c:pt idx="2291">
                  <c:v>#N/A</c:v>
                </c:pt>
                <c:pt idx="2292">
                  <c:v>#N/A</c:v>
                </c:pt>
                <c:pt idx="2293">
                  <c:v>#N/A</c:v>
                </c:pt>
                <c:pt idx="2294">
                  <c:v>#N/A</c:v>
                </c:pt>
                <c:pt idx="2295">
                  <c:v>#N/A</c:v>
                </c:pt>
                <c:pt idx="2296">
                  <c:v>#N/A</c:v>
                </c:pt>
                <c:pt idx="2297">
                  <c:v>#N/A</c:v>
                </c:pt>
                <c:pt idx="2298">
                  <c:v>#N/A</c:v>
                </c:pt>
                <c:pt idx="2299">
                  <c:v>#N/A</c:v>
                </c:pt>
                <c:pt idx="2300">
                  <c:v>#N/A</c:v>
                </c:pt>
                <c:pt idx="2301">
                  <c:v>#N/A</c:v>
                </c:pt>
                <c:pt idx="2302">
                  <c:v>#N/A</c:v>
                </c:pt>
                <c:pt idx="2303">
                  <c:v>#N/A</c:v>
                </c:pt>
                <c:pt idx="2304">
                  <c:v>#N/A</c:v>
                </c:pt>
                <c:pt idx="2305">
                  <c:v>#N/A</c:v>
                </c:pt>
                <c:pt idx="2306">
                  <c:v>#N/A</c:v>
                </c:pt>
                <c:pt idx="2307">
                  <c:v>#N/A</c:v>
                </c:pt>
                <c:pt idx="2308">
                  <c:v>#N/A</c:v>
                </c:pt>
                <c:pt idx="2309">
                  <c:v>#N/A</c:v>
                </c:pt>
                <c:pt idx="2310">
                  <c:v>#N/A</c:v>
                </c:pt>
                <c:pt idx="2311">
                  <c:v>#N/A</c:v>
                </c:pt>
                <c:pt idx="2312">
                  <c:v>#N/A</c:v>
                </c:pt>
                <c:pt idx="2313">
                  <c:v>#N/A</c:v>
                </c:pt>
                <c:pt idx="2314">
                  <c:v>#N/A</c:v>
                </c:pt>
                <c:pt idx="2315">
                  <c:v>#N/A</c:v>
                </c:pt>
                <c:pt idx="2316">
                  <c:v>#N/A</c:v>
                </c:pt>
                <c:pt idx="2317">
                  <c:v>#N/A</c:v>
                </c:pt>
                <c:pt idx="2318">
                  <c:v>#N/A</c:v>
                </c:pt>
                <c:pt idx="2319">
                  <c:v>#N/A</c:v>
                </c:pt>
                <c:pt idx="2320">
                  <c:v>#N/A</c:v>
                </c:pt>
                <c:pt idx="2321">
                  <c:v>#N/A</c:v>
                </c:pt>
                <c:pt idx="2322">
                  <c:v>#N/A</c:v>
                </c:pt>
                <c:pt idx="2323">
                  <c:v>#N/A</c:v>
                </c:pt>
                <c:pt idx="2324">
                  <c:v>#N/A</c:v>
                </c:pt>
                <c:pt idx="2325">
                  <c:v>#N/A</c:v>
                </c:pt>
                <c:pt idx="2326">
                  <c:v>#N/A</c:v>
                </c:pt>
                <c:pt idx="2327">
                  <c:v>#N/A</c:v>
                </c:pt>
                <c:pt idx="2328">
                  <c:v>#N/A</c:v>
                </c:pt>
                <c:pt idx="2329">
                  <c:v>#N/A</c:v>
                </c:pt>
                <c:pt idx="2330">
                  <c:v>#N/A</c:v>
                </c:pt>
                <c:pt idx="2331">
                  <c:v>#N/A</c:v>
                </c:pt>
                <c:pt idx="2332">
                  <c:v>#N/A</c:v>
                </c:pt>
                <c:pt idx="2333">
                  <c:v>#N/A</c:v>
                </c:pt>
                <c:pt idx="2334">
                  <c:v>#N/A</c:v>
                </c:pt>
                <c:pt idx="2335">
                  <c:v>#N/A</c:v>
                </c:pt>
                <c:pt idx="2336">
                  <c:v>#N/A</c:v>
                </c:pt>
                <c:pt idx="2337">
                  <c:v>#N/A</c:v>
                </c:pt>
                <c:pt idx="2338">
                  <c:v>#N/A</c:v>
                </c:pt>
                <c:pt idx="2339">
                  <c:v>#N/A</c:v>
                </c:pt>
                <c:pt idx="2340">
                  <c:v>#N/A</c:v>
                </c:pt>
                <c:pt idx="2341">
                  <c:v>#N/A</c:v>
                </c:pt>
                <c:pt idx="2342">
                  <c:v>#N/A</c:v>
                </c:pt>
                <c:pt idx="2343">
                  <c:v>#N/A</c:v>
                </c:pt>
                <c:pt idx="2344">
                  <c:v>#N/A</c:v>
                </c:pt>
                <c:pt idx="2345">
                  <c:v>#N/A</c:v>
                </c:pt>
                <c:pt idx="2346">
                  <c:v>#N/A</c:v>
                </c:pt>
                <c:pt idx="2347">
                  <c:v>#N/A</c:v>
                </c:pt>
                <c:pt idx="2348">
                  <c:v>#N/A</c:v>
                </c:pt>
                <c:pt idx="2349">
                  <c:v>#N/A</c:v>
                </c:pt>
                <c:pt idx="2350">
                  <c:v>#N/A</c:v>
                </c:pt>
                <c:pt idx="2351">
                  <c:v>#N/A</c:v>
                </c:pt>
                <c:pt idx="2352">
                  <c:v>#N/A</c:v>
                </c:pt>
                <c:pt idx="2353">
                  <c:v>#N/A</c:v>
                </c:pt>
                <c:pt idx="2354">
                  <c:v>#N/A</c:v>
                </c:pt>
                <c:pt idx="2355">
                  <c:v>#N/A</c:v>
                </c:pt>
                <c:pt idx="2356">
                  <c:v>#N/A</c:v>
                </c:pt>
                <c:pt idx="2357">
                  <c:v>#N/A</c:v>
                </c:pt>
                <c:pt idx="2358">
                  <c:v>2498.5077966916006</c:v>
                </c:pt>
                <c:pt idx="2359">
                  <c:v>2498.5077966916006</c:v>
                </c:pt>
                <c:pt idx="2360">
                  <c:v>2498.5077966916006</c:v>
                </c:pt>
                <c:pt idx="2361">
                  <c:v>2498.5077966916006</c:v>
                </c:pt>
                <c:pt idx="2362">
                  <c:v>2498.5077966916006</c:v>
                </c:pt>
                <c:pt idx="2363">
                  <c:v>2498.5077966916006</c:v>
                </c:pt>
                <c:pt idx="2364">
                  <c:v>2498.5077966916006</c:v>
                </c:pt>
                <c:pt idx="2365">
                  <c:v>2498.5077966916006</c:v>
                </c:pt>
                <c:pt idx="2366">
                  <c:v>2498.5077966916006</c:v>
                </c:pt>
                <c:pt idx="2367">
                  <c:v>2498.5077966916006</c:v>
                </c:pt>
                <c:pt idx="2368">
                  <c:v>2498.5077966916006</c:v>
                </c:pt>
                <c:pt idx="2369">
                  <c:v>2498.5077966916006</c:v>
                </c:pt>
                <c:pt idx="2370">
                  <c:v>2498.5077966916006</c:v>
                </c:pt>
                <c:pt idx="2371">
                  <c:v>2498.5077966916006</c:v>
                </c:pt>
                <c:pt idx="2372">
                  <c:v>2498.5077966916006</c:v>
                </c:pt>
                <c:pt idx="2373">
                  <c:v>2498.5077966916006</c:v>
                </c:pt>
                <c:pt idx="2374">
                  <c:v>2498.5077966916006</c:v>
                </c:pt>
                <c:pt idx="2375">
                  <c:v>2498.5077966916006</c:v>
                </c:pt>
                <c:pt idx="2376">
                  <c:v>2498.5077966916006</c:v>
                </c:pt>
                <c:pt idx="2377">
                  <c:v>2498.5077966916006</c:v>
                </c:pt>
                <c:pt idx="2378">
                  <c:v>2498.5077966916006</c:v>
                </c:pt>
                <c:pt idx="2379">
                  <c:v>2498.5077966916006</c:v>
                </c:pt>
                <c:pt idx="2380">
                  <c:v>2498.5077966916006</c:v>
                </c:pt>
                <c:pt idx="2381">
                  <c:v>2498.5077966916006</c:v>
                </c:pt>
                <c:pt idx="2382">
                  <c:v>2498.5077966916006</c:v>
                </c:pt>
                <c:pt idx="2383">
                  <c:v>2498.5077966916006</c:v>
                </c:pt>
                <c:pt idx="2384">
                  <c:v>2498.5077966916006</c:v>
                </c:pt>
                <c:pt idx="2385">
                  <c:v>2498.5077966916006</c:v>
                </c:pt>
                <c:pt idx="2386">
                  <c:v>2498.5077966916006</c:v>
                </c:pt>
                <c:pt idx="2387">
                  <c:v>2498.5077966916006</c:v>
                </c:pt>
                <c:pt idx="2388">
                  <c:v>2498.5077966916006</c:v>
                </c:pt>
                <c:pt idx="2389">
                  <c:v>2498.5077966916006</c:v>
                </c:pt>
                <c:pt idx="2390">
                  <c:v>2498.5077966916006</c:v>
                </c:pt>
                <c:pt idx="2391">
                  <c:v>2498.5077966916006</c:v>
                </c:pt>
                <c:pt idx="2392">
                  <c:v>2498.5077966916006</c:v>
                </c:pt>
                <c:pt idx="2393">
                  <c:v>2498.5077966916006</c:v>
                </c:pt>
                <c:pt idx="2394">
                  <c:v>2498.5077966916006</c:v>
                </c:pt>
                <c:pt idx="2395">
                  <c:v>2498.5077966916006</c:v>
                </c:pt>
                <c:pt idx="2396">
                  <c:v>2498.5077966916006</c:v>
                </c:pt>
                <c:pt idx="2397">
                  <c:v>2498.5077966916006</c:v>
                </c:pt>
                <c:pt idx="2398">
                  <c:v>2498.5077966916006</c:v>
                </c:pt>
                <c:pt idx="2399">
                  <c:v>2498.5077966916006</c:v>
                </c:pt>
                <c:pt idx="2400">
                  <c:v>2498.5077966916006</c:v>
                </c:pt>
                <c:pt idx="2401">
                  <c:v>2498.5077966916006</c:v>
                </c:pt>
                <c:pt idx="2402">
                  <c:v>2498.5077966916006</c:v>
                </c:pt>
                <c:pt idx="2403">
                  <c:v>2498.5077966916006</c:v>
                </c:pt>
                <c:pt idx="2404">
                  <c:v>2498.5077966916006</c:v>
                </c:pt>
                <c:pt idx="2405">
                  <c:v>2498.5077966916006</c:v>
                </c:pt>
                <c:pt idx="2406">
                  <c:v>2498.5077966916006</c:v>
                </c:pt>
                <c:pt idx="2407">
                  <c:v>2498.5077966916006</c:v>
                </c:pt>
                <c:pt idx="2408">
                  <c:v>2498.5077966916006</c:v>
                </c:pt>
                <c:pt idx="2409">
                  <c:v>2498.5077966916006</c:v>
                </c:pt>
                <c:pt idx="2410">
                  <c:v>2498.5077966916006</c:v>
                </c:pt>
                <c:pt idx="2411">
                  <c:v>2498.5077966916006</c:v>
                </c:pt>
                <c:pt idx="2412">
                  <c:v>2498.5077966916006</c:v>
                </c:pt>
                <c:pt idx="2413">
                  <c:v>2498.5077966916006</c:v>
                </c:pt>
                <c:pt idx="2414">
                  <c:v>2498.5077966916006</c:v>
                </c:pt>
                <c:pt idx="2415">
                  <c:v>2498.5077966916006</c:v>
                </c:pt>
                <c:pt idx="2416">
                  <c:v>2498.5077966916006</c:v>
                </c:pt>
                <c:pt idx="2417">
                  <c:v>2498.5077966916006</c:v>
                </c:pt>
                <c:pt idx="2418">
                  <c:v>2498.5077966916006</c:v>
                </c:pt>
                <c:pt idx="2419">
                  <c:v>2498.5077966916006</c:v>
                </c:pt>
                <c:pt idx="2420">
                  <c:v>2498.5077966916006</c:v>
                </c:pt>
                <c:pt idx="2421">
                  <c:v>2498.5077966916006</c:v>
                </c:pt>
                <c:pt idx="2422">
                  <c:v>2498.5077966916006</c:v>
                </c:pt>
                <c:pt idx="2423">
                  <c:v>2498.5077966916006</c:v>
                </c:pt>
                <c:pt idx="2424">
                  <c:v>2498.5077966916006</c:v>
                </c:pt>
                <c:pt idx="2425">
                  <c:v>2498.5077966916006</c:v>
                </c:pt>
                <c:pt idx="2426">
                  <c:v>2498.5077966916006</c:v>
                </c:pt>
                <c:pt idx="2427">
                  <c:v>2498.5077966916006</c:v>
                </c:pt>
                <c:pt idx="2428">
                  <c:v>2498.5077966916006</c:v>
                </c:pt>
                <c:pt idx="2429">
                  <c:v>2498.5077966916006</c:v>
                </c:pt>
                <c:pt idx="2430">
                  <c:v>2498.5077966916006</c:v>
                </c:pt>
                <c:pt idx="2431">
                  <c:v>2498.5077966916006</c:v>
                </c:pt>
                <c:pt idx="2432">
                  <c:v>2498.5077966916006</c:v>
                </c:pt>
                <c:pt idx="2433">
                  <c:v>2498.5077966916006</c:v>
                </c:pt>
                <c:pt idx="2434">
                  <c:v>2498.5077966916006</c:v>
                </c:pt>
                <c:pt idx="2435">
                  <c:v>2498.5077966916006</c:v>
                </c:pt>
                <c:pt idx="2436">
                  <c:v>2498.5077966916006</c:v>
                </c:pt>
                <c:pt idx="2437">
                  <c:v>#N/A</c:v>
                </c:pt>
                <c:pt idx="2438">
                  <c:v>#N/A</c:v>
                </c:pt>
                <c:pt idx="2439">
                  <c:v>#N/A</c:v>
                </c:pt>
                <c:pt idx="2440">
                  <c:v>#N/A</c:v>
                </c:pt>
                <c:pt idx="2441">
                  <c:v>#N/A</c:v>
                </c:pt>
                <c:pt idx="2442">
                  <c:v>#N/A</c:v>
                </c:pt>
                <c:pt idx="2443">
                  <c:v>#N/A</c:v>
                </c:pt>
                <c:pt idx="2444">
                  <c:v>#N/A</c:v>
                </c:pt>
                <c:pt idx="2445">
                  <c:v>#N/A</c:v>
                </c:pt>
                <c:pt idx="2446">
                  <c:v>#N/A</c:v>
                </c:pt>
                <c:pt idx="2447">
                  <c:v>#N/A</c:v>
                </c:pt>
                <c:pt idx="2448">
                  <c:v>#N/A</c:v>
                </c:pt>
                <c:pt idx="2449">
                  <c:v>#N/A</c:v>
                </c:pt>
                <c:pt idx="2450">
                  <c:v>#N/A</c:v>
                </c:pt>
                <c:pt idx="2451">
                  <c:v>#N/A</c:v>
                </c:pt>
                <c:pt idx="2452">
                  <c:v>#N/A</c:v>
                </c:pt>
                <c:pt idx="2453">
                  <c:v>#N/A</c:v>
                </c:pt>
                <c:pt idx="2454">
                  <c:v>#N/A</c:v>
                </c:pt>
                <c:pt idx="2455">
                  <c:v>#N/A</c:v>
                </c:pt>
                <c:pt idx="2456">
                  <c:v>#N/A</c:v>
                </c:pt>
                <c:pt idx="2457">
                  <c:v>#N/A</c:v>
                </c:pt>
                <c:pt idx="2458">
                  <c:v>#N/A</c:v>
                </c:pt>
                <c:pt idx="2459">
                  <c:v>#N/A</c:v>
                </c:pt>
                <c:pt idx="2460">
                  <c:v>#N/A</c:v>
                </c:pt>
                <c:pt idx="2461">
                  <c:v>#N/A</c:v>
                </c:pt>
                <c:pt idx="2462">
                  <c:v>#N/A</c:v>
                </c:pt>
                <c:pt idx="2463">
                  <c:v>#N/A</c:v>
                </c:pt>
                <c:pt idx="2464">
                  <c:v>#N/A</c:v>
                </c:pt>
                <c:pt idx="2465">
                  <c:v>#N/A</c:v>
                </c:pt>
                <c:pt idx="2466">
                  <c:v>#N/A</c:v>
                </c:pt>
                <c:pt idx="2467">
                  <c:v>#N/A</c:v>
                </c:pt>
                <c:pt idx="2468">
                  <c:v>#N/A</c:v>
                </c:pt>
                <c:pt idx="2469">
                  <c:v>#N/A</c:v>
                </c:pt>
                <c:pt idx="2470">
                  <c:v>#N/A</c:v>
                </c:pt>
                <c:pt idx="2471">
                  <c:v>#N/A</c:v>
                </c:pt>
                <c:pt idx="2472">
                  <c:v>#N/A</c:v>
                </c:pt>
                <c:pt idx="2473">
                  <c:v>#N/A</c:v>
                </c:pt>
                <c:pt idx="2474">
                  <c:v>#N/A</c:v>
                </c:pt>
                <c:pt idx="2475">
                  <c:v>#N/A</c:v>
                </c:pt>
                <c:pt idx="2476">
                  <c:v>#N/A</c:v>
                </c:pt>
                <c:pt idx="2477">
                  <c:v>#N/A</c:v>
                </c:pt>
                <c:pt idx="2478">
                  <c:v>#N/A</c:v>
                </c:pt>
                <c:pt idx="2479">
                  <c:v>#N/A</c:v>
                </c:pt>
                <c:pt idx="2480">
                  <c:v>#N/A</c:v>
                </c:pt>
                <c:pt idx="2481">
                  <c:v>#N/A</c:v>
                </c:pt>
                <c:pt idx="2482">
                  <c:v>#N/A</c:v>
                </c:pt>
                <c:pt idx="2483">
                  <c:v>#N/A</c:v>
                </c:pt>
                <c:pt idx="2484">
                  <c:v>#N/A</c:v>
                </c:pt>
                <c:pt idx="2485">
                  <c:v>#N/A</c:v>
                </c:pt>
                <c:pt idx="2486">
                  <c:v>#N/A</c:v>
                </c:pt>
                <c:pt idx="2487">
                  <c:v>#N/A</c:v>
                </c:pt>
                <c:pt idx="2488">
                  <c:v>#N/A</c:v>
                </c:pt>
                <c:pt idx="2489">
                  <c:v>#N/A</c:v>
                </c:pt>
                <c:pt idx="2490">
                  <c:v>#N/A</c:v>
                </c:pt>
                <c:pt idx="2491">
                  <c:v>#N/A</c:v>
                </c:pt>
                <c:pt idx="2492">
                  <c:v>#N/A</c:v>
                </c:pt>
                <c:pt idx="2493">
                  <c:v>#N/A</c:v>
                </c:pt>
                <c:pt idx="2494">
                  <c:v>#N/A</c:v>
                </c:pt>
                <c:pt idx="2495">
                  <c:v>#N/A</c:v>
                </c:pt>
                <c:pt idx="2496">
                  <c:v>#N/A</c:v>
                </c:pt>
                <c:pt idx="2497">
                  <c:v>#N/A</c:v>
                </c:pt>
                <c:pt idx="2498">
                  <c:v>#N/A</c:v>
                </c:pt>
                <c:pt idx="2499">
                  <c:v>#N/A</c:v>
                </c:pt>
                <c:pt idx="2500">
                  <c:v>2566.89488713019</c:v>
                </c:pt>
                <c:pt idx="2501">
                  <c:v>2566.89488713019</c:v>
                </c:pt>
                <c:pt idx="2502">
                  <c:v>2566.89488713019</c:v>
                </c:pt>
                <c:pt idx="2503">
                  <c:v>2566.89488713019</c:v>
                </c:pt>
                <c:pt idx="2504">
                  <c:v>2566.89488713019</c:v>
                </c:pt>
                <c:pt idx="2505">
                  <c:v>2566.89488713019</c:v>
                </c:pt>
                <c:pt idx="2506">
                  <c:v>2566.89488713019</c:v>
                </c:pt>
                <c:pt idx="2507">
                  <c:v>2566.89488713019</c:v>
                </c:pt>
                <c:pt idx="2508">
                  <c:v>2566.89488713019</c:v>
                </c:pt>
                <c:pt idx="2509">
                  <c:v>2566.89488713019</c:v>
                </c:pt>
                <c:pt idx="2510">
                  <c:v>2566.89488713019</c:v>
                </c:pt>
                <c:pt idx="2511">
                  <c:v>2566.89488713019</c:v>
                </c:pt>
                <c:pt idx="2512">
                  <c:v>2566.89488713019</c:v>
                </c:pt>
                <c:pt idx="2513">
                  <c:v>2566.89488713019</c:v>
                </c:pt>
                <c:pt idx="2514">
                  <c:v>2566.89488713019</c:v>
                </c:pt>
                <c:pt idx="2515">
                  <c:v>2566.89488713019</c:v>
                </c:pt>
                <c:pt idx="2516">
                  <c:v>2566.89488713019</c:v>
                </c:pt>
                <c:pt idx="2517">
                  <c:v>2566.89488713019</c:v>
                </c:pt>
                <c:pt idx="2518">
                  <c:v>2566.89488713019</c:v>
                </c:pt>
                <c:pt idx="2519">
                  <c:v>2566.89488713019</c:v>
                </c:pt>
                <c:pt idx="2520">
                  <c:v>2566.89488713019</c:v>
                </c:pt>
                <c:pt idx="2521">
                  <c:v>2566.89488713019</c:v>
                </c:pt>
                <c:pt idx="2522">
                  <c:v>2566.89488713019</c:v>
                </c:pt>
                <c:pt idx="2523">
                  <c:v>2566.89488713019</c:v>
                </c:pt>
                <c:pt idx="2524">
                  <c:v>2566.89488713019</c:v>
                </c:pt>
                <c:pt idx="2525">
                  <c:v>2566.89488713019</c:v>
                </c:pt>
                <c:pt idx="2526">
                  <c:v>2566.89488713019</c:v>
                </c:pt>
                <c:pt idx="2527">
                  <c:v>2566.89488713019</c:v>
                </c:pt>
                <c:pt idx="2528">
                  <c:v>2566.89488713019</c:v>
                </c:pt>
                <c:pt idx="2529">
                  <c:v>2566.89488713019</c:v>
                </c:pt>
                <c:pt idx="2530">
                  <c:v>2566.89488713019</c:v>
                </c:pt>
                <c:pt idx="2531">
                  <c:v>2566.89488713019</c:v>
                </c:pt>
                <c:pt idx="2532">
                  <c:v>2566.89488713019</c:v>
                </c:pt>
                <c:pt idx="2533">
                  <c:v>2566.89488713019</c:v>
                </c:pt>
                <c:pt idx="2534">
                  <c:v>2566.89488713019</c:v>
                </c:pt>
                <c:pt idx="2535">
                  <c:v>2566.89488713019</c:v>
                </c:pt>
                <c:pt idx="2536">
                  <c:v>2566.89488713019</c:v>
                </c:pt>
                <c:pt idx="2537">
                  <c:v>2566.89488713019</c:v>
                </c:pt>
                <c:pt idx="2538">
                  <c:v>2566.89488713019</c:v>
                </c:pt>
                <c:pt idx="2539">
                  <c:v>2566.89488713019</c:v>
                </c:pt>
                <c:pt idx="2540">
                  <c:v>2566.89488713019</c:v>
                </c:pt>
                <c:pt idx="2541">
                  <c:v>2566.89488713019</c:v>
                </c:pt>
                <c:pt idx="2542">
                  <c:v>2566.89488713019</c:v>
                </c:pt>
                <c:pt idx="2543">
                  <c:v>2566.89488713019</c:v>
                </c:pt>
                <c:pt idx="2544">
                  <c:v>2566.89488713019</c:v>
                </c:pt>
                <c:pt idx="2545">
                  <c:v>2566.89488713019</c:v>
                </c:pt>
                <c:pt idx="2546">
                  <c:v>2566.89488713019</c:v>
                </c:pt>
                <c:pt idx="2547">
                  <c:v>2566.89488713019</c:v>
                </c:pt>
                <c:pt idx="2548">
                  <c:v>2566.89488713019</c:v>
                </c:pt>
                <c:pt idx="2549">
                  <c:v>2566.89488713019</c:v>
                </c:pt>
                <c:pt idx="2550">
                  <c:v>2566.89488713019</c:v>
                </c:pt>
                <c:pt idx="2551">
                  <c:v>2566.89488713019</c:v>
                </c:pt>
                <c:pt idx="2552">
                  <c:v>2566.89488713019</c:v>
                </c:pt>
                <c:pt idx="2553">
                  <c:v>2566.89488713019</c:v>
                </c:pt>
                <c:pt idx="2554">
                  <c:v>2566.89488713019</c:v>
                </c:pt>
                <c:pt idx="2555">
                  <c:v>2566.89488713019</c:v>
                </c:pt>
                <c:pt idx="2556">
                  <c:v>2566.89488713019</c:v>
                </c:pt>
                <c:pt idx="2557">
                  <c:v>2566.89488713019</c:v>
                </c:pt>
                <c:pt idx="2558">
                  <c:v>2566.89488713019</c:v>
                </c:pt>
                <c:pt idx="2559">
                  <c:v>2566.89488713019</c:v>
                </c:pt>
                <c:pt idx="2560">
                  <c:v>2566.89488713019</c:v>
                </c:pt>
                <c:pt idx="2561">
                  <c:v>2566.89488713019</c:v>
                </c:pt>
                <c:pt idx="2562">
                  <c:v>2566.89488713019</c:v>
                </c:pt>
                <c:pt idx="2563">
                  <c:v>2566.89488713019</c:v>
                </c:pt>
                <c:pt idx="2564">
                  <c:v>2566.89488713019</c:v>
                </c:pt>
                <c:pt idx="2565">
                  <c:v>2566.89488713019</c:v>
                </c:pt>
                <c:pt idx="2566">
                  <c:v>2566.89488713019</c:v>
                </c:pt>
                <c:pt idx="2567">
                  <c:v>2566.89488713019</c:v>
                </c:pt>
                <c:pt idx="2568">
                  <c:v>2566.89488713019</c:v>
                </c:pt>
                <c:pt idx="2569">
                  <c:v>2566.89488713019</c:v>
                </c:pt>
                <c:pt idx="2570">
                  <c:v>2566.89488713019</c:v>
                </c:pt>
                <c:pt idx="2571">
                  <c:v>2566.89488713019</c:v>
                </c:pt>
                <c:pt idx="2572">
                  <c:v>2566.89488713019</c:v>
                </c:pt>
                <c:pt idx="2573">
                  <c:v>2566.89488713019</c:v>
                </c:pt>
                <c:pt idx="2574">
                  <c:v>2566.89488713019</c:v>
                </c:pt>
                <c:pt idx="2575">
                  <c:v>2581.3959709406822</c:v>
                </c:pt>
                <c:pt idx="2576">
                  <c:v>2581.3959709406822</c:v>
                </c:pt>
                <c:pt idx="2577">
                  <c:v>2581.3959709406822</c:v>
                </c:pt>
                <c:pt idx="2578">
                  <c:v>2581.3959709406822</c:v>
                </c:pt>
                <c:pt idx="2579">
                  <c:v>2581.3959709406822</c:v>
                </c:pt>
                <c:pt idx="2580">
                  <c:v>2581.3959709406822</c:v>
                </c:pt>
                <c:pt idx="2581">
                  <c:v>2581.3959709406822</c:v>
                </c:pt>
                <c:pt idx="2582">
                  <c:v>2581.3959709406822</c:v>
                </c:pt>
                <c:pt idx="2583">
                  <c:v>2581.3959709406822</c:v>
                </c:pt>
                <c:pt idx="2584">
                  <c:v>#N/A</c:v>
                </c:pt>
                <c:pt idx="2585">
                  <c:v>#N/A</c:v>
                </c:pt>
                <c:pt idx="2586">
                  <c:v>#N/A</c:v>
                </c:pt>
                <c:pt idx="2587">
                  <c:v>#N/A</c:v>
                </c:pt>
                <c:pt idx="2588">
                  <c:v>#N/A</c:v>
                </c:pt>
                <c:pt idx="2589">
                  <c:v>#N/A</c:v>
                </c:pt>
                <c:pt idx="2590">
                  <c:v>#N/A</c:v>
                </c:pt>
                <c:pt idx="2591">
                  <c:v>#N/A</c:v>
                </c:pt>
                <c:pt idx="2592">
                  <c:v>#N/A</c:v>
                </c:pt>
                <c:pt idx="2593">
                  <c:v>#N/A</c:v>
                </c:pt>
                <c:pt idx="2594">
                  <c:v>#N/A</c:v>
                </c:pt>
                <c:pt idx="2595">
                  <c:v>#N/A</c:v>
                </c:pt>
                <c:pt idx="2596">
                  <c:v>#N/A</c:v>
                </c:pt>
                <c:pt idx="2597">
                  <c:v>#N/A</c:v>
                </c:pt>
                <c:pt idx="2598">
                  <c:v>#N/A</c:v>
                </c:pt>
                <c:pt idx="2599">
                  <c:v>#N/A</c:v>
                </c:pt>
                <c:pt idx="2600">
                  <c:v>#N/A</c:v>
                </c:pt>
                <c:pt idx="2601">
                  <c:v>#N/A</c:v>
                </c:pt>
                <c:pt idx="2602">
                  <c:v>#N/A</c:v>
                </c:pt>
                <c:pt idx="2603">
                  <c:v>#N/A</c:v>
                </c:pt>
                <c:pt idx="2604">
                  <c:v>#N/A</c:v>
                </c:pt>
                <c:pt idx="2605">
                  <c:v>#N/A</c:v>
                </c:pt>
                <c:pt idx="2606">
                  <c:v>#N/A</c:v>
                </c:pt>
                <c:pt idx="2607">
                  <c:v>#N/A</c:v>
                </c:pt>
                <c:pt idx="2608">
                  <c:v>#N/A</c:v>
                </c:pt>
                <c:pt idx="2609">
                  <c:v>#N/A</c:v>
                </c:pt>
                <c:pt idx="2610">
                  <c:v>#N/A</c:v>
                </c:pt>
                <c:pt idx="2611">
                  <c:v>#N/A</c:v>
                </c:pt>
                <c:pt idx="2612">
                  <c:v>#N/A</c:v>
                </c:pt>
                <c:pt idx="2613">
                  <c:v>#N/A</c:v>
                </c:pt>
                <c:pt idx="2614">
                  <c:v>#N/A</c:v>
                </c:pt>
                <c:pt idx="2615">
                  <c:v>#N/A</c:v>
                </c:pt>
                <c:pt idx="2616">
                  <c:v>#N/A</c:v>
                </c:pt>
                <c:pt idx="2617">
                  <c:v>#N/A</c:v>
                </c:pt>
                <c:pt idx="2618">
                  <c:v>#N/A</c:v>
                </c:pt>
                <c:pt idx="2619">
                  <c:v>#N/A</c:v>
                </c:pt>
                <c:pt idx="2620">
                  <c:v>#N/A</c:v>
                </c:pt>
                <c:pt idx="2621">
                  <c:v>#N/A</c:v>
                </c:pt>
                <c:pt idx="2622">
                  <c:v>#N/A</c:v>
                </c:pt>
                <c:pt idx="2623">
                  <c:v>#N/A</c:v>
                </c:pt>
                <c:pt idx="2624">
                  <c:v>#N/A</c:v>
                </c:pt>
                <c:pt idx="2625">
                  <c:v>#N/A</c:v>
                </c:pt>
                <c:pt idx="2626">
                  <c:v>#N/A</c:v>
                </c:pt>
                <c:pt idx="2627">
                  <c:v>#N/A</c:v>
                </c:pt>
                <c:pt idx="2628">
                  <c:v>#N/A</c:v>
                </c:pt>
                <c:pt idx="2629">
                  <c:v>#N/A</c:v>
                </c:pt>
                <c:pt idx="2630">
                  <c:v>#N/A</c:v>
                </c:pt>
                <c:pt idx="2631">
                  <c:v>#N/A</c:v>
                </c:pt>
                <c:pt idx="2632">
                  <c:v>#N/A</c:v>
                </c:pt>
                <c:pt idx="2633">
                  <c:v>#N/A</c:v>
                </c:pt>
                <c:pt idx="2634">
                  <c:v>#N/A</c:v>
                </c:pt>
                <c:pt idx="2635">
                  <c:v>#N/A</c:v>
                </c:pt>
                <c:pt idx="2636">
                  <c:v>#N/A</c:v>
                </c:pt>
                <c:pt idx="2637">
                  <c:v>#N/A</c:v>
                </c:pt>
                <c:pt idx="2638">
                  <c:v>#N/A</c:v>
                </c:pt>
                <c:pt idx="2639">
                  <c:v>#N/A</c:v>
                </c:pt>
                <c:pt idx="2640">
                  <c:v>#N/A</c:v>
                </c:pt>
                <c:pt idx="2641">
                  <c:v>#N/A</c:v>
                </c:pt>
                <c:pt idx="2642">
                  <c:v>#N/A</c:v>
                </c:pt>
                <c:pt idx="2643">
                  <c:v>#N/A</c:v>
                </c:pt>
                <c:pt idx="2644">
                  <c:v>#N/A</c:v>
                </c:pt>
                <c:pt idx="2645">
                  <c:v>#N/A</c:v>
                </c:pt>
                <c:pt idx="2646">
                  <c:v>#N/A</c:v>
                </c:pt>
                <c:pt idx="2647">
                  <c:v>#N/A</c:v>
                </c:pt>
                <c:pt idx="2648">
                  <c:v>#N/A</c:v>
                </c:pt>
                <c:pt idx="2649">
                  <c:v>#N/A</c:v>
                </c:pt>
                <c:pt idx="2650">
                  <c:v>#N/A</c:v>
                </c:pt>
                <c:pt idx="2651">
                  <c:v>#N/A</c:v>
                </c:pt>
                <c:pt idx="2652">
                  <c:v>#N/A</c:v>
                </c:pt>
                <c:pt idx="2653">
                  <c:v>#N/A</c:v>
                </c:pt>
                <c:pt idx="2654">
                  <c:v>#N/A</c:v>
                </c:pt>
                <c:pt idx="2655">
                  <c:v>#N/A</c:v>
                </c:pt>
                <c:pt idx="2656">
                  <c:v>#N/A</c:v>
                </c:pt>
                <c:pt idx="2657">
                  <c:v>#N/A</c:v>
                </c:pt>
                <c:pt idx="2658">
                  <c:v>#N/A</c:v>
                </c:pt>
                <c:pt idx="2659">
                  <c:v>#N/A</c:v>
                </c:pt>
                <c:pt idx="2660">
                  <c:v>#N/A</c:v>
                </c:pt>
                <c:pt idx="2661">
                  <c:v>#N/A</c:v>
                </c:pt>
                <c:pt idx="2662">
                  <c:v>#N/A</c:v>
                </c:pt>
                <c:pt idx="2663">
                  <c:v>#N/A</c:v>
                </c:pt>
                <c:pt idx="2664">
                  <c:v>#N/A</c:v>
                </c:pt>
                <c:pt idx="2665">
                  <c:v>#N/A</c:v>
                </c:pt>
                <c:pt idx="2666">
                  <c:v>#N/A</c:v>
                </c:pt>
                <c:pt idx="2667">
                  <c:v>#N/A</c:v>
                </c:pt>
                <c:pt idx="2668">
                  <c:v>#N/A</c:v>
                </c:pt>
                <c:pt idx="2669">
                  <c:v>#N/A</c:v>
                </c:pt>
                <c:pt idx="2670">
                  <c:v>#N/A</c:v>
                </c:pt>
                <c:pt idx="2671">
                  <c:v>#N/A</c:v>
                </c:pt>
                <c:pt idx="2672">
                  <c:v>#N/A</c:v>
                </c:pt>
                <c:pt idx="2673">
                  <c:v>#N/A</c:v>
                </c:pt>
                <c:pt idx="2674">
                  <c:v>#N/A</c:v>
                </c:pt>
                <c:pt idx="2675">
                  <c:v>#N/A</c:v>
                </c:pt>
                <c:pt idx="2676">
                  <c:v>#N/A</c:v>
                </c:pt>
                <c:pt idx="2677">
                  <c:v>#N/A</c:v>
                </c:pt>
                <c:pt idx="2678">
                  <c:v>#N/A</c:v>
                </c:pt>
                <c:pt idx="2679">
                  <c:v>#N/A</c:v>
                </c:pt>
                <c:pt idx="2680">
                  <c:v>#N/A</c:v>
                </c:pt>
                <c:pt idx="2681">
                  <c:v>#N/A</c:v>
                </c:pt>
                <c:pt idx="2682">
                  <c:v>#N/A</c:v>
                </c:pt>
                <c:pt idx="2683">
                  <c:v>#N/A</c:v>
                </c:pt>
                <c:pt idx="2684">
                  <c:v>#N/A</c:v>
                </c:pt>
                <c:pt idx="2685">
                  <c:v>#N/A</c:v>
                </c:pt>
                <c:pt idx="2686">
                  <c:v>#N/A</c:v>
                </c:pt>
                <c:pt idx="2687">
                  <c:v>#N/A</c:v>
                </c:pt>
                <c:pt idx="2688">
                  <c:v>#N/A</c:v>
                </c:pt>
                <c:pt idx="2689">
                  <c:v>#N/A</c:v>
                </c:pt>
                <c:pt idx="2690">
                  <c:v>#N/A</c:v>
                </c:pt>
                <c:pt idx="2691">
                  <c:v>#N/A</c:v>
                </c:pt>
                <c:pt idx="2692">
                  <c:v>#N/A</c:v>
                </c:pt>
                <c:pt idx="2693">
                  <c:v>#N/A</c:v>
                </c:pt>
                <c:pt idx="2694">
                  <c:v>#N/A</c:v>
                </c:pt>
                <c:pt idx="2695">
                  <c:v>#N/A</c:v>
                </c:pt>
                <c:pt idx="2696">
                  <c:v>#N/A</c:v>
                </c:pt>
                <c:pt idx="2697">
                  <c:v>#N/A</c:v>
                </c:pt>
                <c:pt idx="2698">
                  <c:v>#N/A</c:v>
                </c:pt>
                <c:pt idx="2699">
                  <c:v>#N/A</c:v>
                </c:pt>
                <c:pt idx="2700">
                  <c:v>#N/A</c:v>
                </c:pt>
                <c:pt idx="2701">
                  <c:v>#N/A</c:v>
                </c:pt>
                <c:pt idx="2702">
                  <c:v>#N/A</c:v>
                </c:pt>
                <c:pt idx="2703">
                  <c:v>#N/A</c:v>
                </c:pt>
                <c:pt idx="2704">
                  <c:v>#N/A</c:v>
                </c:pt>
                <c:pt idx="2705">
                  <c:v>#N/A</c:v>
                </c:pt>
                <c:pt idx="2706">
                  <c:v>#N/A</c:v>
                </c:pt>
                <c:pt idx="2707">
                  <c:v>#N/A</c:v>
                </c:pt>
                <c:pt idx="2708">
                  <c:v>#N/A</c:v>
                </c:pt>
                <c:pt idx="2709">
                  <c:v>2724.1542140904626</c:v>
                </c:pt>
                <c:pt idx="2710">
                  <c:v>2724.1542140904626</c:v>
                </c:pt>
                <c:pt idx="2711">
                  <c:v>2724.1542140904626</c:v>
                </c:pt>
                <c:pt idx="2712">
                  <c:v>2724.1542140904626</c:v>
                </c:pt>
                <c:pt idx="2713">
                  <c:v>2724.1542140904626</c:v>
                </c:pt>
                <c:pt idx="2714">
                  <c:v>2724.1542140904626</c:v>
                </c:pt>
                <c:pt idx="2715">
                  <c:v>2724.1542140904626</c:v>
                </c:pt>
                <c:pt idx="2716">
                  <c:v>2724.1542140904626</c:v>
                </c:pt>
                <c:pt idx="2717">
                  <c:v>#N/A</c:v>
                </c:pt>
                <c:pt idx="2718">
                  <c:v>#N/A</c:v>
                </c:pt>
                <c:pt idx="2719">
                  <c:v>#N/A</c:v>
                </c:pt>
                <c:pt idx="2720">
                  <c:v>#N/A</c:v>
                </c:pt>
                <c:pt idx="2721">
                  <c:v>#N/A</c:v>
                </c:pt>
                <c:pt idx="2722">
                  <c:v>#N/A</c:v>
                </c:pt>
                <c:pt idx="2723">
                  <c:v>#N/A</c:v>
                </c:pt>
                <c:pt idx="2724">
                  <c:v>#N/A</c:v>
                </c:pt>
                <c:pt idx="2725">
                  <c:v>#N/A</c:v>
                </c:pt>
                <c:pt idx="2726">
                  <c:v>#N/A</c:v>
                </c:pt>
                <c:pt idx="2727">
                  <c:v>#N/A</c:v>
                </c:pt>
                <c:pt idx="2728">
                  <c:v>#N/A</c:v>
                </c:pt>
                <c:pt idx="2729">
                  <c:v>#N/A</c:v>
                </c:pt>
                <c:pt idx="2730">
                  <c:v>#N/A</c:v>
                </c:pt>
                <c:pt idx="2731">
                  <c:v>#N/A</c:v>
                </c:pt>
                <c:pt idx="2732">
                  <c:v>#N/A</c:v>
                </c:pt>
                <c:pt idx="2733">
                  <c:v>#N/A</c:v>
                </c:pt>
                <c:pt idx="2734">
                  <c:v>#N/A</c:v>
                </c:pt>
                <c:pt idx="2735">
                  <c:v>#N/A</c:v>
                </c:pt>
                <c:pt idx="2736">
                  <c:v>#N/A</c:v>
                </c:pt>
                <c:pt idx="2737">
                  <c:v>#N/A</c:v>
                </c:pt>
                <c:pt idx="2738">
                  <c:v>#N/A</c:v>
                </c:pt>
                <c:pt idx="2739">
                  <c:v>#N/A</c:v>
                </c:pt>
                <c:pt idx="2740">
                  <c:v>#N/A</c:v>
                </c:pt>
                <c:pt idx="2741">
                  <c:v>#N/A</c:v>
                </c:pt>
                <c:pt idx="2742">
                  <c:v>#N/A</c:v>
                </c:pt>
                <c:pt idx="2743">
                  <c:v>#N/A</c:v>
                </c:pt>
                <c:pt idx="2744">
                  <c:v>#N/A</c:v>
                </c:pt>
                <c:pt idx="2745">
                  <c:v>#N/A</c:v>
                </c:pt>
                <c:pt idx="2746">
                  <c:v>#N/A</c:v>
                </c:pt>
                <c:pt idx="2747">
                  <c:v>#N/A</c:v>
                </c:pt>
                <c:pt idx="2748">
                  <c:v>#N/A</c:v>
                </c:pt>
                <c:pt idx="2749">
                  <c:v>#N/A</c:v>
                </c:pt>
                <c:pt idx="2750">
                  <c:v>#N/A</c:v>
                </c:pt>
                <c:pt idx="2751">
                  <c:v>#N/A</c:v>
                </c:pt>
                <c:pt idx="2752">
                  <c:v>#N/A</c:v>
                </c:pt>
                <c:pt idx="2753">
                  <c:v>#N/A</c:v>
                </c:pt>
                <c:pt idx="2754">
                  <c:v>#N/A</c:v>
                </c:pt>
                <c:pt idx="2755">
                  <c:v>#N/A</c:v>
                </c:pt>
                <c:pt idx="2756">
                  <c:v>#N/A</c:v>
                </c:pt>
                <c:pt idx="2757">
                  <c:v>#N/A</c:v>
                </c:pt>
                <c:pt idx="2758">
                  <c:v>#N/A</c:v>
                </c:pt>
                <c:pt idx="2759">
                  <c:v>#N/A</c:v>
                </c:pt>
                <c:pt idx="2760">
                  <c:v>#N/A</c:v>
                </c:pt>
                <c:pt idx="2761">
                  <c:v>#N/A</c:v>
                </c:pt>
                <c:pt idx="2762">
                  <c:v>#N/A</c:v>
                </c:pt>
                <c:pt idx="2763">
                  <c:v>#N/A</c:v>
                </c:pt>
                <c:pt idx="2764">
                  <c:v>#N/A</c:v>
                </c:pt>
                <c:pt idx="2765">
                  <c:v>#N/A</c:v>
                </c:pt>
                <c:pt idx="2766">
                  <c:v>#N/A</c:v>
                </c:pt>
                <c:pt idx="2767">
                  <c:v>#N/A</c:v>
                </c:pt>
                <c:pt idx="2768">
                  <c:v>#N/A</c:v>
                </c:pt>
                <c:pt idx="2769">
                  <c:v>#N/A</c:v>
                </c:pt>
                <c:pt idx="2770">
                  <c:v>#N/A</c:v>
                </c:pt>
                <c:pt idx="2771">
                  <c:v>#N/A</c:v>
                </c:pt>
                <c:pt idx="2772">
                  <c:v>#N/A</c:v>
                </c:pt>
                <c:pt idx="2773">
                  <c:v>#N/A</c:v>
                </c:pt>
                <c:pt idx="2774">
                  <c:v>#N/A</c:v>
                </c:pt>
                <c:pt idx="2775">
                  <c:v>#N/A</c:v>
                </c:pt>
                <c:pt idx="2776">
                  <c:v>#N/A</c:v>
                </c:pt>
                <c:pt idx="2777">
                  <c:v>#N/A</c:v>
                </c:pt>
                <c:pt idx="2778">
                  <c:v>#N/A</c:v>
                </c:pt>
                <c:pt idx="2779">
                  <c:v>#N/A</c:v>
                </c:pt>
                <c:pt idx="2780">
                  <c:v>#N/A</c:v>
                </c:pt>
                <c:pt idx="2781">
                  <c:v>#N/A</c:v>
                </c:pt>
                <c:pt idx="2782">
                  <c:v>#N/A</c:v>
                </c:pt>
                <c:pt idx="2783">
                  <c:v>#N/A</c:v>
                </c:pt>
                <c:pt idx="2784">
                  <c:v>#N/A</c:v>
                </c:pt>
                <c:pt idx="2785">
                  <c:v>#N/A</c:v>
                </c:pt>
                <c:pt idx="2786">
                  <c:v>#N/A</c:v>
                </c:pt>
                <c:pt idx="2787">
                  <c:v>#N/A</c:v>
                </c:pt>
                <c:pt idx="2788">
                  <c:v>#N/A</c:v>
                </c:pt>
                <c:pt idx="2789">
                  <c:v>#N/A</c:v>
                </c:pt>
                <c:pt idx="2790">
                  <c:v>#N/A</c:v>
                </c:pt>
                <c:pt idx="2791">
                  <c:v>#N/A</c:v>
                </c:pt>
                <c:pt idx="2792">
                  <c:v>#N/A</c:v>
                </c:pt>
                <c:pt idx="2793">
                  <c:v>#N/A</c:v>
                </c:pt>
                <c:pt idx="2794">
                  <c:v>#N/A</c:v>
                </c:pt>
                <c:pt idx="2795">
                  <c:v>#N/A</c:v>
                </c:pt>
                <c:pt idx="2796">
                  <c:v>#N/A</c:v>
                </c:pt>
                <c:pt idx="2797">
                  <c:v>#N/A</c:v>
                </c:pt>
                <c:pt idx="2798">
                  <c:v>#N/A</c:v>
                </c:pt>
                <c:pt idx="2799">
                  <c:v>#N/A</c:v>
                </c:pt>
                <c:pt idx="2800">
                  <c:v>#N/A</c:v>
                </c:pt>
                <c:pt idx="2801">
                  <c:v>#N/A</c:v>
                </c:pt>
                <c:pt idx="2802">
                  <c:v>#N/A</c:v>
                </c:pt>
                <c:pt idx="2803">
                  <c:v>#N/A</c:v>
                </c:pt>
                <c:pt idx="2804">
                  <c:v>#N/A</c:v>
                </c:pt>
                <c:pt idx="2805">
                  <c:v>#N/A</c:v>
                </c:pt>
                <c:pt idx="2806">
                  <c:v>#N/A</c:v>
                </c:pt>
                <c:pt idx="2807">
                  <c:v>#N/A</c:v>
                </c:pt>
                <c:pt idx="2808">
                  <c:v>#N/A</c:v>
                </c:pt>
                <c:pt idx="2809">
                  <c:v>#N/A</c:v>
                </c:pt>
                <c:pt idx="2810">
                  <c:v>#N/A</c:v>
                </c:pt>
                <c:pt idx="2811">
                  <c:v>#N/A</c:v>
                </c:pt>
                <c:pt idx="2812">
                  <c:v>#N/A</c:v>
                </c:pt>
                <c:pt idx="2813">
                  <c:v>#N/A</c:v>
                </c:pt>
                <c:pt idx="2814">
                  <c:v>#N/A</c:v>
                </c:pt>
                <c:pt idx="2815">
                  <c:v>#N/A</c:v>
                </c:pt>
                <c:pt idx="2816">
                  <c:v>#N/A</c:v>
                </c:pt>
                <c:pt idx="2817">
                  <c:v>#N/A</c:v>
                </c:pt>
                <c:pt idx="2818">
                  <c:v>#N/A</c:v>
                </c:pt>
                <c:pt idx="2819">
                  <c:v>#N/A</c:v>
                </c:pt>
                <c:pt idx="2820">
                  <c:v>#N/A</c:v>
                </c:pt>
                <c:pt idx="2821">
                  <c:v>#N/A</c:v>
                </c:pt>
                <c:pt idx="2822">
                  <c:v>#N/A</c:v>
                </c:pt>
                <c:pt idx="2823">
                  <c:v>#N/A</c:v>
                </c:pt>
                <c:pt idx="2824">
                  <c:v>#N/A</c:v>
                </c:pt>
                <c:pt idx="2825">
                  <c:v>#N/A</c:v>
                </c:pt>
                <c:pt idx="2826">
                  <c:v>#N/A</c:v>
                </c:pt>
                <c:pt idx="2827">
                  <c:v>#N/A</c:v>
                </c:pt>
                <c:pt idx="2828">
                  <c:v>#N/A</c:v>
                </c:pt>
                <c:pt idx="2829">
                  <c:v>#N/A</c:v>
                </c:pt>
                <c:pt idx="2830">
                  <c:v>#N/A</c:v>
                </c:pt>
                <c:pt idx="2831">
                  <c:v>#N/A</c:v>
                </c:pt>
                <c:pt idx="2832">
                  <c:v>#N/A</c:v>
                </c:pt>
                <c:pt idx="2833">
                  <c:v>#N/A</c:v>
                </c:pt>
                <c:pt idx="2834">
                  <c:v>#N/A</c:v>
                </c:pt>
                <c:pt idx="2835">
                  <c:v>2755.8659794676287</c:v>
                </c:pt>
                <c:pt idx="2836">
                  <c:v>2755.8659794676287</c:v>
                </c:pt>
                <c:pt idx="2837">
                  <c:v>2755.8659794676287</c:v>
                </c:pt>
                <c:pt idx="2838">
                  <c:v>2755.8659794676287</c:v>
                </c:pt>
                <c:pt idx="2839">
                  <c:v>2755.8659794676287</c:v>
                </c:pt>
                <c:pt idx="2840">
                  <c:v>2755.8659794676287</c:v>
                </c:pt>
                <c:pt idx="2841">
                  <c:v>2755.8659794676287</c:v>
                </c:pt>
                <c:pt idx="2842">
                  <c:v>2755.8659794676287</c:v>
                </c:pt>
                <c:pt idx="2843">
                  <c:v>#N/A</c:v>
                </c:pt>
                <c:pt idx="2844">
                  <c:v>#N/A</c:v>
                </c:pt>
                <c:pt idx="2845">
                  <c:v>#N/A</c:v>
                </c:pt>
                <c:pt idx="2846">
                  <c:v>#N/A</c:v>
                </c:pt>
                <c:pt idx="2847">
                  <c:v>#N/A</c:v>
                </c:pt>
                <c:pt idx="2848">
                  <c:v>#N/A</c:v>
                </c:pt>
                <c:pt idx="2849">
                  <c:v>#N/A</c:v>
                </c:pt>
                <c:pt idx="2850">
                  <c:v>#N/A</c:v>
                </c:pt>
                <c:pt idx="2851">
                  <c:v>#N/A</c:v>
                </c:pt>
                <c:pt idx="2852">
                  <c:v>#N/A</c:v>
                </c:pt>
                <c:pt idx="2853">
                  <c:v>#N/A</c:v>
                </c:pt>
                <c:pt idx="2854">
                  <c:v>#N/A</c:v>
                </c:pt>
                <c:pt idx="2855">
                  <c:v>#N/A</c:v>
                </c:pt>
                <c:pt idx="2856">
                  <c:v>#N/A</c:v>
                </c:pt>
                <c:pt idx="2857">
                  <c:v>#N/A</c:v>
                </c:pt>
                <c:pt idx="2858">
                  <c:v>#N/A</c:v>
                </c:pt>
                <c:pt idx="2859">
                  <c:v>#N/A</c:v>
                </c:pt>
                <c:pt idx="2860">
                  <c:v>#N/A</c:v>
                </c:pt>
                <c:pt idx="2861">
                  <c:v>#N/A</c:v>
                </c:pt>
                <c:pt idx="2862">
                  <c:v>2760.8025368124445</c:v>
                </c:pt>
                <c:pt idx="2863">
                  <c:v>2760.8025368124445</c:v>
                </c:pt>
                <c:pt idx="2864">
                  <c:v>2760.8025368124445</c:v>
                </c:pt>
                <c:pt idx="2865">
                  <c:v>2760.8025368124445</c:v>
                </c:pt>
                <c:pt idx="2866">
                  <c:v>2760.8025368124445</c:v>
                </c:pt>
                <c:pt idx="2867">
                  <c:v>2760.8025368124445</c:v>
                </c:pt>
                <c:pt idx="2868">
                  <c:v>2760.8025368124445</c:v>
                </c:pt>
                <c:pt idx="2869">
                  <c:v>2760.8025368124445</c:v>
                </c:pt>
                <c:pt idx="2870">
                  <c:v>2760.8025368124445</c:v>
                </c:pt>
                <c:pt idx="2871">
                  <c:v>2760.8025368124445</c:v>
                </c:pt>
                <c:pt idx="2872">
                  <c:v>2760.8025368124445</c:v>
                </c:pt>
                <c:pt idx="2873">
                  <c:v>2760.8025368124445</c:v>
                </c:pt>
                <c:pt idx="2874">
                  <c:v>2767.3218951366957</c:v>
                </c:pt>
                <c:pt idx="2875">
                  <c:v>2767.3218951366957</c:v>
                </c:pt>
                <c:pt idx="2876">
                  <c:v>2767.3218951366957</c:v>
                </c:pt>
                <c:pt idx="2877">
                  <c:v>2767.3218951366957</c:v>
                </c:pt>
                <c:pt idx="2878">
                  <c:v>2767.3218951366957</c:v>
                </c:pt>
                <c:pt idx="2879">
                  <c:v>2767.3218951366957</c:v>
                </c:pt>
                <c:pt idx="2880">
                  <c:v>2767.3218951366957</c:v>
                </c:pt>
                <c:pt idx="2881">
                  <c:v>2767.3218951366957</c:v>
                </c:pt>
                <c:pt idx="2882">
                  <c:v>2767.3218951366957</c:v>
                </c:pt>
                <c:pt idx="2883">
                  <c:v>2767.3218951366957</c:v>
                </c:pt>
                <c:pt idx="2884">
                  <c:v>2767.3218951366957</c:v>
                </c:pt>
                <c:pt idx="2885">
                  <c:v>2767.3218951366957</c:v>
                </c:pt>
                <c:pt idx="2886">
                  <c:v>2767.3218951366957</c:v>
                </c:pt>
                <c:pt idx="2887">
                  <c:v>2767.3218951366957</c:v>
                </c:pt>
                <c:pt idx="2888">
                  <c:v>2767.3218951366957</c:v>
                </c:pt>
                <c:pt idx="2889">
                  <c:v>2767.3218951366957</c:v>
                </c:pt>
                <c:pt idx="2890">
                  <c:v>2767.3218951366957</c:v>
                </c:pt>
                <c:pt idx="2891">
                  <c:v>#N/A</c:v>
                </c:pt>
                <c:pt idx="2892">
                  <c:v>#N/A</c:v>
                </c:pt>
                <c:pt idx="2893">
                  <c:v>#N/A</c:v>
                </c:pt>
                <c:pt idx="2894">
                  <c:v>#N/A</c:v>
                </c:pt>
                <c:pt idx="2895">
                  <c:v>#N/A</c:v>
                </c:pt>
                <c:pt idx="2896">
                  <c:v>#N/A</c:v>
                </c:pt>
                <c:pt idx="2897">
                  <c:v>2777.6013071548996</c:v>
                </c:pt>
                <c:pt idx="2898">
                  <c:v>2777.6013071548996</c:v>
                </c:pt>
                <c:pt idx="2899">
                  <c:v>2777.6013071548996</c:v>
                </c:pt>
                <c:pt idx="2900">
                  <c:v>2777.6013071548996</c:v>
                </c:pt>
                <c:pt idx="2901">
                  <c:v>2777.6013071548996</c:v>
                </c:pt>
                <c:pt idx="2902">
                  <c:v>2777.6013071548996</c:v>
                </c:pt>
                <c:pt idx="2903">
                  <c:v>2777.6013071548996</c:v>
                </c:pt>
                <c:pt idx="2904">
                  <c:v>2777.6013071548996</c:v>
                </c:pt>
                <c:pt idx="2905">
                  <c:v>2777.6013071548996</c:v>
                </c:pt>
                <c:pt idx="2906">
                  <c:v>2777.6013071548996</c:v>
                </c:pt>
                <c:pt idx="2907">
                  <c:v>2777.6013071548996</c:v>
                </c:pt>
                <c:pt idx="2908">
                  <c:v>2777.6013071548996</c:v>
                </c:pt>
                <c:pt idx="2909">
                  <c:v>2777.6013071548996</c:v>
                </c:pt>
                <c:pt idx="2910">
                  <c:v>2777.6013071548996</c:v>
                </c:pt>
                <c:pt idx="2911">
                  <c:v>2777.6013071548996</c:v>
                </c:pt>
                <c:pt idx="2912">
                  <c:v>2777.6013071548996</c:v>
                </c:pt>
                <c:pt idx="2913">
                  <c:v>2777.6013071548996</c:v>
                </c:pt>
                <c:pt idx="2914">
                  <c:v>2777.6013071548996</c:v>
                </c:pt>
                <c:pt idx="2915">
                  <c:v>2777.6013071548996</c:v>
                </c:pt>
                <c:pt idx="2916">
                  <c:v>2777.6013071548996</c:v>
                </c:pt>
                <c:pt idx="2917">
                  <c:v>2777.6013071548996</c:v>
                </c:pt>
                <c:pt idx="2918">
                  <c:v>2777.6013071548996</c:v>
                </c:pt>
                <c:pt idx="2919">
                  <c:v>2777.6013071548996</c:v>
                </c:pt>
                <c:pt idx="2920">
                  <c:v>2777.6013071548996</c:v>
                </c:pt>
                <c:pt idx="2921">
                  <c:v>2777.6013071548996</c:v>
                </c:pt>
                <c:pt idx="2922">
                  <c:v>2777.6013071548996</c:v>
                </c:pt>
                <c:pt idx="2923">
                  <c:v>2777.6013071548996</c:v>
                </c:pt>
                <c:pt idx="2924">
                  <c:v>2777.6013071548996</c:v>
                </c:pt>
                <c:pt idx="2925">
                  <c:v>2777.6013071548996</c:v>
                </c:pt>
                <c:pt idx="2926">
                  <c:v>2777.6013071548996</c:v>
                </c:pt>
                <c:pt idx="2927">
                  <c:v>2777.6013071548996</c:v>
                </c:pt>
                <c:pt idx="2928">
                  <c:v>2777.6013071548996</c:v>
                </c:pt>
                <c:pt idx="2929">
                  <c:v>#N/A</c:v>
                </c:pt>
                <c:pt idx="2930">
                  <c:v>#N/A</c:v>
                </c:pt>
                <c:pt idx="2931">
                  <c:v>#N/A</c:v>
                </c:pt>
                <c:pt idx="2932">
                  <c:v>#N/A</c:v>
                </c:pt>
                <c:pt idx="2933">
                  <c:v>#N/A</c:v>
                </c:pt>
                <c:pt idx="2934">
                  <c:v>#N/A</c:v>
                </c:pt>
                <c:pt idx="2935">
                  <c:v>#N/A</c:v>
                </c:pt>
                <c:pt idx="2936">
                  <c:v>#N/A</c:v>
                </c:pt>
                <c:pt idx="2937">
                  <c:v>#N/A</c:v>
                </c:pt>
                <c:pt idx="2938">
                  <c:v>#N/A</c:v>
                </c:pt>
                <c:pt idx="2939">
                  <c:v>#N/A</c:v>
                </c:pt>
                <c:pt idx="2940">
                  <c:v>#N/A</c:v>
                </c:pt>
                <c:pt idx="2941">
                  <c:v>#N/A</c:v>
                </c:pt>
                <c:pt idx="2942">
                  <c:v>#N/A</c:v>
                </c:pt>
                <c:pt idx="2943">
                  <c:v>#N/A</c:v>
                </c:pt>
                <c:pt idx="2944">
                  <c:v>#N/A</c:v>
                </c:pt>
                <c:pt idx="2945">
                  <c:v>#N/A</c:v>
                </c:pt>
                <c:pt idx="2946">
                  <c:v>#N/A</c:v>
                </c:pt>
                <c:pt idx="2947">
                  <c:v>#N/A</c:v>
                </c:pt>
                <c:pt idx="2948">
                  <c:v>#N/A</c:v>
                </c:pt>
                <c:pt idx="2949">
                  <c:v>#N/A</c:v>
                </c:pt>
                <c:pt idx="2950">
                  <c:v>#N/A</c:v>
                </c:pt>
                <c:pt idx="2951">
                  <c:v>#N/A</c:v>
                </c:pt>
                <c:pt idx="2952">
                  <c:v>#N/A</c:v>
                </c:pt>
                <c:pt idx="2953">
                  <c:v>#N/A</c:v>
                </c:pt>
                <c:pt idx="2954">
                  <c:v>#N/A</c:v>
                </c:pt>
                <c:pt idx="2955">
                  <c:v>#N/A</c:v>
                </c:pt>
                <c:pt idx="2956">
                  <c:v>#N/A</c:v>
                </c:pt>
                <c:pt idx="2957">
                  <c:v>#N/A</c:v>
                </c:pt>
                <c:pt idx="2958">
                  <c:v>#N/A</c:v>
                </c:pt>
                <c:pt idx="2959">
                  <c:v>#N/A</c:v>
                </c:pt>
                <c:pt idx="2960">
                  <c:v>#N/A</c:v>
                </c:pt>
                <c:pt idx="2961">
                  <c:v>#N/A</c:v>
                </c:pt>
                <c:pt idx="2962">
                  <c:v>#N/A</c:v>
                </c:pt>
                <c:pt idx="2963">
                  <c:v>#N/A</c:v>
                </c:pt>
                <c:pt idx="2964">
                  <c:v>#N/A</c:v>
                </c:pt>
                <c:pt idx="2965">
                  <c:v>#N/A</c:v>
                </c:pt>
                <c:pt idx="2966">
                  <c:v>#N/A</c:v>
                </c:pt>
                <c:pt idx="2967">
                  <c:v>#N/A</c:v>
                </c:pt>
                <c:pt idx="2968">
                  <c:v>#N/A</c:v>
                </c:pt>
                <c:pt idx="2969">
                  <c:v>#N/A</c:v>
                </c:pt>
                <c:pt idx="2970">
                  <c:v>#N/A</c:v>
                </c:pt>
                <c:pt idx="2971">
                  <c:v>#N/A</c:v>
                </c:pt>
                <c:pt idx="2972">
                  <c:v>#N/A</c:v>
                </c:pt>
                <c:pt idx="2973">
                  <c:v>#N/A</c:v>
                </c:pt>
                <c:pt idx="2974">
                  <c:v>#N/A</c:v>
                </c:pt>
                <c:pt idx="2975">
                  <c:v>#N/A</c:v>
                </c:pt>
                <c:pt idx="2976">
                  <c:v>#N/A</c:v>
                </c:pt>
                <c:pt idx="2977">
                  <c:v>#N/A</c:v>
                </c:pt>
                <c:pt idx="2978">
                  <c:v>#N/A</c:v>
                </c:pt>
                <c:pt idx="2979">
                  <c:v>#N/A</c:v>
                </c:pt>
                <c:pt idx="2980">
                  <c:v>#N/A</c:v>
                </c:pt>
                <c:pt idx="2981">
                  <c:v>#N/A</c:v>
                </c:pt>
                <c:pt idx="2982">
                  <c:v>#N/A</c:v>
                </c:pt>
                <c:pt idx="2983">
                  <c:v>#N/A</c:v>
                </c:pt>
                <c:pt idx="2984">
                  <c:v>#N/A</c:v>
                </c:pt>
                <c:pt idx="2985">
                  <c:v>#N/A</c:v>
                </c:pt>
                <c:pt idx="2986">
                  <c:v>#N/A</c:v>
                </c:pt>
                <c:pt idx="2987">
                  <c:v>#N/A</c:v>
                </c:pt>
                <c:pt idx="2988">
                  <c:v>#N/A</c:v>
                </c:pt>
                <c:pt idx="2989">
                  <c:v>#N/A</c:v>
                </c:pt>
                <c:pt idx="2990">
                  <c:v>#N/A</c:v>
                </c:pt>
                <c:pt idx="2991">
                  <c:v>#N/A</c:v>
                </c:pt>
                <c:pt idx="2992">
                  <c:v>#N/A</c:v>
                </c:pt>
                <c:pt idx="2993">
                  <c:v>#N/A</c:v>
                </c:pt>
                <c:pt idx="2994">
                  <c:v>#N/A</c:v>
                </c:pt>
                <c:pt idx="2995">
                  <c:v>#N/A</c:v>
                </c:pt>
                <c:pt idx="2996">
                  <c:v>#N/A</c:v>
                </c:pt>
                <c:pt idx="2997">
                  <c:v>#N/A</c:v>
                </c:pt>
                <c:pt idx="2998">
                  <c:v>#N/A</c:v>
                </c:pt>
                <c:pt idx="2999">
                  <c:v>#N/A</c:v>
                </c:pt>
                <c:pt idx="3000">
                  <c:v>#N/A</c:v>
                </c:pt>
                <c:pt idx="3001">
                  <c:v>#N/A</c:v>
                </c:pt>
                <c:pt idx="3002">
                  <c:v>#N/A</c:v>
                </c:pt>
                <c:pt idx="3003">
                  <c:v>#N/A</c:v>
                </c:pt>
                <c:pt idx="3004">
                  <c:v>#N/A</c:v>
                </c:pt>
                <c:pt idx="3005">
                  <c:v>#N/A</c:v>
                </c:pt>
                <c:pt idx="3006">
                  <c:v>#N/A</c:v>
                </c:pt>
                <c:pt idx="3007">
                  <c:v>#N/A</c:v>
                </c:pt>
                <c:pt idx="3008">
                  <c:v>#N/A</c:v>
                </c:pt>
                <c:pt idx="3009">
                  <c:v>#N/A</c:v>
                </c:pt>
                <c:pt idx="3010">
                  <c:v>#N/A</c:v>
                </c:pt>
                <c:pt idx="3011">
                  <c:v>#N/A</c:v>
                </c:pt>
                <c:pt idx="3012">
                  <c:v>#N/A</c:v>
                </c:pt>
                <c:pt idx="3013">
                  <c:v>#N/A</c:v>
                </c:pt>
                <c:pt idx="3014">
                  <c:v>#N/A</c:v>
                </c:pt>
                <c:pt idx="3015">
                  <c:v>#N/A</c:v>
                </c:pt>
                <c:pt idx="3016">
                  <c:v>#N/A</c:v>
                </c:pt>
                <c:pt idx="3017">
                  <c:v>#N/A</c:v>
                </c:pt>
                <c:pt idx="3018">
                  <c:v>#N/A</c:v>
                </c:pt>
                <c:pt idx="3019">
                  <c:v>#N/A</c:v>
                </c:pt>
                <c:pt idx="3020">
                  <c:v>#N/A</c:v>
                </c:pt>
                <c:pt idx="3021">
                  <c:v>#N/A</c:v>
                </c:pt>
                <c:pt idx="3022">
                  <c:v>#N/A</c:v>
                </c:pt>
                <c:pt idx="3023">
                  <c:v>#N/A</c:v>
                </c:pt>
                <c:pt idx="3024">
                  <c:v>#N/A</c:v>
                </c:pt>
                <c:pt idx="3025">
                  <c:v>#N/A</c:v>
                </c:pt>
                <c:pt idx="3026">
                  <c:v>#N/A</c:v>
                </c:pt>
                <c:pt idx="3027">
                  <c:v>#N/A</c:v>
                </c:pt>
                <c:pt idx="3028">
                  <c:v>#N/A</c:v>
                </c:pt>
                <c:pt idx="3029">
                  <c:v>#N/A</c:v>
                </c:pt>
                <c:pt idx="3030">
                  <c:v>#N/A</c:v>
                </c:pt>
                <c:pt idx="3031">
                  <c:v>#N/A</c:v>
                </c:pt>
                <c:pt idx="3032">
                  <c:v>#N/A</c:v>
                </c:pt>
                <c:pt idx="3033">
                  <c:v>#N/A</c:v>
                </c:pt>
                <c:pt idx="3034">
                  <c:v>#N/A</c:v>
                </c:pt>
                <c:pt idx="3035">
                  <c:v>#N/A</c:v>
                </c:pt>
                <c:pt idx="3036">
                  <c:v>#N/A</c:v>
                </c:pt>
                <c:pt idx="3037">
                  <c:v>#N/A</c:v>
                </c:pt>
                <c:pt idx="3038">
                  <c:v>#N/A</c:v>
                </c:pt>
                <c:pt idx="3039">
                  <c:v>#N/A</c:v>
                </c:pt>
                <c:pt idx="3040">
                  <c:v>#N/A</c:v>
                </c:pt>
                <c:pt idx="3041">
                  <c:v>#N/A</c:v>
                </c:pt>
                <c:pt idx="3042">
                  <c:v>2844.7674208478797</c:v>
                </c:pt>
                <c:pt idx="3043">
                  <c:v>2844.7674208478797</c:v>
                </c:pt>
                <c:pt idx="3044">
                  <c:v>2844.7674208478797</c:v>
                </c:pt>
                <c:pt idx="3045">
                  <c:v>2844.7674208478797</c:v>
                </c:pt>
                <c:pt idx="3046">
                  <c:v>2844.7674208478797</c:v>
                </c:pt>
                <c:pt idx="3047">
                  <c:v>2844.7674208478797</c:v>
                </c:pt>
                <c:pt idx="3048">
                  <c:v>2844.7674208478797</c:v>
                </c:pt>
                <c:pt idx="3049">
                  <c:v>2844.7674208478797</c:v>
                </c:pt>
                <c:pt idx="3050">
                  <c:v>2844.7674208478797</c:v>
                </c:pt>
                <c:pt idx="3051">
                  <c:v>2844.7674208478797</c:v>
                </c:pt>
                <c:pt idx="3052">
                  <c:v>2844.7674208478797</c:v>
                </c:pt>
                <c:pt idx="3053">
                  <c:v>2844.7674208478797</c:v>
                </c:pt>
                <c:pt idx="3054">
                  <c:v>2844.7674208478797</c:v>
                </c:pt>
                <c:pt idx="3055">
                  <c:v>2844.7674208478797</c:v>
                </c:pt>
                <c:pt idx="3056">
                  <c:v>2844.7674208478797</c:v>
                </c:pt>
                <c:pt idx="3057">
                  <c:v>2844.7674208478797</c:v>
                </c:pt>
                <c:pt idx="3058">
                  <c:v>2844.7674208478797</c:v>
                </c:pt>
                <c:pt idx="3059">
                  <c:v>2844.7674208478797</c:v>
                </c:pt>
                <c:pt idx="3060">
                  <c:v>2844.7674208478797</c:v>
                </c:pt>
                <c:pt idx="3061">
                  <c:v>2844.7674208478797</c:v>
                </c:pt>
                <c:pt idx="3062">
                  <c:v>2844.7674208478797</c:v>
                </c:pt>
                <c:pt idx="3063">
                  <c:v>2844.7674208478797</c:v>
                </c:pt>
                <c:pt idx="3064">
                  <c:v>2844.7674208478797</c:v>
                </c:pt>
                <c:pt idx="3065">
                  <c:v>2844.7674208478797</c:v>
                </c:pt>
                <c:pt idx="3066">
                  <c:v>2844.7674208478797</c:v>
                </c:pt>
                <c:pt idx="3067">
                  <c:v>2844.7674208478797</c:v>
                </c:pt>
                <c:pt idx="3068">
                  <c:v>2844.7674208478797</c:v>
                </c:pt>
                <c:pt idx="3069">
                  <c:v>2844.7674208478797</c:v>
                </c:pt>
                <c:pt idx="3070">
                  <c:v>2844.7674208478797</c:v>
                </c:pt>
                <c:pt idx="3071">
                  <c:v>2844.7674208478797</c:v>
                </c:pt>
                <c:pt idx="3072">
                  <c:v>2844.7674208478797</c:v>
                </c:pt>
                <c:pt idx="3073">
                  <c:v>2844.7674208478797</c:v>
                </c:pt>
                <c:pt idx="3074">
                  <c:v>2844.7674208478797</c:v>
                </c:pt>
                <c:pt idx="3075">
                  <c:v>2844.7674208478797</c:v>
                </c:pt>
                <c:pt idx="3076">
                  <c:v>2844.7674208478797</c:v>
                </c:pt>
                <c:pt idx="3077">
                  <c:v>2844.7674208478797</c:v>
                </c:pt>
                <c:pt idx="3078">
                  <c:v>2844.7674208478797</c:v>
                </c:pt>
                <c:pt idx="3079">
                  <c:v>2844.7674208478797</c:v>
                </c:pt>
                <c:pt idx="3080">
                  <c:v>2844.7674208478797</c:v>
                </c:pt>
                <c:pt idx="3081">
                  <c:v>2844.7674208478797</c:v>
                </c:pt>
                <c:pt idx="3082">
                  <c:v>2844.7674208478797</c:v>
                </c:pt>
                <c:pt idx="3083">
                  <c:v>2844.7674208478797</c:v>
                </c:pt>
                <c:pt idx="3084">
                  <c:v>2844.7674208478797</c:v>
                </c:pt>
                <c:pt idx="3085">
                  <c:v>2844.7674208478797</c:v>
                </c:pt>
                <c:pt idx="3086">
                  <c:v>#N/A</c:v>
                </c:pt>
                <c:pt idx="3087">
                  <c:v>#N/A</c:v>
                </c:pt>
                <c:pt idx="3088">
                  <c:v>#N/A</c:v>
                </c:pt>
                <c:pt idx="3089">
                  <c:v>#N/A</c:v>
                </c:pt>
                <c:pt idx="3090">
                  <c:v>#N/A</c:v>
                </c:pt>
                <c:pt idx="3091">
                  <c:v>#N/A</c:v>
                </c:pt>
                <c:pt idx="3092">
                  <c:v>#N/A</c:v>
                </c:pt>
                <c:pt idx="3093">
                  <c:v>#N/A</c:v>
                </c:pt>
                <c:pt idx="3094">
                  <c:v>#N/A</c:v>
                </c:pt>
                <c:pt idx="3095">
                  <c:v>#N/A</c:v>
                </c:pt>
                <c:pt idx="3096">
                  <c:v>#N/A</c:v>
                </c:pt>
                <c:pt idx="3097">
                  <c:v>#N/A</c:v>
                </c:pt>
                <c:pt idx="3098">
                  <c:v>#N/A</c:v>
                </c:pt>
                <c:pt idx="3099">
                  <c:v>#N/A</c:v>
                </c:pt>
                <c:pt idx="3100">
                  <c:v>#N/A</c:v>
                </c:pt>
                <c:pt idx="3101">
                  <c:v>#N/A</c:v>
                </c:pt>
                <c:pt idx="3102">
                  <c:v>#N/A</c:v>
                </c:pt>
                <c:pt idx="3103">
                  <c:v>#N/A</c:v>
                </c:pt>
                <c:pt idx="3104">
                  <c:v>#N/A</c:v>
                </c:pt>
                <c:pt idx="3105">
                  <c:v>#N/A</c:v>
                </c:pt>
                <c:pt idx="3106">
                  <c:v>#N/A</c:v>
                </c:pt>
                <c:pt idx="3107">
                  <c:v>#N/A</c:v>
                </c:pt>
                <c:pt idx="3108">
                  <c:v>#N/A</c:v>
                </c:pt>
                <c:pt idx="3109">
                  <c:v>#N/A</c:v>
                </c:pt>
                <c:pt idx="3110">
                  <c:v>#N/A</c:v>
                </c:pt>
                <c:pt idx="3111">
                  <c:v>#N/A</c:v>
                </c:pt>
                <c:pt idx="3112">
                  <c:v>#N/A</c:v>
                </c:pt>
                <c:pt idx="3113">
                  <c:v>#N/A</c:v>
                </c:pt>
                <c:pt idx="3114">
                  <c:v>#N/A</c:v>
                </c:pt>
                <c:pt idx="3115">
                  <c:v>#N/A</c:v>
                </c:pt>
                <c:pt idx="3116">
                  <c:v>#N/A</c:v>
                </c:pt>
                <c:pt idx="3117">
                  <c:v>#N/A</c:v>
                </c:pt>
                <c:pt idx="3118">
                  <c:v>#N/A</c:v>
                </c:pt>
                <c:pt idx="3119">
                  <c:v>#N/A</c:v>
                </c:pt>
                <c:pt idx="3120">
                  <c:v>#N/A</c:v>
                </c:pt>
                <c:pt idx="3121">
                  <c:v>#N/A</c:v>
                </c:pt>
                <c:pt idx="3122">
                  <c:v>#N/A</c:v>
                </c:pt>
                <c:pt idx="3123">
                  <c:v>#N/A</c:v>
                </c:pt>
                <c:pt idx="3124">
                  <c:v>#N/A</c:v>
                </c:pt>
                <c:pt idx="3125">
                  <c:v>#N/A</c:v>
                </c:pt>
                <c:pt idx="3126">
                  <c:v>#N/A</c:v>
                </c:pt>
                <c:pt idx="3127">
                  <c:v>#N/A</c:v>
                </c:pt>
                <c:pt idx="3128">
                  <c:v>#N/A</c:v>
                </c:pt>
                <c:pt idx="3129">
                  <c:v>#N/A</c:v>
                </c:pt>
                <c:pt idx="3130">
                  <c:v>#N/A</c:v>
                </c:pt>
                <c:pt idx="3131">
                  <c:v>#N/A</c:v>
                </c:pt>
                <c:pt idx="3132">
                  <c:v>#N/A</c:v>
                </c:pt>
                <c:pt idx="3133">
                  <c:v>#N/A</c:v>
                </c:pt>
                <c:pt idx="3134">
                  <c:v>#N/A</c:v>
                </c:pt>
                <c:pt idx="3135">
                  <c:v>#N/A</c:v>
                </c:pt>
                <c:pt idx="3136">
                  <c:v>#N/A</c:v>
                </c:pt>
                <c:pt idx="3137">
                  <c:v>#N/A</c:v>
                </c:pt>
                <c:pt idx="3138">
                  <c:v>#N/A</c:v>
                </c:pt>
                <c:pt idx="3139">
                  <c:v>#N/A</c:v>
                </c:pt>
                <c:pt idx="3140">
                  <c:v>#N/A</c:v>
                </c:pt>
                <c:pt idx="3141">
                  <c:v>#N/A</c:v>
                </c:pt>
                <c:pt idx="3142">
                  <c:v>#N/A</c:v>
                </c:pt>
                <c:pt idx="3143">
                  <c:v>#N/A</c:v>
                </c:pt>
                <c:pt idx="3144">
                  <c:v>#N/A</c:v>
                </c:pt>
                <c:pt idx="3145">
                  <c:v>#N/A</c:v>
                </c:pt>
                <c:pt idx="3146">
                  <c:v>#N/A</c:v>
                </c:pt>
                <c:pt idx="3147">
                  <c:v>#N/A</c:v>
                </c:pt>
                <c:pt idx="3148">
                  <c:v>#N/A</c:v>
                </c:pt>
                <c:pt idx="3149">
                  <c:v>#N/A</c:v>
                </c:pt>
                <c:pt idx="3150">
                  <c:v>#N/A</c:v>
                </c:pt>
                <c:pt idx="3151">
                  <c:v>3006.6432546314122</c:v>
                </c:pt>
                <c:pt idx="3152">
                  <c:v>3006.6432546314122</c:v>
                </c:pt>
                <c:pt idx="3153">
                  <c:v>3006.6432546314122</c:v>
                </c:pt>
                <c:pt idx="3154">
                  <c:v>3006.6432546314122</c:v>
                </c:pt>
                <c:pt idx="3155">
                  <c:v>3006.6432546314122</c:v>
                </c:pt>
                <c:pt idx="3156">
                  <c:v>3006.6432546314122</c:v>
                </c:pt>
                <c:pt idx="3157">
                  <c:v>3006.6432546314122</c:v>
                </c:pt>
                <c:pt idx="3158">
                  <c:v>3006.6432546314122</c:v>
                </c:pt>
                <c:pt idx="3159">
                  <c:v>3006.6432546314122</c:v>
                </c:pt>
                <c:pt idx="3160">
                  <c:v>3006.6432546314122</c:v>
                </c:pt>
                <c:pt idx="3161">
                  <c:v>3006.6432546314122</c:v>
                </c:pt>
                <c:pt idx="3162">
                  <c:v>3006.6432546314122</c:v>
                </c:pt>
                <c:pt idx="3163">
                  <c:v>3006.6432546314122</c:v>
                </c:pt>
                <c:pt idx="3164">
                  <c:v>3006.6432546314122</c:v>
                </c:pt>
                <c:pt idx="3165">
                  <c:v>3006.6432546314122</c:v>
                </c:pt>
                <c:pt idx="3166">
                  <c:v>3006.6432546314122</c:v>
                </c:pt>
                <c:pt idx="3167">
                  <c:v>3006.6432546314122</c:v>
                </c:pt>
                <c:pt idx="3168">
                  <c:v>3006.6432546314122</c:v>
                </c:pt>
                <c:pt idx="3169">
                  <c:v>3006.6432546314122</c:v>
                </c:pt>
                <c:pt idx="3170">
                  <c:v>3006.6432546314122</c:v>
                </c:pt>
                <c:pt idx="3171">
                  <c:v>3006.6432546314122</c:v>
                </c:pt>
                <c:pt idx="3172">
                  <c:v>3006.6432546314122</c:v>
                </c:pt>
                <c:pt idx="3173">
                  <c:v>3006.6432546314122</c:v>
                </c:pt>
                <c:pt idx="3174">
                  <c:v>3006.6432546314122</c:v>
                </c:pt>
                <c:pt idx="3175">
                  <c:v>3006.6432546314122</c:v>
                </c:pt>
                <c:pt idx="3176">
                  <c:v>3006.6432546314122</c:v>
                </c:pt>
                <c:pt idx="3177">
                  <c:v>3006.6432546314122</c:v>
                </c:pt>
                <c:pt idx="3178">
                  <c:v>3006.6432546314122</c:v>
                </c:pt>
                <c:pt idx="3179">
                  <c:v>3006.6432546314122</c:v>
                </c:pt>
                <c:pt idx="3180">
                  <c:v>3006.6432546314122</c:v>
                </c:pt>
                <c:pt idx="3181">
                  <c:v>3006.6432546314122</c:v>
                </c:pt>
                <c:pt idx="3182">
                  <c:v>3006.6432546314122</c:v>
                </c:pt>
                <c:pt idx="3183">
                  <c:v>3006.6432546314122</c:v>
                </c:pt>
                <c:pt idx="3184">
                  <c:v>3006.6432546314122</c:v>
                </c:pt>
                <c:pt idx="3185">
                  <c:v>3006.6432546314122</c:v>
                </c:pt>
                <c:pt idx="3186">
                  <c:v>3006.6432546314122</c:v>
                </c:pt>
                <c:pt idx="3187">
                  <c:v>3006.6432546314122</c:v>
                </c:pt>
                <c:pt idx="3188">
                  <c:v>3006.6432546314122</c:v>
                </c:pt>
                <c:pt idx="3189">
                  <c:v>3006.6432546314122</c:v>
                </c:pt>
                <c:pt idx="3190">
                  <c:v>3006.6432546314122</c:v>
                </c:pt>
                <c:pt idx="3191">
                  <c:v>3006.6432546314122</c:v>
                </c:pt>
                <c:pt idx="3192">
                  <c:v>3006.6432546314122</c:v>
                </c:pt>
                <c:pt idx="3193">
                  <c:v>3006.6432546314122</c:v>
                </c:pt>
                <c:pt idx="3194">
                  <c:v>3006.6432546314122</c:v>
                </c:pt>
                <c:pt idx="3195">
                  <c:v>3006.6432546314122</c:v>
                </c:pt>
                <c:pt idx="3196">
                  <c:v>3006.6432546314122</c:v>
                </c:pt>
                <c:pt idx="3197">
                  <c:v>3006.6432546314122</c:v>
                </c:pt>
                <c:pt idx="3198">
                  <c:v>3006.6432546314122</c:v>
                </c:pt>
                <c:pt idx="3199">
                  <c:v>3006.6432546314122</c:v>
                </c:pt>
                <c:pt idx="3200">
                  <c:v>3006.6432546314122</c:v>
                </c:pt>
                <c:pt idx="3201">
                  <c:v>3006.6432546314122</c:v>
                </c:pt>
                <c:pt idx="3202">
                  <c:v>3006.6432546314122</c:v>
                </c:pt>
                <c:pt idx="3203">
                  <c:v>3006.6432546314122</c:v>
                </c:pt>
                <c:pt idx="3204">
                  <c:v>3006.6432546314122</c:v>
                </c:pt>
                <c:pt idx="3205">
                  <c:v>3006.6432546314122</c:v>
                </c:pt>
                <c:pt idx="3206">
                  <c:v>3006.6432546314122</c:v>
                </c:pt>
                <c:pt idx="3207">
                  <c:v>3006.6432546314122</c:v>
                </c:pt>
                <c:pt idx="3208">
                  <c:v>3006.6432546314122</c:v>
                </c:pt>
                <c:pt idx="3209">
                  <c:v>3006.6432546314122</c:v>
                </c:pt>
                <c:pt idx="3210">
                  <c:v>3006.6432546314122</c:v>
                </c:pt>
                <c:pt idx="3211">
                  <c:v>3006.6432546314122</c:v>
                </c:pt>
                <c:pt idx="3212">
                  <c:v>3006.6432546314122</c:v>
                </c:pt>
                <c:pt idx="3213">
                  <c:v>3006.6432546314122</c:v>
                </c:pt>
                <c:pt idx="3214">
                  <c:v>3006.6432546314122</c:v>
                </c:pt>
                <c:pt idx="3215">
                  <c:v>3006.6432546314122</c:v>
                </c:pt>
                <c:pt idx="3216">
                  <c:v>3006.6432546314122</c:v>
                </c:pt>
                <c:pt idx="3217">
                  <c:v>3006.6432546314122</c:v>
                </c:pt>
                <c:pt idx="3218">
                  <c:v>3006.6432546314122</c:v>
                </c:pt>
                <c:pt idx="3219">
                  <c:v>3006.6432546314122</c:v>
                </c:pt>
                <c:pt idx="3220">
                  <c:v>3006.6432546314122</c:v>
                </c:pt>
                <c:pt idx="3221">
                  <c:v>3006.6432546314122</c:v>
                </c:pt>
                <c:pt idx="3222">
                  <c:v>3006.6432546314122</c:v>
                </c:pt>
                <c:pt idx="3223">
                  <c:v>3006.6432546314122</c:v>
                </c:pt>
                <c:pt idx="3224">
                  <c:v>3006.6432546314122</c:v>
                </c:pt>
                <c:pt idx="3225">
                  <c:v>3006.6432546314122</c:v>
                </c:pt>
                <c:pt idx="3226">
                  <c:v>3006.6432546314122</c:v>
                </c:pt>
                <c:pt idx="3227">
                  <c:v>3006.6432546314122</c:v>
                </c:pt>
                <c:pt idx="3228">
                  <c:v>3006.6432546314122</c:v>
                </c:pt>
                <c:pt idx="3229">
                  <c:v>3006.6432546314122</c:v>
                </c:pt>
                <c:pt idx="3230">
                  <c:v>3006.6432546314122</c:v>
                </c:pt>
                <c:pt idx="3231">
                  <c:v>3006.6432546314122</c:v>
                </c:pt>
                <c:pt idx="3232">
                  <c:v>3006.6432546314122</c:v>
                </c:pt>
                <c:pt idx="3233">
                  <c:v>3006.6432546314122</c:v>
                </c:pt>
                <c:pt idx="3234">
                  <c:v>3006.6432546314122</c:v>
                </c:pt>
                <c:pt idx="3235">
                  <c:v>3006.6432546314122</c:v>
                </c:pt>
                <c:pt idx="3236">
                  <c:v>3006.6432546314122</c:v>
                </c:pt>
                <c:pt idx="3237">
                  <c:v>3006.6432546314122</c:v>
                </c:pt>
                <c:pt idx="3238">
                  <c:v>3006.6432546314122</c:v>
                </c:pt>
                <c:pt idx="3239">
                  <c:v>3006.6432546314122</c:v>
                </c:pt>
                <c:pt idx="3240">
                  <c:v>3006.6432546314122</c:v>
                </c:pt>
                <c:pt idx="3241">
                  <c:v>3006.6432546314122</c:v>
                </c:pt>
                <c:pt idx="3242">
                  <c:v>3006.6432546314122</c:v>
                </c:pt>
                <c:pt idx="3243">
                  <c:v>3006.6432546314122</c:v>
                </c:pt>
                <c:pt idx="3244">
                  <c:v>3006.6432546314122</c:v>
                </c:pt>
                <c:pt idx="3245">
                  <c:v>3006.6432546314122</c:v>
                </c:pt>
                <c:pt idx="3246">
                  <c:v>3006.6432546314122</c:v>
                </c:pt>
                <c:pt idx="3247">
                  <c:v>#N/A</c:v>
                </c:pt>
                <c:pt idx="3248">
                  <c:v>#N/A</c:v>
                </c:pt>
                <c:pt idx="3249">
                  <c:v>#N/A</c:v>
                </c:pt>
                <c:pt idx="3250">
                  <c:v>#N/A</c:v>
                </c:pt>
                <c:pt idx="3251">
                  <c:v>#N/A</c:v>
                </c:pt>
                <c:pt idx="3252">
                  <c:v>#N/A</c:v>
                </c:pt>
                <c:pt idx="3253">
                  <c:v>#N/A</c:v>
                </c:pt>
                <c:pt idx="3254">
                  <c:v>#N/A</c:v>
                </c:pt>
                <c:pt idx="3255">
                  <c:v>#N/A</c:v>
                </c:pt>
                <c:pt idx="3256">
                  <c:v>#N/A</c:v>
                </c:pt>
                <c:pt idx="3257">
                  <c:v>#N/A</c:v>
                </c:pt>
                <c:pt idx="3258">
                  <c:v>#N/A</c:v>
                </c:pt>
                <c:pt idx="3259">
                  <c:v>#N/A</c:v>
                </c:pt>
                <c:pt idx="3260">
                  <c:v>#N/A</c:v>
                </c:pt>
                <c:pt idx="3261">
                  <c:v>#N/A</c:v>
                </c:pt>
                <c:pt idx="3262">
                  <c:v>#N/A</c:v>
                </c:pt>
                <c:pt idx="3263">
                  <c:v>#N/A</c:v>
                </c:pt>
                <c:pt idx="3264">
                  <c:v>#N/A</c:v>
                </c:pt>
                <c:pt idx="3265">
                  <c:v>#N/A</c:v>
                </c:pt>
                <c:pt idx="3266">
                  <c:v>#N/A</c:v>
                </c:pt>
                <c:pt idx="3267">
                  <c:v>#N/A</c:v>
                </c:pt>
                <c:pt idx="3268">
                  <c:v>#N/A</c:v>
                </c:pt>
                <c:pt idx="3269">
                  <c:v>#N/A</c:v>
                </c:pt>
                <c:pt idx="3270">
                  <c:v>#N/A</c:v>
                </c:pt>
                <c:pt idx="3271">
                  <c:v>#N/A</c:v>
                </c:pt>
                <c:pt idx="3272">
                  <c:v>#N/A</c:v>
                </c:pt>
                <c:pt idx="3273">
                  <c:v>#N/A</c:v>
                </c:pt>
                <c:pt idx="3274">
                  <c:v>#N/A</c:v>
                </c:pt>
                <c:pt idx="3275">
                  <c:v>#N/A</c:v>
                </c:pt>
                <c:pt idx="3276">
                  <c:v>#N/A</c:v>
                </c:pt>
                <c:pt idx="3277">
                  <c:v>#N/A</c:v>
                </c:pt>
                <c:pt idx="3278">
                  <c:v>#N/A</c:v>
                </c:pt>
                <c:pt idx="3279">
                  <c:v>#N/A</c:v>
                </c:pt>
                <c:pt idx="3280">
                  <c:v>#N/A</c:v>
                </c:pt>
                <c:pt idx="3281">
                  <c:v>#N/A</c:v>
                </c:pt>
                <c:pt idx="3282">
                  <c:v>#N/A</c:v>
                </c:pt>
                <c:pt idx="3283">
                  <c:v>#N/A</c:v>
                </c:pt>
                <c:pt idx="3284">
                  <c:v>#N/A</c:v>
                </c:pt>
                <c:pt idx="3285">
                  <c:v>#N/A</c:v>
                </c:pt>
                <c:pt idx="3286">
                  <c:v>#N/A</c:v>
                </c:pt>
                <c:pt idx="3287">
                  <c:v>#N/A</c:v>
                </c:pt>
                <c:pt idx="3288">
                  <c:v>#N/A</c:v>
                </c:pt>
                <c:pt idx="3289">
                  <c:v>#N/A</c:v>
                </c:pt>
                <c:pt idx="3290">
                  <c:v>#N/A</c:v>
                </c:pt>
                <c:pt idx="3291">
                  <c:v>#N/A</c:v>
                </c:pt>
                <c:pt idx="3292">
                  <c:v>#N/A</c:v>
                </c:pt>
                <c:pt idx="3293">
                  <c:v>#N/A</c:v>
                </c:pt>
                <c:pt idx="3294">
                  <c:v>#N/A</c:v>
                </c:pt>
                <c:pt idx="3295">
                  <c:v>#N/A</c:v>
                </c:pt>
                <c:pt idx="3296">
                  <c:v>#N/A</c:v>
                </c:pt>
                <c:pt idx="3297">
                  <c:v>#N/A</c:v>
                </c:pt>
                <c:pt idx="3298">
                  <c:v>#N/A</c:v>
                </c:pt>
                <c:pt idx="3299">
                  <c:v>#N/A</c:v>
                </c:pt>
                <c:pt idx="3300">
                  <c:v>#N/A</c:v>
                </c:pt>
                <c:pt idx="3301">
                  <c:v>#N/A</c:v>
                </c:pt>
                <c:pt idx="3302">
                  <c:v>#N/A</c:v>
                </c:pt>
                <c:pt idx="3303">
                  <c:v>#N/A</c:v>
                </c:pt>
                <c:pt idx="3304">
                  <c:v>#N/A</c:v>
                </c:pt>
                <c:pt idx="3305">
                  <c:v>#N/A</c:v>
                </c:pt>
                <c:pt idx="3306">
                  <c:v>3068.1221292912228</c:v>
                </c:pt>
                <c:pt idx="3307">
                  <c:v>3068.1221292912228</c:v>
                </c:pt>
                <c:pt idx="3308">
                  <c:v>3068.1221292912228</c:v>
                </c:pt>
                <c:pt idx="3309">
                  <c:v>3068.1221292912228</c:v>
                </c:pt>
                <c:pt idx="3310">
                  <c:v>3068.1221292912228</c:v>
                </c:pt>
                <c:pt idx="3311">
                  <c:v>3068.1221292912228</c:v>
                </c:pt>
                <c:pt idx="3312">
                  <c:v>3068.1221292912228</c:v>
                </c:pt>
                <c:pt idx="3313">
                  <c:v>3068.1221292912228</c:v>
                </c:pt>
                <c:pt idx="3314">
                  <c:v>3068.1221292912228</c:v>
                </c:pt>
                <c:pt idx="3315">
                  <c:v>3068.1221292912228</c:v>
                </c:pt>
                <c:pt idx="3316">
                  <c:v>3068.1221292912228</c:v>
                </c:pt>
                <c:pt idx="3317">
                  <c:v>3068.1221292912228</c:v>
                </c:pt>
                <c:pt idx="3318">
                  <c:v>3068.1221292912228</c:v>
                </c:pt>
                <c:pt idx="3319">
                  <c:v>3068.1221292912228</c:v>
                </c:pt>
                <c:pt idx="3320">
                  <c:v>3068.1221292912228</c:v>
                </c:pt>
                <c:pt idx="3321">
                  <c:v>3068.1221292912228</c:v>
                </c:pt>
                <c:pt idx="3322">
                  <c:v>3068.1221292912228</c:v>
                </c:pt>
                <c:pt idx="3323">
                  <c:v>3068.1221292912228</c:v>
                </c:pt>
                <c:pt idx="3324">
                  <c:v>3068.1221292912228</c:v>
                </c:pt>
                <c:pt idx="3325">
                  <c:v>3068.1221292912228</c:v>
                </c:pt>
                <c:pt idx="3326">
                  <c:v>3068.1221292912228</c:v>
                </c:pt>
                <c:pt idx="3327">
                  <c:v>3068.1221292912228</c:v>
                </c:pt>
                <c:pt idx="3328">
                  <c:v>#N/A</c:v>
                </c:pt>
                <c:pt idx="3329">
                  <c:v>#N/A</c:v>
                </c:pt>
                <c:pt idx="3330">
                  <c:v>#N/A</c:v>
                </c:pt>
                <c:pt idx="3331">
                  <c:v>#N/A</c:v>
                </c:pt>
                <c:pt idx="3332">
                  <c:v>#N/A</c:v>
                </c:pt>
                <c:pt idx="3333">
                  <c:v>#N/A</c:v>
                </c:pt>
                <c:pt idx="3334">
                  <c:v>#N/A</c:v>
                </c:pt>
                <c:pt idx="3335">
                  <c:v>#N/A</c:v>
                </c:pt>
                <c:pt idx="3336">
                  <c:v>#N/A</c:v>
                </c:pt>
                <c:pt idx="3337">
                  <c:v>#N/A</c:v>
                </c:pt>
                <c:pt idx="3338">
                  <c:v>#N/A</c:v>
                </c:pt>
                <c:pt idx="3339">
                  <c:v>#N/A</c:v>
                </c:pt>
                <c:pt idx="3340">
                  <c:v>#N/A</c:v>
                </c:pt>
                <c:pt idx="3341">
                  <c:v>#N/A</c:v>
                </c:pt>
                <c:pt idx="3342">
                  <c:v>#N/A</c:v>
                </c:pt>
                <c:pt idx="3343">
                  <c:v>#N/A</c:v>
                </c:pt>
                <c:pt idx="3344">
                  <c:v>#N/A</c:v>
                </c:pt>
                <c:pt idx="3345">
                  <c:v>#N/A</c:v>
                </c:pt>
                <c:pt idx="3346">
                  <c:v>#N/A</c:v>
                </c:pt>
                <c:pt idx="3347">
                  <c:v>#N/A</c:v>
                </c:pt>
                <c:pt idx="3348">
                  <c:v>#N/A</c:v>
                </c:pt>
                <c:pt idx="3349">
                  <c:v>#N/A</c:v>
                </c:pt>
                <c:pt idx="3350">
                  <c:v>#N/A</c:v>
                </c:pt>
                <c:pt idx="3351">
                  <c:v>#N/A</c:v>
                </c:pt>
                <c:pt idx="3352">
                  <c:v>#N/A</c:v>
                </c:pt>
                <c:pt idx="3353">
                  <c:v>#N/A</c:v>
                </c:pt>
                <c:pt idx="3354">
                  <c:v>#N/A</c:v>
                </c:pt>
                <c:pt idx="3355">
                  <c:v>#N/A</c:v>
                </c:pt>
                <c:pt idx="3356">
                  <c:v>#N/A</c:v>
                </c:pt>
                <c:pt idx="3357">
                  <c:v>#N/A</c:v>
                </c:pt>
                <c:pt idx="3358">
                  <c:v>#N/A</c:v>
                </c:pt>
                <c:pt idx="3359">
                  <c:v>#N/A</c:v>
                </c:pt>
                <c:pt idx="3360">
                  <c:v>#N/A</c:v>
                </c:pt>
                <c:pt idx="3361">
                  <c:v>#N/A</c:v>
                </c:pt>
                <c:pt idx="3362">
                  <c:v>#N/A</c:v>
                </c:pt>
                <c:pt idx="3363">
                  <c:v>#N/A</c:v>
                </c:pt>
                <c:pt idx="3364">
                  <c:v>#N/A</c:v>
                </c:pt>
                <c:pt idx="3365">
                  <c:v>#N/A</c:v>
                </c:pt>
                <c:pt idx="3366">
                  <c:v>#N/A</c:v>
                </c:pt>
                <c:pt idx="3367">
                  <c:v>#N/A</c:v>
                </c:pt>
                <c:pt idx="3368">
                  <c:v>#N/A</c:v>
                </c:pt>
                <c:pt idx="3369">
                  <c:v>#N/A</c:v>
                </c:pt>
                <c:pt idx="3370">
                  <c:v>#N/A</c:v>
                </c:pt>
                <c:pt idx="3371">
                  <c:v>#N/A</c:v>
                </c:pt>
                <c:pt idx="3372">
                  <c:v>#N/A</c:v>
                </c:pt>
                <c:pt idx="3373">
                  <c:v>#N/A</c:v>
                </c:pt>
                <c:pt idx="3374">
                  <c:v>#N/A</c:v>
                </c:pt>
                <c:pt idx="3375">
                  <c:v>#N/A</c:v>
                </c:pt>
                <c:pt idx="3376">
                  <c:v>#N/A</c:v>
                </c:pt>
                <c:pt idx="3377">
                  <c:v>#N/A</c:v>
                </c:pt>
                <c:pt idx="3378">
                  <c:v>#N/A</c:v>
                </c:pt>
                <c:pt idx="3379">
                  <c:v>#N/A</c:v>
                </c:pt>
                <c:pt idx="3380">
                  <c:v>#N/A</c:v>
                </c:pt>
                <c:pt idx="3381">
                  <c:v>#N/A</c:v>
                </c:pt>
                <c:pt idx="3382">
                  <c:v>#N/A</c:v>
                </c:pt>
                <c:pt idx="3383">
                  <c:v>#N/A</c:v>
                </c:pt>
                <c:pt idx="3384">
                  <c:v>#N/A</c:v>
                </c:pt>
                <c:pt idx="3385">
                  <c:v>#N/A</c:v>
                </c:pt>
                <c:pt idx="3386">
                  <c:v>#N/A</c:v>
                </c:pt>
                <c:pt idx="3387">
                  <c:v>#N/A</c:v>
                </c:pt>
                <c:pt idx="3388">
                  <c:v>#N/A</c:v>
                </c:pt>
                <c:pt idx="3389">
                  <c:v>#N/A</c:v>
                </c:pt>
                <c:pt idx="3390">
                  <c:v>3160.3855418435874</c:v>
                </c:pt>
                <c:pt idx="3391">
                  <c:v>3160.3855418435874</c:v>
                </c:pt>
                <c:pt idx="3392">
                  <c:v>3160.3855418435874</c:v>
                </c:pt>
                <c:pt idx="3393">
                  <c:v>3160.3855418435874</c:v>
                </c:pt>
                <c:pt idx="3394">
                  <c:v>3160.3855418435874</c:v>
                </c:pt>
                <c:pt idx="3395">
                  <c:v>3160.3855418435874</c:v>
                </c:pt>
                <c:pt idx="3396">
                  <c:v>3160.3855418435874</c:v>
                </c:pt>
                <c:pt idx="3397">
                  <c:v>3160.3855418435874</c:v>
                </c:pt>
                <c:pt idx="3398">
                  <c:v>3160.3855418435874</c:v>
                </c:pt>
                <c:pt idx="3399">
                  <c:v>3160.3855418435874</c:v>
                </c:pt>
                <c:pt idx="3400">
                  <c:v>3160.3855418435874</c:v>
                </c:pt>
                <c:pt idx="3401">
                  <c:v>3160.3855418435874</c:v>
                </c:pt>
                <c:pt idx="3402">
                  <c:v>3160.3855418435874</c:v>
                </c:pt>
                <c:pt idx="3403">
                  <c:v>3160.3855418435874</c:v>
                </c:pt>
                <c:pt idx="3404">
                  <c:v>#N/A</c:v>
                </c:pt>
                <c:pt idx="3405">
                  <c:v>#N/A</c:v>
                </c:pt>
                <c:pt idx="3406">
                  <c:v>#N/A</c:v>
                </c:pt>
                <c:pt idx="3407">
                  <c:v>#N/A</c:v>
                </c:pt>
                <c:pt idx="3408">
                  <c:v>#N/A</c:v>
                </c:pt>
                <c:pt idx="3409">
                  <c:v>#N/A</c:v>
                </c:pt>
                <c:pt idx="3410">
                  <c:v>#N/A</c:v>
                </c:pt>
                <c:pt idx="3411">
                  <c:v>#N/A</c:v>
                </c:pt>
                <c:pt idx="3412">
                  <c:v>#N/A</c:v>
                </c:pt>
                <c:pt idx="3413">
                  <c:v>#N/A</c:v>
                </c:pt>
                <c:pt idx="3414">
                  <c:v>#N/A</c:v>
                </c:pt>
                <c:pt idx="3415">
                  <c:v>#N/A</c:v>
                </c:pt>
                <c:pt idx="3416">
                  <c:v>#N/A</c:v>
                </c:pt>
                <c:pt idx="3417">
                  <c:v>#N/A</c:v>
                </c:pt>
                <c:pt idx="3418">
                  <c:v>#N/A</c:v>
                </c:pt>
                <c:pt idx="3419">
                  <c:v>#N/A</c:v>
                </c:pt>
                <c:pt idx="3420">
                  <c:v>#N/A</c:v>
                </c:pt>
                <c:pt idx="3421">
                  <c:v>#N/A</c:v>
                </c:pt>
                <c:pt idx="3422">
                  <c:v>#N/A</c:v>
                </c:pt>
                <c:pt idx="3423">
                  <c:v>#N/A</c:v>
                </c:pt>
                <c:pt idx="3424">
                  <c:v>#N/A</c:v>
                </c:pt>
                <c:pt idx="3425">
                  <c:v>#N/A</c:v>
                </c:pt>
                <c:pt idx="3426">
                  <c:v>#N/A</c:v>
                </c:pt>
                <c:pt idx="3427">
                  <c:v>#N/A</c:v>
                </c:pt>
                <c:pt idx="3428">
                  <c:v>#N/A</c:v>
                </c:pt>
                <c:pt idx="3429">
                  <c:v>#N/A</c:v>
                </c:pt>
                <c:pt idx="3430">
                  <c:v>#N/A</c:v>
                </c:pt>
                <c:pt idx="3431">
                  <c:v>#N/A</c:v>
                </c:pt>
                <c:pt idx="3432">
                  <c:v>#N/A</c:v>
                </c:pt>
                <c:pt idx="3433">
                  <c:v>#N/A</c:v>
                </c:pt>
                <c:pt idx="3434">
                  <c:v>#N/A</c:v>
                </c:pt>
                <c:pt idx="3435">
                  <c:v>#N/A</c:v>
                </c:pt>
                <c:pt idx="3436">
                  <c:v>#N/A</c:v>
                </c:pt>
                <c:pt idx="3437">
                  <c:v>#N/A</c:v>
                </c:pt>
                <c:pt idx="3438">
                  <c:v>#N/A</c:v>
                </c:pt>
                <c:pt idx="3439">
                  <c:v>#N/A</c:v>
                </c:pt>
                <c:pt idx="3440">
                  <c:v>#N/A</c:v>
                </c:pt>
                <c:pt idx="3441">
                  <c:v>#N/A</c:v>
                </c:pt>
                <c:pt idx="3442">
                  <c:v>#N/A</c:v>
                </c:pt>
                <c:pt idx="3443">
                  <c:v>#N/A</c:v>
                </c:pt>
                <c:pt idx="3444">
                  <c:v>#N/A</c:v>
                </c:pt>
                <c:pt idx="3445">
                  <c:v>#N/A</c:v>
                </c:pt>
                <c:pt idx="3446">
                  <c:v>3197.4669783664913</c:v>
                </c:pt>
                <c:pt idx="3447">
                  <c:v>3197.4669783664913</c:v>
                </c:pt>
                <c:pt idx="3448">
                  <c:v>3197.4669783664913</c:v>
                </c:pt>
                <c:pt idx="3449">
                  <c:v>3197.4669783664913</c:v>
                </c:pt>
                <c:pt idx="3450">
                  <c:v>3197.4669783664913</c:v>
                </c:pt>
                <c:pt idx="3451">
                  <c:v>3197.4669783664913</c:v>
                </c:pt>
                <c:pt idx="3452">
                  <c:v>3197.4669783664913</c:v>
                </c:pt>
                <c:pt idx="3453">
                  <c:v>3197.4669783664913</c:v>
                </c:pt>
                <c:pt idx="3454">
                  <c:v>3197.4669783664913</c:v>
                </c:pt>
                <c:pt idx="3455">
                  <c:v>#N/A</c:v>
                </c:pt>
                <c:pt idx="3456">
                  <c:v>#N/A</c:v>
                </c:pt>
                <c:pt idx="3457">
                  <c:v>#N/A</c:v>
                </c:pt>
                <c:pt idx="3458">
                  <c:v>#N/A</c:v>
                </c:pt>
                <c:pt idx="3459">
                  <c:v>#N/A</c:v>
                </c:pt>
                <c:pt idx="3460">
                  <c:v>#N/A</c:v>
                </c:pt>
                <c:pt idx="3461">
                  <c:v>#N/A</c:v>
                </c:pt>
                <c:pt idx="3462">
                  <c:v>#N/A</c:v>
                </c:pt>
                <c:pt idx="3463">
                  <c:v>#N/A</c:v>
                </c:pt>
                <c:pt idx="3464">
                  <c:v>#N/A</c:v>
                </c:pt>
                <c:pt idx="3465">
                  <c:v>#N/A</c:v>
                </c:pt>
                <c:pt idx="3466">
                  <c:v>#N/A</c:v>
                </c:pt>
                <c:pt idx="3467">
                  <c:v>#N/A</c:v>
                </c:pt>
                <c:pt idx="3468">
                  <c:v>#N/A</c:v>
                </c:pt>
                <c:pt idx="3469">
                  <c:v>#N/A</c:v>
                </c:pt>
                <c:pt idx="3470">
                  <c:v>#N/A</c:v>
                </c:pt>
                <c:pt idx="3471">
                  <c:v>#N/A</c:v>
                </c:pt>
                <c:pt idx="3472">
                  <c:v>#N/A</c:v>
                </c:pt>
                <c:pt idx="3473">
                  <c:v>#N/A</c:v>
                </c:pt>
                <c:pt idx="3474">
                  <c:v>#N/A</c:v>
                </c:pt>
                <c:pt idx="3475">
                  <c:v>#N/A</c:v>
                </c:pt>
                <c:pt idx="3476">
                  <c:v>#N/A</c:v>
                </c:pt>
                <c:pt idx="3477">
                  <c:v>#N/A</c:v>
                </c:pt>
                <c:pt idx="3478">
                  <c:v>#N/A</c:v>
                </c:pt>
                <c:pt idx="3479">
                  <c:v>#N/A</c:v>
                </c:pt>
                <c:pt idx="3480">
                  <c:v>#N/A</c:v>
                </c:pt>
                <c:pt idx="3481">
                  <c:v>#N/A</c:v>
                </c:pt>
                <c:pt idx="3482">
                  <c:v>#N/A</c:v>
                </c:pt>
                <c:pt idx="3483">
                  <c:v>#N/A</c:v>
                </c:pt>
                <c:pt idx="3484">
                  <c:v>#N/A</c:v>
                </c:pt>
                <c:pt idx="3485">
                  <c:v>#N/A</c:v>
                </c:pt>
                <c:pt idx="3486">
                  <c:v>#N/A</c:v>
                </c:pt>
                <c:pt idx="3487">
                  <c:v>#N/A</c:v>
                </c:pt>
                <c:pt idx="3488">
                  <c:v>#N/A</c:v>
                </c:pt>
                <c:pt idx="3489">
                  <c:v>3259.3504218728372</c:v>
                </c:pt>
                <c:pt idx="3490">
                  <c:v>3259.3504218728372</c:v>
                </c:pt>
                <c:pt idx="3491">
                  <c:v>3259.3504218728372</c:v>
                </c:pt>
                <c:pt idx="3492">
                  <c:v>3259.3504218728372</c:v>
                </c:pt>
                <c:pt idx="3493">
                  <c:v>3259.3504218728372</c:v>
                </c:pt>
                <c:pt idx="3494">
                  <c:v>3259.3504218728372</c:v>
                </c:pt>
                <c:pt idx="3495">
                  <c:v>3259.3504218728372</c:v>
                </c:pt>
                <c:pt idx="3496">
                  <c:v>3259.3504218728372</c:v>
                </c:pt>
                <c:pt idx="3497">
                  <c:v>3259.3504218728372</c:v>
                </c:pt>
                <c:pt idx="3498">
                  <c:v>3259.3504218728372</c:v>
                </c:pt>
                <c:pt idx="3499">
                  <c:v>3259.3504218728372</c:v>
                </c:pt>
                <c:pt idx="3500">
                  <c:v>3259.3504218728372</c:v>
                </c:pt>
                <c:pt idx="3501">
                  <c:v>3259.3504218728372</c:v>
                </c:pt>
                <c:pt idx="3502">
                  <c:v>3259.3504218728372</c:v>
                </c:pt>
                <c:pt idx="3503">
                  <c:v>3259.3504218728372</c:v>
                </c:pt>
                <c:pt idx="3504">
                  <c:v>3259.3504218728372</c:v>
                </c:pt>
                <c:pt idx="3505">
                  <c:v>3294.6645631684337</c:v>
                </c:pt>
                <c:pt idx="3506">
                  <c:v>3294.6645631684337</c:v>
                </c:pt>
                <c:pt idx="3507">
                  <c:v>3294.6645631684337</c:v>
                </c:pt>
                <c:pt idx="3508">
                  <c:v>3294.6645631684337</c:v>
                </c:pt>
                <c:pt idx="3509">
                  <c:v>3294.6645631684337</c:v>
                </c:pt>
                <c:pt idx="3510">
                  <c:v>3294.6645631684337</c:v>
                </c:pt>
                <c:pt idx="3511">
                  <c:v>3294.6645631684337</c:v>
                </c:pt>
                <c:pt idx="3512">
                  <c:v>3294.6645631684337</c:v>
                </c:pt>
                <c:pt idx="3513">
                  <c:v>3294.6645631684337</c:v>
                </c:pt>
                <c:pt idx="3514">
                  <c:v>3294.6645631684337</c:v>
                </c:pt>
                <c:pt idx="3515">
                  <c:v>3294.6645631684337</c:v>
                </c:pt>
                <c:pt idx="3516">
                  <c:v>3294.6645631684337</c:v>
                </c:pt>
                <c:pt idx="3517">
                  <c:v>3294.6645631684337</c:v>
                </c:pt>
                <c:pt idx="3518">
                  <c:v>3294.6645631684337</c:v>
                </c:pt>
                <c:pt idx="3519">
                  <c:v>3294.6645631684337</c:v>
                </c:pt>
                <c:pt idx="3520">
                  <c:v>3294.6645631684337</c:v>
                </c:pt>
                <c:pt idx="3521">
                  <c:v>3294.6645631684337</c:v>
                </c:pt>
                <c:pt idx="3522">
                  <c:v>3294.6645631684337</c:v>
                </c:pt>
                <c:pt idx="3523">
                  <c:v>3294.6645631684337</c:v>
                </c:pt>
                <c:pt idx="3524">
                  <c:v>3294.6645631684337</c:v>
                </c:pt>
                <c:pt idx="3525">
                  <c:v>3294.6645631684337</c:v>
                </c:pt>
                <c:pt idx="3526">
                  <c:v>3294.6645631684337</c:v>
                </c:pt>
                <c:pt idx="3527">
                  <c:v>3294.6645631684337</c:v>
                </c:pt>
                <c:pt idx="3528">
                  <c:v>3294.6645631684337</c:v>
                </c:pt>
                <c:pt idx="3529">
                  <c:v>3294.6645631684337</c:v>
                </c:pt>
                <c:pt idx="3530">
                  <c:v>3294.6645631684337</c:v>
                </c:pt>
                <c:pt idx="3531">
                  <c:v>3294.6645631684337</c:v>
                </c:pt>
                <c:pt idx="3532">
                  <c:v>3294.6645631684337</c:v>
                </c:pt>
                <c:pt idx="3533">
                  <c:v>3294.6645631684337</c:v>
                </c:pt>
                <c:pt idx="3534">
                  <c:v>3294.6645631684337</c:v>
                </c:pt>
                <c:pt idx="3535">
                  <c:v>3294.6645631684337</c:v>
                </c:pt>
                <c:pt idx="3536">
                  <c:v>3294.6645631684337</c:v>
                </c:pt>
                <c:pt idx="3537">
                  <c:v>3294.6645631684337</c:v>
                </c:pt>
                <c:pt idx="3538">
                  <c:v>3294.6645631684337</c:v>
                </c:pt>
                <c:pt idx="3539">
                  <c:v>3294.6645631684337</c:v>
                </c:pt>
                <c:pt idx="3540">
                  <c:v>3294.6645631684337</c:v>
                </c:pt>
                <c:pt idx="3541">
                  <c:v>3294.6645631684337</c:v>
                </c:pt>
                <c:pt idx="3542">
                  <c:v>3294.6645631684337</c:v>
                </c:pt>
                <c:pt idx="3543">
                  <c:v>3294.6645631684337</c:v>
                </c:pt>
                <c:pt idx="3544">
                  <c:v>#N/A</c:v>
                </c:pt>
                <c:pt idx="3545">
                  <c:v>#N/A</c:v>
                </c:pt>
                <c:pt idx="3546">
                  <c:v>#N/A</c:v>
                </c:pt>
                <c:pt idx="3547">
                  <c:v>#N/A</c:v>
                </c:pt>
                <c:pt idx="3548">
                  <c:v>#N/A</c:v>
                </c:pt>
                <c:pt idx="3549">
                  <c:v>#N/A</c:v>
                </c:pt>
                <c:pt idx="3550">
                  <c:v>#N/A</c:v>
                </c:pt>
                <c:pt idx="3551">
                  <c:v>#N/A</c:v>
                </c:pt>
                <c:pt idx="3552">
                  <c:v>#N/A</c:v>
                </c:pt>
                <c:pt idx="3553">
                  <c:v>#N/A</c:v>
                </c:pt>
                <c:pt idx="3554">
                  <c:v>#N/A</c:v>
                </c:pt>
                <c:pt idx="3555">
                  <c:v>#N/A</c:v>
                </c:pt>
                <c:pt idx="3556">
                  <c:v>#N/A</c:v>
                </c:pt>
                <c:pt idx="3557">
                  <c:v>#N/A</c:v>
                </c:pt>
                <c:pt idx="3558">
                  <c:v>#N/A</c:v>
                </c:pt>
                <c:pt idx="3559">
                  <c:v>#N/A</c:v>
                </c:pt>
                <c:pt idx="3560">
                  <c:v>#N/A</c:v>
                </c:pt>
                <c:pt idx="3561">
                  <c:v>#N/A</c:v>
                </c:pt>
                <c:pt idx="3562">
                  <c:v>#N/A</c:v>
                </c:pt>
                <c:pt idx="3563">
                  <c:v>#N/A</c:v>
                </c:pt>
                <c:pt idx="3564">
                  <c:v>#N/A</c:v>
                </c:pt>
                <c:pt idx="3565">
                  <c:v>#N/A</c:v>
                </c:pt>
                <c:pt idx="3566">
                  <c:v>#N/A</c:v>
                </c:pt>
                <c:pt idx="3567">
                  <c:v>#N/A</c:v>
                </c:pt>
                <c:pt idx="3568">
                  <c:v>#N/A</c:v>
                </c:pt>
                <c:pt idx="3569">
                  <c:v>#N/A</c:v>
                </c:pt>
                <c:pt idx="3570">
                  <c:v>#N/A</c:v>
                </c:pt>
                <c:pt idx="3571">
                  <c:v>#N/A</c:v>
                </c:pt>
                <c:pt idx="3572">
                  <c:v>#N/A</c:v>
                </c:pt>
                <c:pt idx="3573">
                  <c:v>#N/A</c:v>
                </c:pt>
                <c:pt idx="3574">
                  <c:v>#N/A</c:v>
                </c:pt>
                <c:pt idx="3575">
                  <c:v>#N/A</c:v>
                </c:pt>
                <c:pt idx="3576">
                  <c:v>#N/A</c:v>
                </c:pt>
                <c:pt idx="3577">
                  <c:v>#N/A</c:v>
                </c:pt>
                <c:pt idx="3578">
                  <c:v>#N/A</c:v>
                </c:pt>
                <c:pt idx="3579">
                  <c:v>#N/A</c:v>
                </c:pt>
                <c:pt idx="3580">
                  <c:v>#N/A</c:v>
                </c:pt>
                <c:pt idx="3581">
                  <c:v>#N/A</c:v>
                </c:pt>
                <c:pt idx="3582">
                  <c:v>#N/A</c:v>
                </c:pt>
                <c:pt idx="3583">
                  <c:v>#N/A</c:v>
                </c:pt>
                <c:pt idx="3584">
                  <c:v>#N/A</c:v>
                </c:pt>
                <c:pt idx="3585">
                  <c:v>#N/A</c:v>
                </c:pt>
                <c:pt idx="3586">
                  <c:v>#N/A</c:v>
                </c:pt>
                <c:pt idx="3587">
                  <c:v>#N/A</c:v>
                </c:pt>
                <c:pt idx="3588">
                  <c:v>#N/A</c:v>
                </c:pt>
                <c:pt idx="3589">
                  <c:v>#N/A</c:v>
                </c:pt>
                <c:pt idx="3590">
                  <c:v>#N/A</c:v>
                </c:pt>
                <c:pt idx="3591">
                  <c:v>#N/A</c:v>
                </c:pt>
                <c:pt idx="3592">
                  <c:v>#N/A</c:v>
                </c:pt>
                <c:pt idx="3593">
                  <c:v>#N/A</c:v>
                </c:pt>
                <c:pt idx="3594">
                  <c:v>#N/A</c:v>
                </c:pt>
                <c:pt idx="3595">
                  <c:v>#N/A</c:v>
                </c:pt>
                <c:pt idx="3596">
                  <c:v>#N/A</c:v>
                </c:pt>
                <c:pt idx="3597">
                  <c:v>#N/A</c:v>
                </c:pt>
                <c:pt idx="3598">
                  <c:v>#N/A</c:v>
                </c:pt>
                <c:pt idx="3599">
                  <c:v>#N/A</c:v>
                </c:pt>
                <c:pt idx="3600">
                  <c:v>#N/A</c:v>
                </c:pt>
                <c:pt idx="3601">
                  <c:v>#N/A</c:v>
                </c:pt>
                <c:pt idx="3602">
                  <c:v>#N/A</c:v>
                </c:pt>
                <c:pt idx="3603">
                  <c:v>#N/A</c:v>
                </c:pt>
                <c:pt idx="3604">
                  <c:v>#N/A</c:v>
                </c:pt>
                <c:pt idx="3605">
                  <c:v>#N/A</c:v>
                </c:pt>
                <c:pt idx="3606">
                  <c:v>#N/A</c:v>
                </c:pt>
                <c:pt idx="3607">
                  <c:v>#N/A</c:v>
                </c:pt>
                <c:pt idx="3608">
                  <c:v>#N/A</c:v>
                </c:pt>
                <c:pt idx="3609">
                  <c:v>#N/A</c:v>
                </c:pt>
                <c:pt idx="3610">
                  <c:v>#N/A</c:v>
                </c:pt>
                <c:pt idx="3611">
                  <c:v>#N/A</c:v>
                </c:pt>
                <c:pt idx="3612">
                  <c:v>#N/A</c:v>
                </c:pt>
                <c:pt idx="3613">
                  <c:v>#N/A</c:v>
                </c:pt>
                <c:pt idx="3614">
                  <c:v>#N/A</c:v>
                </c:pt>
                <c:pt idx="3615">
                  <c:v>#N/A</c:v>
                </c:pt>
                <c:pt idx="3616">
                  <c:v>#N/A</c:v>
                </c:pt>
                <c:pt idx="3617">
                  <c:v>#N/A</c:v>
                </c:pt>
                <c:pt idx="3618">
                  <c:v>#N/A</c:v>
                </c:pt>
                <c:pt idx="3619">
                  <c:v>#N/A</c:v>
                </c:pt>
                <c:pt idx="3620">
                  <c:v>#N/A</c:v>
                </c:pt>
                <c:pt idx="3621">
                  <c:v>#N/A</c:v>
                </c:pt>
                <c:pt idx="3622">
                  <c:v>#N/A</c:v>
                </c:pt>
                <c:pt idx="3623">
                  <c:v>#N/A</c:v>
                </c:pt>
                <c:pt idx="3624">
                  <c:v>#N/A</c:v>
                </c:pt>
                <c:pt idx="3625">
                  <c:v>#N/A</c:v>
                </c:pt>
                <c:pt idx="3626">
                  <c:v>#N/A</c:v>
                </c:pt>
                <c:pt idx="3627">
                  <c:v>#N/A</c:v>
                </c:pt>
                <c:pt idx="3628">
                  <c:v>#N/A</c:v>
                </c:pt>
                <c:pt idx="3629">
                  <c:v>#N/A</c:v>
                </c:pt>
                <c:pt idx="3630">
                  <c:v>#N/A</c:v>
                </c:pt>
                <c:pt idx="3631">
                  <c:v>#N/A</c:v>
                </c:pt>
                <c:pt idx="3632">
                  <c:v>#N/A</c:v>
                </c:pt>
                <c:pt idx="3633">
                  <c:v>#N/A</c:v>
                </c:pt>
                <c:pt idx="3634">
                  <c:v>#N/A</c:v>
                </c:pt>
                <c:pt idx="3635">
                  <c:v>#N/A</c:v>
                </c:pt>
                <c:pt idx="3636">
                  <c:v>#N/A</c:v>
                </c:pt>
                <c:pt idx="3637">
                  <c:v>#N/A</c:v>
                </c:pt>
                <c:pt idx="3638">
                  <c:v>#N/A</c:v>
                </c:pt>
                <c:pt idx="3639">
                  <c:v>#N/A</c:v>
                </c:pt>
                <c:pt idx="3640">
                  <c:v>#N/A</c:v>
                </c:pt>
                <c:pt idx="3641">
                  <c:v>#N/A</c:v>
                </c:pt>
                <c:pt idx="3642">
                  <c:v>#N/A</c:v>
                </c:pt>
                <c:pt idx="3643">
                  <c:v>#N/A</c:v>
                </c:pt>
                <c:pt idx="3644">
                  <c:v>#N/A</c:v>
                </c:pt>
                <c:pt idx="3645">
                  <c:v>#N/A</c:v>
                </c:pt>
                <c:pt idx="3646">
                  <c:v>#N/A</c:v>
                </c:pt>
                <c:pt idx="3647">
                  <c:v>#N/A</c:v>
                </c:pt>
                <c:pt idx="3648">
                  <c:v>#N/A</c:v>
                </c:pt>
                <c:pt idx="3649">
                  <c:v>#N/A</c:v>
                </c:pt>
                <c:pt idx="3650">
                  <c:v>#N/A</c:v>
                </c:pt>
                <c:pt idx="3651">
                  <c:v>#N/A</c:v>
                </c:pt>
                <c:pt idx="3652">
                  <c:v>#N/A</c:v>
                </c:pt>
                <c:pt idx="3653">
                  <c:v>#N/A</c:v>
                </c:pt>
                <c:pt idx="3654">
                  <c:v>3522.8102769526472</c:v>
                </c:pt>
                <c:pt idx="3655">
                  <c:v>3522.8102769526472</c:v>
                </c:pt>
                <c:pt idx="3656">
                  <c:v>3522.8102769526472</c:v>
                </c:pt>
                <c:pt idx="3657">
                  <c:v>3522.8102769526472</c:v>
                </c:pt>
                <c:pt idx="3658">
                  <c:v>3522.8102769526472</c:v>
                </c:pt>
                <c:pt idx="3659">
                  <c:v>3522.8102769526472</c:v>
                </c:pt>
                <c:pt idx="3660">
                  <c:v>3522.8102769526472</c:v>
                </c:pt>
                <c:pt idx="3661">
                  <c:v>3522.8102769526472</c:v>
                </c:pt>
                <c:pt idx="3662">
                  <c:v>3522.8102769526472</c:v>
                </c:pt>
                <c:pt idx="3663">
                  <c:v>3522.8102769526472</c:v>
                </c:pt>
                <c:pt idx="3664">
                  <c:v>3522.8102769526472</c:v>
                </c:pt>
                <c:pt idx="3665">
                  <c:v>3522.8102769526472</c:v>
                </c:pt>
                <c:pt idx="3666">
                  <c:v>#N/A</c:v>
                </c:pt>
                <c:pt idx="3667">
                  <c:v>#N/A</c:v>
                </c:pt>
                <c:pt idx="3668">
                  <c:v>#N/A</c:v>
                </c:pt>
                <c:pt idx="3669">
                  <c:v>#N/A</c:v>
                </c:pt>
                <c:pt idx="3670">
                  <c:v>#N/A</c:v>
                </c:pt>
                <c:pt idx="3671">
                  <c:v>#N/A</c:v>
                </c:pt>
                <c:pt idx="3672">
                  <c:v>#N/A</c:v>
                </c:pt>
                <c:pt idx="3673">
                  <c:v>#N/A</c:v>
                </c:pt>
                <c:pt idx="3674">
                  <c:v>#N/A</c:v>
                </c:pt>
                <c:pt idx="3675">
                  <c:v>#N/A</c:v>
                </c:pt>
                <c:pt idx="3676">
                  <c:v>#N/A</c:v>
                </c:pt>
                <c:pt idx="3677">
                  <c:v>#N/A</c:v>
                </c:pt>
                <c:pt idx="3678">
                  <c:v>#N/A</c:v>
                </c:pt>
                <c:pt idx="3679">
                  <c:v>#N/A</c:v>
                </c:pt>
                <c:pt idx="3680">
                  <c:v>#N/A</c:v>
                </c:pt>
                <c:pt idx="3681">
                  <c:v>#N/A</c:v>
                </c:pt>
                <c:pt idx="3682">
                  <c:v>#N/A</c:v>
                </c:pt>
                <c:pt idx="3683">
                  <c:v>#N/A</c:v>
                </c:pt>
                <c:pt idx="3684">
                  <c:v>#N/A</c:v>
                </c:pt>
                <c:pt idx="3685">
                  <c:v>#N/A</c:v>
                </c:pt>
                <c:pt idx="3686">
                  <c:v>#N/A</c:v>
                </c:pt>
                <c:pt idx="3687">
                  <c:v>#N/A</c:v>
                </c:pt>
                <c:pt idx="3688">
                  <c:v>#N/A</c:v>
                </c:pt>
                <c:pt idx="3689">
                  <c:v>#N/A</c:v>
                </c:pt>
                <c:pt idx="3690">
                  <c:v>#N/A</c:v>
                </c:pt>
                <c:pt idx="3691">
                  <c:v>#N/A</c:v>
                </c:pt>
                <c:pt idx="3692">
                  <c:v>#N/A</c:v>
                </c:pt>
                <c:pt idx="3693">
                  <c:v>#N/A</c:v>
                </c:pt>
                <c:pt idx="3694">
                  <c:v>#N/A</c:v>
                </c:pt>
                <c:pt idx="3695">
                  <c:v>#N/A</c:v>
                </c:pt>
                <c:pt idx="3696">
                  <c:v>#N/A</c:v>
                </c:pt>
                <c:pt idx="3697">
                  <c:v>#N/A</c:v>
                </c:pt>
                <c:pt idx="3698">
                  <c:v>#N/A</c:v>
                </c:pt>
                <c:pt idx="3699">
                  <c:v>#N/A</c:v>
                </c:pt>
                <c:pt idx="3700">
                  <c:v>#N/A</c:v>
                </c:pt>
                <c:pt idx="3701">
                  <c:v>#N/A</c:v>
                </c:pt>
                <c:pt idx="3702">
                  <c:v>#N/A</c:v>
                </c:pt>
                <c:pt idx="3703">
                  <c:v>#N/A</c:v>
                </c:pt>
                <c:pt idx="3704">
                  <c:v>#N/A</c:v>
                </c:pt>
                <c:pt idx="3705">
                  <c:v>#N/A</c:v>
                </c:pt>
                <c:pt idx="3706">
                  <c:v>#N/A</c:v>
                </c:pt>
                <c:pt idx="3707">
                  <c:v>#N/A</c:v>
                </c:pt>
                <c:pt idx="3708">
                  <c:v>#N/A</c:v>
                </c:pt>
                <c:pt idx="3709">
                  <c:v>#N/A</c:v>
                </c:pt>
                <c:pt idx="3710">
                  <c:v>#N/A</c:v>
                </c:pt>
                <c:pt idx="3711">
                  <c:v>#N/A</c:v>
                </c:pt>
                <c:pt idx="3712">
                  <c:v>#N/A</c:v>
                </c:pt>
                <c:pt idx="3713">
                  <c:v>#N/A</c:v>
                </c:pt>
                <c:pt idx="3714">
                  <c:v>#N/A</c:v>
                </c:pt>
                <c:pt idx="3715">
                  <c:v>#N/A</c:v>
                </c:pt>
                <c:pt idx="3716">
                  <c:v>#N/A</c:v>
                </c:pt>
                <c:pt idx="3717">
                  <c:v>#N/A</c:v>
                </c:pt>
                <c:pt idx="3718">
                  <c:v>#N/A</c:v>
                </c:pt>
                <c:pt idx="3719">
                  <c:v>#N/A</c:v>
                </c:pt>
                <c:pt idx="3720">
                  <c:v>#N/A</c:v>
                </c:pt>
                <c:pt idx="3721">
                  <c:v>#N/A</c:v>
                </c:pt>
                <c:pt idx="3722">
                  <c:v>#N/A</c:v>
                </c:pt>
                <c:pt idx="3723">
                  <c:v>#N/A</c:v>
                </c:pt>
                <c:pt idx="3724">
                  <c:v>#N/A</c:v>
                </c:pt>
                <c:pt idx="3725">
                  <c:v>#N/A</c:v>
                </c:pt>
                <c:pt idx="3726">
                  <c:v>#N/A</c:v>
                </c:pt>
                <c:pt idx="3727">
                  <c:v>#N/A</c:v>
                </c:pt>
                <c:pt idx="3728">
                  <c:v>#N/A</c:v>
                </c:pt>
                <c:pt idx="3729">
                  <c:v>#N/A</c:v>
                </c:pt>
                <c:pt idx="3730">
                  <c:v>#N/A</c:v>
                </c:pt>
                <c:pt idx="3731">
                  <c:v>#N/A</c:v>
                </c:pt>
                <c:pt idx="3732">
                  <c:v>#N/A</c:v>
                </c:pt>
                <c:pt idx="3733">
                  <c:v>#N/A</c:v>
                </c:pt>
                <c:pt idx="3734">
                  <c:v>#N/A</c:v>
                </c:pt>
                <c:pt idx="3735">
                  <c:v>#N/A</c:v>
                </c:pt>
                <c:pt idx="3736">
                  <c:v>#N/A</c:v>
                </c:pt>
                <c:pt idx="3737">
                  <c:v>#N/A</c:v>
                </c:pt>
                <c:pt idx="3738">
                  <c:v>#N/A</c:v>
                </c:pt>
                <c:pt idx="3739">
                  <c:v>#N/A</c:v>
                </c:pt>
                <c:pt idx="3740">
                  <c:v>#N/A</c:v>
                </c:pt>
                <c:pt idx="3741">
                  <c:v>#N/A</c:v>
                </c:pt>
                <c:pt idx="3742">
                  <c:v>#N/A</c:v>
                </c:pt>
                <c:pt idx="3743">
                  <c:v>#N/A</c:v>
                </c:pt>
                <c:pt idx="3744">
                  <c:v>#N/A</c:v>
                </c:pt>
                <c:pt idx="3745">
                  <c:v>#N/A</c:v>
                </c:pt>
                <c:pt idx="3746">
                  <c:v>#N/A</c:v>
                </c:pt>
                <c:pt idx="3747">
                  <c:v>#N/A</c:v>
                </c:pt>
                <c:pt idx="3748">
                  <c:v>#N/A</c:v>
                </c:pt>
                <c:pt idx="3749">
                  <c:v>#N/A</c:v>
                </c:pt>
                <c:pt idx="3750">
                  <c:v>#N/A</c:v>
                </c:pt>
                <c:pt idx="3751">
                  <c:v>#N/A</c:v>
                </c:pt>
                <c:pt idx="3752">
                  <c:v>#N/A</c:v>
                </c:pt>
                <c:pt idx="3753">
                  <c:v>#N/A</c:v>
                </c:pt>
                <c:pt idx="3754">
                  <c:v>#N/A</c:v>
                </c:pt>
                <c:pt idx="3755">
                  <c:v>#N/A</c:v>
                </c:pt>
                <c:pt idx="3756">
                  <c:v>#N/A</c:v>
                </c:pt>
                <c:pt idx="3757">
                  <c:v>#N/A</c:v>
                </c:pt>
                <c:pt idx="3758">
                  <c:v>#N/A</c:v>
                </c:pt>
                <c:pt idx="3759">
                  <c:v>#N/A</c:v>
                </c:pt>
                <c:pt idx="3760">
                  <c:v>#N/A</c:v>
                </c:pt>
                <c:pt idx="3761">
                  <c:v>#N/A</c:v>
                </c:pt>
                <c:pt idx="3762">
                  <c:v>#N/A</c:v>
                </c:pt>
                <c:pt idx="3763">
                  <c:v>#N/A</c:v>
                </c:pt>
                <c:pt idx="3764">
                  <c:v>#N/A</c:v>
                </c:pt>
                <c:pt idx="3765">
                  <c:v>#N/A</c:v>
                </c:pt>
                <c:pt idx="3766">
                  <c:v>#N/A</c:v>
                </c:pt>
                <c:pt idx="3767">
                  <c:v>#N/A</c:v>
                </c:pt>
                <c:pt idx="3768">
                  <c:v>#N/A</c:v>
                </c:pt>
                <c:pt idx="3769">
                  <c:v>3648.2814160831772</c:v>
                </c:pt>
                <c:pt idx="3770">
                  <c:v>3648.2814160831772</c:v>
                </c:pt>
                <c:pt idx="3771">
                  <c:v>3648.2814160831772</c:v>
                </c:pt>
                <c:pt idx="3772">
                  <c:v>3648.2814160831772</c:v>
                </c:pt>
                <c:pt idx="3773">
                  <c:v>3648.2814160831772</c:v>
                </c:pt>
                <c:pt idx="3774">
                  <c:v>3648.2814160831772</c:v>
                </c:pt>
                <c:pt idx="3775">
                  <c:v>3648.2814160831772</c:v>
                </c:pt>
                <c:pt idx="3776">
                  <c:v>3648.2814160831772</c:v>
                </c:pt>
                <c:pt idx="3777">
                  <c:v>3648.2814160831772</c:v>
                </c:pt>
                <c:pt idx="3778">
                  <c:v>3648.2814160831772</c:v>
                </c:pt>
                <c:pt idx="3779">
                  <c:v>3648.2814160831772</c:v>
                </c:pt>
                <c:pt idx="3780">
                  <c:v>3648.2814160831772</c:v>
                </c:pt>
                <c:pt idx="3781">
                  <c:v>3648.2814160831772</c:v>
                </c:pt>
                <c:pt idx="3782">
                  <c:v>3648.2814160831772</c:v>
                </c:pt>
                <c:pt idx="3783">
                  <c:v>3648.2814160831772</c:v>
                </c:pt>
                <c:pt idx="3784">
                  <c:v>3648.2814160831772</c:v>
                </c:pt>
                <c:pt idx="3785">
                  <c:v>3648.2814160831772</c:v>
                </c:pt>
                <c:pt idx="3786">
                  <c:v>3648.2814160831772</c:v>
                </c:pt>
                <c:pt idx="3787">
                  <c:v>3648.2814160831772</c:v>
                </c:pt>
                <c:pt idx="3788">
                  <c:v>3648.2814160831772</c:v>
                </c:pt>
                <c:pt idx="3789">
                  <c:v>3648.2814160831772</c:v>
                </c:pt>
                <c:pt idx="3790">
                  <c:v>3648.2814160831772</c:v>
                </c:pt>
                <c:pt idx="3791">
                  <c:v>3648.2814160831772</c:v>
                </c:pt>
                <c:pt idx="3792">
                  <c:v>3648.2814160831772</c:v>
                </c:pt>
                <c:pt idx="3793">
                  <c:v>3648.2814160831772</c:v>
                </c:pt>
                <c:pt idx="3794">
                  <c:v>3648.2814160831772</c:v>
                </c:pt>
                <c:pt idx="3795">
                  <c:v>3648.2814160831772</c:v>
                </c:pt>
                <c:pt idx="3796">
                  <c:v>3648.2814160831772</c:v>
                </c:pt>
                <c:pt idx="3797">
                  <c:v>3648.2814160831772</c:v>
                </c:pt>
                <c:pt idx="3798">
                  <c:v>3648.2814160831772</c:v>
                </c:pt>
                <c:pt idx="3799">
                  <c:v>3648.2814160831772</c:v>
                </c:pt>
                <c:pt idx="3800">
                  <c:v>3648.2814160831772</c:v>
                </c:pt>
                <c:pt idx="3801">
                  <c:v>3648.2814160831772</c:v>
                </c:pt>
                <c:pt idx="3802">
                  <c:v>3648.2814160831772</c:v>
                </c:pt>
                <c:pt idx="3803">
                  <c:v>3648.2814160831772</c:v>
                </c:pt>
                <c:pt idx="3804">
                  <c:v>3648.2814160831772</c:v>
                </c:pt>
                <c:pt idx="3805">
                  <c:v>3648.2814160831772</c:v>
                </c:pt>
                <c:pt idx="3806">
                  <c:v>3648.2814160831772</c:v>
                </c:pt>
                <c:pt idx="3807">
                  <c:v>3648.2814160831772</c:v>
                </c:pt>
                <c:pt idx="3808">
                  <c:v>3648.2814160831772</c:v>
                </c:pt>
                <c:pt idx="3809">
                  <c:v>3648.2814160831772</c:v>
                </c:pt>
                <c:pt idx="3810">
                  <c:v>3648.2814160831772</c:v>
                </c:pt>
                <c:pt idx="3811">
                  <c:v>3648.2814160831772</c:v>
                </c:pt>
                <c:pt idx="3812">
                  <c:v>3648.2814160831772</c:v>
                </c:pt>
                <c:pt idx="3813">
                  <c:v>3648.2814160831772</c:v>
                </c:pt>
                <c:pt idx="3814">
                  <c:v>3648.2814160831772</c:v>
                </c:pt>
                <c:pt idx="3815">
                  <c:v>3648.2814160831772</c:v>
                </c:pt>
                <c:pt idx="3816">
                  <c:v>3648.2814160831772</c:v>
                </c:pt>
                <c:pt idx="3817">
                  <c:v>#N/A</c:v>
                </c:pt>
                <c:pt idx="3818">
                  <c:v>#N/A</c:v>
                </c:pt>
                <c:pt idx="3819">
                  <c:v>#N/A</c:v>
                </c:pt>
                <c:pt idx="3820">
                  <c:v>#N/A</c:v>
                </c:pt>
                <c:pt idx="3821">
                  <c:v>#N/A</c:v>
                </c:pt>
                <c:pt idx="3822">
                  <c:v>#N/A</c:v>
                </c:pt>
                <c:pt idx="3823">
                  <c:v>#N/A</c:v>
                </c:pt>
                <c:pt idx="3824">
                  <c:v>#N/A</c:v>
                </c:pt>
                <c:pt idx="3825">
                  <c:v>#N/A</c:v>
                </c:pt>
                <c:pt idx="3826">
                  <c:v>#N/A</c:v>
                </c:pt>
                <c:pt idx="3827">
                  <c:v>#N/A</c:v>
                </c:pt>
                <c:pt idx="3828">
                  <c:v>#N/A</c:v>
                </c:pt>
                <c:pt idx="3829">
                  <c:v>#N/A</c:v>
                </c:pt>
                <c:pt idx="3830">
                  <c:v>#N/A</c:v>
                </c:pt>
                <c:pt idx="3831">
                  <c:v>#N/A</c:v>
                </c:pt>
                <c:pt idx="3832">
                  <c:v>#N/A</c:v>
                </c:pt>
                <c:pt idx="3833">
                  <c:v>#N/A</c:v>
                </c:pt>
                <c:pt idx="3834">
                  <c:v>#N/A</c:v>
                </c:pt>
                <c:pt idx="3835">
                  <c:v>#N/A</c:v>
                </c:pt>
                <c:pt idx="3836">
                  <c:v>#N/A</c:v>
                </c:pt>
                <c:pt idx="3837">
                  <c:v>#N/A</c:v>
                </c:pt>
                <c:pt idx="3838">
                  <c:v>#N/A</c:v>
                </c:pt>
                <c:pt idx="3839">
                  <c:v>#N/A</c:v>
                </c:pt>
                <c:pt idx="3840">
                  <c:v>#N/A</c:v>
                </c:pt>
                <c:pt idx="3841">
                  <c:v>#N/A</c:v>
                </c:pt>
                <c:pt idx="3842">
                  <c:v>#N/A</c:v>
                </c:pt>
                <c:pt idx="3843">
                  <c:v>#N/A</c:v>
                </c:pt>
                <c:pt idx="3844">
                  <c:v>#N/A</c:v>
                </c:pt>
                <c:pt idx="3845">
                  <c:v>#N/A</c:v>
                </c:pt>
                <c:pt idx="3846">
                  <c:v>#N/A</c:v>
                </c:pt>
                <c:pt idx="3847">
                  <c:v>#N/A</c:v>
                </c:pt>
                <c:pt idx="3848">
                  <c:v>#N/A</c:v>
                </c:pt>
                <c:pt idx="3849">
                  <c:v>#N/A</c:v>
                </c:pt>
                <c:pt idx="3850">
                  <c:v>#N/A</c:v>
                </c:pt>
                <c:pt idx="3851">
                  <c:v>#N/A</c:v>
                </c:pt>
                <c:pt idx="3852">
                  <c:v>#N/A</c:v>
                </c:pt>
                <c:pt idx="3853">
                  <c:v>#N/A</c:v>
                </c:pt>
                <c:pt idx="3854">
                  <c:v>#N/A</c:v>
                </c:pt>
                <c:pt idx="3855">
                  <c:v>#N/A</c:v>
                </c:pt>
                <c:pt idx="3856">
                  <c:v>#N/A</c:v>
                </c:pt>
                <c:pt idx="3857">
                  <c:v>#N/A</c:v>
                </c:pt>
                <c:pt idx="3858">
                  <c:v>#N/A</c:v>
                </c:pt>
                <c:pt idx="3859">
                  <c:v>#N/A</c:v>
                </c:pt>
                <c:pt idx="3860">
                  <c:v>#N/A</c:v>
                </c:pt>
                <c:pt idx="3861">
                  <c:v>#N/A</c:v>
                </c:pt>
                <c:pt idx="3862">
                  <c:v>#N/A</c:v>
                </c:pt>
                <c:pt idx="3863">
                  <c:v>#N/A</c:v>
                </c:pt>
                <c:pt idx="3864">
                  <c:v>#N/A</c:v>
                </c:pt>
                <c:pt idx="3865">
                  <c:v>#N/A</c:v>
                </c:pt>
                <c:pt idx="3866">
                  <c:v>#N/A</c:v>
                </c:pt>
                <c:pt idx="3867">
                  <c:v>#N/A</c:v>
                </c:pt>
                <c:pt idx="3868">
                  <c:v>#N/A</c:v>
                </c:pt>
                <c:pt idx="3869">
                  <c:v>#N/A</c:v>
                </c:pt>
                <c:pt idx="3870">
                  <c:v>#N/A</c:v>
                </c:pt>
                <c:pt idx="3871">
                  <c:v>#N/A</c:v>
                </c:pt>
                <c:pt idx="3872">
                  <c:v>#N/A</c:v>
                </c:pt>
                <c:pt idx="3873">
                  <c:v>#N/A</c:v>
                </c:pt>
                <c:pt idx="3874">
                  <c:v>#N/A</c:v>
                </c:pt>
                <c:pt idx="3875">
                  <c:v>#N/A</c:v>
                </c:pt>
                <c:pt idx="3876">
                  <c:v>#N/A</c:v>
                </c:pt>
                <c:pt idx="3877">
                  <c:v>#N/A</c:v>
                </c:pt>
                <c:pt idx="3878">
                  <c:v>#N/A</c:v>
                </c:pt>
                <c:pt idx="3879">
                  <c:v>#N/A</c:v>
                </c:pt>
                <c:pt idx="3880">
                  <c:v>#N/A</c:v>
                </c:pt>
                <c:pt idx="3881">
                  <c:v>#N/A</c:v>
                </c:pt>
                <c:pt idx="3882">
                  <c:v>#N/A</c:v>
                </c:pt>
                <c:pt idx="3883">
                  <c:v>#N/A</c:v>
                </c:pt>
                <c:pt idx="3884">
                  <c:v>#N/A</c:v>
                </c:pt>
                <c:pt idx="3885">
                  <c:v>#N/A</c:v>
                </c:pt>
                <c:pt idx="3886">
                  <c:v>#N/A</c:v>
                </c:pt>
                <c:pt idx="3887">
                  <c:v>#N/A</c:v>
                </c:pt>
                <c:pt idx="3888">
                  <c:v>#N/A</c:v>
                </c:pt>
                <c:pt idx="3889">
                  <c:v>#N/A</c:v>
                </c:pt>
                <c:pt idx="3890">
                  <c:v>#N/A</c:v>
                </c:pt>
                <c:pt idx="3891">
                  <c:v>#N/A</c:v>
                </c:pt>
                <c:pt idx="3892">
                  <c:v>#N/A</c:v>
                </c:pt>
                <c:pt idx="3893">
                  <c:v>#N/A</c:v>
                </c:pt>
                <c:pt idx="3894">
                  <c:v>#N/A</c:v>
                </c:pt>
                <c:pt idx="3895">
                  <c:v>#N/A</c:v>
                </c:pt>
                <c:pt idx="3896">
                  <c:v>#N/A</c:v>
                </c:pt>
                <c:pt idx="3897">
                  <c:v>#N/A</c:v>
                </c:pt>
                <c:pt idx="3898">
                  <c:v>#N/A</c:v>
                </c:pt>
                <c:pt idx="3899">
                  <c:v>#N/A</c:v>
                </c:pt>
                <c:pt idx="3900">
                  <c:v>#N/A</c:v>
                </c:pt>
                <c:pt idx="3901">
                  <c:v>#N/A</c:v>
                </c:pt>
                <c:pt idx="3902">
                  <c:v>#N/A</c:v>
                </c:pt>
                <c:pt idx="3903">
                  <c:v>#N/A</c:v>
                </c:pt>
                <c:pt idx="3904">
                  <c:v>#N/A</c:v>
                </c:pt>
                <c:pt idx="3905">
                  <c:v>#N/A</c:v>
                </c:pt>
                <c:pt idx="3906">
                  <c:v>#N/A</c:v>
                </c:pt>
                <c:pt idx="3907">
                  <c:v>#N/A</c:v>
                </c:pt>
                <c:pt idx="3908">
                  <c:v>3832.1345265166001</c:v>
                </c:pt>
                <c:pt idx="3909">
                  <c:v>3832.1345265166001</c:v>
                </c:pt>
                <c:pt idx="3910">
                  <c:v>3832.1345265166001</c:v>
                </c:pt>
                <c:pt idx="3911">
                  <c:v>3832.1345265166001</c:v>
                </c:pt>
                <c:pt idx="3912">
                  <c:v>3832.1345265166001</c:v>
                </c:pt>
                <c:pt idx="3913">
                  <c:v>3832.1345265166001</c:v>
                </c:pt>
                <c:pt idx="3914">
                  <c:v>3832.1345265166001</c:v>
                </c:pt>
                <c:pt idx="3915">
                  <c:v>3832.1345265166001</c:v>
                </c:pt>
                <c:pt idx="3916">
                  <c:v>3832.1345265166001</c:v>
                </c:pt>
                <c:pt idx="3917">
                  <c:v>3832.1345265166001</c:v>
                </c:pt>
                <c:pt idx="3918">
                  <c:v>3832.1345265166001</c:v>
                </c:pt>
                <c:pt idx="3919">
                  <c:v>3832.1345265166001</c:v>
                </c:pt>
                <c:pt idx="3920">
                  <c:v>3832.1345265166001</c:v>
                </c:pt>
                <c:pt idx="3921">
                  <c:v>3832.1345265166001</c:v>
                </c:pt>
                <c:pt idx="3922">
                  <c:v>3832.1345265166001</c:v>
                </c:pt>
                <c:pt idx="3923">
                  <c:v>3832.1345265166001</c:v>
                </c:pt>
                <c:pt idx="3924">
                  <c:v>3832.1345265166001</c:v>
                </c:pt>
                <c:pt idx="3925">
                  <c:v>3832.1345265166001</c:v>
                </c:pt>
                <c:pt idx="3926">
                  <c:v>3832.1345265166001</c:v>
                </c:pt>
                <c:pt idx="3927">
                  <c:v>3832.1345265166001</c:v>
                </c:pt>
                <c:pt idx="3928">
                  <c:v>3832.1345265166001</c:v>
                </c:pt>
                <c:pt idx="3929">
                  <c:v>3832.1345265166001</c:v>
                </c:pt>
                <c:pt idx="3930">
                  <c:v>#N/A</c:v>
                </c:pt>
                <c:pt idx="3931">
                  <c:v>#N/A</c:v>
                </c:pt>
                <c:pt idx="3932">
                  <c:v>#N/A</c:v>
                </c:pt>
                <c:pt idx="3933">
                  <c:v>#N/A</c:v>
                </c:pt>
                <c:pt idx="3934">
                  <c:v>#N/A</c:v>
                </c:pt>
                <c:pt idx="3935">
                  <c:v>#N/A</c:v>
                </c:pt>
                <c:pt idx="3936">
                  <c:v>#N/A</c:v>
                </c:pt>
                <c:pt idx="3937">
                  <c:v>#N/A</c:v>
                </c:pt>
                <c:pt idx="3938">
                  <c:v>#N/A</c:v>
                </c:pt>
                <c:pt idx="3939">
                  <c:v>#N/A</c:v>
                </c:pt>
                <c:pt idx="3940">
                  <c:v>#N/A</c:v>
                </c:pt>
                <c:pt idx="3941">
                  <c:v>#N/A</c:v>
                </c:pt>
                <c:pt idx="3942">
                  <c:v>#N/A</c:v>
                </c:pt>
                <c:pt idx="3943">
                  <c:v>#N/A</c:v>
                </c:pt>
                <c:pt idx="3944">
                  <c:v>#N/A</c:v>
                </c:pt>
                <c:pt idx="3945">
                  <c:v>#N/A</c:v>
                </c:pt>
                <c:pt idx="3946">
                  <c:v>#N/A</c:v>
                </c:pt>
                <c:pt idx="3947">
                  <c:v>#N/A</c:v>
                </c:pt>
                <c:pt idx="3948">
                  <c:v>#N/A</c:v>
                </c:pt>
                <c:pt idx="3949">
                  <c:v>#N/A</c:v>
                </c:pt>
                <c:pt idx="3950">
                  <c:v>#N/A</c:v>
                </c:pt>
                <c:pt idx="3951">
                  <c:v>#N/A</c:v>
                </c:pt>
                <c:pt idx="3952">
                  <c:v>#N/A</c:v>
                </c:pt>
                <c:pt idx="3953">
                  <c:v>#N/A</c:v>
                </c:pt>
                <c:pt idx="3954">
                  <c:v>#N/A</c:v>
                </c:pt>
                <c:pt idx="3955">
                  <c:v>#N/A</c:v>
                </c:pt>
                <c:pt idx="3956">
                  <c:v>#N/A</c:v>
                </c:pt>
                <c:pt idx="3957">
                  <c:v>#N/A</c:v>
                </c:pt>
                <c:pt idx="3958">
                  <c:v>#N/A</c:v>
                </c:pt>
                <c:pt idx="3959">
                  <c:v>#N/A</c:v>
                </c:pt>
                <c:pt idx="3960">
                  <c:v>#N/A</c:v>
                </c:pt>
                <c:pt idx="3961">
                  <c:v>#N/A</c:v>
                </c:pt>
                <c:pt idx="3962">
                  <c:v>#N/A</c:v>
                </c:pt>
                <c:pt idx="3963">
                  <c:v>#N/A</c:v>
                </c:pt>
                <c:pt idx="3964">
                  <c:v>#N/A</c:v>
                </c:pt>
                <c:pt idx="3965">
                  <c:v>#N/A</c:v>
                </c:pt>
                <c:pt idx="3966">
                  <c:v>#N/A</c:v>
                </c:pt>
                <c:pt idx="3967">
                  <c:v>#N/A</c:v>
                </c:pt>
                <c:pt idx="3968">
                  <c:v>#N/A</c:v>
                </c:pt>
                <c:pt idx="3969">
                  <c:v>#N/A</c:v>
                </c:pt>
                <c:pt idx="3970">
                  <c:v>#N/A</c:v>
                </c:pt>
                <c:pt idx="3971">
                  <c:v>#N/A</c:v>
                </c:pt>
                <c:pt idx="3972">
                  <c:v>#N/A</c:v>
                </c:pt>
                <c:pt idx="3973">
                  <c:v>#N/A</c:v>
                </c:pt>
                <c:pt idx="3974">
                  <c:v>#N/A</c:v>
                </c:pt>
                <c:pt idx="3975">
                  <c:v>#N/A</c:v>
                </c:pt>
                <c:pt idx="3976">
                  <c:v>#N/A</c:v>
                </c:pt>
                <c:pt idx="3977">
                  <c:v>#N/A</c:v>
                </c:pt>
                <c:pt idx="3978">
                  <c:v>#N/A</c:v>
                </c:pt>
                <c:pt idx="3979">
                  <c:v>#N/A</c:v>
                </c:pt>
                <c:pt idx="3980">
                  <c:v>#N/A</c:v>
                </c:pt>
                <c:pt idx="3981">
                  <c:v>#N/A</c:v>
                </c:pt>
                <c:pt idx="3982">
                  <c:v>#N/A</c:v>
                </c:pt>
                <c:pt idx="3983">
                  <c:v>#N/A</c:v>
                </c:pt>
                <c:pt idx="3984">
                  <c:v>#N/A</c:v>
                </c:pt>
                <c:pt idx="3985">
                  <c:v>#N/A</c:v>
                </c:pt>
                <c:pt idx="3986">
                  <c:v>#N/A</c:v>
                </c:pt>
                <c:pt idx="3987">
                  <c:v>#N/A</c:v>
                </c:pt>
                <c:pt idx="3988">
                  <c:v>#N/A</c:v>
                </c:pt>
                <c:pt idx="3989">
                  <c:v>#N/A</c:v>
                </c:pt>
                <c:pt idx="3990">
                  <c:v>#N/A</c:v>
                </c:pt>
                <c:pt idx="3991">
                  <c:v>#N/A</c:v>
                </c:pt>
                <c:pt idx="3992">
                  <c:v>#N/A</c:v>
                </c:pt>
                <c:pt idx="3993">
                  <c:v>#N/A</c:v>
                </c:pt>
                <c:pt idx="3994">
                  <c:v>#N/A</c:v>
                </c:pt>
                <c:pt idx="3995">
                  <c:v>#N/A</c:v>
                </c:pt>
                <c:pt idx="3996">
                  <c:v>#N/A</c:v>
                </c:pt>
                <c:pt idx="3997">
                  <c:v>#N/A</c:v>
                </c:pt>
                <c:pt idx="3998">
                  <c:v>#N/A</c:v>
                </c:pt>
                <c:pt idx="3999">
                  <c:v>#N/A</c:v>
                </c:pt>
                <c:pt idx="4000">
                  <c:v>#N/A</c:v>
                </c:pt>
                <c:pt idx="4001">
                  <c:v>#N/A</c:v>
                </c:pt>
                <c:pt idx="4002">
                  <c:v>#N/A</c:v>
                </c:pt>
                <c:pt idx="4003">
                  <c:v>#N/A</c:v>
                </c:pt>
                <c:pt idx="4004">
                  <c:v>#N/A</c:v>
                </c:pt>
                <c:pt idx="4005">
                  <c:v>#N/A</c:v>
                </c:pt>
                <c:pt idx="4006">
                  <c:v>#N/A</c:v>
                </c:pt>
                <c:pt idx="4007">
                  <c:v>#N/A</c:v>
                </c:pt>
                <c:pt idx="4008">
                  <c:v>#N/A</c:v>
                </c:pt>
                <c:pt idx="4009">
                  <c:v>#N/A</c:v>
                </c:pt>
                <c:pt idx="4010">
                  <c:v>#N/A</c:v>
                </c:pt>
                <c:pt idx="4011">
                  <c:v>#N/A</c:v>
                </c:pt>
                <c:pt idx="4012">
                  <c:v>#N/A</c:v>
                </c:pt>
                <c:pt idx="4013">
                  <c:v>#N/A</c:v>
                </c:pt>
                <c:pt idx="4014">
                  <c:v>#N/A</c:v>
                </c:pt>
                <c:pt idx="4015">
                  <c:v>#N/A</c:v>
                </c:pt>
                <c:pt idx="4016">
                  <c:v>#N/A</c:v>
                </c:pt>
                <c:pt idx="4017">
                  <c:v>#N/A</c:v>
                </c:pt>
                <c:pt idx="4018">
                  <c:v>#N/A</c:v>
                </c:pt>
                <c:pt idx="4019">
                  <c:v>#N/A</c:v>
                </c:pt>
                <c:pt idx="4020">
                  <c:v>#N/A</c:v>
                </c:pt>
                <c:pt idx="4021">
                  <c:v>#N/A</c:v>
                </c:pt>
                <c:pt idx="4022">
                  <c:v>#N/A</c:v>
                </c:pt>
                <c:pt idx="4023">
                  <c:v>#N/A</c:v>
                </c:pt>
                <c:pt idx="4024">
                  <c:v>#N/A</c:v>
                </c:pt>
                <c:pt idx="4025">
                  <c:v>#N/A</c:v>
                </c:pt>
                <c:pt idx="4026">
                  <c:v>#N/A</c:v>
                </c:pt>
                <c:pt idx="4027">
                  <c:v>#N/A</c:v>
                </c:pt>
                <c:pt idx="4028">
                  <c:v>#N/A</c:v>
                </c:pt>
                <c:pt idx="4029">
                  <c:v>#N/A</c:v>
                </c:pt>
                <c:pt idx="4030">
                  <c:v>#N/A</c:v>
                </c:pt>
                <c:pt idx="4031">
                  <c:v>#N/A</c:v>
                </c:pt>
                <c:pt idx="4032">
                  <c:v>#N/A</c:v>
                </c:pt>
                <c:pt idx="4033">
                  <c:v>#N/A</c:v>
                </c:pt>
                <c:pt idx="4034">
                  <c:v>#N/A</c:v>
                </c:pt>
                <c:pt idx="4035">
                  <c:v>#N/A</c:v>
                </c:pt>
                <c:pt idx="4036">
                  <c:v>#N/A</c:v>
                </c:pt>
                <c:pt idx="4037">
                  <c:v>#N/A</c:v>
                </c:pt>
                <c:pt idx="4038">
                  <c:v>#N/A</c:v>
                </c:pt>
                <c:pt idx="4039">
                  <c:v>#N/A</c:v>
                </c:pt>
                <c:pt idx="4040">
                  <c:v>#N/A</c:v>
                </c:pt>
                <c:pt idx="4041">
                  <c:v>#N/A</c:v>
                </c:pt>
                <c:pt idx="4042">
                  <c:v>#N/A</c:v>
                </c:pt>
                <c:pt idx="4043">
                  <c:v>#N/A</c:v>
                </c:pt>
                <c:pt idx="4044">
                  <c:v>#N/A</c:v>
                </c:pt>
                <c:pt idx="4045">
                  <c:v>#N/A</c:v>
                </c:pt>
                <c:pt idx="4046">
                  <c:v>#N/A</c:v>
                </c:pt>
                <c:pt idx="4047">
                  <c:v>#N/A</c:v>
                </c:pt>
                <c:pt idx="4048">
                  <c:v>#N/A</c:v>
                </c:pt>
                <c:pt idx="4049">
                  <c:v>#N/A</c:v>
                </c:pt>
                <c:pt idx="4050">
                  <c:v>#N/A</c:v>
                </c:pt>
                <c:pt idx="4051">
                  <c:v>#N/A</c:v>
                </c:pt>
                <c:pt idx="4052">
                  <c:v>#N/A</c:v>
                </c:pt>
                <c:pt idx="4053">
                  <c:v>#N/A</c:v>
                </c:pt>
                <c:pt idx="4054">
                  <c:v>#N/A</c:v>
                </c:pt>
                <c:pt idx="4055">
                  <c:v>#N/A</c:v>
                </c:pt>
                <c:pt idx="4056">
                  <c:v>#N/A</c:v>
                </c:pt>
                <c:pt idx="4057">
                  <c:v>#N/A</c:v>
                </c:pt>
                <c:pt idx="4058">
                  <c:v>#N/A</c:v>
                </c:pt>
                <c:pt idx="4059">
                  <c:v>#N/A</c:v>
                </c:pt>
                <c:pt idx="4060">
                  <c:v>#N/A</c:v>
                </c:pt>
                <c:pt idx="4061">
                  <c:v>#N/A</c:v>
                </c:pt>
                <c:pt idx="4062">
                  <c:v>#N/A</c:v>
                </c:pt>
                <c:pt idx="4063">
                  <c:v>#N/A</c:v>
                </c:pt>
                <c:pt idx="4064">
                  <c:v>#N/A</c:v>
                </c:pt>
                <c:pt idx="4065">
                  <c:v>#N/A</c:v>
                </c:pt>
                <c:pt idx="4066">
                  <c:v>#N/A</c:v>
                </c:pt>
                <c:pt idx="4067">
                  <c:v>#N/A</c:v>
                </c:pt>
                <c:pt idx="4068">
                  <c:v>#N/A</c:v>
                </c:pt>
                <c:pt idx="4069">
                  <c:v>#N/A</c:v>
                </c:pt>
                <c:pt idx="4070">
                  <c:v>#N/A</c:v>
                </c:pt>
                <c:pt idx="4071">
                  <c:v>#N/A</c:v>
                </c:pt>
                <c:pt idx="4072">
                  <c:v>#N/A</c:v>
                </c:pt>
                <c:pt idx="4073">
                  <c:v>#N/A</c:v>
                </c:pt>
                <c:pt idx="4074">
                  <c:v>#N/A</c:v>
                </c:pt>
                <c:pt idx="4075">
                  <c:v>#N/A</c:v>
                </c:pt>
                <c:pt idx="4076">
                  <c:v>#N/A</c:v>
                </c:pt>
                <c:pt idx="4077">
                  <c:v>#N/A</c:v>
                </c:pt>
                <c:pt idx="4078">
                  <c:v>#N/A</c:v>
                </c:pt>
                <c:pt idx="4079">
                  <c:v>#N/A</c:v>
                </c:pt>
                <c:pt idx="4080">
                  <c:v>#N/A</c:v>
                </c:pt>
                <c:pt idx="4081">
                  <c:v>#N/A</c:v>
                </c:pt>
                <c:pt idx="4082">
                  <c:v>#N/A</c:v>
                </c:pt>
                <c:pt idx="4083">
                  <c:v>#N/A</c:v>
                </c:pt>
                <c:pt idx="4084">
                  <c:v>#N/A</c:v>
                </c:pt>
                <c:pt idx="4085">
                  <c:v>#N/A</c:v>
                </c:pt>
                <c:pt idx="4086">
                  <c:v>#N/A</c:v>
                </c:pt>
                <c:pt idx="4087">
                  <c:v>#N/A</c:v>
                </c:pt>
                <c:pt idx="4088">
                  <c:v>#N/A</c:v>
                </c:pt>
                <c:pt idx="4089">
                  <c:v>#N/A</c:v>
                </c:pt>
                <c:pt idx="4090">
                  <c:v>#N/A</c:v>
                </c:pt>
                <c:pt idx="4091">
                  <c:v>#N/A</c:v>
                </c:pt>
                <c:pt idx="4092">
                  <c:v>#N/A</c:v>
                </c:pt>
                <c:pt idx="4093">
                  <c:v>#N/A</c:v>
                </c:pt>
                <c:pt idx="4094">
                  <c:v>#N/A</c:v>
                </c:pt>
                <c:pt idx="4095">
                  <c:v>#N/A</c:v>
                </c:pt>
                <c:pt idx="4096">
                  <c:v>#N/A</c:v>
                </c:pt>
                <c:pt idx="4097">
                  <c:v>#N/A</c:v>
                </c:pt>
                <c:pt idx="4098">
                  <c:v>#N/A</c:v>
                </c:pt>
                <c:pt idx="4099">
                  <c:v>#N/A</c:v>
                </c:pt>
                <c:pt idx="4100">
                  <c:v>#N/A</c:v>
                </c:pt>
                <c:pt idx="4101">
                  <c:v>#N/A</c:v>
                </c:pt>
                <c:pt idx="4102">
                  <c:v>#N/A</c:v>
                </c:pt>
                <c:pt idx="4103">
                  <c:v>#N/A</c:v>
                </c:pt>
                <c:pt idx="4104">
                  <c:v>#N/A</c:v>
                </c:pt>
                <c:pt idx="4105">
                  <c:v>#N/A</c:v>
                </c:pt>
                <c:pt idx="4106">
                  <c:v>#N/A</c:v>
                </c:pt>
                <c:pt idx="4107">
                  <c:v>#N/A</c:v>
                </c:pt>
                <c:pt idx="4108">
                  <c:v>#N/A</c:v>
                </c:pt>
                <c:pt idx="4109">
                  <c:v>#N/A</c:v>
                </c:pt>
                <c:pt idx="4110">
                  <c:v>#N/A</c:v>
                </c:pt>
                <c:pt idx="4111">
                  <c:v>#N/A</c:v>
                </c:pt>
                <c:pt idx="4112">
                  <c:v>#N/A</c:v>
                </c:pt>
                <c:pt idx="4113">
                  <c:v>4237.4109505745919</c:v>
                </c:pt>
                <c:pt idx="4114">
                  <c:v>4237.4109505745919</c:v>
                </c:pt>
                <c:pt idx="4115">
                  <c:v>4237.4109505745919</c:v>
                </c:pt>
                <c:pt idx="4116">
                  <c:v>4237.4109505745919</c:v>
                </c:pt>
                <c:pt idx="4117">
                  <c:v>4237.4109505745919</c:v>
                </c:pt>
                <c:pt idx="4118">
                  <c:v>4237.4109505745919</c:v>
                </c:pt>
                <c:pt idx="4119">
                  <c:v>4237.4109505745919</c:v>
                </c:pt>
                <c:pt idx="4120">
                  <c:v>4237.4109505745919</c:v>
                </c:pt>
                <c:pt idx="4121">
                  <c:v>4237.4109505745919</c:v>
                </c:pt>
                <c:pt idx="4122">
                  <c:v>4237.4109505745919</c:v>
                </c:pt>
                <c:pt idx="4123">
                  <c:v>4237.4109505745919</c:v>
                </c:pt>
                <c:pt idx="4124">
                  <c:v>4237.4109505745919</c:v>
                </c:pt>
                <c:pt idx="4125">
                  <c:v>4237.4109505745919</c:v>
                </c:pt>
                <c:pt idx="4126">
                  <c:v>4237.4109505745919</c:v>
                </c:pt>
                <c:pt idx="4127">
                  <c:v>4237.4109505745919</c:v>
                </c:pt>
                <c:pt idx="4128">
                  <c:v>4237.4109505745919</c:v>
                </c:pt>
                <c:pt idx="4129">
                  <c:v>4237.4109505745919</c:v>
                </c:pt>
                <c:pt idx="4130">
                  <c:v>4237.4109505745919</c:v>
                </c:pt>
                <c:pt idx="4131">
                  <c:v>4237.4109505745919</c:v>
                </c:pt>
                <c:pt idx="4132">
                  <c:v>4237.4109505745919</c:v>
                </c:pt>
                <c:pt idx="4133">
                  <c:v>4237.4109505745919</c:v>
                </c:pt>
                <c:pt idx="4134">
                  <c:v>4237.4109505745919</c:v>
                </c:pt>
                <c:pt idx="4135">
                  <c:v>4237.4109505745919</c:v>
                </c:pt>
                <c:pt idx="4136">
                  <c:v>4237.4109505745919</c:v>
                </c:pt>
                <c:pt idx="4137">
                  <c:v>4237.4109505745919</c:v>
                </c:pt>
                <c:pt idx="4138">
                  <c:v>4237.4109505745919</c:v>
                </c:pt>
                <c:pt idx="4139">
                  <c:v>4237.4109505745919</c:v>
                </c:pt>
                <c:pt idx="4140">
                  <c:v>4237.4109505745919</c:v>
                </c:pt>
                <c:pt idx="4141">
                  <c:v>4237.4109505745919</c:v>
                </c:pt>
                <c:pt idx="4142">
                  <c:v>4237.4109505745919</c:v>
                </c:pt>
                <c:pt idx="4143">
                  <c:v>4237.4109505745919</c:v>
                </c:pt>
                <c:pt idx="4144">
                  <c:v>4237.4109505745919</c:v>
                </c:pt>
                <c:pt idx="4145">
                  <c:v>4237.4109505745919</c:v>
                </c:pt>
                <c:pt idx="4146">
                  <c:v>4237.4109505745919</c:v>
                </c:pt>
                <c:pt idx="4147">
                  <c:v>4237.4109505745919</c:v>
                </c:pt>
                <c:pt idx="4148">
                  <c:v>4248.7712690816479</c:v>
                </c:pt>
                <c:pt idx="4149">
                  <c:v>4248.7712690816479</c:v>
                </c:pt>
                <c:pt idx="4150">
                  <c:v>4248.7712690816479</c:v>
                </c:pt>
                <c:pt idx="4151">
                  <c:v>4248.7712690816479</c:v>
                </c:pt>
                <c:pt idx="4152">
                  <c:v>4248.7712690816479</c:v>
                </c:pt>
                <c:pt idx="4153">
                  <c:v>4248.7712690816479</c:v>
                </c:pt>
                <c:pt idx="4154">
                  <c:v>4248.7712690816479</c:v>
                </c:pt>
                <c:pt idx="4155">
                  <c:v>4248.7712690816479</c:v>
                </c:pt>
                <c:pt idx="4156">
                  <c:v>4248.7712690816479</c:v>
                </c:pt>
                <c:pt idx="4157">
                  <c:v>#N/A</c:v>
                </c:pt>
                <c:pt idx="4158">
                  <c:v>#N/A</c:v>
                </c:pt>
                <c:pt idx="4159">
                  <c:v>#N/A</c:v>
                </c:pt>
                <c:pt idx="4160">
                  <c:v>#N/A</c:v>
                </c:pt>
                <c:pt idx="4161">
                  <c:v>#N/A</c:v>
                </c:pt>
                <c:pt idx="4162">
                  <c:v>#N/A</c:v>
                </c:pt>
                <c:pt idx="4163">
                  <c:v>#N/A</c:v>
                </c:pt>
                <c:pt idx="4164">
                  <c:v>#N/A</c:v>
                </c:pt>
                <c:pt idx="4165">
                  <c:v>#N/A</c:v>
                </c:pt>
                <c:pt idx="4166">
                  <c:v>#N/A</c:v>
                </c:pt>
                <c:pt idx="4167">
                  <c:v>#N/A</c:v>
                </c:pt>
                <c:pt idx="4168">
                  <c:v>#N/A</c:v>
                </c:pt>
                <c:pt idx="4169">
                  <c:v>#N/A</c:v>
                </c:pt>
                <c:pt idx="4170">
                  <c:v>#N/A</c:v>
                </c:pt>
                <c:pt idx="4171">
                  <c:v>#N/A</c:v>
                </c:pt>
                <c:pt idx="4172">
                  <c:v>#N/A</c:v>
                </c:pt>
                <c:pt idx="4173">
                  <c:v>#N/A</c:v>
                </c:pt>
                <c:pt idx="4174">
                  <c:v>#N/A</c:v>
                </c:pt>
                <c:pt idx="4175">
                  <c:v>#N/A</c:v>
                </c:pt>
                <c:pt idx="4176">
                  <c:v>#N/A</c:v>
                </c:pt>
                <c:pt idx="4177">
                  <c:v>#N/A</c:v>
                </c:pt>
                <c:pt idx="4178">
                  <c:v>#N/A</c:v>
                </c:pt>
                <c:pt idx="4179">
                  <c:v>#N/A</c:v>
                </c:pt>
                <c:pt idx="4180">
                  <c:v>#N/A</c:v>
                </c:pt>
                <c:pt idx="4181">
                  <c:v>#N/A</c:v>
                </c:pt>
                <c:pt idx="4182">
                  <c:v>#N/A</c:v>
                </c:pt>
                <c:pt idx="4183">
                  <c:v>#N/A</c:v>
                </c:pt>
                <c:pt idx="4184">
                  <c:v>#N/A</c:v>
                </c:pt>
                <c:pt idx="4185">
                  <c:v>#N/A</c:v>
                </c:pt>
                <c:pt idx="4186">
                  <c:v>#N/A</c:v>
                </c:pt>
                <c:pt idx="4187">
                  <c:v>#N/A</c:v>
                </c:pt>
                <c:pt idx="4188">
                  <c:v>#N/A</c:v>
                </c:pt>
                <c:pt idx="4189">
                  <c:v>#N/A</c:v>
                </c:pt>
                <c:pt idx="4190">
                  <c:v>#N/A</c:v>
                </c:pt>
                <c:pt idx="4191">
                  <c:v>#N/A</c:v>
                </c:pt>
                <c:pt idx="4192">
                  <c:v>#N/A</c:v>
                </c:pt>
                <c:pt idx="4193">
                  <c:v>#N/A</c:v>
                </c:pt>
                <c:pt idx="4194">
                  <c:v>#N/A</c:v>
                </c:pt>
                <c:pt idx="4195">
                  <c:v>#N/A</c:v>
                </c:pt>
                <c:pt idx="4196">
                  <c:v>#N/A</c:v>
                </c:pt>
                <c:pt idx="4197">
                  <c:v>#N/A</c:v>
                </c:pt>
                <c:pt idx="4198">
                  <c:v>#N/A</c:v>
                </c:pt>
                <c:pt idx="4199">
                  <c:v>#N/A</c:v>
                </c:pt>
                <c:pt idx="4200">
                  <c:v>#N/A</c:v>
                </c:pt>
                <c:pt idx="4201">
                  <c:v>#N/A</c:v>
                </c:pt>
                <c:pt idx="4202">
                  <c:v>#N/A</c:v>
                </c:pt>
                <c:pt idx="4203">
                  <c:v>#N/A</c:v>
                </c:pt>
                <c:pt idx="4204">
                  <c:v>#N/A</c:v>
                </c:pt>
                <c:pt idx="4205">
                  <c:v>#N/A</c:v>
                </c:pt>
                <c:pt idx="4206">
                  <c:v>#N/A</c:v>
                </c:pt>
                <c:pt idx="4207">
                  <c:v>#N/A</c:v>
                </c:pt>
                <c:pt idx="4208">
                  <c:v>#N/A</c:v>
                </c:pt>
                <c:pt idx="4209">
                  <c:v>#N/A</c:v>
                </c:pt>
                <c:pt idx="4210">
                  <c:v>#N/A</c:v>
                </c:pt>
                <c:pt idx="4211">
                  <c:v>#N/A</c:v>
                </c:pt>
                <c:pt idx="4212">
                  <c:v>#N/A</c:v>
                </c:pt>
                <c:pt idx="4213">
                  <c:v>#N/A</c:v>
                </c:pt>
                <c:pt idx="4214">
                  <c:v>#N/A</c:v>
                </c:pt>
                <c:pt idx="4215">
                  <c:v>#N/A</c:v>
                </c:pt>
                <c:pt idx="4216">
                  <c:v>#N/A</c:v>
                </c:pt>
                <c:pt idx="4217">
                  <c:v>#N/A</c:v>
                </c:pt>
                <c:pt idx="4218">
                  <c:v>#N/A</c:v>
                </c:pt>
                <c:pt idx="4219">
                  <c:v>#N/A</c:v>
                </c:pt>
                <c:pt idx="4220">
                  <c:v>#N/A</c:v>
                </c:pt>
                <c:pt idx="4221">
                  <c:v>#N/A</c:v>
                </c:pt>
                <c:pt idx="4222">
                  <c:v>#N/A</c:v>
                </c:pt>
                <c:pt idx="4223">
                  <c:v>#N/A</c:v>
                </c:pt>
                <c:pt idx="4224">
                  <c:v>#N/A</c:v>
                </c:pt>
                <c:pt idx="4225">
                  <c:v>#N/A</c:v>
                </c:pt>
                <c:pt idx="4226">
                  <c:v>#N/A</c:v>
                </c:pt>
                <c:pt idx="4227">
                  <c:v>#N/A</c:v>
                </c:pt>
                <c:pt idx="4228">
                  <c:v>#N/A</c:v>
                </c:pt>
                <c:pt idx="4229">
                  <c:v>#N/A</c:v>
                </c:pt>
                <c:pt idx="4230">
                  <c:v>#N/A</c:v>
                </c:pt>
                <c:pt idx="4231">
                  <c:v>#N/A</c:v>
                </c:pt>
                <c:pt idx="4232">
                  <c:v>#N/A</c:v>
                </c:pt>
                <c:pt idx="4233">
                  <c:v>#N/A</c:v>
                </c:pt>
                <c:pt idx="4234">
                  <c:v>#N/A</c:v>
                </c:pt>
                <c:pt idx="4235">
                  <c:v>#N/A</c:v>
                </c:pt>
                <c:pt idx="4236">
                  <c:v>#N/A</c:v>
                </c:pt>
                <c:pt idx="4237">
                  <c:v>#N/A</c:v>
                </c:pt>
                <c:pt idx="4238">
                  <c:v>#N/A</c:v>
                </c:pt>
                <c:pt idx="4239">
                  <c:v>#N/A</c:v>
                </c:pt>
                <c:pt idx="4240">
                  <c:v>#N/A</c:v>
                </c:pt>
                <c:pt idx="4241">
                  <c:v>#N/A</c:v>
                </c:pt>
                <c:pt idx="4242">
                  <c:v>#N/A</c:v>
                </c:pt>
                <c:pt idx="4243">
                  <c:v>#N/A</c:v>
                </c:pt>
                <c:pt idx="4244">
                  <c:v>#N/A</c:v>
                </c:pt>
                <c:pt idx="4245">
                  <c:v>#N/A</c:v>
                </c:pt>
                <c:pt idx="4246">
                  <c:v>#N/A</c:v>
                </c:pt>
                <c:pt idx="4247">
                  <c:v>#N/A</c:v>
                </c:pt>
                <c:pt idx="4248">
                  <c:v>#N/A</c:v>
                </c:pt>
                <c:pt idx="4249">
                  <c:v>#N/A</c:v>
                </c:pt>
                <c:pt idx="4250">
                  <c:v>#N/A</c:v>
                </c:pt>
                <c:pt idx="4251">
                  <c:v>#N/A</c:v>
                </c:pt>
                <c:pt idx="4252">
                  <c:v>#N/A</c:v>
                </c:pt>
                <c:pt idx="4253">
                  <c:v>#N/A</c:v>
                </c:pt>
                <c:pt idx="4254">
                  <c:v>#N/A</c:v>
                </c:pt>
                <c:pt idx="4255">
                  <c:v>#N/A</c:v>
                </c:pt>
                <c:pt idx="4256">
                  <c:v>#N/A</c:v>
                </c:pt>
                <c:pt idx="4257">
                  <c:v>#N/A</c:v>
                </c:pt>
                <c:pt idx="4258">
                  <c:v>#N/A</c:v>
                </c:pt>
                <c:pt idx="4259">
                  <c:v>#N/A</c:v>
                </c:pt>
                <c:pt idx="4260">
                  <c:v>#N/A</c:v>
                </c:pt>
                <c:pt idx="4261">
                  <c:v>#N/A</c:v>
                </c:pt>
                <c:pt idx="4262">
                  <c:v>#N/A</c:v>
                </c:pt>
                <c:pt idx="4263">
                  <c:v>#N/A</c:v>
                </c:pt>
                <c:pt idx="4264">
                  <c:v>#N/A</c:v>
                </c:pt>
                <c:pt idx="4265">
                  <c:v>#N/A</c:v>
                </c:pt>
                <c:pt idx="4266">
                  <c:v>#N/A</c:v>
                </c:pt>
                <c:pt idx="4267">
                  <c:v>#N/A</c:v>
                </c:pt>
                <c:pt idx="4268">
                  <c:v>#N/A</c:v>
                </c:pt>
                <c:pt idx="4269">
                  <c:v>#N/A</c:v>
                </c:pt>
                <c:pt idx="4270">
                  <c:v>#N/A</c:v>
                </c:pt>
                <c:pt idx="4271">
                  <c:v>#N/A</c:v>
                </c:pt>
                <c:pt idx="4272">
                  <c:v>#N/A</c:v>
                </c:pt>
                <c:pt idx="4273">
                  <c:v>#N/A</c:v>
                </c:pt>
                <c:pt idx="4274">
                  <c:v>#N/A</c:v>
                </c:pt>
                <c:pt idx="4275">
                  <c:v>#N/A</c:v>
                </c:pt>
                <c:pt idx="4276">
                  <c:v>#N/A</c:v>
                </c:pt>
                <c:pt idx="4277">
                  <c:v>#N/A</c:v>
                </c:pt>
                <c:pt idx="4278">
                  <c:v>#N/A</c:v>
                </c:pt>
                <c:pt idx="4279">
                  <c:v>#N/A</c:v>
                </c:pt>
                <c:pt idx="4280">
                  <c:v>#N/A</c:v>
                </c:pt>
                <c:pt idx="4281">
                  <c:v>#N/A</c:v>
                </c:pt>
                <c:pt idx="4282">
                  <c:v>#N/A</c:v>
                </c:pt>
                <c:pt idx="4283">
                  <c:v>#N/A</c:v>
                </c:pt>
                <c:pt idx="4284">
                  <c:v>#N/A</c:v>
                </c:pt>
                <c:pt idx="4285">
                  <c:v>#N/A</c:v>
                </c:pt>
                <c:pt idx="4286">
                  <c:v>#N/A</c:v>
                </c:pt>
                <c:pt idx="4287">
                  <c:v>#N/A</c:v>
                </c:pt>
                <c:pt idx="4288">
                  <c:v>#N/A</c:v>
                </c:pt>
                <c:pt idx="4289">
                  <c:v>#N/A</c:v>
                </c:pt>
                <c:pt idx="4290">
                  <c:v>#N/A</c:v>
                </c:pt>
                <c:pt idx="4291">
                  <c:v>#N/A</c:v>
                </c:pt>
                <c:pt idx="4292">
                  <c:v>#N/A</c:v>
                </c:pt>
                <c:pt idx="4293">
                  <c:v>#N/A</c:v>
                </c:pt>
                <c:pt idx="4294">
                  <c:v>#N/A</c:v>
                </c:pt>
                <c:pt idx="4295">
                  <c:v>#N/A</c:v>
                </c:pt>
                <c:pt idx="4296">
                  <c:v>#N/A</c:v>
                </c:pt>
                <c:pt idx="4297">
                  <c:v>#N/A</c:v>
                </c:pt>
                <c:pt idx="4298">
                  <c:v>#N/A</c:v>
                </c:pt>
                <c:pt idx="4299">
                  <c:v>#N/A</c:v>
                </c:pt>
                <c:pt idx="4300">
                  <c:v>#N/A</c:v>
                </c:pt>
                <c:pt idx="4301">
                  <c:v>#N/A</c:v>
                </c:pt>
                <c:pt idx="4302">
                  <c:v>#N/A</c:v>
                </c:pt>
                <c:pt idx="4303">
                  <c:v>#N/A</c:v>
                </c:pt>
                <c:pt idx="4304">
                  <c:v>#N/A</c:v>
                </c:pt>
                <c:pt idx="4305">
                  <c:v>#N/A</c:v>
                </c:pt>
                <c:pt idx="4306">
                  <c:v>#N/A</c:v>
                </c:pt>
                <c:pt idx="4307">
                  <c:v>#N/A</c:v>
                </c:pt>
                <c:pt idx="4308">
                  <c:v>#N/A</c:v>
                </c:pt>
                <c:pt idx="4309">
                  <c:v>#N/A</c:v>
                </c:pt>
                <c:pt idx="4310">
                  <c:v>#N/A</c:v>
                </c:pt>
                <c:pt idx="4311">
                  <c:v>#N/A</c:v>
                </c:pt>
                <c:pt idx="4312">
                  <c:v>#N/A</c:v>
                </c:pt>
                <c:pt idx="4313">
                  <c:v>#N/A</c:v>
                </c:pt>
                <c:pt idx="4314">
                  <c:v>#N/A</c:v>
                </c:pt>
                <c:pt idx="4315">
                  <c:v>#N/A</c:v>
                </c:pt>
                <c:pt idx="4316">
                  <c:v>#N/A</c:v>
                </c:pt>
                <c:pt idx="4317">
                  <c:v>#N/A</c:v>
                </c:pt>
                <c:pt idx="4318">
                  <c:v>#N/A</c:v>
                </c:pt>
                <c:pt idx="4319">
                  <c:v>#N/A</c:v>
                </c:pt>
                <c:pt idx="4320">
                  <c:v>#N/A</c:v>
                </c:pt>
                <c:pt idx="4321">
                  <c:v>#N/A</c:v>
                </c:pt>
                <c:pt idx="4322">
                  <c:v>#N/A</c:v>
                </c:pt>
                <c:pt idx="4323">
                  <c:v>#N/A</c:v>
                </c:pt>
                <c:pt idx="4324">
                  <c:v>#N/A</c:v>
                </c:pt>
                <c:pt idx="4325">
                  <c:v>#N/A</c:v>
                </c:pt>
                <c:pt idx="4326">
                  <c:v>#N/A</c:v>
                </c:pt>
                <c:pt idx="4327">
                  <c:v>#N/A</c:v>
                </c:pt>
                <c:pt idx="4328">
                  <c:v>#N/A</c:v>
                </c:pt>
                <c:pt idx="4329">
                  <c:v>#N/A</c:v>
                </c:pt>
                <c:pt idx="4330">
                  <c:v>#N/A</c:v>
                </c:pt>
                <c:pt idx="4331">
                  <c:v>#N/A</c:v>
                </c:pt>
                <c:pt idx="4332">
                  <c:v>#N/A</c:v>
                </c:pt>
                <c:pt idx="4333">
                  <c:v>#N/A</c:v>
                </c:pt>
                <c:pt idx="4334">
                  <c:v>#N/A</c:v>
                </c:pt>
                <c:pt idx="4335">
                  <c:v>#N/A</c:v>
                </c:pt>
                <c:pt idx="4336">
                  <c:v>#N/A</c:v>
                </c:pt>
                <c:pt idx="4337">
                  <c:v>#N/A</c:v>
                </c:pt>
                <c:pt idx="4338">
                  <c:v>#N/A</c:v>
                </c:pt>
                <c:pt idx="4339">
                  <c:v>#N/A</c:v>
                </c:pt>
                <c:pt idx="4340">
                  <c:v>#N/A</c:v>
                </c:pt>
                <c:pt idx="4341">
                  <c:v>#N/A</c:v>
                </c:pt>
                <c:pt idx="4342">
                  <c:v>#N/A</c:v>
                </c:pt>
                <c:pt idx="4343">
                  <c:v>#N/A</c:v>
                </c:pt>
                <c:pt idx="4344">
                  <c:v>#N/A</c:v>
                </c:pt>
                <c:pt idx="4345">
                  <c:v>#N/A</c:v>
                </c:pt>
                <c:pt idx="4346">
                  <c:v>#N/A</c:v>
                </c:pt>
                <c:pt idx="4347">
                  <c:v>#N/A</c:v>
                </c:pt>
                <c:pt idx="4348">
                  <c:v>#N/A</c:v>
                </c:pt>
                <c:pt idx="4349">
                  <c:v>#N/A</c:v>
                </c:pt>
                <c:pt idx="4350">
                  <c:v>#N/A</c:v>
                </c:pt>
                <c:pt idx="4351">
                  <c:v>#N/A</c:v>
                </c:pt>
                <c:pt idx="4352">
                  <c:v>#N/A</c:v>
                </c:pt>
                <c:pt idx="4353">
                  <c:v>#N/A</c:v>
                </c:pt>
                <c:pt idx="4354">
                  <c:v>#N/A</c:v>
                </c:pt>
                <c:pt idx="4355">
                  <c:v>#N/A</c:v>
                </c:pt>
                <c:pt idx="4356">
                  <c:v>#N/A</c:v>
                </c:pt>
                <c:pt idx="4357">
                  <c:v>#N/A</c:v>
                </c:pt>
                <c:pt idx="4358">
                  <c:v>#N/A</c:v>
                </c:pt>
                <c:pt idx="4359">
                  <c:v>#N/A</c:v>
                </c:pt>
                <c:pt idx="4360">
                  <c:v>#N/A</c:v>
                </c:pt>
                <c:pt idx="4361">
                  <c:v>#N/A</c:v>
                </c:pt>
                <c:pt idx="4362">
                  <c:v>#N/A</c:v>
                </c:pt>
                <c:pt idx="4363">
                  <c:v>#N/A</c:v>
                </c:pt>
                <c:pt idx="4364">
                  <c:v>#N/A</c:v>
                </c:pt>
                <c:pt idx="4365">
                  <c:v>#N/A</c:v>
                </c:pt>
                <c:pt idx="4366">
                  <c:v>#N/A</c:v>
                </c:pt>
                <c:pt idx="4367">
                  <c:v>#N/A</c:v>
                </c:pt>
                <c:pt idx="4368">
                  <c:v>#N/A</c:v>
                </c:pt>
                <c:pt idx="4369">
                  <c:v>#N/A</c:v>
                </c:pt>
                <c:pt idx="4370">
                  <c:v>#N/A</c:v>
                </c:pt>
                <c:pt idx="4371">
                  <c:v>#N/A</c:v>
                </c:pt>
                <c:pt idx="4372">
                  <c:v>#N/A</c:v>
                </c:pt>
                <c:pt idx="4373">
                  <c:v>#N/A</c:v>
                </c:pt>
                <c:pt idx="4374">
                  <c:v>#N/A</c:v>
                </c:pt>
                <c:pt idx="4375">
                  <c:v>#N/A</c:v>
                </c:pt>
                <c:pt idx="4376">
                  <c:v>#N/A</c:v>
                </c:pt>
                <c:pt idx="4377">
                  <c:v>#N/A</c:v>
                </c:pt>
                <c:pt idx="4378">
                  <c:v>#N/A</c:v>
                </c:pt>
                <c:pt idx="4379">
                  <c:v>#N/A</c:v>
                </c:pt>
                <c:pt idx="4380">
                  <c:v>#N/A</c:v>
                </c:pt>
                <c:pt idx="4381">
                  <c:v>#N/A</c:v>
                </c:pt>
                <c:pt idx="4382">
                  <c:v>#N/A</c:v>
                </c:pt>
                <c:pt idx="4383">
                  <c:v>#N/A</c:v>
                </c:pt>
                <c:pt idx="4384">
                  <c:v>#N/A</c:v>
                </c:pt>
                <c:pt idx="4385">
                  <c:v>#N/A</c:v>
                </c:pt>
                <c:pt idx="4386">
                  <c:v>#N/A</c:v>
                </c:pt>
                <c:pt idx="4387">
                  <c:v>#N/A</c:v>
                </c:pt>
                <c:pt idx="4388">
                  <c:v>#N/A</c:v>
                </c:pt>
                <c:pt idx="4389">
                  <c:v>#N/A</c:v>
                </c:pt>
                <c:pt idx="4390">
                  <c:v>#N/A</c:v>
                </c:pt>
                <c:pt idx="4391">
                  <c:v>#N/A</c:v>
                </c:pt>
                <c:pt idx="4392">
                  <c:v>#N/A</c:v>
                </c:pt>
                <c:pt idx="4393">
                  <c:v>#N/A</c:v>
                </c:pt>
                <c:pt idx="4394">
                  <c:v>#N/A</c:v>
                </c:pt>
                <c:pt idx="4395">
                  <c:v>#N/A</c:v>
                </c:pt>
                <c:pt idx="4396">
                  <c:v>4664.4578207633704</c:v>
                </c:pt>
                <c:pt idx="4397">
                  <c:v>4664.4578207633704</c:v>
                </c:pt>
                <c:pt idx="4398">
                  <c:v>4664.4578207633704</c:v>
                </c:pt>
                <c:pt idx="4399">
                  <c:v>4664.4578207633704</c:v>
                </c:pt>
                <c:pt idx="4400">
                  <c:v>4664.4578207633704</c:v>
                </c:pt>
                <c:pt idx="4401">
                  <c:v>4664.4578207633704</c:v>
                </c:pt>
                <c:pt idx="4402">
                  <c:v>4664.4578207633704</c:v>
                </c:pt>
                <c:pt idx="4403">
                  <c:v>4664.4578207633704</c:v>
                </c:pt>
                <c:pt idx="4404">
                  <c:v>4664.4578207633704</c:v>
                </c:pt>
                <c:pt idx="4405">
                  <c:v>4664.4578207633704</c:v>
                </c:pt>
                <c:pt idx="4406">
                  <c:v>4664.4578207633704</c:v>
                </c:pt>
                <c:pt idx="4407">
                  <c:v>4664.4578207633704</c:v>
                </c:pt>
                <c:pt idx="4408">
                  <c:v>4664.4578207633704</c:v>
                </c:pt>
                <c:pt idx="4409">
                  <c:v>4664.4578207633704</c:v>
                </c:pt>
                <c:pt idx="4410">
                  <c:v>4664.4578207633704</c:v>
                </c:pt>
                <c:pt idx="4411">
                  <c:v>4664.4578207633704</c:v>
                </c:pt>
                <c:pt idx="4412">
                  <c:v>4664.4578207633704</c:v>
                </c:pt>
                <c:pt idx="4413">
                  <c:v>4664.4578207633704</c:v>
                </c:pt>
                <c:pt idx="4414">
                  <c:v>4664.4578207633704</c:v>
                </c:pt>
                <c:pt idx="4415">
                  <c:v>4664.4578207633704</c:v>
                </c:pt>
                <c:pt idx="4416">
                  <c:v>4664.4578207633704</c:v>
                </c:pt>
                <c:pt idx="4417">
                  <c:v>#N/A</c:v>
                </c:pt>
                <c:pt idx="4418">
                  <c:v>#N/A</c:v>
                </c:pt>
                <c:pt idx="4419">
                  <c:v>#N/A</c:v>
                </c:pt>
                <c:pt idx="4420">
                  <c:v>#N/A</c:v>
                </c:pt>
                <c:pt idx="4421">
                  <c:v>#N/A</c:v>
                </c:pt>
                <c:pt idx="4422">
                  <c:v>#N/A</c:v>
                </c:pt>
                <c:pt idx="4423">
                  <c:v>#N/A</c:v>
                </c:pt>
                <c:pt idx="4424">
                  <c:v>#N/A</c:v>
                </c:pt>
                <c:pt idx="4425">
                  <c:v>#N/A</c:v>
                </c:pt>
                <c:pt idx="4426">
                  <c:v>#N/A</c:v>
                </c:pt>
                <c:pt idx="4427">
                  <c:v>#N/A</c:v>
                </c:pt>
                <c:pt idx="4428">
                  <c:v>#N/A</c:v>
                </c:pt>
                <c:pt idx="4429">
                  <c:v>#N/A</c:v>
                </c:pt>
                <c:pt idx="4430">
                  <c:v>#N/A</c:v>
                </c:pt>
                <c:pt idx="4431">
                  <c:v>#N/A</c:v>
                </c:pt>
                <c:pt idx="4432">
                  <c:v>#N/A</c:v>
                </c:pt>
                <c:pt idx="4433">
                  <c:v>#N/A</c:v>
                </c:pt>
                <c:pt idx="4434">
                  <c:v>#N/A</c:v>
                </c:pt>
                <c:pt idx="4435">
                  <c:v>#N/A</c:v>
                </c:pt>
                <c:pt idx="4436">
                  <c:v>#N/A</c:v>
                </c:pt>
                <c:pt idx="4437">
                  <c:v>#N/A</c:v>
                </c:pt>
                <c:pt idx="4438">
                  <c:v>4852.9015053600206</c:v>
                </c:pt>
                <c:pt idx="4439">
                  <c:v>4852.9015053600206</c:v>
                </c:pt>
                <c:pt idx="4440">
                  <c:v>4852.9015053600206</c:v>
                </c:pt>
                <c:pt idx="4441">
                  <c:v>4852.9015053600206</c:v>
                </c:pt>
                <c:pt idx="4442">
                  <c:v>4852.9015053600206</c:v>
                </c:pt>
                <c:pt idx="4443">
                  <c:v>4852.9015053600206</c:v>
                </c:pt>
                <c:pt idx="4444">
                  <c:v>4852.9015053600206</c:v>
                </c:pt>
                <c:pt idx="4445">
                  <c:v>4852.9015053600206</c:v>
                </c:pt>
                <c:pt idx="4446">
                  <c:v>#N/A</c:v>
                </c:pt>
                <c:pt idx="4447">
                  <c:v>#N/A</c:v>
                </c:pt>
                <c:pt idx="4448">
                  <c:v>#N/A</c:v>
                </c:pt>
                <c:pt idx="4449">
                  <c:v>#N/A</c:v>
                </c:pt>
                <c:pt idx="4450">
                  <c:v>#N/A</c:v>
                </c:pt>
                <c:pt idx="4451">
                  <c:v>#N/A</c:v>
                </c:pt>
                <c:pt idx="4452">
                  <c:v>#N/A</c:v>
                </c:pt>
                <c:pt idx="4453">
                  <c:v>#N/A</c:v>
                </c:pt>
                <c:pt idx="4454">
                  <c:v>#N/A</c:v>
                </c:pt>
                <c:pt idx="4455">
                  <c:v>#N/A</c:v>
                </c:pt>
                <c:pt idx="4456">
                  <c:v>#N/A</c:v>
                </c:pt>
                <c:pt idx="4457">
                  <c:v>#N/A</c:v>
                </c:pt>
                <c:pt idx="4458">
                  <c:v>#N/A</c:v>
                </c:pt>
                <c:pt idx="4459">
                  <c:v>#N/A</c:v>
                </c:pt>
                <c:pt idx="4460">
                  <c:v>#N/A</c:v>
                </c:pt>
                <c:pt idx="4461">
                  <c:v>#N/A</c:v>
                </c:pt>
                <c:pt idx="4462">
                  <c:v>#N/A</c:v>
                </c:pt>
                <c:pt idx="4463">
                  <c:v>#N/A</c:v>
                </c:pt>
                <c:pt idx="4464">
                  <c:v>#N/A</c:v>
                </c:pt>
                <c:pt idx="4465">
                  <c:v>#N/A</c:v>
                </c:pt>
                <c:pt idx="4466">
                  <c:v>#N/A</c:v>
                </c:pt>
                <c:pt idx="4467">
                  <c:v>#N/A</c:v>
                </c:pt>
                <c:pt idx="4468">
                  <c:v>#N/A</c:v>
                </c:pt>
                <c:pt idx="4469">
                  <c:v>#N/A</c:v>
                </c:pt>
                <c:pt idx="4470">
                  <c:v>#N/A</c:v>
                </c:pt>
                <c:pt idx="4471">
                  <c:v>#N/A</c:v>
                </c:pt>
                <c:pt idx="4472">
                  <c:v>#N/A</c:v>
                </c:pt>
                <c:pt idx="4473">
                  <c:v>#N/A</c:v>
                </c:pt>
                <c:pt idx="4474">
                  <c:v>#N/A</c:v>
                </c:pt>
                <c:pt idx="4475">
                  <c:v>#N/A</c:v>
                </c:pt>
                <c:pt idx="4476">
                  <c:v>#N/A</c:v>
                </c:pt>
                <c:pt idx="4477">
                  <c:v>#N/A</c:v>
                </c:pt>
                <c:pt idx="4478">
                  <c:v>#N/A</c:v>
                </c:pt>
                <c:pt idx="4479">
                  <c:v>#N/A</c:v>
                </c:pt>
                <c:pt idx="4480">
                  <c:v>#N/A</c:v>
                </c:pt>
                <c:pt idx="4481">
                  <c:v>#N/A</c:v>
                </c:pt>
                <c:pt idx="4482">
                  <c:v>#N/A</c:v>
                </c:pt>
                <c:pt idx="4483">
                  <c:v>#N/A</c:v>
                </c:pt>
                <c:pt idx="4484">
                  <c:v>#N/A</c:v>
                </c:pt>
                <c:pt idx="4485">
                  <c:v>#N/A</c:v>
                </c:pt>
                <c:pt idx="4486">
                  <c:v>#N/A</c:v>
                </c:pt>
                <c:pt idx="4487">
                  <c:v>#N/A</c:v>
                </c:pt>
                <c:pt idx="4488">
                  <c:v>#N/A</c:v>
                </c:pt>
                <c:pt idx="4489">
                  <c:v>#N/A</c:v>
                </c:pt>
                <c:pt idx="4490">
                  <c:v>#N/A</c:v>
                </c:pt>
                <c:pt idx="4491">
                  <c:v>#N/A</c:v>
                </c:pt>
                <c:pt idx="4492">
                  <c:v>#N/A</c:v>
                </c:pt>
                <c:pt idx="4493">
                  <c:v>#N/A</c:v>
                </c:pt>
                <c:pt idx="4494">
                  <c:v>#N/A</c:v>
                </c:pt>
                <c:pt idx="4495">
                  <c:v>#N/A</c:v>
                </c:pt>
                <c:pt idx="4496">
                  <c:v>#N/A</c:v>
                </c:pt>
                <c:pt idx="4497">
                  <c:v>#N/A</c:v>
                </c:pt>
                <c:pt idx="4498">
                  <c:v>#N/A</c:v>
                </c:pt>
                <c:pt idx="4499">
                  <c:v>#N/A</c:v>
                </c:pt>
                <c:pt idx="4500">
                  <c:v>#N/A</c:v>
                </c:pt>
                <c:pt idx="4501">
                  <c:v>#N/A</c:v>
                </c:pt>
                <c:pt idx="4502">
                  <c:v>#N/A</c:v>
                </c:pt>
                <c:pt idx="4503">
                  <c:v>#N/A</c:v>
                </c:pt>
                <c:pt idx="4504">
                  <c:v>#N/A</c:v>
                </c:pt>
                <c:pt idx="4505">
                  <c:v>#N/A</c:v>
                </c:pt>
                <c:pt idx="4506">
                  <c:v>#N/A</c:v>
                </c:pt>
                <c:pt idx="4507">
                  <c:v>#N/A</c:v>
                </c:pt>
                <c:pt idx="4508">
                  <c:v>#N/A</c:v>
                </c:pt>
                <c:pt idx="4509">
                  <c:v>#N/A</c:v>
                </c:pt>
                <c:pt idx="4510">
                  <c:v>#N/A</c:v>
                </c:pt>
                <c:pt idx="4511">
                  <c:v>#N/A</c:v>
                </c:pt>
                <c:pt idx="4512">
                  <c:v>#N/A</c:v>
                </c:pt>
                <c:pt idx="4513">
                  <c:v>#N/A</c:v>
                </c:pt>
                <c:pt idx="4514">
                  <c:v>#N/A</c:v>
                </c:pt>
                <c:pt idx="4515">
                  <c:v>#N/A</c:v>
                </c:pt>
                <c:pt idx="4516">
                  <c:v>#N/A</c:v>
                </c:pt>
                <c:pt idx="4517">
                  <c:v>#N/A</c:v>
                </c:pt>
                <c:pt idx="4518">
                  <c:v>#N/A</c:v>
                </c:pt>
                <c:pt idx="4519">
                  <c:v>#N/A</c:v>
                </c:pt>
                <c:pt idx="4520">
                  <c:v>#N/A</c:v>
                </c:pt>
                <c:pt idx="4521">
                  <c:v>#N/A</c:v>
                </c:pt>
                <c:pt idx="4522">
                  <c:v>#N/A</c:v>
                </c:pt>
                <c:pt idx="4523">
                  <c:v>#N/A</c:v>
                </c:pt>
                <c:pt idx="4524">
                  <c:v>#N/A</c:v>
                </c:pt>
                <c:pt idx="4525">
                  <c:v>#N/A</c:v>
                </c:pt>
                <c:pt idx="4526">
                  <c:v>#N/A</c:v>
                </c:pt>
                <c:pt idx="4527">
                  <c:v>#N/A</c:v>
                </c:pt>
                <c:pt idx="4528">
                  <c:v>#N/A</c:v>
                </c:pt>
                <c:pt idx="4529">
                  <c:v>#N/A</c:v>
                </c:pt>
                <c:pt idx="4530">
                  <c:v>#N/A</c:v>
                </c:pt>
                <c:pt idx="4531">
                  <c:v>#N/A</c:v>
                </c:pt>
                <c:pt idx="4532">
                  <c:v>#N/A</c:v>
                </c:pt>
                <c:pt idx="4533">
                  <c:v>#N/A</c:v>
                </c:pt>
                <c:pt idx="4534">
                  <c:v>#N/A</c:v>
                </c:pt>
                <c:pt idx="4535">
                  <c:v>#N/A</c:v>
                </c:pt>
                <c:pt idx="4536">
                  <c:v>#N/A</c:v>
                </c:pt>
                <c:pt idx="4537">
                  <c:v>#N/A</c:v>
                </c:pt>
                <c:pt idx="4538">
                  <c:v>#N/A</c:v>
                </c:pt>
                <c:pt idx="4539">
                  <c:v>#N/A</c:v>
                </c:pt>
                <c:pt idx="4540">
                  <c:v>#N/A</c:v>
                </c:pt>
                <c:pt idx="4541">
                  <c:v>#N/A</c:v>
                </c:pt>
                <c:pt idx="4542">
                  <c:v>#N/A</c:v>
                </c:pt>
                <c:pt idx="4543">
                  <c:v>#N/A</c:v>
                </c:pt>
                <c:pt idx="4544">
                  <c:v>#N/A</c:v>
                </c:pt>
                <c:pt idx="4545">
                  <c:v>#N/A</c:v>
                </c:pt>
                <c:pt idx="4546">
                  <c:v>#N/A</c:v>
                </c:pt>
                <c:pt idx="4547">
                  <c:v>#N/A</c:v>
                </c:pt>
                <c:pt idx="4548">
                  <c:v>#N/A</c:v>
                </c:pt>
                <c:pt idx="4549">
                  <c:v>#N/A</c:v>
                </c:pt>
                <c:pt idx="4550">
                  <c:v>#N/A</c:v>
                </c:pt>
                <c:pt idx="4551">
                  <c:v>#N/A</c:v>
                </c:pt>
                <c:pt idx="4552">
                  <c:v>#N/A</c:v>
                </c:pt>
                <c:pt idx="4553">
                  <c:v>#N/A</c:v>
                </c:pt>
                <c:pt idx="4554">
                  <c:v>#N/A</c:v>
                </c:pt>
                <c:pt idx="4555">
                  <c:v>#N/A</c:v>
                </c:pt>
                <c:pt idx="4556">
                  <c:v>#N/A</c:v>
                </c:pt>
                <c:pt idx="4557">
                  <c:v>#N/A</c:v>
                </c:pt>
                <c:pt idx="4558">
                  <c:v>#N/A</c:v>
                </c:pt>
                <c:pt idx="4559">
                  <c:v>#N/A</c:v>
                </c:pt>
                <c:pt idx="4560">
                  <c:v>#N/A</c:v>
                </c:pt>
                <c:pt idx="4561">
                  <c:v>#N/A</c:v>
                </c:pt>
                <c:pt idx="4562">
                  <c:v>5001.7863903119996</c:v>
                </c:pt>
                <c:pt idx="4563">
                  <c:v>5001.7863903119996</c:v>
                </c:pt>
                <c:pt idx="4564">
                  <c:v>5001.7863903119996</c:v>
                </c:pt>
                <c:pt idx="4565">
                  <c:v>5001.7863903119996</c:v>
                </c:pt>
                <c:pt idx="4566">
                  <c:v>5001.7863903119996</c:v>
                </c:pt>
                <c:pt idx="4567">
                  <c:v>5001.7863903119996</c:v>
                </c:pt>
                <c:pt idx="4568">
                  <c:v>5001.7863903119996</c:v>
                </c:pt>
                <c:pt idx="4569">
                  <c:v>5001.7863903119996</c:v>
                </c:pt>
                <c:pt idx="4570">
                  <c:v>5001.7863903119996</c:v>
                </c:pt>
                <c:pt idx="4571">
                  <c:v>5001.7863903119996</c:v>
                </c:pt>
                <c:pt idx="4572">
                  <c:v>5001.7863903119996</c:v>
                </c:pt>
                <c:pt idx="4573">
                  <c:v>#N/A</c:v>
                </c:pt>
                <c:pt idx="4574">
                  <c:v>#N/A</c:v>
                </c:pt>
                <c:pt idx="4575">
                  <c:v>#N/A</c:v>
                </c:pt>
                <c:pt idx="4576">
                  <c:v>#N/A</c:v>
                </c:pt>
                <c:pt idx="4577">
                  <c:v>#N/A</c:v>
                </c:pt>
                <c:pt idx="4578">
                  <c:v>#N/A</c:v>
                </c:pt>
                <c:pt idx="4579">
                  <c:v>#N/A</c:v>
                </c:pt>
                <c:pt idx="4580">
                  <c:v>#N/A</c:v>
                </c:pt>
                <c:pt idx="4581">
                  <c:v>#N/A</c:v>
                </c:pt>
                <c:pt idx="4582">
                  <c:v>#N/A</c:v>
                </c:pt>
                <c:pt idx="4583">
                  <c:v>#N/A</c:v>
                </c:pt>
                <c:pt idx="4584">
                  <c:v>#N/A</c:v>
                </c:pt>
                <c:pt idx="4585">
                  <c:v>#N/A</c:v>
                </c:pt>
                <c:pt idx="4586">
                  <c:v>#N/A</c:v>
                </c:pt>
                <c:pt idx="4587">
                  <c:v>#N/A</c:v>
                </c:pt>
                <c:pt idx="4588">
                  <c:v>#N/A</c:v>
                </c:pt>
                <c:pt idx="4589">
                  <c:v>#N/A</c:v>
                </c:pt>
                <c:pt idx="4590">
                  <c:v>#N/A</c:v>
                </c:pt>
                <c:pt idx="4591">
                  <c:v>#N/A</c:v>
                </c:pt>
                <c:pt idx="4592">
                  <c:v>#N/A</c:v>
                </c:pt>
                <c:pt idx="4593">
                  <c:v>#N/A</c:v>
                </c:pt>
                <c:pt idx="4594">
                  <c:v>#N/A</c:v>
                </c:pt>
                <c:pt idx="4595">
                  <c:v>#N/A</c:v>
                </c:pt>
                <c:pt idx="4596">
                  <c:v>#N/A</c:v>
                </c:pt>
                <c:pt idx="4597">
                  <c:v>#N/A</c:v>
                </c:pt>
                <c:pt idx="4598">
                  <c:v>#N/A</c:v>
                </c:pt>
                <c:pt idx="4599">
                  <c:v>#N/A</c:v>
                </c:pt>
                <c:pt idx="4600">
                  <c:v>#N/A</c:v>
                </c:pt>
                <c:pt idx="4601">
                  <c:v>#N/A</c:v>
                </c:pt>
                <c:pt idx="4602">
                  <c:v>#N/A</c:v>
                </c:pt>
                <c:pt idx="4603">
                  <c:v>#N/A</c:v>
                </c:pt>
                <c:pt idx="4604">
                  <c:v>#N/A</c:v>
                </c:pt>
                <c:pt idx="4605">
                  <c:v>#N/A</c:v>
                </c:pt>
                <c:pt idx="4606">
                  <c:v>#N/A</c:v>
                </c:pt>
                <c:pt idx="4607">
                  <c:v>#N/A</c:v>
                </c:pt>
                <c:pt idx="4608">
                  <c:v>#N/A</c:v>
                </c:pt>
                <c:pt idx="4609">
                  <c:v>#N/A</c:v>
                </c:pt>
                <c:pt idx="4610">
                  <c:v>#N/A</c:v>
                </c:pt>
                <c:pt idx="4611">
                  <c:v>#N/A</c:v>
                </c:pt>
                <c:pt idx="4612">
                  <c:v>#N/A</c:v>
                </c:pt>
                <c:pt idx="4613">
                  <c:v>#N/A</c:v>
                </c:pt>
                <c:pt idx="4614">
                  <c:v>#N/A</c:v>
                </c:pt>
                <c:pt idx="4615">
                  <c:v>#N/A</c:v>
                </c:pt>
                <c:pt idx="4616">
                  <c:v>#N/A</c:v>
                </c:pt>
                <c:pt idx="4617">
                  <c:v>#N/A</c:v>
                </c:pt>
                <c:pt idx="4618">
                  <c:v>#N/A</c:v>
                </c:pt>
                <c:pt idx="4619">
                  <c:v>#N/A</c:v>
                </c:pt>
                <c:pt idx="4620">
                  <c:v>#N/A</c:v>
                </c:pt>
                <c:pt idx="4621">
                  <c:v>#N/A</c:v>
                </c:pt>
                <c:pt idx="4622">
                  <c:v>#N/A</c:v>
                </c:pt>
                <c:pt idx="4623">
                  <c:v>#N/A</c:v>
                </c:pt>
                <c:pt idx="4624">
                  <c:v>#N/A</c:v>
                </c:pt>
                <c:pt idx="4625">
                  <c:v>#N/A</c:v>
                </c:pt>
                <c:pt idx="4626">
                  <c:v>#N/A</c:v>
                </c:pt>
                <c:pt idx="4627">
                  <c:v>#N/A</c:v>
                </c:pt>
                <c:pt idx="4628">
                  <c:v>#N/A</c:v>
                </c:pt>
                <c:pt idx="4629">
                  <c:v>#N/A</c:v>
                </c:pt>
                <c:pt idx="4630">
                  <c:v>#N/A</c:v>
                </c:pt>
                <c:pt idx="4631">
                  <c:v>#N/A</c:v>
                </c:pt>
                <c:pt idx="4632">
                  <c:v>#N/A</c:v>
                </c:pt>
                <c:pt idx="4633">
                  <c:v>#N/A</c:v>
                </c:pt>
                <c:pt idx="4634">
                  <c:v>#N/A</c:v>
                </c:pt>
                <c:pt idx="4635">
                  <c:v>#N/A</c:v>
                </c:pt>
                <c:pt idx="4636">
                  <c:v>#N/A</c:v>
                </c:pt>
                <c:pt idx="4637">
                  <c:v>#N/A</c:v>
                </c:pt>
                <c:pt idx="4638">
                  <c:v>#N/A</c:v>
                </c:pt>
                <c:pt idx="4639">
                  <c:v>#N/A</c:v>
                </c:pt>
                <c:pt idx="4640">
                  <c:v>#N/A</c:v>
                </c:pt>
                <c:pt idx="4641">
                  <c:v>#N/A</c:v>
                </c:pt>
                <c:pt idx="4642">
                  <c:v>#N/A</c:v>
                </c:pt>
                <c:pt idx="4643">
                  <c:v>#N/A</c:v>
                </c:pt>
                <c:pt idx="4644">
                  <c:v>#N/A</c:v>
                </c:pt>
                <c:pt idx="4645">
                  <c:v>#N/A</c:v>
                </c:pt>
                <c:pt idx="4646">
                  <c:v>#N/A</c:v>
                </c:pt>
                <c:pt idx="4647">
                  <c:v>#N/A</c:v>
                </c:pt>
                <c:pt idx="4648">
                  <c:v>#N/A</c:v>
                </c:pt>
                <c:pt idx="4649">
                  <c:v>#N/A</c:v>
                </c:pt>
                <c:pt idx="4650">
                  <c:v>#N/A</c:v>
                </c:pt>
                <c:pt idx="4651">
                  <c:v>#N/A</c:v>
                </c:pt>
                <c:pt idx="4652">
                  <c:v>#N/A</c:v>
                </c:pt>
                <c:pt idx="4653">
                  <c:v>#N/A</c:v>
                </c:pt>
                <c:pt idx="4654">
                  <c:v>#N/A</c:v>
                </c:pt>
                <c:pt idx="4655">
                  <c:v>5221.5187246809028</c:v>
                </c:pt>
                <c:pt idx="4656">
                  <c:v>5221.5187246809028</c:v>
                </c:pt>
                <c:pt idx="4657">
                  <c:v>5221.5187246809028</c:v>
                </c:pt>
                <c:pt idx="4658">
                  <c:v>5221.5187246809028</c:v>
                </c:pt>
                <c:pt idx="4659">
                  <c:v>5221.5187246809028</c:v>
                </c:pt>
                <c:pt idx="4660">
                  <c:v>5221.5187246809028</c:v>
                </c:pt>
                <c:pt idx="4661">
                  <c:v>5221.5187246809028</c:v>
                </c:pt>
                <c:pt idx="4662">
                  <c:v>5221.5187246809028</c:v>
                </c:pt>
                <c:pt idx="4663">
                  <c:v>5221.5187246809028</c:v>
                </c:pt>
                <c:pt idx="4664">
                  <c:v>#N/A</c:v>
                </c:pt>
                <c:pt idx="4665">
                  <c:v>#N/A</c:v>
                </c:pt>
                <c:pt idx="4666">
                  <c:v>#N/A</c:v>
                </c:pt>
                <c:pt idx="4667">
                  <c:v>#N/A</c:v>
                </c:pt>
                <c:pt idx="4668">
                  <c:v>#N/A</c:v>
                </c:pt>
                <c:pt idx="4669">
                  <c:v>#N/A</c:v>
                </c:pt>
                <c:pt idx="4670">
                  <c:v>#N/A</c:v>
                </c:pt>
                <c:pt idx="4671">
                  <c:v>#N/A</c:v>
                </c:pt>
                <c:pt idx="4672">
                  <c:v>#N/A</c:v>
                </c:pt>
                <c:pt idx="4673">
                  <c:v>#N/A</c:v>
                </c:pt>
                <c:pt idx="4674">
                  <c:v>#N/A</c:v>
                </c:pt>
                <c:pt idx="4675">
                  <c:v>#N/A</c:v>
                </c:pt>
                <c:pt idx="4676">
                  <c:v>#N/A</c:v>
                </c:pt>
                <c:pt idx="4677">
                  <c:v>#N/A</c:v>
                </c:pt>
                <c:pt idx="4678">
                  <c:v>#N/A</c:v>
                </c:pt>
                <c:pt idx="4679">
                  <c:v>#N/A</c:v>
                </c:pt>
                <c:pt idx="4680">
                  <c:v>#N/A</c:v>
                </c:pt>
                <c:pt idx="4681">
                  <c:v>#N/A</c:v>
                </c:pt>
                <c:pt idx="4682">
                  <c:v>#N/A</c:v>
                </c:pt>
                <c:pt idx="4683">
                  <c:v>#N/A</c:v>
                </c:pt>
                <c:pt idx="4684">
                  <c:v>#N/A</c:v>
                </c:pt>
                <c:pt idx="4685">
                  <c:v>#N/A</c:v>
                </c:pt>
                <c:pt idx="4686">
                  <c:v>#N/A</c:v>
                </c:pt>
                <c:pt idx="4687">
                  <c:v>#N/A</c:v>
                </c:pt>
                <c:pt idx="4688">
                  <c:v>#N/A</c:v>
                </c:pt>
                <c:pt idx="4689">
                  <c:v>#N/A</c:v>
                </c:pt>
                <c:pt idx="4690">
                  <c:v>#N/A</c:v>
                </c:pt>
                <c:pt idx="4691">
                  <c:v>#N/A</c:v>
                </c:pt>
                <c:pt idx="4692">
                  <c:v>#N/A</c:v>
                </c:pt>
                <c:pt idx="4693">
                  <c:v>#N/A</c:v>
                </c:pt>
                <c:pt idx="4694">
                  <c:v>#N/A</c:v>
                </c:pt>
                <c:pt idx="4695">
                  <c:v>#N/A</c:v>
                </c:pt>
                <c:pt idx="4696">
                  <c:v>#N/A</c:v>
                </c:pt>
                <c:pt idx="4697">
                  <c:v>#N/A</c:v>
                </c:pt>
                <c:pt idx="4698">
                  <c:v>#N/A</c:v>
                </c:pt>
                <c:pt idx="4699">
                  <c:v>#N/A</c:v>
                </c:pt>
                <c:pt idx="4700">
                  <c:v>#N/A</c:v>
                </c:pt>
                <c:pt idx="4701">
                  <c:v>#N/A</c:v>
                </c:pt>
                <c:pt idx="4702">
                  <c:v>#N/A</c:v>
                </c:pt>
                <c:pt idx="4703">
                  <c:v>#N/A</c:v>
                </c:pt>
                <c:pt idx="4704">
                  <c:v>#N/A</c:v>
                </c:pt>
                <c:pt idx="4705">
                  <c:v>#N/A</c:v>
                </c:pt>
                <c:pt idx="4706">
                  <c:v>#N/A</c:v>
                </c:pt>
                <c:pt idx="4707">
                  <c:v>#N/A</c:v>
                </c:pt>
                <c:pt idx="4708">
                  <c:v>#N/A</c:v>
                </c:pt>
                <c:pt idx="4709">
                  <c:v>#N/A</c:v>
                </c:pt>
                <c:pt idx="4710">
                  <c:v>#N/A</c:v>
                </c:pt>
                <c:pt idx="4711">
                  <c:v>#N/A</c:v>
                </c:pt>
                <c:pt idx="4712">
                  <c:v>#N/A</c:v>
                </c:pt>
                <c:pt idx="4713">
                  <c:v>#N/A</c:v>
                </c:pt>
                <c:pt idx="4714">
                  <c:v>#N/A</c:v>
                </c:pt>
                <c:pt idx="4715">
                  <c:v>#N/A</c:v>
                </c:pt>
                <c:pt idx="4716">
                  <c:v>#N/A</c:v>
                </c:pt>
                <c:pt idx="4717">
                  <c:v>#N/A</c:v>
                </c:pt>
                <c:pt idx="4718">
                  <c:v>#N/A</c:v>
                </c:pt>
                <c:pt idx="4719">
                  <c:v>#N/A</c:v>
                </c:pt>
                <c:pt idx="4720">
                  <c:v>#N/A</c:v>
                </c:pt>
                <c:pt idx="4721">
                  <c:v>#N/A</c:v>
                </c:pt>
                <c:pt idx="4722">
                  <c:v>#N/A</c:v>
                </c:pt>
                <c:pt idx="4723">
                  <c:v>#N/A</c:v>
                </c:pt>
                <c:pt idx="4724">
                  <c:v>#N/A</c:v>
                </c:pt>
                <c:pt idx="4725">
                  <c:v>#N/A</c:v>
                </c:pt>
                <c:pt idx="4726">
                  <c:v>#N/A</c:v>
                </c:pt>
                <c:pt idx="4727">
                  <c:v>#N/A</c:v>
                </c:pt>
                <c:pt idx="4728">
                  <c:v>#N/A</c:v>
                </c:pt>
                <c:pt idx="4729">
                  <c:v>#N/A</c:v>
                </c:pt>
                <c:pt idx="4730">
                  <c:v>#N/A</c:v>
                </c:pt>
                <c:pt idx="4731">
                  <c:v>#N/A</c:v>
                </c:pt>
                <c:pt idx="4732">
                  <c:v>#N/A</c:v>
                </c:pt>
                <c:pt idx="4733">
                  <c:v>#N/A</c:v>
                </c:pt>
                <c:pt idx="4734">
                  <c:v>#N/A</c:v>
                </c:pt>
                <c:pt idx="4735">
                  <c:v>#N/A</c:v>
                </c:pt>
                <c:pt idx="4736">
                  <c:v>#N/A</c:v>
                </c:pt>
                <c:pt idx="4737">
                  <c:v>#N/A</c:v>
                </c:pt>
                <c:pt idx="4738">
                  <c:v>#N/A</c:v>
                </c:pt>
                <c:pt idx="4739">
                  <c:v>#N/A</c:v>
                </c:pt>
                <c:pt idx="4740">
                  <c:v>#N/A</c:v>
                </c:pt>
                <c:pt idx="4741">
                  <c:v>#N/A</c:v>
                </c:pt>
                <c:pt idx="4742">
                  <c:v>#N/A</c:v>
                </c:pt>
                <c:pt idx="4743">
                  <c:v>#N/A</c:v>
                </c:pt>
                <c:pt idx="4744">
                  <c:v>#N/A</c:v>
                </c:pt>
                <c:pt idx="4745">
                  <c:v>#N/A</c:v>
                </c:pt>
                <c:pt idx="4746">
                  <c:v>#N/A</c:v>
                </c:pt>
                <c:pt idx="4747">
                  <c:v>#N/A</c:v>
                </c:pt>
                <c:pt idx="4748">
                  <c:v>5803.0158773722915</c:v>
                </c:pt>
                <c:pt idx="4749">
                  <c:v>#N/A</c:v>
                </c:pt>
                <c:pt idx="4750">
                  <c:v>#N/A</c:v>
                </c:pt>
                <c:pt idx="4751">
                  <c:v>#N/A</c:v>
                </c:pt>
                <c:pt idx="4752">
                  <c:v>#N/A</c:v>
                </c:pt>
                <c:pt idx="4753">
                  <c:v>#N/A</c:v>
                </c:pt>
                <c:pt idx="4754">
                  <c:v>#N/A</c:v>
                </c:pt>
                <c:pt idx="4755">
                  <c:v>#N/A</c:v>
                </c:pt>
                <c:pt idx="4756">
                  <c:v>#N/A</c:v>
                </c:pt>
                <c:pt idx="4757">
                  <c:v>#N/A</c:v>
                </c:pt>
                <c:pt idx="4758">
                  <c:v>#N/A</c:v>
                </c:pt>
                <c:pt idx="4759">
                  <c:v>#N/A</c:v>
                </c:pt>
                <c:pt idx="4760">
                  <c:v>#N/A</c:v>
                </c:pt>
                <c:pt idx="4761">
                  <c:v>#N/A</c:v>
                </c:pt>
                <c:pt idx="4762">
                  <c:v>#N/A</c:v>
                </c:pt>
                <c:pt idx="4763">
                  <c:v>#N/A</c:v>
                </c:pt>
                <c:pt idx="4764">
                  <c:v>#N/A</c:v>
                </c:pt>
                <c:pt idx="4765">
                  <c:v>#N/A</c:v>
                </c:pt>
                <c:pt idx="4766">
                  <c:v>#N/A</c:v>
                </c:pt>
                <c:pt idx="4767">
                  <c:v>#N/A</c:v>
                </c:pt>
                <c:pt idx="4768">
                  <c:v>#N/A</c:v>
                </c:pt>
                <c:pt idx="4769">
                  <c:v>#N/A</c:v>
                </c:pt>
                <c:pt idx="4770">
                  <c:v>6374.0696575132624</c:v>
                </c:pt>
                <c:pt idx="4771">
                  <c:v>6374.0696575132624</c:v>
                </c:pt>
                <c:pt idx="4772">
                  <c:v>6374.0696575132624</c:v>
                </c:pt>
                <c:pt idx="4773">
                  <c:v>6374.0696575132624</c:v>
                </c:pt>
                <c:pt idx="4774">
                  <c:v>6374.0696575132624</c:v>
                </c:pt>
                <c:pt idx="4775">
                  <c:v>6374.0696575132624</c:v>
                </c:pt>
                <c:pt idx="4776">
                  <c:v>#N/A</c:v>
                </c:pt>
                <c:pt idx="4777">
                  <c:v>#N/A</c:v>
                </c:pt>
                <c:pt idx="4778">
                  <c:v>#N/A</c:v>
                </c:pt>
                <c:pt idx="4779">
                  <c:v>#N/A</c:v>
                </c:pt>
                <c:pt idx="4780">
                  <c:v>#N/A</c:v>
                </c:pt>
                <c:pt idx="4781">
                  <c:v>#N/A</c:v>
                </c:pt>
                <c:pt idx="4782">
                  <c:v>#N/A</c:v>
                </c:pt>
                <c:pt idx="4783">
                  <c:v>#N/A</c:v>
                </c:pt>
                <c:pt idx="4784">
                  <c:v>#N/A</c:v>
                </c:pt>
                <c:pt idx="4785">
                  <c:v>#N/A</c:v>
                </c:pt>
                <c:pt idx="4786">
                  <c:v>#N/A</c:v>
                </c:pt>
                <c:pt idx="4787">
                  <c:v>6817.6424766604641</c:v>
                </c:pt>
                <c:pt idx="4788">
                  <c:v>6817.6424766604641</c:v>
                </c:pt>
                <c:pt idx="4789">
                  <c:v>6817.6424766604641</c:v>
                </c:pt>
                <c:pt idx="4790">
                  <c:v>6817.6424766604641</c:v>
                </c:pt>
                <c:pt idx="4791">
                  <c:v>6817.6424766604641</c:v>
                </c:pt>
                <c:pt idx="4792">
                  <c:v>6817.6424766604641</c:v>
                </c:pt>
                <c:pt idx="4793">
                  <c:v>6817.6424766604641</c:v>
                </c:pt>
                <c:pt idx="4794">
                  <c:v>6817.6424766604641</c:v>
                </c:pt>
                <c:pt idx="4795">
                  <c:v>6817.6424766604641</c:v>
                </c:pt>
                <c:pt idx="4796">
                  <c:v>6817.6424766604641</c:v>
                </c:pt>
                <c:pt idx="4797">
                  <c:v>6817.6424766604641</c:v>
                </c:pt>
                <c:pt idx="4798">
                  <c:v>6817.6424766604641</c:v>
                </c:pt>
                <c:pt idx="4799">
                  <c:v>6817.6424766604641</c:v>
                </c:pt>
                <c:pt idx="4800">
                  <c:v>6817.6424766604641</c:v>
                </c:pt>
                <c:pt idx="4801">
                  <c:v>6817.6424766604641</c:v>
                </c:pt>
                <c:pt idx="4802">
                  <c:v>6817.6424766604641</c:v>
                </c:pt>
                <c:pt idx="4803">
                  <c:v>6817.6424766604641</c:v>
                </c:pt>
                <c:pt idx="4804">
                  <c:v>6817.6424766604641</c:v>
                </c:pt>
                <c:pt idx="4805">
                  <c:v>6817.6424766604641</c:v>
                </c:pt>
                <c:pt idx="4806">
                  <c:v>6817.6424766604641</c:v>
                </c:pt>
                <c:pt idx="4807">
                  <c:v>6817.6424766604641</c:v>
                </c:pt>
                <c:pt idx="4808">
                  <c:v>6817.6424766604641</c:v>
                </c:pt>
                <c:pt idx="4809">
                  <c:v>6897.6671269021654</c:v>
                </c:pt>
                <c:pt idx="4810">
                  <c:v>6897.6671269021654</c:v>
                </c:pt>
                <c:pt idx="4811">
                  <c:v>6897.6671269021654</c:v>
                </c:pt>
                <c:pt idx="4812">
                  <c:v>6897.6671269021654</c:v>
                </c:pt>
                <c:pt idx="4813">
                  <c:v>6897.6671269021654</c:v>
                </c:pt>
                <c:pt idx="4814">
                  <c:v>6897.6671269021654</c:v>
                </c:pt>
                <c:pt idx="4815">
                  <c:v>#N/A</c:v>
                </c:pt>
                <c:pt idx="4816">
                  <c:v>#N/A</c:v>
                </c:pt>
                <c:pt idx="4817">
                  <c:v>#N/A</c:v>
                </c:pt>
                <c:pt idx="4818">
                  <c:v>#N/A</c:v>
                </c:pt>
                <c:pt idx="4819">
                  <c:v>#N/A</c:v>
                </c:pt>
                <c:pt idx="4820">
                  <c:v>#N/A</c:v>
                </c:pt>
                <c:pt idx="4821">
                  <c:v>#N/A</c:v>
                </c:pt>
                <c:pt idx="4822">
                  <c:v>#N/A</c:v>
                </c:pt>
                <c:pt idx="4823">
                  <c:v>#N/A</c:v>
                </c:pt>
                <c:pt idx="4824">
                  <c:v>#N/A</c:v>
                </c:pt>
                <c:pt idx="4825">
                  <c:v>#N/A</c:v>
                </c:pt>
                <c:pt idx="4826">
                  <c:v>#N/A</c:v>
                </c:pt>
                <c:pt idx="4827">
                  <c:v>#N/A</c:v>
                </c:pt>
                <c:pt idx="4828">
                  <c:v>#N/A</c:v>
                </c:pt>
                <c:pt idx="4829">
                  <c:v>#N/A</c:v>
                </c:pt>
                <c:pt idx="4830">
                  <c:v>#N/A</c:v>
                </c:pt>
                <c:pt idx="4831">
                  <c:v>#N/A</c:v>
                </c:pt>
                <c:pt idx="4832">
                  <c:v>#N/A</c:v>
                </c:pt>
                <c:pt idx="4833">
                  <c:v>#N/A</c:v>
                </c:pt>
                <c:pt idx="4834">
                  <c:v>#N/A</c:v>
                </c:pt>
                <c:pt idx="4835">
                  <c:v>#N/A</c:v>
                </c:pt>
                <c:pt idx="4836">
                  <c:v>#N/A</c:v>
                </c:pt>
                <c:pt idx="4837">
                  <c:v>#N/A</c:v>
                </c:pt>
                <c:pt idx="4838">
                  <c:v>#N/A</c:v>
                </c:pt>
                <c:pt idx="4839">
                  <c:v>#N/A</c:v>
                </c:pt>
                <c:pt idx="4840">
                  <c:v>#N/A</c:v>
                </c:pt>
                <c:pt idx="4841">
                  <c:v>#N/A</c:v>
                </c:pt>
                <c:pt idx="4842">
                  <c:v>#N/A</c:v>
                </c:pt>
                <c:pt idx="4843">
                  <c:v>#N/A</c:v>
                </c:pt>
                <c:pt idx="4844">
                  <c:v>#N/A</c:v>
                </c:pt>
                <c:pt idx="4845">
                  <c:v>#N/A</c:v>
                </c:pt>
                <c:pt idx="4846">
                  <c:v>#N/A</c:v>
                </c:pt>
                <c:pt idx="4847">
                  <c:v>#N/A</c:v>
                </c:pt>
                <c:pt idx="4848">
                  <c:v>#N/A</c:v>
                </c:pt>
                <c:pt idx="4849">
                  <c:v>#N/A</c:v>
                </c:pt>
                <c:pt idx="4850">
                  <c:v>#N/A</c:v>
                </c:pt>
                <c:pt idx="4851">
                  <c:v>#N/A</c:v>
                </c:pt>
                <c:pt idx="4852">
                  <c:v>#N/A</c:v>
                </c:pt>
                <c:pt idx="4853">
                  <c:v>#N/A</c:v>
                </c:pt>
                <c:pt idx="4854">
                  <c:v>#N/A</c:v>
                </c:pt>
                <c:pt idx="4855">
                  <c:v>#N/A</c:v>
                </c:pt>
                <c:pt idx="4856">
                  <c:v>#N/A</c:v>
                </c:pt>
                <c:pt idx="4857">
                  <c:v>#N/A</c:v>
                </c:pt>
                <c:pt idx="4858">
                  <c:v>#N/A</c:v>
                </c:pt>
                <c:pt idx="4859">
                  <c:v>#N/A</c:v>
                </c:pt>
                <c:pt idx="4860">
                  <c:v>#N/A</c:v>
                </c:pt>
                <c:pt idx="4861">
                  <c:v>#N/A</c:v>
                </c:pt>
                <c:pt idx="4862">
                  <c:v>#N/A</c:v>
                </c:pt>
                <c:pt idx="4863">
                  <c:v>#N/A</c:v>
                </c:pt>
                <c:pt idx="4864">
                  <c:v>#N/A</c:v>
                </c:pt>
                <c:pt idx="4865">
                  <c:v>#N/A</c:v>
                </c:pt>
                <c:pt idx="4866">
                  <c:v>#N/A</c:v>
                </c:pt>
                <c:pt idx="4867">
                  <c:v>#N/A</c:v>
                </c:pt>
                <c:pt idx="4868">
                  <c:v>#N/A</c:v>
                </c:pt>
                <c:pt idx="4869">
                  <c:v>#N/A</c:v>
                </c:pt>
                <c:pt idx="4870">
                  <c:v>#N/A</c:v>
                </c:pt>
                <c:pt idx="4871">
                  <c:v>#N/A</c:v>
                </c:pt>
                <c:pt idx="4872">
                  <c:v>#N/A</c:v>
                </c:pt>
                <c:pt idx="4873">
                  <c:v>#N/A</c:v>
                </c:pt>
                <c:pt idx="4874">
                  <c:v>#N/A</c:v>
                </c:pt>
                <c:pt idx="4875">
                  <c:v>#N/A</c:v>
                </c:pt>
                <c:pt idx="4876">
                  <c:v>#N/A</c:v>
                </c:pt>
                <c:pt idx="4877">
                  <c:v>#N/A</c:v>
                </c:pt>
                <c:pt idx="4878">
                  <c:v>#N/A</c:v>
                </c:pt>
                <c:pt idx="4879">
                  <c:v>#N/A</c:v>
                </c:pt>
                <c:pt idx="4880">
                  <c:v>#N/A</c:v>
                </c:pt>
                <c:pt idx="4881">
                  <c:v>#N/A</c:v>
                </c:pt>
                <c:pt idx="4882">
                  <c:v>#N/A</c:v>
                </c:pt>
                <c:pt idx="4883">
                  <c:v>#N/A</c:v>
                </c:pt>
                <c:pt idx="4884">
                  <c:v>#N/A</c:v>
                </c:pt>
                <c:pt idx="4885">
                  <c:v>#N/A</c:v>
                </c:pt>
                <c:pt idx="4886">
                  <c:v>#N/A</c:v>
                </c:pt>
                <c:pt idx="4887">
                  <c:v>#N/A</c:v>
                </c:pt>
                <c:pt idx="4888">
                  <c:v>#N/A</c:v>
                </c:pt>
                <c:pt idx="4889">
                  <c:v>#N/A</c:v>
                </c:pt>
                <c:pt idx="4890">
                  <c:v>#N/A</c:v>
                </c:pt>
                <c:pt idx="4891">
                  <c:v>#N/A</c:v>
                </c:pt>
                <c:pt idx="4892">
                  <c:v>#N/A</c:v>
                </c:pt>
                <c:pt idx="4893">
                  <c:v>#N/A</c:v>
                </c:pt>
                <c:pt idx="4894">
                  <c:v>#N/A</c:v>
                </c:pt>
                <c:pt idx="4895">
                  <c:v>#N/A</c:v>
                </c:pt>
                <c:pt idx="4896">
                  <c:v>#N/A</c:v>
                </c:pt>
                <c:pt idx="4897">
                  <c:v>#N/A</c:v>
                </c:pt>
                <c:pt idx="4898">
                  <c:v>#N/A</c:v>
                </c:pt>
                <c:pt idx="4899">
                  <c:v>#N/A</c:v>
                </c:pt>
                <c:pt idx="4900">
                  <c:v>#N/A</c:v>
                </c:pt>
                <c:pt idx="4901">
                  <c:v>#N/A</c:v>
                </c:pt>
                <c:pt idx="4902">
                  <c:v>#N/A</c:v>
                </c:pt>
                <c:pt idx="4903">
                  <c:v>#N/A</c:v>
                </c:pt>
                <c:pt idx="4904">
                  <c:v>#N/A</c:v>
                </c:pt>
                <c:pt idx="4905">
                  <c:v>#N/A</c:v>
                </c:pt>
                <c:pt idx="4906">
                  <c:v>#N/A</c:v>
                </c:pt>
                <c:pt idx="4907">
                  <c:v>#N/A</c:v>
                </c:pt>
                <c:pt idx="4908">
                  <c:v>#N/A</c:v>
                </c:pt>
                <c:pt idx="4909">
                  <c:v>#N/A</c:v>
                </c:pt>
                <c:pt idx="4910">
                  <c:v>#N/A</c:v>
                </c:pt>
                <c:pt idx="4911">
                  <c:v>#N/A</c:v>
                </c:pt>
                <c:pt idx="4912">
                  <c:v>#N/A</c:v>
                </c:pt>
                <c:pt idx="4913">
                  <c:v>#N/A</c:v>
                </c:pt>
                <c:pt idx="4914">
                  <c:v>#N/A</c:v>
                </c:pt>
                <c:pt idx="4915">
                  <c:v>#N/A</c:v>
                </c:pt>
                <c:pt idx="4916">
                  <c:v>#N/A</c:v>
                </c:pt>
                <c:pt idx="4917">
                  <c:v>#N/A</c:v>
                </c:pt>
                <c:pt idx="4918">
                  <c:v>#N/A</c:v>
                </c:pt>
                <c:pt idx="4919">
                  <c:v>#N/A</c:v>
                </c:pt>
                <c:pt idx="4920">
                  <c:v>#N/A</c:v>
                </c:pt>
                <c:pt idx="4921">
                  <c:v>#N/A</c:v>
                </c:pt>
                <c:pt idx="4922">
                  <c:v>#N/A</c:v>
                </c:pt>
                <c:pt idx="4923">
                  <c:v>#N/A</c:v>
                </c:pt>
                <c:pt idx="4924">
                  <c:v>#N/A</c:v>
                </c:pt>
                <c:pt idx="4925">
                  <c:v>#N/A</c:v>
                </c:pt>
                <c:pt idx="4926">
                  <c:v>#N/A</c:v>
                </c:pt>
                <c:pt idx="4927">
                  <c:v>#N/A</c:v>
                </c:pt>
                <c:pt idx="4928">
                  <c:v>#N/A</c:v>
                </c:pt>
                <c:pt idx="4929">
                  <c:v>#N/A</c:v>
                </c:pt>
                <c:pt idx="4930">
                  <c:v>#N/A</c:v>
                </c:pt>
                <c:pt idx="4931">
                  <c:v>#N/A</c:v>
                </c:pt>
                <c:pt idx="4932">
                  <c:v>#N/A</c:v>
                </c:pt>
                <c:pt idx="4933">
                  <c:v>#N/A</c:v>
                </c:pt>
                <c:pt idx="4934">
                  <c:v>#N/A</c:v>
                </c:pt>
                <c:pt idx="4935">
                  <c:v>#N/A</c:v>
                </c:pt>
                <c:pt idx="4936">
                  <c:v>#N/A</c:v>
                </c:pt>
                <c:pt idx="4937">
                  <c:v>#N/A</c:v>
                </c:pt>
                <c:pt idx="4938">
                  <c:v>#N/A</c:v>
                </c:pt>
                <c:pt idx="4939">
                  <c:v>#N/A</c:v>
                </c:pt>
                <c:pt idx="4940">
                  <c:v>#N/A</c:v>
                </c:pt>
                <c:pt idx="4941">
                  <c:v>#N/A</c:v>
                </c:pt>
                <c:pt idx="4942">
                  <c:v>#N/A</c:v>
                </c:pt>
                <c:pt idx="4943">
                  <c:v>#N/A</c:v>
                </c:pt>
                <c:pt idx="4944">
                  <c:v>#N/A</c:v>
                </c:pt>
                <c:pt idx="4945">
                  <c:v>#N/A</c:v>
                </c:pt>
                <c:pt idx="4946">
                  <c:v>#N/A</c:v>
                </c:pt>
                <c:pt idx="4947">
                  <c:v>#N/A</c:v>
                </c:pt>
                <c:pt idx="4948">
                  <c:v>#N/A</c:v>
                </c:pt>
                <c:pt idx="4949">
                  <c:v>#N/A</c:v>
                </c:pt>
                <c:pt idx="4950">
                  <c:v>#N/A</c:v>
                </c:pt>
                <c:pt idx="4951">
                  <c:v>#N/A</c:v>
                </c:pt>
                <c:pt idx="4952">
                  <c:v>#N/A</c:v>
                </c:pt>
                <c:pt idx="4953">
                  <c:v>#N/A</c:v>
                </c:pt>
                <c:pt idx="4954">
                  <c:v>#N/A</c:v>
                </c:pt>
                <c:pt idx="4955">
                  <c:v>#N/A</c:v>
                </c:pt>
                <c:pt idx="4956">
                  <c:v>#N/A</c:v>
                </c:pt>
                <c:pt idx="4957">
                  <c:v>#N/A</c:v>
                </c:pt>
                <c:pt idx="4958">
                  <c:v>#N/A</c:v>
                </c:pt>
                <c:pt idx="4959">
                  <c:v>#N/A</c:v>
                </c:pt>
                <c:pt idx="4960">
                  <c:v>#N/A</c:v>
                </c:pt>
                <c:pt idx="4961">
                  <c:v>#N/A</c:v>
                </c:pt>
                <c:pt idx="4962">
                  <c:v>#N/A</c:v>
                </c:pt>
                <c:pt idx="4963">
                  <c:v>#N/A</c:v>
                </c:pt>
                <c:pt idx="4964">
                  <c:v>#N/A</c:v>
                </c:pt>
                <c:pt idx="4965">
                  <c:v>#N/A</c:v>
                </c:pt>
                <c:pt idx="4966">
                  <c:v>#N/A</c:v>
                </c:pt>
                <c:pt idx="4967">
                  <c:v>#N/A</c:v>
                </c:pt>
                <c:pt idx="4968">
                  <c:v>#N/A</c:v>
                </c:pt>
                <c:pt idx="4969">
                  <c:v>#N/A</c:v>
                </c:pt>
                <c:pt idx="4970">
                  <c:v>#N/A</c:v>
                </c:pt>
                <c:pt idx="4971">
                  <c:v>#N/A</c:v>
                </c:pt>
                <c:pt idx="4972">
                  <c:v>#N/A</c:v>
                </c:pt>
                <c:pt idx="4973">
                  <c:v>#N/A</c:v>
                </c:pt>
                <c:pt idx="4974">
                  <c:v>#N/A</c:v>
                </c:pt>
                <c:pt idx="4975">
                  <c:v>#N/A</c:v>
                </c:pt>
                <c:pt idx="4976">
                  <c:v>#N/A</c:v>
                </c:pt>
                <c:pt idx="4977">
                  <c:v>#N/A</c:v>
                </c:pt>
                <c:pt idx="4978">
                  <c:v>#N/A</c:v>
                </c:pt>
                <c:pt idx="4979">
                  <c:v>#N/A</c:v>
                </c:pt>
                <c:pt idx="4980">
                  <c:v>#N/A</c:v>
                </c:pt>
                <c:pt idx="4981">
                  <c:v>#N/A</c:v>
                </c:pt>
                <c:pt idx="4982">
                  <c:v>#N/A</c:v>
                </c:pt>
                <c:pt idx="4983">
                  <c:v>#N/A</c:v>
                </c:pt>
                <c:pt idx="4984">
                  <c:v>#N/A</c:v>
                </c:pt>
                <c:pt idx="4985">
                  <c:v>#N/A</c:v>
                </c:pt>
                <c:pt idx="4986">
                  <c:v>#N/A</c:v>
                </c:pt>
                <c:pt idx="4987">
                  <c:v>#N/A</c:v>
                </c:pt>
                <c:pt idx="4988">
                  <c:v>#N/A</c:v>
                </c:pt>
                <c:pt idx="4989">
                  <c:v>#N/A</c:v>
                </c:pt>
                <c:pt idx="4990">
                  <c:v>#N/A</c:v>
                </c:pt>
                <c:pt idx="4991">
                  <c:v>#N/A</c:v>
                </c:pt>
                <c:pt idx="4992">
                  <c:v>#N/A</c:v>
                </c:pt>
                <c:pt idx="4993">
                  <c:v>#N/A</c:v>
                </c:pt>
                <c:pt idx="4994">
                  <c:v>#N/A</c:v>
                </c:pt>
                <c:pt idx="4995">
                  <c:v>#N/A</c:v>
                </c:pt>
                <c:pt idx="4996">
                  <c:v>#N/A</c:v>
                </c:pt>
                <c:pt idx="4997">
                  <c:v>#N/A</c:v>
                </c:pt>
                <c:pt idx="4998">
                  <c:v>#N/A</c:v>
                </c:pt>
                <c:pt idx="4999">
                  <c:v>#N/A</c:v>
                </c:pt>
              </c:numCache>
            </c:numRef>
          </c:val>
        </c:ser>
        <c:ser>
          <c:idx val="4"/>
          <c:order val="1"/>
          <c:tx>
            <c:strRef>
              <c:f>Chart_1!$P$11</c:f>
              <c:strCache>
                <c:ptCount val="1"/>
                <c:pt idx="0">
                  <c:v>China</c:v>
                </c:pt>
              </c:strCache>
            </c:strRef>
          </c:tx>
          <c:spPr>
            <a:solidFill>
              <a:srgbClr val="B02226"/>
            </a:solidFill>
            <a:ln>
              <a:noFill/>
              <a:prstDash val="solid"/>
            </a:ln>
          </c:spPr>
          <c:cat>
            <c:numRef>
              <c:f>Chart_1!$N$12:$N$5011</c:f>
              <c:numCache>
                <c:formatCode>0.00</c:formatCode>
                <c:ptCount val="5000"/>
                <c:pt idx="0" formatCode="0">
                  <c:v>0</c:v>
                </c:pt>
                <c:pt idx="1">
                  <c:v>7</c:v>
                </c:pt>
                <c:pt idx="2">
                  <c:v>10</c:v>
                </c:pt>
                <c:pt idx="3">
                  <c:v>13</c:v>
                </c:pt>
                <c:pt idx="4">
                  <c:v>17</c:v>
                </c:pt>
                <c:pt idx="5">
                  <c:v>20</c:v>
                </c:pt>
                <c:pt idx="6">
                  <c:v>23</c:v>
                </c:pt>
                <c:pt idx="7">
                  <c:v>27</c:v>
                </c:pt>
                <c:pt idx="8">
                  <c:v>30</c:v>
                </c:pt>
                <c:pt idx="9">
                  <c:v>33</c:v>
                </c:pt>
                <c:pt idx="10">
                  <c:v>37</c:v>
                </c:pt>
                <c:pt idx="11">
                  <c:v>40</c:v>
                </c:pt>
                <c:pt idx="12">
                  <c:v>43</c:v>
                </c:pt>
                <c:pt idx="13">
                  <c:v>47</c:v>
                </c:pt>
                <c:pt idx="14">
                  <c:v>50</c:v>
                </c:pt>
                <c:pt idx="15">
                  <c:v>53</c:v>
                </c:pt>
                <c:pt idx="16">
                  <c:v>57</c:v>
                </c:pt>
                <c:pt idx="17">
                  <c:v>60</c:v>
                </c:pt>
                <c:pt idx="18">
                  <c:v>63</c:v>
                </c:pt>
                <c:pt idx="19">
                  <c:v>67</c:v>
                </c:pt>
                <c:pt idx="20">
                  <c:v>70</c:v>
                </c:pt>
                <c:pt idx="21">
                  <c:v>73</c:v>
                </c:pt>
                <c:pt idx="22">
                  <c:v>77</c:v>
                </c:pt>
                <c:pt idx="23">
                  <c:v>80</c:v>
                </c:pt>
                <c:pt idx="24">
                  <c:v>83</c:v>
                </c:pt>
                <c:pt idx="25">
                  <c:v>87</c:v>
                </c:pt>
                <c:pt idx="26">
                  <c:v>90</c:v>
                </c:pt>
                <c:pt idx="27">
                  <c:v>93</c:v>
                </c:pt>
                <c:pt idx="28">
                  <c:v>96</c:v>
                </c:pt>
                <c:pt idx="29">
                  <c:v>100</c:v>
                </c:pt>
                <c:pt idx="30">
                  <c:v>103</c:v>
                </c:pt>
                <c:pt idx="31">
                  <c:v>106</c:v>
                </c:pt>
                <c:pt idx="32">
                  <c:v>110</c:v>
                </c:pt>
                <c:pt idx="33">
                  <c:v>113</c:v>
                </c:pt>
                <c:pt idx="34">
                  <c:v>116</c:v>
                </c:pt>
                <c:pt idx="35">
                  <c:v>120</c:v>
                </c:pt>
                <c:pt idx="36">
                  <c:v>123</c:v>
                </c:pt>
                <c:pt idx="37">
                  <c:v>126</c:v>
                </c:pt>
                <c:pt idx="38">
                  <c:v>130</c:v>
                </c:pt>
                <c:pt idx="39">
                  <c:v>133</c:v>
                </c:pt>
                <c:pt idx="40">
                  <c:v>136</c:v>
                </c:pt>
                <c:pt idx="41">
                  <c:v>140</c:v>
                </c:pt>
                <c:pt idx="42">
                  <c:v>143</c:v>
                </c:pt>
                <c:pt idx="43">
                  <c:v>146</c:v>
                </c:pt>
                <c:pt idx="44">
                  <c:v>150</c:v>
                </c:pt>
                <c:pt idx="45">
                  <c:v>153</c:v>
                </c:pt>
                <c:pt idx="46">
                  <c:v>156</c:v>
                </c:pt>
                <c:pt idx="47">
                  <c:v>160</c:v>
                </c:pt>
                <c:pt idx="48">
                  <c:v>163</c:v>
                </c:pt>
                <c:pt idx="49">
                  <c:v>166</c:v>
                </c:pt>
                <c:pt idx="50">
                  <c:v>170</c:v>
                </c:pt>
                <c:pt idx="51">
                  <c:v>173</c:v>
                </c:pt>
                <c:pt idx="52">
                  <c:v>176</c:v>
                </c:pt>
                <c:pt idx="53">
                  <c:v>180</c:v>
                </c:pt>
                <c:pt idx="54">
                  <c:v>183</c:v>
                </c:pt>
                <c:pt idx="55">
                  <c:v>186</c:v>
                </c:pt>
                <c:pt idx="56">
                  <c:v>190</c:v>
                </c:pt>
                <c:pt idx="57">
                  <c:v>193</c:v>
                </c:pt>
                <c:pt idx="58">
                  <c:v>196</c:v>
                </c:pt>
                <c:pt idx="59">
                  <c:v>200</c:v>
                </c:pt>
                <c:pt idx="60">
                  <c:v>203</c:v>
                </c:pt>
                <c:pt idx="61">
                  <c:v>206</c:v>
                </c:pt>
                <c:pt idx="62">
                  <c:v>210</c:v>
                </c:pt>
                <c:pt idx="63">
                  <c:v>213</c:v>
                </c:pt>
                <c:pt idx="64">
                  <c:v>216</c:v>
                </c:pt>
                <c:pt idx="65">
                  <c:v>220</c:v>
                </c:pt>
                <c:pt idx="66">
                  <c:v>223</c:v>
                </c:pt>
                <c:pt idx="67">
                  <c:v>226</c:v>
                </c:pt>
                <c:pt idx="68">
                  <c:v>230</c:v>
                </c:pt>
                <c:pt idx="69">
                  <c:v>233</c:v>
                </c:pt>
                <c:pt idx="70">
                  <c:v>236</c:v>
                </c:pt>
                <c:pt idx="71">
                  <c:v>240</c:v>
                </c:pt>
                <c:pt idx="72">
                  <c:v>243</c:v>
                </c:pt>
                <c:pt idx="73">
                  <c:v>246</c:v>
                </c:pt>
                <c:pt idx="74">
                  <c:v>250</c:v>
                </c:pt>
                <c:pt idx="75">
                  <c:v>253</c:v>
                </c:pt>
                <c:pt idx="76">
                  <c:v>256</c:v>
                </c:pt>
                <c:pt idx="77">
                  <c:v>260</c:v>
                </c:pt>
                <c:pt idx="78">
                  <c:v>263</c:v>
                </c:pt>
                <c:pt idx="79">
                  <c:v>266</c:v>
                </c:pt>
                <c:pt idx="80">
                  <c:v>270</c:v>
                </c:pt>
                <c:pt idx="81">
                  <c:v>273</c:v>
                </c:pt>
                <c:pt idx="82">
                  <c:v>276</c:v>
                </c:pt>
                <c:pt idx="83">
                  <c:v>279</c:v>
                </c:pt>
                <c:pt idx="84">
                  <c:v>283</c:v>
                </c:pt>
                <c:pt idx="85">
                  <c:v>286</c:v>
                </c:pt>
                <c:pt idx="86">
                  <c:v>289</c:v>
                </c:pt>
                <c:pt idx="87">
                  <c:v>293</c:v>
                </c:pt>
                <c:pt idx="88">
                  <c:v>296</c:v>
                </c:pt>
                <c:pt idx="89">
                  <c:v>299</c:v>
                </c:pt>
                <c:pt idx="90">
                  <c:v>303</c:v>
                </c:pt>
                <c:pt idx="91">
                  <c:v>306</c:v>
                </c:pt>
                <c:pt idx="92">
                  <c:v>309</c:v>
                </c:pt>
                <c:pt idx="93">
                  <c:v>313</c:v>
                </c:pt>
                <c:pt idx="94">
                  <c:v>316</c:v>
                </c:pt>
                <c:pt idx="95">
                  <c:v>319</c:v>
                </c:pt>
                <c:pt idx="96">
                  <c:v>323</c:v>
                </c:pt>
                <c:pt idx="97">
                  <c:v>326</c:v>
                </c:pt>
                <c:pt idx="98">
                  <c:v>329</c:v>
                </c:pt>
                <c:pt idx="99">
                  <c:v>333</c:v>
                </c:pt>
                <c:pt idx="100">
                  <c:v>336</c:v>
                </c:pt>
                <c:pt idx="101">
                  <c:v>339</c:v>
                </c:pt>
                <c:pt idx="102">
                  <c:v>343</c:v>
                </c:pt>
                <c:pt idx="103">
                  <c:v>346</c:v>
                </c:pt>
                <c:pt idx="104">
                  <c:v>349</c:v>
                </c:pt>
                <c:pt idx="105">
                  <c:v>353</c:v>
                </c:pt>
                <c:pt idx="106">
                  <c:v>356</c:v>
                </c:pt>
                <c:pt idx="107">
                  <c:v>359</c:v>
                </c:pt>
                <c:pt idx="108">
                  <c:v>363</c:v>
                </c:pt>
                <c:pt idx="109">
                  <c:v>366</c:v>
                </c:pt>
                <c:pt idx="110">
                  <c:v>369</c:v>
                </c:pt>
                <c:pt idx="111">
                  <c:v>373</c:v>
                </c:pt>
                <c:pt idx="112">
                  <c:v>376</c:v>
                </c:pt>
                <c:pt idx="113">
                  <c:v>379</c:v>
                </c:pt>
                <c:pt idx="114">
                  <c:v>383</c:v>
                </c:pt>
                <c:pt idx="115">
                  <c:v>386</c:v>
                </c:pt>
                <c:pt idx="116">
                  <c:v>389</c:v>
                </c:pt>
                <c:pt idx="117">
                  <c:v>393</c:v>
                </c:pt>
                <c:pt idx="118">
                  <c:v>396</c:v>
                </c:pt>
                <c:pt idx="119">
                  <c:v>399</c:v>
                </c:pt>
                <c:pt idx="120">
                  <c:v>403</c:v>
                </c:pt>
                <c:pt idx="121">
                  <c:v>406</c:v>
                </c:pt>
                <c:pt idx="122">
                  <c:v>409</c:v>
                </c:pt>
                <c:pt idx="123">
                  <c:v>413</c:v>
                </c:pt>
                <c:pt idx="124">
                  <c:v>416</c:v>
                </c:pt>
                <c:pt idx="125">
                  <c:v>419</c:v>
                </c:pt>
                <c:pt idx="126">
                  <c:v>423</c:v>
                </c:pt>
                <c:pt idx="127">
                  <c:v>426</c:v>
                </c:pt>
                <c:pt idx="128">
                  <c:v>429</c:v>
                </c:pt>
                <c:pt idx="129">
                  <c:v>433</c:v>
                </c:pt>
                <c:pt idx="130">
                  <c:v>436</c:v>
                </c:pt>
                <c:pt idx="131">
                  <c:v>439</c:v>
                </c:pt>
                <c:pt idx="132">
                  <c:v>443</c:v>
                </c:pt>
                <c:pt idx="133">
                  <c:v>446</c:v>
                </c:pt>
                <c:pt idx="134">
                  <c:v>449</c:v>
                </c:pt>
                <c:pt idx="135">
                  <c:v>453</c:v>
                </c:pt>
                <c:pt idx="136">
                  <c:v>456</c:v>
                </c:pt>
                <c:pt idx="137">
                  <c:v>459</c:v>
                </c:pt>
                <c:pt idx="138">
                  <c:v>462</c:v>
                </c:pt>
                <c:pt idx="139">
                  <c:v>466</c:v>
                </c:pt>
                <c:pt idx="140">
                  <c:v>469</c:v>
                </c:pt>
                <c:pt idx="141">
                  <c:v>472</c:v>
                </c:pt>
                <c:pt idx="142">
                  <c:v>476</c:v>
                </c:pt>
                <c:pt idx="143">
                  <c:v>479</c:v>
                </c:pt>
                <c:pt idx="144">
                  <c:v>482</c:v>
                </c:pt>
                <c:pt idx="145">
                  <c:v>486</c:v>
                </c:pt>
                <c:pt idx="146">
                  <c:v>489</c:v>
                </c:pt>
                <c:pt idx="147">
                  <c:v>492</c:v>
                </c:pt>
                <c:pt idx="148">
                  <c:v>496</c:v>
                </c:pt>
                <c:pt idx="149">
                  <c:v>499</c:v>
                </c:pt>
                <c:pt idx="150">
                  <c:v>502</c:v>
                </c:pt>
                <c:pt idx="151">
                  <c:v>506</c:v>
                </c:pt>
                <c:pt idx="152">
                  <c:v>509</c:v>
                </c:pt>
                <c:pt idx="153">
                  <c:v>512</c:v>
                </c:pt>
                <c:pt idx="154">
                  <c:v>516</c:v>
                </c:pt>
                <c:pt idx="155">
                  <c:v>519</c:v>
                </c:pt>
                <c:pt idx="156">
                  <c:v>522</c:v>
                </c:pt>
                <c:pt idx="157">
                  <c:v>526</c:v>
                </c:pt>
                <c:pt idx="158">
                  <c:v>529</c:v>
                </c:pt>
                <c:pt idx="159">
                  <c:v>532</c:v>
                </c:pt>
                <c:pt idx="160">
                  <c:v>536</c:v>
                </c:pt>
                <c:pt idx="161">
                  <c:v>539</c:v>
                </c:pt>
                <c:pt idx="162">
                  <c:v>542</c:v>
                </c:pt>
                <c:pt idx="163">
                  <c:v>546</c:v>
                </c:pt>
                <c:pt idx="164">
                  <c:v>549</c:v>
                </c:pt>
                <c:pt idx="165">
                  <c:v>552</c:v>
                </c:pt>
                <c:pt idx="166">
                  <c:v>556</c:v>
                </c:pt>
                <c:pt idx="167">
                  <c:v>559</c:v>
                </c:pt>
                <c:pt idx="168">
                  <c:v>562</c:v>
                </c:pt>
                <c:pt idx="169">
                  <c:v>566</c:v>
                </c:pt>
                <c:pt idx="170">
                  <c:v>569</c:v>
                </c:pt>
                <c:pt idx="171">
                  <c:v>572</c:v>
                </c:pt>
                <c:pt idx="172">
                  <c:v>576</c:v>
                </c:pt>
                <c:pt idx="173">
                  <c:v>579</c:v>
                </c:pt>
                <c:pt idx="174">
                  <c:v>582</c:v>
                </c:pt>
                <c:pt idx="175">
                  <c:v>586</c:v>
                </c:pt>
                <c:pt idx="176">
                  <c:v>589</c:v>
                </c:pt>
                <c:pt idx="177">
                  <c:v>592</c:v>
                </c:pt>
                <c:pt idx="178">
                  <c:v>596</c:v>
                </c:pt>
                <c:pt idx="179">
                  <c:v>599</c:v>
                </c:pt>
                <c:pt idx="180">
                  <c:v>602</c:v>
                </c:pt>
                <c:pt idx="181">
                  <c:v>606</c:v>
                </c:pt>
                <c:pt idx="182">
                  <c:v>609</c:v>
                </c:pt>
                <c:pt idx="183">
                  <c:v>612</c:v>
                </c:pt>
                <c:pt idx="184">
                  <c:v>616</c:v>
                </c:pt>
                <c:pt idx="185">
                  <c:v>619</c:v>
                </c:pt>
                <c:pt idx="186">
                  <c:v>622</c:v>
                </c:pt>
                <c:pt idx="187">
                  <c:v>626</c:v>
                </c:pt>
                <c:pt idx="188">
                  <c:v>629</c:v>
                </c:pt>
                <c:pt idx="189">
                  <c:v>632</c:v>
                </c:pt>
                <c:pt idx="190">
                  <c:v>636</c:v>
                </c:pt>
                <c:pt idx="191">
                  <c:v>639</c:v>
                </c:pt>
                <c:pt idx="192">
                  <c:v>642</c:v>
                </c:pt>
                <c:pt idx="193">
                  <c:v>645</c:v>
                </c:pt>
                <c:pt idx="194">
                  <c:v>649</c:v>
                </c:pt>
                <c:pt idx="195">
                  <c:v>652</c:v>
                </c:pt>
                <c:pt idx="196">
                  <c:v>655</c:v>
                </c:pt>
                <c:pt idx="197">
                  <c:v>659</c:v>
                </c:pt>
                <c:pt idx="198">
                  <c:v>662</c:v>
                </c:pt>
                <c:pt idx="199">
                  <c:v>665</c:v>
                </c:pt>
                <c:pt idx="200">
                  <c:v>669</c:v>
                </c:pt>
                <c:pt idx="201">
                  <c:v>672</c:v>
                </c:pt>
                <c:pt idx="202">
                  <c:v>675</c:v>
                </c:pt>
                <c:pt idx="203">
                  <c:v>679</c:v>
                </c:pt>
                <c:pt idx="204">
                  <c:v>682</c:v>
                </c:pt>
                <c:pt idx="205">
                  <c:v>685</c:v>
                </c:pt>
                <c:pt idx="206">
                  <c:v>689</c:v>
                </c:pt>
                <c:pt idx="207">
                  <c:v>692</c:v>
                </c:pt>
                <c:pt idx="208">
                  <c:v>695</c:v>
                </c:pt>
                <c:pt idx="209">
                  <c:v>699</c:v>
                </c:pt>
                <c:pt idx="210">
                  <c:v>702</c:v>
                </c:pt>
                <c:pt idx="211">
                  <c:v>705</c:v>
                </c:pt>
                <c:pt idx="212">
                  <c:v>709</c:v>
                </c:pt>
                <c:pt idx="213">
                  <c:v>712</c:v>
                </c:pt>
                <c:pt idx="214">
                  <c:v>715</c:v>
                </c:pt>
                <c:pt idx="215">
                  <c:v>719</c:v>
                </c:pt>
                <c:pt idx="216">
                  <c:v>722</c:v>
                </c:pt>
                <c:pt idx="217">
                  <c:v>725</c:v>
                </c:pt>
                <c:pt idx="218">
                  <c:v>729</c:v>
                </c:pt>
                <c:pt idx="219">
                  <c:v>732</c:v>
                </c:pt>
                <c:pt idx="220">
                  <c:v>735</c:v>
                </c:pt>
                <c:pt idx="221">
                  <c:v>739</c:v>
                </c:pt>
                <c:pt idx="222">
                  <c:v>742</c:v>
                </c:pt>
                <c:pt idx="223">
                  <c:v>745</c:v>
                </c:pt>
                <c:pt idx="224">
                  <c:v>749</c:v>
                </c:pt>
                <c:pt idx="225">
                  <c:v>752</c:v>
                </c:pt>
                <c:pt idx="226">
                  <c:v>755</c:v>
                </c:pt>
                <c:pt idx="227">
                  <c:v>759</c:v>
                </c:pt>
                <c:pt idx="228">
                  <c:v>762</c:v>
                </c:pt>
                <c:pt idx="229">
                  <c:v>765</c:v>
                </c:pt>
                <c:pt idx="230">
                  <c:v>769</c:v>
                </c:pt>
                <c:pt idx="231">
                  <c:v>772</c:v>
                </c:pt>
                <c:pt idx="232">
                  <c:v>775</c:v>
                </c:pt>
                <c:pt idx="233">
                  <c:v>779</c:v>
                </c:pt>
                <c:pt idx="234">
                  <c:v>782</c:v>
                </c:pt>
                <c:pt idx="235">
                  <c:v>785</c:v>
                </c:pt>
                <c:pt idx="236">
                  <c:v>789</c:v>
                </c:pt>
                <c:pt idx="237">
                  <c:v>792</c:v>
                </c:pt>
                <c:pt idx="238">
                  <c:v>795</c:v>
                </c:pt>
                <c:pt idx="239">
                  <c:v>799</c:v>
                </c:pt>
                <c:pt idx="240">
                  <c:v>802</c:v>
                </c:pt>
                <c:pt idx="241">
                  <c:v>805</c:v>
                </c:pt>
                <c:pt idx="242">
                  <c:v>809</c:v>
                </c:pt>
                <c:pt idx="243">
                  <c:v>812</c:v>
                </c:pt>
                <c:pt idx="244">
                  <c:v>815</c:v>
                </c:pt>
                <c:pt idx="245">
                  <c:v>819</c:v>
                </c:pt>
                <c:pt idx="246">
                  <c:v>822</c:v>
                </c:pt>
                <c:pt idx="247">
                  <c:v>825</c:v>
                </c:pt>
                <c:pt idx="248">
                  <c:v>828</c:v>
                </c:pt>
                <c:pt idx="249">
                  <c:v>832</c:v>
                </c:pt>
                <c:pt idx="250">
                  <c:v>835</c:v>
                </c:pt>
                <c:pt idx="251">
                  <c:v>838</c:v>
                </c:pt>
                <c:pt idx="252">
                  <c:v>842</c:v>
                </c:pt>
                <c:pt idx="253">
                  <c:v>845</c:v>
                </c:pt>
                <c:pt idx="254">
                  <c:v>848</c:v>
                </c:pt>
                <c:pt idx="255">
                  <c:v>852</c:v>
                </c:pt>
                <c:pt idx="256">
                  <c:v>855</c:v>
                </c:pt>
                <c:pt idx="257">
                  <c:v>858</c:v>
                </c:pt>
                <c:pt idx="258">
                  <c:v>862</c:v>
                </c:pt>
                <c:pt idx="259">
                  <c:v>865</c:v>
                </c:pt>
                <c:pt idx="260">
                  <c:v>868</c:v>
                </c:pt>
                <c:pt idx="261">
                  <c:v>872</c:v>
                </c:pt>
                <c:pt idx="262">
                  <c:v>875</c:v>
                </c:pt>
                <c:pt idx="263">
                  <c:v>878</c:v>
                </c:pt>
                <c:pt idx="264">
                  <c:v>882</c:v>
                </c:pt>
                <c:pt idx="265">
                  <c:v>885</c:v>
                </c:pt>
                <c:pt idx="266">
                  <c:v>888</c:v>
                </c:pt>
                <c:pt idx="267">
                  <c:v>892</c:v>
                </c:pt>
                <c:pt idx="268">
                  <c:v>895</c:v>
                </c:pt>
                <c:pt idx="269">
                  <c:v>898</c:v>
                </c:pt>
                <c:pt idx="270">
                  <c:v>902</c:v>
                </c:pt>
                <c:pt idx="271">
                  <c:v>905</c:v>
                </c:pt>
                <c:pt idx="272">
                  <c:v>908</c:v>
                </c:pt>
                <c:pt idx="273">
                  <c:v>912</c:v>
                </c:pt>
                <c:pt idx="274">
                  <c:v>915</c:v>
                </c:pt>
                <c:pt idx="275">
                  <c:v>918</c:v>
                </c:pt>
                <c:pt idx="276">
                  <c:v>922</c:v>
                </c:pt>
                <c:pt idx="277">
                  <c:v>925</c:v>
                </c:pt>
                <c:pt idx="278">
                  <c:v>928</c:v>
                </c:pt>
                <c:pt idx="279">
                  <c:v>932</c:v>
                </c:pt>
                <c:pt idx="280">
                  <c:v>935</c:v>
                </c:pt>
                <c:pt idx="281">
                  <c:v>938</c:v>
                </c:pt>
                <c:pt idx="282">
                  <c:v>942</c:v>
                </c:pt>
                <c:pt idx="283">
                  <c:v>945</c:v>
                </c:pt>
                <c:pt idx="284">
                  <c:v>948</c:v>
                </c:pt>
                <c:pt idx="285">
                  <c:v>952</c:v>
                </c:pt>
                <c:pt idx="286">
                  <c:v>955</c:v>
                </c:pt>
                <c:pt idx="287">
                  <c:v>958</c:v>
                </c:pt>
                <c:pt idx="288">
                  <c:v>962</c:v>
                </c:pt>
                <c:pt idx="289">
                  <c:v>965</c:v>
                </c:pt>
                <c:pt idx="290">
                  <c:v>968</c:v>
                </c:pt>
                <c:pt idx="291">
                  <c:v>972</c:v>
                </c:pt>
                <c:pt idx="292">
                  <c:v>975</c:v>
                </c:pt>
                <c:pt idx="293">
                  <c:v>978</c:v>
                </c:pt>
                <c:pt idx="294">
                  <c:v>982</c:v>
                </c:pt>
                <c:pt idx="295">
                  <c:v>985</c:v>
                </c:pt>
                <c:pt idx="296">
                  <c:v>988</c:v>
                </c:pt>
                <c:pt idx="297">
                  <c:v>992</c:v>
                </c:pt>
                <c:pt idx="298">
                  <c:v>995</c:v>
                </c:pt>
                <c:pt idx="299">
                  <c:v>998</c:v>
                </c:pt>
                <c:pt idx="300">
                  <c:v>1002</c:v>
                </c:pt>
                <c:pt idx="301">
                  <c:v>1005</c:v>
                </c:pt>
                <c:pt idx="302">
                  <c:v>1008</c:v>
                </c:pt>
                <c:pt idx="303">
                  <c:v>1011</c:v>
                </c:pt>
                <c:pt idx="304">
                  <c:v>1015</c:v>
                </c:pt>
                <c:pt idx="305">
                  <c:v>1018</c:v>
                </c:pt>
                <c:pt idx="306">
                  <c:v>1021</c:v>
                </c:pt>
                <c:pt idx="307">
                  <c:v>1025</c:v>
                </c:pt>
                <c:pt idx="308">
                  <c:v>1028</c:v>
                </c:pt>
                <c:pt idx="309">
                  <c:v>1031</c:v>
                </c:pt>
                <c:pt idx="310">
                  <c:v>1035</c:v>
                </c:pt>
                <c:pt idx="311">
                  <c:v>1038</c:v>
                </c:pt>
                <c:pt idx="312">
                  <c:v>1041</c:v>
                </c:pt>
                <c:pt idx="313">
                  <c:v>1045</c:v>
                </c:pt>
                <c:pt idx="314">
                  <c:v>1048</c:v>
                </c:pt>
                <c:pt idx="315">
                  <c:v>1051</c:v>
                </c:pt>
                <c:pt idx="316">
                  <c:v>1055</c:v>
                </c:pt>
                <c:pt idx="317">
                  <c:v>1058</c:v>
                </c:pt>
                <c:pt idx="318">
                  <c:v>1061</c:v>
                </c:pt>
                <c:pt idx="319">
                  <c:v>1065</c:v>
                </c:pt>
                <c:pt idx="320">
                  <c:v>1068</c:v>
                </c:pt>
                <c:pt idx="321">
                  <c:v>1071</c:v>
                </c:pt>
                <c:pt idx="322">
                  <c:v>1075</c:v>
                </c:pt>
                <c:pt idx="323">
                  <c:v>1078</c:v>
                </c:pt>
                <c:pt idx="324">
                  <c:v>1081</c:v>
                </c:pt>
                <c:pt idx="325">
                  <c:v>1085</c:v>
                </c:pt>
                <c:pt idx="326">
                  <c:v>1088</c:v>
                </c:pt>
                <c:pt idx="327">
                  <c:v>1091</c:v>
                </c:pt>
                <c:pt idx="328">
                  <c:v>1095</c:v>
                </c:pt>
                <c:pt idx="329">
                  <c:v>1098</c:v>
                </c:pt>
                <c:pt idx="330">
                  <c:v>1101</c:v>
                </c:pt>
                <c:pt idx="331">
                  <c:v>1105</c:v>
                </c:pt>
                <c:pt idx="332">
                  <c:v>1108</c:v>
                </c:pt>
                <c:pt idx="333">
                  <c:v>1111</c:v>
                </c:pt>
                <c:pt idx="334">
                  <c:v>1115</c:v>
                </c:pt>
                <c:pt idx="335">
                  <c:v>1118</c:v>
                </c:pt>
                <c:pt idx="336">
                  <c:v>1121</c:v>
                </c:pt>
                <c:pt idx="337">
                  <c:v>1125</c:v>
                </c:pt>
                <c:pt idx="338">
                  <c:v>1128</c:v>
                </c:pt>
                <c:pt idx="339">
                  <c:v>1131</c:v>
                </c:pt>
                <c:pt idx="340">
                  <c:v>1135</c:v>
                </c:pt>
                <c:pt idx="341">
                  <c:v>1138</c:v>
                </c:pt>
                <c:pt idx="342">
                  <c:v>1141</c:v>
                </c:pt>
                <c:pt idx="343">
                  <c:v>1145</c:v>
                </c:pt>
                <c:pt idx="344">
                  <c:v>1148</c:v>
                </c:pt>
                <c:pt idx="345">
                  <c:v>1151</c:v>
                </c:pt>
                <c:pt idx="346">
                  <c:v>1155</c:v>
                </c:pt>
                <c:pt idx="347">
                  <c:v>1158</c:v>
                </c:pt>
                <c:pt idx="348">
                  <c:v>1161</c:v>
                </c:pt>
                <c:pt idx="349">
                  <c:v>1165</c:v>
                </c:pt>
                <c:pt idx="350">
                  <c:v>1168</c:v>
                </c:pt>
                <c:pt idx="351">
                  <c:v>1171</c:v>
                </c:pt>
                <c:pt idx="352">
                  <c:v>1175</c:v>
                </c:pt>
                <c:pt idx="353">
                  <c:v>1178</c:v>
                </c:pt>
                <c:pt idx="354">
                  <c:v>1181</c:v>
                </c:pt>
                <c:pt idx="355">
                  <c:v>1185</c:v>
                </c:pt>
                <c:pt idx="356">
                  <c:v>1188</c:v>
                </c:pt>
                <c:pt idx="357">
                  <c:v>1191</c:v>
                </c:pt>
                <c:pt idx="358">
                  <c:v>1194</c:v>
                </c:pt>
                <c:pt idx="359">
                  <c:v>1198</c:v>
                </c:pt>
                <c:pt idx="360">
                  <c:v>1201</c:v>
                </c:pt>
                <c:pt idx="361">
                  <c:v>1204</c:v>
                </c:pt>
                <c:pt idx="362">
                  <c:v>1208</c:v>
                </c:pt>
                <c:pt idx="363">
                  <c:v>1211</c:v>
                </c:pt>
                <c:pt idx="364">
                  <c:v>1214</c:v>
                </c:pt>
                <c:pt idx="365">
                  <c:v>1218</c:v>
                </c:pt>
                <c:pt idx="366">
                  <c:v>1221</c:v>
                </c:pt>
                <c:pt idx="367">
                  <c:v>1224</c:v>
                </c:pt>
                <c:pt idx="368">
                  <c:v>1228</c:v>
                </c:pt>
                <c:pt idx="369">
                  <c:v>1231</c:v>
                </c:pt>
                <c:pt idx="370">
                  <c:v>1234</c:v>
                </c:pt>
                <c:pt idx="371">
                  <c:v>1238</c:v>
                </c:pt>
                <c:pt idx="372">
                  <c:v>1241</c:v>
                </c:pt>
                <c:pt idx="373">
                  <c:v>1244</c:v>
                </c:pt>
                <c:pt idx="374">
                  <c:v>1248</c:v>
                </c:pt>
                <c:pt idx="375">
                  <c:v>1251</c:v>
                </c:pt>
                <c:pt idx="376">
                  <c:v>1254</c:v>
                </c:pt>
                <c:pt idx="377">
                  <c:v>1258</c:v>
                </c:pt>
                <c:pt idx="378">
                  <c:v>1261</c:v>
                </c:pt>
                <c:pt idx="379">
                  <c:v>1264</c:v>
                </c:pt>
                <c:pt idx="380">
                  <c:v>1268</c:v>
                </c:pt>
                <c:pt idx="381">
                  <c:v>1271</c:v>
                </c:pt>
                <c:pt idx="382">
                  <c:v>1274</c:v>
                </c:pt>
                <c:pt idx="383">
                  <c:v>1278</c:v>
                </c:pt>
                <c:pt idx="384">
                  <c:v>1281</c:v>
                </c:pt>
                <c:pt idx="385">
                  <c:v>1284</c:v>
                </c:pt>
                <c:pt idx="386">
                  <c:v>1288</c:v>
                </c:pt>
                <c:pt idx="387">
                  <c:v>1291</c:v>
                </c:pt>
                <c:pt idx="388">
                  <c:v>1294</c:v>
                </c:pt>
                <c:pt idx="389">
                  <c:v>1298</c:v>
                </c:pt>
                <c:pt idx="390">
                  <c:v>1301</c:v>
                </c:pt>
                <c:pt idx="391">
                  <c:v>1304</c:v>
                </c:pt>
                <c:pt idx="392">
                  <c:v>1308</c:v>
                </c:pt>
                <c:pt idx="393">
                  <c:v>1311</c:v>
                </c:pt>
                <c:pt idx="394">
                  <c:v>1314</c:v>
                </c:pt>
                <c:pt idx="395">
                  <c:v>1318</c:v>
                </c:pt>
                <c:pt idx="396">
                  <c:v>1321</c:v>
                </c:pt>
                <c:pt idx="397">
                  <c:v>1324</c:v>
                </c:pt>
                <c:pt idx="398">
                  <c:v>1328</c:v>
                </c:pt>
                <c:pt idx="399">
                  <c:v>1331</c:v>
                </c:pt>
                <c:pt idx="400">
                  <c:v>1334</c:v>
                </c:pt>
                <c:pt idx="401">
                  <c:v>1338</c:v>
                </c:pt>
                <c:pt idx="402">
                  <c:v>1341</c:v>
                </c:pt>
                <c:pt idx="403">
                  <c:v>1344</c:v>
                </c:pt>
                <c:pt idx="404">
                  <c:v>1348</c:v>
                </c:pt>
                <c:pt idx="405">
                  <c:v>1351</c:v>
                </c:pt>
                <c:pt idx="406">
                  <c:v>1354</c:v>
                </c:pt>
                <c:pt idx="407">
                  <c:v>1358</c:v>
                </c:pt>
                <c:pt idx="408">
                  <c:v>1361</c:v>
                </c:pt>
                <c:pt idx="409">
                  <c:v>1364</c:v>
                </c:pt>
                <c:pt idx="410">
                  <c:v>1368</c:v>
                </c:pt>
                <c:pt idx="411">
                  <c:v>1371</c:v>
                </c:pt>
                <c:pt idx="412">
                  <c:v>1374</c:v>
                </c:pt>
                <c:pt idx="413">
                  <c:v>1377</c:v>
                </c:pt>
                <c:pt idx="414">
                  <c:v>1381</c:v>
                </c:pt>
                <c:pt idx="415">
                  <c:v>1384</c:v>
                </c:pt>
                <c:pt idx="416">
                  <c:v>1387</c:v>
                </c:pt>
                <c:pt idx="417">
                  <c:v>1391</c:v>
                </c:pt>
                <c:pt idx="418">
                  <c:v>1394</c:v>
                </c:pt>
                <c:pt idx="419">
                  <c:v>1397</c:v>
                </c:pt>
                <c:pt idx="420">
                  <c:v>1401</c:v>
                </c:pt>
                <c:pt idx="421">
                  <c:v>1404</c:v>
                </c:pt>
                <c:pt idx="422">
                  <c:v>1407</c:v>
                </c:pt>
                <c:pt idx="423">
                  <c:v>1411</c:v>
                </c:pt>
                <c:pt idx="424">
                  <c:v>1414</c:v>
                </c:pt>
                <c:pt idx="425">
                  <c:v>1417</c:v>
                </c:pt>
                <c:pt idx="426">
                  <c:v>1421</c:v>
                </c:pt>
                <c:pt idx="427">
                  <c:v>1424</c:v>
                </c:pt>
                <c:pt idx="428">
                  <c:v>1427</c:v>
                </c:pt>
                <c:pt idx="429">
                  <c:v>1431</c:v>
                </c:pt>
                <c:pt idx="430">
                  <c:v>1434</c:v>
                </c:pt>
                <c:pt idx="431">
                  <c:v>1437</c:v>
                </c:pt>
                <c:pt idx="432">
                  <c:v>1441</c:v>
                </c:pt>
                <c:pt idx="433">
                  <c:v>1444</c:v>
                </c:pt>
                <c:pt idx="434">
                  <c:v>1447</c:v>
                </c:pt>
                <c:pt idx="435">
                  <c:v>1451</c:v>
                </c:pt>
                <c:pt idx="436">
                  <c:v>1454</c:v>
                </c:pt>
                <c:pt idx="437">
                  <c:v>1457</c:v>
                </c:pt>
                <c:pt idx="438">
                  <c:v>1461</c:v>
                </c:pt>
                <c:pt idx="439">
                  <c:v>1464</c:v>
                </c:pt>
                <c:pt idx="440">
                  <c:v>1467</c:v>
                </c:pt>
                <c:pt idx="441">
                  <c:v>1471</c:v>
                </c:pt>
                <c:pt idx="442">
                  <c:v>1474</c:v>
                </c:pt>
                <c:pt idx="443">
                  <c:v>1477</c:v>
                </c:pt>
                <c:pt idx="444">
                  <c:v>1481</c:v>
                </c:pt>
                <c:pt idx="445">
                  <c:v>1484</c:v>
                </c:pt>
                <c:pt idx="446">
                  <c:v>1487</c:v>
                </c:pt>
                <c:pt idx="447">
                  <c:v>1491</c:v>
                </c:pt>
                <c:pt idx="448">
                  <c:v>1494</c:v>
                </c:pt>
                <c:pt idx="449">
                  <c:v>1497</c:v>
                </c:pt>
                <c:pt idx="450">
                  <c:v>1501</c:v>
                </c:pt>
                <c:pt idx="451">
                  <c:v>1504</c:v>
                </c:pt>
                <c:pt idx="452">
                  <c:v>1507</c:v>
                </c:pt>
                <c:pt idx="453">
                  <c:v>1511</c:v>
                </c:pt>
                <c:pt idx="454">
                  <c:v>1514</c:v>
                </c:pt>
                <c:pt idx="455">
                  <c:v>1517</c:v>
                </c:pt>
                <c:pt idx="456">
                  <c:v>1521</c:v>
                </c:pt>
                <c:pt idx="457">
                  <c:v>1524</c:v>
                </c:pt>
                <c:pt idx="458">
                  <c:v>1527</c:v>
                </c:pt>
                <c:pt idx="459">
                  <c:v>1531</c:v>
                </c:pt>
                <c:pt idx="460">
                  <c:v>1534</c:v>
                </c:pt>
                <c:pt idx="461">
                  <c:v>1537</c:v>
                </c:pt>
                <c:pt idx="462">
                  <c:v>1541</c:v>
                </c:pt>
                <c:pt idx="463">
                  <c:v>1544</c:v>
                </c:pt>
                <c:pt idx="464">
                  <c:v>1547</c:v>
                </c:pt>
                <c:pt idx="465">
                  <c:v>1551</c:v>
                </c:pt>
                <c:pt idx="466">
                  <c:v>1554</c:v>
                </c:pt>
                <c:pt idx="467">
                  <c:v>1557</c:v>
                </c:pt>
                <c:pt idx="468">
                  <c:v>1560</c:v>
                </c:pt>
                <c:pt idx="469">
                  <c:v>1564</c:v>
                </c:pt>
                <c:pt idx="470">
                  <c:v>1567</c:v>
                </c:pt>
                <c:pt idx="471">
                  <c:v>1570</c:v>
                </c:pt>
                <c:pt idx="472">
                  <c:v>1574</c:v>
                </c:pt>
                <c:pt idx="473">
                  <c:v>1577</c:v>
                </c:pt>
                <c:pt idx="474">
                  <c:v>1580</c:v>
                </c:pt>
                <c:pt idx="475">
                  <c:v>1584</c:v>
                </c:pt>
                <c:pt idx="476">
                  <c:v>1587</c:v>
                </c:pt>
                <c:pt idx="477">
                  <c:v>1590</c:v>
                </c:pt>
                <c:pt idx="478">
                  <c:v>1594</c:v>
                </c:pt>
                <c:pt idx="479">
                  <c:v>1597</c:v>
                </c:pt>
                <c:pt idx="480">
                  <c:v>1600</c:v>
                </c:pt>
                <c:pt idx="481">
                  <c:v>1604</c:v>
                </c:pt>
                <c:pt idx="482">
                  <c:v>1607</c:v>
                </c:pt>
                <c:pt idx="483">
                  <c:v>1610</c:v>
                </c:pt>
                <c:pt idx="484">
                  <c:v>1614</c:v>
                </c:pt>
                <c:pt idx="485">
                  <c:v>1617</c:v>
                </c:pt>
                <c:pt idx="486">
                  <c:v>1620</c:v>
                </c:pt>
                <c:pt idx="487">
                  <c:v>1624</c:v>
                </c:pt>
                <c:pt idx="488">
                  <c:v>1627</c:v>
                </c:pt>
                <c:pt idx="489">
                  <c:v>1630</c:v>
                </c:pt>
                <c:pt idx="490">
                  <c:v>1634</c:v>
                </c:pt>
                <c:pt idx="491">
                  <c:v>1637</c:v>
                </c:pt>
                <c:pt idx="492">
                  <c:v>1640</c:v>
                </c:pt>
                <c:pt idx="493">
                  <c:v>1644</c:v>
                </c:pt>
                <c:pt idx="494">
                  <c:v>1647</c:v>
                </c:pt>
                <c:pt idx="495">
                  <c:v>1650</c:v>
                </c:pt>
                <c:pt idx="496">
                  <c:v>1654</c:v>
                </c:pt>
                <c:pt idx="497">
                  <c:v>1657</c:v>
                </c:pt>
                <c:pt idx="498">
                  <c:v>1660</c:v>
                </c:pt>
                <c:pt idx="499">
                  <c:v>1664</c:v>
                </c:pt>
                <c:pt idx="500">
                  <c:v>1667</c:v>
                </c:pt>
                <c:pt idx="501">
                  <c:v>1670</c:v>
                </c:pt>
                <c:pt idx="502">
                  <c:v>1674</c:v>
                </c:pt>
                <c:pt idx="503">
                  <c:v>1677</c:v>
                </c:pt>
                <c:pt idx="504">
                  <c:v>1680</c:v>
                </c:pt>
                <c:pt idx="505">
                  <c:v>1684</c:v>
                </c:pt>
                <c:pt idx="506">
                  <c:v>1687</c:v>
                </c:pt>
                <c:pt idx="507">
                  <c:v>1690</c:v>
                </c:pt>
                <c:pt idx="508">
                  <c:v>1694</c:v>
                </c:pt>
                <c:pt idx="509">
                  <c:v>1697</c:v>
                </c:pt>
                <c:pt idx="510">
                  <c:v>1700</c:v>
                </c:pt>
                <c:pt idx="511">
                  <c:v>1704</c:v>
                </c:pt>
                <c:pt idx="512">
                  <c:v>1707</c:v>
                </c:pt>
                <c:pt idx="513">
                  <c:v>1710</c:v>
                </c:pt>
                <c:pt idx="514">
                  <c:v>1714</c:v>
                </c:pt>
                <c:pt idx="515">
                  <c:v>1717</c:v>
                </c:pt>
                <c:pt idx="516">
                  <c:v>1720</c:v>
                </c:pt>
                <c:pt idx="517">
                  <c:v>1724</c:v>
                </c:pt>
                <c:pt idx="518">
                  <c:v>1727</c:v>
                </c:pt>
                <c:pt idx="519">
                  <c:v>1730</c:v>
                </c:pt>
                <c:pt idx="520">
                  <c:v>1734</c:v>
                </c:pt>
                <c:pt idx="521">
                  <c:v>1737</c:v>
                </c:pt>
                <c:pt idx="522">
                  <c:v>1740</c:v>
                </c:pt>
                <c:pt idx="523">
                  <c:v>1743</c:v>
                </c:pt>
                <c:pt idx="524">
                  <c:v>1747</c:v>
                </c:pt>
                <c:pt idx="525">
                  <c:v>1750</c:v>
                </c:pt>
                <c:pt idx="526">
                  <c:v>1753</c:v>
                </c:pt>
                <c:pt idx="527">
                  <c:v>1757</c:v>
                </c:pt>
                <c:pt idx="528">
                  <c:v>1760</c:v>
                </c:pt>
                <c:pt idx="529">
                  <c:v>1763</c:v>
                </c:pt>
                <c:pt idx="530">
                  <c:v>1767</c:v>
                </c:pt>
                <c:pt idx="531">
                  <c:v>1770</c:v>
                </c:pt>
                <c:pt idx="532">
                  <c:v>1773</c:v>
                </c:pt>
                <c:pt idx="533">
                  <c:v>1777</c:v>
                </c:pt>
                <c:pt idx="534">
                  <c:v>1780</c:v>
                </c:pt>
                <c:pt idx="535">
                  <c:v>1783</c:v>
                </c:pt>
                <c:pt idx="536">
                  <c:v>1787</c:v>
                </c:pt>
                <c:pt idx="537">
                  <c:v>1790</c:v>
                </c:pt>
                <c:pt idx="538">
                  <c:v>1793</c:v>
                </c:pt>
                <c:pt idx="539">
                  <c:v>1797</c:v>
                </c:pt>
                <c:pt idx="540">
                  <c:v>1800</c:v>
                </c:pt>
                <c:pt idx="541">
                  <c:v>1803</c:v>
                </c:pt>
                <c:pt idx="542">
                  <c:v>1807</c:v>
                </c:pt>
                <c:pt idx="543">
                  <c:v>1810</c:v>
                </c:pt>
                <c:pt idx="544">
                  <c:v>1813</c:v>
                </c:pt>
                <c:pt idx="545">
                  <c:v>1817</c:v>
                </c:pt>
                <c:pt idx="546">
                  <c:v>1820</c:v>
                </c:pt>
                <c:pt idx="547">
                  <c:v>1823</c:v>
                </c:pt>
                <c:pt idx="548">
                  <c:v>1827</c:v>
                </c:pt>
                <c:pt idx="549">
                  <c:v>1830</c:v>
                </c:pt>
                <c:pt idx="550">
                  <c:v>1833</c:v>
                </c:pt>
                <c:pt idx="551">
                  <c:v>1837</c:v>
                </c:pt>
                <c:pt idx="552">
                  <c:v>1840</c:v>
                </c:pt>
                <c:pt idx="553">
                  <c:v>1843</c:v>
                </c:pt>
                <c:pt idx="554">
                  <c:v>1847</c:v>
                </c:pt>
                <c:pt idx="555">
                  <c:v>1850</c:v>
                </c:pt>
                <c:pt idx="556">
                  <c:v>1853</c:v>
                </c:pt>
                <c:pt idx="557">
                  <c:v>1857</c:v>
                </c:pt>
                <c:pt idx="558">
                  <c:v>1860</c:v>
                </c:pt>
                <c:pt idx="559">
                  <c:v>1863</c:v>
                </c:pt>
                <c:pt idx="560">
                  <c:v>1867</c:v>
                </c:pt>
                <c:pt idx="561">
                  <c:v>1870</c:v>
                </c:pt>
                <c:pt idx="562">
                  <c:v>1873</c:v>
                </c:pt>
                <c:pt idx="563">
                  <c:v>1877</c:v>
                </c:pt>
                <c:pt idx="564">
                  <c:v>1880</c:v>
                </c:pt>
                <c:pt idx="565">
                  <c:v>1883</c:v>
                </c:pt>
                <c:pt idx="566">
                  <c:v>1887</c:v>
                </c:pt>
                <c:pt idx="567">
                  <c:v>1890</c:v>
                </c:pt>
                <c:pt idx="568">
                  <c:v>1893</c:v>
                </c:pt>
                <c:pt idx="569">
                  <c:v>1897</c:v>
                </c:pt>
                <c:pt idx="570">
                  <c:v>1900</c:v>
                </c:pt>
                <c:pt idx="571">
                  <c:v>1903</c:v>
                </c:pt>
                <c:pt idx="572">
                  <c:v>1907</c:v>
                </c:pt>
                <c:pt idx="573">
                  <c:v>1910</c:v>
                </c:pt>
                <c:pt idx="574">
                  <c:v>1913</c:v>
                </c:pt>
                <c:pt idx="575">
                  <c:v>1917</c:v>
                </c:pt>
                <c:pt idx="576">
                  <c:v>1920</c:v>
                </c:pt>
                <c:pt idx="577">
                  <c:v>1923</c:v>
                </c:pt>
                <c:pt idx="578">
                  <c:v>1926</c:v>
                </c:pt>
                <c:pt idx="579">
                  <c:v>1930</c:v>
                </c:pt>
                <c:pt idx="580">
                  <c:v>1933</c:v>
                </c:pt>
                <c:pt idx="581">
                  <c:v>1936</c:v>
                </c:pt>
                <c:pt idx="582">
                  <c:v>1940</c:v>
                </c:pt>
                <c:pt idx="583">
                  <c:v>1943</c:v>
                </c:pt>
                <c:pt idx="584">
                  <c:v>1946</c:v>
                </c:pt>
                <c:pt idx="585">
                  <c:v>1950</c:v>
                </c:pt>
                <c:pt idx="586">
                  <c:v>1953</c:v>
                </c:pt>
                <c:pt idx="587">
                  <c:v>1956</c:v>
                </c:pt>
                <c:pt idx="588">
                  <c:v>1960</c:v>
                </c:pt>
                <c:pt idx="589">
                  <c:v>1963</c:v>
                </c:pt>
                <c:pt idx="590">
                  <c:v>1966</c:v>
                </c:pt>
                <c:pt idx="591">
                  <c:v>1970</c:v>
                </c:pt>
                <c:pt idx="592">
                  <c:v>1973</c:v>
                </c:pt>
                <c:pt idx="593">
                  <c:v>1976</c:v>
                </c:pt>
                <c:pt idx="594">
                  <c:v>1980</c:v>
                </c:pt>
                <c:pt idx="595">
                  <c:v>1983</c:v>
                </c:pt>
                <c:pt idx="596">
                  <c:v>1986</c:v>
                </c:pt>
                <c:pt idx="597">
                  <c:v>1990</c:v>
                </c:pt>
                <c:pt idx="598">
                  <c:v>1993</c:v>
                </c:pt>
                <c:pt idx="599">
                  <c:v>1996</c:v>
                </c:pt>
                <c:pt idx="600">
                  <c:v>2000</c:v>
                </c:pt>
                <c:pt idx="601">
                  <c:v>2003</c:v>
                </c:pt>
                <c:pt idx="602">
                  <c:v>2006</c:v>
                </c:pt>
                <c:pt idx="603">
                  <c:v>2010</c:v>
                </c:pt>
                <c:pt idx="604">
                  <c:v>2013</c:v>
                </c:pt>
                <c:pt idx="605">
                  <c:v>2016</c:v>
                </c:pt>
                <c:pt idx="606">
                  <c:v>2020</c:v>
                </c:pt>
                <c:pt idx="607">
                  <c:v>2023</c:v>
                </c:pt>
                <c:pt idx="608">
                  <c:v>2026</c:v>
                </c:pt>
                <c:pt idx="609">
                  <c:v>2030</c:v>
                </c:pt>
                <c:pt idx="610">
                  <c:v>2033</c:v>
                </c:pt>
                <c:pt idx="611">
                  <c:v>2036</c:v>
                </c:pt>
                <c:pt idx="612">
                  <c:v>2040</c:v>
                </c:pt>
                <c:pt idx="613">
                  <c:v>2043</c:v>
                </c:pt>
                <c:pt idx="614">
                  <c:v>2046</c:v>
                </c:pt>
                <c:pt idx="615">
                  <c:v>2050</c:v>
                </c:pt>
                <c:pt idx="616">
                  <c:v>2053</c:v>
                </c:pt>
                <c:pt idx="617">
                  <c:v>2056</c:v>
                </c:pt>
                <c:pt idx="618">
                  <c:v>2060</c:v>
                </c:pt>
                <c:pt idx="619">
                  <c:v>2063</c:v>
                </c:pt>
                <c:pt idx="620">
                  <c:v>2066</c:v>
                </c:pt>
                <c:pt idx="621">
                  <c:v>2070</c:v>
                </c:pt>
                <c:pt idx="622">
                  <c:v>2073</c:v>
                </c:pt>
                <c:pt idx="623">
                  <c:v>2076</c:v>
                </c:pt>
                <c:pt idx="624">
                  <c:v>2080</c:v>
                </c:pt>
                <c:pt idx="625">
                  <c:v>2083</c:v>
                </c:pt>
                <c:pt idx="626">
                  <c:v>2086</c:v>
                </c:pt>
                <c:pt idx="627">
                  <c:v>2090</c:v>
                </c:pt>
                <c:pt idx="628">
                  <c:v>2093</c:v>
                </c:pt>
                <c:pt idx="629">
                  <c:v>2096</c:v>
                </c:pt>
                <c:pt idx="630">
                  <c:v>2100</c:v>
                </c:pt>
                <c:pt idx="631">
                  <c:v>2103</c:v>
                </c:pt>
                <c:pt idx="632">
                  <c:v>2106</c:v>
                </c:pt>
                <c:pt idx="633">
                  <c:v>2109</c:v>
                </c:pt>
                <c:pt idx="634">
                  <c:v>2113</c:v>
                </c:pt>
                <c:pt idx="635">
                  <c:v>2116</c:v>
                </c:pt>
                <c:pt idx="636">
                  <c:v>2119</c:v>
                </c:pt>
                <c:pt idx="637">
                  <c:v>2123</c:v>
                </c:pt>
                <c:pt idx="638">
                  <c:v>2126</c:v>
                </c:pt>
                <c:pt idx="639">
                  <c:v>2129</c:v>
                </c:pt>
                <c:pt idx="640">
                  <c:v>2133</c:v>
                </c:pt>
                <c:pt idx="641">
                  <c:v>2136</c:v>
                </c:pt>
                <c:pt idx="642">
                  <c:v>2139</c:v>
                </c:pt>
                <c:pt idx="643">
                  <c:v>2143</c:v>
                </c:pt>
                <c:pt idx="644">
                  <c:v>2146</c:v>
                </c:pt>
                <c:pt idx="645">
                  <c:v>2149</c:v>
                </c:pt>
                <c:pt idx="646">
                  <c:v>2153</c:v>
                </c:pt>
                <c:pt idx="647">
                  <c:v>2156</c:v>
                </c:pt>
                <c:pt idx="648">
                  <c:v>2159</c:v>
                </c:pt>
                <c:pt idx="649">
                  <c:v>2163</c:v>
                </c:pt>
                <c:pt idx="650">
                  <c:v>2166</c:v>
                </c:pt>
                <c:pt idx="651">
                  <c:v>2169</c:v>
                </c:pt>
                <c:pt idx="652">
                  <c:v>2173</c:v>
                </c:pt>
                <c:pt idx="653">
                  <c:v>2176</c:v>
                </c:pt>
                <c:pt idx="654">
                  <c:v>2179</c:v>
                </c:pt>
                <c:pt idx="655">
                  <c:v>2183</c:v>
                </c:pt>
                <c:pt idx="656">
                  <c:v>2186</c:v>
                </c:pt>
                <c:pt idx="657">
                  <c:v>2189</c:v>
                </c:pt>
                <c:pt idx="658">
                  <c:v>2193</c:v>
                </c:pt>
                <c:pt idx="659">
                  <c:v>2196</c:v>
                </c:pt>
                <c:pt idx="660">
                  <c:v>2199</c:v>
                </c:pt>
                <c:pt idx="661">
                  <c:v>2203</c:v>
                </c:pt>
                <c:pt idx="662">
                  <c:v>2206</c:v>
                </c:pt>
                <c:pt idx="663">
                  <c:v>2209</c:v>
                </c:pt>
                <c:pt idx="664">
                  <c:v>2213</c:v>
                </c:pt>
                <c:pt idx="665">
                  <c:v>2216</c:v>
                </c:pt>
                <c:pt idx="666">
                  <c:v>2219</c:v>
                </c:pt>
                <c:pt idx="667">
                  <c:v>2223</c:v>
                </c:pt>
                <c:pt idx="668">
                  <c:v>2226</c:v>
                </c:pt>
                <c:pt idx="669">
                  <c:v>2229</c:v>
                </c:pt>
                <c:pt idx="670">
                  <c:v>2233</c:v>
                </c:pt>
                <c:pt idx="671">
                  <c:v>2236</c:v>
                </c:pt>
                <c:pt idx="672">
                  <c:v>2239</c:v>
                </c:pt>
                <c:pt idx="673">
                  <c:v>2243</c:v>
                </c:pt>
                <c:pt idx="674">
                  <c:v>2246</c:v>
                </c:pt>
                <c:pt idx="675">
                  <c:v>2249</c:v>
                </c:pt>
                <c:pt idx="676">
                  <c:v>2253</c:v>
                </c:pt>
                <c:pt idx="677">
                  <c:v>2256</c:v>
                </c:pt>
                <c:pt idx="678">
                  <c:v>2259</c:v>
                </c:pt>
                <c:pt idx="679">
                  <c:v>2263</c:v>
                </c:pt>
                <c:pt idx="680">
                  <c:v>2266</c:v>
                </c:pt>
                <c:pt idx="681">
                  <c:v>2269</c:v>
                </c:pt>
                <c:pt idx="682">
                  <c:v>2273</c:v>
                </c:pt>
                <c:pt idx="683">
                  <c:v>2276</c:v>
                </c:pt>
                <c:pt idx="684">
                  <c:v>2279</c:v>
                </c:pt>
                <c:pt idx="685">
                  <c:v>2283</c:v>
                </c:pt>
                <c:pt idx="686">
                  <c:v>2286</c:v>
                </c:pt>
                <c:pt idx="687">
                  <c:v>2289</c:v>
                </c:pt>
                <c:pt idx="688">
                  <c:v>2292</c:v>
                </c:pt>
                <c:pt idx="689">
                  <c:v>2296</c:v>
                </c:pt>
                <c:pt idx="690">
                  <c:v>2299</c:v>
                </c:pt>
                <c:pt idx="691">
                  <c:v>2302</c:v>
                </c:pt>
                <c:pt idx="692">
                  <c:v>2306</c:v>
                </c:pt>
                <c:pt idx="693">
                  <c:v>2309</c:v>
                </c:pt>
                <c:pt idx="694">
                  <c:v>2312</c:v>
                </c:pt>
                <c:pt idx="695">
                  <c:v>2316</c:v>
                </c:pt>
                <c:pt idx="696">
                  <c:v>2319</c:v>
                </c:pt>
                <c:pt idx="697">
                  <c:v>2322</c:v>
                </c:pt>
                <c:pt idx="698">
                  <c:v>2326</c:v>
                </c:pt>
                <c:pt idx="699">
                  <c:v>2329</c:v>
                </c:pt>
                <c:pt idx="700">
                  <c:v>2332</c:v>
                </c:pt>
                <c:pt idx="701">
                  <c:v>2336</c:v>
                </c:pt>
                <c:pt idx="702">
                  <c:v>2339</c:v>
                </c:pt>
                <c:pt idx="703">
                  <c:v>2342</c:v>
                </c:pt>
                <c:pt idx="704">
                  <c:v>2346</c:v>
                </c:pt>
                <c:pt idx="705">
                  <c:v>2349</c:v>
                </c:pt>
                <c:pt idx="706">
                  <c:v>2352</c:v>
                </c:pt>
                <c:pt idx="707">
                  <c:v>2356</c:v>
                </c:pt>
                <c:pt idx="708">
                  <c:v>2359</c:v>
                </c:pt>
                <c:pt idx="709">
                  <c:v>2362</c:v>
                </c:pt>
                <c:pt idx="710">
                  <c:v>2366</c:v>
                </c:pt>
                <c:pt idx="711">
                  <c:v>2369</c:v>
                </c:pt>
                <c:pt idx="712">
                  <c:v>2372</c:v>
                </c:pt>
                <c:pt idx="713">
                  <c:v>2376</c:v>
                </c:pt>
                <c:pt idx="714">
                  <c:v>2379</c:v>
                </c:pt>
                <c:pt idx="715">
                  <c:v>2382</c:v>
                </c:pt>
                <c:pt idx="716">
                  <c:v>2386</c:v>
                </c:pt>
                <c:pt idx="717">
                  <c:v>2389</c:v>
                </c:pt>
                <c:pt idx="718">
                  <c:v>2392</c:v>
                </c:pt>
                <c:pt idx="719">
                  <c:v>2396</c:v>
                </c:pt>
                <c:pt idx="720">
                  <c:v>2399</c:v>
                </c:pt>
                <c:pt idx="721">
                  <c:v>2402</c:v>
                </c:pt>
                <c:pt idx="722">
                  <c:v>2406</c:v>
                </c:pt>
                <c:pt idx="723">
                  <c:v>2409</c:v>
                </c:pt>
                <c:pt idx="724">
                  <c:v>2412</c:v>
                </c:pt>
                <c:pt idx="725">
                  <c:v>2416</c:v>
                </c:pt>
                <c:pt idx="726">
                  <c:v>2419</c:v>
                </c:pt>
                <c:pt idx="727">
                  <c:v>2422</c:v>
                </c:pt>
                <c:pt idx="728">
                  <c:v>2426</c:v>
                </c:pt>
                <c:pt idx="729">
                  <c:v>2429</c:v>
                </c:pt>
                <c:pt idx="730">
                  <c:v>2432</c:v>
                </c:pt>
                <c:pt idx="731">
                  <c:v>2436</c:v>
                </c:pt>
                <c:pt idx="732">
                  <c:v>2439</c:v>
                </c:pt>
                <c:pt idx="733">
                  <c:v>2442</c:v>
                </c:pt>
                <c:pt idx="734">
                  <c:v>2446</c:v>
                </c:pt>
                <c:pt idx="735">
                  <c:v>2449</c:v>
                </c:pt>
                <c:pt idx="736">
                  <c:v>2452</c:v>
                </c:pt>
                <c:pt idx="737">
                  <c:v>2456</c:v>
                </c:pt>
                <c:pt idx="738">
                  <c:v>2459</c:v>
                </c:pt>
                <c:pt idx="739">
                  <c:v>2462</c:v>
                </c:pt>
                <c:pt idx="740">
                  <c:v>2466</c:v>
                </c:pt>
                <c:pt idx="741">
                  <c:v>2469</c:v>
                </c:pt>
                <c:pt idx="742">
                  <c:v>2472</c:v>
                </c:pt>
                <c:pt idx="743">
                  <c:v>2475</c:v>
                </c:pt>
                <c:pt idx="744">
                  <c:v>2479</c:v>
                </c:pt>
                <c:pt idx="745">
                  <c:v>2482</c:v>
                </c:pt>
                <c:pt idx="746">
                  <c:v>2485</c:v>
                </c:pt>
                <c:pt idx="747">
                  <c:v>2489</c:v>
                </c:pt>
                <c:pt idx="748">
                  <c:v>2492</c:v>
                </c:pt>
                <c:pt idx="749">
                  <c:v>2495</c:v>
                </c:pt>
                <c:pt idx="750">
                  <c:v>2499</c:v>
                </c:pt>
                <c:pt idx="751">
                  <c:v>2502</c:v>
                </c:pt>
                <c:pt idx="752">
                  <c:v>2505</c:v>
                </c:pt>
                <c:pt idx="753">
                  <c:v>2509</c:v>
                </c:pt>
                <c:pt idx="754">
                  <c:v>2512</c:v>
                </c:pt>
                <c:pt idx="755">
                  <c:v>2515</c:v>
                </c:pt>
                <c:pt idx="756">
                  <c:v>2519</c:v>
                </c:pt>
                <c:pt idx="757">
                  <c:v>2522</c:v>
                </c:pt>
                <c:pt idx="758">
                  <c:v>2525</c:v>
                </c:pt>
                <c:pt idx="759">
                  <c:v>2529</c:v>
                </c:pt>
                <c:pt idx="760">
                  <c:v>2532</c:v>
                </c:pt>
                <c:pt idx="761">
                  <c:v>2535</c:v>
                </c:pt>
                <c:pt idx="762">
                  <c:v>2539</c:v>
                </c:pt>
                <c:pt idx="763">
                  <c:v>2542</c:v>
                </c:pt>
                <c:pt idx="764">
                  <c:v>2545</c:v>
                </c:pt>
                <c:pt idx="765">
                  <c:v>2549</c:v>
                </c:pt>
                <c:pt idx="766">
                  <c:v>2552</c:v>
                </c:pt>
                <c:pt idx="767">
                  <c:v>2555</c:v>
                </c:pt>
                <c:pt idx="768">
                  <c:v>2559</c:v>
                </c:pt>
                <c:pt idx="769">
                  <c:v>2562</c:v>
                </c:pt>
                <c:pt idx="770">
                  <c:v>2565</c:v>
                </c:pt>
                <c:pt idx="771">
                  <c:v>2569</c:v>
                </c:pt>
                <c:pt idx="772">
                  <c:v>2572</c:v>
                </c:pt>
                <c:pt idx="773">
                  <c:v>2575</c:v>
                </c:pt>
                <c:pt idx="774">
                  <c:v>2579</c:v>
                </c:pt>
                <c:pt idx="775">
                  <c:v>2582</c:v>
                </c:pt>
                <c:pt idx="776">
                  <c:v>2585</c:v>
                </c:pt>
                <c:pt idx="777">
                  <c:v>2589</c:v>
                </c:pt>
                <c:pt idx="778">
                  <c:v>2592</c:v>
                </c:pt>
                <c:pt idx="779">
                  <c:v>2595</c:v>
                </c:pt>
                <c:pt idx="780">
                  <c:v>2599</c:v>
                </c:pt>
                <c:pt idx="781">
                  <c:v>2602</c:v>
                </c:pt>
                <c:pt idx="782">
                  <c:v>2605</c:v>
                </c:pt>
                <c:pt idx="783">
                  <c:v>2609</c:v>
                </c:pt>
                <c:pt idx="784">
                  <c:v>2612</c:v>
                </c:pt>
                <c:pt idx="785">
                  <c:v>2615</c:v>
                </c:pt>
                <c:pt idx="786">
                  <c:v>2619</c:v>
                </c:pt>
                <c:pt idx="787">
                  <c:v>2622</c:v>
                </c:pt>
                <c:pt idx="788">
                  <c:v>2625</c:v>
                </c:pt>
                <c:pt idx="789">
                  <c:v>2629</c:v>
                </c:pt>
                <c:pt idx="790">
                  <c:v>2632</c:v>
                </c:pt>
                <c:pt idx="791">
                  <c:v>2635</c:v>
                </c:pt>
                <c:pt idx="792">
                  <c:v>2639</c:v>
                </c:pt>
                <c:pt idx="793">
                  <c:v>2642</c:v>
                </c:pt>
                <c:pt idx="794">
                  <c:v>2645</c:v>
                </c:pt>
                <c:pt idx="795">
                  <c:v>2649</c:v>
                </c:pt>
                <c:pt idx="796">
                  <c:v>2652</c:v>
                </c:pt>
                <c:pt idx="797">
                  <c:v>2655</c:v>
                </c:pt>
                <c:pt idx="798">
                  <c:v>2658</c:v>
                </c:pt>
                <c:pt idx="799">
                  <c:v>2662</c:v>
                </c:pt>
                <c:pt idx="800">
                  <c:v>2665</c:v>
                </c:pt>
                <c:pt idx="801">
                  <c:v>2668</c:v>
                </c:pt>
                <c:pt idx="802">
                  <c:v>2672</c:v>
                </c:pt>
                <c:pt idx="803">
                  <c:v>2675</c:v>
                </c:pt>
                <c:pt idx="804">
                  <c:v>2678</c:v>
                </c:pt>
                <c:pt idx="805">
                  <c:v>2682</c:v>
                </c:pt>
                <c:pt idx="806">
                  <c:v>2685</c:v>
                </c:pt>
                <c:pt idx="807">
                  <c:v>2688</c:v>
                </c:pt>
                <c:pt idx="808">
                  <c:v>2692</c:v>
                </c:pt>
                <c:pt idx="809">
                  <c:v>2695</c:v>
                </c:pt>
                <c:pt idx="810">
                  <c:v>2698</c:v>
                </c:pt>
                <c:pt idx="811">
                  <c:v>2702</c:v>
                </c:pt>
                <c:pt idx="812">
                  <c:v>2705</c:v>
                </c:pt>
                <c:pt idx="813">
                  <c:v>2708</c:v>
                </c:pt>
                <c:pt idx="814">
                  <c:v>2712</c:v>
                </c:pt>
                <c:pt idx="815">
                  <c:v>2715</c:v>
                </c:pt>
                <c:pt idx="816">
                  <c:v>2718</c:v>
                </c:pt>
                <c:pt idx="817">
                  <c:v>2722</c:v>
                </c:pt>
                <c:pt idx="818">
                  <c:v>2725</c:v>
                </c:pt>
                <c:pt idx="819">
                  <c:v>2728</c:v>
                </c:pt>
                <c:pt idx="820">
                  <c:v>2732</c:v>
                </c:pt>
                <c:pt idx="821">
                  <c:v>2735</c:v>
                </c:pt>
                <c:pt idx="822">
                  <c:v>2738</c:v>
                </c:pt>
                <c:pt idx="823">
                  <c:v>2742</c:v>
                </c:pt>
                <c:pt idx="824">
                  <c:v>2745</c:v>
                </c:pt>
                <c:pt idx="825">
                  <c:v>2748</c:v>
                </c:pt>
                <c:pt idx="826">
                  <c:v>2752</c:v>
                </c:pt>
                <c:pt idx="827">
                  <c:v>2755</c:v>
                </c:pt>
                <c:pt idx="828">
                  <c:v>2758</c:v>
                </c:pt>
                <c:pt idx="829">
                  <c:v>2762</c:v>
                </c:pt>
                <c:pt idx="830">
                  <c:v>2765</c:v>
                </c:pt>
                <c:pt idx="831">
                  <c:v>2768</c:v>
                </c:pt>
                <c:pt idx="832">
                  <c:v>2772</c:v>
                </c:pt>
                <c:pt idx="833">
                  <c:v>2775</c:v>
                </c:pt>
                <c:pt idx="834">
                  <c:v>2778</c:v>
                </c:pt>
                <c:pt idx="835">
                  <c:v>2782</c:v>
                </c:pt>
                <c:pt idx="836">
                  <c:v>2785</c:v>
                </c:pt>
                <c:pt idx="837">
                  <c:v>2788</c:v>
                </c:pt>
                <c:pt idx="838">
                  <c:v>2792</c:v>
                </c:pt>
                <c:pt idx="839">
                  <c:v>2795</c:v>
                </c:pt>
                <c:pt idx="840">
                  <c:v>2798</c:v>
                </c:pt>
                <c:pt idx="841">
                  <c:v>2802</c:v>
                </c:pt>
                <c:pt idx="842">
                  <c:v>2805</c:v>
                </c:pt>
                <c:pt idx="843">
                  <c:v>2808</c:v>
                </c:pt>
                <c:pt idx="844">
                  <c:v>2812</c:v>
                </c:pt>
                <c:pt idx="845">
                  <c:v>2815</c:v>
                </c:pt>
                <c:pt idx="846">
                  <c:v>2818</c:v>
                </c:pt>
                <c:pt idx="847">
                  <c:v>2822</c:v>
                </c:pt>
                <c:pt idx="848">
                  <c:v>2825</c:v>
                </c:pt>
                <c:pt idx="849">
                  <c:v>2828</c:v>
                </c:pt>
                <c:pt idx="850">
                  <c:v>2832</c:v>
                </c:pt>
                <c:pt idx="851">
                  <c:v>2835</c:v>
                </c:pt>
                <c:pt idx="852">
                  <c:v>2838</c:v>
                </c:pt>
                <c:pt idx="853">
                  <c:v>2841</c:v>
                </c:pt>
                <c:pt idx="854">
                  <c:v>2845</c:v>
                </c:pt>
                <c:pt idx="855">
                  <c:v>2848</c:v>
                </c:pt>
                <c:pt idx="856">
                  <c:v>2851</c:v>
                </c:pt>
                <c:pt idx="857">
                  <c:v>2855</c:v>
                </c:pt>
                <c:pt idx="858">
                  <c:v>2858</c:v>
                </c:pt>
                <c:pt idx="859">
                  <c:v>2861</c:v>
                </c:pt>
                <c:pt idx="860">
                  <c:v>2865</c:v>
                </c:pt>
                <c:pt idx="861">
                  <c:v>2868</c:v>
                </c:pt>
                <c:pt idx="862">
                  <c:v>2871</c:v>
                </c:pt>
                <c:pt idx="863">
                  <c:v>2875</c:v>
                </c:pt>
                <c:pt idx="864">
                  <c:v>2878</c:v>
                </c:pt>
                <c:pt idx="865">
                  <c:v>2881</c:v>
                </c:pt>
                <c:pt idx="866">
                  <c:v>2885</c:v>
                </c:pt>
                <c:pt idx="867">
                  <c:v>2888</c:v>
                </c:pt>
                <c:pt idx="868">
                  <c:v>2891</c:v>
                </c:pt>
                <c:pt idx="869">
                  <c:v>2895</c:v>
                </c:pt>
                <c:pt idx="870">
                  <c:v>2898</c:v>
                </c:pt>
                <c:pt idx="871">
                  <c:v>2901</c:v>
                </c:pt>
                <c:pt idx="872">
                  <c:v>2905</c:v>
                </c:pt>
                <c:pt idx="873">
                  <c:v>2908</c:v>
                </c:pt>
                <c:pt idx="874">
                  <c:v>2911</c:v>
                </c:pt>
                <c:pt idx="875">
                  <c:v>2915</c:v>
                </c:pt>
                <c:pt idx="876">
                  <c:v>2918</c:v>
                </c:pt>
                <c:pt idx="877">
                  <c:v>2921</c:v>
                </c:pt>
                <c:pt idx="878">
                  <c:v>2925</c:v>
                </c:pt>
                <c:pt idx="879">
                  <c:v>2928</c:v>
                </c:pt>
                <c:pt idx="880">
                  <c:v>2931</c:v>
                </c:pt>
                <c:pt idx="881">
                  <c:v>2935</c:v>
                </c:pt>
                <c:pt idx="882">
                  <c:v>2938</c:v>
                </c:pt>
                <c:pt idx="883">
                  <c:v>2941</c:v>
                </c:pt>
                <c:pt idx="884">
                  <c:v>2945</c:v>
                </c:pt>
                <c:pt idx="885">
                  <c:v>2948</c:v>
                </c:pt>
                <c:pt idx="886">
                  <c:v>2951</c:v>
                </c:pt>
                <c:pt idx="887">
                  <c:v>2955</c:v>
                </c:pt>
                <c:pt idx="888">
                  <c:v>2958</c:v>
                </c:pt>
                <c:pt idx="889">
                  <c:v>2961</c:v>
                </c:pt>
                <c:pt idx="890">
                  <c:v>2965</c:v>
                </c:pt>
                <c:pt idx="891">
                  <c:v>2968</c:v>
                </c:pt>
                <c:pt idx="892">
                  <c:v>2971</c:v>
                </c:pt>
                <c:pt idx="893">
                  <c:v>2975</c:v>
                </c:pt>
                <c:pt idx="894">
                  <c:v>2978</c:v>
                </c:pt>
                <c:pt idx="895">
                  <c:v>2981</c:v>
                </c:pt>
                <c:pt idx="896">
                  <c:v>2985</c:v>
                </c:pt>
                <c:pt idx="897">
                  <c:v>2988</c:v>
                </c:pt>
                <c:pt idx="898">
                  <c:v>2991</c:v>
                </c:pt>
                <c:pt idx="899">
                  <c:v>2995</c:v>
                </c:pt>
                <c:pt idx="900">
                  <c:v>2998</c:v>
                </c:pt>
                <c:pt idx="901">
                  <c:v>3001</c:v>
                </c:pt>
                <c:pt idx="902">
                  <c:v>3005</c:v>
                </c:pt>
                <c:pt idx="903">
                  <c:v>3008</c:v>
                </c:pt>
                <c:pt idx="904">
                  <c:v>3011</c:v>
                </c:pt>
                <c:pt idx="905">
                  <c:v>3015</c:v>
                </c:pt>
                <c:pt idx="906">
                  <c:v>3018</c:v>
                </c:pt>
                <c:pt idx="907">
                  <c:v>3021</c:v>
                </c:pt>
                <c:pt idx="908">
                  <c:v>3024</c:v>
                </c:pt>
                <c:pt idx="909">
                  <c:v>3028</c:v>
                </c:pt>
                <c:pt idx="910">
                  <c:v>3031</c:v>
                </c:pt>
                <c:pt idx="911">
                  <c:v>3034</c:v>
                </c:pt>
                <c:pt idx="912">
                  <c:v>3038</c:v>
                </c:pt>
                <c:pt idx="913">
                  <c:v>3041</c:v>
                </c:pt>
                <c:pt idx="914">
                  <c:v>3044</c:v>
                </c:pt>
                <c:pt idx="915">
                  <c:v>3048</c:v>
                </c:pt>
                <c:pt idx="916">
                  <c:v>3051</c:v>
                </c:pt>
                <c:pt idx="917">
                  <c:v>3054</c:v>
                </c:pt>
                <c:pt idx="918">
                  <c:v>3058</c:v>
                </c:pt>
                <c:pt idx="919">
                  <c:v>3061</c:v>
                </c:pt>
                <c:pt idx="920">
                  <c:v>3064</c:v>
                </c:pt>
                <c:pt idx="921">
                  <c:v>3068</c:v>
                </c:pt>
                <c:pt idx="922">
                  <c:v>3071</c:v>
                </c:pt>
                <c:pt idx="923">
                  <c:v>3074</c:v>
                </c:pt>
                <c:pt idx="924">
                  <c:v>3078</c:v>
                </c:pt>
                <c:pt idx="925">
                  <c:v>3081</c:v>
                </c:pt>
                <c:pt idx="926">
                  <c:v>3084</c:v>
                </c:pt>
                <c:pt idx="927">
                  <c:v>3088</c:v>
                </c:pt>
                <c:pt idx="928">
                  <c:v>3091</c:v>
                </c:pt>
                <c:pt idx="929">
                  <c:v>3094</c:v>
                </c:pt>
                <c:pt idx="930">
                  <c:v>3098</c:v>
                </c:pt>
                <c:pt idx="931">
                  <c:v>3101</c:v>
                </c:pt>
                <c:pt idx="932">
                  <c:v>3104</c:v>
                </c:pt>
                <c:pt idx="933">
                  <c:v>3108</c:v>
                </c:pt>
                <c:pt idx="934">
                  <c:v>3111</c:v>
                </c:pt>
                <c:pt idx="935">
                  <c:v>3114</c:v>
                </c:pt>
                <c:pt idx="936">
                  <c:v>3118</c:v>
                </c:pt>
                <c:pt idx="937">
                  <c:v>3121</c:v>
                </c:pt>
                <c:pt idx="938">
                  <c:v>3124</c:v>
                </c:pt>
                <c:pt idx="939">
                  <c:v>3128</c:v>
                </c:pt>
                <c:pt idx="940">
                  <c:v>3131</c:v>
                </c:pt>
                <c:pt idx="941">
                  <c:v>3134</c:v>
                </c:pt>
                <c:pt idx="942">
                  <c:v>3138</c:v>
                </c:pt>
                <c:pt idx="943">
                  <c:v>3141</c:v>
                </c:pt>
                <c:pt idx="944">
                  <c:v>3144</c:v>
                </c:pt>
                <c:pt idx="945">
                  <c:v>3148</c:v>
                </c:pt>
                <c:pt idx="946">
                  <c:v>3151</c:v>
                </c:pt>
                <c:pt idx="947">
                  <c:v>3154</c:v>
                </c:pt>
                <c:pt idx="948">
                  <c:v>3158</c:v>
                </c:pt>
                <c:pt idx="949">
                  <c:v>3161</c:v>
                </c:pt>
                <c:pt idx="950">
                  <c:v>3164</c:v>
                </c:pt>
                <c:pt idx="951">
                  <c:v>3168</c:v>
                </c:pt>
                <c:pt idx="952">
                  <c:v>3171</c:v>
                </c:pt>
                <c:pt idx="953">
                  <c:v>3174</c:v>
                </c:pt>
                <c:pt idx="954">
                  <c:v>3178</c:v>
                </c:pt>
                <c:pt idx="955">
                  <c:v>3181</c:v>
                </c:pt>
                <c:pt idx="956">
                  <c:v>3184</c:v>
                </c:pt>
                <c:pt idx="957">
                  <c:v>3188</c:v>
                </c:pt>
                <c:pt idx="958">
                  <c:v>3191</c:v>
                </c:pt>
                <c:pt idx="959">
                  <c:v>3194</c:v>
                </c:pt>
                <c:pt idx="960">
                  <c:v>3198</c:v>
                </c:pt>
                <c:pt idx="961">
                  <c:v>3201</c:v>
                </c:pt>
                <c:pt idx="962">
                  <c:v>3204</c:v>
                </c:pt>
                <c:pt idx="963">
                  <c:v>3207</c:v>
                </c:pt>
                <c:pt idx="964">
                  <c:v>3211</c:v>
                </c:pt>
                <c:pt idx="965">
                  <c:v>3214</c:v>
                </c:pt>
                <c:pt idx="966">
                  <c:v>3217</c:v>
                </c:pt>
                <c:pt idx="967">
                  <c:v>3221</c:v>
                </c:pt>
                <c:pt idx="968">
                  <c:v>3224</c:v>
                </c:pt>
                <c:pt idx="969">
                  <c:v>3227</c:v>
                </c:pt>
                <c:pt idx="970">
                  <c:v>3231</c:v>
                </c:pt>
                <c:pt idx="971">
                  <c:v>3234</c:v>
                </c:pt>
                <c:pt idx="972">
                  <c:v>3237</c:v>
                </c:pt>
                <c:pt idx="973">
                  <c:v>3241</c:v>
                </c:pt>
                <c:pt idx="974">
                  <c:v>3244</c:v>
                </c:pt>
                <c:pt idx="975">
                  <c:v>3247</c:v>
                </c:pt>
                <c:pt idx="976">
                  <c:v>3251</c:v>
                </c:pt>
                <c:pt idx="977">
                  <c:v>3254</c:v>
                </c:pt>
                <c:pt idx="978">
                  <c:v>3257</c:v>
                </c:pt>
                <c:pt idx="979">
                  <c:v>3261</c:v>
                </c:pt>
                <c:pt idx="980">
                  <c:v>3264</c:v>
                </c:pt>
                <c:pt idx="981">
                  <c:v>3267</c:v>
                </c:pt>
                <c:pt idx="982">
                  <c:v>3271</c:v>
                </c:pt>
                <c:pt idx="983">
                  <c:v>3274</c:v>
                </c:pt>
                <c:pt idx="984">
                  <c:v>3277</c:v>
                </c:pt>
                <c:pt idx="985">
                  <c:v>3281</c:v>
                </c:pt>
                <c:pt idx="986">
                  <c:v>3284</c:v>
                </c:pt>
                <c:pt idx="987">
                  <c:v>3287</c:v>
                </c:pt>
                <c:pt idx="988">
                  <c:v>3291</c:v>
                </c:pt>
                <c:pt idx="989">
                  <c:v>3294</c:v>
                </c:pt>
                <c:pt idx="990">
                  <c:v>3297</c:v>
                </c:pt>
                <c:pt idx="991">
                  <c:v>3301</c:v>
                </c:pt>
                <c:pt idx="992">
                  <c:v>3304</c:v>
                </c:pt>
                <c:pt idx="993">
                  <c:v>3307</c:v>
                </c:pt>
                <c:pt idx="994">
                  <c:v>3311</c:v>
                </c:pt>
                <c:pt idx="995">
                  <c:v>3314</c:v>
                </c:pt>
                <c:pt idx="996">
                  <c:v>3317</c:v>
                </c:pt>
                <c:pt idx="997">
                  <c:v>3321</c:v>
                </c:pt>
                <c:pt idx="998">
                  <c:v>3324</c:v>
                </c:pt>
                <c:pt idx="999">
                  <c:v>3327</c:v>
                </c:pt>
                <c:pt idx="1000">
                  <c:v>3331</c:v>
                </c:pt>
                <c:pt idx="1001">
                  <c:v>3334</c:v>
                </c:pt>
                <c:pt idx="1002">
                  <c:v>3337</c:v>
                </c:pt>
                <c:pt idx="1003">
                  <c:v>3341</c:v>
                </c:pt>
                <c:pt idx="1004">
                  <c:v>3344</c:v>
                </c:pt>
                <c:pt idx="1005">
                  <c:v>3347</c:v>
                </c:pt>
                <c:pt idx="1006">
                  <c:v>3351</c:v>
                </c:pt>
                <c:pt idx="1007">
                  <c:v>3354</c:v>
                </c:pt>
                <c:pt idx="1008">
                  <c:v>3357</c:v>
                </c:pt>
                <c:pt idx="1009">
                  <c:v>3361</c:v>
                </c:pt>
                <c:pt idx="1010">
                  <c:v>3364</c:v>
                </c:pt>
                <c:pt idx="1011">
                  <c:v>3367</c:v>
                </c:pt>
                <c:pt idx="1012">
                  <c:v>3371</c:v>
                </c:pt>
                <c:pt idx="1013">
                  <c:v>3374</c:v>
                </c:pt>
                <c:pt idx="1014">
                  <c:v>3377</c:v>
                </c:pt>
                <c:pt idx="1015">
                  <c:v>3381</c:v>
                </c:pt>
                <c:pt idx="1016">
                  <c:v>3384</c:v>
                </c:pt>
                <c:pt idx="1017">
                  <c:v>3387</c:v>
                </c:pt>
                <c:pt idx="1018">
                  <c:v>3390</c:v>
                </c:pt>
                <c:pt idx="1019">
                  <c:v>3394</c:v>
                </c:pt>
                <c:pt idx="1020">
                  <c:v>3397</c:v>
                </c:pt>
                <c:pt idx="1021">
                  <c:v>3400</c:v>
                </c:pt>
                <c:pt idx="1022">
                  <c:v>3404</c:v>
                </c:pt>
                <c:pt idx="1023">
                  <c:v>3407</c:v>
                </c:pt>
                <c:pt idx="1024">
                  <c:v>3410</c:v>
                </c:pt>
                <c:pt idx="1025">
                  <c:v>3414</c:v>
                </c:pt>
                <c:pt idx="1026">
                  <c:v>3417</c:v>
                </c:pt>
                <c:pt idx="1027">
                  <c:v>3420</c:v>
                </c:pt>
                <c:pt idx="1028">
                  <c:v>3424</c:v>
                </c:pt>
                <c:pt idx="1029">
                  <c:v>3427</c:v>
                </c:pt>
                <c:pt idx="1030">
                  <c:v>3430</c:v>
                </c:pt>
                <c:pt idx="1031">
                  <c:v>3434</c:v>
                </c:pt>
                <c:pt idx="1032">
                  <c:v>3437</c:v>
                </c:pt>
                <c:pt idx="1033">
                  <c:v>3440</c:v>
                </c:pt>
                <c:pt idx="1034">
                  <c:v>3444</c:v>
                </c:pt>
                <c:pt idx="1035">
                  <c:v>3447</c:v>
                </c:pt>
                <c:pt idx="1036">
                  <c:v>3450</c:v>
                </c:pt>
                <c:pt idx="1037">
                  <c:v>3454</c:v>
                </c:pt>
                <c:pt idx="1038">
                  <c:v>3457</c:v>
                </c:pt>
                <c:pt idx="1039">
                  <c:v>3460</c:v>
                </c:pt>
                <c:pt idx="1040">
                  <c:v>3464</c:v>
                </c:pt>
                <c:pt idx="1041">
                  <c:v>3467</c:v>
                </c:pt>
                <c:pt idx="1042">
                  <c:v>3470</c:v>
                </c:pt>
                <c:pt idx="1043">
                  <c:v>3474</c:v>
                </c:pt>
                <c:pt idx="1044">
                  <c:v>3477</c:v>
                </c:pt>
                <c:pt idx="1045">
                  <c:v>3480</c:v>
                </c:pt>
                <c:pt idx="1046">
                  <c:v>3484</c:v>
                </c:pt>
                <c:pt idx="1047">
                  <c:v>3487</c:v>
                </c:pt>
                <c:pt idx="1048">
                  <c:v>3490</c:v>
                </c:pt>
                <c:pt idx="1049">
                  <c:v>3494</c:v>
                </c:pt>
                <c:pt idx="1050">
                  <c:v>3497</c:v>
                </c:pt>
                <c:pt idx="1051">
                  <c:v>3500</c:v>
                </c:pt>
                <c:pt idx="1052">
                  <c:v>3504</c:v>
                </c:pt>
                <c:pt idx="1053">
                  <c:v>3507</c:v>
                </c:pt>
                <c:pt idx="1054">
                  <c:v>3510</c:v>
                </c:pt>
                <c:pt idx="1055">
                  <c:v>3514</c:v>
                </c:pt>
                <c:pt idx="1056">
                  <c:v>3517</c:v>
                </c:pt>
                <c:pt idx="1057">
                  <c:v>3520</c:v>
                </c:pt>
                <c:pt idx="1058">
                  <c:v>3524</c:v>
                </c:pt>
                <c:pt idx="1059">
                  <c:v>3527</c:v>
                </c:pt>
                <c:pt idx="1060">
                  <c:v>3530</c:v>
                </c:pt>
                <c:pt idx="1061">
                  <c:v>3534</c:v>
                </c:pt>
                <c:pt idx="1062">
                  <c:v>3537</c:v>
                </c:pt>
                <c:pt idx="1063">
                  <c:v>3540</c:v>
                </c:pt>
                <c:pt idx="1064">
                  <c:v>3544</c:v>
                </c:pt>
                <c:pt idx="1065">
                  <c:v>3547</c:v>
                </c:pt>
                <c:pt idx="1066">
                  <c:v>3550</c:v>
                </c:pt>
                <c:pt idx="1067">
                  <c:v>3554</c:v>
                </c:pt>
                <c:pt idx="1068">
                  <c:v>3557</c:v>
                </c:pt>
                <c:pt idx="1069">
                  <c:v>3560</c:v>
                </c:pt>
                <c:pt idx="1070">
                  <c:v>3564</c:v>
                </c:pt>
                <c:pt idx="1071">
                  <c:v>3567</c:v>
                </c:pt>
                <c:pt idx="1072">
                  <c:v>3570</c:v>
                </c:pt>
                <c:pt idx="1073">
                  <c:v>3573</c:v>
                </c:pt>
                <c:pt idx="1074">
                  <c:v>3577</c:v>
                </c:pt>
                <c:pt idx="1075">
                  <c:v>3580</c:v>
                </c:pt>
                <c:pt idx="1076">
                  <c:v>3583</c:v>
                </c:pt>
                <c:pt idx="1077">
                  <c:v>3587</c:v>
                </c:pt>
                <c:pt idx="1078">
                  <c:v>3590</c:v>
                </c:pt>
                <c:pt idx="1079">
                  <c:v>3593</c:v>
                </c:pt>
                <c:pt idx="1080">
                  <c:v>3597</c:v>
                </c:pt>
                <c:pt idx="1081">
                  <c:v>3600</c:v>
                </c:pt>
                <c:pt idx="1082">
                  <c:v>3603</c:v>
                </c:pt>
                <c:pt idx="1083">
                  <c:v>3607</c:v>
                </c:pt>
                <c:pt idx="1084">
                  <c:v>3610</c:v>
                </c:pt>
                <c:pt idx="1085">
                  <c:v>3613</c:v>
                </c:pt>
                <c:pt idx="1086">
                  <c:v>3617</c:v>
                </c:pt>
                <c:pt idx="1087">
                  <c:v>3620</c:v>
                </c:pt>
                <c:pt idx="1088">
                  <c:v>3623</c:v>
                </c:pt>
                <c:pt idx="1089">
                  <c:v>3627</c:v>
                </c:pt>
                <c:pt idx="1090">
                  <c:v>3630</c:v>
                </c:pt>
                <c:pt idx="1091">
                  <c:v>3633</c:v>
                </c:pt>
                <c:pt idx="1092">
                  <c:v>3637</c:v>
                </c:pt>
                <c:pt idx="1093">
                  <c:v>3640</c:v>
                </c:pt>
                <c:pt idx="1094">
                  <c:v>3643</c:v>
                </c:pt>
                <c:pt idx="1095">
                  <c:v>3647</c:v>
                </c:pt>
                <c:pt idx="1096">
                  <c:v>3650</c:v>
                </c:pt>
                <c:pt idx="1097">
                  <c:v>3653</c:v>
                </c:pt>
                <c:pt idx="1098">
                  <c:v>3657</c:v>
                </c:pt>
                <c:pt idx="1099">
                  <c:v>3660</c:v>
                </c:pt>
                <c:pt idx="1100">
                  <c:v>3663</c:v>
                </c:pt>
                <c:pt idx="1101">
                  <c:v>3667</c:v>
                </c:pt>
                <c:pt idx="1102">
                  <c:v>3670</c:v>
                </c:pt>
                <c:pt idx="1103">
                  <c:v>3673</c:v>
                </c:pt>
                <c:pt idx="1104">
                  <c:v>3677</c:v>
                </c:pt>
                <c:pt idx="1105">
                  <c:v>3680</c:v>
                </c:pt>
                <c:pt idx="1106">
                  <c:v>3683</c:v>
                </c:pt>
                <c:pt idx="1107">
                  <c:v>3687</c:v>
                </c:pt>
                <c:pt idx="1108">
                  <c:v>3690</c:v>
                </c:pt>
                <c:pt idx="1109">
                  <c:v>3693</c:v>
                </c:pt>
                <c:pt idx="1110">
                  <c:v>3697</c:v>
                </c:pt>
                <c:pt idx="1111">
                  <c:v>3700</c:v>
                </c:pt>
                <c:pt idx="1112">
                  <c:v>3703</c:v>
                </c:pt>
                <c:pt idx="1113">
                  <c:v>3707</c:v>
                </c:pt>
                <c:pt idx="1114">
                  <c:v>3710</c:v>
                </c:pt>
                <c:pt idx="1115">
                  <c:v>3713</c:v>
                </c:pt>
                <c:pt idx="1116">
                  <c:v>3717</c:v>
                </c:pt>
                <c:pt idx="1117">
                  <c:v>3720</c:v>
                </c:pt>
                <c:pt idx="1118">
                  <c:v>3723</c:v>
                </c:pt>
                <c:pt idx="1119">
                  <c:v>3727</c:v>
                </c:pt>
                <c:pt idx="1120">
                  <c:v>3730</c:v>
                </c:pt>
                <c:pt idx="1121">
                  <c:v>3733</c:v>
                </c:pt>
                <c:pt idx="1122">
                  <c:v>3737</c:v>
                </c:pt>
                <c:pt idx="1123">
                  <c:v>3740</c:v>
                </c:pt>
                <c:pt idx="1124">
                  <c:v>3743</c:v>
                </c:pt>
                <c:pt idx="1125">
                  <c:v>3747</c:v>
                </c:pt>
                <c:pt idx="1126">
                  <c:v>3750</c:v>
                </c:pt>
                <c:pt idx="1127">
                  <c:v>3753</c:v>
                </c:pt>
                <c:pt idx="1128">
                  <c:v>3756</c:v>
                </c:pt>
                <c:pt idx="1129">
                  <c:v>3760</c:v>
                </c:pt>
                <c:pt idx="1130">
                  <c:v>3763</c:v>
                </c:pt>
                <c:pt idx="1131">
                  <c:v>3766</c:v>
                </c:pt>
                <c:pt idx="1132">
                  <c:v>3770</c:v>
                </c:pt>
                <c:pt idx="1133">
                  <c:v>3773</c:v>
                </c:pt>
                <c:pt idx="1134">
                  <c:v>3776</c:v>
                </c:pt>
                <c:pt idx="1135">
                  <c:v>3780</c:v>
                </c:pt>
                <c:pt idx="1136">
                  <c:v>3783</c:v>
                </c:pt>
                <c:pt idx="1137">
                  <c:v>3786</c:v>
                </c:pt>
                <c:pt idx="1138">
                  <c:v>3790</c:v>
                </c:pt>
                <c:pt idx="1139">
                  <c:v>3793</c:v>
                </c:pt>
                <c:pt idx="1140">
                  <c:v>3796</c:v>
                </c:pt>
                <c:pt idx="1141">
                  <c:v>3800</c:v>
                </c:pt>
                <c:pt idx="1142">
                  <c:v>3803</c:v>
                </c:pt>
                <c:pt idx="1143">
                  <c:v>3806</c:v>
                </c:pt>
                <c:pt idx="1144">
                  <c:v>3810</c:v>
                </c:pt>
                <c:pt idx="1145">
                  <c:v>3813</c:v>
                </c:pt>
                <c:pt idx="1146">
                  <c:v>3816</c:v>
                </c:pt>
                <c:pt idx="1147">
                  <c:v>3820</c:v>
                </c:pt>
                <c:pt idx="1148">
                  <c:v>3823</c:v>
                </c:pt>
                <c:pt idx="1149">
                  <c:v>3826</c:v>
                </c:pt>
                <c:pt idx="1150">
                  <c:v>3830</c:v>
                </c:pt>
                <c:pt idx="1151">
                  <c:v>3833</c:v>
                </c:pt>
                <c:pt idx="1152">
                  <c:v>3836</c:v>
                </c:pt>
                <c:pt idx="1153">
                  <c:v>3840</c:v>
                </c:pt>
                <c:pt idx="1154">
                  <c:v>3843</c:v>
                </c:pt>
                <c:pt idx="1155">
                  <c:v>3846</c:v>
                </c:pt>
                <c:pt idx="1156">
                  <c:v>3850</c:v>
                </c:pt>
                <c:pt idx="1157">
                  <c:v>3853</c:v>
                </c:pt>
                <c:pt idx="1158">
                  <c:v>3856</c:v>
                </c:pt>
                <c:pt idx="1159">
                  <c:v>3860</c:v>
                </c:pt>
                <c:pt idx="1160">
                  <c:v>3863</c:v>
                </c:pt>
                <c:pt idx="1161">
                  <c:v>3866</c:v>
                </c:pt>
                <c:pt idx="1162">
                  <c:v>3870</c:v>
                </c:pt>
                <c:pt idx="1163">
                  <c:v>3873</c:v>
                </c:pt>
                <c:pt idx="1164">
                  <c:v>3876</c:v>
                </c:pt>
                <c:pt idx="1165">
                  <c:v>3880</c:v>
                </c:pt>
                <c:pt idx="1166">
                  <c:v>3883</c:v>
                </c:pt>
                <c:pt idx="1167">
                  <c:v>3886</c:v>
                </c:pt>
                <c:pt idx="1168">
                  <c:v>3890</c:v>
                </c:pt>
                <c:pt idx="1169">
                  <c:v>3893</c:v>
                </c:pt>
                <c:pt idx="1170">
                  <c:v>3896</c:v>
                </c:pt>
                <c:pt idx="1171">
                  <c:v>3900</c:v>
                </c:pt>
                <c:pt idx="1172">
                  <c:v>3903</c:v>
                </c:pt>
                <c:pt idx="1173">
                  <c:v>3906</c:v>
                </c:pt>
                <c:pt idx="1174">
                  <c:v>3910</c:v>
                </c:pt>
                <c:pt idx="1175">
                  <c:v>3913</c:v>
                </c:pt>
                <c:pt idx="1176">
                  <c:v>3916</c:v>
                </c:pt>
                <c:pt idx="1177">
                  <c:v>3920</c:v>
                </c:pt>
                <c:pt idx="1178">
                  <c:v>3923</c:v>
                </c:pt>
                <c:pt idx="1179">
                  <c:v>3926</c:v>
                </c:pt>
                <c:pt idx="1180">
                  <c:v>3930</c:v>
                </c:pt>
                <c:pt idx="1181">
                  <c:v>3933</c:v>
                </c:pt>
                <c:pt idx="1182">
                  <c:v>3936</c:v>
                </c:pt>
                <c:pt idx="1183">
                  <c:v>3939</c:v>
                </c:pt>
                <c:pt idx="1184">
                  <c:v>3943</c:v>
                </c:pt>
                <c:pt idx="1185">
                  <c:v>3946</c:v>
                </c:pt>
                <c:pt idx="1186">
                  <c:v>3949</c:v>
                </c:pt>
                <c:pt idx="1187">
                  <c:v>3953</c:v>
                </c:pt>
                <c:pt idx="1188">
                  <c:v>3956</c:v>
                </c:pt>
                <c:pt idx="1189">
                  <c:v>3959</c:v>
                </c:pt>
                <c:pt idx="1190">
                  <c:v>3963</c:v>
                </c:pt>
                <c:pt idx="1191">
                  <c:v>3966</c:v>
                </c:pt>
                <c:pt idx="1192">
                  <c:v>3969</c:v>
                </c:pt>
                <c:pt idx="1193">
                  <c:v>3973</c:v>
                </c:pt>
                <c:pt idx="1194">
                  <c:v>3976</c:v>
                </c:pt>
                <c:pt idx="1195">
                  <c:v>3979</c:v>
                </c:pt>
                <c:pt idx="1196">
                  <c:v>3983</c:v>
                </c:pt>
                <c:pt idx="1197">
                  <c:v>3986</c:v>
                </c:pt>
                <c:pt idx="1198">
                  <c:v>3989</c:v>
                </c:pt>
                <c:pt idx="1199">
                  <c:v>3993</c:v>
                </c:pt>
                <c:pt idx="1200">
                  <c:v>3996</c:v>
                </c:pt>
                <c:pt idx="1201">
                  <c:v>3999</c:v>
                </c:pt>
                <c:pt idx="1202">
                  <c:v>4003</c:v>
                </c:pt>
                <c:pt idx="1203">
                  <c:v>4006</c:v>
                </c:pt>
                <c:pt idx="1204">
                  <c:v>4009</c:v>
                </c:pt>
                <c:pt idx="1205">
                  <c:v>4013</c:v>
                </c:pt>
                <c:pt idx="1206">
                  <c:v>4016</c:v>
                </c:pt>
                <c:pt idx="1207">
                  <c:v>4019</c:v>
                </c:pt>
                <c:pt idx="1208">
                  <c:v>4023</c:v>
                </c:pt>
                <c:pt idx="1209">
                  <c:v>4026</c:v>
                </c:pt>
                <c:pt idx="1210">
                  <c:v>4029</c:v>
                </c:pt>
                <c:pt idx="1211">
                  <c:v>4033</c:v>
                </c:pt>
                <c:pt idx="1212">
                  <c:v>4036</c:v>
                </c:pt>
                <c:pt idx="1213">
                  <c:v>4039</c:v>
                </c:pt>
                <c:pt idx="1214">
                  <c:v>4043</c:v>
                </c:pt>
                <c:pt idx="1215">
                  <c:v>4046</c:v>
                </c:pt>
                <c:pt idx="1216">
                  <c:v>4049</c:v>
                </c:pt>
                <c:pt idx="1217">
                  <c:v>4053</c:v>
                </c:pt>
                <c:pt idx="1218">
                  <c:v>4056</c:v>
                </c:pt>
                <c:pt idx="1219">
                  <c:v>4059</c:v>
                </c:pt>
                <c:pt idx="1220">
                  <c:v>4063</c:v>
                </c:pt>
                <c:pt idx="1221">
                  <c:v>4066</c:v>
                </c:pt>
                <c:pt idx="1222">
                  <c:v>4069</c:v>
                </c:pt>
                <c:pt idx="1223">
                  <c:v>4073</c:v>
                </c:pt>
                <c:pt idx="1224">
                  <c:v>4076</c:v>
                </c:pt>
                <c:pt idx="1225">
                  <c:v>4079</c:v>
                </c:pt>
                <c:pt idx="1226">
                  <c:v>4083</c:v>
                </c:pt>
                <c:pt idx="1227">
                  <c:v>4086</c:v>
                </c:pt>
                <c:pt idx="1228">
                  <c:v>4089</c:v>
                </c:pt>
                <c:pt idx="1229">
                  <c:v>4093</c:v>
                </c:pt>
                <c:pt idx="1230">
                  <c:v>4096</c:v>
                </c:pt>
                <c:pt idx="1231">
                  <c:v>4099</c:v>
                </c:pt>
                <c:pt idx="1232">
                  <c:v>4103</c:v>
                </c:pt>
                <c:pt idx="1233">
                  <c:v>4106</c:v>
                </c:pt>
                <c:pt idx="1234">
                  <c:v>4109</c:v>
                </c:pt>
                <c:pt idx="1235">
                  <c:v>4113</c:v>
                </c:pt>
                <c:pt idx="1236">
                  <c:v>4116</c:v>
                </c:pt>
                <c:pt idx="1237">
                  <c:v>4119</c:v>
                </c:pt>
                <c:pt idx="1238">
                  <c:v>4122</c:v>
                </c:pt>
                <c:pt idx="1239">
                  <c:v>4126</c:v>
                </c:pt>
                <c:pt idx="1240">
                  <c:v>4129</c:v>
                </c:pt>
                <c:pt idx="1241">
                  <c:v>4132</c:v>
                </c:pt>
                <c:pt idx="1242">
                  <c:v>4136</c:v>
                </c:pt>
                <c:pt idx="1243">
                  <c:v>4139</c:v>
                </c:pt>
                <c:pt idx="1244">
                  <c:v>4142</c:v>
                </c:pt>
                <c:pt idx="1245">
                  <c:v>4146</c:v>
                </c:pt>
                <c:pt idx="1246">
                  <c:v>4149</c:v>
                </c:pt>
                <c:pt idx="1247">
                  <c:v>4152</c:v>
                </c:pt>
                <c:pt idx="1248">
                  <c:v>4156</c:v>
                </c:pt>
                <c:pt idx="1249">
                  <c:v>4159</c:v>
                </c:pt>
                <c:pt idx="1250">
                  <c:v>4162</c:v>
                </c:pt>
                <c:pt idx="1251">
                  <c:v>4166</c:v>
                </c:pt>
                <c:pt idx="1252">
                  <c:v>4169</c:v>
                </c:pt>
                <c:pt idx="1253">
                  <c:v>4172</c:v>
                </c:pt>
                <c:pt idx="1254">
                  <c:v>4176</c:v>
                </c:pt>
                <c:pt idx="1255">
                  <c:v>4179</c:v>
                </c:pt>
                <c:pt idx="1256">
                  <c:v>4182</c:v>
                </c:pt>
                <c:pt idx="1257">
                  <c:v>4186</c:v>
                </c:pt>
                <c:pt idx="1258">
                  <c:v>4189</c:v>
                </c:pt>
                <c:pt idx="1259">
                  <c:v>4192</c:v>
                </c:pt>
                <c:pt idx="1260">
                  <c:v>4196</c:v>
                </c:pt>
                <c:pt idx="1261">
                  <c:v>4199</c:v>
                </c:pt>
                <c:pt idx="1262">
                  <c:v>4202</c:v>
                </c:pt>
                <c:pt idx="1263">
                  <c:v>4206</c:v>
                </c:pt>
                <c:pt idx="1264">
                  <c:v>4209</c:v>
                </c:pt>
                <c:pt idx="1265">
                  <c:v>4212</c:v>
                </c:pt>
                <c:pt idx="1266">
                  <c:v>4216</c:v>
                </c:pt>
                <c:pt idx="1267">
                  <c:v>4219</c:v>
                </c:pt>
                <c:pt idx="1268">
                  <c:v>4222</c:v>
                </c:pt>
                <c:pt idx="1269">
                  <c:v>4226</c:v>
                </c:pt>
                <c:pt idx="1270">
                  <c:v>4229</c:v>
                </c:pt>
                <c:pt idx="1271">
                  <c:v>4232</c:v>
                </c:pt>
                <c:pt idx="1272">
                  <c:v>4236</c:v>
                </c:pt>
                <c:pt idx="1273">
                  <c:v>4239</c:v>
                </c:pt>
                <c:pt idx="1274">
                  <c:v>4242</c:v>
                </c:pt>
                <c:pt idx="1275">
                  <c:v>4246</c:v>
                </c:pt>
                <c:pt idx="1276">
                  <c:v>4249</c:v>
                </c:pt>
                <c:pt idx="1277">
                  <c:v>4252</c:v>
                </c:pt>
                <c:pt idx="1278">
                  <c:v>4256</c:v>
                </c:pt>
                <c:pt idx="1279">
                  <c:v>4259</c:v>
                </c:pt>
                <c:pt idx="1280">
                  <c:v>4262</c:v>
                </c:pt>
                <c:pt idx="1281">
                  <c:v>4266</c:v>
                </c:pt>
                <c:pt idx="1282">
                  <c:v>4269</c:v>
                </c:pt>
                <c:pt idx="1283">
                  <c:v>4272</c:v>
                </c:pt>
                <c:pt idx="1284">
                  <c:v>4276</c:v>
                </c:pt>
                <c:pt idx="1285">
                  <c:v>4279</c:v>
                </c:pt>
                <c:pt idx="1286">
                  <c:v>4282</c:v>
                </c:pt>
                <c:pt idx="1287">
                  <c:v>4286</c:v>
                </c:pt>
                <c:pt idx="1288">
                  <c:v>4289</c:v>
                </c:pt>
                <c:pt idx="1289">
                  <c:v>4292</c:v>
                </c:pt>
                <c:pt idx="1290">
                  <c:v>4296</c:v>
                </c:pt>
                <c:pt idx="1291">
                  <c:v>4299</c:v>
                </c:pt>
                <c:pt idx="1292">
                  <c:v>4302</c:v>
                </c:pt>
                <c:pt idx="1293">
                  <c:v>4305</c:v>
                </c:pt>
                <c:pt idx="1294">
                  <c:v>4309</c:v>
                </c:pt>
                <c:pt idx="1295">
                  <c:v>4312</c:v>
                </c:pt>
                <c:pt idx="1296">
                  <c:v>4315</c:v>
                </c:pt>
                <c:pt idx="1297">
                  <c:v>4319</c:v>
                </c:pt>
                <c:pt idx="1298">
                  <c:v>4322</c:v>
                </c:pt>
                <c:pt idx="1299">
                  <c:v>4325</c:v>
                </c:pt>
                <c:pt idx="1300">
                  <c:v>4329</c:v>
                </c:pt>
                <c:pt idx="1301">
                  <c:v>4332</c:v>
                </c:pt>
                <c:pt idx="1302">
                  <c:v>4335</c:v>
                </c:pt>
                <c:pt idx="1303">
                  <c:v>4339</c:v>
                </c:pt>
                <c:pt idx="1304">
                  <c:v>4342</c:v>
                </c:pt>
                <c:pt idx="1305">
                  <c:v>4345</c:v>
                </c:pt>
                <c:pt idx="1306">
                  <c:v>4349</c:v>
                </c:pt>
                <c:pt idx="1307">
                  <c:v>4352</c:v>
                </c:pt>
                <c:pt idx="1308">
                  <c:v>4355</c:v>
                </c:pt>
                <c:pt idx="1309">
                  <c:v>4359</c:v>
                </c:pt>
                <c:pt idx="1310">
                  <c:v>4362</c:v>
                </c:pt>
                <c:pt idx="1311">
                  <c:v>4365</c:v>
                </c:pt>
                <c:pt idx="1312">
                  <c:v>4369</c:v>
                </c:pt>
                <c:pt idx="1313">
                  <c:v>4372</c:v>
                </c:pt>
                <c:pt idx="1314">
                  <c:v>4375</c:v>
                </c:pt>
                <c:pt idx="1315">
                  <c:v>4379</c:v>
                </c:pt>
                <c:pt idx="1316">
                  <c:v>4382</c:v>
                </c:pt>
                <c:pt idx="1317">
                  <c:v>4385</c:v>
                </c:pt>
                <c:pt idx="1318">
                  <c:v>4389</c:v>
                </c:pt>
                <c:pt idx="1319">
                  <c:v>4392</c:v>
                </c:pt>
                <c:pt idx="1320">
                  <c:v>4395</c:v>
                </c:pt>
                <c:pt idx="1321">
                  <c:v>4399</c:v>
                </c:pt>
                <c:pt idx="1322">
                  <c:v>4402</c:v>
                </c:pt>
                <c:pt idx="1323">
                  <c:v>4405</c:v>
                </c:pt>
                <c:pt idx="1324">
                  <c:v>4409</c:v>
                </c:pt>
                <c:pt idx="1325">
                  <c:v>4412</c:v>
                </c:pt>
                <c:pt idx="1326">
                  <c:v>4415</c:v>
                </c:pt>
                <c:pt idx="1327">
                  <c:v>4419</c:v>
                </c:pt>
                <c:pt idx="1328">
                  <c:v>4422</c:v>
                </c:pt>
                <c:pt idx="1329">
                  <c:v>4425</c:v>
                </c:pt>
                <c:pt idx="1330">
                  <c:v>4429</c:v>
                </c:pt>
                <c:pt idx="1331">
                  <c:v>4432</c:v>
                </c:pt>
                <c:pt idx="1332">
                  <c:v>4435</c:v>
                </c:pt>
                <c:pt idx="1333">
                  <c:v>4439</c:v>
                </c:pt>
                <c:pt idx="1334">
                  <c:v>4442</c:v>
                </c:pt>
                <c:pt idx="1335">
                  <c:v>4445</c:v>
                </c:pt>
                <c:pt idx="1336">
                  <c:v>4449</c:v>
                </c:pt>
                <c:pt idx="1337">
                  <c:v>4452</c:v>
                </c:pt>
                <c:pt idx="1338">
                  <c:v>4455</c:v>
                </c:pt>
                <c:pt idx="1339">
                  <c:v>4459</c:v>
                </c:pt>
                <c:pt idx="1340">
                  <c:v>4462</c:v>
                </c:pt>
                <c:pt idx="1341">
                  <c:v>4465</c:v>
                </c:pt>
                <c:pt idx="1342">
                  <c:v>4469</c:v>
                </c:pt>
                <c:pt idx="1343">
                  <c:v>4472</c:v>
                </c:pt>
                <c:pt idx="1344">
                  <c:v>4475</c:v>
                </c:pt>
                <c:pt idx="1345">
                  <c:v>4479</c:v>
                </c:pt>
                <c:pt idx="1346">
                  <c:v>4482</c:v>
                </c:pt>
                <c:pt idx="1347">
                  <c:v>4485</c:v>
                </c:pt>
                <c:pt idx="1348">
                  <c:v>4488</c:v>
                </c:pt>
                <c:pt idx="1349">
                  <c:v>4492</c:v>
                </c:pt>
                <c:pt idx="1350">
                  <c:v>4495</c:v>
                </c:pt>
                <c:pt idx="1351">
                  <c:v>4498</c:v>
                </c:pt>
                <c:pt idx="1352">
                  <c:v>4502</c:v>
                </c:pt>
                <c:pt idx="1353">
                  <c:v>4505</c:v>
                </c:pt>
                <c:pt idx="1354">
                  <c:v>4508</c:v>
                </c:pt>
                <c:pt idx="1355">
                  <c:v>4512</c:v>
                </c:pt>
                <c:pt idx="1356">
                  <c:v>4515</c:v>
                </c:pt>
                <c:pt idx="1357">
                  <c:v>4518</c:v>
                </c:pt>
                <c:pt idx="1358">
                  <c:v>4522</c:v>
                </c:pt>
                <c:pt idx="1359">
                  <c:v>4525</c:v>
                </c:pt>
                <c:pt idx="1360">
                  <c:v>4528</c:v>
                </c:pt>
                <c:pt idx="1361">
                  <c:v>4532</c:v>
                </c:pt>
                <c:pt idx="1362">
                  <c:v>4535</c:v>
                </c:pt>
                <c:pt idx="1363">
                  <c:v>4538</c:v>
                </c:pt>
                <c:pt idx="1364">
                  <c:v>4542</c:v>
                </c:pt>
                <c:pt idx="1365">
                  <c:v>4545</c:v>
                </c:pt>
                <c:pt idx="1366">
                  <c:v>4548</c:v>
                </c:pt>
                <c:pt idx="1367">
                  <c:v>4552</c:v>
                </c:pt>
                <c:pt idx="1368">
                  <c:v>4555</c:v>
                </c:pt>
                <c:pt idx="1369">
                  <c:v>4558</c:v>
                </c:pt>
                <c:pt idx="1370">
                  <c:v>4562</c:v>
                </c:pt>
                <c:pt idx="1371">
                  <c:v>4565</c:v>
                </c:pt>
                <c:pt idx="1372">
                  <c:v>4568</c:v>
                </c:pt>
                <c:pt idx="1373">
                  <c:v>4572</c:v>
                </c:pt>
                <c:pt idx="1374">
                  <c:v>4575</c:v>
                </c:pt>
                <c:pt idx="1375">
                  <c:v>4578</c:v>
                </c:pt>
                <c:pt idx="1376">
                  <c:v>4582</c:v>
                </c:pt>
                <c:pt idx="1377">
                  <c:v>4585</c:v>
                </c:pt>
                <c:pt idx="1378">
                  <c:v>4588</c:v>
                </c:pt>
                <c:pt idx="1379">
                  <c:v>4592</c:v>
                </c:pt>
                <c:pt idx="1380">
                  <c:v>4595</c:v>
                </c:pt>
                <c:pt idx="1381">
                  <c:v>4598</c:v>
                </c:pt>
                <c:pt idx="1382">
                  <c:v>4602</c:v>
                </c:pt>
                <c:pt idx="1383">
                  <c:v>4605</c:v>
                </c:pt>
                <c:pt idx="1384">
                  <c:v>4608</c:v>
                </c:pt>
                <c:pt idx="1385">
                  <c:v>4612</c:v>
                </c:pt>
                <c:pt idx="1386">
                  <c:v>4615</c:v>
                </c:pt>
                <c:pt idx="1387">
                  <c:v>4618</c:v>
                </c:pt>
                <c:pt idx="1388">
                  <c:v>4622</c:v>
                </c:pt>
                <c:pt idx="1389">
                  <c:v>4625</c:v>
                </c:pt>
                <c:pt idx="1390">
                  <c:v>4628</c:v>
                </c:pt>
                <c:pt idx="1391">
                  <c:v>4632</c:v>
                </c:pt>
                <c:pt idx="1392">
                  <c:v>4635</c:v>
                </c:pt>
                <c:pt idx="1393">
                  <c:v>4638</c:v>
                </c:pt>
                <c:pt idx="1394">
                  <c:v>4642</c:v>
                </c:pt>
                <c:pt idx="1395">
                  <c:v>4645</c:v>
                </c:pt>
                <c:pt idx="1396">
                  <c:v>4648</c:v>
                </c:pt>
                <c:pt idx="1397">
                  <c:v>4652</c:v>
                </c:pt>
                <c:pt idx="1398">
                  <c:v>4655</c:v>
                </c:pt>
                <c:pt idx="1399">
                  <c:v>4658</c:v>
                </c:pt>
                <c:pt idx="1400">
                  <c:v>4662</c:v>
                </c:pt>
                <c:pt idx="1401">
                  <c:v>4665</c:v>
                </c:pt>
                <c:pt idx="1402">
                  <c:v>4668</c:v>
                </c:pt>
                <c:pt idx="1403">
                  <c:v>4671</c:v>
                </c:pt>
                <c:pt idx="1404">
                  <c:v>4675</c:v>
                </c:pt>
                <c:pt idx="1405">
                  <c:v>4678</c:v>
                </c:pt>
                <c:pt idx="1406">
                  <c:v>4681</c:v>
                </c:pt>
                <c:pt idx="1407">
                  <c:v>4685</c:v>
                </c:pt>
                <c:pt idx="1408">
                  <c:v>4688</c:v>
                </c:pt>
                <c:pt idx="1409">
                  <c:v>4691</c:v>
                </c:pt>
                <c:pt idx="1410">
                  <c:v>4695</c:v>
                </c:pt>
                <c:pt idx="1411">
                  <c:v>4698</c:v>
                </c:pt>
                <c:pt idx="1412">
                  <c:v>4701</c:v>
                </c:pt>
                <c:pt idx="1413">
                  <c:v>4705</c:v>
                </c:pt>
                <c:pt idx="1414">
                  <c:v>4708</c:v>
                </c:pt>
                <c:pt idx="1415">
                  <c:v>4711</c:v>
                </c:pt>
                <c:pt idx="1416">
                  <c:v>4715</c:v>
                </c:pt>
                <c:pt idx="1417">
                  <c:v>4718</c:v>
                </c:pt>
                <c:pt idx="1418">
                  <c:v>4721</c:v>
                </c:pt>
                <c:pt idx="1419">
                  <c:v>4725</c:v>
                </c:pt>
                <c:pt idx="1420">
                  <c:v>4728</c:v>
                </c:pt>
                <c:pt idx="1421">
                  <c:v>4731</c:v>
                </c:pt>
                <c:pt idx="1422">
                  <c:v>4735</c:v>
                </c:pt>
                <c:pt idx="1423">
                  <c:v>4738</c:v>
                </c:pt>
                <c:pt idx="1424">
                  <c:v>4741</c:v>
                </c:pt>
                <c:pt idx="1425">
                  <c:v>4745</c:v>
                </c:pt>
                <c:pt idx="1426">
                  <c:v>4748</c:v>
                </c:pt>
                <c:pt idx="1427">
                  <c:v>4751</c:v>
                </c:pt>
                <c:pt idx="1428">
                  <c:v>4755</c:v>
                </c:pt>
                <c:pt idx="1429">
                  <c:v>4758</c:v>
                </c:pt>
                <c:pt idx="1430">
                  <c:v>4761</c:v>
                </c:pt>
                <c:pt idx="1431">
                  <c:v>4765</c:v>
                </c:pt>
                <c:pt idx="1432">
                  <c:v>4768</c:v>
                </c:pt>
                <c:pt idx="1433">
                  <c:v>4771</c:v>
                </c:pt>
                <c:pt idx="1434">
                  <c:v>4775</c:v>
                </c:pt>
                <c:pt idx="1435">
                  <c:v>4778</c:v>
                </c:pt>
                <c:pt idx="1436">
                  <c:v>4781</c:v>
                </c:pt>
                <c:pt idx="1437">
                  <c:v>4785</c:v>
                </c:pt>
                <c:pt idx="1438">
                  <c:v>4788</c:v>
                </c:pt>
                <c:pt idx="1439">
                  <c:v>4791</c:v>
                </c:pt>
                <c:pt idx="1440">
                  <c:v>4795</c:v>
                </c:pt>
                <c:pt idx="1441">
                  <c:v>4798</c:v>
                </c:pt>
                <c:pt idx="1442">
                  <c:v>4801</c:v>
                </c:pt>
                <c:pt idx="1443">
                  <c:v>4805</c:v>
                </c:pt>
                <c:pt idx="1444">
                  <c:v>4808</c:v>
                </c:pt>
                <c:pt idx="1445">
                  <c:v>4811</c:v>
                </c:pt>
                <c:pt idx="1446">
                  <c:v>4815</c:v>
                </c:pt>
                <c:pt idx="1447">
                  <c:v>4818</c:v>
                </c:pt>
                <c:pt idx="1448">
                  <c:v>4821</c:v>
                </c:pt>
                <c:pt idx="1449">
                  <c:v>4825</c:v>
                </c:pt>
                <c:pt idx="1450">
                  <c:v>4828</c:v>
                </c:pt>
                <c:pt idx="1451">
                  <c:v>4831</c:v>
                </c:pt>
                <c:pt idx="1452">
                  <c:v>4835</c:v>
                </c:pt>
                <c:pt idx="1453">
                  <c:v>4838</c:v>
                </c:pt>
                <c:pt idx="1454">
                  <c:v>4841</c:v>
                </c:pt>
                <c:pt idx="1455">
                  <c:v>4845</c:v>
                </c:pt>
                <c:pt idx="1456">
                  <c:v>4848</c:v>
                </c:pt>
                <c:pt idx="1457">
                  <c:v>4851</c:v>
                </c:pt>
                <c:pt idx="1458">
                  <c:v>4854</c:v>
                </c:pt>
                <c:pt idx="1459">
                  <c:v>4858</c:v>
                </c:pt>
                <c:pt idx="1460">
                  <c:v>4861</c:v>
                </c:pt>
                <c:pt idx="1461">
                  <c:v>4864</c:v>
                </c:pt>
                <c:pt idx="1462">
                  <c:v>4868</c:v>
                </c:pt>
                <c:pt idx="1463">
                  <c:v>4871</c:v>
                </c:pt>
                <c:pt idx="1464">
                  <c:v>4874</c:v>
                </c:pt>
                <c:pt idx="1465">
                  <c:v>4878</c:v>
                </c:pt>
                <c:pt idx="1466">
                  <c:v>4881</c:v>
                </c:pt>
                <c:pt idx="1467">
                  <c:v>4884</c:v>
                </c:pt>
                <c:pt idx="1468">
                  <c:v>4888</c:v>
                </c:pt>
                <c:pt idx="1469">
                  <c:v>4891</c:v>
                </c:pt>
                <c:pt idx="1470">
                  <c:v>4894</c:v>
                </c:pt>
                <c:pt idx="1471">
                  <c:v>4898</c:v>
                </c:pt>
                <c:pt idx="1472">
                  <c:v>4901</c:v>
                </c:pt>
                <c:pt idx="1473">
                  <c:v>4904</c:v>
                </c:pt>
                <c:pt idx="1474">
                  <c:v>4908</c:v>
                </c:pt>
                <c:pt idx="1475">
                  <c:v>4911</c:v>
                </c:pt>
                <c:pt idx="1476">
                  <c:v>4914</c:v>
                </c:pt>
                <c:pt idx="1477">
                  <c:v>4918</c:v>
                </c:pt>
                <c:pt idx="1478">
                  <c:v>4921</c:v>
                </c:pt>
                <c:pt idx="1479">
                  <c:v>4924</c:v>
                </c:pt>
                <c:pt idx="1480">
                  <c:v>4928</c:v>
                </c:pt>
                <c:pt idx="1481">
                  <c:v>4931</c:v>
                </c:pt>
                <c:pt idx="1482">
                  <c:v>4934</c:v>
                </c:pt>
                <c:pt idx="1483">
                  <c:v>4938</c:v>
                </c:pt>
                <c:pt idx="1484">
                  <c:v>4941</c:v>
                </c:pt>
                <c:pt idx="1485">
                  <c:v>4944</c:v>
                </c:pt>
                <c:pt idx="1486">
                  <c:v>4948</c:v>
                </c:pt>
                <c:pt idx="1487">
                  <c:v>4951</c:v>
                </c:pt>
                <c:pt idx="1488">
                  <c:v>4954</c:v>
                </c:pt>
                <c:pt idx="1489">
                  <c:v>4958</c:v>
                </c:pt>
                <c:pt idx="1490">
                  <c:v>4961</c:v>
                </c:pt>
                <c:pt idx="1491">
                  <c:v>4964</c:v>
                </c:pt>
                <c:pt idx="1492">
                  <c:v>4968</c:v>
                </c:pt>
                <c:pt idx="1493">
                  <c:v>4971</c:v>
                </c:pt>
                <c:pt idx="1494">
                  <c:v>4974</c:v>
                </c:pt>
                <c:pt idx="1495">
                  <c:v>4978</c:v>
                </c:pt>
                <c:pt idx="1496">
                  <c:v>4981</c:v>
                </c:pt>
                <c:pt idx="1497">
                  <c:v>4984</c:v>
                </c:pt>
                <c:pt idx="1498">
                  <c:v>4988</c:v>
                </c:pt>
                <c:pt idx="1499">
                  <c:v>4991</c:v>
                </c:pt>
                <c:pt idx="1500">
                  <c:v>4994</c:v>
                </c:pt>
                <c:pt idx="1501">
                  <c:v>4998</c:v>
                </c:pt>
                <c:pt idx="1502">
                  <c:v>5001</c:v>
                </c:pt>
                <c:pt idx="1503">
                  <c:v>5004</c:v>
                </c:pt>
                <c:pt idx="1504">
                  <c:v>5008</c:v>
                </c:pt>
                <c:pt idx="1505">
                  <c:v>5011</c:v>
                </c:pt>
                <c:pt idx="1506">
                  <c:v>5014</c:v>
                </c:pt>
                <c:pt idx="1507">
                  <c:v>5018</c:v>
                </c:pt>
                <c:pt idx="1508">
                  <c:v>5021</c:v>
                </c:pt>
                <c:pt idx="1509">
                  <c:v>5024</c:v>
                </c:pt>
                <c:pt idx="1510">
                  <c:v>5028</c:v>
                </c:pt>
                <c:pt idx="1511">
                  <c:v>5031</c:v>
                </c:pt>
                <c:pt idx="1512">
                  <c:v>5034</c:v>
                </c:pt>
                <c:pt idx="1513">
                  <c:v>5037</c:v>
                </c:pt>
                <c:pt idx="1514">
                  <c:v>5041</c:v>
                </c:pt>
                <c:pt idx="1515">
                  <c:v>5044</c:v>
                </c:pt>
                <c:pt idx="1516">
                  <c:v>5047</c:v>
                </c:pt>
                <c:pt idx="1517">
                  <c:v>5051</c:v>
                </c:pt>
                <c:pt idx="1518">
                  <c:v>5054</c:v>
                </c:pt>
                <c:pt idx="1519">
                  <c:v>5057</c:v>
                </c:pt>
                <c:pt idx="1520">
                  <c:v>5061</c:v>
                </c:pt>
                <c:pt idx="1521">
                  <c:v>5064</c:v>
                </c:pt>
                <c:pt idx="1522">
                  <c:v>5067</c:v>
                </c:pt>
                <c:pt idx="1523">
                  <c:v>5071</c:v>
                </c:pt>
                <c:pt idx="1524">
                  <c:v>5074</c:v>
                </c:pt>
                <c:pt idx="1525">
                  <c:v>5077</c:v>
                </c:pt>
                <c:pt idx="1526">
                  <c:v>5081</c:v>
                </c:pt>
                <c:pt idx="1527">
                  <c:v>5084</c:v>
                </c:pt>
                <c:pt idx="1528">
                  <c:v>5087</c:v>
                </c:pt>
                <c:pt idx="1529">
                  <c:v>5091</c:v>
                </c:pt>
                <c:pt idx="1530">
                  <c:v>5094</c:v>
                </c:pt>
                <c:pt idx="1531">
                  <c:v>5097</c:v>
                </c:pt>
                <c:pt idx="1532">
                  <c:v>5101</c:v>
                </c:pt>
                <c:pt idx="1533">
                  <c:v>5104</c:v>
                </c:pt>
                <c:pt idx="1534">
                  <c:v>5107</c:v>
                </c:pt>
                <c:pt idx="1535">
                  <c:v>5111</c:v>
                </c:pt>
                <c:pt idx="1536">
                  <c:v>5114</c:v>
                </c:pt>
                <c:pt idx="1537">
                  <c:v>5117</c:v>
                </c:pt>
                <c:pt idx="1538">
                  <c:v>5121</c:v>
                </c:pt>
                <c:pt idx="1539">
                  <c:v>5124</c:v>
                </c:pt>
                <c:pt idx="1540">
                  <c:v>5127</c:v>
                </c:pt>
                <c:pt idx="1541">
                  <c:v>5131</c:v>
                </c:pt>
                <c:pt idx="1542">
                  <c:v>5134</c:v>
                </c:pt>
                <c:pt idx="1543">
                  <c:v>5137</c:v>
                </c:pt>
                <c:pt idx="1544">
                  <c:v>5141</c:v>
                </c:pt>
                <c:pt idx="1545">
                  <c:v>5144</c:v>
                </c:pt>
                <c:pt idx="1546">
                  <c:v>5147</c:v>
                </c:pt>
                <c:pt idx="1547">
                  <c:v>5151</c:v>
                </c:pt>
                <c:pt idx="1548">
                  <c:v>5154</c:v>
                </c:pt>
                <c:pt idx="1549">
                  <c:v>5157</c:v>
                </c:pt>
                <c:pt idx="1550">
                  <c:v>5161</c:v>
                </c:pt>
                <c:pt idx="1551">
                  <c:v>5164</c:v>
                </c:pt>
                <c:pt idx="1552">
                  <c:v>5167</c:v>
                </c:pt>
                <c:pt idx="1553">
                  <c:v>5171</c:v>
                </c:pt>
                <c:pt idx="1554">
                  <c:v>5174</c:v>
                </c:pt>
                <c:pt idx="1555">
                  <c:v>5177</c:v>
                </c:pt>
                <c:pt idx="1556">
                  <c:v>5181</c:v>
                </c:pt>
                <c:pt idx="1557">
                  <c:v>5184</c:v>
                </c:pt>
                <c:pt idx="1558">
                  <c:v>5187</c:v>
                </c:pt>
                <c:pt idx="1559">
                  <c:v>5191</c:v>
                </c:pt>
                <c:pt idx="1560">
                  <c:v>5194</c:v>
                </c:pt>
                <c:pt idx="1561">
                  <c:v>5197</c:v>
                </c:pt>
                <c:pt idx="1562">
                  <c:v>5201</c:v>
                </c:pt>
                <c:pt idx="1563">
                  <c:v>5204</c:v>
                </c:pt>
                <c:pt idx="1564">
                  <c:v>5207</c:v>
                </c:pt>
                <c:pt idx="1565">
                  <c:v>5211</c:v>
                </c:pt>
                <c:pt idx="1566">
                  <c:v>5214</c:v>
                </c:pt>
                <c:pt idx="1567">
                  <c:v>5217</c:v>
                </c:pt>
                <c:pt idx="1568">
                  <c:v>5220</c:v>
                </c:pt>
                <c:pt idx="1569">
                  <c:v>5224</c:v>
                </c:pt>
                <c:pt idx="1570">
                  <c:v>5227</c:v>
                </c:pt>
                <c:pt idx="1571">
                  <c:v>5230</c:v>
                </c:pt>
                <c:pt idx="1572">
                  <c:v>5234</c:v>
                </c:pt>
                <c:pt idx="1573">
                  <c:v>5237</c:v>
                </c:pt>
                <c:pt idx="1574">
                  <c:v>5240</c:v>
                </c:pt>
                <c:pt idx="1575">
                  <c:v>5244</c:v>
                </c:pt>
                <c:pt idx="1576">
                  <c:v>5247</c:v>
                </c:pt>
                <c:pt idx="1577">
                  <c:v>5250</c:v>
                </c:pt>
                <c:pt idx="1578">
                  <c:v>5254</c:v>
                </c:pt>
                <c:pt idx="1579">
                  <c:v>5257</c:v>
                </c:pt>
                <c:pt idx="1580">
                  <c:v>5260</c:v>
                </c:pt>
                <c:pt idx="1581">
                  <c:v>5264</c:v>
                </c:pt>
                <c:pt idx="1582">
                  <c:v>5267</c:v>
                </c:pt>
                <c:pt idx="1583">
                  <c:v>5270</c:v>
                </c:pt>
                <c:pt idx="1584">
                  <c:v>5274</c:v>
                </c:pt>
                <c:pt idx="1585">
                  <c:v>5277</c:v>
                </c:pt>
                <c:pt idx="1586">
                  <c:v>5280</c:v>
                </c:pt>
                <c:pt idx="1587">
                  <c:v>5284</c:v>
                </c:pt>
                <c:pt idx="1588">
                  <c:v>5287</c:v>
                </c:pt>
                <c:pt idx="1589">
                  <c:v>5290</c:v>
                </c:pt>
                <c:pt idx="1590">
                  <c:v>5294</c:v>
                </c:pt>
                <c:pt idx="1591">
                  <c:v>5297</c:v>
                </c:pt>
                <c:pt idx="1592">
                  <c:v>5300</c:v>
                </c:pt>
                <c:pt idx="1593">
                  <c:v>5304</c:v>
                </c:pt>
                <c:pt idx="1594">
                  <c:v>5307</c:v>
                </c:pt>
                <c:pt idx="1595">
                  <c:v>5310</c:v>
                </c:pt>
                <c:pt idx="1596">
                  <c:v>5314</c:v>
                </c:pt>
                <c:pt idx="1597">
                  <c:v>5317</c:v>
                </c:pt>
                <c:pt idx="1598">
                  <c:v>5320</c:v>
                </c:pt>
                <c:pt idx="1599">
                  <c:v>5324</c:v>
                </c:pt>
                <c:pt idx="1600">
                  <c:v>5327</c:v>
                </c:pt>
                <c:pt idx="1601">
                  <c:v>5330</c:v>
                </c:pt>
                <c:pt idx="1602">
                  <c:v>5334</c:v>
                </c:pt>
                <c:pt idx="1603">
                  <c:v>5337</c:v>
                </c:pt>
                <c:pt idx="1604">
                  <c:v>5340</c:v>
                </c:pt>
                <c:pt idx="1605">
                  <c:v>5344</c:v>
                </c:pt>
                <c:pt idx="1606">
                  <c:v>5347</c:v>
                </c:pt>
                <c:pt idx="1607">
                  <c:v>5350</c:v>
                </c:pt>
                <c:pt idx="1608">
                  <c:v>5354</c:v>
                </c:pt>
                <c:pt idx="1609">
                  <c:v>5357</c:v>
                </c:pt>
                <c:pt idx="1610">
                  <c:v>5360</c:v>
                </c:pt>
                <c:pt idx="1611">
                  <c:v>5364</c:v>
                </c:pt>
                <c:pt idx="1612">
                  <c:v>5367</c:v>
                </c:pt>
                <c:pt idx="1613">
                  <c:v>5370</c:v>
                </c:pt>
                <c:pt idx="1614">
                  <c:v>5374</c:v>
                </c:pt>
                <c:pt idx="1615">
                  <c:v>5377</c:v>
                </c:pt>
                <c:pt idx="1616">
                  <c:v>5380</c:v>
                </c:pt>
                <c:pt idx="1617">
                  <c:v>5384</c:v>
                </c:pt>
                <c:pt idx="1618">
                  <c:v>5387</c:v>
                </c:pt>
                <c:pt idx="1619">
                  <c:v>5390</c:v>
                </c:pt>
                <c:pt idx="1620">
                  <c:v>5394</c:v>
                </c:pt>
                <c:pt idx="1621">
                  <c:v>5397</c:v>
                </c:pt>
                <c:pt idx="1622">
                  <c:v>5400</c:v>
                </c:pt>
                <c:pt idx="1623">
                  <c:v>5403</c:v>
                </c:pt>
                <c:pt idx="1624">
                  <c:v>5407</c:v>
                </c:pt>
                <c:pt idx="1625">
                  <c:v>5410</c:v>
                </c:pt>
                <c:pt idx="1626">
                  <c:v>5413</c:v>
                </c:pt>
                <c:pt idx="1627">
                  <c:v>5417</c:v>
                </c:pt>
                <c:pt idx="1628">
                  <c:v>5420</c:v>
                </c:pt>
                <c:pt idx="1629">
                  <c:v>5423</c:v>
                </c:pt>
                <c:pt idx="1630">
                  <c:v>5427</c:v>
                </c:pt>
                <c:pt idx="1631">
                  <c:v>5430</c:v>
                </c:pt>
                <c:pt idx="1632">
                  <c:v>5433</c:v>
                </c:pt>
                <c:pt idx="1633">
                  <c:v>5437</c:v>
                </c:pt>
                <c:pt idx="1634">
                  <c:v>5440</c:v>
                </c:pt>
                <c:pt idx="1635">
                  <c:v>5443</c:v>
                </c:pt>
                <c:pt idx="1636">
                  <c:v>5447</c:v>
                </c:pt>
                <c:pt idx="1637">
                  <c:v>5450</c:v>
                </c:pt>
                <c:pt idx="1638">
                  <c:v>5453</c:v>
                </c:pt>
                <c:pt idx="1639">
                  <c:v>5457</c:v>
                </c:pt>
                <c:pt idx="1640">
                  <c:v>5460</c:v>
                </c:pt>
                <c:pt idx="1641">
                  <c:v>5463</c:v>
                </c:pt>
                <c:pt idx="1642">
                  <c:v>5467</c:v>
                </c:pt>
                <c:pt idx="1643">
                  <c:v>5470</c:v>
                </c:pt>
                <c:pt idx="1644">
                  <c:v>5473</c:v>
                </c:pt>
                <c:pt idx="1645">
                  <c:v>5477</c:v>
                </c:pt>
                <c:pt idx="1646">
                  <c:v>5480</c:v>
                </c:pt>
                <c:pt idx="1647">
                  <c:v>5483</c:v>
                </c:pt>
                <c:pt idx="1648">
                  <c:v>5487</c:v>
                </c:pt>
                <c:pt idx="1649">
                  <c:v>5490</c:v>
                </c:pt>
                <c:pt idx="1650">
                  <c:v>5493</c:v>
                </c:pt>
                <c:pt idx="1651">
                  <c:v>5497</c:v>
                </c:pt>
                <c:pt idx="1652">
                  <c:v>5500</c:v>
                </c:pt>
                <c:pt idx="1653">
                  <c:v>5503</c:v>
                </c:pt>
                <c:pt idx="1654">
                  <c:v>5507</c:v>
                </c:pt>
                <c:pt idx="1655">
                  <c:v>5510</c:v>
                </c:pt>
                <c:pt idx="1656">
                  <c:v>5513</c:v>
                </c:pt>
                <c:pt idx="1657">
                  <c:v>5517</c:v>
                </c:pt>
                <c:pt idx="1658">
                  <c:v>5520</c:v>
                </c:pt>
                <c:pt idx="1659">
                  <c:v>5523</c:v>
                </c:pt>
                <c:pt idx="1660">
                  <c:v>5527</c:v>
                </c:pt>
                <c:pt idx="1661">
                  <c:v>5530</c:v>
                </c:pt>
                <c:pt idx="1662">
                  <c:v>5533</c:v>
                </c:pt>
                <c:pt idx="1663">
                  <c:v>5537</c:v>
                </c:pt>
                <c:pt idx="1664">
                  <c:v>5540</c:v>
                </c:pt>
                <c:pt idx="1665">
                  <c:v>5543</c:v>
                </c:pt>
                <c:pt idx="1666">
                  <c:v>5547</c:v>
                </c:pt>
                <c:pt idx="1667">
                  <c:v>5550</c:v>
                </c:pt>
                <c:pt idx="1668">
                  <c:v>5553</c:v>
                </c:pt>
                <c:pt idx="1669">
                  <c:v>5557</c:v>
                </c:pt>
                <c:pt idx="1670">
                  <c:v>5560</c:v>
                </c:pt>
                <c:pt idx="1671">
                  <c:v>5563</c:v>
                </c:pt>
                <c:pt idx="1672">
                  <c:v>5567</c:v>
                </c:pt>
                <c:pt idx="1673">
                  <c:v>5570</c:v>
                </c:pt>
                <c:pt idx="1674">
                  <c:v>5573</c:v>
                </c:pt>
                <c:pt idx="1675">
                  <c:v>5577</c:v>
                </c:pt>
                <c:pt idx="1676">
                  <c:v>5580</c:v>
                </c:pt>
                <c:pt idx="1677">
                  <c:v>5583</c:v>
                </c:pt>
                <c:pt idx="1678">
                  <c:v>5586</c:v>
                </c:pt>
                <c:pt idx="1679">
                  <c:v>5590</c:v>
                </c:pt>
                <c:pt idx="1680">
                  <c:v>5593</c:v>
                </c:pt>
                <c:pt idx="1681">
                  <c:v>5596</c:v>
                </c:pt>
                <c:pt idx="1682">
                  <c:v>5600</c:v>
                </c:pt>
                <c:pt idx="1683">
                  <c:v>5603</c:v>
                </c:pt>
                <c:pt idx="1684">
                  <c:v>5606</c:v>
                </c:pt>
                <c:pt idx="1685">
                  <c:v>5610</c:v>
                </c:pt>
                <c:pt idx="1686">
                  <c:v>5613</c:v>
                </c:pt>
                <c:pt idx="1687">
                  <c:v>5616</c:v>
                </c:pt>
                <c:pt idx="1688">
                  <c:v>5620</c:v>
                </c:pt>
                <c:pt idx="1689">
                  <c:v>5623</c:v>
                </c:pt>
                <c:pt idx="1690">
                  <c:v>5626</c:v>
                </c:pt>
                <c:pt idx="1691">
                  <c:v>5630</c:v>
                </c:pt>
                <c:pt idx="1692">
                  <c:v>5633</c:v>
                </c:pt>
                <c:pt idx="1693">
                  <c:v>5636</c:v>
                </c:pt>
                <c:pt idx="1694">
                  <c:v>5640</c:v>
                </c:pt>
                <c:pt idx="1695">
                  <c:v>5643</c:v>
                </c:pt>
                <c:pt idx="1696">
                  <c:v>5646</c:v>
                </c:pt>
                <c:pt idx="1697">
                  <c:v>5650</c:v>
                </c:pt>
                <c:pt idx="1698">
                  <c:v>5653</c:v>
                </c:pt>
                <c:pt idx="1699">
                  <c:v>5656</c:v>
                </c:pt>
                <c:pt idx="1700">
                  <c:v>5660</c:v>
                </c:pt>
                <c:pt idx="1701">
                  <c:v>5663</c:v>
                </c:pt>
                <c:pt idx="1702">
                  <c:v>5666</c:v>
                </c:pt>
                <c:pt idx="1703">
                  <c:v>5670</c:v>
                </c:pt>
                <c:pt idx="1704">
                  <c:v>5673</c:v>
                </c:pt>
                <c:pt idx="1705">
                  <c:v>5676</c:v>
                </c:pt>
                <c:pt idx="1706">
                  <c:v>5680</c:v>
                </c:pt>
                <c:pt idx="1707">
                  <c:v>5683</c:v>
                </c:pt>
                <c:pt idx="1708">
                  <c:v>5686</c:v>
                </c:pt>
                <c:pt idx="1709">
                  <c:v>5690</c:v>
                </c:pt>
                <c:pt idx="1710">
                  <c:v>5693</c:v>
                </c:pt>
                <c:pt idx="1711">
                  <c:v>5696</c:v>
                </c:pt>
                <c:pt idx="1712">
                  <c:v>5700</c:v>
                </c:pt>
                <c:pt idx="1713">
                  <c:v>5703</c:v>
                </c:pt>
                <c:pt idx="1714">
                  <c:v>5706</c:v>
                </c:pt>
                <c:pt idx="1715">
                  <c:v>5710</c:v>
                </c:pt>
                <c:pt idx="1716">
                  <c:v>5713</c:v>
                </c:pt>
                <c:pt idx="1717">
                  <c:v>5716</c:v>
                </c:pt>
                <c:pt idx="1718">
                  <c:v>5720</c:v>
                </c:pt>
                <c:pt idx="1719">
                  <c:v>5723</c:v>
                </c:pt>
                <c:pt idx="1720">
                  <c:v>5726</c:v>
                </c:pt>
                <c:pt idx="1721">
                  <c:v>5730</c:v>
                </c:pt>
                <c:pt idx="1722">
                  <c:v>5733</c:v>
                </c:pt>
                <c:pt idx="1723">
                  <c:v>5736</c:v>
                </c:pt>
                <c:pt idx="1724">
                  <c:v>5740</c:v>
                </c:pt>
                <c:pt idx="1725">
                  <c:v>5743</c:v>
                </c:pt>
                <c:pt idx="1726">
                  <c:v>5746</c:v>
                </c:pt>
                <c:pt idx="1727">
                  <c:v>5750</c:v>
                </c:pt>
                <c:pt idx="1728">
                  <c:v>5753</c:v>
                </c:pt>
                <c:pt idx="1729">
                  <c:v>5756</c:v>
                </c:pt>
                <c:pt idx="1730">
                  <c:v>5760</c:v>
                </c:pt>
                <c:pt idx="1731">
                  <c:v>5763</c:v>
                </c:pt>
                <c:pt idx="1732">
                  <c:v>5766</c:v>
                </c:pt>
                <c:pt idx="1733">
                  <c:v>5769</c:v>
                </c:pt>
                <c:pt idx="1734">
                  <c:v>5773</c:v>
                </c:pt>
                <c:pt idx="1735">
                  <c:v>5776</c:v>
                </c:pt>
                <c:pt idx="1736">
                  <c:v>5779</c:v>
                </c:pt>
                <c:pt idx="1737">
                  <c:v>5783</c:v>
                </c:pt>
                <c:pt idx="1738">
                  <c:v>5786</c:v>
                </c:pt>
                <c:pt idx="1739">
                  <c:v>5789</c:v>
                </c:pt>
                <c:pt idx="1740">
                  <c:v>5793</c:v>
                </c:pt>
                <c:pt idx="1741">
                  <c:v>5796</c:v>
                </c:pt>
                <c:pt idx="1742">
                  <c:v>5799</c:v>
                </c:pt>
                <c:pt idx="1743">
                  <c:v>5803</c:v>
                </c:pt>
                <c:pt idx="1744">
                  <c:v>5806</c:v>
                </c:pt>
                <c:pt idx="1745">
                  <c:v>5809</c:v>
                </c:pt>
                <c:pt idx="1746">
                  <c:v>5813</c:v>
                </c:pt>
                <c:pt idx="1747">
                  <c:v>5816</c:v>
                </c:pt>
                <c:pt idx="1748">
                  <c:v>5819</c:v>
                </c:pt>
                <c:pt idx="1749">
                  <c:v>5823</c:v>
                </c:pt>
                <c:pt idx="1750">
                  <c:v>5826</c:v>
                </c:pt>
                <c:pt idx="1751">
                  <c:v>5829</c:v>
                </c:pt>
                <c:pt idx="1752">
                  <c:v>5833</c:v>
                </c:pt>
                <c:pt idx="1753">
                  <c:v>5836</c:v>
                </c:pt>
                <c:pt idx="1754">
                  <c:v>5839</c:v>
                </c:pt>
                <c:pt idx="1755">
                  <c:v>5843</c:v>
                </c:pt>
                <c:pt idx="1756">
                  <c:v>5846</c:v>
                </c:pt>
                <c:pt idx="1757">
                  <c:v>5849</c:v>
                </c:pt>
                <c:pt idx="1758">
                  <c:v>5853</c:v>
                </c:pt>
                <c:pt idx="1759">
                  <c:v>5856</c:v>
                </c:pt>
                <c:pt idx="1760">
                  <c:v>5859</c:v>
                </c:pt>
                <c:pt idx="1761">
                  <c:v>5863</c:v>
                </c:pt>
                <c:pt idx="1762">
                  <c:v>5866</c:v>
                </c:pt>
                <c:pt idx="1763">
                  <c:v>5869</c:v>
                </c:pt>
                <c:pt idx="1764">
                  <c:v>5873</c:v>
                </c:pt>
                <c:pt idx="1765">
                  <c:v>5876</c:v>
                </c:pt>
                <c:pt idx="1766">
                  <c:v>5879</c:v>
                </c:pt>
                <c:pt idx="1767">
                  <c:v>5883</c:v>
                </c:pt>
                <c:pt idx="1768">
                  <c:v>5886</c:v>
                </c:pt>
                <c:pt idx="1769">
                  <c:v>5889</c:v>
                </c:pt>
                <c:pt idx="1770">
                  <c:v>5893</c:v>
                </c:pt>
                <c:pt idx="1771">
                  <c:v>5896</c:v>
                </c:pt>
                <c:pt idx="1772">
                  <c:v>5899</c:v>
                </c:pt>
                <c:pt idx="1773">
                  <c:v>5903</c:v>
                </c:pt>
                <c:pt idx="1774">
                  <c:v>5906</c:v>
                </c:pt>
                <c:pt idx="1775">
                  <c:v>5909</c:v>
                </c:pt>
                <c:pt idx="1776">
                  <c:v>5913</c:v>
                </c:pt>
                <c:pt idx="1777">
                  <c:v>5916</c:v>
                </c:pt>
                <c:pt idx="1778">
                  <c:v>5919</c:v>
                </c:pt>
                <c:pt idx="1779">
                  <c:v>5923</c:v>
                </c:pt>
                <c:pt idx="1780">
                  <c:v>5926</c:v>
                </c:pt>
                <c:pt idx="1781">
                  <c:v>5929</c:v>
                </c:pt>
                <c:pt idx="1782">
                  <c:v>5933</c:v>
                </c:pt>
                <c:pt idx="1783">
                  <c:v>5936</c:v>
                </c:pt>
                <c:pt idx="1784">
                  <c:v>5939</c:v>
                </c:pt>
                <c:pt idx="1785">
                  <c:v>5943</c:v>
                </c:pt>
                <c:pt idx="1786">
                  <c:v>5946</c:v>
                </c:pt>
                <c:pt idx="1787">
                  <c:v>5949</c:v>
                </c:pt>
                <c:pt idx="1788">
                  <c:v>5952</c:v>
                </c:pt>
                <c:pt idx="1789">
                  <c:v>5956</c:v>
                </c:pt>
                <c:pt idx="1790">
                  <c:v>5959</c:v>
                </c:pt>
                <c:pt idx="1791">
                  <c:v>5962</c:v>
                </c:pt>
                <c:pt idx="1792">
                  <c:v>5966</c:v>
                </c:pt>
                <c:pt idx="1793">
                  <c:v>5969</c:v>
                </c:pt>
                <c:pt idx="1794">
                  <c:v>5972</c:v>
                </c:pt>
                <c:pt idx="1795">
                  <c:v>5976</c:v>
                </c:pt>
                <c:pt idx="1796">
                  <c:v>5979</c:v>
                </c:pt>
                <c:pt idx="1797">
                  <c:v>5982</c:v>
                </c:pt>
                <c:pt idx="1798">
                  <c:v>5986</c:v>
                </c:pt>
                <c:pt idx="1799">
                  <c:v>5989</c:v>
                </c:pt>
                <c:pt idx="1800">
                  <c:v>5992</c:v>
                </c:pt>
                <c:pt idx="1801">
                  <c:v>5996</c:v>
                </c:pt>
                <c:pt idx="1802">
                  <c:v>5999</c:v>
                </c:pt>
                <c:pt idx="1803">
                  <c:v>6002</c:v>
                </c:pt>
                <c:pt idx="1804">
                  <c:v>6006</c:v>
                </c:pt>
                <c:pt idx="1805">
                  <c:v>6009</c:v>
                </c:pt>
                <c:pt idx="1806">
                  <c:v>6012</c:v>
                </c:pt>
                <c:pt idx="1807">
                  <c:v>6016</c:v>
                </c:pt>
                <c:pt idx="1808">
                  <c:v>6019</c:v>
                </c:pt>
                <c:pt idx="1809">
                  <c:v>6022</c:v>
                </c:pt>
                <c:pt idx="1810">
                  <c:v>6026</c:v>
                </c:pt>
                <c:pt idx="1811">
                  <c:v>6029</c:v>
                </c:pt>
                <c:pt idx="1812">
                  <c:v>6032</c:v>
                </c:pt>
                <c:pt idx="1813">
                  <c:v>6036</c:v>
                </c:pt>
                <c:pt idx="1814">
                  <c:v>6039</c:v>
                </c:pt>
                <c:pt idx="1815">
                  <c:v>6042</c:v>
                </c:pt>
                <c:pt idx="1816">
                  <c:v>6046</c:v>
                </c:pt>
                <c:pt idx="1817">
                  <c:v>6049</c:v>
                </c:pt>
                <c:pt idx="1818">
                  <c:v>6052</c:v>
                </c:pt>
                <c:pt idx="1819">
                  <c:v>6056</c:v>
                </c:pt>
                <c:pt idx="1820">
                  <c:v>6059</c:v>
                </c:pt>
                <c:pt idx="1821">
                  <c:v>6062</c:v>
                </c:pt>
                <c:pt idx="1822">
                  <c:v>6066</c:v>
                </c:pt>
                <c:pt idx="1823">
                  <c:v>6069</c:v>
                </c:pt>
                <c:pt idx="1824">
                  <c:v>6072</c:v>
                </c:pt>
                <c:pt idx="1825">
                  <c:v>6076</c:v>
                </c:pt>
                <c:pt idx="1826">
                  <c:v>6079</c:v>
                </c:pt>
                <c:pt idx="1827">
                  <c:v>6082</c:v>
                </c:pt>
                <c:pt idx="1828">
                  <c:v>6086</c:v>
                </c:pt>
                <c:pt idx="1829">
                  <c:v>6089</c:v>
                </c:pt>
                <c:pt idx="1830">
                  <c:v>6092</c:v>
                </c:pt>
                <c:pt idx="1831">
                  <c:v>6096</c:v>
                </c:pt>
                <c:pt idx="1832">
                  <c:v>6099</c:v>
                </c:pt>
                <c:pt idx="1833">
                  <c:v>6102</c:v>
                </c:pt>
                <c:pt idx="1834">
                  <c:v>6106</c:v>
                </c:pt>
                <c:pt idx="1835">
                  <c:v>6109</c:v>
                </c:pt>
                <c:pt idx="1836">
                  <c:v>6112</c:v>
                </c:pt>
                <c:pt idx="1837">
                  <c:v>6116</c:v>
                </c:pt>
                <c:pt idx="1838">
                  <c:v>6119</c:v>
                </c:pt>
                <c:pt idx="1839">
                  <c:v>6122</c:v>
                </c:pt>
                <c:pt idx="1840">
                  <c:v>6126</c:v>
                </c:pt>
                <c:pt idx="1841">
                  <c:v>6129</c:v>
                </c:pt>
                <c:pt idx="1842">
                  <c:v>6132</c:v>
                </c:pt>
                <c:pt idx="1843">
                  <c:v>6135</c:v>
                </c:pt>
                <c:pt idx="1844">
                  <c:v>6139</c:v>
                </c:pt>
                <c:pt idx="1845">
                  <c:v>6142</c:v>
                </c:pt>
                <c:pt idx="1846">
                  <c:v>6145</c:v>
                </c:pt>
                <c:pt idx="1847">
                  <c:v>6149</c:v>
                </c:pt>
                <c:pt idx="1848">
                  <c:v>6152</c:v>
                </c:pt>
                <c:pt idx="1849">
                  <c:v>6155</c:v>
                </c:pt>
                <c:pt idx="1850">
                  <c:v>6159</c:v>
                </c:pt>
                <c:pt idx="1851">
                  <c:v>6162</c:v>
                </c:pt>
                <c:pt idx="1852">
                  <c:v>6165</c:v>
                </c:pt>
                <c:pt idx="1853">
                  <c:v>6169</c:v>
                </c:pt>
                <c:pt idx="1854">
                  <c:v>6172</c:v>
                </c:pt>
                <c:pt idx="1855">
                  <c:v>6175</c:v>
                </c:pt>
                <c:pt idx="1856">
                  <c:v>6179</c:v>
                </c:pt>
                <c:pt idx="1857">
                  <c:v>6182</c:v>
                </c:pt>
                <c:pt idx="1858">
                  <c:v>6185</c:v>
                </c:pt>
                <c:pt idx="1859">
                  <c:v>6189</c:v>
                </c:pt>
                <c:pt idx="1860">
                  <c:v>6192</c:v>
                </c:pt>
                <c:pt idx="1861">
                  <c:v>6195</c:v>
                </c:pt>
                <c:pt idx="1862">
                  <c:v>6199</c:v>
                </c:pt>
                <c:pt idx="1863">
                  <c:v>6202</c:v>
                </c:pt>
                <c:pt idx="1864">
                  <c:v>6205</c:v>
                </c:pt>
                <c:pt idx="1865">
                  <c:v>6209</c:v>
                </c:pt>
                <c:pt idx="1866">
                  <c:v>6212</c:v>
                </c:pt>
                <c:pt idx="1867">
                  <c:v>6215</c:v>
                </c:pt>
                <c:pt idx="1868">
                  <c:v>6219</c:v>
                </c:pt>
                <c:pt idx="1869">
                  <c:v>6222</c:v>
                </c:pt>
                <c:pt idx="1870">
                  <c:v>6225</c:v>
                </c:pt>
                <c:pt idx="1871">
                  <c:v>6229</c:v>
                </c:pt>
                <c:pt idx="1872">
                  <c:v>6232</c:v>
                </c:pt>
                <c:pt idx="1873">
                  <c:v>6235</c:v>
                </c:pt>
                <c:pt idx="1874">
                  <c:v>6239</c:v>
                </c:pt>
                <c:pt idx="1875">
                  <c:v>6242</c:v>
                </c:pt>
                <c:pt idx="1876">
                  <c:v>6245</c:v>
                </c:pt>
                <c:pt idx="1877">
                  <c:v>6249</c:v>
                </c:pt>
                <c:pt idx="1878">
                  <c:v>6252</c:v>
                </c:pt>
                <c:pt idx="1879">
                  <c:v>6255</c:v>
                </c:pt>
                <c:pt idx="1880">
                  <c:v>6259</c:v>
                </c:pt>
                <c:pt idx="1881">
                  <c:v>6262</c:v>
                </c:pt>
                <c:pt idx="1882">
                  <c:v>6265</c:v>
                </c:pt>
                <c:pt idx="1883">
                  <c:v>6269</c:v>
                </c:pt>
                <c:pt idx="1884">
                  <c:v>6272</c:v>
                </c:pt>
                <c:pt idx="1885">
                  <c:v>6275</c:v>
                </c:pt>
                <c:pt idx="1886">
                  <c:v>6279</c:v>
                </c:pt>
                <c:pt idx="1887">
                  <c:v>6282</c:v>
                </c:pt>
                <c:pt idx="1888">
                  <c:v>6285</c:v>
                </c:pt>
                <c:pt idx="1889">
                  <c:v>6289</c:v>
                </c:pt>
                <c:pt idx="1890">
                  <c:v>6292</c:v>
                </c:pt>
                <c:pt idx="1891">
                  <c:v>6295</c:v>
                </c:pt>
                <c:pt idx="1892">
                  <c:v>6299</c:v>
                </c:pt>
                <c:pt idx="1893">
                  <c:v>6302</c:v>
                </c:pt>
                <c:pt idx="1894">
                  <c:v>6305</c:v>
                </c:pt>
                <c:pt idx="1895">
                  <c:v>6309</c:v>
                </c:pt>
                <c:pt idx="1896">
                  <c:v>6312</c:v>
                </c:pt>
                <c:pt idx="1897">
                  <c:v>6315</c:v>
                </c:pt>
                <c:pt idx="1898">
                  <c:v>6318</c:v>
                </c:pt>
                <c:pt idx="1899">
                  <c:v>6322</c:v>
                </c:pt>
                <c:pt idx="1900">
                  <c:v>6325</c:v>
                </c:pt>
                <c:pt idx="1901">
                  <c:v>6328</c:v>
                </c:pt>
                <c:pt idx="1902">
                  <c:v>6332</c:v>
                </c:pt>
                <c:pt idx="1903">
                  <c:v>6335</c:v>
                </c:pt>
                <c:pt idx="1904">
                  <c:v>6338</c:v>
                </c:pt>
                <c:pt idx="1905">
                  <c:v>6342</c:v>
                </c:pt>
                <c:pt idx="1906">
                  <c:v>6345</c:v>
                </c:pt>
                <c:pt idx="1907">
                  <c:v>6348</c:v>
                </c:pt>
                <c:pt idx="1908">
                  <c:v>6352</c:v>
                </c:pt>
                <c:pt idx="1909">
                  <c:v>6355</c:v>
                </c:pt>
                <c:pt idx="1910">
                  <c:v>6358</c:v>
                </c:pt>
                <c:pt idx="1911">
                  <c:v>6362</c:v>
                </c:pt>
                <c:pt idx="1912">
                  <c:v>6365</c:v>
                </c:pt>
                <c:pt idx="1913">
                  <c:v>6368</c:v>
                </c:pt>
                <c:pt idx="1914">
                  <c:v>6372</c:v>
                </c:pt>
                <c:pt idx="1915">
                  <c:v>6375</c:v>
                </c:pt>
                <c:pt idx="1916">
                  <c:v>6378</c:v>
                </c:pt>
                <c:pt idx="1917">
                  <c:v>6382</c:v>
                </c:pt>
                <c:pt idx="1918">
                  <c:v>6385</c:v>
                </c:pt>
                <c:pt idx="1919">
                  <c:v>6388</c:v>
                </c:pt>
                <c:pt idx="1920">
                  <c:v>6392</c:v>
                </c:pt>
                <c:pt idx="1921">
                  <c:v>6395</c:v>
                </c:pt>
                <c:pt idx="1922">
                  <c:v>6398</c:v>
                </c:pt>
                <c:pt idx="1923">
                  <c:v>6402</c:v>
                </c:pt>
                <c:pt idx="1924">
                  <c:v>6405</c:v>
                </c:pt>
                <c:pt idx="1925">
                  <c:v>6408</c:v>
                </c:pt>
                <c:pt idx="1926">
                  <c:v>6412</c:v>
                </c:pt>
                <c:pt idx="1927">
                  <c:v>6415</c:v>
                </c:pt>
                <c:pt idx="1928">
                  <c:v>6418</c:v>
                </c:pt>
                <c:pt idx="1929">
                  <c:v>6422</c:v>
                </c:pt>
                <c:pt idx="1930">
                  <c:v>6425</c:v>
                </c:pt>
                <c:pt idx="1931">
                  <c:v>6428</c:v>
                </c:pt>
                <c:pt idx="1932">
                  <c:v>6432</c:v>
                </c:pt>
                <c:pt idx="1933">
                  <c:v>6435</c:v>
                </c:pt>
                <c:pt idx="1934">
                  <c:v>6438</c:v>
                </c:pt>
                <c:pt idx="1935">
                  <c:v>6442</c:v>
                </c:pt>
                <c:pt idx="1936">
                  <c:v>6445</c:v>
                </c:pt>
                <c:pt idx="1937">
                  <c:v>6448</c:v>
                </c:pt>
                <c:pt idx="1938">
                  <c:v>6452</c:v>
                </c:pt>
                <c:pt idx="1939">
                  <c:v>6455</c:v>
                </c:pt>
                <c:pt idx="1940">
                  <c:v>6458</c:v>
                </c:pt>
                <c:pt idx="1941">
                  <c:v>6462</c:v>
                </c:pt>
                <c:pt idx="1942">
                  <c:v>6465</c:v>
                </c:pt>
                <c:pt idx="1943">
                  <c:v>6468</c:v>
                </c:pt>
                <c:pt idx="1944">
                  <c:v>6472</c:v>
                </c:pt>
                <c:pt idx="1945">
                  <c:v>6475</c:v>
                </c:pt>
                <c:pt idx="1946">
                  <c:v>6478</c:v>
                </c:pt>
                <c:pt idx="1947">
                  <c:v>6482</c:v>
                </c:pt>
                <c:pt idx="1948">
                  <c:v>6485</c:v>
                </c:pt>
                <c:pt idx="1949">
                  <c:v>6488</c:v>
                </c:pt>
                <c:pt idx="1950">
                  <c:v>6492</c:v>
                </c:pt>
                <c:pt idx="1951">
                  <c:v>6495</c:v>
                </c:pt>
                <c:pt idx="1952">
                  <c:v>6498</c:v>
                </c:pt>
                <c:pt idx="1953">
                  <c:v>6501</c:v>
                </c:pt>
                <c:pt idx="1954">
                  <c:v>6505</c:v>
                </c:pt>
                <c:pt idx="1955">
                  <c:v>6508</c:v>
                </c:pt>
                <c:pt idx="1956">
                  <c:v>6511</c:v>
                </c:pt>
                <c:pt idx="1957">
                  <c:v>6515</c:v>
                </c:pt>
                <c:pt idx="1958">
                  <c:v>6518</c:v>
                </c:pt>
                <c:pt idx="1959">
                  <c:v>6521</c:v>
                </c:pt>
                <c:pt idx="1960">
                  <c:v>6525</c:v>
                </c:pt>
                <c:pt idx="1961">
                  <c:v>6528</c:v>
                </c:pt>
                <c:pt idx="1962">
                  <c:v>6531</c:v>
                </c:pt>
                <c:pt idx="1963">
                  <c:v>6535</c:v>
                </c:pt>
                <c:pt idx="1964">
                  <c:v>6538</c:v>
                </c:pt>
                <c:pt idx="1965">
                  <c:v>6541</c:v>
                </c:pt>
                <c:pt idx="1966">
                  <c:v>6545</c:v>
                </c:pt>
                <c:pt idx="1967">
                  <c:v>6548</c:v>
                </c:pt>
                <c:pt idx="1968">
                  <c:v>6551</c:v>
                </c:pt>
                <c:pt idx="1969">
                  <c:v>6555</c:v>
                </c:pt>
                <c:pt idx="1970">
                  <c:v>6558</c:v>
                </c:pt>
                <c:pt idx="1971">
                  <c:v>6561</c:v>
                </c:pt>
                <c:pt idx="1972">
                  <c:v>6565</c:v>
                </c:pt>
                <c:pt idx="1973">
                  <c:v>6568</c:v>
                </c:pt>
                <c:pt idx="1974">
                  <c:v>6571</c:v>
                </c:pt>
                <c:pt idx="1975">
                  <c:v>6575</c:v>
                </c:pt>
                <c:pt idx="1976">
                  <c:v>6578</c:v>
                </c:pt>
                <c:pt idx="1977">
                  <c:v>6581</c:v>
                </c:pt>
                <c:pt idx="1978">
                  <c:v>6585</c:v>
                </c:pt>
                <c:pt idx="1979">
                  <c:v>6588</c:v>
                </c:pt>
                <c:pt idx="1980">
                  <c:v>6591</c:v>
                </c:pt>
                <c:pt idx="1981">
                  <c:v>6595</c:v>
                </c:pt>
                <c:pt idx="1982">
                  <c:v>6598</c:v>
                </c:pt>
                <c:pt idx="1983">
                  <c:v>6601</c:v>
                </c:pt>
                <c:pt idx="1984">
                  <c:v>6605</c:v>
                </c:pt>
                <c:pt idx="1985">
                  <c:v>6608</c:v>
                </c:pt>
                <c:pt idx="1986">
                  <c:v>6611</c:v>
                </c:pt>
                <c:pt idx="1987">
                  <c:v>6615</c:v>
                </c:pt>
                <c:pt idx="1988">
                  <c:v>6618</c:v>
                </c:pt>
                <c:pt idx="1989">
                  <c:v>6621</c:v>
                </c:pt>
                <c:pt idx="1990">
                  <c:v>6625</c:v>
                </c:pt>
                <c:pt idx="1991">
                  <c:v>6628</c:v>
                </c:pt>
                <c:pt idx="1992">
                  <c:v>6631</c:v>
                </c:pt>
                <c:pt idx="1993">
                  <c:v>6635</c:v>
                </c:pt>
                <c:pt idx="1994">
                  <c:v>6638</c:v>
                </c:pt>
                <c:pt idx="1995">
                  <c:v>6641</c:v>
                </c:pt>
                <c:pt idx="1996">
                  <c:v>6645</c:v>
                </c:pt>
                <c:pt idx="1997">
                  <c:v>6648</c:v>
                </c:pt>
                <c:pt idx="1998">
                  <c:v>6651</c:v>
                </c:pt>
                <c:pt idx="1999">
                  <c:v>6655</c:v>
                </c:pt>
                <c:pt idx="2000">
                  <c:v>6658</c:v>
                </c:pt>
                <c:pt idx="2001">
                  <c:v>6661</c:v>
                </c:pt>
                <c:pt idx="2002">
                  <c:v>6665</c:v>
                </c:pt>
                <c:pt idx="2003">
                  <c:v>6668</c:v>
                </c:pt>
                <c:pt idx="2004">
                  <c:v>6671</c:v>
                </c:pt>
                <c:pt idx="2005">
                  <c:v>6675</c:v>
                </c:pt>
                <c:pt idx="2006">
                  <c:v>6678</c:v>
                </c:pt>
                <c:pt idx="2007">
                  <c:v>6681</c:v>
                </c:pt>
                <c:pt idx="2008">
                  <c:v>6684</c:v>
                </c:pt>
                <c:pt idx="2009">
                  <c:v>6688</c:v>
                </c:pt>
                <c:pt idx="2010">
                  <c:v>6691</c:v>
                </c:pt>
                <c:pt idx="2011">
                  <c:v>6694</c:v>
                </c:pt>
                <c:pt idx="2012">
                  <c:v>6698</c:v>
                </c:pt>
                <c:pt idx="2013">
                  <c:v>6701</c:v>
                </c:pt>
                <c:pt idx="2014">
                  <c:v>6704</c:v>
                </c:pt>
                <c:pt idx="2015">
                  <c:v>6708</c:v>
                </c:pt>
                <c:pt idx="2016">
                  <c:v>6711</c:v>
                </c:pt>
                <c:pt idx="2017">
                  <c:v>6714</c:v>
                </c:pt>
                <c:pt idx="2018">
                  <c:v>6718</c:v>
                </c:pt>
                <c:pt idx="2019">
                  <c:v>6721</c:v>
                </c:pt>
                <c:pt idx="2020">
                  <c:v>6724</c:v>
                </c:pt>
                <c:pt idx="2021">
                  <c:v>6728</c:v>
                </c:pt>
                <c:pt idx="2022">
                  <c:v>6731</c:v>
                </c:pt>
                <c:pt idx="2023">
                  <c:v>6734</c:v>
                </c:pt>
                <c:pt idx="2024">
                  <c:v>6738</c:v>
                </c:pt>
                <c:pt idx="2025">
                  <c:v>6741</c:v>
                </c:pt>
                <c:pt idx="2026">
                  <c:v>6744</c:v>
                </c:pt>
                <c:pt idx="2027">
                  <c:v>6748</c:v>
                </c:pt>
                <c:pt idx="2028">
                  <c:v>6751</c:v>
                </c:pt>
                <c:pt idx="2029">
                  <c:v>6754</c:v>
                </c:pt>
                <c:pt idx="2030">
                  <c:v>6758</c:v>
                </c:pt>
                <c:pt idx="2031">
                  <c:v>6761</c:v>
                </c:pt>
                <c:pt idx="2032">
                  <c:v>6764</c:v>
                </c:pt>
                <c:pt idx="2033">
                  <c:v>6768</c:v>
                </c:pt>
                <c:pt idx="2034">
                  <c:v>6771</c:v>
                </c:pt>
                <c:pt idx="2035">
                  <c:v>6774</c:v>
                </c:pt>
                <c:pt idx="2036">
                  <c:v>6778</c:v>
                </c:pt>
                <c:pt idx="2037">
                  <c:v>6781</c:v>
                </c:pt>
                <c:pt idx="2038">
                  <c:v>6784</c:v>
                </c:pt>
                <c:pt idx="2039">
                  <c:v>6788</c:v>
                </c:pt>
                <c:pt idx="2040">
                  <c:v>6791</c:v>
                </c:pt>
                <c:pt idx="2041">
                  <c:v>6794</c:v>
                </c:pt>
                <c:pt idx="2042">
                  <c:v>6798</c:v>
                </c:pt>
                <c:pt idx="2043">
                  <c:v>6801</c:v>
                </c:pt>
                <c:pt idx="2044">
                  <c:v>6804</c:v>
                </c:pt>
                <c:pt idx="2045">
                  <c:v>6808</c:v>
                </c:pt>
                <c:pt idx="2046">
                  <c:v>6811</c:v>
                </c:pt>
                <c:pt idx="2047">
                  <c:v>6814</c:v>
                </c:pt>
                <c:pt idx="2048">
                  <c:v>6818</c:v>
                </c:pt>
                <c:pt idx="2049">
                  <c:v>6821</c:v>
                </c:pt>
                <c:pt idx="2050">
                  <c:v>6824</c:v>
                </c:pt>
                <c:pt idx="2051">
                  <c:v>6828</c:v>
                </c:pt>
                <c:pt idx="2052">
                  <c:v>6831</c:v>
                </c:pt>
                <c:pt idx="2053">
                  <c:v>6834</c:v>
                </c:pt>
                <c:pt idx="2054">
                  <c:v>6838</c:v>
                </c:pt>
                <c:pt idx="2055">
                  <c:v>6841</c:v>
                </c:pt>
                <c:pt idx="2056">
                  <c:v>6844</c:v>
                </c:pt>
                <c:pt idx="2057">
                  <c:v>6848</c:v>
                </c:pt>
                <c:pt idx="2058">
                  <c:v>6851</c:v>
                </c:pt>
                <c:pt idx="2059">
                  <c:v>6854</c:v>
                </c:pt>
                <c:pt idx="2060">
                  <c:v>6858</c:v>
                </c:pt>
                <c:pt idx="2061">
                  <c:v>6861</c:v>
                </c:pt>
                <c:pt idx="2062">
                  <c:v>6864</c:v>
                </c:pt>
                <c:pt idx="2063">
                  <c:v>6867</c:v>
                </c:pt>
                <c:pt idx="2064">
                  <c:v>6871</c:v>
                </c:pt>
                <c:pt idx="2065">
                  <c:v>6874</c:v>
                </c:pt>
                <c:pt idx="2066">
                  <c:v>6877</c:v>
                </c:pt>
                <c:pt idx="2067">
                  <c:v>6881</c:v>
                </c:pt>
                <c:pt idx="2068">
                  <c:v>6884</c:v>
                </c:pt>
                <c:pt idx="2069">
                  <c:v>6887</c:v>
                </c:pt>
                <c:pt idx="2070">
                  <c:v>6891</c:v>
                </c:pt>
                <c:pt idx="2071">
                  <c:v>6894</c:v>
                </c:pt>
                <c:pt idx="2072">
                  <c:v>6897</c:v>
                </c:pt>
                <c:pt idx="2073">
                  <c:v>6901</c:v>
                </c:pt>
                <c:pt idx="2074">
                  <c:v>6904</c:v>
                </c:pt>
                <c:pt idx="2075">
                  <c:v>6907</c:v>
                </c:pt>
                <c:pt idx="2076">
                  <c:v>6911</c:v>
                </c:pt>
                <c:pt idx="2077">
                  <c:v>6914</c:v>
                </c:pt>
                <c:pt idx="2078">
                  <c:v>6917</c:v>
                </c:pt>
                <c:pt idx="2079">
                  <c:v>6921</c:v>
                </c:pt>
                <c:pt idx="2080">
                  <c:v>6924</c:v>
                </c:pt>
                <c:pt idx="2081">
                  <c:v>6927</c:v>
                </c:pt>
                <c:pt idx="2082">
                  <c:v>6931</c:v>
                </c:pt>
                <c:pt idx="2083">
                  <c:v>6934</c:v>
                </c:pt>
                <c:pt idx="2084">
                  <c:v>6937</c:v>
                </c:pt>
                <c:pt idx="2085">
                  <c:v>6941</c:v>
                </c:pt>
                <c:pt idx="2086">
                  <c:v>6944</c:v>
                </c:pt>
                <c:pt idx="2087">
                  <c:v>6947</c:v>
                </c:pt>
                <c:pt idx="2088">
                  <c:v>6951</c:v>
                </c:pt>
                <c:pt idx="2089">
                  <c:v>6954</c:v>
                </c:pt>
                <c:pt idx="2090">
                  <c:v>6957</c:v>
                </c:pt>
                <c:pt idx="2091">
                  <c:v>6961</c:v>
                </c:pt>
                <c:pt idx="2092">
                  <c:v>6964</c:v>
                </c:pt>
                <c:pt idx="2093">
                  <c:v>6967</c:v>
                </c:pt>
                <c:pt idx="2094">
                  <c:v>6971</c:v>
                </c:pt>
                <c:pt idx="2095">
                  <c:v>6974</c:v>
                </c:pt>
                <c:pt idx="2096">
                  <c:v>6977</c:v>
                </c:pt>
                <c:pt idx="2097">
                  <c:v>6981</c:v>
                </c:pt>
                <c:pt idx="2098">
                  <c:v>6984</c:v>
                </c:pt>
                <c:pt idx="2099">
                  <c:v>6987</c:v>
                </c:pt>
                <c:pt idx="2100">
                  <c:v>6991</c:v>
                </c:pt>
                <c:pt idx="2101">
                  <c:v>6994</c:v>
                </c:pt>
                <c:pt idx="2102">
                  <c:v>6997</c:v>
                </c:pt>
                <c:pt idx="2103">
                  <c:v>7001</c:v>
                </c:pt>
                <c:pt idx="2104">
                  <c:v>7004</c:v>
                </c:pt>
                <c:pt idx="2105">
                  <c:v>7007</c:v>
                </c:pt>
                <c:pt idx="2106">
                  <c:v>7011</c:v>
                </c:pt>
                <c:pt idx="2107">
                  <c:v>7014</c:v>
                </c:pt>
                <c:pt idx="2108">
                  <c:v>7017</c:v>
                </c:pt>
                <c:pt idx="2109">
                  <c:v>7021</c:v>
                </c:pt>
                <c:pt idx="2110">
                  <c:v>7024</c:v>
                </c:pt>
                <c:pt idx="2111">
                  <c:v>7027</c:v>
                </c:pt>
                <c:pt idx="2112">
                  <c:v>7031</c:v>
                </c:pt>
                <c:pt idx="2113">
                  <c:v>7034</c:v>
                </c:pt>
                <c:pt idx="2114">
                  <c:v>7037</c:v>
                </c:pt>
                <c:pt idx="2115">
                  <c:v>7041</c:v>
                </c:pt>
                <c:pt idx="2116">
                  <c:v>7044</c:v>
                </c:pt>
                <c:pt idx="2117">
                  <c:v>7047</c:v>
                </c:pt>
                <c:pt idx="2118">
                  <c:v>7050</c:v>
                </c:pt>
                <c:pt idx="2119">
                  <c:v>7054</c:v>
                </c:pt>
                <c:pt idx="2120">
                  <c:v>7057</c:v>
                </c:pt>
                <c:pt idx="2121">
                  <c:v>7060</c:v>
                </c:pt>
                <c:pt idx="2122">
                  <c:v>7064</c:v>
                </c:pt>
                <c:pt idx="2123">
                  <c:v>7067</c:v>
                </c:pt>
                <c:pt idx="2124">
                  <c:v>7070</c:v>
                </c:pt>
                <c:pt idx="2125">
                  <c:v>7074</c:v>
                </c:pt>
                <c:pt idx="2126">
                  <c:v>7077</c:v>
                </c:pt>
                <c:pt idx="2127">
                  <c:v>7080</c:v>
                </c:pt>
                <c:pt idx="2128">
                  <c:v>7084</c:v>
                </c:pt>
                <c:pt idx="2129">
                  <c:v>7087</c:v>
                </c:pt>
                <c:pt idx="2130">
                  <c:v>7090</c:v>
                </c:pt>
                <c:pt idx="2131">
                  <c:v>7094</c:v>
                </c:pt>
                <c:pt idx="2132">
                  <c:v>7097</c:v>
                </c:pt>
                <c:pt idx="2133">
                  <c:v>7100</c:v>
                </c:pt>
                <c:pt idx="2134">
                  <c:v>7104</c:v>
                </c:pt>
                <c:pt idx="2135">
                  <c:v>7107</c:v>
                </c:pt>
                <c:pt idx="2136">
                  <c:v>7110</c:v>
                </c:pt>
                <c:pt idx="2137">
                  <c:v>7114</c:v>
                </c:pt>
                <c:pt idx="2138">
                  <c:v>7117</c:v>
                </c:pt>
                <c:pt idx="2139">
                  <c:v>7120</c:v>
                </c:pt>
                <c:pt idx="2140">
                  <c:v>7124</c:v>
                </c:pt>
                <c:pt idx="2141">
                  <c:v>7127</c:v>
                </c:pt>
                <c:pt idx="2142">
                  <c:v>7130</c:v>
                </c:pt>
                <c:pt idx="2143">
                  <c:v>7134</c:v>
                </c:pt>
                <c:pt idx="2144">
                  <c:v>7137</c:v>
                </c:pt>
                <c:pt idx="2145">
                  <c:v>7140</c:v>
                </c:pt>
                <c:pt idx="2146">
                  <c:v>7144</c:v>
                </c:pt>
                <c:pt idx="2147">
                  <c:v>7147</c:v>
                </c:pt>
                <c:pt idx="2148">
                  <c:v>7150</c:v>
                </c:pt>
                <c:pt idx="2149">
                  <c:v>7154</c:v>
                </c:pt>
                <c:pt idx="2150">
                  <c:v>7157</c:v>
                </c:pt>
                <c:pt idx="2151">
                  <c:v>7160</c:v>
                </c:pt>
                <c:pt idx="2152">
                  <c:v>7164</c:v>
                </c:pt>
                <c:pt idx="2153">
                  <c:v>7167</c:v>
                </c:pt>
                <c:pt idx="2154">
                  <c:v>7170</c:v>
                </c:pt>
                <c:pt idx="2155">
                  <c:v>7174</c:v>
                </c:pt>
                <c:pt idx="2156">
                  <c:v>7177</c:v>
                </c:pt>
                <c:pt idx="2157">
                  <c:v>7180</c:v>
                </c:pt>
                <c:pt idx="2158">
                  <c:v>7184</c:v>
                </c:pt>
                <c:pt idx="2159">
                  <c:v>7187</c:v>
                </c:pt>
                <c:pt idx="2160">
                  <c:v>7190</c:v>
                </c:pt>
                <c:pt idx="2161">
                  <c:v>7194</c:v>
                </c:pt>
                <c:pt idx="2162">
                  <c:v>7197</c:v>
                </c:pt>
                <c:pt idx="2163">
                  <c:v>7200</c:v>
                </c:pt>
                <c:pt idx="2164">
                  <c:v>7204</c:v>
                </c:pt>
                <c:pt idx="2165">
                  <c:v>7207</c:v>
                </c:pt>
                <c:pt idx="2166">
                  <c:v>7210</c:v>
                </c:pt>
                <c:pt idx="2167">
                  <c:v>7214</c:v>
                </c:pt>
                <c:pt idx="2168">
                  <c:v>7217</c:v>
                </c:pt>
                <c:pt idx="2169">
                  <c:v>7220</c:v>
                </c:pt>
                <c:pt idx="2170">
                  <c:v>7224</c:v>
                </c:pt>
                <c:pt idx="2171">
                  <c:v>7227</c:v>
                </c:pt>
                <c:pt idx="2172">
                  <c:v>7230</c:v>
                </c:pt>
                <c:pt idx="2173">
                  <c:v>7233</c:v>
                </c:pt>
                <c:pt idx="2174">
                  <c:v>7237</c:v>
                </c:pt>
                <c:pt idx="2175">
                  <c:v>7240</c:v>
                </c:pt>
                <c:pt idx="2176">
                  <c:v>7243</c:v>
                </c:pt>
                <c:pt idx="2177">
                  <c:v>7247</c:v>
                </c:pt>
                <c:pt idx="2178">
                  <c:v>7250</c:v>
                </c:pt>
                <c:pt idx="2179">
                  <c:v>7253</c:v>
                </c:pt>
                <c:pt idx="2180">
                  <c:v>7257</c:v>
                </c:pt>
                <c:pt idx="2181">
                  <c:v>7260</c:v>
                </c:pt>
                <c:pt idx="2182">
                  <c:v>7263</c:v>
                </c:pt>
                <c:pt idx="2183">
                  <c:v>7267</c:v>
                </c:pt>
                <c:pt idx="2184">
                  <c:v>7270</c:v>
                </c:pt>
                <c:pt idx="2185">
                  <c:v>7273</c:v>
                </c:pt>
                <c:pt idx="2186">
                  <c:v>7277</c:v>
                </c:pt>
                <c:pt idx="2187">
                  <c:v>7280</c:v>
                </c:pt>
                <c:pt idx="2188">
                  <c:v>7283</c:v>
                </c:pt>
                <c:pt idx="2189">
                  <c:v>7287</c:v>
                </c:pt>
                <c:pt idx="2190">
                  <c:v>7290</c:v>
                </c:pt>
                <c:pt idx="2191">
                  <c:v>7293</c:v>
                </c:pt>
                <c:pt idx="2192">
                  <c:v>7297</c:v>
                </c:pt>
                <c:pt idx="2193">
                  <c:v>7300</c:v>
                </c:pt>
                <c:pt idx="2194">
                  <c:v>7303</c:v>
                </c:pt>
                <c:pt idx="2195">
                  <c:v>7307</c:v>
                </c:pt>
                <c:pt idx="2196">
                  <c:v>7310</c:v>
                </c:pt>
                <c:pt idx="2197">
                  <c:v>7313</c:v>
                </c:pt>
                <c:pt idx="2198">
                  <c:v>7317</c:v>
                </c:pt>
                <c:pt idx="2199">
                  <c:v>7320</c:v>
                </c:pt>
                <c:pt idx="2200">
                  <c:v>7323</c:v>
                </c:pt>
                <c:pt idx="2201">
                  <c:v>7327</c:v>
                </c:pt>
                <c:pt idx="2202">
                  <c:v>7330</c:v>
                </c:pt>
                <c:pt idx="2203">
                  <c:v>7333</c:v>
                </c:pt>
                <c:pt idx="2204">
                  <c:v>7337</c:v>
                </c:pt>
                <c:pt idx="2205">
                  <c:v>7340</c:v>
                </c:pt>
                <c:pt idx="2206">
                  <c:v>7343</c:v>
                </c:pt>
                <c:pt idx="2207">
                  <c:v>7347</c:v>
                </c:pt>
                <c:pt idx="2208">
                  <c:v>7350</c:v>
                </c:pt>
                <c:pt idx="2209">
                  <c:v>7353</c:v>
                </c:pt>
                <c:pt idx="2210">
                  <c:v>7357</c:v>
                </c:pt>
                <c:pt idx="2211">
                  <c:v>7360</c:v>
                </c:pt>
                <c:pt idx="2212">
                  <c:v>7363</c:v>
                </c:pt>
                <c:pt idx="2213">
                  <c:v>7367</c:v>
                </c:pt>
                <c:pt idx="2214">
                  <c:v>7370</c:v>
                </c:pt>
                <c:pt idx="2215">
                  <c:v>7373</c:v>
                </c:pt>
                <c:pt idx="2216">
                  <c:v>7377</c:v>
                </c:pt>
                <c:pt idx="2217">
                  <c:v>7380</c:v>
                </c:pt>
                <c:pt idx="2218">
                  <c:v>7383</c:v>
                </c:pt>
                <c:pt idx="2219">
                  <c:v>7387</c:v>
                </c:pt>
                <c:pt idx="2220">
                  <c:v>7390</c:v>
                </c:pt>
                <c:pt idx="2221">
                  <c:v>7393</c:v>
                </c:pt>
                <c:pt idx="2222">
                  <c:v>7397</c:v>
                </c:pt>
                <c:pt idx="2223">
                  <c:v>7400</c:v>
                </c:pt>
                <c:pt idx="2224">
                  <c:v>7403</c:v>
                </c:pt>
                <c:pt idx="2225">
                  <c:v>7407</c:v>
                </c:pt>
                <c:pt idx="2226">
                  <c:v>7410</c:v>
                </c:pt>
                <c:pt idx="2227">
                  <c:v>7413</c:v>
                </c:pt>
                <c:pt idx="2228">
                  <c:v>7416</c:v>
                </c:pt>
                <c:pt idx="2229">
                  <c:v>7420</c:v>
                </c:pt>
                <c:pt idx="2230">
                  <c:v>7423</c:v>
                </c:pt>
                <c:pt idx="2231">
                  <c:v>7426</c:v>
                </c:pt>
                <c:pt idx="2232">
                  <c:v>7430</c:v>
                </c:pt>
                <c:pt idx="2233">
                  <c:v>7433</c:v>
                </c:pt>
                <c:pt idx="2234">
                  <c:v>7436</c:v>
                </c:pt>
                <c:pt idx="2235">
                  <c:v>7440</c:v>
                </c:pt>
                <c:pt idx="2236">
                  <c:v>7443</c:v>
                </c:pt>
                <c:pt idx="2237">
                  <c:v>7446</c:v>
                </c:pt>
                <c:pt idx="2238">
                  <c:v>7450</c:v>
                </c:pt>
                <c:pt idx="2239">
                  <c:v>7453</c:v>
                </c:pt>
                <c:pt idx="2240">
                  <c:v>7456</c:v>
                </c:pt>
                <c:pt idx="2241">
                  <c:v>7460</c:v>
                </c:pt>
                <c:pt idx="2242">
                  <c:v>7463</c:v>
                </c:pt>
                <c:pt idx="2243">
                  <c:v>7466</c:v>
                </c:pt>
                <c:pt idx="2244">
                  <c:v>7470</c:v>
                </c:pt>
                <c:pt idx="2245">
                  <c:v>7473</c:v>
                </c:pt>
                <c:pt idx="2246">
                  <c:v>7476</c:v>
                </c:pt>
                <c:pt idx="2247">
                  <c:v>7480</c:v>
                </c:pt>
                <c:pt idx="2248">
                  <c:v>7483</c:v>
                </c:pt>
                <c:pt idx="2249">
                  <c:v>7486</c:v>
                </c:pt>
                <c:pt idx="2250">
                  <c:v>7490</c:v>
                </c:pt>
                <c:pt idx="2251">
                  <c:v>7493</c:v>
                </c:pt>
                <c:pt idx="2252">
                  <c:v>7496</c:v>
                </c:pt>
                <c:pt idx="2253">
                  <c:v>7500</c:v>
                </c:pt>
                <c:pt idx="2254">
                  <c:v>7503</c:v>
                </c:pt>
                <c:pt idx="2255">
                  <c:v>7506</c:v>
                </c:pt>
                <c:pt idx="2256">
                  <c:v>7510</c:v>
                </c:pt>
                <c:pt idx="2257">
                  <c:v>7513</c:v>
                </c:pt>
                <c:pt idx="2258">
                  <c:v>7516</c:v>
                </c:pt>
                <c:pt idx="2259">
                  <c:v>7520</c:v>
                </c:pt>
                <c:pt idx="2260">
                  <c:v>7523</c:v>
                </c:pt>
                <c:pt idx="2261">
                  <c:v>7526</c:v>
                </c:pt>
                <c:pt idx="2262">
                  <c:v>7530</c:v>
                </c:pt>
                <c:pt idx="2263">
                  <c:v>7533</c:v>
                </c:pt>
                <c:pt idx="2264">
                  <c:v>7536</c:v>
                </c:pt>
                <c:pt idx="2265">
                  <c:v>7540</c:v>
                </c:pt>
                <c:pt idx="2266">
                  <c:v>7543</c:v>
                </c:pt>
                <c:pt idx="2267">
                  <c:v>7546</c:v>
                </c:pt>
                <c:pt idx="2268">
                  <c:v>7550</c:v>
                </c:pt>
                <c:pt idx="2269">
                  <c:v>7553</c:v>
                </c:pt>
                <c:pt idx="2270">
                  <c:v>7556</c:v>
                </c:pt>
                <c:pt idx="2271">
                  <c:v>7560</c:v>
                </c:pt>
                <c:pt idx="2272">
                  <c:v>7563</c:v>
                </c:pt>
                <c:pt idx="2273">
                  <c:v>7566</c:v>
                </c:pt>
                <c:pt idx="2274">
                  <c:v>7570</c:v>
                </c:pt>
                <c:pt idx="2275">
                  <c:v>7573</c:v>
                </c:pt>
                <c:pt idx="2276">
                  <c:v>7576</c:v>
                </c:pt>
                <c:pt idx="2277">
                  <c:v>7580</c:v>
                </c:pt>
                <c:pt idx="2278">
                  <c:v>7583</c:v>
                </c:pt>
                <c:pt idx="2279">
                  <c:v>7586</c:v>
                </c:pt>
                <c:pt idx="2280">
                  <c:v>7590</c:v>
                </c:pt>
                <c:pt idx="2281">
                  <c:v>7593</c:v>
                </c:pt>
                <c:pt idx="2282">
                  <c:v>7596</c:v>
                </c:pt>
                <c:pt idx="2283">
                  <c:v>7599</c:v>
                </c:pt>
                <c:pt idx="2284">
                  <c:v>7603</c:v>
                </c:pt>
                <c:pt idx="2285">
                  <c:v>7606</c:v>
                </c:pt>
                <c:pt idx="2286">
                  <c:v>7609</c:v>
                </c:pt>
                <c:pt idx="2287">
                  <c:v>7613</c:v>
                </c:pt>
                <c:pt idx="2288">
                  <c:v>7616</c:v>
                </c:pt>
                <c:pt idx="2289">
                  <c:v>7619</c:v>
                </c:pt>
                <c:pt idx="2290">
                  <c:v>7623</c:v>
                </c:pt>
                <c:pt idx="2291">
                  <c:v>7626</c:v>
                </c:pt>
                <c:pt idx="2292">
                  <c:v>7629</c:v>
                </c:pt>
                <c:pt idx="2293">
                  <c:v>7633</c:v>
                </c:pt>
                <c:pt idx="2294">
                  <c:v>7636</c:v>
                </c:pt>
                <c:pt idx="2295">
                  <c:v>7639</c:v>
                </c:pt>
                <c:pt idx="2296">
                  <c:v>7643</c:v>
                </c:pt>
                <c:pt idx="2297">
                  <c:v>7646</c:v>
                </c:pt>
                <c:pt idx="2298">
                  <c:v>7649</c:v>
                </c:pt>
                <c:pt idx="2299">
                  <c:v>7653</c:v>
                </c:pt>
                <c:pt idx="2300">
                  <c:v>7656</c:v>
                </c:pt>
                <c:pt idx="2301">
                  <c:v>7659</c:v>
                </c:pt>
                <c:pt idx="2302">
                  <c:v>7663</c:v>
                </c:pt>
                <c:pt idx="2303">
                  <c:v>7666</c:v>
                </c:pt>
                <c:pt idx="2304">
                  <c:v>7669</c:v>
                </c:pt>
                <c:pt idx="2305">
                  <c:v>7673</c:v>
                </c:pt>
                <c:pt idx="2306">
                  <c:v>7676</c:v>
                </c:pt>
                <c:pt idx="2307">
                  <c:v>7679</c:v>
                </c:pt>
                <c:pt idx="2308">
                  <c:v>7683</c:v>
                </c:pt>
                <c:pt idx="2309">
                  <c:v>7686</c:v>
                </c:pt>
                <c:pt idx="2310">
                  <c:v>7689</c:v>
                </c:pt>
                <c:pt idx="2311">
                  <c:v>7693</c:v>
                </c:pt>
                <c:pt idx="2312">
                  <c:v>7696</c:v>
                </c:pt>
                <c:pt idx="2313">
                  <c:v>7699</c:v>
                </c:pt>
                <c:pt idx="2314">
                  <c:v>7703</c:v>
                </c:pt>
                <c:pt idx="2315">
                  <c:v>7706</c:v>
                </c:pt>
                <c:pt idx="2316">
                  <c:v>7709</c:v>
                </c:pt>
                <c:pt idx="2317">
                  <c:v>7713</c:v>
                </c:pt>
                <c:pt idx="2318">
                  <c:v>7716</c:v>
                </c:pt>
                <c:pt idx="2319">
                  <c:v>7719</c:v>
                </c:pt>
                <c:pt idx="2320">
                  <c:v>7723</c:v>
                </c:pt>
                <c:pt idx="2321">
                  <c:v>7726</c:v>
                </c:pt>
                <c:pt idx="2322">
                  <c:v>7729</c:v>
                </c:pt>
                <c:pt idx="2323">
                  <c:v>7733</c:v>
                </c:pt>
                <c:pt idx="2324">
                  <c:v>7736</c:v>
                </c:pt>
                <c:pt idx="2325">
                  <c:v>7739</c:v>
                </c:pt>
                <c:pt idx="2326">
                  <c:v>7743</c:v>
                </c:pt>
                <c:pt idx="2327">
                  <c:v>7746</c:v>
                </c:pt>
                <c:pt idx="2328">
                  <c:v>7749</c:v>
                </c:pt>
                <c:pt idx="2329">
                  <c:v>7753</c:v>
                </c:pt>
                <c:pt idx="2330">
                  <c:v>7756</c:v>
                </c:pt>
                <c:pt idx="2331">
                  <c:v>7759</c:v>
                </c:pt>
                <c:pt idx="2332">
                  <c:v>7763</c:v>
                </c:pt>
                <c:pt idx="2333">
                  <c:v>7766</c:v>
                </c:pt>
                <c:pt idx="2334">
                  <c:v>7769</c:v>
                </c:pt>
                <c:pt idx="2335">
                  <c:v>7773</c:v>
                </c:pt>
                <c:pt idx="2336">
                  <c:v>7776</c:v>
                </c:pt>
                <c:pt idx="2337">
                  <c:v>7779</c:v>
                </c:pt>
                <c:pt idx="2338">
                  <c:v>7782</c:v>
                </c:pt>
                <c:pt idx="2339">
                  <c:v>7786</c:v>
                </c:pt>
                <c:pt idx="2340">
                  <c:v>7789</c:v>
                </c:pt>
                <c:pt idx="2341">
                  <c:v>7792</c:v>
                </c:pt>
                <c:pt idx="2342">
                  <c:v>7796</c:v>
                </c:pt>
                <c:pt idx="2343">
                  <c:v>7799</c:v>
                </c:pt>
                <c:pt idx="2344">
                  <c:v>7802</c:v>
                </c:pt>
                <c:pt idx="2345">
                  <c:v>7806</c:v>
                </c:pt>
                <c:pt idx="2346">
                  <c:v>7809</c:v>
                </c:pt>
                <c:pt idx="2347">
                  <c:v>7812</c:v>
                </c:pt>
                <c:pt idx="2348">
                  <c:v>7816</c:v>
                </c:pt>
                <c:pt idx="2349">
                  <c:v>7819</c:v>
                </c:pt>
                <c:pt idx="2350">
                  <c:v>7822</c:v>
                </c:pt>
                <c:pt idx="2351">
                  <c:v>7826</c:v>
                </c:pt>
                <c:pt idx="2352">
                  <c:v>7829</c:v>
                </c:pt>
                <c:pt idx="2353">
                  <c:v>7832</c:v>
                </c:pt>
                <c:pt idx="2354">
                  <c:v>7836</c:v>
                </c:pt>
                <c:pt idx="2355">
                  <c:v>7839</c:v>
                </c:pt>
                <c:pt idx="2356">
                  <c:v>7842</c:v>
                </c:pt>
                <c:pt idx="2357">
                  <c:v>7846</c:v>
                </c:pt>
                <c:pt idx="2358">
                  <c:v>7849</c:v>
                </c:pt>
                <c:pt idx="2359">
                  <c:v>7852</c:v>
                </c:pt>
                <c:pt idx="2360">
                  <c:v>7856</c:v>
                </c:pt>
                <c:pt idx="2361">
                  <c:v>7859</c:v>
                </c:pt>
                <c:pt idx="2362">
                  <c:v>7862</c:v>
                </c:pt>
                <c:pt idx="2363">
                  <c:v>7866</c:v>
                </c:pt>
                <c:pt idx="2364">
                  <c:v>7869</c:v>
                </c:pt>
                <c:pt idx="2365">
                  <c:v>7872</c:v>
                </c:pt>
                <c:pt idx="2366">
                  <c:v>7876</c:v>
                </c:pt>
                <c:pt idx="2367">
                  <c:v>7879</c:v>
                </c:pt>
                <c:pt idx="2368">
                  <c:v>7882</c:v>
                </c:pt>
                <c:pt idx="2369">
                  <c:v>7886</c:v>
                </c:pt>
                <c:pt idx="2370">
                  <c:v>7889</c:v>
                </c:pt>
                <c:pt idx="2371">
                  <c:v>7892</c:v>
                </c:pt>
                <c:pt idx="2372">
                  <c:v>7896</c:v>
                </c:pt>
                <c:pt idx="2373">
                  <c:v>7899</c:v>
                </c:pt>
                <c:pt idx="2374">
                  <c:v>7902</c:v>
                </c:pt>
                <c:pt idx="2375">
                  <c:v>7906</c:v>
                </c:pt>
                <c:pt idx="2376">
                  <c:v>7909</c:v>
                </c:pt>
                <c:pt idx="2377">
                  <c:v>7912</c:v>
                </c:pt>
                <c:pt idx="2378">
                  <c:v>7916</c:v>
                </c:pt>
                <c:pt idx="2379">
                  <c:v>7919</c:v>
                </c:pt>
                <c:pt idx="2380">
                  <c:v>7922</c:v>
                </c:pt>
                <c:pt idx="2381">
                  <c:v>7926</c:v>
                </c:pt>
                <c:pt idx="2382">
                  <c:v>7929</c:v>
                </c:pt>
                <c:pt idx="2383">
                  <c:v>7932</c:v>
                </c:pt>
                <c:pt idx="2384">
                  <c:v>7936</c:v>
                </c:pt>
                <c:pt idx="2385">
                  <c:v>7939</c:v>
                </c:pt>
                <c:pt idx="2386">
                  <c:v>7942</c:v>
                </c:pt>
                <c:pt idx="2387">
                  <c:v>7946</c:v>
                </c:pt>
                <c:pt idx="2388">
                  <c:v>7949</c:v>
                </c:pt>
                <c:pt idx="2389">
                  <c:v>7952</c:v>
                </c:pt>
                <c:pt idx="2390">
                  <c:v>7956</c:v>
                </c:pt>
                <c:pt idx="2391">
                  <c:v>7959</c:v>
                </c:pt>
                <c:pt idx="2392">
                  <c:v>7962</c:v>
                </c:pt>
                <c:pt idx="2393">
                  <c:v>7965</c:v>
                </c:pt>
                <c:pt idx="2394">
                  <c:v>7969</c:v>
                </c:pt>
                <c:pt idx="2395">
                  <c:v>7972</c:v>
                </c:pt>
                <c:pt idx="2396">
                  <c:v>7975</c:v>
                </c:pt>
                <c:pt idx="2397">
                  <c:v>7979</c:v>
                </c:pt>
                <c:pt idx="2398">
                  <c:v>7982</c:v>
                </c:pt>
                <c:pt idx="2399">
                  <c:v>7985</c:v>
                </c:pt>
                <c:pt idx="2400">
                  <c:v>7989</c:v>
                </c:pt>
                <c:pt idx="2401">
                  <c:v>7992</c:v>
                </c:pt>
                <c:pt idx="2402">
                  <c:v>7995</c:v>
                </c:pt>
                <c:pt idx="2403">
                  <c:v>7999</c:v>
                </c:pt>
                <c:pt idx="2404">
                  <c:v>8002</c:v>
                </c:pt>
                <c:pt idx="2405">
                  <c:v>8005</c:v>
                </c:pt>
                <c:pt idx="2406">
                  <c:v>8009</c:v>
                </c:pt>
                <c:pt idx="2407">
                  <c:v>8012</c:v>
                </c:pt>
                <c:pt idx="2408">
                  <c:v>8015</c:v>
                </c:pt>
                <c:pt idx="2409">
                  <c:v>8019</c:v>
                </c:pt>
                <c:pt idx="2410">
                  <c:v>8022</c:v>
                </c:pt>
                <c:pt idx="2411">
                  <c:v>8025</c:v>
                </c:pt>
                <c:pt idx="2412">
                  <c:v>8029</c:v>
                </c:pt>
                <c:pt idx="2413">
                  <c:v>8032</c:v>
                </c:pt>
                <c:pt idx="2414">
                  <c:v>8035</c:v>
                </c:pt>
                <c:pt idx="2415">
                  <c:v>8039</c:v>
                </c:pt>
                <c:pt idx="2416">
                  <c:v>8042</c:v>
                </c:pt>
                <c:pt idx="2417">
                  <c:v>8045</c:v>
                </c:pt>
                <c:pt idx="2418">
                  <c:v>8049</c:v>
                </c:pt>
                <c:pt idx="2419">
                  <c:v>8052</c:v>
                </c:pt>
                <c:pt idx="2420">
                  <c:v>8055</c:v>
                </c:pt>
                <c:pt idx="2421">
                  <c:v>8059</c:v>
                </c:pt>
                <c:pt idx="2422">
                  <c:v>8062</c:v>
                </c:pt>
                <c:pt idx="2423">
                  <c:v>8065</c:v>
                </c:pt>
                <c:pt idx="2424">
                  <c:v>8069</c:v>
                </c:pt>
                <c:pt idx="2425">
                  <c:v>8072</c:v>
                </c:pt>
                <c:pt idx="2426">
                  <c:v>8075</c:v>
                </c:pt>
                <c:pt idx="2427">
                  <c:v>8079</c:v>
                </c:pt>
                <c:pt idx="2428">
                  <c:v>8082</c:v>
                </c:pt>
                <c:pt idx="2429">
                  <c:v>8085</c:v>
                </c:pt>
                <c:pt idx="2430">
                  <c:v>8089</c:v>
                </c:pt>
                <c:pt idx="2431">
                  <c:v>8092</c:v>
                </c:pt>
                <c:pt idx="2432">
                  <c:v>8095</c:v>
                </c:pt>
                <c:pt idx="2433">
                  <c:v>8099</c:v>
                </c:pt>
                <c:pt idx="2434">
                  <c:v>8102</c:v>
                </c:pt>
                <c:pt idx="2435">
                  <c:v>8105</c:v>
                </c:pt>
                <c:pt idx="2436">
                  <c:v>8109</c:v>
                </c:pt>
                <c:pt idx="2437">
                  <c:v>8112</c:v>
                </c:pt>
                <c:pt idx="2438">
                  <c:v>8115</c:v>
                </c:pt>
                <c:pt idx="2439">
                  <c:v>8119</c:v>
                </c:pt>
                <c:pt idx="2440">
                  <c:v>8122</c:v>
                </c:pt>
                <c:pt idx="2441">
                  <c:v>8125</c:v>
                </c:pt>
                <c:pt idx="2442">
                  <c:v>8129</c:v>
                </c:pt>
                <c:pt idx="2443">
                  <c:v>8132</c:v>
                </c:pt>
                <c:pt idx="2444">
                  <c:v>8135</c:v>
                </c:pt>
                <c:pt idx="2445">
                  <c:v>8139</c:v>
                </c:pt>
                <c:pt idx="2446">
                  <c:v>8142</c:v>
                </c:pt>
                <c:pt idx="2447">
                  <c:v>8145</c:v>
                </c:pt>
                <c:pt idx="2448">
                  <c:v>8148</c:v>
                </c:pt>
                <c:pt idx="2449">
                  <c:v>8152</c:v>
                </c:pt>
                <c:pt idx="2450">
                  <c:v>8155</c:v>
                </c:pt>
                <c:pt idx="2451">
                  <c:v>8158</c:v>
                </c:pt>
                <c:pt idx="2452">
                  <c:v>8162</c:v>
                </c:pt>
                <c:pt idx="2453">
                  <c:v>8165</c:v>
                </c:pt>
                <c:pt idx="2454">
                  <c:v>8168</c:v>
                </c:pt>
                <c:pt idx="2455">
                  <c:v>8172</c:v>
                </c:pt>
                <c:pt idx="2456">
                  <c:v>8175</c:v>
                </c:pt>
                <c:pt idx="2457">
                  <c:v>8178</c:v>
                </c:pt>
                <c:pt idx="2458">
                  <c:v>8182</c:v>
                </c:pt>
                <c:pt idx="2459">
                  <c:v>8185</c:v>
                </c:pt>
                <c:pt idx="2460">
                  <c:v>8188</c:v>
                </c:pt>
                <c:pt idx="2461">
                  <c:v>8192</c:v>
                </c:pt>
                <c:pt idx="2462">
                  <c:v>8195</c:v>
                </c:pt>
                <c:pt idx="2463">
                  <c:v>8198</c:v>
                </c:pt>
                <c:pt idx="2464">
                  <c:v>8202</c:v>
                </c:pt>
                <c:pt idx="2465">
                  <c:v>8205</c:v>
                </c:pt>
                <c:pt idx="2466">
                  <c:v>8208</c:v>
                </c:pt>
                <c:pt idx="2467">
                  <c:v>8212</c:v>
                </c:pt>
                <c:pt idx="2468">
                  <c:v>8215</c:v>
                </c:pt>
                <c:pt idx="2469">
                  <c:v>8218</c:v>
                </c:pt>
                <c:pt idx="2470">
                  <c:v>8222</c:v>
                </c:pt>
                <c:pt idx="2471">
                  <c:v>8225</c:v>
                </c:pt>
                <c:pt idx="2472">
                  <c:v>8228</c:v>
                </c:pt>
                <c:pt idx="2473">
                  <c:v>8232</c:v>
                </c:pt>
                <c:pt idx="2474">
                  <c:v>8235</c:v>
                </c:pt>
                <c:pt idx="2475">
                  <c:v>8238</c:v>
                </c:pt>
                <c:pt idx="2476">
                  <c:v>8242</c:v>
                </c:pt>
                <c:pt idx="2477">
                  <c:v>8245</c:v>
                </c:pt>
                <c:pt idx="2478">
                  <c:v>8248</c:v>
                </c:pt>
                <c:pt idx="2479">
                  <c:v>8252</c:v>
                </c:pt>
                <c:pt idx="2480">
                  <c:v>8255</c:v>
                </c:pt>
                <c:pt idx="2481">
                  <c:v>8258</c:v>
                </c:pt>
                <c:pt idx="2482">
                  <c:v>8262</c:v>
                </c:pt>
                <c:pt idx="2483">
                  <c:v>8265</c:v>
                </c:pt>
                <c:pt idx="2484">
                  <c:v>8268</c:v>
                </c:pt>
                <c:pt idx="2485">
                  <c:v>8272</c:v>
                </c:pt>
                <c:pt idx="2486">
                  <c:v>8275</c:v>
                </c:pt>
                <c:pt idx="2487">
                  <c:v>8278</c:v>
                </c:pt>
                <c:pt idx="2488">
                  <c:v>8282</c:v>
                </c:pt>
                <c:pt idx="2489">
                  <c:v>8285</c:v>
                </c:pt>
                <c:pt idx="2490">
                  <c:v>8288</c:v>
                </c:pt>
                <c:pt idx="2491">
                  <c:v>8292</c:v>
                </c:pt>
                <c:pt idx="2492">
                  <c:v>8295</c:v>
                </c:pt>
                <c:pt idx="2493">
                  <c:v>8298</c:v>
                </c:pt>
                <c:pt idx="2494">
                  <c:v>8302</c:v>
                </c:pt>
                <c:pt idx="2495">
                  <c:v>8305</c:v>
                </c:pt>
                <c:pt idx="2496">
                  <c:v>8308</c:v>
                </c:pt>
                <c:pt idx="2497">
                  <c:v>8312</c:v>
                </c:pt>
                <c:pt idx="2498">
                  <c:v>8315</c:v>
                </c:pt>
                <c:pt idx="2499">
                  <c:v>8318</c:v>
                </c:pt>
                <c:pt idx="2500">
                  <c:v>8322</c:v>
                </c:pt>
                <c:pt idx="2501">
                  <c:v>8325</c:v>
                </c:pt>
                <c:pt idx="2502">
                  <c:v>8328</c:v>
                </c:pt>
                <c:pt idx="2503">
                  <c:v>8331</c:v>
                </c:pt>
                <c:pt idx="2504">
                  <c:v>8335</c:v>
                </c:pt>
                <c:pt idx="2505">
                  <c:v>8338</c:v>
                </c:pt>
                <c:pt idx="2506">
                  <c:v>8341</c:v>
                </c:pt>
                <c:pt idx="2507">
                  <c:v>8345</c:v>
                </c:pt>
                <c:pt idx="2508">
                  <c:v>8348</c:v>
                </c:pt>
                <c:pt idx="2509">
                  <c:v>8351</c:v>
                </c:pt>
                <c:pt idx="2510">
                  <c:v>8355</c:v>
                </c:pt>
                <c:pt idx="2511">
                  <c:v>8358</c:v>
                </c:pt>
                <c:pt idx="2512">
                  <c:v>8361</c:v>
                </c:pt>
                <c:pt idx="2513">
                  <c:v>8365</c:v>
                </c:pt>
                <c:pt idx="2514">
                  <c:v>8368</c:v>
                </c:pt>
                <c:pt idx="2515">
                  <c:v>8371</c:v>
                </c:pt>
                <c:pt idx="2516">
                  <c:v>8375</c:v>
                </c:pt>
                <c:pt idx="2517">
                  <c:v>8378</c:v>
                </c:pt>
                <c:pt idx="2518">
                  <c:v>8381</c:v>
                </c:pt>
                <c:pt idx="2519">
                  <c:v>8385</c:v>
                </c:pt>
                <c:pt idx="2520">
                  <c:v>8388</c:v>
                </c:pt>
                <c:pt idx="2521">
                  <c:v>8391</c:v>
                </c:pt>
                <c:pt idx="2522">
                  <c:v>8395</c:v>
                </c:pt>
                <c:pt idx="2523">
                  <c:v>8398</c:v>
                </c:pt>
                <c:pt idx="2524">
                  <c:v>8401</c:v>
                </c:pt>
                <c:pt idx="2525">
                  <c:v>8405</c:v>
                </c:pt>
                <c:pt idx="2526">
                  <c:v>8408</c:v>
                </c:pt>
                <c:pt idx="2527">
                  <c:v>8411</c:v>
                </c:pt>
                <c:pt idx="2528">
                  <c:v>8415</c:v>
                </c:pt>
                <c:pt idx="2529">
                  <c:v>8418</c:v>
                </c:pt>
                <c:pt idx="2530">
                  <c:v>8421</c:v>
                </c:pt>
                <c:pt idx="2531">
                  <c:v>8425</c:v>
                </c:pt>
                <c:pt idx="2532">
                  <c:v>8428</c:v>
                </c:pt>
                <c:pt idx="2533">
                  <c:v>8431</c:v>
                </c:pt>
                <c:pt idx="2534">
                  <c:v>8435</c:v>
                </c:pt>
                <c:pt idx="2535">
                  <c:v>8438</c:v>
                </c:pt>
                <c:pt idx="2536">
                  <c:v>8441</c:v>
                </c:pt>
                <c:pt idx="2537">
                  <c:v>8445</c:v>
                </c:pt>
                <c:pt idx="2538">
                  <c:v>8448</c:v>
                </c:pt>
                <c:pt idx="2539">
                  <c:v>8451</c:v>
                </c:pt>
                <c:pt idx="2540">
                  <c:v>8455</c:v>
                </c:pt>
                <c:pt idx="2541">
                  <c:v>8458</c:v>
                </c:pt>
                <c:pt idx="2542">
                  <c:v>8461</c:v>
                </c:pt>
                <c:pt idx="2543">
                  <c:v>8465</c:v>
                </c:pt>
                <c:pt idx="2544">
                  <c:v>8468</c:v>
                </c:pt>
                <c:pt idx="2545">
                  <c:v>8471</c:v>
                </c:pt>
                <c:pt idx="2546">
                  <c:v>8475</c:v>
                </c:pt>
                <c:pt idx="2547">
                  <c:v>8478</c:v>
                </c:pt>
                <c:pt idx="2548">
                  <c:v>8481</c:v>
                </c:pt>
                <c:pt idx="2549">
                  <c:v>8485</c:v>
                </c:pt>
                <c:pt idx="2550">
                  <c:v>8488</c:v>
                </c:pt>
                <c:pt idx="2551">
                  <c:v>8491</c:v>
                </c:pt>
                <c:pt idx="2552">
                  <c:v>8495</c:v>
                </c:pt>
                <c:pt idx="2553">
                  <c:v>8498</c:v>
                </c:pt>
                <c:pt idx="2554">
                  <c:v>8501</c:v>
                </c:pt>
                <c:pt idx="2555">
                  <c:v>8505</c:v>
                </c:pt>
                <c:pt idx="2556">
                  <c:v>8508</c:v>
                </c:pt>
                <c:pt idx="2557">
                  <c:v>8511</c:v>
                </c:pt>
                <c:pt idx="2558">
                  <c:v>8514</c:v>
                </c:pt>
                <c:pt idx="2559">
                  <c:v>8518</c:v>
                </c:pt>
                <c:pt idx="2560">
                  <c:v>8521</c:v>
                </c:pt>
                <c:pt idx="2561">
                  <c:v>8524</c:v>
                </c:pt>
                <c:pt idx="2562">
                  <c:v>8528</c:v>
                </c:pt>
                <c:pt idx="2563">
                  <c:v>8531</c:v>
                </c:pt>
                <c:pt idx="2564">
                  <c:v>8534</c:v>
                </c:pt>
                <c:pt idx="2565">
                  <c:v>8538</c:v>
                </c:pt>
                <c:pt idx="2566">
                  <c:v>8541</c:v>
                </c:pt>
                <c:pt idx="2567">
                  <c:v>8544</c:v>
                </c:pt>
                <c:pt idx="2568">
                  <c:v>8548</c:v>
                </c:pt>
                <c:pt idx="2569">
                  <c:v>8551</c:v>
                </c:pt>
                <c:pt idx="2570">
                  <c:v>8554</c:v>
                </c:pt>
                <c:pt idx="2571">
                  <c:v>8558</c:v>
                </c:pt>
                <c:pt idx="2572">
                  <c:v>8561</c:v>
                </c:pt>
                <c:pt idx="2573">
                  <c:v>8564</c:v>
                </c:pt>
                <c:pt idx="2574">
                  <c:v>8568</c:v>
                </c:pt>
                <c:pt idx="2575">
                  <c:v>8571</c:v>
                </c:pt>
                <c:pt idx="2576">
                  <c:v>8574</c:v>
                </c:pt>
                <c:pt idx="2577">
                  <c:v>8578</c:v>
                </c:pt>
                <c:pt idx="2578">
                  <c:v>8581</c:v>
                </c:pt>
                <c:pt idx="2579">
                  <c:v>8584</c:v>
                </c:pt>
                <c:pt idx="2580">
                  <c:v>8588</c:v>
                </c:pt>
                <c:pt idx="2581">
                  <c:v>8591</c:v>
                </c:pt>
                <c:pt idx="2582">
                  <c:v>8594</c:v>
                </c:pt>
                <c:pt idx="2583">
                  <c:v>8598</c:v>
                </c:pt>
                <c:pt idx="2584">
                  <c:v>8601</c:v>
                </c:pt>
                <c:pt idx="2585">
                  <c:v>8604</c:v>
                </c:pt>
                <c:pt idx="2586">
                  <c:v>8608</c:v>
                </c:pt>
                <c:pt idx="2587">
                  <c:v>8611</c:v>
                </c:pt>
                <c:pt idx="2588">
                  <c:v>8614</c:v>
                </c:pt>
                <c:pt idx="2589">
                  <c:v>8618</c:v>
                </c:pt>
                <c:pt idx="2590">
                  <c:v>8621</c:v>
                </c:pt>
                <c:pt idx="2591">
                  <c:v>8624</c:v>
                </c:pt>
                <c:pt idx="2592">
                  <c:v>8628</c:v>
                </c:pt>
                <c:pt idx="2593">
                  <c:v>8631</c:v>
                </c:pt>
                <c:pt idx="2594">
                  <c:v>8634</c:v>
                </c:pt>
                <c:pt idx="2595">
                  <c:v>8638</c:v>
                </c:pt>
                <c:pt idx="2596">
                  <c:v>8641</c:v>
                </c:pt>
                <c:pt idx="2597">
                  <c:v>8644</c:v>
                </c:pt>
                <c:pt idx="2598">
                  <c:v>8648</c:v>
                </c:pt>
                <c:pt idx="2599">
                  <c:v>8651</c:v>
                </c:pt>
                <c:pt idx="2600">
                  <c:v>8654</c:v>
                </c:pt>
                <c:pt idx="2601">
                  <c:v>8658</c:v>
                </c:pt>
                <c:pt idx="2602">
                  <c:v>8661</c:v>
                </c:pt>
                <c:pt idx="2603">
                  <c:v>8664</c:v>
                </c:pt>
                <c:pt idx="2604">
                  <c:v>8668</c:v>
                </c:pt>
                <c:pt idx="2605">
                  <c:v>8671</c:v>
                </c:pt>
                <c:pt idx="2606">
                  <c:v>8674</c:v>
                </c:pt>
                <c:pt idx="2607">
                  <c:v>8678</c:v>
                </c:pt>
                <c:pt idx="2608">
                  <c:v>8681</c:v>
                </c:pt>
                <c:pt idx="2609">
                  <c:v>8684</c:v>
                </c:pt>
                <c:pt idx="2610">
                  <c:v>8688</c:v>
                </c:pt>
                <c:pt idx="2611">
                  <c:v>8691</c:v>
                </c:pt>
                <c:pt idx="2612">
                  <c:v>8694</c:v>
                </c:pt>
                <c:pt idx="2613">
                  <c:v>8697</c:v>
                </c:pt>
                <c:pt idx="2614">
                  <c:v>8701</c:v>
                </c:pt>
                <c:pt idx="2615">
                  <c:v>8704</c:v>
                </c:pt>
                <c:pt idx="2616">
                  <c:v>8707</c:v>
                </c:pt>
                <c:pt idx="2617">
                  <c:v>8711</c:v>
                </c:pt>
                <c:pt idx="2618">
                  <c:v>8714</c:v>
                </c:pt>
                <c:pt idx="2619">
                  <c:v>8717</c:v>
                </c:pt>
                <c:pt idx="2620">
                  <c:v>8721</c:v>
                </c:pt>
                <c:pt idx="2621">
                  <c:v>8724</c:v>
                </c:pt>
                <c:pt idx="2622">
                  <c:v>8727</c:v>
                </c:pt>
                <c:pt idx="2623">
                  <c:v>8731</c:v>
                </c:pt>
                <c:pt idx="2624">
                  <c:v>8734</c:v>
                </c:pt>
                <c:pt idx="2625">
                  <c:v>8737</c:v>
                </c:pt>
                <c:pt idx="2626">
                  <c:v>8741</c:v>
                </c:pt>
                <c:pt idx="2627">
                  <c:v>8744</c:v>
                </c:pt>
                <c:pt idx="2628">
                  <c:v>8747</c:v>
                </c:pt>
                <c:pt idx="2629">
                  <c:v>8751</c:v>
                </c:pt>
                <c:pt idx="2630">
                  <c:v>8754</c:v>
                </c:pt>
                <c:pt idx="2631">
                  <c:v>8757</c:v>
                </c:pt>
                <c:pt idx="2632">
                  <c:v>8761</c:v>
                </c:pt>
                <c:pt idx="2633">
                  <c:v>8764</c:v>
                </c:pt>
                <c:pt idx="2634">
                  <c:v>8767</c:v>
                </c:pt>
                <c:pt idx="2635">
                  <c:v>8771</c:v>
                </c:pt>
                <c:pt idx="2636">
                  <c:v>8774</c:v>
                </c:pt>
                <c:pt idx="2637">
                  <c:v>8777</c:v>
                </c:pt>
                <c:pt idx="2638">
                  <c:v>8781</c:v>
                </c:pt>
                <c:pt idx="2639">
                  <c:v>8784</c:v>
                </c:pt>
                <c:pt idx="2640">
                  <c:v>8787</c:v>
                </c:pt>
                <c:pt idx="2641">
                  <c:v>8791</c:v>
                </c:pt>
                <c:pt idx="2642">
                  <c:v>8794</c:v>
                </c:pt>
                <c:pt idx="2643">
                  <c:v>8797</c:v>
                </c:pt>
                <c:pt idx="2644">
                  <c:v>8801</c:v>
                </c:pt>
                <c:pt idx="2645">
                  <c:v>8804</c:v>
                </c:pt>
                <c:pt idx="2646">
                  <c:v>8807</c:v>
                </c:pt>
                <c:pt idx="2647">
                  <c:v>8811</c:v>
                </c:pt>
                <c:pt idx="2648">
                  <c:v>8814</c:v>
                </c:pt>
                <c:pt idx="2649">
                  <c:v>8817</c:v>
                </c:pt>
                <c:pt idx="2650">
                  <c:v>8821</c:v>
                </c:pt>
                <c:pt idx="2651">
                  <c:v>8824</c:v>
                </c:pt>
                <c:pt idx="2652">
                  <c:v>8827</c:v>
                </c:pt>
                <c:pt idx="2653">
                  <c:v>8831</c:v>
                </c:pt>
                <c:pt idx="2654">
                  <c:v>8834</c:v>
                </c:pt>
                <c:pt idx="2655">
                  <c:v>8837</c:v>
                </c:pt>
                <c:pt idx="2656">
                  <c:v>8841</c:v>
                </c:pt>
                <c:pt idx="2657">
                  <c:v>8844</c:v>
                </c:pt>
                <c:pt idx="2658">
                  <c:v>8847</c:v>
                </c:pt>
                <c:pt idx="2659">
                  <c:v>8851</c:v>
                </c:pt>
                <c:pt idx="2660">
                  <c:v>8854</c:v>
                </c:pt>
                <c:pt idx="2661">
                  <c:v>8857</c:v>
                </c:pt>
                <c:pt idx="2662">
                  <c:v>8861</c:v>
                </c:pt>
                <c:pt idx="2663">
                  <c:v>8864</c:v>
                </c:pt>
                <c:pt idx="2664">
                  <c:v>8867</c:v>
                </c:pt>
                <c:pt idx="2665">
                  <c:v>8871</c:v>
                </c:pt>
                <c:pt idx="2666">
                  <c:v>8874</c:v>
                </c:pt>
                <c:pt idx="2667">
                  <c:v>8877</c:v>
                </c:pt>
                <c:pt idx="2668">
                  <c:v>8880</c:v>
                </c:pt>
                <c:pt idx="2669">
                  <c:v>8884</c:v>
                </c:pt>
                <c:pt idx="2670">
                  <c:v>8887</c:v>
                </c:pt>
                <c:pt idx="2671">
                  <c:v>8890</c:v>
                </c:pt>
                <c:pt idx="2672">
                  <c:v>8894</c:v>
                </c:pt>
                <c:pt idx="2673">
                  <c:v>8897</c:v>
                </c:pt>
                <c:pt idx="2674">
                  <c:v>8900</c:v>
                </c:pt>
                <c:pt idx="2675">
                  <c:v>8904</c:v>
                </c:pt>
                <c:pt idx="2676">
                  <c:v>8907</c:v>
                </c:pt>
                <c:pt idx="2677">
                  <c:v>8910</c:v>
                </c:pt>
                <c:pt idx="2678">
                  <c:v>8914</c:v>
                </c:pt>
                <c:pt idx="2679">
                  <c:v>8917</c:v>
                </c:pt>
                <c:pt idx="2680">
                  <c:v>8920</c:v>
                </c:pt>
                <c:pt idx="2681">
                  <c:v>8924</c:v>
                </c:pt>
                <c:pt idx="2682">
                  <c:v>8927</c:v>
                </c:pt>
                <c:pt idx="2683">
                  <c:v>8930</c:v>
                </c:pt>
                <c:pt idx="2684">
                  <c:v>8934</c:v>
                </c:pt>
                <c:pt idx="2685">
                  <c:v>8937</c:v>
                </c:pt>
                <c:pt idx="2686">
                  <c:v>8940</c:v>
                </c:pt>
                <c:pt idx="2687">
                  <c:v>8944</c:v>
                </c:pt>
                <c:pt idx="2688">
                  <c:v>8947</c:v>
                </c:pt>
                <c:pt idx="2689">
                  <c:v>8950</c:v>
                </c:pt>
                <c:pt idx="2690">
                  <c:v>8954</c:v>
                </c:pt>
                <c:pt idx="2691">
                  <c:v>8957</c:v>
                </c:pt>
                <c:pt idx="2692">
                  <c:v>8960</c:v>
                </c:pt>
                <c:pt idx="2693">
                  <c:v>8964</c:v>
                </c:pt>
                <c:pt idx="2694">
                  <c:v>8967</c:v>
                </c:pt>
                <c:pt idx="2695">
                  <c:v>8970</c:v>
                </c:pt>
                <c:pt idx="2696">
                  <c:v>8974</c:v>
                </c:pt>
                <c:pt idx="2697">
                  <c:v>8977</c:v>
                </c:pt>
                <c:pt idx="2698">
                  <c:v>8980</c:v>
                </c:pt>
                <c:pt idx="2699">
                  <c:v>8984</c:v>
                </c:pt>
                <c:pt idx="2700">
                  <c:v>8987</c:v>
                </c:pt>
                <c:pt idx="2701">
                  <c:v>8990</c:v>
                </c:pt>
                <c:pt idx="2702">
                  <c:v>8994</c:v>
                </c:pt>
                <c:pt idx="2703">
                  <c:v>8997</c:v>
                </c:pt>
                <c:pt idx="2704">
                  <c:v>9000</c:v>
                </c:pt>
                <c:pt idx="2705">
                  <c:v>9004</c:v>
                </c:pt>
                <c:pt idx="2706">
                  <c:v>9007</c:v>
                </c:pt>
                <c:pt idx="2707">
                  <c:v>9010</c:v>
                </c:pt>
                <c:pt idx="2708">
                  <c:v>9014</c:v>
                </c:pt>
                <c:pt idx="2709">
                  <c:v>9017</c:v>
                </c:pt>
                <c:pt idx="2710">
                  <c:v>9020</c:v>
                </c:pt>
                <c:pt idx="2711">
                  <c:v>9024</c:v>
                </c:pt>
                <c:pt idx="2712">
                  <c:v>9027</c:v>
                </c:pt>
                <c:pt idx="2713">
                  <c:v>9030</c:v>
                </c:pt>
                <c:pt idx="2714">
                  <c:v>9034</c:v>
                </c:pt>
                <c:pt idx="2715">
                  <c:v>9037</c:v>
                </c:pt>
                <c:pt idx="2716">
                  <c:v>9040</c:v>
                </c:pt>
                <c:pt idx="2717">
                  <c:v>9044</c:v>
                </c:pt>
                <c:pt idx="2718">
                  <c:v>9047</c:v>
                </c:pt>
                <c:pt idx="2719">
                  <c:v>9050</c:v>
                </c:pt>
                <c:pt idx="2720">
                  <c:v>9054</c:v>
                </c:pt>
                <c:pt idx="2721">
                  <c:v>9057</c:v>
                </c:pt>
                <c:pt idx="2722">
                  <c:v>9060</c:v>
                </c:pt>
                <c:pt idx="2723">
                  <c:v>9063</c:v>
                </c:pt>
                <c:pt idx="2724">
                  <c:v>9067</c:v>
                </c:pt>
                <c:pt idx="2725">
                  <c:v>9070</c:v>
                </c:pt>
                <c:pt idx="2726">
                  <c:v>9073</c:v>
                </c:pt>
                <c:pt idx="2727">
                  <c:v>9077</c:v>
                </c:pt>
                <c:pt idx="2728">
                  <c:v>9080</c:v>
                </c:pt>
                <c:pt idx="2729">
                  <c:v>9083</c:v>
                </c:pt>
                <c:pt idx="2730">
                  <c:v>9087</c:v>
                </c:pt>
                <c:pt idx="2731">
                  <c:v>9090</c:v>
                </c:pt>
                <c:pt idx="2732">
                  <c:v>9093</c:v>
                </c:pt>
                <c:pt idx="2733">
                  <c:v>9097</c:v>
                </c:pt>
                <c:pt idx="2734">
                  <c:v>9100</c:v>
                </c:pt>
                <c:pt idx="2735">
                  <c:v>9103</c:v>
                </c:pt>
                <c:pt idx="2736">
                  <c:v>9107</c:v>
                </c:pt>
                <c:pt idx="2737">
                  <c:v>9110</c:v>
                </c:pt>
                <c:pt idx="2738">
                  <c:v>9113</c:v>
                </c:pt>
                <c:pt idx="2739">
                  <c:v>9117</c:v>
                </c:pt>
                <c:pt idx="2740">
                  <c:v>9120</c:v>
                </c:pt>
                <c:pt idx="2741">
                  <c:v>9123</c:v>
                </c:pt>
                <c:pt idx="2742">
                  <c:v>9127</c:v>
                </c:pt>
                <c:pt idx="2743">
                  <c:v>9130</c:v>
                </c:pt>
                <c:pt idx="2744">
                  <c:v>9133</c:v>
                </c:pt>
                <c:pt idx="2745">
                  <c:v>9137</c:v>
                </c:pt>
                <c:pt idx="2746">
                  <c:v>9140</c:v>
                </c:pt>
                <c:pt idx="2747">
                  <c:v>9143</c:v>
                </c:pt>
                <c:pt idx="2748">
                  <c:v>9147</c:v>
                </c:pt>
                <c:pt idx="2749">
                  <c:v>9150</c:v>
                </c:pt>
                <c:pt idx="2750">
                  <c:v>9153</c:v>
                </c:pt>
                <c:pt idx="2751">
                  <c:v>9157</c:v>
                </c:pt>
                <c:pt idx="2752">
                  <c:v>9160</c:v>
                </c:pt>
                <c:pt idx="2753">
                  <c:v>9163</c:v>
                </c:pt>
                <c:pt idx="2754">
                  <c:v>9167</c:v>
                </c:pt>
                <c:pt idx="2755">
                  <c:v>9170</c:v>
                </c:pt>
                <c:pt idx="2756">
                  <c:v>9173</c:v>
                </c:pt>
                <c:pt idx="2757">
                  <c:v>9177</c:v>
                </c:pt>
                <c:pt idx="2758">
                  <c:v>9180</c:v>
                </c:pt>
                <c:pt idx="2759">
                  <c:v>9183</c:v>
                </c:pt>
                <c:pt idx="2760">
                  <c:v>9187</c:v>
                </c:pt>
                <c:pt idx="2761">
                  <c:v>9190</c:v>
                </c:pt>
                <c:pt idx="2762">
                  <c:v>9193</c:v>
                </c:pt>
                <c:pt idx="2763">
                  <c:v>9197</c:v>
                </c:pt>
                <c:pt idx="2764">
                  <c:v>9200</c:v>
                </c:pt>
                <c:pt idx="2765">
                  <c:v>9203</c:v>
                </c:pt>
                <c:pt idx="2766">
                  <c:v>9207</c:v>
                </c:pt>
                <c:pt idx="2767">
                  <c:v>9210</c:v>
                </c:pt>
                <c:pt idx="2768">
                  <c:v>9213</c:v>
                </c:pt>
                <c:pt idx="2769">
                  <c:v>9217</c:v>
                </c:pt>
                <c:pt idx="2770">
                  <c:v>9220</c:v>
                </c:pt>
                <c:pt idx="2771">
                  <c:v>9223</c:v>
                </c:pt>
                <c:pt idx="2772">
                  <c:v>9227</c:v>
                </c:pt>
                <c:pt idx="2773">
                  <c:v>9230</c:v>
                </c:pt>
                <c:pt idx="2774">
                  <c:v>9233</c:v>
                </c:pt>
                <c:pt idx="2775">
                  <c:v>9237</c:v>
                </c:pt>
                <c:pt idx="2776">
                  <c:v>9240</c:v>
                </c:pt>
                <c:pt idx="2777">
                  <c:v>9243</c:v>
                </c:pt>
                <c:pt idx="2778">
                  <c:v>9246</c:v>
                </c:pt>
                <c:pt idx="2779">
                  <c:v>9250</c:v>
                </c:pt>
                <c:pt idx="2780">
                  <c:v>9253</c:v>
                </c:pt>
                <c:pt idx="2781">
                  <c:v>9256</c:v>
                </c:pt>
                <c:pt idx="2782">
                  <c:v>9260</c:v>
                </c:pt>
                <c:pt idx="2783">
                  <c:v>9263</c:v>
                </c:pt>
                <c:pt idx="2784">
                  <c:v>9266</c:v>
                </c:pt>
                <c:pt idx="2785">
                  <c:v>9270</c:v>
                </c:pt>
                <c:pt idx="2786">
                  <c:v>9273</c:v>
                </c:pt>
                <c:pt idx="2787">
                  <c:v>9276</c:v>
                </c:pt>
                <c:pt idx="2788">
                  <c:v>9280</c:v>
                </c:pt>
                <c:pt idx="2789">
                  <c:v>9283</c:v>
                </c:pt>
                <c:pt idx="2790">
                  <c:v>9286</c:v>
                </c:pt>
                <c:pt idx="2791">
                  <c:v>9290</c:v>
                </c:pt>
                <c:pt idx="2792">
                  <c:v>9293</c:v>
                </c:pt>
                <c:pt idx="2793">
                  <c:v>9296</c:v>
                </c:pt>
                <c:pt idx="2794">
                  <c:v>9300</c:v>
                </c:pt>
                <c:pt idx="2795">
                  <c:v>9303</c:v>
                </c:pt>
                <c:pt idx="2796">
                  <c:v>9306</c:v>
                </c:pt>
                <c:pt idx="2797">
                  <c:v>9310</c:v>
                </c:pt>
                <c:pt idx="2798">
                  <c:v>9313</c:v>
                </c:pt>
                <c:pt idx="2799">
                  <c:v>9316</c:v>
                </c:pt>
                <c:pt idx="2800">
                  <c:v>9320</c:v>
                </c:pt>
                <c:pt idx="2801">
                  <c:v>9323</c:v>
                </c:pt>
                <c:pt idx="2802">
                  <c:v>9326</c:v>
                </c:pt>
                <c:pt idx="2803">
                  <c:v>9330</c:v>
                </c:pt>
                <c:pt idx="2804">
                  <c:v>9333</c:v>
                </c:pt>
                <c:pt idx="2805">
                  <c:v>9336</c:v>
                </c:pt>
                <c:pt idx="2806">
                  <c:v>9340</c:v>
                </c:pt>
                <c:pt idx="2807">
                  <c:v>9343</c:v>
                </c:pt>
                <c:pt idx="2808">
                  <c:v>9346</c:v>
                </c:pt>
                <c:pt idx="2809">
                  <c:v>9350</c:v>
                </c:pt>
                <c:pt idx="2810">
                  <c:v>9353</c:v>
                </c:pt>
                <c:pt idx="2811">
                  <c:v>9356</c:v>
                </c:pt>
                <c:pt idx="2812">
                  <c:v>9360</c:v>
                </c:pt>
                <c:pt idx="2813">
                  <c:v>9363</c:v>
                </c:pt>
                <c:pt idx="2814">
                  <c:v>9366</c:v>
                </c:pt>
                <c:pt idx="2815">
                  <c:v>9370</c:v>
                </c:pt>
                <c:pt idx="2816">
                  <c:v>9373</c:v>
                </c:pt>
                <c:pt idx="2817">
                  <c:v>9376</c:v>
                </c:pt>
                <c:pt idx="2818">
                  <c:v>9380</c:v>
                </c:pt>
                <c:pt idx="2819">
                  <c:v>9383</c:v>
                </c:pt>
                <c:pt idx="2820">
                  <c:v>9386</c:v>
                </c:pt>
                <c:pt idx="2821">
                  <c:v>9390</c:v>
                </c:pt>
                <c:pt idx="2822">
                  <c:v>9393</c:v>
                </c:pt>
                <c:pt idx="2823">
                  <c:v>9396</c:v>
                </c:pt>
                <c:pt idx="2824">
                  <c:v>9400</c:v>
                </c:pt>
                <c:pt idx="2825">
                  <c:v>9403</c:v>
                </c:pt>
                <c:pt idx="2826">
                  <c:v>9406</c:v>
                </c:pt>
                <c:pt idx="2827">
                  <c:v>9410</c:v>
                </c:pt>
                <c:pt idx="2828">
                  <c:v>9413</c:v>
                </c:pt>
                <c:pt idx="2829">
                  <c:v>9416</c:v>
                </c:pt>
                <c:pt idx="2830">
                  <c:v>9420</c:v>
                </c:pt>
                <c:pt idx="2831">
                  <c:v>9423</c:v>
                </c:pt>
                <c:pt idx="2832">
                  <c:v>9426</c:v>
                </c:pt>
                <c:pt idx="2833">
                  <c:v>9429</c:v>
                </c:pt>
                <c:pt idx="2834">
                  <c:v>9433</c:v>
                </c:pt>
                <c:pt idx="2835">
                  <c:v>9436</c:v>
                </c:pt>
                <c:pt idx="2836">
                  <c:v>9439</c:v>
                </c:pt>
                <c:pt idx="2837">
                  <c:v>9443</c:v>
                </c:pt>
                <c:pt idx="2838">
                  <c:v>9446</c:v>
                </c:pt>
                <c:pt idx="2839">
                  <c:v>9449</c:v>
                </c:pt>
                <c:pt idx="2840">
                  <c:v>9453</c:v>
                </c:pt>
                <c:pt idx="2841">
                  <c:v>9456</c:v>
                </c:pt>
                <c:pt idx="2842">
                  <c:v>9459</c:v>
                </c:pt>
                <c:pt idx="2843">
                  <c:v>9463</c:v>
                </c:pt>
                <c:pt idx="2844">
                  <c:v>9466</c:v>
                </c:pt>
                <c:pt idx="2845">
                  <c:v>9469</c:v>
                </c:pt>
                <c:pt idx="2846">
                  <c:v>9473</c:v>
                </c:pt>
                <c:pt idx="2847">
                  <c:v>9476</c:v>
                </c:pt>
                <c:pt idx="2848">
                  <c:v>9479</c:v>
                </c:pt>
                <c:pt idx="2849">
                  <c:v>9483</c:v>
                </c:pt>
                <c:pt idx="2850">
                  <c:v>9486</c:v>
                </c:pt>
                <c:pt idx="2851">
                  <c:v>9489</c:v>
                </c:pt>
                <c:pt idx="2852">
                  <c:v>9493</c:v>
                </c:pt>
                <c:pt idx="2853">
                  <c:v>9496</c:v>
                </c:pt>
                <c:pt idx="2854">
                  <c:v>9499</c:v>
                </c:pt>
                <c:pt idx="2855">
                  <c:v>9503</c:v>
                </c:pt>
                <c:pt idx="2856">
                  <c:v>9506</c:v>
                </c:pt>
                <c:pt idx="2857">
                  <c:v>9509</c:v>
                </c:pt>
                <c:pt idx="2858">
                  <c:v>9513</c:v>
                </c:pt>
                <c:pt idx="2859">
                  <c:v>9516</c:v>
                </c:pt>
                <c:pt idx="2860">
                  <c:v>9519</c:v>
                </c:pt>
                <c:pt idx="2861">
                  <c:v>9523</c:v>
                </c:pt>
                <c:pt idx="2862">
                  <c:v>9526</c:v>
                </c:pt>
                <c:pt idx="2863">
                  <c:v>9529</c:v>
                </c:pt>
                <c:pt idx="2864">
                  <c:v>9533</c:v>
                </c:pt>
                <c:pt idx="2865">
                  <c:v>9536</c:v>
                </c:pt>
                <c:pt idx="2866">
                  <c:v>9539</c:v>
                </c:pt>
                <c:pt idx="2867">
                  <c:v>9543</c:v>
                </c:pt>
                <c:pt idx="2868">
                  <c:v>9546</c:v>
                </c:pt>
                <c:pt idx="2869">
                  <c:v>9549</c:v>
                </c:pt>
                <c:pt idx="2870">
                  <c:v>9553</c:v>
                </c:pt>
                <c:pt idx="2871">
                  <c:v>9556</c:v>
                </c:pt>
                <c:pt idx="2872">
                  <c:v>9559</c:v>
                </c:pt>
                <c:pt idx="2873">
                  <c:v>9563</c:v>
                </c:pt>
                <c:pt idx="2874">
                  <c:v>9566</c:v>
                </c:pt>
                <c:pt idx="2875">
                  <c:v>9569</c:v>
                </c:pt>
                <c:pt idx="2876">
                  <c:v>9573</c:v>
                </c:pt>
                <c:pt idx="2877">
                  <c:v>9576</c:v>
                </c:pt>
                <c:pt idx="2878">
                  <c:v>9579</c:v>
                </c:pt>
                <c:pt idx="2879">
                  <c:v>9583</c:v>
                </c:pt>
                <c:pt idx="2880">
                  <c:v>9586</c:v>
                </c:pt>
                <c:pt idx="2881">
                  <c:v>9589</c:v>
                </c:pt>
                <c:pt idx="2882">
                  <c:v>9593</c:v>
                </c:pt>
                <c:pt idx="2883">
                  <c:v>9596</c:v>
                </c:pt>
                <c:pt idx="2884">
                  <c:v>9599</c:v>
                </c:pt>
                <c:pt idx="2885">
                  <c:v>9603</c:v>
                </c:pt>
                <c:pt idx="2886">
                  <c:v>9606</c:v>
                </c:pt>
                <c:pt idx="2887">
                  <c:v>9609</c:v>
                </c:pt>
                <c:pt idx="2888">
                  <c:v>9612</c:v>
                </c:pt>
                <c:pt idx="2889">
                  <c:v>9616</c:v>
                </c:pt>
                <c:pt idx="2890">
                  <c:v>9619</c:v>
                </c:pt>
                <c:pt idx="2891">
                  <c:v>9622</c:v>
                </c:pt>
                <c:pt idx="2892">
                  <c:v>9626</c:v>
                </c:pt>
                <c:pt idx="2893">
                  <c:v>9629</c:v>
                </c:pt>
                <c:pt idx="2894">
                  <c:v>9632</c:v>
                </c:pt>
                <c:pt idx="2895">
                  <c:v>9636</c:v>
                </c:pt>
                <c:pt idx="2896">
                  <c:v>9639</c:v>
                </c:pt>
                <c:pt idx="2897">
                  <c:v>9642</c:v>
                </c:pt>
                <c:pt idx="2898">
                  <c:v>9646</c:v>
                </c:pt>
                <c:pt idx="2899">
                  <c:v>9649</c:v>
                </c:pt>
                <c:pt idx="2900">
                  <c:v>9652</c:v>
                </c:pt>
                <c:pt idx="2901">
                  <c:v>9656</c:v>
                </c:pt>
                <c:pt idx="2902">
                  <c:v>9659</c:v>
                </c:pt>
                <c:pt idx="2903">
                  <c:v>9662</c:v>
                </c:pt>
                <c:pt idx="2904">
                  <c:v>9666</c:v>
                </c:pt>
                <c:pt idx="2905">
                  <c:v>9669</c:v>
                </c:pt>
                <c:pt idx="2906">
                  <c:v>9672</c:v>
                </c:pt>
                <c:pt idx="2907">
                  <c:v>9676</c:v>
                </c:pt>
                <c:pt idx="2908">
                  <c:v>9679</c:v>
                </c:pt>
                <c:pt idx="2909">
                  <c:v>9682</c:v>
                </c:pt>
                <c:pt idx="2910">
                  <c:v>9686</c:v>
                </c:pt>
                <c:pt idx="2911">
                  <c:v>9689</c:v>
                </c:pt>
                <c:pt idx="2912">
                  <c:v>9692</c:v>
                </c:pt>
                <c:pt idx="2913">
                  <c:v>9696</c:v>
                </c:pt>
                <c:pt idx="2914">
                  <c:v>9699</c:v>
                </c:pt>
                <c:pt idx="2915">
                  <c:v>9702</c:v>
                </c:pt>
                <c:pt idx="2916">
                  <c:v>9706</c:v>
                </c:pt>
                <c:pt idx="2917">
                  <c:v>9709</c:v>
                </c:pt>
                <c:pt idx="2918">
                  <c:v>9712</c:v>
                </c:pt>
                <c:pt idx="2919">
                  <c:v>9716</c:v>
                </c:pt>
                <c:pt idx="2920">
                  <c:v>9719</c:v>
                </c:pt>
                <c:pt idx="2921">
                  <c:v>9722</c:v>
                </c:pt>
                <c:pt idx="2922">
                  <c:v>9726</c:v>
                </c:pt>
                <c:pt idx="2923">
                  <c:v>9729</c:v>
                </c:pt>
                <c:pt idx="2924">
                  <c:v>9732</c:v>
                </c:pt>
                <c:pt idx="2925">
                  <c:v>9736</c:v>
                </c:pt>
                <c:pt idx="2926">
                  <c:v>9739</c:v>
                </c:pt>
                <c:pt idx="2927">
                  <c:v>9742</c:v>
                </c:pt>
                <c:pt idx="2928">
                  <c:v>9746</c:v>
                </c:pt>
                <c:pt idx="2929">
                  <c:v>9749</c:v>
                </c:pt>
                <c:pt idx="2930">
                  <c:v>9752</c:v>
                </c:pt>
                <c:pt idx="2931">
                  <c:v>9756</c:v>
                </c:pt>
                <c:pt idx="2932">
                  <c:v>9759</c:v>
                </c:pt>
                <c:pt idx="2933">
                  <c:v>9762</c:v>
                </c:pt>
                <c:pt idx="2934">
                  <c:v>9766</c:v>
                </c:pt>
                <c:pt idx="2935">
                  <c:v>9769</c:v>
                </c:pt>
                <c:pt idx="2936">
                  <c:v>9772</c:v>
                </c:pt>
                <c:pt idx="2937">
                  <c:v>9776</c:v>
                </c:pt>
                <c:pt idx="2938">
                  <c:v>9779</c:v>
                </c:pt>
                <c:pt idx="2939">
                  <c:v>9782</c:v>
                </c:pt>
                <c:pt idx="2940">
                  <c:v>9786</c:v>
                </c:pt>
                <c:pt idx="2941">
                  <c:v>9789</c:v>
                </c:pt>
                <c:pt idx="2942">
                  <c:v>9792</c:v>
                </c:pt>
                <c:pt idx="2943">
                  <c:v>9795</c:v>
                </c:pt>
                <c:pt idx="2944">
                  <c:v>9799</c:v>
                </c:pt>
                <c:pt idx="2945">
                  <c:v>9802</c:v>
                </c:pt>
                <c:pt idx="2946">
                  <c:v>9805</c:v>
                </c:pt>
                <c:pt idx="2947">
                  <c:v>9809</c:v>
                </c:pt>
                <c:pt idx="2948">
                  <c:v>9812</c:v>
                </c:pt>
                <c:pt idx="2949">
                  <c:v>9815</c:v>
                </c:pt>
                <c:pt idx="2950">
                  <c:v>9819</c:v>
                </c:pt>
                <c:pt idx="2951">
                  <c:v>9822</c:v>
                </c:pt>
                <c:pt idx="2952">
                  <c:v>9825</c:v>
                </c:pt>
                <c:pt idx="2953">
                  <c:v>9829</c:v>
                </c:pt>
                <c:pt idx="2954">
                  <c:v>9832</c:v>
                </c:pt>
                <c:pt idx="2955">
                  <c:v>9835</c:v>
                </c:pt>
                <c:pt idx="2956">
                  <c:v>9839</c:v>
                </c:pt>
                <c:pt idx="2957">
                  <c:v>9842</c:v>
                </c:pt>
                <c:pt idx="2958">
                  <c:v>9845</c:v>
                </c:pt>
                <c:pt idx="2959">
                  <c:v>9849</c:v>
                </c:pt>
                <c:pt idx="2960">
                  <c:v>9852</c:v>
                </c:pt>
                <c:pt idx="2961">
                  <c:v>9855</c:v>
                </c:pt>
                <c:pt idx="2962">
                  <c:v>9859</c:v>
                </c:pt>
                <c:pt idx="2963">
                  <c:v>9862</c:v>
                </c:pt>
                <c:pt idx="2964">
                  <c:v>9865</c:v>
                </c:pt>
                <c:pt idx="2965">
                  <c:v>9869</c:v>
                </c:pt>
                <c:pt idx="2966">
                  <c:v>9872</c:v>
                </c:pt>
                <c:pt idx="2967">
                  <c:v>9875</c:v>
                </c:pt>
                <c:pt idx="2968">
                  <c:v>9879</c:v>
                </c:pt>
                <c:pt idx="2969">
                  <c:v>9882</c:v>
                </c:pt>
                <c:pt idx="2970">
                  <c:v>9885</c:v>
                </c:pt>
                <c:pt idx="2971">
                  <c:v>9889</c:v>
                </c:pt>
                <c:pt idx="2972">
                  <c:v>9892</c:v>
                </c:pt>
                <c:pt idx="2973">
                  <c:v>9895</c:v>
                </c:pt>
                <c:pt idx="2974">
                  <c:v>9899</c:v>
                </c:pt>
                <c:pt idx="2975">
                  <c:v>9902</c:v>
                </c:pt>
                <c:pt idx="2976">
                  <c:v>9905</c:v>
                </c:pt>
                <c:pt idx="2977">
                  <c:v>9909</c:v>
                </c:pt>
                <c:pt idx="2978">
                  <c:v>9912</c:v>
                </c:pt>
                <c:pt idx="2979">
                  <c:v>9915</c:v>
                </c:pt>
                <c:pt idx="2980">
                  <c:v>9919</c:v>
                </c:pt>
                <c:pt idx="2981">
                  <c:v>9922</c:v>
                </c:pt>
                <c:pt idx="2982">
                  <c:v>9925</c:v>
                </c:pt>
                <c:pt idx="2983">
                  <c:v>9929</c:v>
                </c:pt>
                <c:pt idx="2984">
                  <c:v>9932</c:v>
                </c:pt>
                <c:pt idx="2985">
                  <c:v>9935</c:v>
                </c:pt>
                <c:pt idx="2986">
                  <c:v>9939</c:v>
                </c:pt>
                <c:pt idx="2987">
                  <c:v>9942</c:v>
                </c:pt>
                <c:pt idx="2988">
                  <c:v>9945</c:v>
                </c:pt>
                <c:pt idx="2989">
                  <c:v>9949</c:v>
                </c:pt>
                <c:pt idx="2990">
                  <c:v>9952</c:v>
                </c:pt>
                <c:pt idx="2991">
                  <c:v>9955</c:v>
                </c:pt>
                <c:pt idx="2992">
                  <c:v>9959</c:v>
                </c:pt>
                <c:pt idx="2993">
                  <c:v>9962</c:v>
                </c:pt>
                <c:pt idx="2994">
                  <c:v>9965</c:v>
                </c:pt>
                <c:pt idx="2995">
                  <c:v>9969</c:v>
                </c:pt>
                <c:pt idx="2996">
                  <c:v>9972</c:v>
                </c:pt>
                <c:pt idx="2997">
                  <c:v>9975</c:v>
                </c:pt>
                <c:pt idx="2998">
                  <c:v>9978</c:v>
                </c:pt>
                <c:pt idx="2999">
                  <c:v>9982</c:v>
                </c:pt>
                <c:pt idx="3000">
                  <c:v>9985</c:v>
                </c:pt>
                <c:pt idx="3001">
                  <c:v>9988</c:v>
                </c:pt>
                <c:pt idx="3002">
                  <c:v>9992</c:v>
                </c:pt>
                <c:pt idx="3003">
                  <c:v>9995</c:v>
                </c:pt>
                <c:pt idx="3004">
                  <c:v>9998</c:v>
                </c:pt>
                <c:pt idx="3005">
                  <c:v>10002</c:v>
                </c:pt>
                <c:pt idx="3006">
                  <c:v>10005</c:v>
                </c:pt>
                <c:pt idx="3007">
                  <c:v>10008</c:v>
                </c:pt>
                <c:pt idx="3008">
                  <c:v>10012</c:v>
                </c:pt>
                <c:pt idx="3009">
                  <c:v>10015</c:v>
                </c:pt>
                <c:pt idx="3010">
                  <c:v>10018</c:v>
                </c:pt>
                <c:pt idx="3011">
                  <c:v>10022</c:v>
                </c:pt>
                <c:pt idx="3012">
                  <c:v>10025</c:v>
                </c:pt>
                <c:pt idx="3013">
                  <c:v>10028</c:v>
                </c:pt>
                <c:pt idx="3014">
                  <c:v>10032</c:v>
                </c:pt>
                <c:pt idx="3015">
                  <c:v>10035</c:v>
                </c:pt>
                <c:pt idx="3016">
                  <c:v>10038</c:v>
                </c:pt>
                <c:pt idx="3017">
                  <c:v>10042</c:v>
                </c:pt>
                <c:pt idx="3018">
                  <c:v>10045</c:v>
                </c:pt>
                <c:pt idx="3019">
                  <c:v>10048</c:v>
                </c:pt>
                <c:pt idx="3020">
                  <c:v>10052</c:v>
                </c:pt>
                <c:pt idx="3021">
                  <c:v>10055</c:v>
                </c:pt>
                <c:pt idx="3022">
                  <c:v>10058</c:v>
                </c:pt>
                <c:pt idx="3023">
                  <c:v>10062</c:v>
                </c:pt>
                <c:pt idx="3024">
                  <c:v>10065</c:v>
                </c:pt>
                <c:pt idx="3025">
                  <c:v>10068</c:v>
                </c:pt>
                <c:pt idx="3026">
                  <c:v>10072</c:v>
                </c:pt>
                <c:pt idx="3027">
                  <c:v>10075</c:v>
                </c:pt>
                <c:pt idx="3028">
                  <c:v>10078</c:v>
                </c:pt>
                <c:pt idx="3029">
                  <c:v>10082</c:v>
                </c:pt>
                <c:pt idx="3030">
                  <c:v>10085</c:v>
                </c:pt>
                <c:pt idx="3031">
                  <c:v>10088</c:v>
                </c:pt>
                <c:pt idx="3032">
                  <c:v>10092</c:v>
                </c:pt>
                <c:pt idx="3033">
                  <c:v>10095</c:v>
                </c:pt>
                <c:pt idx="3034">
                  <c:v>10098</c:v>
                </c:pt>
                <c:pt idx="3035">
                  <c:v>10102</c:v>
                </c:pt>
                <c:pt idx="3036">
                  <c:v>10105</c:v>
                </c:pt>
                <c:pt idx="3037">
                  <c:v>10108</c:v>
                </c:pt>
                <c:pt idx="3038">
                  <c:v>10112</c:v>
                </c:pt>
                <c:pt idx="3039">
                  <c:v>10115</c:v>
                </c:pt>
                <c:pt idx="3040">
                  <c:v>10118</c:v>
                </c:pt>
                <c:pt idx="3041">
                  <c:v>10122</c:v>
                </c:pt>
                <c:pt idx="3042">
                  <c:v>10125</c:v>
                </c:pt>
                <c:pt idx="3043">
                  <c:v>10128</c:v>
                </c:pt>
                <c:pt idx="3044">
                  <c:v>10132</c:v>
                </c:pt>
                <c:pt idx="3045">
                  <c:v>10135</c:v>
                </c:pt>
                <c:pt idx="3046">
                  <c:v>10138</c:v>
                </c:pt>
                <c:pt idx="3047">
                  <c:v>10142</c:v>
                </c:pt>
                <c:pt idx="3048">
                  <c:v>10145</c:v>
                </c:pt>
                <c:pt idx="3049">
                  <c:v>10148</c:v>
                </c:pt>
                <c:pt idx="3050">
                  <c:v>10152</c:v>
                </c:pt>
                <c:pt idx="3051">
                  <c:v>10155</c:v>
                </c:pt>
                <c:pt idx="3052">
                  <c:v>10158</c:v>
                </c:pt>
                <c:pt idx="3053">
                  <c:v>10161</c:v>
                </c:pt>
                <c:pt idx="3054">
                  <c:v>10165</c:v>
                </c:pt>
                <c:pt idx="3055">
                  <c:v>10168</c:v>
                </c:pt>
                <c:pt idx="3056">
                  <c:v>10171</c:v>
                </c:pt>
                <c:pt idx="3057">
                  <c:v>10175</c:v>
                </c:pt>
                <c:pt idx="3058">
                  <c:v>10178</c:v>
                </c:pt>
                <c:pt idx="3059">
                  <c:v>10181</c:v>
                </c:pt>
                <c:pt idx="3060">
                  <c:v>10185</c:v>
                </c:pt>
                <c:pt idx="3061">
                  <c:v>10188</c:v>
                </c:pt>
                <c:pt idx="3062">
                  <c:v>10191</c:v>
                </c:pt>
                <c:pt idx="3063">
                  <c:v>10195</c:v>
                </c:pt>
                <c:pt idx="3064">
                  <c:v>10198</c:v>
                </c:pt>
                <c:pt idx="3065">
                  <c:v>10201</c:v>
                </c:pt>
                <c:pt idx="3066">
                  <c:v>10205</c:v>
                </c:pt>
                <c:pt idx="3067">
                  <c:v>10208</c:v>
                </c:pt>
                <c:pt idx="3068">
                  <c:v>10211</c:v>
                </c:pt>
                <c:pt idx="3069">
                  <c:v>10215</c:v>
                </c:pt>
                <c:pt idx="3070">
                  <c:v>10218</c:v>
                </c:pt>
                <c:pt idx="3071">
                  <c:v>10221</c:v>
                </c:pt>
                <c:pt idx="3072">
                  <c:v>10225</c:v>
                </c:pt>
                <c:pt idx="3073">
                  <c:v>10228</c:v>
                </c:pt>
                <c:pt idx="3074">
                  <c:v>10231</c:v>
                </c:pt>
                <c:pt idx="3075">
                  <c:v>10235</c:v>
                </c:pt>
                <c:pt idx="3076">
                  <c:v>10238</c:v>
                </c:pt>
                <c:pt idx="3077">
                  <c:v>10241</c:v>
                </c:pt>
                <c:pt idx="3078">
                  <c:v>10245</c:v>
                </c:pt>
                <c:pt idx="3079">
                  <c:v>10248</c:v>
                </c:pt>
                <c:pt idx="3080">
                  <c:v>10251</c:v>
                </c:pt>
                <c:pt idx="3081">
                  <c:v>10255</c:v>
                </c:pt>
                <c:pt idx="3082">
                  <c:v>10258</c:v>
                </c:pt>
                <c:pt idx="3083">
                  <c:v>10261</c:v>
                </c:pt>
                <c:pt idx="3084">
                  <c:v>10265</c:v>
                </c:pt>
                <c:pt idx="3085">
                  <c:v>10268</c:v>
                </c:pt>
                <c:pt idx="3086">
                  <c:v>10271</c:v>
                </c:pt>
                <c:pt idx="3087">
                  <c:v>10275</c:v>
                </c:pt>
                <c:pt idx="3088">
                  <c:v>10278</c:v>
                </c:pt>
                <c:pt idx="3089">
                  <c:v>10281</c:v>
                </c:pt>
                <c:pt idx="3090">
                  <c:v>10285</c:v>
                </c:pt>
                <c:pt idx="3091">
                  <c:v>10288</c:v>
                </c:pt>
                <c:pt idx="3092">
                  <c:v>10291</c:v>
                </c:pt>
                <c:pt idx="3093">
                  <c:v>10295</c:v>
                </c:pt>
                <c:pt idx="3094">
                  <c:v>10298</c:v>
                </c:pt>
                <c:pt idx="3095">
                  <c:v>10301</c:v>
                </c:pt>
                <c:pt idx="3096">
                  <c:v>10305</c:v>
                </c:pt>
                <c:pt idx="3097">
                  <c:v>10308</c:v>
                </c:pt>
                <c:pt idx="3098">
                  <c:v>10311</c:v>
                </c:pt>
                <c:pt idx="3099">
                  <c:v>10315</c:v>
                </c:pt>
                <c:pt idx="3100">
                  <c:v>10318</c:v>
                </c:pt>
                <c:pt idx="3101">
                  <c:v>10321</c:v>
                </c:pt>
                <c:pt idx="3102">
                  <c:v>10325</c:v>
                </c:pt>
                <c:pt idx="3103">
                  <c:v>10328</c:v>
                </c:pt>
                <c:pt idx="3104">
                  <c:v>10331</c:v>
                </c:pt>
                <c:pt idx="3105">
                  <c:v>10335</c:v>
                </c:pt>
                <c:pt idx="3106">
                  <c:v>10338</c:v>
                </c:pt>
                <c:pt idx="3107">
                  <c:v>10341</c:v>
                </c:pt>
                <c:pt idx="3108">
                  <c:v>10344</c:v>
                </c:pt>
                <c:pt idx="3109">
                  <c:v>10348</c:v>
                </c:pt>
                <c:pt idx="3110">
                  <c:v>10351</c:v>
                </c:pt>
                <c:pt idx="3111">
                  <c:v>10354</c:v>
                </c:pt>
                <c:pt idx="3112">
                  <c:v>10358</c:v>
                </c:pt>
                <c:pt idx="3113">
                  <c:v>10361</c:v>
                </c:pt>
                <c:pt idx="3114">
                  <c:v>10364</c:v>
                </c:pt>
                <c:pt idx="3115">
                  <c:v>10368</c:v>
                </c:pt>
                <c:pt idx="3116">
                  <c:v>10371</c:v>
                </c:pt>
                <c:pt idx="3117">
                  <c:v>10374</c:v>
                </c:pt>
                <c:pt idx="3118">
                  <c:v>10378</c:v>
                </c:pt>
                <c:pt idx="3119">
                  <c:v>10381</c:v>
                </c:pt>
                <c:pt idx="3120">
                  <c:v>10384</c:v>
                </c:pt>
                <c:pt idx="3121">
                  <c:v>10388</c:v>
                </c:pt>
                <c:pt idx="3122">
                  <c:v>10391</c:v>
                </c:pt>
                <c:pt idx="3123">
                  <c:v>10394</c:v>
                </c:pt>
                <c:pt idx="3124">
                  <c:v>10398</c:v>
                </c:pt>
                <c:pt idx="3125">
                  <c:v>10401</c:v>
                </c:pt>
                <c:pt idx="3126">
                  <c:v>10404</c:v>
                </c:pt>
                <c:pt idx="3127">
                  <c:v>10408</c:v>
                </c:pt>
                <c:pt idx="3128">
                  <c:v>10411</c:v>
                </c:pt>
                <c:pt idx="3129">
                  <c:v>10414</c:v>
                </c:pt>
                <c:pt idx="3130">
                  <c:v>10418</c:v>
                </c:pt>
                <c:pt idx="3131">
                  <c:v>10421</c:v>
                </c:pt>
                <c:pt idx="3132">
                  <c:v>10424</c:v>
                </c:pt>
                <c:pt idx="3133">
                  <c:v>10428</c:v>
                </c:pt>
                <c:pt idx="3134">
                  <c:v>10431</c:v>
                </c:pt>
                <c:pt idx="3135">
                  <c:v>10434</c:v>
                </c:pt>
                <c:pt idx="3136">
                  <c:v>10438</c:v>
                </c:pt>
                <c:pt idx="3137">
                  <c:v>10441</c:v>
                </c:pt>
                <c:pt idx="3138">
                  <c:v>10444</c:v>
                </c:pt>
                <c:pt idx="3139">
                  <c:v>10448</c:v>
                </c:pt>
                <c:pt idx="3140">
                  <c:v>10451</c:v>
                </c:pt>
                <c:pt idx="3141">
                  <c:v>10454</c:v>
                </c:pt>
                <c:pt idx="3142">
                  <c:v>10458</c:v>
                </c:pt>
                <c:pt idx="3143">
                  <c:v>10461</c:v>
                </c:pt>
                <c:pt idx="3144">
                  <c:v>10464</c:v>
                </c:pt>
                <c:pt idx="3145">
                  <c:v>10468</c:v>
                </c:pt>
                <c:pt idx="3146">
                  <c:v>10471</c:v>
                </c:pt>
                <c:pt idx="3147">
                  <c:v>10474</c:v>
                </c:pt>
                <c:pt idx="3148">
                  <c:v>10478</c:v>
                </c:pt>
                <c:pt idx="3149">
                  <c:v>10481</c:v>
                </c:pt>
                <c:pt idx="3150">
                  <c:v>10484</c:v>
                </c:pt>
                <c:pt idx="3151">
                  <c:v>10488</c:v>
                </c:pt>
                <c:pt idx="3152">
                  <c:v>10491</c:v>
                </c:pt>
                <c:pt idx="3153">
                  <c:v>10494</c:v>
                </c:pt>
                <c:pt idx="3154">
                  <c:v>10498</c:v>
                </c:pt>
                <c:pt idx="3155">
                  <c:v>10501</c:v>
                </c:pt>
                <c:pt idx="3156">
                  <c:v>10504</c:v>
                </c:pt>
                <c:pt idx="3157">
                  <c:v>10508</c:v>
                </c:pt>
                <c:pt idx="3158">
                  <c:v>10511</c:v>
                </c:pt>
                <c:pt idx="3159">
                  <c:v>10514</c:v>
                </c:pt>
                <c:pt idx="3160">
                  <c:v>10518</c:v>
                </c:pt>
                <c:pt idx="3161">
                  <c:v>10521</c:v>
                </c:pt>
                <c:pt idx="3162">
                  <c:v>10524</c:v>
                </c:pt>
                <c:pt idx="3163">
                  <c:v>10527</c:v>
                </c:pt>
                <c:pt idx="3164">
                  <c:v>10531</c:v>
                </c:pt>
                <c:pt idx="3165">
                  <c:v>10534</c:v>
                </c:pt>
                <c:pt idx="3166">
                  <c:v>10537</c:v>
                </c:pt>
                <c:pt idx="3167">
                  <c:v>10541</c:v>
                </c:pt>
                <c:pt idx="3168">
                  <c:v>10544</c:v>
                </c:pt>
                <c:pt idx="3169">
                  <c:v>10547</c:v>
                </c:pt>
                <c:pt idx="3170">
                  <c:v>10551</c:v>
                </c:pt>
                <c:pt idx="3171">
                  <c:v>10554</c:v>
                </c:pt>
                <c:pt idx="3172">
                  <c:v>10557</c:v>
                </c:pt>
                <c:pt idx="3173">
                  <c:v>10561</c:v>
                </c:pt>
                <c:pt idx="3174">
                  <c:v>10564</c:v>
                </c:pt>
                <c:pt idx="3175">
                  <c:v>10567</c:v>
                </c:pt>
                <c:pt idx="3176">
                  <c:v>10571</c:v>
                </c:pt>
                <c:pt idx="3177">
                  <c:v>10574</c:v>
                </c:pt>
                <c:pt idx="3178">
                  <c:v>10577</c:v>
                </c:pt>
                <c:pt idx="3179">
                  <c:v>10581</c:v>
                </c:pt>
                <c:pt idx="3180">
                  <c:v>10584</c:v>
                </c:pt>
                <c:pt idx="3181">
                  <c:v>10587</c:v>
                </c:pt>
                <c:pt idx="3182">
                  <c:v>10591</c:v>
                </c:pt>
                <c:pt idx="3183">
                  <c:v>10594</c:v>
                </c:pt>
                <c:pt idx="3184">
                  <c:v>10597</c:v>
                </c:pt>
                <c:pt idx="3185">
                  <c:v>10601</c:v>
                </c:pt>
                <c:pt idx="3186">
                  <c:v>10604</c:v>
                </c:pt>
                <c:pt idx="3187">
                  <c:v>10607</c:v>
                </c:pt>
                <c:pt idx="3188">
                  <c:v>10611</c:v>
                </c:pt>
                <c:pt idx="3189">
                  <c:v>10614</c:v>
                </c:pt>
                <c:pt idx="3190">
                  <c:v>10617</c:v>
                </c:pt>
                <c:pt idx="3191">
                  <c:v>10621</c:v>
                </c:pt>
                <c:pt idx="3192">
                  <c:v>10624</c:v>
                </c:pt>
                <c:pt idx="3193">
                  <c:v>10627</c:v>
                </c:pt>
                <c:pt idx="3194">
                  <c:v>10631</c:v>
                </c:pt>
                <c:pt idx="3195">
                  <c:v>10634</c:v>
                </c:pt>
                <c:pt idx="3196">
                  <c:v>10637</c:v>
                </c:pt>
                <c:pt idx="3197">
                  <c:v>10641</c:v>
                </c:pt>
                <c:pt idx="3198">
                  <c:v>10644</c:v>
                </c:pt>
                <c:pt idx="3199">
                  <c:v>10647</c:v>
                </c:pt>
                <c:pt idx="3200">
                  <c:v>10651</c:v>
                </c:pt>
                <c:pt idx="3201">
                  <c:v>10654</c:v>
                </c:pt>
                <c:pt idx="3202">
                  <c:v>10657</c:v>
                </c:pt>
                <c:pt idx="3203">
                  <c:v>10661</c:v>
                </c:pt>
                <c:pt idx="3204">
                  <c:v>10664</c:v>
                </c:pt>
                <c:pt idx="3205">
                  <c:v>10667</c:v>
                </c:pt>
                <c:pt idx="3206">
                  <c:v>10671</c:v>
                </c:pt>
                <c:pt idx="3207">
                  <c:v>10674</c:v>
                </c:pt>
                <c:pt idx="3208">
                  <c:v>10677</c:v>
                </c:pt>
                <c:pt idx="3209">
                  <c:v>10681</c:v>
                </c:pt>
                <c:pt idx="3210">
                  <c:v>10684</c:v>
                </c:pt>
                <c:pt idx="3211">
                  <c:v>10687</c:v>
                </c:pt>
                <c:pt idx="3212">
                  <c:v>10691</c:v>
                </c:pt>
                <c:pt idx="3213">
                  <c:v>10694</c:v>
                </c:pt>
                <c:pt idx="3214">
                  <c:v>10697</c:v>
                </c:pt>
                <c:pt idx="3215">
                  <c:v>10701</c:v>
                </c:pt>
                <c:pt idx="3216">
                  <c:v>10704</c:v>
                </c:pt>
                <c:pt idx="3217">
                  <c:v>10707</c:v>
                </c:pt>
                <c:pt idx="3218">
                  <c:v>10710</c:v>
                </c:pt>
                <c:pt idx="3219">
                  <c:v>10714</c:v>
                </c:pt>
                <c:pt idx="3220">
                  <c:v>10717</c:v>
                </c:pt>
                <c:pt idx="3221">
                  <c:v>10720</c:v>
                </c:pt>
                <c:pt idx="3222">
                  <c:v>10724</c:v>
                </c:pt>
                <c:pt idx="3223">
                  <c:v>10727</c:v>
                </c:pt>
                <c:pt idx="3224">
                  <c:v>10730</c:v>
                </c:pt>
                <c:pt idx="3225">
                  <c:v>10734</c:v>
                </c:pt>
                <c:pt idx="3226">
                  <c:v>10737</c:v>
                </c:pt>
                <c:pt idx="3227">
                  <c:v>10740</c:v>
                </c:pt>
                <c:pt idx="3228">
                  <c:v>10744</c:v>
                </c:pt>
                <c:pt idx="3229">
                  <c:v>10747</c:v>
                </c:pt>
                <c:pt idx="3230">
                  <c:v>10750</c:v>
                </c:pt>
                <c:pt idx="3231">
                  <c:v>10754</c:v>
                </c:pt>
                <c:pt idx="3232">
                  <c:v>10757</c:v>
                </c:pt>
                <c:pt idx="3233">
                  <c:v>10760</c:v>
                </c:pt>
                <c:pt idx="3234">
                  <c:v>10764</c:v>
                </c:pt>
                <c:pt idx="3235">
                  <c:v>10767</c:v>
                </c:pt>
                <c:pt idx="3236">
                  <c:v>10770</c:v>
                </c:pt>
                <c:pt idx="3237">
                  <c:v>10774</c:v>
                </c:pt>
                <c:pt idx="3238">
                  <c:v>10777</c:v>
                </c:pt>
                <c:pt idx="3239">
                  <c:v>10780</c:v>
                </c:pt>
                <c:pt idx="3240">
                  <c:v>10784</c:v>
                </c:pt>
                <c:pt idx="3241">
                  <c:v>10787</c:v>
                </c:pt>
                <c:pt idx="3242">
                  <c:v>10790</c:v>
                </c:pt>
                <c:pt idx="3243">
                  <c:v>10794</c:v>
                </c:pt>
                <c:pt idx="3244">
                  <c:v>10797</c:v>
                </c:pt>
                <c:pt idx="3245">
                  <c:v>10800</c:v>
                </c:pt>
                <c:pt idx="3246">
                  <c:v>10804</c:v>
                </c:pt>
                <c:pt idx="3247">
                  <c:v>10807</c:v>
                </c:pt>
                <c:pt idx="3248">
                  <c:v>10810</c:v>
                </c:pt>
                <c:pt idx="3249">
                  <c:v>10814</c:v>
                </c:pt>
                <c:pt idx="3250">
                  <c:v>10817</c:v>
                </c:pt>
                <c:pt idx="3251">
                  <c:v>10820</c:v>
                </c:pt>
                <c:pt idx="3252">
                  <c:v>10824</c:v>
                </c:pt>
                <c:pt idx="3253">
                  <c:v>10827</c:v>
                </c:pt>
                <c:pt idx="3254">
                  <c:v>10830</c:v>
                </c:pt>
                <c:pt idx="3255">
                  <c:v>10834</c:v>
                </c:pt>
                <c:pt idx="3256">
                  <c:v>10837</c:v>
                </c:pt>
                <c:pt idx="3257">
                  <c:v>10840</c:v>
                </c:pt>
                <c:pt idx="3258">
                  <c:v>10844</c:v>
                </c:pt>
                <c:pt idx="3259">
                  <c:v>10847</c:v>
                </c:pt>
                <c:pt idx="3260">
                  <c:v>10850</c:v>
                </c:pt>
                <c:pt idx="3261">
                  <c:v>10854</c:v>
                </c:pt>
                <c:pt idx="3262">
                  <c:v>10857</c:v>
                </c:pt>
                <c:pt idx="3263">
                  <c:v>10860</c:v>
                </c:pt>
                <c:pt idx="3264">
                  <c:v>10864</c:v>
                </c:pt>
                <c:pt idx="3265">
                  <c:v>10867</c:v>
                </c:pt>
                <c:pt idx="3266">
                  <c:v>10870</c:v>
                </c:pt>
                <c:pt idx="3267">
                  <c:v>10874</c:v>
                </c:pt>
                <c:pt idx="3268">
                  <c:v>10877</c:v>
                </c:pt>
                <c:pt idx="3269">
                  <c:v>10880</c:v>
                </c:pt>
                <c:pt idx="3270">
                  <c:v>10884</c:v>
                </c:pt>
                <c:pt idx="3271">
                  <c:v>10887</c:v>
                </c:pt>
                <c:pt idx="3272">
                  <c:v>10890</c:v>
                </c:pt>
                <c:pt idx="3273">
                  <c:v>10893</c:v>
                </c:pt>
                <c:pt idx="3274">
                  <c:v>10897</c:v>
                </c:pt>
                <c:pt idx="3275">
                  <c:v>10900</c:v>
                </c:pt>
                <c:pt idx="3276">
                  <c:v>10903</c:v>
                </c:pt>
                <c:pt idx="3277">
                  <c:v>10907</c:v>
                </c:pt>
                <c:pt idx="3278">
                  <c:v>10910</c:v>
                </c:pt>
                <c:pt idx="3279">
                  <c:v>10913</c:v>
                </c:pt>
                <c:pt idx="3280">
                  <c:v>10917</c:v>
                </c:pt>
                <c:pt idx="3281">
                  <c:v>10920</c:v>
                </c:pt>
                <c:pt idx="3282">
                  <c:v>10923</c:v>
                </c:pt>
                <c:pt idx="3283">
                  <c:v>10927</c:v>
                </c:pt>
                <c:pt idx="3284">
                  <c:v>10930</c:v>
                </c:pt>
                <c:pt idx="3285">
                  <c:v>10933</c:v>
                </c:pt>
                <c:pt idx="3286">
                  <c:v>10937</c:v>
                </c:pt>
                <c:pt idx="3287">
                  <c:v>10940</c:v>
                </c:pt>
                <c:pt idx="3288">
                  <c:v>10943</c:v>
                </c:pt>
                <c:pt idx="3289">
                  <c:v>10947</c:v>
                </c:pt>
                <c:pt idx="3290">
                  <c:v>10950</c:v>
                </c:pt>
                <c:pt idx="3291">
                  <c:v>10953</c:v>
                </c:pt>
                <c:pt idx="3292">
                  <c:v>10957</c:v>
                </c:pt>
                <c:pt idx="3293">
                  <c:v>10960</c:v>
                </c:pt>
                <c:pt idx="3294">
                  <c:v>10963</c:v>
                </c:pt>
                <c:pt idx="3295">
                  <c:v>10967</c:v>
                </c:pt>
                <c:pt idx="3296">
                  <c:v>10970</c:v>
                </c:pt>
                <c:pt idx="3297">
                  <c:v>10973</c:v>
                </c:pt>
                <c:pt idx="3298">
                  <c:v>10977</c:v>
                </c:pt>
                <c:pt idx="3299">
                  <c:v>10980</c:v>
                </c:pt>
                <c:pt idx="3300">
                  <c:v>10983</c:v>
                </c:pt>
                <c:pt idx="3301">
                  <c:v>10987</c:v>
                </c:pt>
                <c:pt idx="3302">
                  <c:v>10990</c:v>
                </c:pt>
                <c:pt idx="3303">
                  <c:v>10993</c:v>
                </c:pt>
                <c:pt idx="3304">
                  <c:v>10997</c:v>
                </c:pt>
                <c:pt idx="3305">
                  <c:v>11000</c:v>
                </c:pt>
                <c:pt idx="3306">
                  <c:v>11003</c:v>
                </c:pt>
                <c:pt idx="3307">
                  <c:v>11007</c:v>
                </c:pt>
                <c:pt idx="3308">
                  <c:v>11010</c:v>
                </c:pt>
                <c:pt idx="3309">
                  <c:v>11013</c:v>
                </c:pt>
                <c:pt idx="3310">
                  <c:v>11017</c:v>
                </c:pt>
                <c:pt idx="3311">
                  <c:v>11020</c:v>
                </c:pt>
                <c:pt idx="3312">
                  <c:v>11023</c:v>
                </c:pt>
                <c:pt idx="3313">
                  <c:v>11027</c:v>
                </c:pt>
                <c:pt idx="3314">
                  <c:v>11030</c:v>
                </c:pt>
                <c:pt idx="3315">
                  <c:v>11033</c:v>
                </c:pt>
                <c:pt idx="3316">
                  <c:v>11037</c:v>
                </c:pt>
                <c:pt idx="3317">
                  <c:v>11040</c:v>
                </c:pt>
                <c:pt idx="3318">
                  <c:v>11043</c:v>
                </c:pt>
                <c:pt idx="3319">
                  <c:v>11047</c:v>
                </c:pt>
                <c:pt idx="3320">
                  <c:v>11050</c:v>
                </c:pt>
                <c:pt idx="3321">
                  <c:v>11053</c:v>
                </c:pt>
                <c:pt idx="3322">
                  <c:v>11057</c:v>
                </c:pt>
                <c:pt idx="3323">
                  <c:v>11060</c:v>
                </c:pt>
                <c:pt idx="3324">
                  <c:v>11063</c:v>
                </c:pt>
                <c:pt idx="3325">
                  <c:v>11067</c:v>
                </c:pt>
                <c:pt idx="3326">
                  <c:v>11070</c:v>
                </c:pt>
                <c:pt idx="3327">
                  <c:v>11073</c:v>
                </c:pt>
                <c:pt idx="3328">
                  <c:v>11076</c:v>
                </c:pt>
                <c:pt idx="3329">
                  <c:v>11080</c:v>
                </c:pt>
                <c:pt idx="3330">
                  <c:v>11083</c:v>
                </c:pt>
                <c:pt idx="3331">
                  <c:v>11086</c:v>
                </c:pt>
                <c:pt idx="3332">
                  <c:v>11090</c:v>
                </c:pt>
                <c:pt idx="3333">
                  <c:v>11093</c:v>
                </c:pt>
                <c:pt idx="3334">
                  <c:v>11096</c:v>
                </c:pt>
                <c:pt idx="3335">
                  <c:v>11100</c:v>
                </c:pt>
                <c:pt idx="3336">
                  <c:v>11103</c:v>
                </c:pt>
                <c:pt idx="3337">
                  <c:v>11106</c:v>
                </c:pt>
                <c:pt idx="3338">
                  <c:v>11110</c:v>
                </c:pt>
                <c:pt idx="3339">
                  <c:v>11113</c:v>
                </c:pt>
                <c:pt idx="3340">
                  <c:v>11116</c:v>
                </c:pt>
                <c:pt idx="3341">
                  <c:v>11120</c:v>
                </c:pt>
                <c:pt idx="3342">
                  <c:v>11123</c:v>
                </c:pt>
                <c:pt idx="3343">
                  <c:v>11126</c:v>
                </c:pt>
                <c:pt idx="3344">
                  <c:v>11130</c:v>
                </c:pt>
                <c:pt idx="3345">
                  <c:v>11133</c:v>
                </c:pt>
                <c:pt idx="3346">
                  <c:v>11136</c:v>
                </c:pt>
                <c:pt idx="3347">
                  <c:v>11140</c:v>
                </c:pt>
                <c:pt idx="3348">
                  <c:v>11143</c:v>
                </c:pt>
                <c:pt idx="3349">
                  <c:v>11146</c:v>
                </c:pt>
                <c:pt idx="3350">
                  <c:v>11150</c:v>
                </c:pt>
                <c:pt idx="3351">
                  <c:v>11153</c:v>
                </c:pt>
                <c:pt idx="3352">
                  <c:v>11156</c:v>
                </c:pt>
                <c:pt idx="3353">
                  <c:v>11160</c:v>
                </c:pt>
                <c:pt idx="3354">
                  <c:v>11163</c:v>
                </c:pt>
                <c:pt idx="3355">
                  <c:v>11166</c:v>
                </c:pt>
                <c:pt idx="3356">
                  <c:v>11170</c:v>
                </c:pt>
                <c:pt idx="3357">
                  <c:v>11173</c:v>
                </c:pt>
                <c:pt idx="3358">
                  <c:v>11176</c:v>
                </c:pt>
                <c:pt idx="3359">
                  <c:v>11180</c:v>
                </c:pt>
                <c:pt idx="3360">
                  <c:v>11183</c:v>
                </c:pt>
                <c:pt idx="3361">
                  <c:v>11186</c:v>
                </c:pt>
                <c:pt idx="3362">
                  <c:v>11190</c:v>
                </c:pt>
                <c:pt idx="3363">
                  <c:v>11193</c:v>
                </c:pt>
                <c:pt idx="3364">
                  <c:v>11196</c:v>
                </c:pt>
                <c:pt idx="3365">
                  <c:v>11200</c:v>
                </c:pt>
                <c:pt idx="3366">
                  <c:v>11203</c:v>
                </c:pt>
                <c:pt idx="3367">
                  <c:v>11206</c:v>
                </c:pt>
                <c:pt idx="3368">
                  <c:v>11210</c:v>
                </c:pt>
                <c:pt idx="3369">
                  <c:v>11213</c:v>
                </c:pt>
                <c:pt idx="3370">
                  <c:v>11216</c:v>
                </c:pt>
                <c:pt idx="3371">
                  <c:v>11220</c:v>
                </c:pt>
                <c:pt idx="3372">
                  <c:v>11223</c:v>
                </c:pt>
                <c:pt idx="3373">
                  <c:v>11226</c:v>
                </c:pt>
                <c:pt idx="3374">
                  <c:v>11230</c:v>
                </c:pt>
                <c:pt idx="3375">
                  <c:v>11233</c:v>
                </c:pt>
                <c:pt idx="3376">
                  <c:v>11236</c:v>
                </c:pt>
                <c:pt idx="3377">
                  <c:v>11240</c:v>
                </c:pt>
                <c:pt idx="3378">
                  <c:v>11243</c:v>
                </c:pt>
                <c:pt idx="3379">
                  <c:v>11246</c:v>
                </c:pt>
                <c:pt idx="3380">
                  <c:v>11250</c:v>
                </c:pt>
                <c:pt idx="3381">
                  <c:v>11253</c:v>
                </c:pt>
                <c:pt idx="3382">
                  <c:v>11256</c:v>
                </c:pt>
                <c:pt idx="3383">
                  <c:v>11259</c:v>
                </c:pt>
                <c:pt idx="3384">
                  <c:v>11263</c:v>
                </c:pt>
                <c:pt idx="3385">
                  <c:v>11266</c:v>
                </c:pt>
                <c:pt idx="3386">
                  <c:v>11269</c:v>
                </c:pt>
                <c:pt idx="3387">
                  <c:v>11273</c:v>
                </c:pt>
                <c:pt idx="3388">
                  <c:v>11276</c:v>
                </c:pt>
                <c:pt idx="3389">
                  <c:v>11279</c:v>
                </c:pt>
                <c:pt idx="3390">
                  <c:v>11283</c:v>
                </c:pt>
                <c:pt idx="3391">
                  <c:v>11286</c:v>
                </c:pt>
                <c:pt idx="3392">
                  <c:v>11289</c:v>
                </c:pt>
                <c:pt idx="3393">
                  <c:v>11293</c:v>
                </c:pt>
                <c:pt idx="3394">
                  <c:v>11296</c:v>
                </c:pt>
                <c:pt idx="3395">
                  <c:v>11299</c:v>
                </c:pt>
                <c:pt idx="3396">
                  <c:v>11303</c:v>
                </c:pt>
                <c:pt idx="3397">
                  <c:v>11306</c:v>
                </c:pt>
                <c:pt idx="3398">
                  <c:v>11309</c:v>
                </c:pt>
                <c:pt idx="3399">
                  <c:v>11313</c:v>
                </c:pt>
                <c:pt idx="3400">
                  <c:v>11316</c:v>
                </c:pt>
                <c:pt idx="3401">
                  <c:v>11319</c:v>
                </c:pt>
                <c:pt idx="3402">
                  <c:v>11323</c:v>
                </c:pt>
                <c:pt idx="3403">
                  <c:v>11326</c:v>
                </c:pt>
                <c:pt idx="3404">
                  <c:v>11329</c:v>
                </c:pt>
                <c:pt idx="3405">
                  <c:v>11333</c:v>
                </c:pt>
                <c:pt idx="3406">
                  <c:v>11336</c:v>
                </c:pt>
                <c:pt idx="3407">
                  <c:v>11339</c:v>
                </c:pt>
                <c:pt idx="3408">
                  <c:v>11343</c:v>
                </c:pt>
                <c:pt idx="3409">
                  <c:v>11346</c:v>
                </c:pt>
                <c:pt idx="3410">
                  <c:v>11349</c:v>
                </c:pt>
                <c:pt idx="3411">
                  <c:v>11353</c:v>
                </c:pt>
                <c:pt idx="3412">
                  <c:v>11356</c:v>
                </c:pt>
                <c:pt idx="3413">
                  <c:v>11359</c:v>
                </c:pt>
                <c:pt idx="3414">
                  <c:v>11363</c:v>
                </c:pt>
                <c:pt idx="3415">
                  <c:v>11366</c:v>
                </c:pt>
                <c:pt idx="3416">
                  <c:v>11369</c:v>
                </c:pt>
                <c:pt idx="3417">
                  <c:v>11373</c:v>
                </c:pt>
                <c:pt idx="3418">
                  <c:v>11376</c:v>
                </c:pt>
                <c:pt idx="3419">
                  <c:v>11379</c:v>
                </c:pt>
                <c:pt idx="3420">
                  <c:v>11383</c:v>
                </c:pt>
                <c:pt idx="3421">
                  <c:v>11386</c:v>
                </c:pt>
                <c:pt idx="3422">
                  <c:v>11389</c:v>
                </c:pt>
                <c:pt idx="3423">
                  <c:v>11393</c:v>
                </c:pt>
                <c:pt idx="3424">
                  <c:v>11396</c:v>
                </c:pt>
                <c:pt idx="3425">
                  <c:v>11399</c:v>
                </c:pt>
                <c:pt idx="3426">
                  <c:v>11403</c:v>
                </c:pt>
                <c:pt idx="3427">
                  <c:v>11406</c:v>
                </c:pt>
                <c:pt idx="3428">
                  <c:v>11409</c:v>
                </c:pt>
                <c:pt idx="3429">
                  <c:v>11413</c:v>
                </c:pt>
                <c:pt idx="3430">
                  <c:v>11416</c:v>
                </c:pt>
                <c:pt idx="3431">
                  <c:v>11419</c:v>
                </c:pt>
                <c:pt idx="3432">
                  <c:v>11423</c:v>
                </c:pt>
                <c:pt idx="3433">
                  <c:v>11426</c:v>
                </c:pt>
                <c:pt idx="3434">
                  <c:v>11429</c:v>
                </c:pt>
                <c:pt idx="3435">
                  <c:v>11433</c:v>
                </c:pt>
                <c:pt idx="3436">
                  <c:v>11436</c:v>
                </c:pt>
                <c:pt idx="3437">
                  <c:v>11439</c:v>
                </c:pt>
                <c:pt idx="3438">
                  <c:v>11442</c:v>
                </c:pt>
                <c:pt idx="3439">
                  <c:v>11446</c:v>
                </c:pt>
                <c:pt idx="3440">
                  <c:v>11449</c:v>
                </c:pt>
                <c:pt idx="3441">
                  <c:v>11452</c:v>
                </c:pt>
                <c:pt idx="3442">
                  <c:v>11456</c:v>
                </c:pt>
                <c:pt idx="3443">
                  <c:v>11459</c:v>
                </c:pt>
                <c:pt idx="3444">
                  <c:v>11462</c:v>
                </c:pt>
                <c:pt idx="3445">
                  <c:v>11466</c:v>
                </c:pt>
                <c:pt idx="3446">
                  <c:v>11469</c:v>
                </c:pt>
                <c:pt idx="3447">
                  <c:v>11472</c:v>
                </c:pt>
                <c:pt idx="3448">
                  <c:v>11476</c:v>
                </c:pt>
                <c:pt idx="3449">
                  <c:v>11479</c:v>
                </c:pt>
                <c:pt idx="3450">
                  <c:v>11482</c:v>
                </c:pt>
                <c:pt idx="3451">
                  <c:v>11486</c:v>
                </c:pt>
                <c:pt idx="3452">
                  <c:v>11489</c:v>
                </c:pt>
                <c:pt idx="3453">
                  <c:v>11492</c:v>
                </c:pt>
                <c:pt idx="3454">
                  <c:v>11496</c:v>
                </c:pt>
                <c:pt idx="3455">
                  <c:v>11499</c:v>
                </c:pt>
                <c:pt idx="3456">
                  <c:v>11502</c:v>
                </c:pt>
                <c:pt idx="3457">
                  <c:v>11506</c:v>
                </c:pt>
                <c:pt idx="3458">
                  <c:v>11509</c:v>
                </c:pt>
                <c:pt idx="3459">
                  <c:v>11512</c:v>
                </c:pt>
                <c:pt idx="3460">
                  <c:v>11516</c:v>
                </c:pt>
                <c:pt idx="3461">
                  <c:v>11519</c:v>
                </c:pt>
                <c:pt idx="3462">
                  <c:v>11522</c:v>
                </c:pt>
                <c:pt idx="3463">
                  <c:v>11526</c:v>
                </c:pt>
                <c:pt idx="3464">
                  <c:v>11529</c:v>
                </c:pt>
                <c:pt idx="3465">
                  <c:v>11532</c:v>
                </c:pt>
                <c:pt idx="3466">
                  <c:v>11536</c:v>
                </c:pt>
                <c:pt idx="3467">
                  <c:v>11539</c:v>
                </c:pt>
                <c:pt idx="3468">
                  <c:v>11542</c:v>
                </c:pt>
                <c:pt idx="3469">
                  <c:v>11546</c:v>
                </c:pt>
                <c:pt idx="3470">
                  <c:v>11549</c:v>
                </c:pt>
                <c:pt idx="3471">
                  <c:v>11552</c:v>
                </c:pt>
                <c:pt idx="3472">
                  <c:v>11556</c:v>
                </c:pt>
                <c:pt idx="3473">
                  <c:v>11559</c:v>
                </c:pt>
                <c:pt idx="3474">
                  <c:v>11562</c:v>
                </c:pt>
                <c:pt idx="3475">
                  <c:v>11566</c:v>
                </c:pt>
                <c:pt idx="3476">
                  <c:v>11569</c:v>
                </c:pt>
                <c:pt idx="3477">
                  <c:v>11572</c:v>
                </c:pt>
                <c:pt idx="3478">
                  <c:v>11576</c:v>
                </c:pt>
                <c:pt idx="3479">
                  <c:v>11579</c:v>
                </c:pt>
                <c:pt idx="3480">
                  <c:v>11582</c:v>
                </c:pt>
                <c:pt idx="3481">
                  <c:v>11586</c:v>
                </c:pt>
                <c:pt idx="3482">
                  <c:v>11589</c:v>
                </c:pt>
                <c:pt idx="3483">
                  <c:v>11592</c:v>
                </c:pt>
                <c:pt idx="3484">
                  <c:v>11596</c:v>
                </c:pt>
                <c:pt idx="3485">
                  <c:v>11599</c:v>
                </c:pt>
                <c:pt idx="3486">
                  <c:v>11602</c:v>
                </c:pt>
                <c:pt idx="3487">
                  <c:v>11606</c:v>
                </c:pt>
                <c:pt idx="3488">
                  <c:v>11609</c:v>
                </c:pt>
                <c:pt idx="3489">
                  <c:v>11612</c:v>
                </c:pt>
                <c:pt idx="3490">
                  <c:v>11616</c:v>
                </c:pt>
                <c:pt idx="3491">
                  <c:v>11619</c:v>
                </c:pt>
                <c:pt idx="3492">
                  <c:v>11622</c:v>
                </c:pt>
                <c:pt idx="3493">
                  <c:v>11625</c:v>
                </c:pt>
                <c:pt idx="3494">
                  <c:v>11629</c:v>
                </c:pt>
                <c:pt idx="3495">
                  <c:v>11632</c:v>
                </c:pt>
                <c:pt idx="3496">
                  <c:v>11635</c:v>
                </c:pt>
                <c:pt idx="3497">
                  <c:v>11639</c:v>
                </c:pt>
                <c:pt idx="3498">
                  <c:v>11642</c:v>
                </c:pt>
                <c:pt idx="3499">
                  <c:v>11645</c:v>
                </c:pt>
                <c:pt idx="3500">
                  <c:v>11649</c:v>
                </c:pt>
                <c:pt idx="3501">
                  <c:v>11652</c:v>
                </c:pt>
                <c:pt idx="3502">
                  <c:v>11655</c:v>
                </c:pt>
                <c:pt idx="3503">
                  <c:v>11659</c:v>
                </c:pt>
                <c:pt idx="3504">
                  <c:v>11662</c:v>
                </c:pt>
                <c:pt idx="3505">
                  <c:v>11665</c:v>
                </c:pt>
                <c:pt idx="3506">
                  <c:v>11669</c:v>
                </c:pt>
                <c:pt idx="3507">
                  <c:v>11672</c:v>
                </c:pt>
                <c:pt idx="3508">
                  <c:v>11675</c:v>
                </c:pt>
                <c:pt idx="3509">
                  <c:v>11679</c:v>
                </c:pt>
                <c:pt idx="3510">
                  <c:v>11682</c:v>
                </c:pt>
                <c:pt idx="3511">
                  <c:v>11685</c:v>
                </c:pt>
                <c:pt idx="3512">
                  <c:v>11689</c:v>
                </c:pt>
                <c:pt idx="3513">
                  <c:v>11692</c:v>
                </c:pt>
                <c:pt idx="3514">
                  <c:v>11695</c:v>
                </c:pt>
                <c:pt idx="3515">
                  <c:v>11699</c:v>
                </c:pt>
                <c:pt idx="3516">
                  <c:v>11702</c:v>
                </c:pt>
                <c:pt idx="3517">
                  <c:v>11705</c:v>
                </c:pt>
                <c:pt idx="3518">
                  <c:v>11709</c:v>
                </c:pt>
                <c:pt idx="3519">
                  <c:v>11712</c:v>
                </c:pt>
                <c:pt idx="3520">
                  <c:v>11715</c:v>
                </c:pt>
                <c:pt idx="3521">
                  <c:v>11719</c:v>
                </c:pt>
                <c:pt idx="3522">
                  <c:v>11722</c:v>
                </c:pt>
                <c:pt idx="3523">
                  <c:v>11725</c:v>
                </c:pt>
                <c:pt idx="3524">
                  <c:v>11729</c:v>
                </c:pt>
                <c:pt idx="3525">
                  <c:v>11732</c:v>
                </c:pt>
                <c:pt idx="3526">
                  <c:v>11735</c:v>
                </c:pt>
                <c:pt idx="3527">
                  <c:v>11739</c:v>
                </c:pt>
                <c:pt idx="3528">
                  <c:v>11742</c:v>
                </c:pt>
                <c:pt idx="3529">
                  <c:v>11745</c:v>
                </c:pt>
                <c:pt idx="3530">
                  <c:v>11749</c:v>
                </c:pt>
                <c:pt idx="3531">
                  <c:v>11752</c:v>
                </c:pt>
                <c:pt idx="3532">
                  <c:v>11755</c:v>
                </c:pt>
                <c:pt idx="3533">
                  <c:v>11759</c:v>
                </c:pt>
                <c:pt idx="3534">
                  <c:v>11762</c:v>
                </c:pt>
                <c:pt idx="3535">
                  <c:v>11765</c:v>
                </c:pt>
                <c:pt idx="3536">
                  <c:v>11769</c:v>
                </c:pt>
                <c:pt idx="3537">
                  <c:v>11772</c:v>
                </c:pt>
                <c:pt idx="3538">
                  <c:v>11775</c:v>
                </c:pt>
                <c:pt idx="3539">
                  <c:v>11779</c:v>
                </c:pt>
                <c:pt idx="3540">
                  <c:v>11782</c:v>
                </c:pt>
                <c:pt idx="3541">
                  <c:v>11785</c:v>
                </c:pt>
                <c:pt idx="3542">
                  <c:v>11789</c:v>
                </c:pt>
                <c:pt idx="3543">
                  <c:v>11792</c:v>
                </c:pt>
                <c:pt idx="3544">
                  <c:v>11795</c:v>
                </c:pt>
                <c:pt idx="3545">
                  <c:v>11799</c:v>
                </c:pt>
                <c:pt idx="3546">
                  <c:v>11802</c:v>
                </c:pt>
                <c:pt idx="3547">
                  <c:v>11805</c:v>
                </c:pt>
                <c:pt idx="3548">
                  <c:v>11808</c:v>
                </c:pt>
                <c:pt idx="3549">
                  <c:v>11812</c:v>
                </c:pt>
                <c:pt idx="3550">
                  <c:v>11815</c:v>
                </c:pt>
                <c:pt idx="3551">
                  <c:v>11818</c:v>
                </c:pt>
                <c:pt idx="3552">
                  <c:v>11822</c:v>
                </c:pt>
                <c:pt idx="3553">
                  <c:v>11825</c:v>
                </c:pt>
                <c:pt idx="3554">
                  <c:v>11828</c:v>
                </c:pt>
                <c:pt idx="3555">
                  <c:v>11832</c:v>
                </c:pt>
                <c:pt idx="3556">
                  <c:v>11835</c:v>
                </c:pt>
                <c:pt idx="3557">
                  <c:v>11838</c:v>
                </c:pt>
                <c:pt idx="3558">
                  <c:v>11842</c:v>
                </c:pt>
                <c:pt idx="3559">
                  <c:v>11845</c:v>
                </c:pt>
                <c:pt idx="3560">
                  <c:v>11848</c:v>
                </c:pt>
                <c:pt idx="3561">
                  <c:v>11852</c:v>
                </c:pt>
                <c:pt idx="3562">
                  <c:v>11855</c:v>
                </c:pt>
                <c:pt idx="3563">
                  <c:v>11858</c:v>
                </c:pt>
                <c:pt idx="3564">
                  <c:v>11862</c:v>
                </c:pt>
                <c:pt idx="3565">
                  <c:v>11865</c:v>
                </c:pt>
                <c:pt idx="3566">
                  <c:v>11868</c:v>
                </c:pt>
                <c:pt idx="3567">
                  <c:v>11872</c:v>
                </c:pt>
                <c:pt idx="3568">
                  <c:v>11875</c:v>
                </c:pt>
                <c:pt idx="3569">
                  <c:v>11878</c:v>
                </c:pt>
                <c:pt idx="3570">
                  <c:v>11882</c:v>
                </c:pt>
                <c:pt idx="3571">
                  <c:v>11885</c:v>
                </c:pt>
                <c:pt idx="3572">
                  <c:v>11888</c:v>
                </c:pt>
                <c:pt idx="3573">
                  <c:v>11892</c:v>
                </c:pt>
                <c:pt idx="3574">
                  <c:v>11895</c:v>
                </c:pt>
                <c:pt idx="3575">
                  <c:v>11898</c:v>
                </c:pt>
                <c:pt idx="3576">
                  <c:v>11902</c:v>
                </c:pt>
                <c:pt idx="3577">
                  <c:v>11905</c:v>
                </c:pt>
                <c:pt idx="3578">
                  <c:v>11908</c:v>
                </c:pt>
                <c:pt idx="3579">
                  <c:v>11912</c:v>
                </c:pt>
                <c:pt idx="3580">
                  <c:v>11915</c:v>
                </c:pt>
                <c:pt idx="3581">
                  <c:v>11918</c:v>
                </c:pt>
                <c:pt idx="3582">
                  <c:v>11922</c:v>
                </c:pt>
                <c:pt idx="3583">
                  <c:v>11925</c:v>
                </c:pt>
                <c:pt idx="3584">
                  <c:v>11928</c:v>
                </c:pt>
                <c:pt idx="3585">
                  <c:v>11932</c:v>
                </c:pt>
                <c:pt idx="3586">
                  <c:v>11935</c:v>
                </c:pt>
                <c:pt idx="3587">
                  <c:v>11938</c:v>
                </c:pt>
                <c:pt idx="3588">
                  <c:v>11942</c:v>
                </c:pt>
                <c:pt idx="3589">
                  <c:v>11945</c:v>
                </c:pt>
                <c:pt idx="3590">
                  <c:v>11948</c:v>
                </c:pt>
                <c:pt idx="3591">
                  <c:v>11952</c:v>
                </c:pt>
                <c:pt idx="3592">
                  <c:v>11955</c:v>
                </c:pt>
                <c:pt idx="3593">
                  <c:v>11958</c:v>
                </c:pt>
                <c:pt idx="3594">
                  <c:v>11962</c:v>
                </c:pt>
                <c:pt idx="3595">
                  <c:v>11965</c:v>
                </c:pt>
                <c:pt idx="3596">
                  <c:v>11968</c:v>
                </c:pt>
                <c:pt idx="3597">
                  <c:v>11972</c:v>
                </c:pt>
                <c:pt idx="3598">
                  <c:v>11975</c:v>
                </c:pt>
                <c:pt idx="3599">
                  <c:v>11978</c:v>
                </c:pt>
                <c:pt idx="3600">
                  <c:v>11982</c:v>
                </c:pt>
                <c:pt idx="3601">
                  <c:v>11985</c:v>
                </c:pt>
                <c:pt idx="3602">
                  <c:v>11988</c:v>
                </c:pt>
                <c:pt idx="3603">
                  <c:v>11991</c:v>
                </c:pt>
                <c:pt idx="3604">
                  <c:v>11995</c:v>
                </c:pt>
                <c:pt idx="3605">
                  <c:v>11998</c:v>
                </c:pt>
                <c:pt idx="3606">
                  <c:v>12001</c:v>
                </c:pt>
                <c:pt idx="3607">
                  <c:v>12005</c:v>
                </c:pt>
                <c:pt idx="3608">
                  <c:v>12008</c:v>
                </c:pt>
                <c:pt idx="3609">
                  <c:v>12011</c:v>
                </c:pt>
                <c:pt idx="3610">
                  <c:v>12015</c:v>
                </c:pt>
                <c:pt idx="3611">
                  <c:v>12018</c:v>
                </c:pt>
                <c:pt idx="3612">
                  <c:v>12021</c:v>
                </c:pt>
                <c:pt idx="3613">
                  <c:v>12025</c:v>
                </c:pt>
                <c:pt idx="3614">
                  <c:v>12028</c:v>
                </c:pt>
                <c:pt idx="3615">
                  <c:v>12031</c:v>
                </c:pt>
                <c:pt idx="3616">
                  <c:v>12035</c:v>
                </c:pt>
                <c:pt idx="3617">
                  <c:v>12038</c:v>
                </c:pt>
                <c:pt idx="3618">
                  <c:v>12041</c:v>
                </c:pt>
                <c:pt idx="3619">
                  <c:v>12045</c:v>
                </c:pt>
                <c:pt idx="3620">
                  <c:v>12048</c:v>
                </c:pt>
                <c:pt idx="3621">
                  <c:v>12051</c:v>
                </c:pt>
                <c:pt idx="3622">
                  <c:v>12055</c:v>
                </c:pt>
                <c:pt idx="3623">
                  <c:v>12058</c:v>
                </c:pt>
                <c:pt idx="3624">
                  <c:v>12061</c:v>
                </c:pt>
                <c:pt idx="3625">
                  <c:v>12065</c:v>
                </c:pt>
                <c:pt idx="3626">
                  <c:v>12068</c:v>
                </c:pt>
                <c:pt idx="3627">
                  <c:v>12071</c:v>
                </c:pt>
                <c:pt idx="3628">
                  <c:v>12075</c:v>
                </c:pt>
                <c:pt idx="3629">
                  <c:v>12078</c:v>
                </c:pt>
                <c:pt idx="3630">
                  <c:v>12081</c:v>
                </c:pt>
                <c:pt idx="3631">
                  <c:v>12085</c:v>
                </c:pt>
                <c:pt idx="3632">
                  <c:v>12088</c:v>
                </c:pt>
                <c:pt idx="3633">
                  <c:v>12091</c:v>
                </c:pt>
                <c:pt idx="3634">
                  <c:v>12095</c:v>
                </c:pt>
                <c:pt idx="3635">
                  <c:v>12098</c:v>
                </c:pt>
                <c:pt idx="3636">
                  <c:v>12101</c:v>
                </c:pt>
                <c:pt idx="3637">
                  <c:v>12105</c:v>
                </c:pt>
                <c:pt idx="3638">
                  <c:v>12108</c:v>
                </c:pt>
                <c:pt idx="3639">
                  <c:v>12111</c:v>
                </c:pt>
                <c:pt idx="3640">
                  <c:v>12115</c:v>
                </c:pt>
                <c:pt idx="3641">
                  <c:v>12118</c:v>
                </c:pt>
                <c:pt idx="3642">
                  <c:v>12121</c:v>
                </c:pt>
                <c:pt idx="3643">
                  <c:v>12125</c:v>
                </c:pt>
                <c:pt idx="3644">
                  <c:v>12128</c:v>
                </c:pt>
                <c:pt idx="3645">
                  <c:v>12131</c:v>
                </c:pt>
                <c:pt idx="3646">
                  <c:v>12135</c:v>
                </c:pt>
                <c:pt idx="3647">
                  <c:v>12138</c:v>
                </c:pt>
                <c:pt idx="3648">
                  <c:v>12141</c:v>
                </c:pt>
                <c:pt idx="3649">
                  <c:v>12145</c:v>
                </c:pt>
                <c:pt idx="3650">
                  <c:v>12148</c:v>
                </c:pt>
                <c:pt idx="3651">
                  <c:v>12151</c:v>
                </c:pt>
                <c:pt idx="3652">
                  <c:v>12155</c:v>
                </c:pt>
                <c:pt idx="3653">
                  <c:v>12158</c:v>
                </c:pt>
                <c:pt idx="3654">
                  <c:v>12161</c:v>
                </c:pt>
                <c:pt idx="3655">
                  <c:v>12165</c:v>
                </c:pt>
                <c:pt idx="3656">
                  <c:v>12168</c:v>
                </c:pt>
                <c:pt idx="3657">
                  <c:v>12171</c:v>
                </c:pt>
                <c:pt idx="3658">
                  <c:v>12174</c:v>
                </c:pt>
                <c:pt idx="3659">
                  <c:v>12178</c:v>
                </c:pt>
                <c:pt idx="3660">
                  <c:v>12181</c:v>
                </c:pt>
                <c:pt idx="3661">
                  <c:v>12184</c:v>
                </c:pt>
                <c:pt idx="3662">
                  <c:v>12188</c:v>
                </c:pt>
                <c:pt idx="3663">
                  <c:v>12191</c:v>
                </c:pt>
                <c:pt idx="3664">
                  <c:v>12194</c:v>
                </c:pt>
                <c:pt idx="3665">
                  <c:v>12198</c:v>
                </c:pt>
                <c:pt idx="3666">
                  <c:v>12201</c:v>
                </c:pt>
                <c:pt idx="3667">
                  <c:v>12204</c:v>
                </c:pt>
                <c:pt idx="3668">
                  <c:v>12208</c:v>
                </c:pt>
                <c:pt idx="3669">
                  <c:v>12211</c:v>
                </c:pt>
                <c:pt idx="3670">
                  <c:v>12214</c:v>
                </c:pt>
                <c:pt idx="3671">
                  <c:v>12218</c:v>
                </c:pt>
                <c:pt idx="3672">
                  <c:v>12221</c:v>
                </c:pt>
                <c:pt idx="3673">
                  <c:v>12224</c:v>
                </c:pt>
                <c:pt idx="3674">
                  <c:v>12228</c:v>
                </c:pt>
                <c:pt idx="3675">
                  <c:v>12231</c:v>
                </c:pt>
                <c:pt idx="3676">
                  <c:v>12234</c:v>
                </c:pt>
                <c:pt idx="3677">
                  <c:v>12238</c:v>
                </c:pt>
                <c:pt idx="3678">
                  <c:v>12241</c:v>
                </c:pt>
                <c:pt idx="3679">
                  <c:v>12244</c:v>
                </c:pt>
                <c:pt idx="3680">
                  <c:v>12248</c:v>
                </c:pt>
                <c:pt idx="3681">
                  <c:v>12251</c:v>
                </c:pt>
                <c:pt idx="3682">
                  <c:v>12254</c:v>
                </c:pt>
                <c:pt idx="3683">
                  <c:v>12258</c:v>
                </c:pt>
                <c:pt idx="3684">
                  <c:v>12261</c:v>
                </c:pt>
                <c:pt idx="3685">
                  <c:v>12264</c:v>
                </c:pt>
                <c:pt idx="3686">
                  <c:v>12268</c:v>
                </c:pt>
                <c:pt idx="3687">
                  <c:v>12271</c:v>
                </c:pt>
                <c:pt idx="3688">
                  <c:v>12274</c:v>
                </c:pt>
                <c:pt idx="3689">
                  <c:v>12278</c:v>
                </c:pt>
                <c:pt idx="3690">
                  <c:v>12281</c:v>
                </c:pt>
                <c:pt idx="3691">
                  <c:v>12284</c:v>
                </c:pt>
                <c:pt idx="3692">
                  <c:v>12288</c:v>
                </c:pt>
                <c:pt idx="3693">
                  <c:v>12291</c:v>
                </c:pt>
                <c:pt idx="3694">
                  <c:v>12294</c:v>
                </c:pt>
                <c:pt idx="3695">
                  <c:v>12298</c:v>
                </c:pt>
                <c:pt idx="3696">
                  <c:v>12301</c:v>
                </c:pt>
                <c:pt idx="3697">
                  <c:v>12304</c:v>
                </c:pt>
                <c:pt idx="3698">
                  <c:v>12308</c:v>
                </c:pt>
                <c:pt idx="3699">
                  <c:v>12311</c:v>
                </c:pt>
                <c:pt idx="3700">
                  <c:v>12314</c:v>
                </c:pt>
                <c:pt idx="3701">
                  <c:v>12318</c:v>
                </c:pt>
                <c:pt idx="3702">
                  <c:v>12321</c:v>
                </c:pt>
                <c:pt idx="3703">
                  <c:v>12324</c:v>
                </c:pt>
                <c:pt idx="3704">
                  <c:v>12328</c:v>
                </c:pt>
                <c:pt idx="3705">
                  <c:v>12331</c:v>
                </c:pt>
                <c:pt idx="3706">
                  <c:v>12334</c:v>
                </c:pt>
                <c:pt idx="3707">
                  <c:v>12338</c:v>
                </c:pt>
                <c:pt idx="3708">
                  <c:v>12341</c:v>
                </c:pt>
                <c:pt idx="3709">
                  <c:v>12344</c:v>
                </c:pt>
                <c:pt idx="3710">
                  <c:v>12348</c:v>
                </c:pt>
                <c:pt idx="3711">
                  <c:v>12351</c:v>
                </c:pt>
                <c:pt idx="3712">
                  <c:v>12354</c:v>
                </c:pt>
                <c:pt idx="3713">
                  <c:v>12357</c:v>
                </c:pt>
                <c:pt idx="3714">
                  <c:v>12361</c:v>
                </c:pt>
                <c:pt idx="3715">
                  <c:v>12364</c:v>
                </c:pt>
                <c:pt idx="3716">
                  <c:v>12367</c:v>
                </c:pt>
                <c:pt idx="3717">
                  <c:v>12371</c:v>
                </c:pt>
                <c:pt idx="3718">
                  <c:v>12374</c:v>
                </c:pt>
                <c:pt idx="3719">
                  <c:v>12377</c:v>
                </c:pt>
                <c:pt idx="3720">
                  <c:v>12381</c:v>
                </c:pt>
                <c:pt idx="3721">
                  <c:v>12384</c:v>
                </c:pt>
                <c:pt idx="3722">
                  <c:v>12387</c:v>
                </c:pt>
                <c:pt idx="3723">
                  <c:v>12391</c:v>
                </c:pt>
                <c:pt idx="3724">
                  <c:v>12394</c:v>
                </c:pt>
                <c:pt idx="3725">
                  <c:v>12397</c:v>
                </c:pt>
                <c:pt idx="3726">
                  <c:v>12401</c:v>
                </c:pt>
                <c:pt idx="3727">
                  <c:v>12404</c:v>
                </c:pt>
                <c:pt idx="3728">
                  <c:v>12407</c:v>
                </c:pt>
                <c:pt idx="3729">
                  <c:v>12411</c:v>
                </c:pt>
                <c:pt idx="3730">
                  <c:v>12414</c:v>
                </c:pt>
                <c:pt idx="3731">
                  <c:v>12417</c:v>
                </c:pt>
                <c:pt idx="3732">
                  <c:v>12421</c:v>
                </c:pt>
                <c:pt idx="3733">
                  <c:v>12424</c:v>
                </c:pt>
                <c:pt idx="3734">
                  <c:v>12427</c:v>
                </c:pt>
                <c:pt idx="3735">
                  <c:v>12431</c:v>
                </c:pt>
                <c:pt idx="3736">
                  <c:v>12434</c:v>
                </c:pt>
                <c:pt idx="3737">
                  <c:v>12437</c:v>
                </c:pt>
                <c:pt idx="3738">
                  <c:v>12441</c:v>
                </c:pt>
                <c:pt idx="3739">
                  <c:v>12444</c:v>
                </c:pt>
                <c:pt idx="3740">
                  <c:v>12447</c:v>
                </c:pt>
                <c:pt idx="3741">
                  <c:v>12451</c:v>
                </c:pt>
                <c:pt idx="3742">
                  <c:v>12454</c:v>
                </c:pt>
                <c:pt idx="3743">
                  <c:v>12457</c:v>
                </c:pt>
                <c:pt idx="3744">
                  <c:v>12461</c:v>
                </c:pt>
                <c:pt idx="3745">
                  <c:v>12464</c:v>
                </c:pt>
                <c:pt idx="3746">
                  <c:v>12467</c:v>
                </c:pt>
                <c:pt idx="3747">
                  <c:v>12471</c:v>
                </c:pt>
                <c:pt idx="3748">
                  <c:v>12474</c:v>
                </c:pt>
                <c:pt idx="3749">
                  <c:v>12477</c:v>
                </c:pt>
                <c:pt idx="3750">
                  <c:v>12481</c:v>
                </c:pt>
                <c:pt idx="3751">
                  <c:v>12484</c:v>
                </c:pt>
                <c:pt idx="3752">
                  <c:v>12487</c:v>
                </c:pt>
                <c:pt idx="3753">
                  <c:v>12491</c:v>
                </c:pt>
                <c:pt idx="3754">
                  <c:v>12494</c:v>
                </c:pt>
                <c:pt idx="3755">
                  <c:v>12497</c:v>
                </c:pt>
                <c:pt idx="3756">
                  <c:v>12501</c:v>
                </c:pt>
                <c:pt idx="3757">
                  <c:v>12504</c:v>
                </c:pt>
                <c:pt idx="3758">
                  <c:v>12507</c:v>
                </c:pt>
                <c:pt idx="3759">
                  <c:v>12511</c:v>
                </c:pt>
                <c:pt idx="3760">
                  <c:v>12514</c:v>
                </c:pt>
                <c:pt idx="3761">
                  <c:v>12517</c:v>
                </c:pt>
                <c:pt idx="3762">
                  <c:v>12521</c:v>
                </c:pt>
                <c:pt idx="3763">
                  <c:v>12524</c:v>
                </c:pt>
                <c:pt idx="3764">
                  <c:v>12527</c:v>
                </c:pt>
                <c:pt idx="3765">
                  <c:v>12531</c:v>
                </c:pt>
                <c:pt idx="3766">
                  <c:v>12534</c:v>
                </c:pt>
                <c:pt idx="3767">
                  <c:v>12537</c:v>
                </c:pt>
                <c:pt idx="3768">
                  <c:v>12540</c:v>
                </c:pt>
                <c:pt idx="3769">
                  <c:v>12544</c:v>
                </c:pt>
                <c:pt idx="3770">
                  <c:v>12547</c:v>
                </c:pt>
                <c:pt idx="3771">
                  <c:v>12550</c:v>
                </c:pt>
                <c:pt idx="3772">
                  <c:v>12554</c:v>
                </c:pt>
                <c:pt idx="3773">
                  <c:v>12557</c:v>
                </c:pt>
                <c:pt idx="3774">
                  <c:v>12560</c:v>
                </c:pt>
                <c:pt idx="3775">
                  <c:v>12564</c:v>
                </c:pt>
                <c:pt idx="3776">
                  <c:v>12567</c:v>
                </c:pt>
                <c:pt idx="3777">
                  <c:v>12570</c:v>
                </c:pt>
                <c:pt idx="3778">
                  <c:v>12574</c:v>
                </c:pt>
                <c:pt idx="3779">
                  <c:v>12577</c:v>
                </c:pt>
                <c:pt idx="3780">
                  <c:v>12580</c:v>
                </c:pt>
                <c:pt idx="3781">
                  <c:v>12584</c:v>
                </c:pt>
                <c:pt idx="3782">
                  <c:v>12587</c:v>
                </c:pt>
                <c:pt idx="3783">
                  <c:v>12590</c:v>
                </c:pt>
                <c:pt idx="3784">
                  <c:v>12594</c:v>
                </c:pt>
                <c:pt idx="3785">
                  <c:v>12597</c:v>
                </c:pt>
                <c:pt idx="3786">
                  <c:v>12600</c:v>
                </c:pt>
                <c:pt idx="3787">
                  <c:v>12604</c:v>
                </c:pt>
                <c:pt idx="3788">
                  <c:v>12607</c:v>
                </c:pt>
                <c:pt idx="3789">
                  <c:v>12610</c:v>
                </c:pt>
                <c:pt idx="3790">
                  <c:v>12614</c:v>
                </c:pt>
                <c:pt idx="3791">
                  <c:v>12617</c:v>
                </c:pt>
                <c:pt idx="3792">
                  <c:v>12620</c:v>
                </c:pt>
                <c:pt idx="3793">
                  <c:v>12624</c:v>
                </c:pt>
                <c:pt idx="3794">
                  <c:v>12627</c:v>
                </c:pt>
                <c:pt idx="3795">
                  <c:v>12630</c:v>
                </c:pt>
                <c:pt idx="3796">
                  <c:v>12634</c:v>
                </c:pt>
                <c:pt idx="3797">
                  <c:v>12637</c:v>
                </c:pt>
                <c:pt idx="3798">
                  <c:v>12640</c:v>
                </c:pt>
                <c:pt idx="3799">
                  <c:v>12644</c:v>
                </c:pt>
                <c:pt idx="3800">
                  <c:v>12647</c:v>
                </c:pt>
                <c:pt idx="3801">
                  <c:v>12650</c:v>
                </c:pt>
                <c:pt idx="3802">
                  <c:v>12654</c:v>
                </c:pt>
                <c:pt idx="3803">
                  <c:v>12657</c:v>
                </c:pt>
                <c:pt idx="3804">
                  <c:v>12660</c:v>
                </c:pt>
                <c:pt idx="3805">
                  <c:v>12664</c:v>
                </c:pt>
                <c:pt idx="3806">
                  <c:v>12667</c:v>
                </c:pt>
                <c:pt idx="3807">
                  <c:v>12670</c:v>
                </c:pt>
                <c:pt idx="3808">
                  <c:v>12674</c:v>
                </c:pt>
                <c:pt idx="3809">
                  <c:v>12677</c:v>
                </c:pt>
                <c:pt idx="3810">
                  <c:v>12680</c:v>
                </c:pt>
                <c:pt idx="3811">
                  <c:v>12684</c:v>
                </c:pt>
                <c:pt idx="3812">
                  <c:v>12687</c:v>
                </c:pt>
                <c:pt idx="3813">
                  <c:v>12690</c:v>
                </c:pt>
                <c:pt idx="3814">
                  <c:v>12694</c:v>
                </c:pt>
                <c:pt idx="3815">
                  <c:v>12697</c:v>
                </c:pt>
                <c:pt idx="3816">
                  <c:v>12700</c:v>
                </c:pt>
                <c:pt idx="3817">
                  <c:v>12704</c:v>
                </c:pt>
                <c:pt idx="3818">
                  <c:v>12707</c:v>
                </c:pt>
                <c:pt idx="3819">
                  <c:v>12710</c:v>
                </c:pt>
                <c:pt idx="3820">
                  <c:v>12714</c:v>
                </c:pt>
                <c:pt idx="3821">
                  <c:v>12717</c:v>
                </c:pt>
                <c:pt idx="3822">
                  <c:v>12720</c:v>
                </c:pt>
                <c:pt idx="3823">
                  <c:v>12723</c:v>
                </c:pt>
                <c:pt idx="3824">
                  <c:v>12727</c:v>
                </c:pt>
                <c:pt idx="3825">
                  <c:v>12730</c:v>
                </c:pt>
                <c:pt idx="3826">
                  <c:v>12733</c:v>
                </c:pt>
                <c:pt idx="3827">
                  <c:v>12737</c:v>
                </c:pt>
                <c:pt idx="3828">
                  <c:v>12740</c:v>
                </c:pt>
                <c:pt idx="3829">
                  <c:v>12743</c:v>
                </c:pt>
                <c:pt idx="3830">
                  <c:v>12747</c:v>
                </c:pt>
                <c:pt idx="3831">
                  <c:v>12750</c:v>
                </c:pt>
                <c:pt idx="3832">
                  <c:v>12753</c:v>
                </c:pt>
                <c:pt idx="3833">
                  <c:v>12757</c:v>
                </c:pt>
                <c:pt idx="3834">
                  <c:v>12760</c:v>
                </c:pt>
                <c:pt idx="3835">
                  <c:v>12763</c:v>
                </c:pt>
                <c:pt idx="3836">
                  <c:v>12767</c:v>
                </c:pt>
                <c:pt idx="3837">
                  <c:v>12770</c:v>
                </c:pt>
                <c:pt idx="3838">
                  <c:v>12773</c:v>
                </c:pt>
                <c:pt idx="3839">
                  <c:v>12777</c:v>
                </c:pt>
                <c:pt idx="3840">
                  <c:v>12780</c:v>
                </c:pt>
                <c:pt idx="3841">
                  <c:v>12783</c:v>
                </c:pt>
                <c:pt idx="3842">
                  <c:v>12787</c:v>
                </c:pt>
                <c:pt idx="3843">
                  <c:v>12790</c:v>
                </c:pt>
                <c:pt idx="3844">
                  <c:v>12793</c:v>
                </c:pt>
                <c:pt idx="3845">
                  <c:v>12797</c:v>
                </c:pt>
                <c:pt idx="3846">
                  <c:v>12800</c:v>
                </c:pt>
                <c:pt idx="3847">
                  <c:v>12803</c:v>
                </c:pt>
                <c:pt idx="3848">
                  <c:v>12807</c:v>
                </c:pt>
                <c:pt idx="3849">
                  <c:v>12810</c:v>
                </c:pt>
                <c:pt idx="3850">
                  <c:v>12813</c:v>
                </c:pt>
                <c:pt idx="3851">
                  <c:v>12817</c:v>
                </c:pt>
                <c:pt idx="3852">
                  <c:v>12820</c:v>
                </c:pt>
                <c:pt idx="3853">
                  <c:v>12823</c:v>
                </c:pt>
                <c:pt idx="3854">
                  <c:v>12827</c:v>
                </c:pt>
                <c:pt idx="3855">
                  <c:v>12830</c:v>
                </c:pt>
                <c:pt idx="3856">
                  <c:v>12833</c:v>
                </c:pt>
                <c:pt idx="3857">
                  <c:v>12837</c:v>
                </c:pt>
                <c:pt idx="3858">
                  <c:v>12840</c:v>
                </c:pt>
                <c:pt idx="3859">
                  <c:v>12843</c:v>
                </c:pt>
                <c:pt idx="3860">
                  <c:v>12847</c:v>
                </c:pt>
                <c:pt idx="3861">
                  <c:v>12850</c:v>
                </c:pt>
                <c:pt idx="3862">
                  <c:v>12853</c:v>
                </c:pt>
                <c:pt idx="3863">
                  <c:v>12857</c:v>
                </c:pt>
                <c:pt idx="3864">
                  <c:v>12860</c:v>
                </c:pt>
                <c:pt idx="3865">
                  <c:v>12863</c:v>
                </c:pt>
                <c:pt idx="3866">
                  <c:v>12867</c:v>
                </c:pt>
                <c:pt idx="3867">
                  <c:v>12870</c:v>
                </c:pt>
                <c:pt idx="3868">
                  <c:v>12873</c:v>
                </c:pt>
                <c:pt idx="3869">
                  <c:v>12877</c:v>
                </c:pt>
                <c:pt idx="3870">
                  <c:v>12880</c:v>
                </c:pt>
                <c:pt idx="3871">
                  <c:v>12883</c:v>
                </c:pt>
                <c:pt idx="3872">
                  <c:v>12887</c:v>
                </c:pt>
                <c:pt idx="3873">
                  <c:v>12890</c:v>
                </c:pt>
                <c:pt idx="3874">
                  <c:v>12893</c:v>
                </c:pt>
                <c:pt idx="3875">
                  <c:v>12897</c:v>
                </c:pt>
                <c:pt idx="3876">
                  <c:v>12900</c:v>
                </c:pt>
                <c:pt idx="3877">
                  <c:v>12903</c:v>
                </c:pt>
                <c:pt idx="3878">
                  <c:v>12906</c:v>
                </c:pt>
                <c:pt idx="3879">
                  <c:v>12910</c:v>
                </c:pt>
                <c:pt idx="3880">
                  <c:v>12913</c:v>
                </c:pt>
                <c:pt idx="3881">
                  <c:v>12916</c:v>
                </c:pt>
                <c:pt idx="3882">
                  <c:v>12920</c:v>
                </c:pt>
                <c:pt idx="3883">
                  <c:v>12923</c:v>
                </c:pt>
                <c:pt idx="3884">
                  <c:v>12926</c:v>
                </c:pt>
                <c:pt idx="3885">
                  <c:v>12930</c:v>
                </c:pt>
                <c:pt idx="3886">
                  <c:v>12933</c:v>
                </c:pt>
                <c:pt idx="3887">
                  <c:v>12936</c:v>
                </c:pt>
                <c:pt idx="3888">
                  <c:v>12940</c:v>
                </c:pt>
                <c:pt idx="3889">
                  <c:v>12943</c:v>
                </c:pt>
                <c:pt idx="3890">
                  <c:v>12946</c:v>
                </c:pt>
                <c:pt idx="3891">
                  <c:v>12950</c:v>
                </c:pt>
                <c:pt idx="3892">
                  <c:v>12953</c:v>
                </c:pt>
                <c:pt idx="3893">
                  <c:v>12956</c:v>
                </c:pt>
                <c:pt idx="3894">
                  <c:v>12960</c:v>
                </c:pt>
                <c:pt idx="3895">
                  <c:v>12963</c:v>
                </c:pt>
                <c:pt idx="3896">
                  <c:v>12966</c:v>
                </c:pt>
                <c:pt idx="3897">
                  <c:v>12970</c:v>
                </c:pt>
                <c:pt idx="3898">
                  <c:v>12973</c:v>
                </c:pt>
                <c:pt idx="3899">
                  <c:v>12976</c:v>
                </c:pt>
                <c:pt idx="3900">
                  <c:v>12980</c:v>
                </c:pt>
                <c:pt idx="3901">
                  <c:v>12983</c:v>
                </c:pt>
                <c:pt idx="3902">
                  <c:v>12986</c:v>
                </c:pt>
                <c:pt idx="3903">
                  <c:v>12990</c:v>
                </c:pt>
                <c:pt idx="3904">
                  <c:v>12993</c:v>
                </c:pt>
                <c:pt idx="3905">
                  <c:v>12996</c:v>
                </c:pt>
                <c:pt idx="3906">
                  <c:v>13000</c:v>
                </c:pt>
                <c:pt idx="3907">
                  <c:v>13003</c:v>
                </c:pt>
                <c:pt idx="3908">
                  <c:v>13006</c:v>
                </c:pt>
                <c:pt idx="3909">
                  <c:v>13010</c:v>
                </c:pt>
                <c:pt idx="3910">
                  <c:v>13013</c:v>
                </c:pt>
                <c:pt idx="3911">
                  <c:v>13016</c:v>
                </c:pt>
                <c:pt idx="3912">
                  <c:v>13020</c:v>
                </c:pt>
                <c:pt idx="3913">
                  <c:v>13023</c:v>
                </c:pt>
                <c:pt idx="3914">
                  <c:v>13026</c:v>
                </c:pt>
                <c:pt idx="3915">
                  <c:v>13030</c:v>
                </c:pt>
                <c:pt idx="3916">
                  <c:v>13033</c:v>
                </c:pt>
                <c:pt idx="3917">
                  <c:v>13036</c:v>
                </c:pt>
                <c:pt idx="3918">
                  <c:v>13040</c:v>
                </c:pt>
                <c:pt idx="3919">
                  <c:v>13043</c:v>
                </c:pt>
                <c:pt idx="3920">
                  <c:v>13046</c:v>
                </c:pt>
                <c:pt idx="3921">
                  <c:v>13050</c:v>
                </c:pt>
                <c:pt idx="3922">
                  <c:v>13053</c:v>
                </c:pt>
                <c:pt idx="3923">
                  <c:v>13056</c:v>
                </c:pt>
                <c:pt idx="3924">
                  <c:v>13060</c:v>
                </c:pt>
                <c:pt idx="3925">
                  <c:v>13063</c:v>
                </c:pt>
                <c:pt idx="3926">
                  <c:v>13066</c:v>
                </c:pt>
                <c:pt idx="3927">
                  <c:v>13070</c:v>
                </c:pt>
                <c:pt idx="3928">
                  <c:v>13073</c:v>
                </c:pt>
                <c:pt idx="3929">
                  <c:v>13076</c:v>
                </c:pt>
                <c:pt idx="3930">
                  <c:v>13080</c:v>
                </c:pt>
                <c:pt idx="3931">
                  <c:v>13083</c:v>
                </c:pt>
                <c:pt idx="3932">
                  <c:v>13086</c:v>
                </c:pt>
                <c:pt idx="3933">
                  <c:v>13089</c:v>
                </c:pt>
                <c:pt idx="3934">
                  <c:v>13093</c:v>
                </c:pt>
                <c:pt idx="3935">
                  <c:v>13096</c:v>
                </c:pt>
                <c:pt idx="3936">
                  <c:v>13099</c:v>
                </c:pt>
                <c:pt idx="3937">
                  <c:v>13103</c:v>
                </c:pt>
                <c:pt idx="3938">
                  <c:v>13106</c:v>
                </c:pt>
                <c:pt idx="3939">
                  <c:v>13109</c:v>
                </c:pt>
                <c:pt idx="3940">
                  <c:v>13113</c:v>
                </c:pt>
                <c:pt idx="3941">
                  <c:v>13116</c:v>
                </c:pt>
                <c:pt idx="3942">
                  <c:v>13119</c:v>
                </c:pt>
                <c:pt idx="3943">
                  <c:v>13123</c:v>
                </c:pt>
                <c:pt idx="3944">
                  <c:v>13126</c:v>
                </c:pt>
                <c:pt idx="3945">
                  <c:v>13129</c:v>
                </c:pt>
                <c:pt idx="3946">
                  <c:v>13133</c:v>
                </c:pt>
                <c:pt idx="3947">
                  <c:v>13136</c:v>
                </c:pt>
                <c:pt idx="3948">
                  <c:v>13139</c:v>
                </c:pt>
                <c:pt idx="3949">
                  <c:v>13143</c:v>
                </c:pt>
                <c:pt idx="3950">
                  <c:v>13146</c:v>
                </c:pt>
                <c:pt idx="3951">
                  <c:v>13149</c:v>
                </c:pt>
                <c:pt idx="3952">
                  <c:v>13153</c:v>
                </c:pt>
                <c:pt idx="3953">
                  <c:v>13156</c:v>
                </c:pt>
                <c:pt idx="3954">
                  <c:v>13159</c:v>
                </c:pt>
                <c:pt idx="3955">
                  <c:v>13163</c:v>
                </c:pt>
                <c:pt idx="3956">
                  <c:v>13166</c:v>
                </c:pt>
                <c:pt idx="3957">
                  <c:v>13169</c:v>
                </c:pt>
                <c:pt idx="3958">
                  <c:v>13173</c:v>
                </c:pt>
                <c:pt idx="3959">
                  <c:v>13176</c:v>
                </c:pt>
                <c:pt idx="3960">
                  <c:v>13179</c:v>
                </c:pt>
                <c:pt idx="3961">
                  <c:v>13183</c:v>
                </c:pt>
                <c:pt idx="3962">
                  <c:v>13186</c:v>
                </c:pt>
                <c:pt idx="3963">
                  <c:v>13189</c:v>
                </c:pt>
                <c:pt idx="3964">
                  <c:v>13193</c:v>
                </c:pt>
                <c:pt idx="3965">
                  <c:v>13196</c:v>
                </c:pt>
                <c:pt idx="3966">
                  <c:v>13199</c:v>
                </c:pt>
                <c:pt idx="3967">
                  <c:v>13203</c:v>
                </c:pt>
                <c:pt idx="3968">
                  <c:v>13206</c:v>
                </c:pt>
                <c:pt idx="3969">
                  <c:v>13209</c:v>
                </c:pt>
                <c:pt idx="3970">
                  <c:v>13213</c:v>
                </c:pt>
                <c:pt idx="3971">
                  <c:v>13216</c:v>
                </c:pt>
                <c:pt idx="3972">
                  <c:v>13219</c:v>
                </c:pt>
                <c:pt idx="3973">
                  <c:v>13223</c:v>
                </c:pt>
                <c:pt idx="3974">
                  <c:v>13226</c:v>
                </c:pt>
                <c:pt idx="3975">
                  <c:v>13229</c:v>
                </c:pt>
                <c:pt idx="3976">
                  <c:v>13233</c:v>
                </c:pt>
                <c:pt idx="3977">
                  <c:v>13236</c:v>
                </c:pt>
                <c:pt idx="3978">
                  <c:v>13239</c:v>
                </c:pt>
                <c:pt idx="3979">
                  <c:v>13243</c:v>
                </c:pt>
                <c:pt idx="3980">
                  <c:v>13246</c:v>
                </c:pt>
                <c:pt idx="3981">
                  <c:v>13249</c:v>
                </c:pt>
                <c:pt idx="3982">
                  <c:v>13253</c:v>
                </c:pt>
                <c:pt idx="3983">
                  <c:v>13256</c:v>
                </c:pt>
                <c:pt idx="3984">
                  <c:v>13259</c:v>
                </c:pt>
                <c:pt idx="3985">
                  <c:v>13263</c:v>
                </c:pt>
                <c:pt idx="3986">
                  <c:v>13266</c:v>
                </c:pt>
                <c:pt idx="3987">
                  <c:v>13269</c:v>
                </c:pt>
                <c:pt idx="3988">
                  <c:v>13272</c:v>
                </c:pt>
                <c:pt idx="3989">
                  <c:v>13276</c:v>
                </c:pt>
                <c:pt idx="3990">
                  <c:v>13279</c:v>
                </c:pt>
                <c:pt idx="3991">
                  <c:v>13282</c:v>
                </c:pt>
                <c:pt idx="3992">
                  <c:v>13286</c:v>
                </c:pt>
                <c:pt idx="3993">
                  <c:v>13289</c:v>
                </c:pt>
                <c:pt idx="3994">
                  <c:v>13292</c:v>
                </c:pt>
                <c:pt idx="3995">
                  <c:v>13296</c:v>
                </c:pt>
                <c:pt idx="3996">
                  <c:v>13299</c:v>
                </c:pt>
                <c:pt idx="3997">
                  <c:v>13302</c:v>
                </c:pt>
                <c:pt idx="3998">
                  <c:v>13306</c:v>
                </c:pt>
                <c:pt idx="3999">
                  <c:v>13309</c:v>
                </c:pt>
                <c:pt idx="4000">
                  <c:v>13312</c:v>
                </c:pt>
                <c:pt idx="4001">
                  <c:v>13316</c:v>
                </c:pt>
                <c:pt idx="4002">
                  <c:v>13319</c:v>
                </c:pt>
                <c:pt idx="4003">
                  <c:v>13322</c:v>
                </c:pt>
                <c:pt idx="4004">
                  <c:v>13326</c:v>
                </c:pt>
                <c:pt idx="4005">
                  <c:v>13329</c:v>
                </c:pt>
                <c:pt idx="4006">
                  <c:v>13332</c:v>
                </c:pt>
                <c:pt idx="4007">
                  <c:v>13336</c:v>
                </c:pt>
                <c:pt idx="4008">
                  <c:v>13339</c:v>
                </c:pt>
                <c:pt idx="4009">
                  <c:v>13342</c:v>
                </c:pt>
                <c:pt idx="4010">
                  <c:v>13346</c:v>
                </c:pt>
                <c:pt idx="4011">
                  <c:v>13349</c:v>
                </c:pt>
                <c:pt idx="4012">
                  <c:v>13352</c:v>
                </c:pt>
                <c:pt idx="4013">
                  <c:v>13356</c:v>
                </c:pt>
                <c:pt idx="4014">
                  <c:v>13359</c:v>
                </c:pt>
                <c:pt idx="4015">
                  <c:v>13362</c:v>
                </c:pt>
                <c:pt idx="4016">
                  <c:v>13366</c:v>
                </c:pt>
                <c:pt idx="4017">
                  <c:v>13369</c:v>
                </c:pt>
                <c:pt idx="4018">
                  <c:v>13372</c:v>
                </c:pt>
                <c:pt idx="4019">
                  <c:v>13376</c:v>
                </c:pt>
                <c:pt idx="4020">
                  <c:v>13379</c:v>
                </c:pt>
                <c:pt idx="4021">
                  <c:v>13382</c:v>
                </c:pt>
                <c:pt idx="4022">
                  <c:v>13386</c:v>
                </c:pt>
                <c:pt idx="4023">
                  <c:v>13389</c:v>
                </c:pt>
                <c:pt idx="4024">
                  <c:v>13392</c:v>
                </c:pt>
                <c:pt idx="4025">
                  <c:v>13396</c:v>
                </c:pt>
                <c:pt idx="4026">
                  <c:v>13399</c:v>
                </c:pt>
                <c:pt idx="4027">
                  <c:v>13402</c:v>
                </c:pt>
                <c:pt idx="4028">
                  <c:v>13406</c:v>
                </c:pt>
                <c:pt idx="4029">
                  <c:v>13409</c:v>
                </c:pt>
                <c:pt idx="4030">
                  <c:v>13412</c:v>
                </c:pt>
                <c:pt idx="4031">
                  <c:v>13416</c:v>
                </c:pt>
                <c:pt idx="4032">
                  <c:v>13419</c:v>
                </c:pt>
                <c:pt idx="4033">
                  <c:v>13422</c:v>
                </c:pt>
                <c:pt idx="4034">
                  <c:v>13426</c:v>
                </c:pt>
                <c:pt idx="4035">
                  <c:v>13429</c:v>
                </c:pt>
                <c:pt idx="4036">
                  <c:v>13432</c:v>
                </c:pt>
                <c:pt idx="4037">
                  <c:v>13436</c:v>
                </c:pt>
                <c:pt idx="4038">
                  <c:v>13439</c:v>
                </c:pt>
                <c:pt idx="4039">
                  <c:v>13442</c:v>
                </c:pt>
                <c:pt idx="4040">
                  <c:v>13446</c:v>
                </c:pt>
                <c:pt idx="4041">
                  <c:v>13449</c:v>
                </c:pt>
                <c:pt idx="4042">
                  <c:v>13452</c:v>
                </c:pt>
                <c:pt idx="4043">
                  <c:v>13455</c:v>
                </c:pt>
                <c:pt idx="4044">
                  <c:v>13459</c:v>
                </c:pt>
                <c:pt idx="4045">
                  <c:v>13462</c:v>
                </c:pt>
                <c:pt idx="4046">
                  <c:v>13465</c:v>
                </c:pt>
                <c:pt idx="4047">
                  <c:v>13469</c:v>
                </c:pt>
                <c:pt idx="4048">
                  <c:v>13472</c:v>
                </c:pt>
                <c:pt idx="4049">
                  <c:v>13475</c:v>
                </c:pt>
                <c:pt idx="4050">
                  <c:v>13479</c:v>
                </c:pt>
                <c:pt idx="4051">
                  <c:v>13482</c:v>
                </c:pt>
                <c:pt idx="4052">
                  <c:v>13485</c:v>
                </c:pt>
                <c:pt idx="4053">
                  <c:v>13489</c:v>
                </c:pt>
                <c:pt idx="4054">
                  <c:v>13492</c:v>
                </c:pt>
                <c:pt idx="4055">
                  <c:v>13495</c:v>
                </c:pt>
                <c:pt idx="4056">
                  <c:v>13499</c:v>
                </c:pt>
                <c:pt idx="4057">
                  <c:v>13502</c:v>
                </c:pt>
                <c:pt idx="4058">
                  <c:v>13505</c:v>
                </c:pt>
                <c:pt idx="4059">
                  <c:v>13509</c:v>
                </c:pt>
                <c:pt idx="4060">
                  <c:v>13512</c:v>
                </c:pt>
                <c:pt idx="4061">
                  <c:v>13515</c:v>
                </c:pt>
                <c:pt idx="4062">
                  <c:v>13519</c:v>
                </c:pt>
                <c:pt idx="4063">
                  <c:v>13522</c:v>
                </c:pt>
                <c:pt idx="4064">
                  <c:v>13525</c:v>
                </c:pt>
                <c:pt idx="4065">
                  <c:v>13529</c:v>
                </c:pt>
                <c:pt idx="4066">
                  <c:v>13532</c:v>
                </c:pt>
                <c:pt idx="4067">
                  <c:v>13535</c:v>
                </c:pt>
                <c:pt idx="4068">
                  <c:v>13539</c:v>
                </c:pt>
                <c:pt idx="4069">
                  <c:v>13542</c:v>
                </c:pt>
                <c:pt idx="4070">
                  <c:v>13545</c:v>
                </c:pt>
                <c:pt idx="4071">
                  <c:v>13549</c:v>
                </c:pt>
                <c:pt idx="4072">
                  <c:v>13552</c:v>
                </c:pt>
                <c:pt idx="4073">
                  <c:v>13555</c:v>
                </c:pt>
                <c:pt idx="4074">
                  <c:v>13559</c:v>
                </c:pt>
                <c:pt idx="4075">
                  <c:v>13562</c:v>
                </c:pt>
                <c:pt idx="4076">
                  <c:v>13565</c:v>
                </c:pt>
                <c:pt idx="4077">
                  <c:v>13569</c:v>
                </c:pt>
                <c:pt idx="4078">
                  <c:v>13572</c:v>
                </c:pt>
                <c:pt idx="4079">
                  <c:v>13575</c:v>
                </c:pt>
                <c:pt idx="4080">
                  <c:v>13579</c:v>
                </c:pt>
                <c:pt idx="4081">
                  <c:v>13582</c:v>
                </c:pt>
                <c:pt idx="4082">
                  <c:v>13585</c:v>
                </c:pt>
                <c:pt idx="4083">
                  <c:v>13589</c:v>
                </c:pt>
                <c:pt idx="4084">
                  <c:v>13592</c:v>
                </c:pt>
                <c:pt idx="4085">
                  <c:v>13595</c:v>
                </c:pt>
                <c:pt idx="4086">
                  <c:v>13599</c:v>
                </c:pt>
                <c:pt idx="4087">
                  <c:v>13602</c:v>
                </c:pt>
                <c:pt idx="4088">
                  <c:v>13605</c:v>
                </c:pt>
                <c:pt idx="4089">
                  <c:v>13609</c:v>
                </c:pt>
                <c:pt idx="4090">
                  <c:v>13612</c:v>
                </c:pt>
                <c:pt idx="4091">
                  <c:v>13615</c:v>
                </c:pt>
                <c:pt idx="4092">
                  <c:v>13619</c:v>
                </c:pt>
                <c:pt idx="4093">
                  <c:v>13622</c:v>
                </c:pt>
                <c:pt idx="4094">
                  <c:v>13625</c:v>
                </c:pt>
                <c:pt idx="4095">
                  <c:v>13629</c:v>
                </c:pt>
                <c:pt idx="4096">
                  <c:v>13632</c:v>
                </c:pt>
                <c:pt idx="4097">
                  <c:v>13635</c:v>
                </c:pt>
                <c:pt idx="4098">
                  <c:v>13638</c:v>
                </c:pt>
                <c:pt idx="4099">
                  <c:v>13642</c:v>
                </c:pt>
                <c:pt idx="4100">
                  <c:v>13645</c:v>
                </c:pt>
                <c:pt idx="4101">
                  <c:v>13648</c:v>
                </c:pt>
                <c:pt idx="4102">
                  <c:v>13652</c:v>
                </c:pt>
                <c:pt idx="4103">
                  <c:v>13655</c:v>
                </c:pt>
                <c:pt idx="4104">
                  <c:v>13658</c:v>
                </c:pt>
                <c:pt idx="4105">
                  <c:v>13662</c:v>
                </c:pt>
                <c:pt idx="4106">
                  <c:v>13665</c:v>
                </c:pt>
                <c:pt idx="4107">
                  <c:v>13668</c:v>
                </c:pt>
                <c:pt idx="4108">
                  <c:v>13672</c:v>
                </c:pt>
                <c:pt idx="4109">
                  <c:v>13675</c:v>
                </c:pt>
                <c:pt idx="4110">
                  <c:v>13678</c:v>
                </c:pt>
                <c:pt idx="4111">
                  <c:v>13682</c:v>
                </c:pt>
                <c:pt idx="4112">
                  <c:v>13685</c:v>
                </c:pt>
                <c:pt idx="4113">
                  <c:v>13688</c:v>
                </c:pt>
                <c:pt idx="4114">
                  <c:v>13692</c:v>
                </c:pt>
                <c:pt idx="4115">
                  <c:v>13695</c:v>
                </c:pt>
                <c:pt idx="4116">
                  <c:v>13698</c:v>
                </c:pt>
                <c:pt idx="4117">
                  <c:v>13702</c:v>
                </c:pt>
                <c:pt idx="4118">
                  <c:v>13705</c:v>
                </c:pt>
                <c:pt idx="4119">
                  <c:v>13708</c:v>
                </c:pt>
                <c:pt idx="4120">
                  <c:v>13712</c:v>
                </c:pt>
                <c:pt idx="4121">
                  <c:v>13715</c:v>
                </c:pt>
                <c:pt idx="4122">
                  <c:v>13718</c:v>
                </c:pt>
                <c:pt idx="4123">
                  <c:v>13722</c:v>
                </c:pt>
                <c:pt idx="4124">
                  <c:v>13725</c:v>
                </c:pt>
                <c:pt idx="4125">
                  <c:v>13728</c:v>
                </c:pt>
                <c:pt idx="4126">
                  <c:v>13732</c:v>
                </c:pt>
                <c:pt idx="4127">
                  <c:v>13735</c:v>
                </c:pt>
                <c:pt idx="4128">
                  <c:v>13738</c:v>
                </c:pt>
                <c:pt idx="4129">
                  <c:v>13742</c:v>
                </c:pt>
                <c:pt idx="4130">
                  <c:v>13745</c:v>
                </c:pt>
                <c:pt idx="4131">
                  <c:v>13748</c:v>
                </c:pt>
                <c:pt idx="4132">
                  <c:v>13752</c:v>
                </c:pt>
                <c:pt idx="4133">
                  <c:v>13755</c:v>
                </c:pt>
                <c:pt idx="4134">
                  <c:v>13758</c:v>
                </c:pt>
                <c:pt idx="4135">
                  <c:v>13762</c:v>
                </c:pt>
                <c:pt idx="4136">
                  <c:v>13765</c:v>
                </c:pt>
                <c:pt idx="4137">
                  <c:v>13768</c:v>
                </c:pt>
                <c:pt idx="4138">
                  <c:v>13772</c:v>
                </c:pt>
                <c:pt idx="4139">
                  <c:v>13775</c:v>
                </c:pt>
                <c:pt idx="4140">
                  <c:v>13778</c:v>
                </c:pt>
                <c:pt idx="4141">
                  <c:v>13782</c:v>
                </c:pt>
                <c:pt idx="4142">
                  <c:v>13785</c:v>
                </c:pt>
                <c:pt idx="4143">
                  <c:v>13788</c:v>
                </c:pt>
                <c:pt idx="4144">
                  <c:v>13792</c:v>
                </c:pt>
                <c:pt idx="4145">
                  <c:v>13795</c:v>
                </c:pt>
                <c:pt idx="4146">
                  <c:v>13798</c:v>
                </c:pt>
                <c:pt idx="4147">
                  <c:v>13802</c:v>
                </c:pt>
                <c:pt idx="4148">
                  <c:v>13805</c:v>
                </c:pt>
                <c:pt idx="4149">
                  <c:v>13808</c:v>
                </c:pt>
                <c:pt idx="4150">
                  <c:v>13812</c:v>
                </c:pt>
                <c:pt idx="4151">
                  <c:v>13815</c:v>
                </c:pt>
                <c:pt idx="4152">
                  <c:v>13818</c:v>
                </c:pt>
                <c:pt idx="4153">
                  <c:v>13821</c:v>
                </c:pt>
                <c:pt idx="4154">
                  <c:v>13825</c:v>
                </c:pt>
                <c:pt idx="4155">
                  <c:v>13828</c:v>
                </c:pt>
                <c:pt idx="4156">
                  <c:v>13831</c:v>
                </c:pt>
                <c:pt idx="4157">
                  <c:v>13835</c:v>
                </c:pt>
                <c:pt idx="4158">
                  <c:v>13838</c:v>
                </c:pt>
                <c:pt idx="4159">
                  <c:v>13841</c:v>
                </c:pt>
                <c:pt idx="4160">
                  <c:v>13845</c:v>
                </c:pt>
                <c:pt idx="4161">
                  <c:v>13848</c:v>
                </c:pt>
                <c:pt idx="4162">
                  <c:v>13851</c:v>
                </c:pt>
                <c:pt idx="4163">
                  <c:v>13855</c:v>
                </c:pt>
                <c:pt idx="4164">
                  <c:v>13858</c:v>
                </c:pt>
                <c:pt idx="4165">
                  <c:v>13861</c:v>
                </c:pt>
                <c:pt idx="4166">
                  <c:v>13865</c:v>
                </c:pt>
                <c:pt idx="4167">
                  <c:v>13868</c:v>
                </c:pt>
                <c:pt idx="4168">
                  <c:v>13871</c:v>
                </c:pt>
                <c:pt idx="4169">
                  <c:v>13875</c:v>
                </c:pt>
                <c:pt idx="4170">
                  <c:v>13878</c:v>
                </c:pt>
                <c:pt idx="4171">
                  <c:v>13881</c:v>
                </c:pt>
                <c:pt idx="4172">
                  <c:v>13885</c:v>
                </c:pt>
                <c:pt idx="4173">
                  <c:v>13888</c:v>
                </c:pt>
                <c:pt idx="4174">
                  <c:v>13891</c:v>
                </c:pt>
                <c:pt idx="4175">
                  <c:v>13895</c:v>
                </c:pt>
                <c:pt idx="4176">
                  <c:v>13898</c:v>
                </c:pt>
                <c:pt idx="4177">
                  <c:v>13901</c:v>
                </c:pt>
                <c:pt idx="4178">
                  <c:v>13905</c:v>
                </c:pt>
                <c:pt idx="4179">
                  <c:v>13908</c:v>
                </c:pt>
                <c:pt idx="4180">
                  <c:v>13911</c:v>
                </c:pt>
                <c:pt idx="4181">
                  <c:v>13915</c:v>
                </c:pt>
                <c:pt idx="4182">
                  <c:v>13918</c:v>
                </c:pt>
                <c:pt idx="4183">
                  <c:v>13921</c:v>
                </c:pt>
                <c:pt idx="4184">
                  <c:v>13925</c:v>
                </c:pt>
                <c:pt idx="4185">
                  <c:v>13928</c:v>
                </c:pt>
                <c:pt idx="4186">
                  <c:v>13931</c:v>
                </c:pt>
                <c:pt idx="4187">
                  <c:v>13935</c:v>
                </c:pt>
                <c:pt idx="4188">
                  <c:v>13938</c:v>
                </c:pt>
                <c:pt idx="4189">
                  <c:v>13941</c:v>
                </c:pt>
                <c:pt idx="4190">
                  <c:v>13945</c:v>
                </c:pt>
                <c:pt idx="4191">
                  <c:v>13948</c:v>
                </c:pt>
                <c:pt idx="4192">
                  <c:v>13951</c:v>
                </c:pt>
                <c:pt idx="4193">
                  <c:v>13955</c:v>
                </c:pt>
                <c:pt idx="4194">
                  <c:v>13958</c:v>
                </c:pt>
                <c:pt idx="4195">
                  <c:v>13961</c:v>
                </c:pt>
                <c:pt idx="4196">
                  <c:v>13965</c:v>
                </c:pt>
                <c:pt idx="4197">
                  <c:v>13968</c:v>
                </c:pt>
                <c:pt idx="4198">
                  <c:v>13971</c:v>
                </c:pt>
                <c:pt idx="4199">
                  <c:v>13975</c:v>
                </c:pt>
                <c:pt idx="4200">
                  <c:v>13978</c:v>
                </c:pt>
                <c:pt idx="4201">
                  <c:v>13981</c:v>
                </c:pt>
                <c:pt idx="4202">
                  <c:v>13985</c:v>
                </c:pt>
                <c:pt idx="4203">
                  <c:v>13988</c:v>
                </c:pt>
                <c:pt idx="4204">
                  <c:v>13991</c:v>
                </c:pt>
                <c:pt idx="4205">
                  <c:v>13995</c:v>
                </c:pt>
                <c:pt idx="4206">
                  <c:v>13998</c:v>
                </c:pt>
                <c:pt idx="4207">
                  <c:v>14001</c:v>
                </c:pt>
                <c:pt idx="4208">
                  <c:v>14004</c:v>
                </c:pt>
                <c:pt idx="4209">
                  <c:v>14008</c:v>
                </c:pt>
                <c:pt idx="4210">
                  <c:v>14011</c:v>
                </c:pt>
                <c:pt idx="4211">
                  <c:v>14014</c:v>
                </c:pt>
                <c:pt idx="4212">
                  <c:v>14018</c:v>
                </c:pt>
                <c:pt idx="4213">
                  <c:v>14021</c:v>
                </c:pt>
                <c:pt idx="4214">
                  <c:v>14024</c:v>
                </c:pt>
                <c:pt idx="4215">
                  <c:v>14028</c:v>
                </c:pt>
                <c:pt idx="4216">
                  <c:v>14031</c:v>
                </c:pt>
                <c:pt idx="4217">
                  <c:v>14034</c:v>
                </c:pt>
                <c:pt idx="4218">
                  <c:v>14038</c:v>
                </c:pt>
                <c:pt idx="4219">
                  <c:v>14041</c:v>
                </c:pt>
                <c:pt idx="4220">
                  <c:v>14044</c:v>
                </c:pt>
                <c:pt idx="4221">
                  <c:v>14048</c:v>
                </c:pt>
                <c:pt idx="4222">
                  <c:v>14051</c:v>
                </c:pt>
                <c:pt idx="4223">
                  <c:v>14054</c:v>
                </c:pt>
                <c:pt idx="4224">
                  <c:v>14058</c:v>
                </c:pt>
                <c:pt idx="4225">
                  <c:v>14061</c:v>
                </c:pt>
                <c:pt idx="4226">
                  <c:v>14064</c:v>
                </c:pt>
                <c:pt idx="4227">
                  <c:v>14068</c:v>
                </c:pt>
                <c:pt idx="4228">
                  <c:v>14071</c:v>
                </c:pt>
                <c:pt idx="4229">
                  <c:v>14074</c:v>
                </c:pt>
                <c:pt idx="4230">
                  <c:v>14078</c:v>
                </c:pt>
                <c:pt idx="4231">
                  <c:v>14081</c:v>
                </c:pt>
                <c:pt idx="4232">
                  <c:v>14084</c:v>
                </c:pt>
                <c:pt idx="4233">
                  <c:v>14088</c:v>
                </c:pt>
                <c:pt idx="4234">
                  <c:v>14091</c:v>
                </c:pt>
                <c:pt idx="4235">
                  <c:v>14094</c:v>
                </c:pt>
                <c:pt idx="4236">
                  <c:v>14098</c:v>
                </c:pt>
                <c:pt idx="4237">
                  <c:v>14101</c:v>
                </c:pt>
                <c:pt idx="4238">
                  <c:v>14104</c:v>
                </c:pt>
                <c:pt idx="4239">
                  <c:v>14108</c:v>
                </c:pt>
                <c:pt idx="4240">
                  <c:v>14111</c:v>
                </c:pt>
                <c:pt idx="4241">
                  <c:v>14114</c:v>
                </c:pt>
                <c:pt idx="4242">
                  <c:v>14118</c:v>
                </c:pt>
                <c:pt idx="4243">
                  <c:v>14121</c:v>
                </c:pt>
                <c:pt idx="4244">
                  <c:v>14124</c:v>
                </c:pt>
                <c:pt idx="4245">
                  <c:v>14128</c:v>
                </c:pt>
                <c:pt idx="4246">
                  <c:v>14131</c:v>
                </c:pt>
                <c:pt idx="4247">
                  <c:v>14134</c:v>
                </c:pt>
                <c:pt idx="4248">
                  <c:v>14138</c:v>
                </c:pt>
                <c:pt idx="4249">
                  <c:v>14141</c:v>
                </c:pt>
                <c:pt idx="4250">
                  <c:v>14144</c:v>
                </c:pt>
                <c:pt idx="4251">
                  <c:v>14148</c:v>
                </c:pt>
                <c:pt idx="4252">
                  <c:v>14151</c:v>
                </c:pt>
                <c:pt idx="4253">
                  <c:v>14154</c:v>
                </c:pt>
                <c:pt idx="4254">
                  <c:v>14158</c:v>
                </c:pt>
                <c:pt idx="4255">
                  <c:v>14161</c:v>
                </c:pt>
                <c:pt idx="4256">
                  <c:v>14164</c:v>
                </c:pt>
                <c:pt idx="4257">
                  <c:v>14168</c:v>
                </c:pt>
                <c:pt idx="4258">
                  <c:v>14171</c:v>
                </c:pt>
                <c:pt idx="4259">
                  <c:v>14174</c:v>
                </c:pt>
                <c:pt idx="4260">
                  <c:v>14178</c:v>
                </c:pt>
                <c:pt idx="4261">
                  <c:v>14181</c:v>
                </c:pt>
                <c:pt idx="4262">
                  <c:v>14184</c:v>
                </c:pt>
                <c:pt idx="4263">
                  <c:v>14187</c:v>
                </c:pt>
                <c:pt idx="4264">
                  <c:v>14191</c:v>
                </c:pt>
                <c:pt idx="4265">
                  <c:v>14194</c:v>
                </c:pt>
                <c:pt idx="4266">
                  <c:v>14197</c:v>
                </c:pt>
                <c:pt idx="4267">
                  <c:v>14201</c:v>
                </c:pt>
                <c:pt idx="4268">
                  <c:v>14204</c:v>
                </c:pt>
                <c:pt idx="4269">
                  <c:v>14207</c:v>
                </c:pt>
                <c:pt idx="4270">
                  <c:v>14211</c:v>
                </c:pt>
                <c:pt idx="4271">
                  <c:v>14214</c:v>
                </c:pt>
                <c:pt idx="4272">
                  <c:v>14217</c:v>
                </c:pt>
                <c:pt idx="4273">
                  <c:v>14221</c:v>
                </c:pt>
                <c:pt idx="4274">
                  <c:v>14224</c:v>
                </c:pt>
                <c:pt idx="4275">
                  <c:v>14227</c:v>
                </c:pt>
                <c:pt idx="4276">
                  <c:v>14231</c:v>
                </c:pt>
                <c:pt idx="4277">
                  <c:v>14234</c:v>
                </c:pt>
                <c:pt idx="4278">
                  <c:v>14237</c:v>
                </c:pt>
                <c:pt idx="4279">
                  <c:v>14241</c:v>
                </c:pt>
                <c:pt idx="4280">
                  <c:v>14244</c:v>
                </c:pt>
                <c:pt idx="4281">
                  <c:v>14247</c:v>
                </c:pt>
                <c:pt idx="4282">
                  <c:v>14251</c:v>
                </c:pt>
                <c:pt idx="4283">
                  <c:v>14254</c:v>
                </c:pt>
                <c:pt idx="4284">
                  <c:v>14257</c:v>
                </c:pt>
                <c:pt idx="4285">
                  <c:v>14261</c:v>
                </c:pt>
                <c:pt idx="4286">
                  <c:v>14264</c:v>
                </c:pt>
                <c:pt idx="4287">
                  <c:v>14267</c:v>
                </c:pt>
                <c:pt idx="4288">
                  <c:v>14271</c:v>
                </c:pt>
                <c:pt idx="4289">
                  <c:v>14274</c:v>
                </c:pt>
                <c:pt idx="4290">
                  <c:v>14277</c:v>
                </c:pt>
                <c:pt idx="4291">
                  <c:v>14281</c:v>
                </c:pt>
                <c:pt idx="4292">
                  <c:v>14284</c:v>
                </c:pt>
                <c:pt idx="4293">
                  <c:v>14287</c:v>
                </c:pt>
                <c:pt idx="4294">
                  <c:v>14291</c:v>
                </c:pt>
                <c:pt idx="4295">
                  <c:v>14294</c:v>
                </c:pt>
                <c:pt idx="4296">
                  <c:v>14297</c:v>
                </c:pt>
                <c:pt idx="4297">
                  <c:v>14301</c:v>
                </c:pt>
                <c:pt idx="4298">
                  <c:v>14304</c:v>
                </c:pt>
                <c:pt idx="4299">
                  <c:v>14307</c:v>
                </c:pt>
                <c:pt idx="4300">
                  <c:v>14311</c:v>
                </c:pt>
                <c:pt idx="4301">
                  <c:v>14314</c:v>
                </c:pt>
                <c:pt idx="4302">
                  <c:v>14317</c:v>
                </c:pt>
                <c:pt idx="4303">
                  <c:v>14321</c:v>
                </c:pt>
                <c:pt idx="4304">
                  <c:v>14324</c:v>
                </c:pt>
                <c:pt idx="4305">
                  <c:v>14327</c:v>
                </c:pt>
                <c:pt idx="4306">
                  <c:v>14331</c:v>
                </c:pt>
                <c:pt idx="4307">
                  <c:v>14334</c:v>
                </c:pt>
                <c:pt idx="4308">
                  <c:v>14337</c:v>
                </c:pt>
                <c:pt idx="4309">
                  <c:v>14341</c:v>
                </c:pt>
                <c:pt idx="4310">
                  <c:v>14344</c:v>
                </c:pt>
                <c:pt idx="4311">
                  <c:v>14347</c:v>
                </c:pt>
                <c:pt idx="4312">
                  <c:v>14351</c:v>
                </c:pt>
                <c:pt idx="4313">
                  <c:v>14354</c:v>
                </c:pt>
                <c:pt idx="4314">
                  <c:v>14357</c:v>
                </c:pt>
                <c:pt idx="4315">
                  <c:v>14361</c:v>
                </c:pt>
                <c:pt idx="4316">
                  <c:v>14364</c:v>
                </c:pt>
                <c:pt idx="4317">
                  <c:v>14367</c:v>
                </c:pt>
                <c:pt idx="4318">
                  <c:v>14370</c:v>
                </c:pt>
                <c:pt idx="4319">
                  <c:v>14374</c:v>
                </c:pt>
                <c:pt idx="4320">
                  <c:v>14377</c:v>
                </c:pt>
                <c:pt idx="4321">
                  <c:v>14380</c:v>
                </c:pt>
                <c:pt idx="4322">
                  <c:v>14384</c:v>
                </c:pt>
                <c:pt idx="4323">
                  <c:v>14387</c:v>
                </c:pt>
                <c:pt idx="4324">
                  <c:v>14390</c:v>
                </c:pt>
                <c:pt idx="4325">
                  <c:v>14394</c:v>
                </c:pt>
                <c:pt idx="4326">
                  <c:v>14397</c:v>
                </c:pt>
                <c:pt idx="4327">
                  <c:v>14400</c:v>
                </c:pt>
                <c:pt idx="4328">
                  <c:v>14404</c:v>
                </c:pt>
                <c:pt idx="4329">
                  <c:v>14407</c:v>
                </c:pt>
                <c:pt idx="4330">
                  <c:v>14410</c:v>
                </c:pt>
                <c:pt idx="4331">
                  <c:v>14414</c:v>
                </c:pt>
                <c:pt idx="4332">
                  <c:v>14417</c:v>
                </c:pt>
                <c:pt idx="4333">
                  <c:v>14420</c:v>
                </c:pt>
                <c:pt idx="4334">
                  <c:v>14424</c:v>
                </c:pt>
                <c:pt idx="4335">
                  <c:v>14427</c:v>
                </c:pt>
                <c:pt idx="4336">
                  <c:v>14430</c:v>
                </c:pt>
                <c:pt idx="4337">
                  <c:v>14434</c:v>
                </c:pt>
                <c:pt idx="4338">
                  <c:v>14437</c:v>
                </c:pt>
                <c:pt idx="4339">
                  <c:v>14440</c:v>
                </c:pt>
                <c:pt idx="4340">
                  <c:v>14444</c:v>
                </c:pt>
                <c:pt idx="4341">
                  <c:v>14447</c:v>
                </c:pt>
                <c:pt idx="4342">
                  <c:v>14450</c:v>
                </c:pt>
                <c:pt idx="4343">
                  <c:v>14454</c:v>
                </c:pt>
                <c:pt idx="4344">
                  <c:v>14457</c:v>
                </c:pt>
                <c:pt idx="4345">
                  <c:v>14460</c:v>
                </c:pt>
                <c:pt idx="4346">
                  <c:v>14464</c:v>
                </c:pt>
                <c:pt idx="4347">
                  <c:v>14467</c:v>
                </c:pt>
                <c:pt idx="4348">
                  <c:v>14470</c:v>
                </c:pt>
                <c:pt idx="4349">
                  <c:v>14474</c:v>
                </c:pt>
                <c:pt idx="4350">
                  <c:v>14477</c:v>
                </c:pt>
                <c:pt idx="4351">
                  <c:v>14480</c:v>
                </c:pt>
                <c:pt idx="4352">
                  <c:v>14484</c:v>
                </c:pt>
                <c:pt idx="4353">
                  <c:v>14487</c:v>
                </c:pt>
                <c:pt idx="4354">
                  <c:v>14490</c:v>
                </c:pt>
                <c:pt idx="4355">
                  <c:v>14494</c:v>
                </c:pt>
                <c:pt idx="4356">
                  <c:v>14497</c:v>
                </c:pt>
                <c:pt idx="4357">
                  <c:v>14500</c:v>
                </c:pt>
                <c:pt idx="4358">
                  <c:v>14504</c:v>
                </c:pt>
                <c:pt idx="4359">
                  <c:v>14507</c:v>
                </c:pt>
                <c:pt idx="4360">
                  <c:v>14510</c:v>
                </c:pt>
                <c:pt idx="4361">
                  <c:v>14514</c:v>
                </c:pt>
                <c:pt idx="4362">
                  <c:v>14517</c:v>
                </c:pt>
                <c:pt idx="4363">
                  <c:v>14520</c:v>
                </c:pt>
                <c:pt idx="4364">
                  <c:v>14524</c:v>
                </c:pt>
                <c:pt idx="4365">
                  <c:v>14527</c:v>
                </c:pt>
                <c:pt idx="4366">
                  <c:v>14530</c:v>
                </c:pt>
                <c:pt idx="4367">
                  <c:v>14534</c:v>
                </c:pt>
                <c:pt idx="4368">
                  <c:v>14537</c:v>
                </c:pt>
                <c:pt idx="4369">
                  <c:v>14540</c:v>
                </c:pt>
                <c:pt idx="4370">
                  <c:v>14544</c:v>
                </c:pt>
                <c:pt idx="4371">
                  <c:v>14547</c:v>
                </c:pt>
                <c:pt idx="4372">
                  <c:v>14550</c:v>
                </c:pt>
                <c:pt idx="4373">
                  <c:v>14553</c:v>
                </c:pt>
                <c:pt idx="4374">
                  <c:v>14557</c:v>
                </c:pt>
                <c:pt idx="4375">
                  <c:v>14560</c:v>
                </c:pt>
                <c:pt idx="4376">
                  <c:v>14563</c:v>
                </c:pt>
                <c:pt idx="4377">
                  <c:v>14567</c:v>
                </c:pt>
                <c:pt idx="4378">
                  <c:v>14570</c:v>
                </c:pt>
                <c:pt idx="4379">
                  <c:v>14573</c:v>
                </c:pt>
                <c:pt idx="4380">
                  <c:v>14577</c:v>
                </c:pt>
                <c:pt idx="4381">
                  <c:v>14580</c:v>
                </c:pt>
                <c:pt idx="4382">
                  <c:v>14583</c:v>
                </c:pt>
                <c:pt idx="4383">
                  <c:v>14587</c:v>
                </c:pt>
                <c:pt idx="4384">
                  <c:v>14590</c:v>
                </c:pt>
                <c:pt idx="4385">
                  <c:v>14593</c:v>
                </c:pt>
                <c:pt idx="4386">
                  <c:v>14597</c:v>
                </c:pt>
                <c:pt idx="4387">
                  <c:v>14600</c:v>
                </c:pt>
                <c:pt idx="4388">
                  <c:v>14603</c:v>
                </c:pt>
                <c:pt idx="4389">
                  <c:v>14607</c:v>
                </c:pt>
                <c:pt idx="4390">
                  <c:v>14610</c:v>
                </c:pt>
                <c:pt idx="4391">
                  <c:v>14613</c:v>
                </c:pt>
                <c:pt idx="4392">
                  <c:v>14617</c:v>
                </c:pt>
                <c:pt idx="4393">
                  <c:v>14620</c:v>
                </c:pt>
                <c:pt idx="4394">
                  <c:v>14623</c:v>
                </c:pt>
                <c:pt idx="4395">
                  <c:v>14627</c:v>
                </c:pt>
                <c:pt idx="4396">
                  <c:v>14630</c:v>
                </c:pt>
                <c:pt idx="4397">
                  <c:v>14633</c:v>
                </c:pt>
                <c:pt idx="4398">
                  <c:v>14637</c:v>
                </c:pt>
                <c:pt idx="4399">
                  <c:v>14640</c:v>
                </c:pt>
                <c:pt idx="4400">
                  <c:v>14643</c:v>
                </c:pt>
                <c:pt idx="4401">
                  <c:v>14647</c:v>
                </c:pt>
                <c:pt idx="4402">
                  <c:v>14650</c:v>
                </c:pt>
                <c:pt idx="4403">
                  <c:v>14653</c:v>
                </c:pt>
                <c:pt idx="4404">
                  <c:v>14657</c:v>
                </c:pt>
                <c:pt idx="4405">
                  <c:v>14660</c:v>
                </c:pt>
                <c:pt idx="4406">
                  <c:v>14663</c:v>
                </c:pt>
                <c:pt idx="4407">
                  <c:v>14667</c:v>
                </c:pt>
                <c:pt idx="4408">
                  <c:v>14670</c:v>
                </c:pt>
                <c:pt idx="4409">
                  <c:v>14673</c:v>
                </c:pt>
                <c:pt idx="4410">
                  <c:v>14677</c:v>
                </c:pt>
                <c:pt idx="4411">
                  <c:v>14680</c:v>
                </c:pt>
                <c:pt idx="4412">
                  <c:v>14683</c:v>
                </c:pt>
                <c:pt idx="4413">
                  <c:v>14687</c:v>
                </c:pt>
                <c:pt idx="4414">
                  <c:v>14690</c:v>
                </c:pt>
                <c:pt idx="4415">
                  <c:v>14693</c:v>
                </c:pt>
                <c:pt idx="4416">
                  <c:v>14697</c:v>
                </c:pt>
                <c:pt idx="4417">
                  <c:v>14700</c:v>
                </c:pt>
                <c:pt idx="4418">
                  <c:v>14703</c:v>
                </c:pt>
                <c:pt idx="4419">
                  <c:v>14707</c:v>
                </c:pt>
                <c:pt idx="4420">
                  <c:v>14710</c:v>
                </c:pt>
                <c:pt idx="4421">
                  <c:v>14713</c:v>
                </c:pt>
                <c:pt idx="4422">
                  <c:v>14717</c:v>
                </c:pt>
                <c:pt idx="4423">
                  <c:v>14720</c:v>
                </c:pt>
                <c:pt idx="4424">
                  <c:v>14723</c:v>
                </c:pt>
                <c:pt idx="4425">
                  <c:v>14727</c:v>
                </c:pt>
                <c:pt idx="4426">
                  <c:v>14730</c:v>
                </c:pt>
                <c:pt idx="4427">
                  <c:v>14733</c:v>
                </c:pt>
                <c:pt idx="4428">
                  <c:v>14736</c:v>
                </c:pt>
                <c:pt idx="4429">
                  <c:v>14740</c:v>
                </c:pt>
                <c:pt idx="4430">
                  <c:v>14743</c:v>
                </c:pt>
                <c:pt idx="4431">
                  <c:v>14746</c:v>
                </c:pt>
                <c:pt idx="4432">
                  <c:v>14750</c:v>
                </c:pt>
                <c:pt idx="4433">
                  <c:v>14753</c:v>
                </c:pt>
                <c:pt idx="4434">
                  <c:v>14756</c:v>
                </c:pt>
                <c:pt idx="4435">
                  <c:v>14760</c:v>
                </c:pt>
                <c:pt idx="4436">
                  <c:v>14763</c:v>
                </c:pt>
                <c:pt idx="4437">
                  <c:v>14766</c:v>
                </c:pt>
                <c:pt idx="4438">
                  <c:v>14770</c:v>
                </c:pt>
                <c:pt idx="4439">
                  <c:v>14773</c:v>
                </c:pt>
                <c:pt idx="4440">
                  <c:v>14776</c:v>
                </c:pt>
                <c:pt idx="4441">
                  <c:v>14780</c:v>
                </c:pt>
                <c:pt idx="4442">
                  <c:v>14783</c:v>
                </c:pt>
                <c:pt idx="4443">
                  <c:v>14786</c:v>
                </c:pt>
                <c:pt idx="4444">
                  <c:v>14790</c:v>
                </c:pt>
                <c:pt idx="4445">
                  <c:v>14793</c:v>
                </c:pt>
                <c:pt idx="4446">
                  <c:v>14796</c:v>
                </c:pt>
                <c:pt idx="4447">
                  <c:v>14800</c:v>
                </c:pt>
                <c:pt idx="4448">
                  <c:v>14803</c:v>
                </c:pt>
                <c:pt idx="4449">
                  <c:v>14806</c:v>
                </c:pt>
                <c:pt idx="4450">
                  <c:v>14810</c:v>
                </c:pt>
                <c:pt idx="4451">
                  <c:v>14813</c:v>
                </c:pt>
                <c:pt idx="4452">
                  <c:v>14816</c:v>
                </c:pt>
                <c:pt idx="4453">
                  <c:v>14820</c:v>
                </c:pt>
                <c:pt idx="4454">
                  <c:v>14823</c:v>
                </c:pt>
                <c:pt idx="4455">
                  <c:v>14826</c:v>
                </c:pt>
                <c:pt idx="4456">
                  <c:v>14830</c:v>
                </c:pt>
                <c:pt idx="4457">
                  <c:v>14833</c:v>
                </c:pt>
                <c:pt idx="4458">
                  <c:v>14836</c:v>
                </c:pt>
                <c:pt idx="4459">
                  <c:v>14840</c:v>
                </c:pt>
                <c:pt idx="4460">
                  <c:v>14843</c:v>
                </c:pt>
                <c:pt idx="4461">
                  <c:v>14846</c:v>
                </c:pt>
                <c:pt idx="4462">
                  <c:v>14850</c:v>
                </c:pt>
                <c:pt idx="4463">
                  <c:v>14853</c:v>
                </c:pt>
                <c:pt idx="4464">
                  <c:v>14856</c:v>
                </c:pt>
                <c:pt idx="4465">
                  <c:v>14860</c:v>
                </c:pt>
                <c:pt idx="4466">
                  <c:v>14863</c:v>
                </c:pt>
                <c:pt idx="4467">
                  <c:v>14866</c:v>
                </c:pt>
                <c:pt idx="4468">
                  <c:v>14870</c:v>
                </c:pt>
                <c:pt idx="4469">
                  <c:v>14873</c:v>
                </c:pt>
                <c:pt idx="4470">
                  <c:v>14876</c:v>
                </c:pt>
                <c:pt idx="4471">
                  <c:v>14880</c:v>
                </c:pt>
                <c:pt idx="4472">
                  <c:v>14883</c:v>
                </c:pt>
                <c:pt idx="4473">
                  <c:v>14886</c:v>
                </c:pt>
                <c:pt idx="4474">
                  <c:v>14890</c:v>
                </c:pt>
                <c:pt idx="4475">
                  <c:v>14893</c:v>
                </c:pt>
                <c:pt idx="4476">
                  <c:v>14896</c:v>
                </c:pt>
                <c:pt idx="4477">
                  <c:v>14900</c:v>
                </c:pt>
                <c:pt idx="4478">
                  <c:v>14903</c:v>
                </c:pt>
                <c:pt idx="4479">
                  <c:v>14906</c:v>
                </c:pt>
                <c:pt idx="4480">
                  <c:v>14910</c:v>
                </c:pt>
                <c:pt idx="4481">
                  <c:v>14913</c:v>
                </c:pt>
                <c:pt idx="4482">
                  <c:v>14916</c:v>
                </c:pt>
                <c:pt idx="4483">
                  <c:v>14919</c:v>
                </c:pt>
                <c:pt idx="4484">
                  <c:v>14923</c:v>
                </c:pt>
                <c:pt idx="4485">
                  <c:v>14926</c:v>
                </c:pt>
                <c:pt idx="4486">
                  <c:v>14929</c:v>
                </c:pt>
                <c:pt idx="4487">
                  <c:v>14933</c:v>
                </c:pt>
                <c:pt idx="4488">
                  <c:v>14936</c:v>
                </c:pt>
                <c:pt idx="4489">
                  <c:v>14939</c:v>
                </c:pt>
                <c:pt idx="4490">
                  <c:v>14943</c:v>
                </c:pt>
                <c:pt idx="4491">
                  <c:v>14946</c:v>
                </c:pt>
                <c:pt idx="4492">
                  <c:v>14949</c:v>
                </c:pt>
                <c:pt idx="4493">
                  <c:v>14953</c:v>
                </c:pt>
                <c:pt idx="4494">
                  <c:v>14956</c:v>
                </c:pt>
                <c:pt idx="4495">
                  <c:v>14959</c:v>
                </c:pt>
                <c:pt idx="4496">
                  <c:v>14963</c:v>
                </c:pt>
                <c:pt idx="4497">
                  <c:v>14966</c:v>
                </c:pt>
                <c:pt idx="4498">
                  <c:v>14969</c:v>
                </c:pt>
                <c:pt idx="4499">
                  <c:v>14973</c:v>
                </c:pt>
                <c:pt idx="4500">
                  <c:v>14976</c:v>
                </c:pt>
                <c:pt idx="4501">
                  <c:v>14979</c:v>
                </c:pt>
                <c:pt idx="4502">
                  <c:v>14983</c:v>
                </c:pt>
                <c:pt idx="4503">
                  <c:v>14986</c:v>
                </c:pt>
                <c:pt idx="4504">
                  <c:v>14989</c:v>
                </c:pt>
                <c:pt idx="4505">
                  <c:v>14993</c:v>
                </c:pt>
                <c:pt idx="4506">
                  <c:v>14996</c:v>
                </c:pt>
                <c:pt idx="4507">
                  <c:v>14999</c:v>
                </c:pt>
                <c:pt idx="4508">
                  <c:v>15003</c:v>
                </c:pt>
                <c:pt idx="4509">
                  <c:v>15006</c:v>
                </c:pt>
                <c:pt idx="4510">
                  <c:v>15009</c:v>
                </c:pt>
                <c:pt idx="4511">
                  <c:v>15013</c:v>
                </c:pt>
                <c:pt idx="4512">
                  <c:v>15016</c:v>
                </c:pt>
                <c:pt idx="4513">
                  <c:v>15019</c:v>
                </c:pt>
                <c:pt idx="4514">
                  <c:v>15023</c:v>
                </c:pt>
                <c:pt idx="4515">
                  <c:v>15026</c:v>
                </c:pt>
                <c:pt idx="4516">
                  <c:v>15029</c:v>
                </c:pt>
                <c:pt idx="4517">
                  <c:v>15033</c:v>
                </c:pt>
                <c:pt idx="4518">
                  <c:v>15036</c:v>
                </c:pt>
                <c:pt idx="4519">
                  <c:v>15039</c:v>
                </c:pt>
                <c:pt idx="4520">
                  <c:v>15043</c:v>
                </c:pt>
                <c:pt idx="4521">
                  <c:v>15046</c:v>
                </c:pt>
                <c:pt idx="4522">
                  <c:v>15049</c:v>
                </c:pt>
                <c:pt idx="4523">
                  <c:v>15053</c:v>
                </c:pt>
                <c:pt idx="4524">
                  <c:v>15056</c:v>
                </c:pt>
                <c:pt idx="4525">
                  <c:v>15059</c:v>
                </c:pt>
                <c:pt idx="4526">
                  <c:v>15063</c:v>
                </c:pt>
                <c:pt idx="4527">
                  <c:v>15066</c:v>
                </c:pt>
                <c:pt idx="4528">
                  <c:v>15069</c:v>
                </c:pt>
                <c:pt idx="4529">
                  <c:v>15073</c:v>
                </c:pt>
                <c:pt idx="4530">
                  <c:v>15076</c:v>
                </c:pt>
                <c:pt idx="4531">
                  <c:v>15079</c:v>
                </c:pt>
                <c:pt idx="4532">
                  <c:v>15083</c:v>
                </c:pt>
                <c:pt idx="4533">
                  <c:v>15086</c:v>
                </c:pt>
                <c:pt idx="4534">
                  <c:v>15089</c:v>
                </c:pt>
                <c:pt idx="4535">
                  <c:v>15093</c:v>
                </c:pt>
                <c:pt idx="4536">
                  <c:v>15096</c:v>
                </c:pt>
                <c:pt idx="4537">
                  <c:v>15099</c:v>
                </c:pt>
                <c:pt idx="4538">
                  <c:v>15102</c:v>
                </c:pt>
                <c:pt idx="4539">
                  <c:v>15106</c:v>
                </c:pt>
                <c:pt idx="4540">
                  <c:v>15109</c:v>
                </c:pt>
                <c:pt idx="4541">
                  <c:v>15112</c:v>
                </c:pt>
                <c:pt idx="4542">
                  <c:v>15116</c:v>
                </c:pt>
                <c:pt idx="4543">
                  <c:v>15119</c:v>
                </c:pt>
                <c:pt idx="4544">
                  <c:v>15122</c:v>
                </c:pt>
                <c:pt idx="4545">
                  <c:v>15126</c:v>
                </c:pt>
                <c:pt idx="4546">
                  <c:v>15129</c:v>
                </c:pt>
                <c:pt idx="4547">
                  <c:v>15132</c:v>
                </c:pt>
                <c:pt idx="4548">
                  <c:v>15136</c:v>
                </c:pt>
                <c:pt idx="4549">
                  <c:v>15139</c:v>
                </c:pt>
                <c:pt idx="4550">
                  <c:v>15142</c:v>
                </c:pt>
                <c:pt idx="4551">
                  <c:v>15146</c:v>
                </c:pt>
                <c:pt idx="4552">
                  <c:v>15149</c:v>
                </c:pt>
                <c:pt idx="4553">
                  <c:v>15152</c:v>
                </c:pt>
                <c:pt idx="4554">
                  <c:v>15156</c:v>
                </c:pt>
                <c:pt idx="4555">
                  <c:v>15159</c:v>
                </c:pt>
                <c:pt idx="4556">
                  <c:v>15162</c:v>
                </c:pt>
                <c:pt idx="4557">
                  <c:v>15166</c:v>
                </c:pt>
                <c:pt idx="4558">
                  <c:v>15169</c:v>
                </c:pt>
                <c:pt idx="4559">
                  <c:v>15172</c:v>
                </c:pt>
                <c:pt idx="4560">
                  <c:v>15176</c:v>
                </c:pt>
                <c:pt idx="4561">
                  <c:v>15179</c:v>
                </c:pt>
                <c:pt idx="4562">
                  <c:v>15182</c:v>
                </c:pt>
                <c:pt idx="4563">
                  <c:v>15186</c:v>
                </c:pt>
                <c:pt idx="4564">
                  <c:v>15189</c:v>
                </c:pt>
                <c:pt idx="4565">
                  <c:v>15192</c:v>
                </c:pt>
                <c:pt idx="4566">
                  <c:v>15196</c:v>
                </c:pt>
                <c:pt idx="4567">
                  <c:v>15199</c:v>
                </c:pt>
                <c:pt idx="4568">
                  <c:v>15202</c:v>
                </c:pt>
                <c:pt idx="4569">
                  <c:v>15206</c:v>
                </c:pt>
                <c:pt idx="4570">
                  <c:v>15209</c:v>
                </c:pt>
                <c:pt idx="4571">
                  <c:v>15212</c:v>
                </c:pt>
                <c:pt idx="4572">
                  <c:v>15216</c:v>
                </c:pt>
                <c:pt idx="4573">
                  <c:v>15219</c:v>
                </c:pt>
                <c:pt idx="4574">
                  <c:v>15222</c:v>
                </c:pt>
                <c:pt idx="4575">
                  <c:v>15226</c:v>
                </c:pt>
                <c:pt idx="4576">
                  <c:v>15229</c:v>
                </c:pt>
                <c:pt idx="4577">
                  <c:v>15232</c:v>
                </c:pt>
                <c:pt idx="4578">
                  <c:v>15236</c:v>
                </c:pt>
                <c:pt idx="4579">
                  <c:v>15239</c:v>
                </c:pt>
                <c:pt idx="4580">
                  <c:v>15242</c:v>
                </c:pt>
                <c:pt idx="4581">
                  <c:v>15246</c:v>
                </c:pt>
                <c:pt idx="4582">
                  <c:v>15249</c:v>
                </c:pt>
                <c:pt idx="4583">
                  <c:v>15252</c:v>
                </c:pt>
                <c:pt idx="4584">
                  <c:v>15256</c:v>
                </c:pt>
                <c:pt idx="4585">
                  <c:v>15259</c:v>
                </c:pt>
                <c:pt idx="4586">
                  <c:v>15262</c:v>
                </c:pt>
                <c:pt idx="4587">
                  <c:v>15266</c:v>
                </c:pt>
                <c:pt idx="4588">
                  <c:v>15269</c:v>
                </c:pt>
                <c:pt idx="4589">
                  <c:v>15272</c:v>
                </c:pt>
                <c:pt idx="4590">
                  <c:v>15276</c:v>
                </c:pt>
                <c:pt idx="4591">
                  <c:v>15279</c:v>
                </c:pt>
                <c:pt idx="4592">
                  <c:v>15282</c:v>
                </c:pt>
                <c:pt idx="4593">
                  <c:v>15285</c:v>
                </c:pt>
                <c:pt idx="4594">
                  <c:v>15289</c:v>
                </c:pt>
                <c:pt idx="4595">
                  <c:v>15292</c:v>
                </c:pt>
                <c:pt idx="4596">
                  <c:v>15295</c:v>
                </c:pt>
                <c:pt idx="4597">
                  <c:v>15299</c:v>
                </c:pt>
                <c:pt idx="4598">
                  <c:v>15302</c:v>
                </c:pt>
                <c:pt idx="4599">
                  <c:v>15305</c:v>
                </c:pt>
                <c:pt idx="4600">
                  <c:v>15309</c:v>
                </c:pt>
                <c:pt idx="4601">
                  <c:v>15312</c:v>
                </c:pt>
                <c:pt idx="4602">
                  <c:v>15315</c:v>
                </c:pt>
                <c:pt idx="4603">
                  <c:v>15319</c:v>
                </c:pt>
                <c:pt idx="4604">
                  <c:v>15322</c:v>
                </c:pt>
                <c:pt idx="4605">
                  <c:v>15325</c:v>
                </c:pt>
                <c:pt idx="4606">
                  <c:v>15329</c:v>
                </c:pt>
                <c:pt idx="4607">
                  <c:v>15332</c:v>
                </c:pt>
                <c:pt idx="4608">
                  <c:v>15335</c:v>
                </c:pt>
                <c:pt idx="4609">
                  <c:v>15339</c:v>
                </c:pt>
                <c:pt idx="4610">
                  <c:v>15342</c:v>
                </c:pt>
                <c:pt idx="4611">
                  <c:v>15345</c:v>
                </c:pt>
                <c:pt idx="4612">
                  <c:v>15349</c:v>
                </c:pt>
                <c:pt idx="4613">
                  <c:v>15352</c:v>
                </c:pt>
                <c:pt idx="4614">
                  <c:v>15355</c:v>
                </c:pt>
                <c:pt idx="4615">
                  <c:v>15359</c:v>
                </c:pt>
                <c:pt idx="4616">
                  <c:v>15362</c:v>
                </c:pt>
                <c:pt idx="4617">
                  <c:v>15365</c:v>
                </c:pt>
                <c:pt idx="4618">
                  <c:v>15369</c:v>
                </c:pt>
                <c:pt idx="4619">
                  <c:v>15372</c:v>
                </c:pt>
                <c:pt idx="4620">
                  <c:v>15375</c:v>
                </c:pt>
                <c:pt idx="4621">
                  <c:v>15379</c:v>
                </c:pt>
                <c:pt idx="4622">
                  <c:v>15382</c:v>
                </c:pt>
                <c:pt idx="4623">
                  <c:v>15385</c:v>
                </c:pt>
                <c:pt idx="4624">
                  <c:v>15389</c:v>
                </c:pt>
                <c:pt idx="4625">
                  <c:v>15392</c:v>
                </c:pt>
                <c:pt idx="4626">
                  <c:v>15395</c:v>
                </c:pt>
                <c:pt idx="4627">
                  <c:v>15399</c:v>
                </c:pt>
                <c:pt idx="4628">
                  <c:v>15402</c:v>
                </c:pt>
                <c:pt idx="4629">
                  <c:v>15405</c:v>
                </c:pt>
                <c:pt idx="4630">
                  <c:v>15409</c:v>
                </c:pt>
                <c:pt idx="4631">
                  <c:v>15412</c:v>
                </c:pt>
                <c:pt idx="4632">
                  <c:v>15415</c:v>
                </c:pt>
                <c:pt idx="4633">
                  <c:v>15419</c:v>
                </c:pt>
                <c:pt idx="4634">
                  <c:v>15422</c:v>
                </c:pt>
                <c:pt idx="4635">
                  <c:v>15425</c:v>
                </c:pt>
                <c:pt idx="4636">
                  <c:v>15429</c:v>
                </c:pt>
                <c:pt idx="4637">
                  <c:v>15432</c:v>
                </c:pt>
                <c:pt idx="4638">
                  <c:v>15435</c:v>
                </c:pt>
                <c:pt idx="4639">
                  <c:v>15439</c:v>
                </c:pt>
                <c:pt idx="4640">
                  <c:v>15442</c:v>
                </c:pt>
                <c:pt idx="4641">
                  <c:v>15445</c:v>
                </c:pt>
                <c:pt idx="4642">
                  <c:v>15449</c:v>
                </c:pt>
                <c:pt idx="4643">
                  <c:v>15452</c:v>
                </c:pt>
                <c:pt idx="4644">
                  <c:v>15455</c:v>
                </c:pt>
                <c:pt idx="4645">
                  <c:v>15459</c:v>
                </c:pt>
                <c:pt idx="4646">
                  <c:v>15462</c:v>
                </c:pt>
                <c:pt idx="4647">
                  <c:v>15465</c:v>
                </c:pt>
                <c:pt idx="4648">
                  <c:v>15468</c:v>
                </c:pt>
                <c:pt idx="4649">
                  <c:v>15472</c:v>
                </c:pt>
                <c:pt idx="4650">
                  <c:v>15475</c:v>
                </c:pt>
                <c:pt idx="4651">
                  <c:v>15478</c:v>
                </c:pt>
                <c:pt idx="4652">
                  <c:v>15482</c:v>
                </c:pt>
                <c:pt idx="4653">
                  <c:v>15485</c:v>
                </c:pt>
                <c:pt idx="4654">
                  <c:v>15488</c:v>
                </c:pt>
                <c:pt idx="4655">
                  <c:v>15492</c:v>
                </c:pt>
                <c:pt idx="4656">
                  <c:v>15495</c:v>
                </c:pt>
                <c:pt idx="4657">
                  <c:v>15498</c:v>
                </c:pt>
                <c:pt idx="4658">
                  <c:v>15502</c:v>
                </c:pt>
                <c:pt idx="4659">
                  <c:v>15505</c:v>
                </c:pt>
                <c:pt idx="4660">
                  <c:v>15508</c:v>
                </c:pt>
                <c:pt idx="4661">
                  <c:v>15512</c:v>
                </c:pt>
                <c:pt idx="4662">
                  <c:v>15515</c:v>
                </c:pt>
                <c:pt idx="4663">
                  <c:v>15518</c:v>
                </c:pt>
                <c:pt idx="4664">
                  <c:v>15522</c:v>
                </c:pt>
                <c:pt idx="4665">
                  <c:v>15525</c:v>
                </c:pt>
                <c:pt idx="4666">
                  <c:v>15528</c:v>
                </c:pt>
                <c:pt idx="4667">
                  <c:v>15532</c:v>
                </c:pt>
                <c:pt idx="4668">
                  <c:v>15535</c:v>
                </c:pt>
                <c:pt idx="4669">
                  <c:v>15538</c:v>
                </c:pt>
                <c:pt idx="4670">
                  <c:v>15542</c:v>
                </c:pt>
                <c:pt idx="4671">
                  <c:v>15545</c:v>
                </c:pt>
                <c:pt idx="4672">
                  <c:v>15548</c:v>
                </c:pt>
                <c:pt idx="4673">
                  <c:v>15552</c:v>
                </c:pt>
                <c:pt idx="4674">
                  <c:v>15555</c:v>
                </c:pt>
                <c:pt idx="4675">
                  <c:v>15558</c:v>
                </c:pt>
                <c:pt idx="4676">
                  <c:v>15562</c:v>
                </c:pt>
                <c:pt idx="4677">
                  <c:v>15565</c:v>
                </c:pt>
                <c:pt idx="4678">
                  <c:v>15568</c:v>
                </c:pt>
                <c:pt idx="4679">
                  <c:v>15572</c:v>
                </c:pt>
                <c:pt idx="4680">
                  <c:v>15575</c:v>
                </c:pt>
                <c:pt idx="4681">
                  <c:v>15578</c:v>
                </c:pt>
                <c:pt idx="4682">
                  <c:v>15582</c:v>
                </c:pt>
                <c:pt idx="4683">
                  <c:v>15585</c:v>
                </c:pt>
                <c:pt idx="4684">
                  <c:v>15588</c:v>
                </c:pt>
                <c:pt idx="4685">
                  <c:v>15592</c:v>
                </c:pt>
                <c:pt idx="4686">
                  <c:v>15595</c:v>
                </c:pt>
                <c:pt idx="4687">
                  <c:v>15598</c:v>
                </c:pt>
                <c:pt idx="4688">
                  <c:v>15602</c:v>
                </c:pt>
                <c:pt idx="4689">
                  <c:v>15605</c:v>
                </c:pt>
                <c:pt idx="4690">
                  <c:v>15608</c:v>
                </c:pt>
                <c:pt idx="4691">
                  <c:v>15612</c:v>
                </c:pt>
                <c:pt idx="4692">
                  <c:v>15615</c:v>
                </c:pt>
                <c:pt idx="4693">
                  <c:v>15618</c:v>
                </c:pt>
                <c:pt idx="4694">
                  <c:v>15622</c:v>
                </c:pt>
                <c:pt idx="4695">
                  <c:v>15625</c:v>
                </c:pt>
                <c:pt idx="4696">
                  <c:v>15628</c:v>
                </c:pt>
                <c:pt idx="4697">
                  <c:v>15632</c:v>
                </c:pt>
                <c:pt idx="4698">
                  <c:v>15635</c:v>
                </c:pt>
                <c:pt idx="4699">
                  <c:v>15638</c:v>
                </c:pt>
                <c:pt idx="4700">
                  <c:v>15642</c:v>
                </c:pt>
                <c:pt idx="4701">
                  <c:v>15645</c:v>
                </c:pt>
                <c:pt idx="4702">
                  <c:v>15648</c:v>
                </c:pt>
                <c:pt idx="4703">
                  <c:v>15651</c:v>
                </c:pt>
                <c:pt idx="4704">
                  <c:v>15655</c:v>
                </c:pt>
                <c:pt idx="4705">
                  <c:v>15658</c:v>
                </c:pt>
                <c:pt idx="4706">
                  <c:v>15661</c:v>
                </c:pt>
                <c:pt idx="4707">
                  <c:v>15665</c:v>
                </c:pt>
                <c:pt idx="4708">
                  <c:v>15668</c:v>
                </c:pt>
                <c:pt idx="4709">
                  <c:v>15671</c:v>
                </c:pt>
                <c:pt idx="4710">
                  <c:v>15675</c:v>
                </c:pt>
                <c:pt idx="4711">
                  <c:v>15678</c:v>
                </c:pt>
                <c:pt idx="4712">
                  <c:v>15681</c:v>
                </c:pt>
                <c:pt idx="4713">
                  <c:v>15685</c:v>
                </c:pt>
                <c:pt idx="4714">
                  <c:v>15688</c:v>
                </c:pt>
                <c:pt idx="4715">
                  <c:v>15691</c:v>
                </c:pt>
                <c:pt idx="4716">
                  <c:v>15695</c:v>
                </c:pt>
                <c:pt idx="4717">
                  <c:v>15698</c:v>
                </c:pt>
                <c:pt idx="4718">
                  <c:v>15701</c:v>
                </c:pt>
                <c:pt idx="4719">
                  <c:v>15705</c:v>
                </c:pt>
                <c:pt idx="4720">
                  <c:v>15708</c:v>
                </c:pt>
                <c:pt idx="4721">
                  <c:v>15711</c:v>
                </c:pt>
                <c:pt idx="4722">
                  <c:v>15715</c:v>
                </c:pt>
                <c:pt idx="4723">
                  <c:v>15718</c:v>
                </c:pt>
                <c:pt idx="4724">
                  <c:v>15721</c:v>
                </c:pt>
                <c:pt idx="4725">
                  <c:v>15725</c:v>
                </c:pt>
                <c:pt idx="4726">
                  <c:v>15728</c:v>
                </c:pt>
                <c:pt idx="4727">
                  <c:v>15731</c:v>
                </c:pt>
                <c:pt idx="4728">
                  <c:v>15735</c:v>
                </c:pt>
                <c:pt idx="4729">
                  <c:v>15738</c:v>
                </c:pt>
                <c:pt idx="4730">
                  <c:v>15741</c:v>
                </c:pt>
                <c:pt idx="4731">
                  <c:v>15745</c:v>
                </c:pt>
                <c:pt idx="4732">
                  <c:v>15748</c:v>
                </c:pt>
                <c:pt idx="4733">
                  <c:v>15751</c:v>
                </c:pt>
                <c:pt idx="4734">
                  <c:v>15755</c:v>
                </c:pt>
                <c:pt idx="4735">
                  <c:v>15758</c:v>
                </c:pt>
                <c:pt idx="4736">
                  <c:v>15761</c:v>
                </c:pt>
                <c:pt idx="4737">
                  <c:v>15765</c:v>
                </c:pt>
                <c:pt idx="4738">
                  <c:v>15768</c:v>
                </c:pt>
                <c:pt idx="4739">
                  <c:v>15771</c:v>
                </c:pt>
                <c:pt idx="4740">
                  <c:v>15775</c:v>
                </c:pt>
                <c:pt idx="4741">
                  <c:v>15778</c:v>
                </c:pt>
                <c:pt idx="4742">
                  <c:v>15781</c:v>
                </c:pt>
                <c:pt idx="4743">
                  <c:v>15785</c:v>
                </c:pt>
                <c:pt idx="4744">
                  <c:v>15788</c:v>
                </c:pt>
                <c:pt idx="4745">
                  <c:v>15791</c:v>
                </c:pt>
                <c:pt idx="4746">
                  <c:v>15795</c:v>
                </c:pt>
                <c:pt idx="4747">
                  <c:v>15798</c:v>
                </c:pt>
                <c:pt idx="4748">
                  <c:v>15801</c:v>
                </c:pt>
                <c:pt idx="4749">
                  <c:v>15805</c:v>
                </c:pt>
                <c:pt idx="4750">
                  <c:v>15808</c:v>
                </c:pt>
                <c:pt idx="4751">
                  <c:v>15811</c:v>
                </c:pt>
                <c:pt idx="4752">
                  <c:v>15815</c:v>
                </c:pt>
                <c:pt idx="4753">
                  <c:v>15818</c:v>
                </c:pt>
                <c:pt idx="4754">
                  <c:v>15821</c:v>
                </c:pt>
                <c:pt idx="4755">
                  <c:v>15825</c:v>
                </c:pt>
                <c:pt idx="4756">
                  <c:v>15828</c:v>
                </c:pt>
                <c:pt idx="4757">
                  <c:v>15831</c:v>
                </c:pt>
                <c:pt idx="4758">
                  <c:v>15834</c:v>
                </c:pt>
                <c:pt idx="4759">
                  <c:v>15838</c:v>
                </c:pt>
                <c:pt idx="4760">
                  <c:v>15841</c:v>
                </c:pt>
                <c:pt idx="4761">
                  <c:v>15844</c:v>
                </c:pt>
                <c:pt idx="4762">
                  <c:v>15848</c:v>
                </c:pt>
                <c:pt idx="4763">
                  <c:v>15851</c:v>
                </c:pt>
                <c:pt idx="4764">
                  <c:v>15854</c:v>
                </c:pt>
                <c:pt idx="4765">
                  <c:v>15858</c:v>
                </c:pt>
                <c:pt idx="4766">
                  <c:v>15861</c:v>
                </c:pt>
                <c:pt idx="4767">
                  <c:v>15864</c:v>
                </c:pt>
                <c:pt idx="4768">
                  <c:v>15868</c:v>
                </c:pt>
                <c:pt idx="4769">
                  <c:v>15871</c:v>
                </c:pt>
                <c:pt idx="4770">
                  <c:v>15874</c:v>
                </c:pt>
                <c:pt idx="4771">
                  <c:v>15878</c:v>
                </c:pt>
                <c:pt idx="4772">
                  <c:v>15881</c:v>
                </c:pt>
                <c:pt idx="4773">
                  <c:v>15884</c:v>
                </c:pt>
                <c:pt idx="4774">
                  <c:v>15888</c:v>
                </c:pt>
                <c:pt idx="4775">
                  <c:v>15891</c:v>
                </c:pt>
                <c:pt idx="4776">
                  <c:v>15894</c:v>
                </c:pt>
                <c:pt idx="4777">
                  <c:v>15898</c:v>
                </c:pt>
                <c:pt idx="4778">
                  <c:v>15901</c:v>
                </c:pt>
                <c:pt idx="4779">
                  <c:v>15904</c:v>
                </c:pt>
                <c:pt idx="4780">
                  <c:v>15908</c:v>
                </c:pt>
                <c:pt idx="4781">
                  <c:v>15911</c:v>
                </c:pt>
                <c:pt idx="4782">
                  <c:v>15914</c:v>
                </c:pt>
                <c:pt idx="4783">
                  <c:v>15918</c:v>
                </c:pt>
                <c:pt idx="4784">
                  <c:v>15921</c:v>
                </c:pt>
                <c:pt idx="4785">
                  <c:v>15924</c:v>
                </c:pt>
                <c:pt idx="4786">
                  <c:v>15928</c:v>
                </c:pt>
                <c:pt idx="4787">
                  <c:v>15931</c:v>
                </c:pt>
                <c:pt idx="4788">
                  <c:v>15934</c:v>
                </c:pt>
                <c:pt idx="4789">
                  <c:v>15938</c:v>
                </c:pt>
                <c:pt idx="4790">
                  <c:v>15941</c:v>
                </c:pt>
                <c:pt idx="4791">
                  <c:v>15944</c:v>
                </c:pt>
                <c:pt idx="4792">
                  <c:v>15948</c:v>
                </c:pt>
                <c:pt idx="4793">
                  <c:v>15951</c:v>
                </c:pt>
                <c:pt idx="4794">
                  <c:v>15954</c:v>
                </c:pt>
                <c:pt idx="4795">
                  <c:v>15958</c:v>
                </c:pt>
                <c:pt idx="4796">
                  <c:v>15961</c:v>
                </c:pt>
                <c:pt idx="4797">
                  <c:v>15964</c:v>
                </c:pt>
                <c:pt idx="4798">
                  <c:v>15968</c:v>
                </c:pt>
                <c:pt idx="4799">
                  <c:v>15971</c:v>
                </c:pt>
                <c:pt idx="4800">
                  <c:v>15974</c:v>
                </c:pt>
                <c:pt idx="4801">
                  <c:v>15978</c:v>
                </c:pt>
                <c:pt idx="4802">
                  <c:v>15981</c:v>
                </c:pt>
                <c:pt idx="4803">
                  <c:v>15984</c:v>
                </c:pt>
                <c:pt idx="4804">
                  <c:v>15988</c:v>
                </c:pt>
                <c:pt idx="4805">
                  <c:v>15991</c:v>
                </c:pt>
                <c:pt idx="4806">
                  <c:v>15994</c:v>
                </c:pt>
                <c:pt idx="4807">
                  <c:v>15998</c:v>
                </c:pt>
                <c:pt idx="4808">
                  <c:v>16001</c:v>
                </c:pt>
                <c:pt idx="4809">
                  <c:v>16004</c:v>
                </c:pt>
                <c:pt idx="4810">
                  <c:v>16008</c:v>
                </c:pt>
                <c:pt idx="4811">
                  <c:v>16011</c:v>
                </c:pt>
                <c:pt idx="4812">
                  <c:v>16014</c:v>
                </c:pt>
                <c:pt idx="4813">
                  <c:v>16017</c:v>
                </c:pt>
                <c:pt idx="4814">
                  <c:v>16021</c:v>
                </c:pt>
                <c:pt idx="4815">
                  <c:v>16024</c:v>
                </c:pt>
                <c:pt idx="4816">
                  <c:v>16027</c:v>
                </c:pt>
                <c:pt idx="4817">
                  <c:v>16031</c:v>
                </c:pt>
                <c:pt idx="4818">
                  <c:v>16034</c:v>
                </c:pt>
                <c:pt idx="4819">
                  <c:v>16037</c:v>
                </c:pt>
                <c:pt idx="4820">
                  <c:v>16041</c:v>
                </c:pt>
                <c:pt idx="4821">
                  <c:v>16044</c:v>
                </c:pt>
                <c:pt idx="4822">
                  <c:v>16047</c:v>
                </c:pt>
                <c:pt idx="4823">
                  <c:v>16051</c:v>
                </c:pt>
                <c:pt idx="4824">
                  <c:v>16054</c:v>
                </c:pt>
                <c:pt idx="4825">
                  <c:v>16057</c:v>
                </c:pt>
                <c:pt idx="4826">
                  <c:v>16061</c:v>
                </c:pt>
                <c:pt idx="4827">
                  <c:v>16064</c:v>
                </c:pt>
                <c:pt idx="4828">
                  <c:v>16067</c:v>
                </c:pt>
                <c:pt idx="4829">
                  <c:v>16071</c:v>
                </c:pt>
                <c:pt idx="4830">
                  <c:v>16074</c:v>
                </c:pt>
                <c:pt idx="4831">
                  <c:v>16077</c:v>
                </c:pt>
                <c:pt idx="4832">
                  <c:v>16081</c:v>
                </c:pt>
                <c:pt idx="4833">
                  <c:v>16084</c:v>
                </c:pt>
                <c:pt idx="4834">
                  <c:v>16087</c:v>
                </c:pt>
                <c:pt idx="4835">
                  <c:v>16091</c:v>
                </c:pt>
                <c:pt idx="4836">
                  <c:v>16094</c:v>
                </c:pt>
                <c:pt idx="4837">
                  <c:v>16097</c:v>
                </c:pt>
                <c:pt idx="4838">
                  <c:v>16101</c:v>
                </c:pt>
                <c:pt idx="4839">
                  <c:v>16104</c:v>
                </c:pt>
                <c:pt idx="4840">
                  <c:v>16107</c:v>
                </c:pt>
                <c:pt idx="4841">
                  <c:v>16111</c:v>
                </c:pt>
                <c:pt idx="4842">
                  <c:v>16114</c:v>
                </c:pt>
                <c:pt idx="4843">
                  <c:v>16117</c:v>
                </c:pt>
                <c:pt idx="4844">
                  <c:v>16121</c:v>
                </c:pt>
                <c:pt idx="4845">
                  <c:v>16124</c:v>
                </c:pt>
                <c:pt idx="4846">
                  <c:v>16127</c:v>
                </c:pt>
                <c:pt idx="4847">
                  <c:v>16131</c:v>
                </c:pt>
                <c:pt idx="4848">
                  <c:v>16134</c:v>
                </c:pt>
                <c:pt idx="4849">
                  <c:v>16137</c:v>
                </c:pt>
                <c:pt idx="4850">
                  <c:v>16141</c:v>
                </c:pt>
                <c:pt idx="4851">
                  <c:v>16144</c:v>
                </c:pt>
                <c:pt idx="4852">
                  <c:v>16147</c:v>
                </c:pt>
                <c:pt idx="4853">
                  <c:v>16151</c:v>
                </c:pt>
                <c:pt idx="4854">
                  <c:v>16154</c:v>
                </c:pt>
                <c:pt idx="4855">
                  <c:v>16157</c:v>
                </c:pt>
                <c:pt idx="4856">
                  <c:v>16161</c:v>
                </c:pt>
                <c:pt idx="4857">
                  <c:v>16164</c:v>
                </c:pt>
                <c:pt idx="4858">
                  <c:v>16167</c:v>
                </c:pt>
                <c:pt idx="4859">
                  <c:v>16171</c:v>
                </c:pt>
                <c:pt idx="4860">
                  <c:v>16174</c:v>
                </c:pt>
                <c:pt idx="4861">
                  <c:v>16177</c:v>
                </c:pt>
                <c:pt idx="4862">
                  <c:v>16181</c:v>
                </c:pt>
                <c:pt idx="4863">
                  <c:v>16184</c:v>
                </c:pt>
                <c:pt idx="4864">
                  <c:v>16187</c:v>
                </c:pt>
                <c:pt idx="4865">
                  <c:v>16191</c:v>
                </c:pt>
                <c:pt idx="4866">
                  <c:v>16194</c:v>
                </c:pt>
                <c:pt idx="4867">
                  <c:v>16197</c:v>
                </c:pt>
                <c:pt idx="4868">
                  <c:v>16200</c:v>
                </c:pt>
                <c:pt idx="4869">
                  <c:v>16204</c:v>
                </c:pt>
                <c:pt idx="4870">
                  <c:v>16207</c:v>
                </c:pt>
                <c:pt idx="4871">
                  <c:v>16210</c:v>
                </c:pt>
                <c:pt idx="4872">
                  <c:v>16214</c:v>
                </c:pt>
                <c:pt idx="4873">
                  <c:v>16217</c:v>
                </c:pt>
                <c:pt idx="4874">
                  <c:v>16220</c:v>
                </c:pt>
                <c:pt idx="4875">
                  <c:v>16224</c:v>
                </c:pt>
                <c:pt idx="4876">
                  <c:v>16227</c:v>
                </c:pt>
                <c:pt idx="4877">
                  <c:v>16230</c:v>
                </c:pt>
                <c:pt idx="4878">
                  <c:v>16234</c:v>
                </c:pt>
                <c:pt idx="4879">
                  <c:v>16237</c:v>
                </c:pt>
                <c:pt idx="4880">
                  <c:v>16240</c:v>
                </c:pt>
                <c:pt idx="4881">
                  <c:v>16244</c:v>
                </c:pt>
                <c:pt idx="4882">
                  <c:v>16247</c:v>
                </c:pt>
                <c:pt idx="4883">
                  <c:v>16250</c:v>
                </c:pt>
                <c:pt idx="4884">
                  <c:v>16254</c:v>
                </c:pt>
                <c:pt idx="4885">
                  <c:v>16257</c:v>
                </c:pt>
                <c:pt idx="4886">
                  <c:v>16260</c:v>
                </c:pt>
                <c:pt idx="4887">
                  <c:v>16264</c:v>
                </c:pt>
                <c:pt idx="4888">
                  <c:v>16267</c:v>
                </c:pt>
                <c:pt idx="4889">
                  <c:v>16270</c:v>
                </c:pt>
                <c:pt idx="4890">
                  <c:v>16274</c:v>
                </c:pt>
                <c:pt idx="4891">
                  <c:v>16277</c:v>
                </c:pt>
                <c:pt idx="4892">
                  <c:v>16280</c:v>
                </c:pt>
                <c:pt idx="4893">
                  <c:v>16284</c:v>
                </c:pt>
                <c:pt idx="4894">
                  <c:v>16287</c:v>
                </c:pt>
                <c:pt idx="4895">
                  <c:v>16290</c:v>
                </c:pt>
                <c:pt idx="4896">
                  <c:v>16294</c:v>
                </c:pt>
                <c:pt idx="4897">
                  <c:v>16297</c:v>
                </c:pt>
                <c:pt idx="4898">
                  <c:v>16300</c:v>
                </c:pt>
                <c:pt idx="4899">
                  <c:v>16304</c:v>
                </c:pt>
                <c:pt idx="4900">
                  <c:v>16307</c:v>
                </c:pt>
                <c:pt idx="4901">
                  <c:v>16310</c:v>
                </c:pt>
                <c:pt idx="4902">
                  <c:v>16314</c:v>
                </c:pt>
                <c:pt idx="4903">
                  <c:v>16317</c:v>
                </c:pt>
                <c:pt idx="4904">
                  <c:v>16320</c:v>
                </c:pt>
                <c:pt idx="4905">
                  <c:v>16324</c:v>
                </c:pt>
                <c:pt idx="4906">
                  <c:v>16327</c:v>
                </c:pt>
                <c:pt idx="4907">
                  <c:v>16330</c:v>
                </c:pt>
                <c:pt idx="4908">
                  <c:v>16334</c:v>
                </c:pt>
                <c:pt idx="4909">
                  <c:v>16337</c:v>
                </c:pt>
                <c:pt idx="4910">
                  <c:v>16340</c:v>
                </c:pt>
                <c:pt idx="4911">
                  <c:v>16344</c:v>
                </c:pt>
                <c:pt idx="4912">
                  <c:v>16347</c:v>
                </c:pt>
                <c:pt idx="4913">
                  <c:v>16350</c:v>
                </c:pt>
                <c:pt idx="4914">
                  <c:v>16354</c:v>
                </c:pt>
                <c:pt idx="4915">
                  <c:v>16357</c:v>
                </c:pt>
                <c:pt idx="4916">
                  <c:v>16360</c:v>
                </c:pt>
                <c:pt idx="4917">
                  <c:v>16364</c:v>
                </c:pt>
                <c:pt idx="4918">
                  <c:v>16367</c:v>
                </c:pt>
                <c:pt idx="4919">
                  <c:v>16370</c:v>
                </c:pt>
                <c:pt idx="4920">
                  <c:v>16374</c:v>
                </c:pt>
                <c:pt idx="4921">
                  <c:v>16377</c:v>
                </c:pt>
                <c:pt idx="4922">
                  <c:v>16380</c:v>
                </c:pt>
                <c:pt idx="4923">
                  <c:v>16383</c:v>
                </c:pt>
                <c:pt idx="4924">
                  <c:v>16387</c:v>
                </c:pt>
                <c:pt idx="4925">
                  <c:v>16390</c:v>
                </c:pt>
                <c:pt idx="4926">
                  <c:v>16393</c:v>
                </c:pt>
                <c:pt idx="4927">
                  <c:v>16397</c:v>
                </c:pt>
                <c:pt idx="4928">
                  <c:v>16400</c:v>
                </c:pt>
                <c:pt idx="4929">
                  <c:v>16403</c:v>
                </c:pt>
                <c:pt idx="4930">
                  <c:v>16407</c:v>
                </c:pt>
                <c:pt idx="4931">
                  <c:v>16410</c:v>
                </c:pt>
                <c:pt idx="4932">
                  <c:v>16413</c:v>
                </c:pt>
                <c:pt idx="4933">
                  <c:v>16417</c:v>
                </c:pt>
                <c:pt idx="4934">
                  <c:v>16420</c:v>
                </c:pt>
                <c:pt idx="4935">
                  <c:v>16423</c:v>
                </c:pt>
                <c:pt idx="4936">
                  <c:v>16427</c:v>
                </c:pt>
                <c:pt idx="4937">
                  <c:v>16430</c:v>
                </c:pt>
                <c:pt idx="4938">
                  <c:v>16433</c:v>
                </c:pt>
                <c:pt idx="4939">
                  <c:v>16437</c:v>
                </c:pt>
                <c:pt idx="4940">
                  <c:v>16440</c:v>
                </c:pt>
                <c:pt idx="4941">
                  <c:v>16443</c:v>
                </c:pt>
                <c:pt idx="4942">
                  <c:v>16447</c:v>
                </c:pt>
                <c:pt idx="4943">
                  <c:v>16450</c:v>
                </c:pt>
                <c:pt idx="4944">
                  <c:v>16453</c:v>
                </c:pt>
                <c:pt idx="4945">
                  <c:v>16457</c:v>
                </c:pt>
                <c:pt idx="4946">
                  <c:v>16460</c:v>
                </c:pt>
                <c:pt idx="4947">
                  <c:v>16463</c:v>
                </c:pt>
                <c:pt idx="4948">
                  <c:v>16467</c:v>
                </c:pt>
                <c:pt idx="4949">
                  <c:v>16470</c:v>
                </c:pt>
                <c:pt idx="4950">
                  <c:v>16473</c:v>
                </c:pt>
                <c:pt idx="4951">
                  <c:v>16477</c:v>
                </c:pt>
                <c:pt idx="4952">
                  <c:v>16480</c:v>
                </c:pt>
                <c:pt idx="4953">
                  <c:v>16483</c:v>
                </c:pt>
                <c:pt idx="4954">
                  <c:v>16487</c:v>
                </c:pt>
                <c:pt idx="4955">
                  <c:v>16490</c:v>
                </c:pt>
                <c:pt idx="4956">
                  <c:v>16493</c:v>
                </c:pt>
                <c:pt idx="4957">
                  <c:v>16497</c:v>
                </c:pt>
                <c:pt idx="4958">
                  <c:v>16500</c:v>
                </c:pt>
                <c:pt idx="4959">
                  <c:v>16503</c:v>
                </c:pt>
                <c:pt idx="4960">
                  <c:v>16507</c:v>
                </c:pt>
                <c:pt idx="4961">
                  <c:v>16510</c:v>
                </c:pt>
                <c:pt idx="4962">
                  <c:v>16513</c:v>
                </c:pt>
                <c:pt idx="4963">
                  <c:v>16517</c:v>
                </c:pt>
                <c:pt idx="4964">
                  <c:v>16520</c:v>
                </c:pt>
                <c:pt idx="4965">
                  <c:v>16523</c:v>
                </c:pt>
                <c:pt idx="4966">
                  <c:v>16527</c:v>
                </c:pt>
                <c:pt idx="4967">
                  <c:v>16530</c:v>
                </c:pt>
                <c:pt idx="4968">
                  <c:v>16533</c:v>
                </c:pt>
                <c:pt idx="4969">
                  <c:v>16537</c:v>
                </c:pt>
                <c:pt idx="4970">
                  <c:v>16540</c:v>
                </c:pt>
                <c:pt idx="4971">
                  <c:v>16543</c:v>
                </c:pt>
                <c:pt idx="4972">
                  <c:v>16547</c:v>
                </c:pt>
                <c:pt idx="4973">
                  <c:v>16550</c:v>
                </c:pt>
                <c:pt idx="4974">
                  <c:v>16553</c:v>
                </c:pt>
                <c:pt idx="4975">
                  <c:v>16557</c:v>
                </c:pt>
                <c:pt idx="4976">
                  <c:v>16560</c:v>
                </c:pt>
                <c:pt idx="4977">
                  <c:v>16563</c:v>
                </c:pt>
                <c:pt idx="4978">
                  <c:v>16566</c:v>
                </c:pt>
                <c:pt idx="4979">
                  <c:v>16570</c:v>
                </c:pt>
                <c:pt idx="4980">
                  <c:v>16573</c:v>
                </c:pt>
                <c:pt idx="4981">
                  <c:v>16576</c:v>
                </c:pt>
                <c:pt idx="4982">
                  <c:v>16580</c:v>
                </c:pt>
                <c:pt idx="4983">
                  <c:v>16583</c:v>
                </c:pt>
                <c:pt idx="4984">
                  <c:v>16586</c:v>
                </c:pt>
                <c:pt idx="4985">
                  <c:v>16590</c:v>
                </c:pt>
                <c:pt idx="4986">
                  <c:v>16593</c:v>
                </c:pt>
                <c:pt idx="4987">
                  <c:v>16596</c:v>
                </c:pt>
                <c:pt idx="4988">
                  <c:v>16600</c:v>
                </c:pt>
                <c:pt idx="4989">
                  <c:v>16603</c:v>
                </c:pt>
                <c:pt idx="4990">
                  <c:v>16606</c:v>
                </c:pt>
                <c:pt idx="4991">
                  <c:v>16610</c:v>
                </c:pt>
                <c:pt idx="4992">
                  <c:v>16613</c:v>
                </c:pt>
                <c:pt idx="4993">
                  <c:v>16616</c:v>
                </c:pt>
                <c:pt idx="4994">
                  <c:v>16620</c:v>
                </c:pt>
                <c:pt idx="4995">
                  <c:v>16623</c:v>
                </c:pt>
                <c:pt idx="4996">
                  <c:v>16626</c:v>
                </c:pt>
                <c:pt idx="4997">
                  <c:v>16630</c:v>
                </c:pt>
                <c:pt idx="4998">
                  <c:v>16633</c:v>
                </c:pt>
                <c:pt idx="4999">
                  <c:v>16636</c:v>
                </c:pt>
              </c:numCache>
            </c:numRef>
          </c:cat>
          <c:val>
            <c:numRef>
              <c:f>Chart_1!$P$12:$P$5011</c:f>
              <c:numCache>
                <c:formatCode>0.00</c:formatCode>
                <c:ptCount val="5000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-1862.2047938650253</c:v>
                </c:pt>
                <c:pt idx="12">
                  <c:v>-1862.2047938650253</c:v>
                </c:pt>
                <c:pt idx="13">
                  <c:v>-1862.2047938650253</c:v>
                </c:pt>
                <c:pt idx="14">
                  <c:v>-1862.2047938650253</c:v>
                </c:pt>
                <c:pt idx="15">
                  <c:v>-1862.2047938650253</c:v>
                </c:pt>
                <c:pt idx="16">
                  <c:v>-1862.2047938650253</c:v>
                </c:pt>
                <c:pt idx="17">
                  <c:v>-1862.2047938650253</c:v>
                </c:pt>
                <c:pt idx="18">
                  <c:v>-1862.2047938650253</c:v>
                </c:pt>
                <c:pt idx="19">
                  <c:v>-1862.2047938650253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  <c:pt idx="65">
                  <c:v>#N/A</c:v>
                </c:pt>
                <c:pt idx="66">
                  <c:v>#N/A</c:v>
                </c:pt>
                <c:pt idx="67">
                  <c:v>#N/A</c:v>
                </c:pt>
                <c:pt idx="68">
                  <c:v>#N/A</c:v>
                </c:pt>
                <c:pt idx="69">
                  <c:v>#N/A</c:v>
                </c:pt>
                <c:pt idx="70">
                  <c:v>#N/A</c:v>
                </c:pt>
                <c:pt idx="71">
                  <c:v>#N/A</c:v>
                </c:pt>
                <c:pt idx="72">
                  <c:v>#N/A</c:v>
                </c:pt>
                <c:pt idx="73">
                  <c:v>#N/A</c:v>
                </c:pt>
                <c:pt idx="74">
                  <c:v>#N/A</c:v>
                </c:pt>
                <c:pt idx="75">
                  <c:v>#N/A</c:v>
                </c:pt>
                <c:pt idx="76">
                  <c:v>#N/A</c:v>
                </c:pt>
                <c:pt idx="77">
                  <c:v>#N/A</c:v>
                </c:pt>
                <c:pt idx="78">
                  <c:v>#N/A</c:v>
                </c:pt>
                <c:pt idx="79">
                  <c:v>#N/A</c:v>
                </c:pt>
                <c:pt idx="80">
                  <c:v>#N/A</c:v>
                </c:pt>
                <c:pt idx="81">
                  <c:v>#N/A</c:v>
                </c:pt>
                <c:pt idx="82">
                  <c:v>#N/A</c:v>
                </c:pt>
                <c:pt idx="83">
                  <c:v>#N/A</c:v>
                </c:pt>
                <c:pt idx="84">
                  <c:v>#N/A</c:v>
                </c:pt>
                <c:pt idx="85">
                  <c:v>#N/A</c:v>
                </c:pt>
                <c:pt idx="86">
                  <c:v>#N/A</c:v>
                </c:pt>
                <c:pt idx="87">
                  <c:v>#N/A</c:v>
                </c:pt>
                <c:pt idx="88">
                  <c:v>#N/A</c:v>
                </c:pt>
                <c:pt idx="89">
                  <c:v>#N/A</c:v>
                </c:pt>
                <c:pt idx="90">
                  <c:v>#N/A</c:v>
                </c:pt>
                <c:pt idx="91">
                  <c:v>#N/A</c:v>
                </c:pt>
                <c:pt idx="92">
                  <c:v>#N/A</c:v>
                </c:pt>
                <c:pt idx="93">
                  <c:v>#N/A</c:v>
                </c:pt>
                <c:pt idx="94">
                  <c:v>#N/A</c:v>
                </c:pt>
                <c:pt idx="95">
                  <c:v>#N/A</c:v>
                </c:pt>
                <c:pt idx="96">
                  <c:v>#N/A</c:v>
                </c:pt>
                <c:pt idx="97">
                  <c:v>#N/A</c:v>
                </c:pt>
                <c:pt idx="98">
                  <c:v>#N/A</c:v>
                </c:pt>
                <c:pt idx="99">
                  <c:v>#N/A</c:v>
                </c:pt>
                <c:pt idx="100">
                  <c:v>#N/A</c:v>
                </c:pt>
                <c:pt idx="101">
                  <c:v>#N/A</c:v>
                </c:pt>
                <c:pt idx="102">
                  <c:v>#N/A</c:v>
                </c:pt>
                <c:pt idx="103">
                  <c:v>#N/A</c:v>
                </c:pt>
                <c:pt idx="104">
                  <c:v>#N/A</c:v>
                </c:pt>
                <c:pt idx="105">
                  <c:v>#N/A</c:v>
                </c:pt>
                <c:pt idx="106">
                  <c:v>#N/A</c:v>
                </c:pt>
                <c:pt idx="107">
                  <c:v>#N/A</c:v>
                </c:pt>
                <c:pt idx="108">
                  <c:v>#N/A</c:v>
                </c:pt>
                <c:pt idx="109">
                  <c:v>#N/A</c:v>
                </c:pt>
                <c:pt idx="110">
                  <c:v>#N/A</c:v>
                </c:pt>
                <c:pt idx="111">
                  <c:v>#N/A</c:v>
                </c:pt>
                <c:pt idx="112">
                  <c:v>#N/A</c:v>
                </c:pt>
                <c:pt idx="113">
                  <c:v>#N/A</c:v>
                </c:pt>
                <c:pt idx="114">
                  <c:v>#N/A</c:v>
                </c:pt>
                <c:pt idx="115">
                  <c:v>#N/A</c:v>
                </c:pt>
                <c:pt idx="116">
                  <c:v>#N/A</c:v>
                </c:pt>
                <c:pt idx="117">
                  <c:v>#N/A</c:v>
                </c:pt>
                <c:pt idx="118">
                  <c:v>#N/A</c:v>
                </c:pt>
                <c:pt idx="119">
                  <c:v>#N/A</c:v>
                </c:pt>
                <c:pt idx="120">
                  <c:v>#N/A</c:v>
                </c:pt>
                <c:pt idx="121">
                  <c:v>#N/A</c:v>
                </c:pt>
                <c:pt idx="122">
                  <c:v>#N/A</c:v>
                </c:pt>
                <c:pt idx="123">
                  <c:v>#N/A</c:v>
                </c:pt>
                <c:pt idx="124">
                  <c:v>#N/A</c:v>
                </c:pt>
                <c:pt idx="125">
                  <c:v>#N/A</c:v>
                </c:pt>
                <c:pt idx="126">
                  <c:v>#N/A</c:v>
                </c:pt>
                <c:pt idx="127">
                  <c:v>#N/A</c:v>
                </c:pt>
                <c:pt idx="128">
                  <c:v>#N/A</c:v>
                </c:pt>
                <c:pt idx="129">
                  <c:v>#N/A</c:v>
                </c:pt>
                <c:pt idx="130">
                  <c:v>#N/A</c:v>
                </c:pt>
                <c:pt idx="131">
                  <c:v>#N/A</c:v>
                </c:pt>
                <c:pt idx="132">
                  <c:v>#N/A</c:v>
                </c:pt>
                <c:pt idx="133">
                  <c:v>#N/A</c:v>
                </c:pt>
                <c:pt idx="134">
                  <c:v>#N/A</c:v>
                </c:pt>
                <c:pt idx="135">
                  <c:v>#N/A</c:v>
                </c:pt>
                <c:pt idx="136">
                  <c:v>#N/A</c:v>
                </c:pt>
                <c:pt idx="137">
                  <c:v>#N/A</c:v>
                </c:pt>
                <c:pt idx="138">
                  <c:v>#N/A</c:v>
                </c:pt>
                <c:pt idx="139">
                  <c:v>#N/A</c:v>
                </c:pt>
                <c:pt idx="140">
                  <c:v>#N/A</c:v>
                </c:pt>
                <c:pt idx="141">
                  <c:v>#N/A</c:v>
                </c:pt>
                <c:pt idx="142">
                  <c:v>#N/A</c:v>
                </c:pt>
                <c:pt idx="143">
                  <c:v>#N/A</c:v>
                </c:pt>
                <c:pt idx="144">
                  <c:v>#N/A</c:v>
                </c:pt>
                <c:pt idx="145">
                  <c:v>#N/A</c:v>
                </c:pt>
                <c:pt idx="146">
                  <c:v>#N/A</c:v>
                </c:pt>
                <c:pt idx="147">
                  <c:v>#N/A</c:v>
                </c:pt>
                <c:pt idx="148">
                  <c:v>#N/A</c:v>
                </c:pt>
                <c:pt idx="149">
                  <c:v>#N/A</c:v>
                </c:pt>
                <c:pt idx="150">
                  <c:v>#N/A</c:v>
                </c:pt>
                <c:pt idx="151">
                  <c:v>#N/A</c:v>
                </c:pt>
                <c:pt idx="152">
                  <c:v>#N/A</c:v>
                </c:pt>
                <c:pt idx="153">
                  <c:v>#N/A</c:v>
                </c:pt>
                <c:pt idx="154">
                  <c:v>#N/A</c:v>
                </c:pt>
                <c:pt idx="155">
                  <c:v>#N/A</c:v>
                </c:pt>
                <c:pt idx="156">
                  <c:v>#N/A</c:v>
                </c:pt>
                <c:pt idx="157">
                  <c:v>#N/A</c:v>
                </c:pt>
                <c:pt idx="158">
                  <c:v>#N/A</c:v>
                </c:pt>
                <c:pt idx="159">
                  <c:v>#N/A</c:v>
                </c:pt>
                <c:pt idx="160">
                  <c:v>#N/A</c:v>
                </c:pt>
                <c:pt idx="161">
                  <c:v>#N/A</c:v>
                </c:pt>
                <c:pt idx="162">
                  <c:v>#N/A</c:v>
                </c:pt>
                <c:pt idx="163">
                  <c:v>#N/A</c:v>
                </c:pt>
                <c:pt idx="164">
                  <c:v>#N/A</c:v>
                </c:pt>
                <c:pt idx="165">
                  <c:v>#N/A</c:v>
                </c:pt>
                <c:pt idx="166">
                  <c:v>#N/A</c:v>
                </c:pt>
                <c:pt idx="167">
                  <c:v>#N/A</c:v>
                </c:pt>
                <c:pt idx="168">
                  <c:v>#N/A</c:v>
                </c:pt>
                <c:pt idx="169">
                  <c:v>#N/A</c:v>
                </c:pt>
                <c:pt idx="170">
                  <c:v>#N/A</c:v>
                </c:pt>
                <c:pt idx="171">
                  <c:v>#N/A</c:v>
                </c:pt>
                <c:pt idx="172">
                  <c:v>#N/A</c:v>
                </c:pt>
                <c:pt idx="173">
                  <c:v>#N/A</c:v>
                </c:pt>
                <c:pt idx="174">
                  <c:v>#N/A</c:v>
                </c:pt>
                <c:pt idx="175">
                  <c:v>#N/A</c:v>
                </c:pt>
                <c:pt idx="176">
                  <c:v>#N/A</c:v>
                </c:pt>
                <c:pt idx="177">
                  <c:v>#N/A</c:v>
                </c:pt>
                <c:pt idx="178">
                  <c:v>#N/A</c:v>
                </c:pt>
                <c:pt idx="179">
                  <c:v>#N/A</c:v>
                </c:pt>
                <c:pt idx="180">
                  <c:v>#N/A</c:v>
                </c:pt>
                <c:pt idx="181">
                  <c:v>#N/A</c:v>
                </c:pt>
                <c:pt idx="182">
                  <c:v>#N/A</c:v>
                </c:pt>
                <c:pt idx="183">
                  <c:v>#N/A</c:v>
                </c:pt>
                <c:pt idx="184">
                  <c:v>#N/A</c:v>
                </c:pt>
                <c:pt idx="185">
                  <c:v>#N/A</c:v>
                </c:pt>
                <c:pt idx="186">
                  <c:v>#N/A</c:v>
                </c:pt>
                <c:pt idx="187">
                  <c:v>#N/A</c:v>
                </c:pt>
                <c:pt idx="188">
                  <c:v>#N/A</c:v>
                </c:pt>
                <c:pt idx="189">
                  <c:v>#N/A</c:v>
                </c:pt>
                <c:pt idx="190">
                  <c:v>#N/A</c:v>
                </c:pt>
                <c:pt idx="191">
                  <c:v>#N/A</c:v>
                </c:pt>
                <c:pt idx="192">
                  <c:v>#N/A</c:v>
                </c:pt>
                <c:pt idx="193">
                  <c:v>#N/A</c:v>
                </c:pt>
                <c:pt idx="194">
                  <c:v>#N/A</c:v>
                </c:pt>
                <c:pt idx="195">
                  <c:v>#N/A</c:v>
                </c:pt>
                <c:pt idx="196">
                  <c:v>#N/A</c:v>
                </c:pt>
                <c:pt idx="197">
                  <c:v>#N/A</c:v>
                </c:pt>
                <c:pt idx="198">
                  <c:v>#N/A</c:v>
                </c:pt>
                <c:pt idx="199">
                  <c:v>#N/A</c:v>
                </c:pt>
                <c:pt idx="200">
                  <c:v>#N/A</c:v>
                </c:pt>
                <c:pt idx="201">
                  <c:v>#N/A</c:v>
                </c:pt>
                <c:pt idx="202">
                  <c:v>#N/A</c:v>
                </c:pt>
                <c:pt idx="203">
                  <c:v>#N/A</c:v>
                </c:pt>
                <c:pt idx="204">
                  <c:v>#N/A</c:v>
                </c:pt>
                <c:pt idx="205">
                  <c:v>#N/A</c:v>
                </c:pt>
                <c:pt idx="206">
                  <c:v>#N/A</c:v>
                </c:pt>
                <c:pt idx="207">
                  <c:v>#N/A</c:v>
                </c:pt>
                <c:pt idx="208">
                  <c:v>#N/A</c:v>
                </c:pt>
                <c:pt idx="209">
                  <c:v>#N/A</c:v>
                </c:pt>
                <c:pt idx="210">
                  <c:v>#N/A</c:v>
                </c:pt>
                <c:pt idx="211">
                  <c:v>#N/A</c:v>
                </c:pt>
                <c:pt idx="212">
                  <c:v>#N/A</c:v>
                </c:pt>
                <c:pt idx="213">
                  <c:v>#N/A</c:v>
                </c:pt>
                <c:pt idx="214">
                  <c:v>#N/A</c:v>
                </c:pt>
                <c:pt idx="215">
                  <c:v>#N/A</c:v>
                </c:pt>
                <c:pt idx="216">
                  <c:v>#N/A</c:v>
                </c:pt>
                <c:pt idx="217">
                  <c:v>#N/A</c:v>
                </c:pt>
                <c:pt idx="218">
                  <c:v>#N/A</c:v>
                </c:pt>
                <c:pt idx="219">
                  <c:v>#N/A</c:v>
                </c:pt>
                <c:pt idx="220">
                  <c:v>#N/A</c:v>
                </c:pt>
                <c:pt idx="221">
                  <c:v>#N/A</c:v>
                </c:pt>
                <c:pt idx="222">
                  <c:v>#N/A</c:v>
                </c:pt>
                <c:pt idx="223">
                  <c:v>#N/A</c:v>
                </c:pt>
                <c:pt idx="224">
                  <c:v>#N/A</c:v>
                </c:pt>
                <c:pt idx="225">
                  <c:v>#N/A</c:v>
                </c:pt>
                <c:pt idx="226">
                  <c:v>#N/A</c:v>
                </c:pt>
                <c:pt idx="227">
                  <c:v>#N/A</c:v>
                </c:pt>
                <c:pt idx="228">
                  <c:v>#N/A</c:v>
                </c:pt>
                <c:pt idx="229">
                  <c:v>#N/A</c:v>
                </c:pt>
                <c:pt idx="230">
                  <c:v>#N/A</c:v>
                </c:pt>
                <c:pt idx="231">
                  <c:v>#N/A</c:v>
                </c:pt>
                <c:pt idx="232">
                  <c:v>#N/A</c:v>
                </c:pt>
                <c:pt idx="233">
                  <c:v>#N/A</c:v>
                </c:pt>
                <c:pt idx="234">
                  <c:v>#N/A</c:v>
                </c:pt>
                <c:pt idx="235">
                  <c:v>#N/A</c:v>
                </c:pt>
                <c:pt idx="236">
                  <c:v>#N/A</c:v>
                </c:pt>
                <c:pt idx="237">
                  <c:v>#N/A</c:v>
                </c:pt>
                <c:pt idx="238">
                  <c:v>#N/A</c:v>
                </c:pt>
                <c:pt idx="239">
                  <c:v>#N/A</c:v>
                </c:pt>
                <c:pt idx="240">
                  <c:v>#N/A</c:v>
                </c:pt>
                <c:pt idx="241">
                  <c:v>#N/A</c:v>
                </c:pt>
                <c:pt idx="242">
                  <c:v>#N/A</c:v>
                </c:pt>
                <c:pt idx="243">
                  <c:v>#N/A</c:v>
                </c:pt>
                <c:pt idx="244">
                  <c:v>#N/A</c:v>
                </c:pt>
                <c:pt idx="245">
                  <c:v>#N/A</c:v>
                </c:pt>
                <c:pt idx="246">
                  <c:v>#N/A</c:v>
                </c:pt>
                <c:pt idx="247">
                  <c:v>#N/A</c:v>
                </c:pt>
                <c:pt idx="248">
                  <c:v>#N/A</c:v>
                </c:pt>
                <c:pt idx="249">
                  <c:v>#N/A</c:v>
                </c:pt>
                <c:pt idx="250">
                  <c:v>#N/A</c:v>
                </c:pt>
                <c:pt idx="251">
                  <c:v>#N/A</c:v>
                </c:pt>
                <c:pt idx="252">
                  <c:v>#N/A</c:v>
                </c:pt>
                <c:pt idx="253">
                  <c:v>#N/A</c:v>
                </c:pt>
                <c:pt idx="254">
                  <c:v>#N/A</c:v>
                </c:pt>
                <c:pt idx="255">
                  <c:v>#N/A</c:v>
                </c:pt>
                <c:pt idx="256">
                  <c:v>#N/A</c:v>
                </c:pt>
                <c:pt idx="257">
                  <c:v>#N/A</c:v>
                </c:pt>
                <c:pt idx="258">
                  <c:v>#N/A</c:v>
                </c:pt>
                <c:pt idx="259">
                  <c:v>#N/A</c:v>
                </c:pt>
                <c:pt idx="260">
                  <c:v>#N/A</c:v>
                </c:pt>
                <c:pt idx="261">
                  <c:v>#N/A</c:v>
                </c:pt>
                <c:pt idx="262">
                  <c:v>#N/A</c:v>
                </c:pt>
                <c:pt idx="263">
                  <c:v>#N/A</c:v>
                </c:pt>
                <c:pt idx="264">
                  <c:v>#N/A</c:v>
                </c:pt>
                <c:pt idx="265">
                  <c:v>#N/A</c:v>
                </c:pt>
                <c:pt idx="266">
                  <c:v>#N/A</c:v>
                </c:pt>
                <c:pt idx="267">
                  <c:v>#N/A</c:v>
                </c:pt>
                <c:pt idx="268">
                  <c:v>#N/A</c:v>
                </c:pt>
                <c:pt idx="269">
                  <c:v>#N/A</c:v>
                </c:pt>
                <c:pt idx="270">
                  <c:v>#N/A</c:v>
                </c:pt>
                <c:pt idx="271">
                  <c:v>#N/A</c:v>
                </c:pt>
                <c:pt idx="272">
                  <c:v>#N/A</c:v>
                </c:pt>
                <c:pt idx="273">
                  <c:v>#N/A</c:v>
                </c:pt>
                <c:pt idx="274">
                  <c:v>#N/A</c:v>
                </c:pt>
                <c:pt idx="275">
                  <c:v>#N/A</c:v>
                </c:pt>
                <c:pt idx="276">
                  <c:v>#N/A</c:v>
                </c:pt>
                <c:pt idx="277">
                  <c:v>#N/A</c:v>
                </c:pt>
                <c:pt idx="278">
                  <c:v>#N/A</c:v>
                </c:pt>
                <c:pt idx="279">
                  <c:v>#N/A</c:v>
                </c:pt>
                <c:pt idx="280">
                  <c:v>#N/A</c:v>
                </c:pt>
                <c:pt idx="281">
                  <c:v>#N/A</c:v>
                </c:pt>
                <c:pt idx="282">
                  <c:v>#N/A</c:v>
                </c:pt>
                <c:pt idx="283">
                  <c:v>#N/A</c:v>
                </c:pt>
                <c:pt idx="284">
                  <c:v>#N/A</c:v>
                </c:pt>
                <c:pt idx="285">
                  <c:v>#N/A</c:v>
                </c:pt>
                <c:pt idx="286">
                  <c:v>#N/A</c:v>
                </c:pt>
                <c:pt idx="287">
                  <c:v>#N/A</c:v>
                </c:pt>
                <c:pt idx="288">
                  <c:v>#N/A</c:v>
                </c:pt>
                <c:pt idx="289">
                  <c:v>#N/A</c:v>
                </c:pt>
                <c:pt idx="290">
                  <c:v>#N/A</c:v>
                </c:pt>
                <c:pt idx="291">
                  <c:v>#N/A</c:v>
                </c:pt>
                <c:pt idx="292">
                  <c:v>#N/A</c:v>
                </c:pt>
                <c:pt idx="293">
                  <c:v>#N/A</c:v>
                </c:pt>
                <c:pt idx="294">
                  <c:v>#N/A</c:v>
                </c:pt>
                <c:pt idx="295">
                  <c:v>#N/A</c:v>
                </c:pt>
                <c:pt idx="296">
                  <c:v>#N/A</c:v>
                </c:pt>
                <c:pt idx="297">
                  <c:v>#N/A</c:v>
                </c:pt>
                <c:pt idx="298">
                  <c:v>#N/A</c:v>
                </c:pt>
                <c:pt idx="299">
                  <c:v>#N/A</c:v>
                </c:pt>
                <c:pt idx="300">
                  <c:v>#N/A</c:v>
                </c:pt>
                <c:pt idx="301">
                  <c:v>#N/A</c:v>
                </c:pt>
                <c:pt idx="302">
                  <c:v>#N/A</c:v>
                </c:pt>
                <c:pt idx="303">
                  <c:v>#N/A</c:v>
                </c:pt>
                <c:pt idx="304">
                  <c:v>#N/A</c:v>
                </c:pt>
                <c:pt idx="305">
                  <c:v>#N/A</c:v>
                </c:pt>
                <c:pt idx="306">
                  <c:v>#N/A</c:v>
                </c:pt>
                <c:pt idx="307">
                  <c:v>#N/A</c:v>
                </c:pt>
                <c:pt idx="308">
                  <c:v>#N/A</c:v>
                </c:pt>
                <c:pt idx="309">
                  <c:v>#N/A</c:v>
                </c:pt>
                <c:pt idx="310">
                  <c:v>#N/A</c:v>
                </c:pt>
                <c:pt idx="311">
                  <c:v>#N/A</c:v>
                </c:pt>
                <c:pt idx="312">
                  <c:v>#N/A</c:v>
                </c:pt>
                <c:pt idx="313">
                  <c:v>#N/A</c:v>
                </c:pt>
                <c:pt idx="314">
                  <c:v>#N/A</c:v>
                </c:pt>
                <c:pt idx="315">
                  <c:v>#N/A</c:v>
                </c:pt>
                <c:pt idx="316">
                  <c:v>#N/A</c:v>
                </c:pt>
                <c:pt idx="317">
                  <c:v>#N/A</c:v>
                </c:pt>
                <c:pt idx="318">
                  <c:v>#N/A</c:v>
                </c:pt>
                <c:pt idx="319">
                  <c:v>#N/A</c:v>
                </c:pt>
                <c:pt idx="320">
                  <c:v>#N/A</c:v>
                </c:pt>
                <c:pt idx="321">
                  <c:v>#N/A</c:v>
                </c:pt>
                <c:pt idx="322">
                  <c:v>#N/A</c:v>
                </c:pt>
                <c:pt idx="323">
                  <c:v>#N/A</c:v>
                </c:pt>
                <c:pt idx="324">
                  <c:v>#N/A</c:v>
                </c:pt>
                <c:pt idx="325">
                  <c:v>#N/A</c:v>
                </c:pt>
                <c:pt idx="326">
                  <c:v>#N/A</c:v>
                </c:pt>
                <c:pt idx="327">
                  <c:v>#N/A</c:v>
                </c:pt>
                <c:pt idx="328">
                  <c:v>#N/A</c:v>
                </c:pt>
                <c:pt idx="329">
                  <c:v>#N/A</c:v>
                </c:pt>
                <c:pt idx="330">
                  <c:v>#N/A</c:v>
                </c:pt>
                <c:pt idx="331">
                  <c:v>#N/A</c:v>
                </c:pt>
                <c:pt idx="332">
                  <c:v>#N/A</c:v>
                </c:pt>
                <c:pt idx="333">
                  <c:v>#N/A</c:v>
                </c:pt>
                <c:pt idx="334">
                  <c:v>#N/A</c:v>
                </c:pt>
                <c:pt idx="335">
                  <c:v>#N/A</c:v>
                </c:pt>
                <c:pt idx="336">
                  <c:v>#N/A</c:v>
                </c:pt>
                <c:pt idx="337">
                  <c:v>#N/A</c:v>
                </c:pt>
                <c:pt idx="338">
                  <c:v>#N/A</c:v>
                </c:pt>
                <c:pt idx="339">
                  <c:v>#N/A</c:v>
                </c:pt>
                <c:pt idx="340">
                  <c:v>#N/A</c:v>
                </c:pt>
                <c:pt idx="341">
                  <c:v>#N/A</c:v>
                </c:pt>
                <c:pt idx="342">
                  <c:v>#N/A</c:v>
                </c:pt>
                <c:pt idx="343">
                  <c:v>#N/A</c:v>
                </c:pt>
                <c:pt idx="344">
                  <c:v>#N/A</c:v>
                </c:pt>
                <c:pt idx="345">
                  <c:v>#N/A</c:v>
                </c:pt>
                <c:pt idx="346">
                  <c:v>#N/A</c:v>
                </c:pt>
                <c:pt idx="347">
                  <c:v>#N/A</c:v>
                </c:pt>
                <c:pt idx="348">
                  <c:v>#N/A</c:v>
                </c:pt>
                <c:pt idx="349">
                  <c:v>#N/A</c:v>
                </c:pt>
                <c:pt idx="350">
                  <c:v>#N/A</c:v>
                </c:pt>
                <c:pt idx="351">
                  <c:v>#N/A</c:v>
                </c:pt>
                <c:pt idx="352">
                  <c:v>#N/A</c:v>
                </c:pt>
                <c:pt idx="353">
                  <c:v>#N/A</c:v>
                </c:pt>
                <c:pt idx="354">
                  <c:v>#N/A</c:v>
                </c:pt>
                <c:pt idx="355">
                  <c:v>#N/A</c:v>
                </c:pt>
                <c:pt idx="356">
                  <c:v>#N/A</c:v>
                </c:pt>
                <c:pt idx="357">
                  <c:v>#N/A</c:v>
                </c:pt>
                <c:pt idx="358">
                  <c:v>#N/A</c:v>
                </c:pt>
                <c:pt idx="359">
                  <c:v>#N/A</c:v>
                </c:pt>
                <c:pt idx="360">
                  <c:v>#N/A</c:v>
                </c:pt>
                <c:pt idx="361">
                  <c:v>#N/A</c:v>
                </c:pt>
                <c:pt idx="362">
                  <c:v>#N/A</c:v>
                </c:pt>
                <c:pt idx="363">
                  <c:v>#N/A</c:v>
                </c:pt>
                <c:pt idx="364">
                  <c:v>#N/A</c:v>
                </c:pt>
                <c:pt idx="365">
                  <c:v>#N/A</c:v>
                </c:pt>
                <c:pt idx="366">
                  <c:v>#N/A</c:v>
                </c:pt>
                <c:pt idx="367">
                  <c:v>#N/A</c:v>
                </c:pt>
                <c:pt idx="368">
                  <c:v>#N/A</c:v>
                </c:pt>
                <c:pt idx="369">
                  <c:v>#N/A</c:v>
                </c:pt>
                <c:pt idx="370">
                  <c:v>#N/A</c:v>
                </c:pt>
                <c:pt idx="371">
                  <c:v>#N/A</c:v>
                </c:pt>
                <c:pt idx="372">
                  <c:v>#N/A</c:v>
                </c:pt>
                <c:pt idx="373">
                  <c:v>#N/A</c:v>
                </c:pt>
                <c:pt idx="374">
                  <c:v>#N/A</c:v>
                </c:pt>
                <c:pt idx="375">
                  <c:v>#N/A</c:v>
                </c:pt>
                <c:pt idx="376">
                  <c:v>#N/A</c:v>
                </c:pt>
                <c:pt idx="377">
                  <c:v>#N/A</c:v>
                </c:pt>
                <c:pt idx="378">
                  <c:v>#N/A</c:v>
                </c:pt>
                <c:pt idx="379">
                  <c:v>#N/A</c:v>
                </c:pt>
                <c:pt idx="380">
                  <c:v>#N/A</c:v>
                </c:pt>
                <c:pt idx="381">
                  <c:v>#N/A</c:v>
                </c:pt>
                <c:pt idx="382">
                  <c:v>#N/A</c:v>
                </c:pt>
                <c:pt idx="383">
                  <c:v>#N/A</c:v>
                </c:pt>
                <c:pt idx="384">
                  <c:v>#N/A</c:v>
                </c:pt>
                <c:pt idx="385">
                  <c:v>#N/A</c:v>
                </c:pt>
                <c:pt idx="386">
                  <c:v>#N/A</c:v>
                </c:pt>
                <c:pt idx="387">
                  <c:v>#N/A</c:v>
                </c:pt>
                <c:pt idx="388">
                  <c:v>#N/A</c:v>
                </c:pt>
                <c:pt idx="389">
                  <c:v>#N/A</c:v>
                </c:pt>
                <c:pt idx="390">
                  <c:v>#N/A</c:v>
                </c:pt>
                <c:pt idx="391">
                  <c:v>#N/A</c:v>
                </c:pt>
                <c:pt idx="392">
                  <c:v>#N/A</c:v>
                </c:pt>
                <c:pt idx="393">
                  <c:v>#N/A</c:v>
                </c:pt>
                <c:pt idx="394">
                  <c:v>#N/A</c:v>
                </c:pt>
                <c:pt idx="395">
                  <c:v>#N/A</c:v>
                </c:pt>
                <c:pt idx="396">
                  <c:v>#N/A</c:v>
                </c:pt>
                <c:pt idx="397">
                  <c:v>#N/A</c:v>
                </c:pt>
                <c:pt idx="398">
                  <c:v>#N/A</c:v>
                </c:pt>
                <c:pt idx="399">
                  <c:v>#N/A</c:v>
                </c:pt>
                <c:pt idx="400">
                  <c:v>#N/A</c:v>
                </c:pt>
                <c:pt idx="401">
                  <c:v>#N/A</c:v>
                </c:pt>
                <c:pt idx="402">
                  <c:v>#N/A</c:v>
                </c:pt>
                <c:pt idx="403">
                  <c:v>#N/A</c:v>
                </c:pt>
                <c:pt idx="404">
                  <c:v>#N/A</c:v>
                </c:pt>
                <c:pt idx="405">
                  <c:v>#N/A</c:v>
                </c:pt>
                <c:pt idx="406">
                  <c:v>#N/A</c:v>
                </c:pt>
                <c:pt idx="407">
                  <c:v>#N/A</c:v>
                </c:pt>
                <c:pt idx="408">
                  <c:v>#N/A</c:v>
                </c:pt>
                <c:pt idx="409">
                  <c:v>#N/A</c:v>
                </c:pt>
                <c:pt idx="410">
                  <c:v>#N/A</c:v>
                </c:pt>
                <c:pt idx="411">
                  <c:v>#N/A</c:v>
                </c:pt>
                <c:pt idx="412">
                  <c:v>#N/A</c:v>
                </c:pt>
                <c:pt idx="413">
                  <c:v>#N/A</c:v>
                </c:pt>
                <c:pt idx="414">
                  <c:v>#N/A</c:v>
                </c:pt>
                <c:pt idx="415">
                  <c:v>#N/A</c:v>
                </c:pt>
                <c:pt idx="416">
                  <c:v>#N/A</c:v>
                </c:pt>
                <c:pt idx="417">
                  <c:v>#N/A</c:v>
                </c:pt>
                <c:pt idx="418">
                  <c:v>#N/A</c:v>
                </c:pt>
                <c:pt idx="419">
                  <c:v>#N/A</c:v>
                </c:pt>
                <c:pt idx="420">
                  <c:v>#N/A</c:v>
                </c:pt>
                <c:pt idx="421">
                  <c:v>#N/A</c:v>
                </c:pt>
                <c:pt idx="422">
                  <c:v>#N/A</c:v>
                </c:pt>
                <c:pt idx="423">
                  <c:v>#N/A</c:v>
                </c:pt>
                <c:pt idx="424">
                  <c:v>#N/A</c:v>
                </c:pt>
                <c:pt idx="425">
                  <c:v>#N/A</c:v>
                </c:pt>
                <c:pt idx="426">
                  <c:v>#N/A</c:v>
                </c:pt>
                <c:pt idx="427">
                  <c:v>#N/A</c:v>
                </c:pt>
                <c:pt idx="428">
                  <c:v>#N/A</c:v>
                </c:pt>
                <c:pt idx="429">
                  <c:v>#N/A</c:v>
                </c:pt>
                <c:pt idx="430">
                  <c:v>#N/A</c:v>
                </c:pt>
                <c:pt idx="431">
                  <c:v>#N/A</c:v>
                </c:pt>
                <c:pt idx="432">
                  <c:v>#N/A</c:v>
                </c:pt>
                <c:pt idx="433">
                  <c:v>#N/A</c:v>
                </c:pt>
                <c:pt idx="434">
                  <c:v>#N/A</c:v>
                </c:pt>
                <c:pt idx="435">
                  <c:v>#N/A</c:v>
                </c:pt>
                <c:pt idx="436">
                  <c:v>#N/A</c:v>
                </c:pt>
                <c:pt idx="437">
                  <c:v>#N/A</c:v>
                </c:pt>
                <c:pt idx="438">
                  <c:v>#N/A</c:v>
                </c:pt>
                <c:pt idx="439">
                  <c:v>#N/A</c:v>
                </c:pt>
                <c:pt idx="440">
                  <c:v>#N/A</c:v>
                </c:pt>
                <c:pt idx="441">
                  <c:v>#N/A</c:v>
                </c:pt>
                <c:pt idx="442">
                  <c:v>#N/A</c:v>
                </c:pt>
                <c:pt idx="443">
                  <c:v>#N/A</c:v>
                </c:pt>
                <c:pt idx="444">
                  <c:v>#N/A</c:v>
                </c:pt>
                <c:pt idx="445">
                  <c:v>#N/A</c:v>
                </c:pt>
                <c:pt idx="446">
                  <c:v>#N/A</c:v>
                </c:pt>
                <c:pt idx="447">
                  <c:v>#N/A</c:v>
                </c:pt>
                <c:pt idx="448">
                  <c:v>#N/A</c:v>
                </c:pt>
                <c:pt idx="449">
                  <c:v>#N/A</c:v>
                </c:pt>
                <c:pt idx="450">
                  <c:v>#N/A</c:v>
                </c:pt>
                <c:pt idx="451">
                  <c:v>#N/A</c:v>
                </c:pt>
                <c:pt idx="452">
                  <c:v>#N/A</c:v>
                </c:pt>
                <c:pt idx="453">
                  <c:v>#N/A</c:v>
                </c:pt>
                <c:pt idx="454">
                  <c:v>#N/A</c:v>
                </c:pt>
                <c:pt idx="455">
                  <c:v>#N/A</c:v>
                </c:pt>
                <c:pt idx="456">
                  <c:v>#N/A</c:v>
                </c:pt>
                <c:pt idx="457">
                  <c:v>#N/A</c:v>
                </c:pt>
                <c:pt idx="458">
                  <c:v>#N/A</c:v>
                </c:pt>
                <c:pt idx="459">
                  <c:v>#N/A</c:v>
                </c:pt>
                <c:pt idx="460">
                  <c:v>#N/A</c:v>
                </c:pt>
                <c:pt idx="461">
                  <c:v>#N/A</c:v>
                </c:pt>
                <c:pt idx="462">
                  <c:v>#N/A</c:v>
                </c:pt>
                <c:pt idx="463">
                  <c:v>#N/A</c:v>
                </c:pt>
                <c:pt idx="464">
                  <c:v>#N/A</c:v>
                </c:pt>
                <c:pt idx="465">
                  <c:v>#N/A</c:v>
                </c:pt>
                <c:pt idx="466">
                  <c:v>#N/A</c:v>
                </c:pt>
                <c:pt idx="467">
                  <c:v>#N/A</c:v>
                </c:pt>
                <c:pt idx="468">
                  <c:v>#N/A</c:v>
                </c:pt>
                <c:pt idx="469">
                  <c:v>#N/A</c:v>
                </c:pt>
                <c:pt idx="470">
                  <c:v>#N/A</c:v>
                </c:pt>
                <c:pt idx="471">
                  <c:v>#N/A</c:v>
                </c:pt>
                <c:pt idx="472">
                  <c:v>#N/A</c:v>
                </c:pt>
                <c:pt idx="473">
                  <c:v>#N/A</c:v>
                </c:pt>
                <c:pt idx="474">
                  <c:v>#N/A</c:v>
                </c:pt>
                <c:pt idx="475">
                  <c:v>#N/A</c:v>
                </c:pt>
                <c:pt idx="476">
                  <c:v>#N/A</c:v>
                </c:pt>
                <c:pt idx="477">
                  <c:v>#N/A</c:v>
                </c:pt>
                <c:pt idx="478">
                  <c:v>#N/A</c:v>
                </c:pt>
                <c:pt idx="479">
                  <c:v>#N/A</c:v>
                </c:pt>
                <c:pt idx="480">
                  <c:v>#N/A</c:v>
                </c:pt>
                <c:pt idx="481">
                  <c:v>#N/A</c:v>
                </c:pt>
                <c:pt idx="482">
                  <c:v>#N/A</c:v>
                </c:pt>
                <c:pt idx="483">
                  <c:v>#N/A</c:v>
                </c:pt>
                <c:pt idx="484">
                  <c:v>#N/A</c:v>
                </c:pt>
                <c:pt idx="485">
                  <c:v>#N/A</c:v>
                </c:pt>
                <c:pt idx="486">
                  <c:v>#N/A</c:v>
                </c:pt>
                <c:pt idx="487">
                  <c:v>#N/A</c:v>
                </c:pt>
                <c:pt idx="488">
                  <c:v>#N/A</c:v>
                </c:pt>
                <c:pt idx="489">
                  <c:v>#N/A</c:v>
                </c:pt>
                <c:pt idx="490">
                  <c:v>#N/A</c:v>
                </c:pt>
                <c:pt idx="491">
                  <c:v>#N/A</c:v>
                </c:pt>
                <c:pt idx="492">
                  <c:v>#N/A</c:v>
                </c:pt>
                <c:pt idx="493">
                  <c:v>#N/A</c:v>
                </c:pt>
                <c:pt idx="494">
                  <c:v>#N/A</c:v>
                </c:pt>
                <c:pt idx="495">
                  <c:v>#N/A</c:v>
                </c:pt>
                <c:pt idx="496">
                  <c:v>#N/A</c:v>
                </c:pt>
                <c:pt idx="497">
                  <c:v>#N/A</c:v>
                </c:pt>
                <c:pt idx="498">
                  <c:v>#N/A</c:v>
                </c:pt>
                <c:pt idx="499">
                  <c:v>#N/A</c:v>
                </c:pt>
                <c:pt idx="500">
                  <c:v>#N/A</c:v>
                </c:pt>
                <c:pt idx="501">
                  <c:v>#N/A</c:v>
                </c:pt>
                <c:pt idx="502">
                  <c:v>#N/A</c:v>
                </c:pt>
                <c:pt idx="503">
                  <c:v>#N/A</c:v>
                </c:pt>
                <c:pt idx="504">
                  <c:v>#N/A</c:v>
                </c:pt>
                <c:pt idx="505">
                  <c:v>#N/A</c:v>
                </c:pt>
                <c:pt idx="506">
                  <c:v>#N/A</c:v>
                </c:pt>
                <c:pt idx="507">
                  <c:v>#N/A</c:v>
                </c:pt>
                <c:pt idx="508">
                  <c:v>#N/A</c:v>
                </c:pt>
                <c:pt idx="509">
                  <c:v>#N/A</c:v>
                </c:pt>
                <c:pt idx="510">
                  <c:v>#N/A</c:v>
                </c:pt>
                <c:pt idx="511">
                  <c:v>#N/A</c:v>
                </c:pt>
                <c:pt idx="512">
                  <c:v>#N/A</c:v>
                </c:pt>
                <c:pt idx="513">
                  <c:v>#N/A</c:v>
                </c:pt>
                <c:pt idx="514">
                  <c:v>#N/A</c:v>
                </c:pt>
                <c:pt idx="515">
                  <c:v>#N/A</c:v>
                </c:pt>
                <c:pt idx="516">
                  <c:v>#N/A</c:v>
                </c:pt>
                <c:pt idx="517">
                  <c:v>#N/A</c:v>
                </c:pt>
                <c:pt idx="518">
                  <c:v>#N/A</c:v>
                </c:pt>
                <c:pt idx="519">
                  <c:v>#N/A</c:v>
                </c:pt>
                <c:pt idx="520">
                  <c:v>#N/A</c:v>
                </c:pt>
                <c:pt idx="521">
                  <c:v>#N/A</c:v>
                </c:pt>
                <c:pt idx="522">
                  <c:v>#N/A</c:v>
                </c:pt>
                <c:pt idx="523">
                  <c:v>#N/A</c:v>
                </c:pt>
                <c:pt idx="524">
                  <c:v>#N/A</c:v>
                </c:pt>
                <c:pt idx="525">
                  <c:v>#N/A</c:v>
                </c:pt>
                <c:pt idx="526">
                  <c:v>#N/A</c:v>
                </c:pt>
                <c:pt idx="527">
                  <c:v>#N/A</c:v>
                </c:pt>
                <c:pt idx="528">
                  <c:v>#N/A</c:v>
                </c:pt>
                <c:pt idx="529">
                  <c:v>#N/A</c:v>
                </c:pt>
                <c:pt idx="530">
                  <c:v>#N/A</c:v>
                </c:pt>
                <c:pt idx="531">
                  <c:v>#N/A</c:v>
                </c:pt>
                <c:pt idx="532">
                  <c:v>#N/A</c:v>
                </c:pt>
                <c:pt idx="533">
                  <c:v>#N/A</c:v>
                </c:pt>
                <c:pt idx="534">
                  <c:v>#N/A</c:v>
                </c:pt>
                <c:pt idx="535">
                  <c:v>#N/A</c:v>
                </c:pt>
                <c:pt idx="536">
                  <c:v>#N/A</c:v>
                </c:pt>
                <c:pt idx="537">
                  <c:v>#N/A</c:v>
                </c:pt>
                <c:pt idx="538">
                  <c:v>#N/A</c:v>
                </c:pt>
                <c:pt idx="539">
                  <c:v>#N/A</c:v>
                </c:pt>
                <c:pt idx="540">
                  <c:v>#N/A</c:v>
                </c:pt>
                <c:pt idx="541">
                  <c:v>#N/A</c:v>
                </c:pt>
                <c:pt idx="542">
                  <c:v>#N/A</c:v>
                </c:pt>
                <c:pt idx="543">
                  <c:v>#N/A</c:v>
                </c:pt>
                <c:pt idx="544">
                  <c:v>#N/A</c:v>
                </c:pt>
                <c:pt idx="545">
                  <c:v>#N/A</c:v>
                </c:pt>
                <c:pt idx="546">
                  <c:v>#N/A</c:v>
                </c:pt>
                <c:pt idx="547">
                  <c:v>#N/A</c:v>
                </c:pt>
                <c:pt idx="548">
                  <c:v>#N/A</c:v>
                </c:pt>
                <c:pt idx="549">
                  <c:v>#N/A</c:v>
                </c:pt>
                <c:pt idx="550">
                  <c:v>#N/A</c:v>
                </c:pt>
                <c:pt idx="551">
                  <c:v>#N/A</c:v>
                </c:pt>
                <c:pt idx="552">
                  <c:v>#N/A</c:v>
                </c:pt>
                <c:pt idx="553">
                  <c:v>#N/A</c:v>
                </c:pt>
                <c:pt idx="554">
                  <c:v>#N/A</c:v>
                </c:pt>
                <c:pt idx="555">
                  <c:v>#N/A</c:v>
                </c:pt>
                <c:pt idx="556">
                  <c:v>#N/A</c:v>
                </c:pt>
                <c:pt idx="557">
                  <c:v>#N/A</c:v>
                </c:pt>
                <c:pt idx="558">
                  <c:v>#N/A</c:v>
                </c:pt>
                <c:pt idx="559">
                  <c:v>#N/A</c:v>
                </c:pt>
                <c:pt idx="560">
                  <c:v>#N/A</c:v>
                </c:pt>
                <c:pt idx="561">
                  <c:v>#N/A</c:v>
                </c:pt>
                <c:pt idx="562">
                  <c:v>#N/A</c:v>
                </c:pt>
                <c:pt idx="563">
                  <c:v>#N/A</c:v>
                </c:pt>
                <c:pt idx="564">
                  <c:v>#N/A</c:v>
                </c:pt>
                <c:pt idx="565">
                  <c:v>#N/A</c:v>
                </c:pt>
                <c:pt idx="566">
                  <c:v>#N/A</c:v>
                </c:pt>
                <c:pt idx="567">
                  <c:v>#N/A</c:v>
                </c:pt>
                <c:pt idx="568">
                  <c:v>#N/A</c:v>
                </c:pt>
                <c:pt idx="569">
                  <c:v>#N/A</c:v>
                </c:pt>
                <c:pt idx="570">
                  <c:v>#N/A</c:v>
                </c:pt>
                <c:pt idx="571">
                  <c:v>#N/A</c:v>
                </c:pt>
                <c:pt idx="572">
                  <c:v>#N/A</c:v>
                </c:pt>
                <c:pt idx="573">
                  <c:v>#N/A</c:v>
                </c:pt>
                <c:pt idx="574">
                  <c:v>#N/A</c:v>
                </c:pt>
                <c:pt idx="575">
                  <c:v>#N/A</c:v>
                </c:pt>
                <c:pt idx="576">
                  <c:v>#N/A</c:v>
                </c:pt>
                <c:pt idx="577">
                  <c:v>#N/A</c:v>
                </c:pt>
                <c:pt idx="578">
                  <c:v>#N/A</c:v>
                </c:pt>
                <c:pt idx="579">
                  <c:v>#N/A</c:v>
                </c:pt>
                <c:pt idx="580">
                  <c:v>#N/A</c:v>
                </c:pt>
                <c:pt idx="581">
                  <c:v>#N/A</c:v>
                </c:pt>
                <c:pt idx="582">
                  <c:v>#N/A</c:v>
                </c:pt>
                <c:pt idx="583">
                  <c:v>#N/A</c:v>
                </c:pt>
                <c:pt idx="584">
                  <c:v>#N/A</c:v>
                </c:pt>
                <c:pt idx="585">
                  <c:v>#N/A</c:v>
                </c:pt>
                <c:pt idx="586">
                  <c:v>#N/A</c:v>
                </c:pt>
                <c:pt idx="587">
                  <c:v>#N/A</c:v>
                </c:pt>
                <c:pt idx="588">
                  <c:v>#N/A</c:v>
                </c:pt>
                <c:pt idx="589">
                  <c:v>#N/A</c:v>
                </c:pt>
                <c:pt idx="590">
                  <c:v>#N/A</c:v>
                </c:pt>
                <c:pt idx="591">
                  <c:v>#N/A</c:v>
                </c:pt>
                <c:pt idx="592">
                  <c:v>#N/A</c:v>
                </c:pt>
                <c:pt idx="593">
                  <c:v>#N/A</c:v>
                </c:pt>
                <c:pt idx="594">
                  <c:v>#N/A</c:v>
                </c:pt>
                <c:pt idx="595">
                  <c:v>#N/A</c:v>
                </c:pt>
                <c:pt idx="596">
                  <c:v>#N/A</c:v>
                </c:pt>
                <c:pt idx="597">
                  <c:v>#N/A</c:v>
                </c:pt>
                <c:pt idx="598">
                  <c:v>#N/A</c:v>
                </c:pt>
                <c:pt idx="599">
                  <c:v>#N/A</c:v>
                </c:pt>
                <c:pt idx="600">
                  <c:v>#N/A</c:v>
                </c:pt>
                <c:pt idx="601">
                  <c:v>#N/A</c:v>
                </c:pt>
                <c:pt idx="602">
                  <c:v>#N/A</c:v>
                </c:pt>
                <c:pt idx="603">
                  <c:v>#N/A</c:v>
                </c:pt>
                <c:pt idx="604">
                  <c:v>#N/A</c:v>
                </c:pt>
                <c:pt idx="605">
                  <c:v>#N/A</c:v>
                </c:pt>
                <c:pt idx="606">
                  <c:v>#N/A</c:v>
                </c:pt>
                <c:pt idx="607">
                  <c:v>#N/A</c:v>
                </c:pt>
                <c:pt idx="608">
                  <c:v>#N/A</c:v>
                </c:pt>
                <c:pt idx="609">
                  <c:v>#N/A</c:v>
                </c:pt>
                <c:pt idx="610">
                  <c:v>#N/A</c:v>
                </c:pt>
                <c:pt idx="611">
                  <c:v>#N/A</c:v>
                </c:pt>
                <c:pt idx="612">
                  <c:v>#N/A</c:v>
                </c:pt>
                <c:pt idx="613">
                  <c:v>#N/A</c:v>
                </c:pt>
                <c:pt idx="614">
                  <c:v>#N/A</c:v>
                </c:pt>
                <c:pt idx="615">
                  <c:v>#N/A</c:v>
                </c:pt>
                <c:pt idx="616">
                  <c:v>#N/A</c:v>
                </c:pt>
                <c:pt idx="617">
                  <c:v>#N/A</c:v>
                </c:pt>
                <c:pt idx="618">
                  <c:v>#N/A</c:v>
                </c:pt>
                <c:pt idx="619">
                  <c:v>#N/A</c:v>
                </c:pt>
                <c:pt idx="620">
                  <c:v>#N/A</c:v>
                </c:pt>
                <c:pt idx="621">
                  <c:v>#N/A</c:v>
                </c:pt>
                <c:pt idx="622">
                  <c:v>#N/A</c:v>
                </c:pt>
                <c:pt idx="623">
                  <c:v>#N/A</c:v>
                </c:pt>
                <c:pt idx="624">
                  <c:v>#N/A</c:v>
                </c:pt>
                <c:pt idx="625">
                  <c:v>#N/A</c:v>
                </c:pt>
                <c:pt idx="626">
                  <c:v>#N/A</c:v>
                </c:pt>
                <c:pt idx="627">
                  <c:v>#N/A</c:v>
                </c:pt>
                <c:pt idx="628">
                  <c:v>#N/A</c:v>
                </c:pt>
                <c:pt idx="629">
                  <c:v>#N/A</c:v>
                </c:pt>
                <c:pt idx="630">
                  <c:v>#N/A</c:v>
                </c:pt>
                <c:pt idx="631">
                  <c:v>#N/A</c:v>
                </c:pt>
                <c:pt idx="632">
                  <c:v>#N/A</c:v>
                </c:pt>
                <c:pt idx="633">
                  <c:v>#N/A</c:v>
                </c:pt>
                <c:pt idx="634">
                  <c:v>#N/A</c:v>
                </c:pt>
                <c:pt idx="635">
                  <c:v>#N/A</c:v>
                </c:pt>
                <c:pt idx="636">
                  <c:v>#N/A</c:v>
                </c:pt>
                <c:pt idx="637">
                  <c:v>#N/A</c:v>
                </c:pt>
                <c:pt idx="638">
                  <c:v>#N/A</c:v>
                </c:pt>
                <c:pt idx="639">
                  <c:v>#N/A</c:v>
                </c:pt>
                <c:pt idx="640">
                  <c:v>#N/A</c:v>
                </c:pt>
                <c:pt idx="641">
                  <c:v>#N/A</c:v>
                </c:pt>
                <c:pt idx="642">
                  <c:v>#N/A</c:v>
                </c:pt>
                <c:pt idx="643">
                  <c:v>#N/A</c:v>
                </c:pt>
                <c:pt idx="644">
                  <c:v>#N/A</c:v>
                </c:pt>
                <c:pt idx="645">
                  <c:v>#N/A</c:v>
                </c:pt>
                <c:pt idx="646">
                  <c:v>#N/A</c:v>
                </c:pt>
                <c:pt idx="647">
                  <c:v>#N/A</c:v>
                </c:pt>
                <c:pt idx="648">
                  <c:v>#N/A</c:v>
                </c:pt>
                <c:pt idx="649">
                  <c:v>#N/A</c:v>
                </c:pt>
                <c:pt idx="650">
                  <c:v>#N/A</c:v>
                </c:pt>
                <c:pt idx="651">
                  <c:v>#N/A</c:v>
                </c:pt>
                <c:pt idx="652">
                  <c:v>#N/A</c:v>
                </c:pt>
                <c:pt idx="653">
                  <c:v>#N/A</c:v>
                </c:pt>
                <c:pt idx="654">
                  <c:v>#N/A</c:v>
                </c:pt>
                <c:pt idx="655">
                  <c:v>#N/A</c:v>
                </c:pt>
                <c:pt idx="656">
                  <c:v>#N/A</c:v>
                </c:pt>
                <c:pt idx="657">
                  <c:v>#N/A</c:v>
                </c:pt>
                <c:pt idx="658">
                  <c:v>#N/A</c:v>
                </c:pt>
                <c:pt idx="659">
                  <c:v>#N/A</c:v>
                </c:pt>
                <c:pt idx="660">
                  <c:v>#N/A</c:v>
                </c:pt>
                <c:pt idx="661">
                  <c:v>#N/A</c:v>
                </c:pt>
                <c:pt idx="662">
                  <c:v>#N/A</c:v>
                </c:pt>
                <c:pt idx="663">
                  <c:v>#N/A</c:v>
                </c:pt>
                <c:pt idx="664">
                  <c:v>#N/A</c:v>
                </c:pt>
                <c:pt idx="665">
                  <c:v>#N/A</c:v>
                </c:pt>
                <c:pt idx="666">
                  <c:v>#N/A</c:v>
                </c:pt>
                <c:pt idx="667">
                  <c:v>#N/A</c:v>
                </c:pt>
                <c:pt idx="668">
                  <c:v>#N/A</c:v>
                </c:pt>
                <c:pt idx="669">
                  <c:v>#N/A</c:v>
                </c:pt>
                <c:pt idx="670">
                  <c:v>#N/A</c:v>
                </c:pt>
                <c:pt idx="671">
                  <c:v>#N/A</c:v>
                </c:pt>
                <c:pt idx="672">
                  <c:v>#N/A</c:v>
                </c:pt>
                <c:pt idx="673">
                  <c:v>#N/A</c:v>
                </c:pt>
                <c:pt idx="674">
                  <c:v>#N/A</c:v>
                </c:pt>
                <c:pt idx="675">
                  <c:v>#N/A</c:v>
                </c:pt>
                <c:pt idx="676">
                  <c:v>#N/A</c:v>
                </c:pt>
                <c:pt idx="677">
                  <c:v>#N/A</c:v>
                </c:pt>
                <c:pt idx="678">
                  <c:v>#N/A</c:v>
                </c:pt>
                <c:pt idx="679">
                  <c:v>#N/A</c:v>
                </c:pt>
                <c:pt idx="680">
                  <c:v>#N/A</c:v>
                </c:pt>
                <c:pt idx="681">
                  <c:v>#N/A</c:v>
                </c:pt>
                <c:pt idx="682">
                  <c:v>#N/A</c:v>
                </c:pt>
                <c:pt idx="683">
                  <c:v>#N/A</c:v>
                </c:pt>
                <c:pt idx="684">
                  <c:v>#N/A</c:v>
                </c:pt>
                <c:pt idx="685">
                  <c:v>#N/A</c:v>
                </c:pt>
                <c:pt idx="686">
                  <c:v>#N/A</c:v>
                </c:pt>
                <c:pt idx="687">
                  <c:v>#N/A</c:v>
                </c:pt>
                <c:pt idx="688">
                  <c:v>#N/A</c:v>
                </c:pt>
                <c:pt idx="689">
                  <c:v>#N/A</c:v>
                </c:pt>
                <c:pt idx="690">
                  <c:v>#N/A</c:v>
                </c:pt>
                <c:pt idx="691">
                  <c:v>#N/A</c:v>
                </c:pt>
                <c:pt idx="692">
                  <c:v>#N/A</c:v>
                </c:pt>
                <c:pt idx="693">
                  <c:v>#N/A</c:v>
                </c:pt>
                <c:pt idx="694">
                  <c:v>#N/A</c:v>
                </c:pt>
                <c:pt idx="695">
                  <c:v>#N/A</c:v>
                </c:pt>
                <c:pt idx="696">
                  <c:v>#N/A</c:v>
                </c:pt>
                <c:pt idx="697">
                  <c:v>#N/A</c:v>
                </c:pt>
                <c:pt idx="698">
                  <c:v>#N/A</c:v>
                </c:pt>
                <c:pt idx="699">
                  <c:v>#N/A</c:v>
                </c:pt>
                <c:pt idx="700">
                  <c:v>#N/A</c:v>
                </c:pt>
                <c:pt idx="701">
                  <c:v>#N/A</c:v>
                </c:pt>
                <c:pt idx="702">
                  <c:v>#N/A</c:v>
                </c:pt>
                <c:pt idx="703">
                  <c:v>#N/A</c:v>
                </c:pt>
                <c:pt idx="704">
                  <c:v>#N/A</c:v>
                </c:pt>
                <c:pt idx="705">
                  <c:v>#N/A</c:v>
                </c:pt>
                <c:pt idx="706">
                  <c:v>#N/A</c:v>
                </c:pt>
                <c:pt idx="707">
                  <c:v>#N/A</c:v>
                </c:pt>
                <c:pt idx="708">
                  <c:v>#N/A</c:v>
                </c:pt>
                <c:pt idx="709">
                  <c:v>#N/A</c:v>
                </c:pt>
                <c:pt idx="710">
                  <c:v>#N/A</c:v>
                </c:pt>
                <c:pt idx="711">
                  <c:v>#N/A</c:v>
                </c:pt>
                <c:pt idx="712">
                  <c:v>#N/A</c:v>
                </c:pt>
                <c:pt idx="713">
                  <c:v>#N/A</c:v>
                </c:pt>
                <c:pt idx="714">
                  <c:v>#N/A</c:v>
                </c:pt>
                <c:pt idx="715">
                  <c:v>#N/A</c:v>
                </c:pt>
                <c:pt idx="716">
                  <c:v>#N/A</c:v>
                </c:pt>
                <c:pt idx="717">
                  <c:v>#N/A</c:v>
                </c:pt>
                <c:pt idx="718">
                  <c:v>#N/A</c:v>
                </c:pt>
                <c:pt idx="719">
                  <c:v>#N/A</c:v>
                </c:pt>
                <c:pt idx="720">
                  <c:v>#N/A</c:v>
                </c:pt>
                <c:pt idx="721">
                  <c:v>#N/A</c:v>
                </c:pt>
                <c:pt idx="722">
                  <c:v>#N/A</c:v>
                </c:pt>
                <c:pt idx="723">
                  <c:v>#N/A</c:v>
                </c:pt>
                <c:pt idx="724">
                  <c:v>#N/A</c:v>
                </c:pt>
                <c:pt idx="725">
                  <c:v>#N/A</c:v>
                </c:pt>
                <c:pt idx="726">
                  <c:v>#N/A</c:v>
                </c:pt>
                <c:pt idx="727">
                  <c:v>#N/A</c:v>
                </c:pt>
                <c:pt idx="728">
                  <c:v>#N/A</c:v>
                </c:pt>
                <c:pt idx="729">
                  <c:v>#N/A</c:v>
                </c:pt>
                <c:pt idx="730">
                  <c:v>#N/A</c:v>
                </c:pt>
                <c:pt idx="731">
                  <c:v>#N/A</c:v>
                </c:pt>
                <c:pt idx="732">
                  <c:v>#N/A</c:v>
                </c:pt>
                <c:pt idx="733">
                  <c:v>#N/A</c:v>
                </c:pt>
                <c:pt idx="734">
                  <c:v>#N/A</c:v>
                </c:pt>
                <c:pt idx="735">
                  <c:v>#N/A</c:v>
                </c:pt>
                <c:pt idx="736">
                  <c:v>#N/A</c:v>
                </c:pt>
                <c:pt idx="737">
                  <c:v>#N/A</c:v>
                </c:pt>
                <c:pt idx="738">
                  <c:v>#N/A</c:v>
                </c:pt>
                <c:pt idx="739">
                  <c:v>#N/A</c:v>
                </c:pt>
                <c:pt idx="740">
                  <c:v>#N/A</c:v>
                </c:pt>
                <c:pt idx="741">
                  <c:v>#N/A</c:v>
                </c:pt>
                <c:pt idx="742">
                  <c:v>#N/A</c:v>
                </c:pt>
                <c:pt idx="743">
                  <c:v>#N/A</c:v>
                </c:pt>
                <c:pt idx="744">
                  <c:v>#N/A</c:v>
                </c:pt>
                <c:pt idx="745">
                  <c:v>#N/A</c:v>
                </c:pt>
                <c:pt idx="746">
                  <c:v>#N/A</c:v>
                </c:pt>
                <c:pt idx="747">
                  <c:v>#N/A</c:v>
                </c:pt>
                <c:pt idx="748">
                  <c:v>#N/A</c:v>
                </c:pt>
                <c:pt idx="749">
                  <c:v>#N/A</c:v>
                </c:pt>
                <c:pt idx="750">
                  <c:v>#N/A</c:v>
                </c:pt>
                <c:pt idx="751">
                  <c:v>#N/A</c:v>
                </c:pt>
                <c:pt idx="752">
                  <c:v>#N/A</c:v>
                </c:pt>
                <c:pt idx="753">
                  <c:v>#N/A</c:v>
                </c:pt>
                <c:pt idx="754">
                  <c:v>#N/A</c:v>
                </c:pt>
                <c:pt idx="755">
                  <c:v>#N/A</c:v>
                </c:pt>
                <c:pt idx="756">
                  <c:v>#N/A</c:v>
                </c:pt>
                <c:pt idx="757">
                  <c:v>#N/A</c:v>
                </c:pt>
                <c:pt idx="758">
                  <c:v>#N/A</c:v>
                </c:pt>
                <c:pt idx="759">
                  <c:v>#N/A</c:v>
                </c:pt>
                <c:pt idx="760">
                  <c:v>#N/A</c:v>
                </c:pt>
                <c:pt idx="761">
                  <c:v>#N/A</c:v>
                </c:pt>
                <c:pt idx="762">
                  <c:v>#N/A</c:v>
                </c:pt>
                <c:pt idx="763">
                  <c:v>#N/A</c:v>
                </c:pt>
                <c:pt idx="764">
                  <c:v>#N/A</c:v>
                </c:pt>
                <c:pt idx="765">
                  <c:v>#N/A</c:v>
                </c:pt>
                <c:pt idx="766">
                  <c:v>#N/A</c:v>
                </c:pt>
                <c:pt idx="767">
                  <c:v>#N/A</c:v>
                </c:pt>
                <c:pt idx="768">
                  <c:v>#N/A</c:v>
                </c:pt>
                <c:pt idx="769">
                  <c:v>#N/A</c:v>
                </c:pt>
                <c:pt idx="770">
                  <c:v>#N/A</c:v>
                </c:pt>
                <c:pt idx="771">
                  <c:v>#N/A</c:v>
                </c:pt>
                <c:pt idx="772">
                  <c:v>#N/A</c:v>
                </c:pt>
                <c:pt idx="773">
                  <c:v>#N/A</c:v>
                </c:pt>
                <c:pt idx="774">
                  <c:v>#N/A</c:v>
                </c:pt>
                <c:pt idx="775">
                  <c:v>#N/A</c:v>
                </c:pt>
                <c:pt idx="776">
                  <c:v>#N/A</c:v>
                </c:pt>
                <c:pt idx="777">
                  <c:v>#N/A</c:v>
                </c:pt>
                <c:pt idx="778">
                  <c:v>#N/A</c:v>
                </c:pt>
                <c:pt idx="779">
                  <c:v>#N/A</c:v>
                </c:pt>
                <c:pt idx="780">
                  <c:v>#N/A</c:v>
                </c:pt>
                <c:pt idx="781">
                  <c:v>#N/A</c:v>
                </c:pt>
                <c:pt idx="782">
                  <c:v>#N/A</c:v>
                </c:pt>
                <c:pt idx="783">
                  <c:v>#N/A</c:v>
                </c:pt>
                <c:pt idx="784">
                  <c:v>#N/A</c:v>
                </c:pt>
                <c:pt idx="785">
                  <c:v>#N/A</c:v>
                </c:pt>
                <c:pt idx="786">
                  <c:v>#N/A</c:v>
                </c:pt>
                <c:pt idx="787">
                  <c:v>#N/A</c:v>
                </c:pt>
                <c:pt idx="788">
                  <c:v>#N/A</c:v>
                </c:pt>
                <c:pt idx="789">
                  <c:v>#N/A</c:v>
                </c:pt>
                <c:pt idx="790">
                  <c:v>#N/A</c:v>
                </c:pt>
                <c:pt idx="791">
                  <c:v>#N/A</c:v>
                </c:pt>
                <c:pt idx="792">
                  <c:v>#N/A</c:v>
                </c:pt>
                <c:pt idx="793">
                  <c:v>#N/A</c:v>
                </c:pt>
                <c:pt idx="794">
                  <c:v>#N/A</c:v>
                </c:pt>
                <c:pt idx="795">
                  <c:v>#N/A</c:v>
                </c:pt>
                <c:pt idx="796">
                  <c:v>#N/A</c:v>
                </c:pt>
                <c:pt idx="797">
                  <c:v>#N/A</c:v>
                </c:pt>
                <c:pt idx="798">
                  <c:v>#N/A</c:v>
                </c:pt>
                <c:pt idx="799">
                  <c:v>#N/A</c:v>
                </c:pt>
                <c:pt idx="800">
                  <c:v>#N/A</c:v>
                </c:pt>
                <c:pt idx="801">
                  <c:v>#N/A</c:v>
                </c:pt>
                <c:pt idx="802">
                  <c:v>#N/A</c:v>
                </c:pt>
                <c:pt idx="803">
                  <c:v>#N/A</c:v>
                </c:pt>
                <c:pt idx="804">
                  <c:v>#N/A</c:v>
                </c:pt>
                <c:pt idx="805">
                  <c:v>#N/A</c:v>
                </c:pt>
                <c:pt idx="806">
                  <c:v>#N/A</c:v>
                </c:pt>
                <c:pt idx="807">
                  <c:v>#N/A</c:v>
                </c:pt>
                <c:pt idx="808">
                  <c:v>#N/A</c:v>
                </c:pt>
                <c:pt idx="809">
                  <c:v>#N/A</c:v>
                </c:pt>
                <c:pt idx="810">
                  <c:v>#N/A</c:v>
                </c:pt>
                <c:pt idx="811">
                  <c:v>#N/A</c:v>
                </c:pt>
                <c:pt idx="812">
                  <c:v>#N/A</c:v>
                </c:pt>
                <c:pt idx="813">
                  <c:v>#N/A</c:v>
                </c:pt>
                <c:pt idx="814">
                  <c:v>#N/A</c:v>
                </c:pt>
                <c:pt idx="815">
                  <c:v>#N/A</c:v>
                </c:pt>
                <c:pt idx="816">
                  <c:v>#N/A</c:v>
                </c:pt>
                <c:pt idx="817">
                  <c:v>#N/A</c:v>
                </c:pt>
                <c:pt idx="818">
                  <c:v>#N/A</c:v>
                </c:pt>
                <c:pt idx="819">
                  <c:v>#N/A</c:v>
                </c:pt>
                <c:pt idx="820">
                  <c:v>#N/A</c:v>
                </c:pt>
                <c:pt idx="821">
                  <c:v>#N/A</c:v>
                </c:pt>
                <c:pt idx="822">
                  <c:v>#N/A</c:v>
                </c:pt>
                <c:pt idx="823">
                  <c:v>#N/A</c:v>
                </c:pt>
                <c:pt idx="824">
                  <c:v>#N/A</c:v>
                </c:pt>
                <c:pt idx="825">
                  <c:v>#N/A</c:v>
                </c:pt>
                <c:pt idx="826">
                  <c:v>#N/A</c:v>
                </c:pt>
                <c:pt idx="827">
                  <c:v>#N/A</c:v>
                </c:pt>
                <c:pt idx="828">
                  <c:v>#N/A</c:v>
                </c:pt>
                <c:pt idx="829">
                  <c:v>#N/A</c:v>
                </c:pt>
                <c:pt idx="830">
                  <c:v>#N/A</c:v>
                </c:pt>
                <c:pt idx="831">
                  <c:v>#N/A</c:v>
                </c:pt>
                <c:pt idx="832">
                  <c:v>#N/A</c:v>
                </c:pt>
                <c:pt idx="833">
                  <c:v>#N/A</c:v>
                </c:pt>
                <c:pt idx="834">
                  <c:v>#N/A</c:v>
                </c:pt>
                <c:pt idx="835">
                  <c:v>#N/A</c:v>
                </c:pt>
                <c:pt idx="836">
                  <c:v>#N/A</c:v>
                </c:pt>
                <c:pt idx="837">
                  <c:v>#N/A</c:v>
                </c:pt>
                <c:pt idx="838">
                  <c:v>#N/A</c:v>
                </c:pt>
                <c:pt idx="839">
                  <c:v>#N/A</c:v>
                </c:pt>
                <c:pt idx="840">
                  <c:v>#N/A</c:v>
                </c:pt>
                <c:pt idx="841">
                  <c:v>#N/A</c:v>
                </c:pt>
                <c:pt idx="842">
                  <c:v>#N/A</c:v>
                </c:pt>
                <c:pt idx="843">
                  <c:v>#N/A</c:v>
                </c:pt>
                <c:pt idx="844">
                  <c:v>#N/A</c:v>
                </c:pt>
                <c:pt idx="845">
                  <c:v>#N/A</c:v>
                </c:pt>
                <c:pt idx="846">
                  <c:v>#N/A</c:v>
                </c:pt>
                <c:pt idx="847">
                  <c:v>#N/A</c:v>
                </c:pt>
                <c:pt idx="848">
                  <c:v>#N/A</c:v>
                </c:pt>
                <c:pt idx="849">
                  <c:v>#N/A</c:v>
                </c:pt>
                <c:pt idx="850">
                  <c:v>#N/A</c:v>
                </c:pt>
                <c:pt idx="851">
                  <c:v>#N/A</c:v>
                </c:pt>
                <c:pt idx="852">
                  <c:v>#N/A</c:v>
                </c:pt>
                <c:pt idx="853">
                  <c:v>#N/A</c:v>
                </c:pt>
                <c:pt idx="854">
                  <c:v>#N/A</c:v>
                </c:pt>
                <c:pt idx="855">
                  <c:v>#N/A</c:v>
                </c:pt>
                <c:pt idx="856">
                  <c:v>#N/A</c:v>
                </c:pt>
                <c:pt idx="857">
                  <c:v>#N/A</c:v>
                </c:pt>
                <c:pt idx="858">
                  <c:v>#N/A</c:v>
                </c:pt>
                <c:pt idx="859">
                  <c:v>#N/A</c:v>
                </c:pt>
                <c:pt idx="860">
                  <c:v>#N/A</c:v>
                </c:pt>
                <c:pt idx="861">
                  <c:v>#N/A</c:v>
                </c:pt>
                <c:pt idx="862">
                  <c:v>#N/A</c:v>
                </c:pt>
                <c:pt idx="863">
                  <c:v>#N/A</c:v>
                </c:pt>
                <c:pt idx="864">
                  <c:v>#N/A</c:v>
                </c:pt>
                <c:pt idx="865">
                  <c:v>1246.8395671749483</c:v>
                </c:pt>
                <c:pt idx="866">
                  <c:v>1246.8395671749483</c:v>
                </c:pt>
                <c:pt idx="867">
                  <c:v>1246.8395671749483</c:v>
                </c:pt>
                <c:pt idx="868">
                  <c:v>1246.8395671749483</c:v>
                </c:pt>
                <c:pt idx="869">
                  <c:v>1246.8395671749483</c:v>
                </c:pt>
                <c:pt idx="870">
                  <c:v>1246.8395671749483</c:v>
                </c:pt>
                <c:pt idx="871">
                  <c:v>1246.8395671749483</c:v>
                </c:pt>
                <c:pt idx="872">
                  <c:v>1246.8395671749483</c:v>
                </c:pt>
                <c:pt idx="873">
                  <c:v>1246.8395671749483</c:v>
                </c:pt>
                <c:pt idx="874">
                  <c:v>1246.8395671749483</c:v>
                </c:pt>
                <c:pt idx="875">
                  <c:v>1263.5939215276308</c:v>
                </c:pt>
                <c:pt idx="876">
                  <c:v>1263.5939215276308</c:v>
                </c:pt>
                <c:pt idx="877">
                  <c:v>1263.5939215276308</c:v>
                </c:pt>
                <c:pt idx="878">
                  <c:v>1263.5939215276308</c:v>
                </c:pt>
                <c:pt idx="879">
                  <c:v>1263.5939215276308</c:v>
                </c:pt>
                <c:pt idx="880">
                  <c:v>1263.5939215276308</c:v>
                </c:pt>
                <c:pt idx="881">
                  <c:v>1263.5939215276308</c:v>
                </c:pt>
                <c:pt idx="882">
                  <c:v>1263.5939215276308</c:v>
                </c:pt>
                <c:pt idx="883">
                  <c:v>1263.5939215276308</c:v>
                </c:pt>
                <c:pt idx="884">
                  <c:v>1263.5939215276308</c:v>
                </c:pt>
                <c:pt idx="885">
                  <c:v>1263.5939215276308</c:v>
                </c:pt>
                <c:pt idx="886">
                  <c:v>1263.5939215276308</c:v>
                </c:pt>
                <c:pt idx="887">
                  <c:v>1263.5939215276308</c:v>
                </c:pt>
                <c:pt idx="888">
                  <c:v>1263.5939215276308</c:v>
                </c:pt>
                <c:pt idx="889">
                  <c:v>1263.5939215276308</c:v>
                </c:pt>
                <c:pt idx="890">
                  <c:v>1263.5939215276308</c:v>
                </c:pt>
                <c:pt idx="891">
                  <c:v>1263.5939215276308</c:v>
                </c:pt>
                <c:pt idx="892">
                  <c:v>1263.5939215276308</c:v>
                </c:pt>
                <c:pt idx="893">
                  <c:v>1263.5939215276308</c:v>
                </c:pt>
                <c:pt idx="894">
                  <c:v>1263.5939215276308</c:v>
                </c:pt>
                <c:pt idx="895">
                  <c:v>1263.5939215276308</c:v>
                </c:pt>
                <c:pt idx="896">
                  <c:v>1263.5939215276308</c:v>
                </c:pt>
                <c:pt idx="897">
                  <c:v>1263.5939215276308</c:v>
                </c:pt>
                <c:pt idx="898">
                  <c:v>1263.5939215276308</c:v>
                </c:pt>
                <c:pt idx="899">
                  <c:v>1263.5939215276308</c:v>
                </c:pt>
                <c:pt idx="900">
                  <c:v>1263.5939215276308</c:v>
                </c:pt>
                <c:pt idx="901">
                  <c:v>1263.5939215276308</c:v>
                </c:pt>
                <c:pt idx="902">
                  <c:v>1263.5939215276308</c:v>
                </c:pt>
                <c:pt idx="903">
                  <c:v>1263.5939215276308</c:v>
                </c:pt>
                <c:pt idx="904">
                  <c:v>1263.5939215276308</c:v>
                </c:pt>
                <c:pt idx="905">
                  <c:v>1263.5939215276308</c:v>
                </c:pt>
                <c:pt idx="906">
                  <c:v>1263.5939215276308</c:v>
                </c:pt>
                <c:pt idx="907">
                  <c:v>1263.5939215276308</c:v>
                </c:pt>
                <c:pt idx="908">
                  <c:v>1263.5939215276308</c:v>
                </c:pt>
                <c:pt idx="909">
                  <c:v>1263.5939215276308</c:v>
                </c:pt>
                <c:pt idx="910">
                  <c:v>1263.5939215276308</c:v>
                </c:pt>
                <c:pt idx="911">
                  <c:v>1263.5939215276308</c:v>
                </c:pt>
                <c:pt idx="912">
                  <c:v>1263.5939215276308</c:v>
                </c:pt>
                <c:pt idx="913">
                  <c:v>1263.5939215276308</c:v>
                </c:pt>
                <c:pt idx="914">
                  <c:v>1263.5939215276308</c:v>
                </c:pt>
                <c:pt idx="915">
                  <c:v>1263.5939215276308</c:v>
                </c:pt>
                <c:pt idx="916">
                  <c:v>1263.5939215276308</c:v>
                </c:pt>
                <c:pt idx="917">
                  <c:v>1263.5939215276308</c:v>
                </c:pt>
                <c:pt idx="918">
                  <c:v>#N/A</c:v>
                </c:pt>
                <c:pt idx="919">
                  <c:v>#N/A</c:v>
                </c:pt>
                <c:pt idx="920">
                  <c:v>#N/A</c:v>
                </c:pt>
                <c:pt idx="921">
                  <c:v>#N/A</c:v>
                </c:pt>
                <c:pt idx="922">
                  <c:v>#N/A</c:v>
                </c:pt>
                <c:pt idx="923">
                  <c:v>#N/A</c:v>
                </c:pt>
                <c:pt idx="924">
                  <c:v>#N/A</c:v>
                </c:pt>
                <c:pt idx="925">
                  <c:v>#N/A</c:v>
                </c:pt>
                <c:pt idx="926">
                  <c:v>#N/A</c:v>
                </c:pt>
                <c:pt idx="927">
                  <c:v>#N/A</c:v>
                </c:pt>
                <c:pt idx="928">
                  <c:v>#N/A</c:v>
                </c:pt>
                <c:pt idx="929">
                  <c:v>#N/A</c:v>
                </c:pt>
                <c:pt idx="930">
                  <c:v>#N/A</c:v>
                </c:pt>
                <c:pt idx="931">
                  <c:v>#N/A</c:v>
                </c:pt>
                <c:pt idx="932">
                  <c:v>#N/A</c:v>
                </c:pt>
                <c:pt idx="933">
                  <c:v>#N/A</c:v>
                </c:pt>
                <c:pt idx="934">
                  <c:v>#N/A</c:v>
                </c:pt>
                <c:pt idx="935">
                  <c:v>#N/A</c:v>
                </c:pt>
                <c:pt idx="936">
                  <c:v>#N/A</c:v>
                </c:pt>
                <c:pt idx="937">
                  <c:v>#N/A</c:v>
                </c:pt>
                <c:pt idx="938">
                  <c:v>#N/A</c:v>
                </c:pt>
                <c:pt idx="939">
                  <c:v>#N/A</c:v>
                </c:pt>
                <c:pt idx="940">
                  <c:v>#N/A</c:v>
                </c:pt>
                <c:pt idx="941">
                  <c:v>#N/A</c:v>
                </c:pt>
                <c:pt idx="942">
                  <c:v>#N/A</c:v>
                </c:pt>
                <c:pt idx="943">
                  <c:v>#N/A</c:v>
                </c:pt>
                <c:pt idx="944">
                  <c:v>#N/A</c:v>
                </c:pt>
                <c:pt idx="945">
                  <c:v>#N/A</c:v>
                </c:pt>
                <c:pt idx="946">
                  <c:v>#N/A</c:v>
                </c:pt>
                <c:pt idx="947">
                  <c:v>#N/A</c:v>
                </c:pt>
                <c:pt idx="948">
                  <c:v>#N/A</c:v>
                </c:pt>
                <c:pt idx="949">
                  <c:v>#N/A</c:v>
                </c:pt>
                <c:pt idx="950">
                  <c:v>#N/A</c:v>
                </c:pt>
                <c:pt idx="951">
                  <c:v>#N/A</c:v>
                </c:pt>
                <c:pt idx="952">
                  <c:v>#N/A</c:v>
                </c:pt>
                <c:pt idx="953">
                  <c:v>#N/A</c:v>
                </c:pt>
                <c:pt idx="954">
                  <c:v>#N/A</c:v>
                </c:pt>
                <c:pt idx="955">
                  <c:v>#N/A</c:v>
                </c:pt>
                <c:pt idx="956">
                  <c:v>#N/A</c:v>
                </c:pt>
                <c:pt idx="957">
                  <c:v>#N/A</c:v>
                </c:pt>
                <c:pt idx="958">
                  <c:v>#N/A</c:v>
                </c:pt>
                <c:pt idx="959">
                  <c:v>#N/A</c:v>
                </c:pt>
                <c:pt idx="960">
                  <c:v>#N/A</c:v>
                </c:pt>
                <c:pt idx="961">
                  <c:v>#N/A</c:v>
                </c:pt>
                <c:pt idx="962">
                  <c:v>#N/A</c:v>
                </c:pt>
                <c:pt idx="963">
                  <c:v>#N/A</c:v>
                </c:pt>
                <c:pt idx="964">
                  <c:v>#N/A</c:v>
                </c:pt>
                <c:pt idx="965">
                  <c:v>#N/A</c:v>
                </c:pt>
                <c:pt idx="966">
                  <c:v>#N/A</c:v>
                </c:pt>
                <c:pt idx="967">
                  <c:v>#N/A</c:v>
                </c:pt>
                <c:pt idx="968">
                  <c:v>#N/A</c:v>
                </c:pt>
                <c:pt idx="969">
                  <c:v>#N/A</c:v>
                </c:pt>
                <c:pt idx="970">
                  <c:v>#N/A</c:v>
                </c:pt>
                <c:pt idx="971">
                  <c:v>#N/A</c:v>
                </c:pt>
                <c:pt idx="972">
                  <c:v>#N/A</c:v>
                </c:pt>
                <c:pt idx="973">
                  <c:v>#N/A</c:v>
                </c:pt>
                <c:pt idx="974">
                  <c:v>#N/A</c:v>
                </c:pt>
                <c:pt idx="975">
                  <c:v>#N/A</c:v>
                </c:pt>
                <c:pt idx="976">
                  <c:v>#N/A</c:v>
                </c:pt>
                <c:pt idx="977">
                  <c:v>#N/A</c:v>
                </c:pt>
                <c:pt idx="978">
                  <c:v>#N/A</c:v>
                </c:pt>
                <c:pt idx="979">
                  <c:v>#N/A</c:v>
                </c:pt>
                <c:pt idx="980">
                  <c:v>#N/A</c:v>
                </c:pt>
                <c:pt idx="981">
                  <c:v>#N/A</c:v>
                </c:pt>
                <c:pt idx="982">
                  <c:v>#N/A</c:v>
                </c:pt>
                <c:pt idx="983">
                  <c:v>#N/A</c:v>
                </c:pt>
                <c:pt idx="984">
                  <c:v>#N/A</c:v>
                </c:pt>
                <c:pt idx="985">
                  <c:v>#N/A</c:v>
                </c:pt>
                <c:pt idx="986">
                  <c:v>#N/A</c:v>
                </c:pt>
                <c:pt idx="987">
                  <c:v>#N/A</c:v>
                </c:pt>
                <c:pt idx="988">
                  <c:v>#N/A</c:v>
                </c:pt>
                <c:pt idx="989">
                  <c:v>#N/A</c:v>
                </c:pt>
                <c:pt idx="990">
                  <c:v>#N/A</c:v>
                </c:pt>
                <c:pt idx="991">
                  <c:v>#N/A</c:v>
                </c:pt>
                <c:pt idx="992">
                  <c:v>#N/A</c:v>
                </c:pt>
                <c:pt idx="993">
                  <c:v>#N/A</c:v>
                </c:pt>
                <c:pt idx="994">
                  <c:v>#N/A</c:v>
                </c:pt>
                <c:pt idx="995">
                  <c:v>#N/A</c:v>
                </c:pt>
                <c:pt idx="996">
                  <c:v>#N/A</c:v>
                </c:pt>
                <c:pt idx="997">
                  <c:v>#N/A</c:v>
                </c:pt>
                <c:pt idx="998">
                  <c:v>#N/A</c:v>
                </c:pt>
                <c:pt idx="999">
                  <c:v>#N/A</c:v>
                </c:pt>
                <c:pt idx="1000">
                  <c:v>#N/A</c:v>
                </c:pt>
                <c:pt idx="1001">
                  <c:v>#N/A</c:v>
                </c:pt>
                <c:pt idx="1002">
                  <c:v>#N/A</c:v>
                </c:pt>
                <c:pt idx="1003">
                  <c:v>#N/A</c:v>
                </c:pt>
                <c:pt idx="1004">
                  <c:v>#N/A</c:v>
                </c:pt>
                <c:pt idx="1005">
                  <c:v>#N/A</c:v>
                </c:pt>
                <c:pt idx="1006">
                  <c:v>#N/A</c:v>
                </c:pt>
                <c:pt idx="1007">
                  <c:v>#N/A</c:v>
                </c:pt>
                <c:pt idx="1008">
                  <c:v>#N/A</c:v>
                </c:pt>
                <c:pt idx="1009">
                  <c:v>#N/A</c:v>
                </c:pt>
                <c:pt idx="1010">
                  <c:v>#N/A</c:v>
                </c:pt>
                <c:pt idx="1011">
                  <c:v>#N/A</c:v>
                </c:pt>
                <c:pt idx="1012">
                  <c:v>#N/A</c:v>
                </c:pt>
                <c:pt idx="1013">
                  <c:v>#N/A</c:v>
                </c:pt>
                <c:pt idx="1014">
                  <c:v>#N/A</c:v>
                </c:pt>
                <c:pt idx="1015">
                  <c:v>#N/A</c:v>
                </c:pt>
                <c:pt idx="1016">
                  <c:v>#N/A</c:v>
                </c:pt>
                <c:pt idx="1017">
                  <c:v>#N/A</c:v>
                </c:pt>
                <c:pt idx="1018">
                  <c:v>#N/A</c:v>
                </c:pt>
                <c:pt idx="1019">
                  <c:v>#N/A</c:v>
                </c:pt>
                <c:pt idx="1020">
                  <c:v>#N/A</c:v>
                </c:pt>
                <c:pt idx="1021">
                  <c:v>#N/A</c:v>
                </c:pt>
                <c:pt idx="1022">
                  <c:v>#N/A</c:v>
                </c:pt>
                <c:pt idx="1023">
                  <c:v>#N/A</c:v>
                </c:pt>
                <c:pt idx="1024">
                  <c:v>#N/A</c:v>
                </c:pt>
                <c:pt idx="1025">
                  <c:v>#N/A</c:v>
                </c:pt>
                <c:pt idx="1026">
                  <c:v>#N/A</c:v>
                </c:pt>
                <c:pt idx="1027">
                  <c:v>#N/A</c:v>
                </c:pt>
                <c:pt idx="1028">
                  <c:v>#N/A</c:v>
                </c:pt>
                <c:pt idx="1029">
                  <c:v>#N/A</c:v>
                </c:pt>
                <c:pt idx="1030">
                  <c:v>#N/A</c:v>
                </c:pt>
                <c:pt idx="1031">
                  <c:v>#N/A</c:v>
                </c:pt>
                <c:pt idx="1032">
                  <c:v>#N/A</c:v>
                </c:pt>
                <c:pt idx="1033">
                  <c:v>#N/A</c:v>
                </c:pt>
                <c:pt idx="1034">
                  <c:v>#N/A</c:v>
                </c:pt>
                <c:pt idx="1035">
                  <c:v>#N/A</c:v>
                </c:pt>
                <c:pt idx="1036">
                  <c:v>#N/A</c:v>
                </c:pt>
                <c:pt idx="1037">
                  <c:v>#N/A</c:v>
                </c:pt>
                <c:pt idx="1038">
                  <c:v>#N/A</c:v>
                </c:pt>
                <c:pt idx="1039">
                  <c:v>#N/A</c:v>
                </c:pt>
                <c:pt idx="1040">
                  <c:v>#N/A</c:v>
                </c:pt>
                <c:pt idx="1041">
                  <c:v>#N/A</c:v>
                </c:pt>
                <c:pt idx="1042">
                  <c:v>#N/A</c:v>
                </c:pt>
                <c:pt idx="1043">
                  <c:v>#N/A</c:v>
                </c:pt>
                <c:pt idx="1044">
                  <c:v>#N/A</c:v>
                </c:pt>
                <c:pt idx="1045">
                  <c:v>#N/A</c:v>
                </c:pt>
                <c:pt idx="1046">
                  <c:v>#N/A</c:v>
                </c:pt>
                <c:pt idx="1047">
                  <c:v>#N/A</c:v>
                </c:pt>
                <c:pt idx="1048">
                  <c:v>#N/A</c:v>
                </c:pt>
                <c:pt idx="1049">
                  <c:v>#N/A</c:v>
                </c:pt>
                <c:pt idx="1050">
                  <c:v>#N/A</c:v>
                </c:pt>
                <c:pt idx="1051">
                  <c:v>#N/A</c:v>
                </c:pt>
                <c:pt idx="1052">
                  <c:v>#N/A</c:v>
                </c:pt>
                <c:pt idx="1053">
                  <c:v>#N/A</c:v>
                </c:pt>
                <c:pt idx="1054">
                  <c:v>#N/A</c:v>
                </c:pt>
                <c:pt idx="1055">
                  <c:v>#N/A</c:v>
                </c:pt>
                <c:pt idx="1056">
                  <c:v>#N/A</c:v>
                </c:pt>
                <c:pt idx="1057">
                  <c:v>#N/A</c:v>
                </c:pt>
                <c:pt idx="1058">
                  <c:v>#N/A</c:v>
                </c:pt>
                <c:pt idx="1059">
                  <c:v>#N/A</c:v>
                </c:pt>
                <c:pt idx="1060">
                  <c:v>#N/A</c:v>
                </c:pt>
                <c:pt idx="1061">
                  <c:v>#N/A</c:v>
                </c:pt>
                <c:pt idx="1062">
                  <c:v>#N/A</c:v>
                </c:pt>
                <c:pt idx="1063">
                  <c:v>#N/A</c:v>
                </c:pt>
                <c:pt idx="1064">
                  <c:v>#N/A</c:v>
                </c:pt>
                <c:pt idx="1065">
                  <c:v>#N/A</c:v>
                </c:pt>
                <c:pt idx="1066">
                  <c:v>#N/A</c:v>
                </c:pt>
                <c:pt idx="1067">
                  <c:v>#N/A</c:v>
                </c:pt>
                <c:pt idx="1068">
                  <c:v>#N/A</c:v>
                </c:pt>
                <c:pt idx="1069">
                  <c:v>#N/A</c:v>
                </c:pt>
                <c:pt idx="1070">
                  <c:v>#N/A</c:v>
                </c:pt>
                <c:pt idx="1071">
                  <c:v>#N/A</c:v>
                </c:pt>
                <c:pt idx="1072">
                  <c:v>#N/A</c:v>
                </c:pt>
                <c:pt idx="1073">
                  <c:v>#N/A</c:v>
                </c:pt>
                <c:pt idx="1074">
                  <c:v>#N/A</c:v>
                </c:pt>
                <c:pt idx="1075">
                  <c:v>#N/A</c:v>
                </c:pt>
                <c:pt idx="1076">
                  <c:v>#N/A</c:v>
                </c:pt>
                <c:pt idx="1077">
                  <c:v>#N/A</c:v>
                </c:pt>
                <c:pt idx="1078">
                  <c:v>#N/A</c:v>
                </c:pt>
                <c:pt idx="1079">
                  <c:v>#N/A</c:v>
                </c:pt>
                <c:pt idx="1080">
                  <c:v>#N/A</c:v>
                </c:pt>
                <c:pt idx="1081">
                  <c:v>#N/A</c:v>
                </c:pt>
                <c:pt idx="1082">
                  <c:v>#N/A</c:v>
                </c:pt>
                <c:pt idx="1083">
                  <c:v>#N/A</c:v>
                </c:pt>
                <c:pt idx="1084">
                  <c:v>#N/A</c:v>
                </c:pt>
                <c:pt idx="1085">
                  <c:v>#N/A</c:v>
                </c:pt>
                <c:pt idx="1086">
                  <c:v>#N/A</c:v>
                </c:pt>
                <c:pt idx="1087">
                  <c:v>#N/A</c:v>
                </c:pt>
                <c:pt idx="1088">
                  <c:v>#N/A</c:v>
                </c:pt>
                <c:pt idx="1089">
                  <c:v>#N/A</c:v>
                </c:pt>
                <c:pt idx="1090">
                  <c:v>#N/A</c:v>
                </c:pt>
                <c:pt idx="1091">
                  <c:v>#N/A</c:v>
                </c:pt>
                <c:pt idx="1092">
                  <c:v>#N/A</c:v>
                </c:pt>
                <c:pt idx="1093">
                  <c:v>#N/A</c:v>
                </c:pt>
                <c:pt idx="1094">
                  <c:v>#N/A</c:v>
                </c:pt>
                <c:pt idx="1095">
                  <c:v>#N/A</c:v>
                </c:pt>
                <c:pt idx="1096">
                  <c:v>#N/A</c:v>
                </c:pt>
                <c:pt idx="1097">
                  <c:v>#N/A</c:v>
                </c:pt>
                <c:pt idx="1098">
                  <c:v>#N/A</c:v>
                </c:pt>
                <c:pt idx="1099">
                  <c:v>#N/A</c:v>
                </c:pt>
                <c:pt idx="1100">
                  <c:v>#N/A</c:v>
                </c:pt>
                <c:pt idx="1101">
                  <c:v>#N/A</c:v>
                </c:pt>
                <c:pt idx="1102">
                  <c:v>#N/A</c:v>
                </c:pt>
                <c:pt idx="1103">
                  <c:v>#N/A</c:v>
                </c:pt>
                <c:pt idx="1104">
                  <c:v>#N/A</c:v>
                </c:pt>
                <c:pt idx="1105">
                  <c:v>#N/A</c:v>
                </c:pt>
                <c:pt idx="1106">
                  <c:v>#N/A</c:v>
                </c:pt>
                <c:pt idx="1107">
                  <c:v>#N/A</c:v>
                </c:pt>
                <c:pt idx="1108">
                  <c:v>#N/A</c:v>
                </c:pt>
                <c:pt idx="1109">
                  <c:v>#N/A</c:v>
                </c:pt>
                <c:pt idx="1110">
                  <c:v>#N/A</c:v>
                </c:pt>
                <c:pt idx="1111">
                  <c:v>#N/A</c:v>
                </c:pt>
                <c:pt idx="1112">
                  <c:v>#N/A</c:v>
                </c:pt>
                <c:pt idx="1113">
                  <c:v>#N/A</c:v>
                </c:pt>
                <c:pt idx="1114">
                  <c:v>#N/A</c:v>
                </c:pt>
                <c:pt idx="1115">
                  <c:v>#N/A</c:v>
                </c:pt>
                <c:pt idx="1116">
                  <c:v>#N/A</c:v>
                </c:pt>
                <c:pt idx="1117">
                  <c:v>#N/A</c:v>
                </c:pt>
                <c:pt idx="1118">
                  <c:v>#N/A</c:v>
                </c:pt>
                <c:pt idx="1119">
                  <c:v>#N/A</c:v>
                </c:pt>
                <c:pt idx="1120">
                  <c:v>#N/A</c:v>
                </c:pt>
                <c:pt idx="1121">
                  <c:v>#N/A</c:v>
                </c:pt>
                <c:pt idx="1122">
                  <c:v>#N/A</c:v>
                </c:pt>
                <c:pt idx="1123">
                  <c:v>#N/A</c:v>
                </c:pt>
                <c:pt idx="1124">
                  <c:v>#N/A</c:v>
                </c:pt>
                <c:pt idx="1125">
                  <c:v>#N/A</c:v>
                </c:pt>
                <c:pt idx="1126">
                  <c:v>#N/A</c:v>
                </c:pt>
                <c:pt idx="1127">
                  <c:v>#N/A</c:v>
                </c:pt>
                <c:pt idx="1128">
                  <c:v>#N/A</c:v>
                </c:pt>
                <c:pt idx="1129">
                  <c:v>#N/A</c:v>
                </c:pt>
                <c:pt idx="1130">
                  <c:v>#N/A</c:v>
                </c:pt>
                <c:pt idx="1131">
                  <c:v>#N/A</c:v>
                </c:pt>
                <c:pt idx="1132">
                  <c:v>#N/A</c:v>
                </c:pt>
                <c:pt idx="1133">
                  <c:v>#N/A</c:v>
                </c:pt>
                <c:pt idx="1134">
                  <c:v>#N/A</c:v>
                </c:pt>
                <c:pt idx="1135">
                  <c:v>#N/A</c:v>
                </c:pt>
                <c:pt idx="1136">
                  <c:v>#N/A</c:v>
                </c:pt>
                <c:pt idx="1137">
                  <c:v>#N/A</c:v>
                </c:pt>
                <c:pt idx="1138">
                  <c:v>#N/A</c:v>
                </c:pt>
                <c:pt idx="1139">
                  <c:v>#N/A</c:v>
                </c:pt>
                <c:pt idx="1140">
                  <c:v>#N/A</c:v>
                </c:pt>
                <c:pt idx="1141">
                  <c:v>#N/A</c:v>
                </c:pt>
                <c:pt idx="1142">
                  <c:v>#N/A</c:v>
                </c:pt>
                <c:pt idx="1143">
                  <c:v>#N/A</c:v>
                </c:pt>
                <c:pt idx="1144">
                  <c:v>#N/A</c:v>
                </c:pt>
                <c:pt idx="1145">
                  <c:v>#N/A</c:v>
                </c:pt>
                <c:pt idx="1146">
                  <c:v>#N/A</c:v>
                </c:pt>
                <c:pt idx="1147">
                  <c:v>#N/A</c:v>
                </c:pt>
                <c:pt idx="1148">
                  <c:v>#N/A</c:v>
                </c:pt>
                <c:pt idx="1149">
                  <c:v>#N/A</c:v>
                </c:pt>
                <c:pt idx="1150">
                  <c:v>#N/A</c:v>
                </c:pt>
                <c:pt idx="1151">
                  <c:v>#N/A</c:v>
                </c:pt>
                <c:pt idx="1152">
                  <c:v>#N/A</c:v>
                </c:pt>
                <c:pt idx="1153">
                  <c:v>#N/A</c:v>
                </c:pt>
                <c:pt idx="1154">
                  <c:v>#N/A</c:v>
                </c:pt>
                <c:pt idx="1155">
                  <c:v>#N/A</c:v>
                </c:pt>
                <c:pt idx="1156">
                  <c:v>#N/A</c:v>
                </c:pt>
                <c:pt idx="1157">
                  <c:v>#N/A</c:v>
                </c:pt>
                <c:pt idx="1158">
                  <c:v>#N/A</c:v>
                </c:pt>
                <c:pt idx="1159">
                  <c:v>#N/A</c:v>
                </c:pt>
                <c:pt idx="1160">
                  <c:v>#N/A</c:v>
                </c:pt>
                <c:pt idx="1161">
                  <c:v>#N/A</c:v>
                </c:pt>
                <c:pt idx="1162">
                  <c:v>#N/A</c:v>
                </c:pt>
                <c:pt idx="1163">
                  <c:v>#N/A</c:v>
                </c:pt>
                <c:pt idx="1164">
                  <c:v>#N/A</c:v>
                </c:pt>
                <c:pt idx="1165">
                  <c:v>#N/A</c:v>
                </c:pt>
                <c:pt idx="1166">
                  <c:v>#N/A</c:v>
                </c:pt>
                <c:pt idx="1167">
                  <c:v>#N/A</c:v>
                </c:pt>
                <c:pt idx="1168">
                  <c:v>#N/A</c:v>
                </c:pt>
                <c:pt idx="1169">
                  <c:v>#N/A</c:v>
                </c:pt>
                <c:pt idx="1170">
                  <c:v>#N/A</c:v>
                </c:pt>
                <c:pt idx="1171">
                  <c:v>#N/A</c:v>
                </c:pt>
                <c:pt idx="1172">
                  <c:v>#N/A</c:v>
                </c:pt>
                <c:pt idx="1173">
                  <c:v>#N/A</c:v>
                </c:pt>
                <c:pt idx="1174">
                  <c:v>#N/A</c:v>
                </c:pt>
                <c:pt idx="1175">
                  <c:v>#N/A</c:v>
                </c:pt>
                <c:pt idx="1176">
                  <c:v>#N/A</c:v>
                </c:pt>
                <c:pt idx="1177">
                  <c:v>#N/A</c:v>
                </c:pt>
                <c:pt idx="1178">
                  <c:v>#N/A</c:v>
                </c:pt>
                <c:pt idx="1179">
                  <c:v>#N/A</c:v>
                </c:pt>
                <c:pt idx="1180">
                  <c:v>#N/A</c:v>
                </c:pt>
                <c:pt idx="1181">
                  <c:v>#N/A</c:v>
                </c:pt>
                <c:pt idx="1182">
                  <c:v>#N/A</c:v>
                </c:pt>
                <c:pt idx="1183">
                  <c:v>#N/A</c:v>
                </c:pt>
                <c:pt idx="1184">
                  <c:v>#N/A</c:v>
                </c:pt>
                <c:pt idx="1185">
                  <c:v>#N/A</c:v>
                </c:pt>
                <c:pt idx="1186">
                  <c:v>#N/A</c:v>
                </c:pt>
                <c:pt idx="1187">
                  <c:v>#N/A</c:v>
                </c:pt>
                <c:pt idx="1188">
                  <c:v>#N/A</c:v>
                </c:pt>
                <c:pt idx="1189">
                  <c:v>#N/A</c:v>
                </c:pt>
                <c:pt idx="1190">
                  <c:v>#N/A</c:v>
                </c:pt>
                <c:pt idx="1191">
                  <c:v>#N/A</c:v>
                </c:pt>
                <c:pt idx="1192">
                  <c:v>#N/A</c:v>
                </c:pt>
                <c:pt idx="1193">
                  <c:v>#N/A</c:v>
                </c:pt>
                <c:pt idx="1194">
                  <c:v>#N/A</c:v>
                </c:pt>
                <c:pt idx="1195">
                  <c:v>#N/A</c:v>
                </c:pt>
                <c:pt idx="1196">
                  <c:v>#N/A</c:v>
                </c:pt>
                <c:pt idx="1197">
                  <c:v>#N/A</c:v>
                </c:pt>
                <c:pt idx="1198">
                  <c:v>#N/A</c:v>
                </c:pt>
                <c:pt idx="1199">
                  <c:v>#N/A</c:v>
                </c:pt>
                <c:pt idx="1200">
                  <c:v>#N/A</c:v>
                </c:pt>
                <c:pt idx="1201">
                  <c:v>#N/A</c:v>
                </c:pt>
                <c:pt idx="1202">
                  <c:v>#N/A</c:v>
                </c:pt>
                <c:pt idx="1203">
                  <c:v>#N/A</c:v>
                </c:pt>
                <c:pt idx="1204">
                  <c:v>#N/A</c:v>
                </c:pt>
                <c:pt idx="1205">
                  <c:v>#N/A</c:v>
                </c:pt>
                <c:pt idx="1206">
                  <c:v>#N/A</c:v>
                </c:pt>
                <c:pt idx="1207">
                  <c:v>#N/A</c:v>
                </c:pt>
                <c:pt idx="1208">
                  <c:v>#N/A</c:v>
                </c:pt>
                <c:pt idx="1209">
                  <c:v>#N/A</c:v>
                </c:pt>
                <c:pt idx="1210">
                  <c:v>#N/A</c:v>
                </c:pt>
                <c:pt idx="1211">
                  <c:v>#N/A</c:v>
                </c:pt>
                <c:pt idx="1212">
                  <c:v>#N/A</c:v>
                </c:pt>
                <c:pt idx="1213">
                  <c:v>#N/A</c:v>
                </c:pt>
                <c:pt idx="1214">
                  <c:v>#N/A</c:v>
                </c:pt>
                <c:pt idx="1215">
                  <c:v>#N/A</c:v>
                </c:pt>
                <c:pt idx="1216">
                  <c:v>#N/A</c:v>
                </c:pt>
                <c:pt idx="1217">
                  <c:v>#N/A</c:v>
                </c:pt>
                <c:pt idx="1218">
                  <c:v>#N/A</c:v>
                </c:pt>
                <c:pt idx="1219">
                  <c:v>#N/A</c:v>
                </c:pt>
                <c:pt idx="1220">
                  <c:v>#N/A</c:v>
                </c:pt>
                <c:pt idx="1221">
                  <c:v>#N/A</c:v>
                </c:pt>
                <c:pt idx="1222">
                  <c:v>#N/A</c:v>
                </c:pt>
                <c:pt idx="1223">
                  <c:v>#N/A</c:v>
                </c:pt>
                <c:pt idx="1224">
                  <c:v>#N/A</c:v>
                </c:pt>
                <c:pt idx="1225">
                  <c:v>#N/A</c:v>
                </c:pt>
                <c:pt idx="1226">
                  <c:v>#N/A</c:v>
                </c:pt>
                <c:pt idx="1227">
                  <c:v>#N/A</c:v>
                </c:pt>
                <c:pt idx="1228">
                  <c:v>#N/A</c:v>
                </c:pt>
                <c:pt idx="1229">
                  <c:v>#N/A</c:v>
                </c:pt>
                <c:pt idx="1230">
                  <c:v>#N/A</c:v>
                </c:pt>
                <c:pt idx="1231">
                  <c:v>#N/A</c:v>
                </c:pt>
                <c:pt idx="1232">
                  <c:v>#N/A</c:v>
                </c:pt>
                <c:pt idx="1233">
                  <c:v>#N/A</c:v>
                </c:pt>
                <c:pt idx="1234">
                  <c:v>#N/A</c:v>
                </c:pt>
                <c:pt idx="1235">
                  <c:v>#N/A</c:v>
                </c:pt>
                <c:pt idx="1236">
                  <c:v>#N/A</c:v>
                </c:pt>
                <c:pt idx="1237">
                  <c:v>#N/A</c:v>
                </c:pt>
                <c:pt idx="1238">
                  <c:v>#N/A</c:v>
                </c:pt>
                <c:pt idx="1239">
                  <c:v>#N/A</c:v>
                </c:pt>
                <c:pt idx="1240">
                  <c:v>#N/A</c:v>
                </c:pt>
                <c:pt idx="1241">
                  <c:v>#N/A</c:v>
                </c:pt>
                <c:pt idx="1242">
                  <c:v>#N/A</c:v>
                </c:pt>
                <c:pt idx="1243">
                  <c:v>#N/A</c:v>
                </c:pt>
                <c:pt idx="1244">
                  <c:v>#N/A</c:v>
                </c:pt>
                <c:pt idx="1245">
                  <c:v>#N/A</c:v>
                </c:pt>
                <c:pt idx="1246">
                  <c:v>#N/A</c:v>
                </c:pt>
                <c:pt idx="1247">
                  <c:v>#N/A</c:v>
                </c:pt>
                <c:pt idx="1248">
                  <c:v>#N/A</c:v>
                </c:pt>
                <c:pt idx="1249">
                  <c:v>#N/A</c:v>
                </c:pt>
                <c:pt idx="1250">
                  <c:v>#N/A</c:v>
                </c:pt>
                <c:pt idx="1251">
                  <c:v>#N/A</c:v>
                </c:pt>
                <c:pt idx="1252">
                  <c:v>#N/A</c:v>
                </c:pt>
                <c:pt idx="1253">
                  <c:v>#N/A</c:v>
                </c:pt>
                <c:pt idx="1254">
                  <c:v>#N/A</c:v>
                </c:pt>
                <c:pt idx="1255">
                  <c:v>#N/A</c:v>
                </c:pt>
                <c:pt idx="1256">
                  <c:v>#N/A</c:v>
                </c:pt>
                <c:pt idx="1257">
                  <c:v>#N/A</c:v>
                </c:pt>
                <c:pt idx="1258">
                  <c:v>#N/A</c:v>
                </c:pt>
                <c:pt idx="1259">
                  <c:v>#N/A</c:v>
                </c:pt>
                <c:pt idx="1260">
                  <c:v>#N/A</c:v>
                </c:pt>
                <c:pt idx="1261">
                  <c:v>#N/A</c:v>
                </c:pt>
                <c:pt idx="1262">
                  <c:v>#N/A</c:v>
                </c:pt>
                <c:pt idx="1263">
                  <c:v>#N/A</c:v>
                </c:pt>
                <c:pt idx="1264">
                  <c:v>#N/A</c:v>
                </c:pt>
                <c:pt idx="1265">
                  <c:v>#N/A</c:v>
                </c:pt>
                <c:pt idx="1266">
                  <c:v>#N/A</c:v>
                </c:pt>
                <c:pt idx="1267">
                  <c:v>#N/A</c:v>
                </c:pt>
                <c:pt idx="1268">
                  <c:v>#N/A</c:v>
                </c:pt>
                <c:pt idx="1269">
                  <c:v>#N/A</c:v>
                </c:pt>
                <c:pt idx="1270">
                  <c:v>#N/A</c:v>
                </c:pt>
                <c:pt idx="1271">
                  <c:v>#N/A</c:v>
                </c:pt>
                <c:pt idx="1272">
                  <c:v>#N/A</c:v>
                </c:pt>
                <c:pt idx="1273">
                  <c:v>#N/A</c:v>
                </c:pt>
                <c:pt idx="1274">
                  <c:v>#N/A</c:v>
                </c:pt>
                <c:pt idx="1275">
                  <c:v>#N/A</c:v>
                </c:pt>
                <c:pt idx="1276">
                  <c:v>#N/A</c:v>
                </c:pt>
                <c:pt idx="1277">
                  <c:v>#N/A</c:v>
                </c:pt>
                <c:pt idx="1278">
                  <c:v>#N/A</c:v>
                </c:pt>
                <c:pt idx="1279">
                  <c:v>#N/A</c:v>
                </c:pt>
                <c:pt idx="1280">
                  <c:v>#N/A</c:v>
                </c:pt>
                <c:pt idx="1281">
                  <c:v>#N/A</c:v>
                </c:pt>
                <c:pt idx="1282">
                  <c:v>#N/A</c:v>
                </c:pt>
                <c:pt idx="1283">
                  <c:v>#N/A</c:v>
                </c:pt>
                <c:pt idx="1284">
                  <c:v>#N/A</c:v>
                </c:pt>
                <c:pt idx="1285">
                  <c:v>#N/A</c:v>
                </c:pt>
                <c:pt idx="1286">
                  <c:v>#N/A</c:v>
                </c:pt>
                <c:pt idx="1287">
                  <c:v>#N/A</c:v>
                </c:pt>
                <c:pt idx="1288">
                  <c:v>#N/A</c:v>
                </c:pt>
                <c:pt idx="1289">
                  <c:v>#N/A</c:v>
                </c:pt>
                <c:pt idx="1290">
                  <c:v>#N/A</c:v>
                </c:pt>
                <c:pt idx="1291">
                  <c:v>#N/A</c:v>
                </c:pt>
                <c:pt idx="1292">
                  <c:v>#N/A</c:v>
                </c:pt>
                <c:pt idx="1293">
                  <c:v>#N/A</c:v>
                </c:pt>
                <c:pt idx="1294">
                  <c:v>#N/A</c:v>
                </c:pt>
                <c:pt idx="1295">
                  <c:v>#N/A</c:v>
                </c:pt>
                <c:pt idx="1296">
                  <c:v>#N/A</c:v>
                </c:pt>
                <c:pt idx="1297">
                  <c:v>#N/A</c:v>
                </c:pt>
                <c:pt idx="1298">
                  <c:v>#N/A</c:v>
                </c:pt>
                <c:pt idx="1299">
                  <c:v>#N/A</c:v>
                </c:pt>
                <c:pt idx="1300">
                  <c:v>#N/A</c:v>
                </c:pt>
                <c:pt idx="1301">
                  <c:v>#N/A</c:v>
                </c:pt>
                <c:pt idx="1302">
                  <c:v>#N/A</c:v>
                </c:pt>
                <c:pt idx="1303">
                  <c:v>#N/A</c:v>
                </c:pt>
                <c:pt idx="1304">
                  <c:v>#N/A</c:v>
                </c:pt>
                <c:pt idx="1305">
                  <c:v>#N/A</c:v>
                </c:pt>
                <c:pt idx="1306">
                  <c:v>#N/A</c:v>
                </c:pt>
                <c:pt idx="1307">
                  <c:v>#N/A</c:v>
                </c:pt>
                <c:pt idx="1308">
                  <c:v>#N/A</c:v>
                </c:pt>
                <c:pt idx="1309">
                  <c:v>#N/A</c:v>
                </c:pt>
                <c:pt idx="1310">
                  <c:v>#N/A</c:v>
                </c:pt>
                <c:pt idx="1311">
                  <c:v>#N/A</c:v>
                </c:pt>
                <c:pt idx="1312">
                  <c:v>#N/A</c:v>
                </c:pt>
                <c:pt idx="1313">
                  <c:v>#N/A</c:v>
                </c:pt>
                <c:pt idx="1314">
                  <c:v>#N/A</c:v>
                </c:pt>
                <c:pt idx="1315">
                  <c:v>#N/A</c:v>
                </c:pt>
                <c:pt idx="1316">
                  <c:v>#N/A</c:v>
                </c:pt>
                <c:pt idx="1317">
                  <c:v>#N/A</c:v>
                </c:pt>
                <c:pt idx="1318">
                  <c:v>#N/A</c:v>
                </c:pt>
                <c:pt idx="1319">
                  <c:v>#N/A</c:v>
                </c:pt>
                <c:pt idx="1320">
                  <c:v>#N/A</c:v>
                </c:pt>
                <c:pt idx="1321">
                  <c:v>#N/A</c:v>
                </c:pt>
                <c:pt idx="1322">
                  <c:v>#N/A</c:v>
                </c:pt>
                <c:pt idx="1323">
                  <c:v>#N/A</c:v>
                </c:pt>
                <c:pt idx="1324">
                  <c:v>#N/A</c:v>
                </c:pt>
                <c:pt idx="1325">
                  <c:v>#N/A</c:v>
                </c:pt>
                <c:pt idx="1326">
                  <c:v>#N/A</c:v>
                </c:pt>
                <c:pt idx="1327">
                  <c:v>#N/A</c:v>
                </c:pt>
                <c:pt idx="1328">
                  <c:v>#N/A</c:v>
                </c:pt>
                <c:pt idx="1329">
                  <c:v>#N/A</c:v>
                </c:pt>
                <c:pt idx="1330">
                  <c:v>#N/A</c:v>
                </c:pt>
                <c:pt idx="1331">
                  <c:v>#N/A</c:v>
                </c:pt>
                <c:pt idx="1332">
                  <c:v>#N/A</c:v>
                </c:pt>
                <c:pt idx="1333">
                  <c:v>#N/A</c:v>
                </c:pt>
                <c:pt idx="1334">
                  <c:v>#N/A</c:v>
                </c:pt>
                <c:pt idx="1335">
                  <c:v>#N/A</c:v>
                </c:pt>
                <c:pt idx="1336">
                  <c:v>#N/A</c:v>
                </c:pt>
                <c:pt idx="1337">
                  <c:v>#N/A</c:v>
                </c:pt>
                <c:pt idx="1338">
                  <c:v>#N/A</c:v>
                </c:pt>
                <c:pt idx="1339">
                  <c:v>#N/A</c:v>
                </c:pt>
                <c:pt idx="1340">
                  <c:v>#N/A</c:v>
                </c:pt>
                <c:pt idx="1341">
                  <c:v>#N/A</c:v>
                </c:pt>
                <c:pt idx="1342">
                  <c:v>#N/A</c:v>
                </c:pt>
                <c:pt idx="1343">
                  <c:v>#N/A</c:v>
                </c:pt>
                <c:pt idx="1344">
                  <c:v>#N/A</c:v>
                </c:pt>
                <c:pt idx="1345">
                  <c:v>#N/A</c:v>
                </c:pt>
                <c:pt idx="1346">
                  <c:v>#N/A</c:v>
                </c:pt>
                <c:pt idx="1347">
                  <c:v>#N/A</c:v>
                </c:pt>
                <c:pt idx="1348">
                  <c:v>#N/A</c:v>
                </c:pt>
                <c:pt idx="1349">
                  <c:v>#N/A</c:v>
                </c:pt>
                <c:pt idx="1350">
                  <c:v>#N/A</c:v>
                </c:pt>
                <c:pt idx="1351">
                  <c:v>#N/A</c:v>
                </c:pt>
                <c:pt idx="1352">
                  <c:v>#N/A</c:v>
                </c:pt>
                <c:pt idx="1353">
                  <c:v>#N/A</c:v>
                </c:pt>
                <c:pt idx="1354">
                  <c:v>#N/A</c:v>
                </c:pt>
                <c:pt idx="1355">
                  <c:v>#N/A</c:v>
                </c:pt>
                <c:pt idx="1356">
                  <c:v>#N/A</c:v>
                </c:pt>
                <c:pt idx="1357">
                  <c:v>#N/A</c:v>
                </c:pt>
                <c:pt idx="1358">
                  <c:v>#N/A</c:v>
                </c:pt>
                <c:pt idx="1359">
                  <c:v>#N/A</c:v>
                </c:pt>
                <c:pt idx="1360">
                  <c:v>#N/A</c:v>
                </c:pt>
                <c:pt idx="1361">
                  <c:v>#N/A</c:v>
                </c:pt>
                <c:pt idx="1362">
                  <c:v>#N/A</c:v>
                </c:pt>
                <c:pt idx="1363">
                  <c:v>#N/A</c:v>
                </c:pt>
                <c:pt idx="1364">
                  <c:v>#N/A</c:v>
                </c:pt>
                <c:pt idx="1365">
                  <c:v>#N/A</c:v>
                </c:pt>
                <c:pt idx="1366">
                  <c:v>#N/A</c:v>
                </c:pt>
                <c:pt idx="1367">
                  <c:v>#N/A</c:v>
                </c:pt>
                <c:pt idx="1368">
                  <c:v>#N/A</c:v>
                </c:pt>
                <c:pt idx="1369">
                  <c:v>#N/A</c:v>
                </c:pt>
                <c:pt idx="1370">
                  <c:v>#N/A</c:v>
                </c:pt>
                <c:pt idx="1371">
                  <c:v>#N/A</c:v>
                </c:pt>
                <c:pt idx="1372">
                  <c:v>#N/A</c:v>
                </c:pt>
                <c:pt idx="1373">
                  <c:v>#N/A</c:v>
                </c:pt>
                <c:pt idx="1374">
                  <c:v>#N/A</c:v>
                </c:pt>
                <c:pt idx="1375">
                  <c:v>#N/A</c:v>
                </c:pt>
                <c:pt idx="1376">
                  <c:v>#N/A</c:v>
                </c:pt>
                <c:pt idx="1377">
                  <c:v>#N/A</c:v>
                </c:pt>
                <c:pt idx="1378">
                  <c:v>#N/A</c:v>
                </c:pt>
                <c:pt idx="1379">
                  <c:v>#N/A</c:v>
                </c:pt>
                <c:pt idx="1380">
                  <c:v>#N/A</c:v>
                </c:pt>
                <c:pt idx="1381">
                  <c:v>#N/A</c:v>
                </c:pt>
                <c:pt idx="1382">
                  <c:v>#N/A</c:v>
                </c:pt>
                <c:pt idx="1383">
                  <c:v>#N/A</c:v>
                </c:pt>
                <c:pt idx="1384">
                  <c:v>#N/A</c:v>
                </c:pt>
                <c:pt idx="1385">
                  <c:v>#N/A</c:v>
                </c:pt>
                <c:pt idx="1386">
                  <c:v>#N/A</c:v>
                </c:pt>
                <c:pt idx="1387">
                  <c:v>#N/A</c:v>
                </c:pt>
                <c:pt idx="1388">
                  <c:v>#N/A</c:v>
                </c:pt>
                <c:pt idx="1389">
                  <c:v>#N/A</c:v>
                </c:pt>
                <c:pt idx="1390">
                  <c:v>#N/A</c:v>
                </c:pt>
                <c:pt idx="1391">
                  <c:v>#N/A</c:v>
                </c:pt>
                <c:pt idx="1392">
                  <c:v>#N/A</c:v>
                </c:pt>
                <c:pt idx="1393">
                  <c:v>#N/A</c:v>
                </c:pt>
                <c:pt idx="1394">
                  <c:v>#N/A</c:v>
                </c:pt>
                <c:pt idx="1395">
                  <c:v>#N/A</c:v>
                </c:pt>
                <c:pt idx="1396">
                  <c:v>#N/A</c:v>
                </c:pt>
                <c:pt idx="1397">
                  <c:v>#N/A</c:v>
                </c:pt>
                <c:pt idx="1398">
                  <c:v>#N/A</c:v>
                </c:pt>
                <c:pt idx="1399">
                  <c:v>#N/A</c:v>
                </c:pt>
                <c:pt idx="1400">
                  <c:v>#N/A</c:v>
                </c:pt>
                <c:pt idx="1401">
                  <c:v>#N/A</c:v>
                </c:pt>
                <c:pt idx="1402">
                  <c:v>#N/A</c:v>
                </c:pt>
                <c:pt idx="1403">
                  <c:v>#N/A</c:v>
                </c:pt>
                <c:pt idx="1404">
                  <c:v>#N/A</c:v>
                </c:pt>
                <c:pt idx="1405">
                  <c:v>#N/A</c:v>
                </c:pt>
                <c:pt idx="1406">
                  <c:v>#N/A</c:v>
                </c:pt>
                <c:pt idx="1407">
                  <c:v>#N/A</c:v>
                </c:pt>
                <c:pt idx="1408">
                  <c:v>#N/A</c:v>
                </c:pt>
                <c:pt idx="1409">
                  <c:v>#N/A</c:v>
                </c:pt>
                <c:pt idx="1410">
                  <c:v>#N/A</c:v>
                </c:pt>
                <c:pt idx="1411">
                  <c:v>#N/A</c:v>
                </c:pt>
                <c:pt idx="1412">
                  <c:v>#N/A</c:v>
                </c:pt>
                <c:pt idx="1413">
                  <c:v>#N/A</c:v>
                </c:pt>
                <c:pt idx="1414">
                  <c:v>#N/A</c:v>
                </c:pt>
                <c:pt idx="1415">
                  <c:v>#N/A</c:v>
                </c:pt>
                <c:pt idx="1416">
                  <c:v>#N/A</c:v>
                </c:pt>
                <c:pt idx="1417">
                  <c:v>#N/A</c:v>
                </c:pt>
                <c:pt idx="1418">
                  <c:v>#N/A</c:v>
                </c:pt>
                <c:pt idx="1419">
                  <c:v>#N/A</c:v>
                </c:pt>
                <c:pt idx="1420">
                  <c:v>#N/A</c:v>
                </c:pt>
                <c:pt idx="1421">
                  <c:v>#N/A</c:v>
                </c:pt>
                <c:pt idx="1422">
                  <c:v>#N/A</c:v>
                </c:pt>
                <c:pt idx="1423">
                  <c:v>#N/A</c:v>
                </c:pt>
                <c:pt idx="1424">
                  <c:v>#N/A</c:v>
                </c:pt>
                <c:pt idx="1425">
                  <c:v>#N/A</c:v>
                </c:pt>
                <c:pt idx="1426">
                  <c:v>#N/A</c:v>
                </c:pt>
                <c:pt idx="1427">
                  <c:v>#N/A</c:v>
                </c:pt>
                <c:pt idx="1428">
                  <c:v>#N/A</c:v>
                </c:pt>
                <c:pt idx="1429">
                  <c:v>#N/A</c:v>
                </c:pt>
                <c:pt idx="1430">
                  <c:v>#N/A</c:v>
                </c:pt>
                <c:pt idx="1431">
                  <c:v>#N/A</c:v>
                </c:pt>
                <c:pt idx="1432">
                  <c:v>#N/A</c:v>
                </c:pt>
                <c:pt idx="1433">
                  <c:v>#N/A</c:v>
                </c:pt>
                <c:pt idx="1434">
                  <c:v>#N/A</c:v>
                </c:pt>
                <c:pt idx="1435">
                  <c:v>#N/A</c:v>
                </c:pt>
                <c:pt idx="1436">
                  <c:v>#N/A</c:v>
                </c:pt>
                <c:pt idx="1437">
                  <c:v>#N/A</c:v>
                </c:pt>
                <c:pt idx="1438">
                  <c:v>#N/A</c:v>
                </c:pt>
                <c:pt idx="1439">
                  <c:v>#N/A</c:v>
                </c:pt>
                <c:pt idx="1440">
                  <c:v>#N/A</c:v>
                </c:pt>
                <c:pt idx="1441">
                  <c:v>#N/A</c:v>
                </c:pt>
                <c:pt idx="1442">
                  <c:v>#N/A</c:v>
                </c:pt>
                <c:pt idx="1443">
                  <c:v>#N/A</c:v>
                </c:pt>
                <c:pt idx="1444">
                  <c:v>#N/A</c:v>
                </c:pt>
                <c:pt idx="1445">
                  <c:v>#N/A</c:v>
                </c:pt>
                <c:pt idx="1446">
                  <c:v>#N/A</c:v>
                </c:pt>
                <c:pt idx="1447">
                  <c:v>#N/A</c:v>
                </c:pt>
                <c:pt idx="1448">
                  <c:v>#N/A</c:v>
                </c:pt>
                <c:pt idx="1449">
                  <c:v>#N/A</c:v>
                </c:pt>
                <c:pt idx="1450">
                  <c:v>#N/A</c:v>
                </c:pt>
                <c:pt idx="1451">
                  <c:v>#N/A</c:v>
                </c:pt>
                <c:pt idx="1452">
                  <c:v>#N/A</c:v>
                </c:pt>
                <c:pt idx="1453">
                  <c:v>#N/A</c:v>
                </c:pt>
                <c:pt idx="1454">
                  <c:v>#N/A</c:v>
                </c:pt>
                <c:pt idx="1455">
                  <c:v>#N/A</c:v>
                </c:pt>
                <c:pt idx="1456">
                  <c:v>#N/A</c:v>
                </c:pt>
                <c:pt idx="1457">
                  <c:v>#N/A</c:v>
                </c:pt>
                <c:pt idx="1458">
                  <c:v>#N/A</c:v>
                </c:pt>
                <c:pt idx="1459">
                  <c:v>#N/A</c:v>
                </c:pt>
                <c:pt idx="1460">
                  <c:v>#N/A</c:v>
                </c:pt>
                <c:pt idx="1461">
                  <c:v>#N/A</c:v>
                </c:pt>
                <c:pt idx="1462">
                  <c:v>#N/A</c:v>
                </c:pt>
                <c:pt idx="1463">
                  <c:v>#N/A</c:v>
                </c:pt>
                <c:pt idx="1464">
                  <c:v>#N/A</c:v>
                </c:pt>
                <c:pt idx="1465">
                  <c:v>#N/A</c:v>
                </c:pt>
                <c:pt idx="1466">
                  <c:v>#N/A</c:v>
                </c:pt>
                <c:pt idx="1467">
                  <c:v>#N/A</c:v>
                </c:pt>
                <c:pt idx="1468">
                  <c:v>#N/A</c:v>
                </c:pt>
                <c:pt idx="1469">
                  <c:v>#N/A</c:v>
                </c:pt>
                <c:pt idx="1470">
                  <c:v>#N/A</c:v>
                </c:pt>
                <c:pt idx="1471">
                  <c:v>#N/A</c:v>
                </c:pt>
                <c:pt idx="1472">
                  <c:v>#N/A</c:v>
                </c:pt>
                <c:pt idx="1473">
                  <c:v>#N/A</c:v>
                </c:pt>
                <c:pt idx="1474">
                  <c:v>#N/A</c:v>
                </c:pt>
                <c:pt idx="1475">
                  <c:v>#N/A</c:v>
                </c:pt>
                <c:pt idx="1476">
                  <c:v>#N/A</c:v>
                </c:pt>
                <c:pt idx="1477">
                  <c:v>#N/A</c:v>
                </c:pt>
                <c:pt idx="1478">
                  <c:v>#N/A</c:v>
                </c:pt>
                <c:pt idx="1479">
                  <c:v>#N/A</c:v>
                </c:pt>
                <c:pt idx="1480">
                  <c:v>#N/A</c:v>
                </c:pt>
                <c:pt idx="1481">
                  <c:v>#N/A</c:v>
                </c:pt>
                <c:pt idx="1482">
                  <c:v>#N/A</c:v>
                </c:pt>
                <c:pt idx="1483">
                  <c:v>#N/A</c:v>
                </c:pt>
                <c:pt idx="1484">
                  <c:v>#N/A</c:v>
                </c:pt>
                <c:pt idx="1485">
                  <c:v>#N/A</c:v>
                </c:pt>
                <c:pt idx="1486">
                  <c:v>#N/A</c:v>
                </c:pt>
                <c:pt idx="1487">
                  <c:v>#N/A</c:v>
                </c:pt>
                <c:pt idx="1488">
                  <c:v>#N/A</c:v>
                </c:pt>
                <c:pt idx="1489">
                  <c:v>#N/A</c:v>
                </c:pt>
                <c:pt idx="1490">
                  <c:v>#N/A</c:v>
                </c:pt>
                <c:pt idx="1491">
                  <c:v>#N/A</c:v>
                </c:pt>
                <c:pt idx="1492">
                  <c:v>#N/A</c:v>
                </c:pt>
                <c:pt idx="1493">
                  <c:v>#N/A</c:v>
                </c:pt>
                <c:pt idx="1494">
                  <c:v>#N/A</c:v>
                </c:pt>
                <c:pt idx="1495">
                  <c:v>#N/A</c:v>
                </c:pt>
                <c:pt idx="1496">
                  <c:v>#N/A</c:v>
                </c:pt>
                <c:pt idx="1497">
                  <c:v>#N/A</c:v>
                </c:pt>
                <c:pt idx="1498">
                  <c:v>#N/A</c:v>
                </c:pt>
                <c:pt idx="1499">
                  <c:v>#N/A</c:v>
                </c:pt>
                <c:pt idx="1500">
                  <c:v>#N/A</c:v>
                </c:pt>
                <c:pt idx="1501">
                  <c:v>#N/A</c:v>
                </c:pt>
                <c:pt idx="1502">
                  <c:v>#N/A</c:v>
                </c:pt>
                <c:pt idx="1503">
                  <c:v>#N/A</c:v>
                </c:pt>
                <c:pt idx="1504">
                  <c:v>#N/A</c:v>
                </c:pt>
                <c:pt idx="1505">
                  <c:v>#N/A</c:v>
                </c:pt>
                <c:pt idx="1506">
                  <c:v>#N/A</c:v>
                </c:pt>
                <c:pt idx="1507">
                  <c:v>#N/A</c:v>
                </c:pt>
                <c:pt idx="1508">
                  <c:v>#N/A</c:v>
                </c:pt>
                <c:pt idx="1509">
                  <c:v>#N/A</c:v>
                </c:pt>
                <c:pt idx="1510">
                  <c:v>#N/A</c:v>
                </c:pt>
                <c:pt idx="1511">
                  <c:v>#N/A</c:v>
                </c:pt>
                <c:pt idx="1512">
                  <c:v>#N/A</c:v>
                </c:pt>
                <c:pt idx="1513">
                  <c:v>#N/A</c:v>
                </c:pt>
                <c:pt idx="1514">
                  <c:v>#N/A</c:v>
                </c:pt>
                <c:pt idx="1515">
                  <c:v>#N/A</c:v>
                </c:pt>
                <c:pt idx="1516">
                  <c:v>#N/A</c:v>
                </c:pt>
                <c:pt idx="1517">
                  <c:v>#N/A</c:v>
                </c:pt>
                <c:pt idx="1518">
                  <c:v>#N/A</c:v>
                </c:pt>
                <c:pt idx="1519">
                  <c:v>#N/A</c:v>
                </c:pt>
                <c:pt idx="1520">
                  <c:v>#N/A</c:v>
                </c:pt>
                <c:pt idx="1521">
                  <c:v>#N/A</c:v>
                </c:pt>
                <c:pt idx="1522">
                  <c:v>#N/A</c:v>
                </c:pt>
                <c:pt idx="1523">
                  <c:v>#N/A</c:v>
                </c:pt>
                <c:pt idx="1524">
                  <c:v>#N/A</c:v>
                </c:pt>
                <c:pt idx="1525">
                  <c:v>#N/A</c:v>
                </c:pt>
                <c:pt idx="1526">
                  <c:v>#N/A</c:v>
                </c:pt>
                <c:pt idx="1527">
                  <c:v>#N/A</c:v>
                </c:pt>
                <c:pt idx="1528">
                  <c:v>#N/A</c:v>
                </c:pt>
                <c:pt idx="1529">
                  <c:v>#N/A</c:v>
                </c:pt>
                <c:pt idx="1530">
                  <c:v>#N/A</c:v>
                </c:pt>
                <c:pt idx="1531">
                  <c:v>#N/A</c:v>
                </c:pt>
                <c:pt idx="1532">
                  <c:v>#N/A</c:v>
                </c:pt>
                <c:pt idx="1533">
                  <c:v>#N/A</c:v>
                </c:pt>
                <c:pt idx="1534">
                  <c:v>#N/A</c:v>
                </c:pt>
                <c:pt idx="1535">
                  <c:v>#N/A</c:v>
                </c:pt>
                <c:pt idx="1536">
                  <c:v>#N/A</c:v>
                </c:pt>
                <c:pt idx="1537">
                  <c:v>#N/A</c:v>
                </c:pt>
                <c:pt idx="1538">
                  <c:v>#N/A</c:v>
                </c:pt>
                <c:pt idx="1539">
                  <c:v>#N/A</c:v>
                </c:pt>
                <c:pt idx="1540">
                  <c:v>#N/A</c:v>
                </c:pt>
                <c:pt idx="1541">
                  <c:v>#N/A</c:v>
                </c:pt>
                <c:pt idx="1542">
                  <c:v>#N/A</c:v>
                </c:pt>
                <c:pt idx="1543">
                  <c:v>#N/A</c:v>
                </c:pt>
                <c:pt idx="1544">
                  <c:v>#N/A</c:v>
                </c:pt>
                <c:pt idx="1545">
                  <c:v>#N/A</c:v>
                </c:pt>
                <c:pt idx="1546">
                  <c:v>#N/A</c:v>
                </c:pt>
                <c:pt idx="1547">
                  <c:v>#N/A</c:v>
                </c:pt>
                <c:pt idx="1548">
                  <c:v>#N/A</c:v>
                </c:pt>
                <c:pt idx="1549">
                  <c:v>#N/A</c:v>
                </c:pt>
                <c:pt idx="1550">
                  <c:v>#N/A</c:v>
                </c:pt>
                <c:pt idx="1551">
                  <c:v>#N/A</c:v>
                </c:pt>
                <c:pt idx="1552">
                  <c:v>#N/A</c:v>
                </c:pt>
                <c:pt idx="1553">
                  <c:v>#N/A</c:v>
                </c:pt>
                <c:pt idx="1554">
                  <c:v>#N/A</c:v>
                </c:pt>
                <c:pt idx="1555">
                  <c:v>#N/A</c:v>
                </c:pt>
                <c:pt idx="1556">
                  <c:v>#N/A</c:v>
                </c:pt>
                <c:pt idx="1557">
                  <c:v>#N/A</c:v>
                </c:pt>
                <c:pt idx="1558">
                  <c:v>#N/A</c:v>
                </c:pt>
                <c:pt idx="1559">
                  <c:v>#N/A</c:v>
                </c:pt>
                <c:pt idx="1560">
                  <c:v>#N/A</c:v>
                </c:pt>
                <c:pt idx="1561">
                  <c:v>#N/A</c:v>
                </c:pt>
                <c:pt idx="1562">
                  <c:v>#N/A</c:v>
                </c:pt>
                <c:pt idx="1563">
                  <c:v>#N/A</c:v>
                </c:pt>
                <c:pt idx="1564">
                  <c:v>#N/A</c:v>
                </c:pt>
                <c:pt idx="1565">
                  <c:v>#N/A</c:v>
                </c:pt>
                <c:pt idx="1566">
                  <c:v>#N/A</c:v>
                </c:pt>
                <c:pt idx="1567">
                  <c:v>#N/A</c:v>
                </c:pt>
                <c:pt idx="1568">
                  <c:v>#N/A</c:v>
                </c:pt>
                <c:pt idx="1569">
                  <c:v>#N/A</c:v>
                </c:pt>
                <c:pt idx="1570">
                  <c:v>#N/A</c:v>
                </c:pt>
                <c:pt idx="1571">
                  <c:v>#N/A</c:v>
                </c:pt>
                <c:pt idx="1572">
                  <c:v>#N/A</c:v>
                </c:pt>
                <c:pt idx="1573">
                  <c:v>#N/A</c:v>
                </c:pt>
                <c:pt idx="1574">
                  <c:v>#N/A</c:v>
                </c:pt>
                <c:pt idx="1575">
                  <c:v>#N/A</c:v>
                </c:pt>
                <c:pt idx="1576">
                  <c:v>#N/A</c:v>
                </c:pt>
                <c:pt idx="1577">
                  <c:v>#N/A</c:v>
                </c:pt>
                <c:pt idx="1578">
                  <c:v>#N/A</c:v>
                </c:pt>
                <c:pt idx="1579">
                  <c:v>#N/A</c:v>
                </c:pt>
                <c:pt idx="1580">
                  <c:v>#N/A</c:v>
                </c:pt>
                <c:pt idx="1581">
                  <c:v>#N/A</c:v>
                </c:pt>
                <c:pt idx="1582">
                  <c:v>#N/A</c:v>
                </c:pt>
                <c:pt idx="1583">
                  <c:v>#N/A</c:v>
                </c:pt>
                <c:pt idx="1584">
                  <c:v>#N/A</c:v>
                </c:pt>
                <c:pt idx="1585">
                  <c:v>#N/A</c:v>
                </c:pt>
                <c:pt idx="1586">
                  <c:v>#N/A</c:v>
                </c:pt>
                <c:pt idx="1587">
                  <c:v>#N/A</c:v>
                </c:pt>
                <c:pt idx="1588">
                  <c:v>#N/A</c:v>
                </c:pt>
                <c:pt idx="1589">
                  <c:v>#N/A</c:v>
                </c:pt>
                <c:pt idx="1590">
                  <c:v>#N/A</c:v>
                </c:pt>
                <c:pt idx="1591">
                  <c:v>#N/A</c:v>
                </c:pt>
                <c:pt idx="1592">
                  <c:v>#N/A</c:v>
                </c:pt>
                <c:pt idx="1593">
                  <c:v>#N/A</c:v>
                </c:pt>
                <c:pt idx="1594">
                  <c:v>#N/A</c:v>
                </c:pt>
                <c:pt idx="1595">
                  <c:v>#N/A</c:v>
                </c:pt>
                <c:pt idx="1596">
                  <c:v>#N/A</c:v>
                </c:pt>
                <c:pt idx="1597">
                  <c:v>#N/A</c:v>
                </c:pt>
                <c:pt idx="1598">
                  <c:v>#N/A</c:v>
                </c:pt>
                <c:pt idx="1599">
                  <c:v>#N/A</c:v>
                </c:pt>
                <c:pt idx="1600">
                  <c:v>#N/A</c:v>
                </c:pt>
                <c:pt idx="1601">
                  <c:v>#N/A</c:v>
                </c:pt>
                <c:pt idx="1602">
                  <c:v>#N/A</c:v>
                </c:pt>
                <c:pt idx="1603">
                  <c:v>#N/A</c:v>
                </c:pt>
                <c:pt idx="1604">
                  <c:v>#N/A</c:v>
                </c:pt>
                <c:pt idx="1605">
                  <c:v>#N/A</c:v>
                </c:pt>
                <c:pt idx="1606">
                  <c:v>#N/A</c:v>
                </c:pt>
                <c:pt idx="1607">
                  <c:v>#N/A</c:v>
                </c:pt>
                <c:pt idx="1608">
                  <c:v>#N/A</c:v>
                </c:pt>
                <c:pt idx="1609">
                  <c:v>#N/A</c:v>
                </c:pt>
                <c:pt idx="1610">
                  <c:v>#N/A</c:v>
                </c:pt>
                <c:pt idx="1611">
                  <c:v>#N/A</c:v>
                </c:pt>
                <c:pt idx="1612">
                  <c:v>#N/A</c:v>
                </c:pt>
                <c:pt idx="1613">
                  <c:v>#N/A</c:v>
                </c:pt>
                <c:pt idx="1614">
                  <c:v>#N/A</c:v>
                </c:pt>
                <c:pt idx="1615">
                  <c:v>#N/A</c:v>
                </c:pt>
                <c:pt idx="1616">
                  <c:v>#N/A</c:v>
                </c:pt>
                <c:pt idx="1617">
                  <c:v>#N/A</c:v>
                </c:pt>
                <c:pt idx="1618">
                  <c:v>#N/A</c:v>
                </c:pt>
                <c:pt idx="1619">
                  <c:v>#N/A</c:v>
                </c:pt>
                <c:pt idx="1620">
                  <c:v>#N/A</c:v>
                </c:pt>
                <c:pt idx="1621">
                  <c:v>#N/A</c:v>
                </c:pt>
                <c:pt idx="1622">
                  <c:v>#N/A</c:v>
                </c:pt>
                <c:pt idx="1623">
                  <c:v>#N/A</c:v>
                </c:pt>
                <c:pt idx="1624">
                  <c:v>#N/A</c:v>
                </c:pt>
                <c:pt idx="1625">
                  <c:v>#N/A</c:v>
                </c:pt>
                <c:pt idx="1626">
                  <c:v>#N/A</c:v>
                </c:pt>
                <c:pt idx="1627">
                  <c:v>#N/A</c:v>
                </c:pt>
                <c:pt idx="1628">
                  <c:v>#N/A</c:v>
                </c:pt>
                <c:pt idx="1629">
                  <c:v>#N/A</c:v>
                </c:pt>
                <c:pt idx="1630">
                  <c:v>#N/A</c:v>
                </c:pt>
                <c:pt idx="1631">
                  <c:v>#N/A</c:v>
                </c:pt>
                <c:pt idx="1632">
                  <c:v>#N/A</c:v>
                </c:pt>
                <c:pt idx="1633">
                  <c:v>#N/A</c:v>
                </c:pt>
                <c:pt idx="1634">
                  <c:v>#N/A</c:v>
                </c:pt>
                <c:pt idx="1635">
                  <c:v>#N/A</c:v>
                </c:pt>
                <c:pt idx="1636">
                  <c:v>#N/A</c:v>
                </c:pt>
                <c:pt idx="1637">
                  <c:v>#N/A</c:v>
                </c:pt>
                <c:pt idx="1638">
                  <c:v>#N/A</c:v>
                </c:pt>
                <c:pt idx="1639">
                  <c:v>#N/A</c:v>
                </c:pt>
                <c:pt idx="1640">
                  <c:v>#N/A</c:v>
                </c:pt>
                <c:pt idx="1641">
                  <c:v>#N/A</c:v>
                </c:pt>
                <c:pt idx="1642">
                  <c:v>#N/A</c:v>
                </c:pt>
                <c:pt idx="1643">
                  <c:v>#N/A</c:v>
                </c:pt>
                <c:pt idx="1644">
                  <c:v>#N/A</c:v>
                </c:pt>
                <c:pt idx="1645">
                  <c:v>#N/A</c:v>
                </c:pt>
                <c:pt idx="1646">
                  <c:v>#N/A</c:v>
                </c:pt>
                <c:pt idx="1647">
                  <c:v>#N/A</c:v>
                </c:pt>
                <c:pt idx="1648">
                  <c:v>#N/A</c:v>
                </c:pt>
                <c:pt idx="1649">
                  <c:v>#N/A</c:v>
                </c:pt>
                <c:pt idx="1650">
                  <c:v>#N/A</c:v>
                </c:pt>
                <c:pt idx="1651">
                  <c:v>#N/A</c:v>
                </c:pt>
                <c:pt idx="1652">
                  <c:v>#N/A</c:v>
                </c:pt>
                <c:pt idx="1653">
                  <c:v>#N/A</c:v>
                </c:pt>
                <c:pt idx="1654">
                  <c:v>#N/A</c:v>
                </c:pt>
                <c:pt idx="1655">
                  <c:v>#N/A</c:v>
                </c:pt>
                <c:pt idx="1656">
                  <c:v>#N/A</c:v>
                </c:pt>
                <c:pt idx="1657">
                  <c:v>#N/A</c:v>
                </c:pt>
                <c:pt idx="1658">
                  <c:v>#N/A</c:v>
                </c:pt>
                <c:pt idx="1659">
                  <c:v>#N/A</c:v>
                </c:pt>
                <c:pt idx="1660">
                  <c:v>#N/A</c:v>
                </c:pt>
                <c:pt idx="1661">
                  <c:v>#N/A</c:v>
                </c:pt>
                <c:pt idx="1662">
                  <c:v>#N/A</c:v>
                </c:pt>
                <c:pt idx="1663">
                  <c:v>#N/A</c:v>
                </c:pt>
                <c:pt idx="1664">
                  <c:v>#N/A</c:v>
                </c:pt>
                <c:pt idx="1665">
                  <c:v>#N/A</c:v>
                </c:pt>
                <c:pt idx="1666">
                  <c:v>#N/A</c:v>
                </c:pt>
                <c:pt idx="1667">
                  <c:v>#N/A</c:v>
                </c:pt>
                <c:pt idx="1668">
                  <c:v>#N/A</c:v>
                </c:pt>
                <c:pt idx="1669">
                  <c:v>#N/A</c:v>
                </c:pt>
                <c:pt idx="1670">
                  <c:v>#N/A</c:v>
                </c:pt>
                <c:pt idx="1671">
                  <c:v>#N/A</c:v>
                </c:pt>
                <c:pt idx="1672">
                  <c:v>#N/A</c:v>
                </c:pt>
                <c:pt idx="1673">
                  <c:v>#N/A</c:v>
                </c:pt>
                <c:pt idx="1674">
                  <c:v>#N/A</c:v>
                </c:pt>
                <c:pt idx="1675">
                  <c:v>#N/A</c:v>
                </c:pt>
                <c:pt idx="1676">
                  <c:v>#N/A</c:v>
                </c:pt>
                <c:pt idx="1677">
                  <c:v>#N/A</c:v>
                </c:pt>
                <c:pt idx="1678">
                  <c:v>#N/A</c:v>
                </c:pt>
                <c:pt idx="1679">
                  <c:v>#N/A</c:v>
                </c:pt>
                <c:pt idx="1680">
                  <c:v>#N/A</c:v>
                </c:pt>
                <c:pt idx="1681">
                  <c:v>#N/A</c:v>
                </c:pt>
                <c:pt idx="1682">
                  <c:v>#N/A</c:v>
                </c:pt>
                <c:pt idx="1683">
                  <c:v>#N/A</c:v>
                </c:pt>
                <c:pt idx="1684">
                  <c:v>#N/A</c:v>
                </c:pt>
                <c:pt idx="1685">
                  <c:v>#N/A</c:v>
                </c:pt>
                <c:pt idx="1686">
                  <c:v>#N/A</c:v>
                </c:pt>
                <c:pt idx="1687">
                  <c:v>#N/A</c:v>
                </c:pt>
                <c:pt idx="1688">
                  <c:v>#N/A</c:v>
                </c:pt>
                <c:pt idx="1689">
                  <c:v>#N/A</c:v>
                </c:pt>
                <c:pt idx="1690">
                  <c:v>#N/A</c:v>
                </c:pt>
                <c:pt idx="1691">
                  <c:v>#N/A</c:v>
                </c:pt>
                <c:pt idx="1692">
                  <c:v>#N/A</c:v>
                </c:pt>
                <c:pt idx="1693">
                  <c:v>#N/A</c:v>
                </c:pt>
                <c:pt idx="1694">
                  <c:v>#N/A</c:v>
                </c:pt>
                <c:pt idx="1695">
                  <c:v>#N/A</c:v>
                </c:pt>
                <c:pt idx="1696">
                  <c:v>#N/A</c:v>
                </c:pt>
                <c:pt idx="1697">
                  <c:v>#N/A</c:v>
                </c:pt>
                <c:pt idx="1698">
                  <c:v>#N/A</c:v>
                </c:pt>
                <c:pt idx="1699">
                  <c:v>#N/A</c:v>
                </c:pt>
                <c:pt idx="1700">
                  <c:v>#N/A</c:v>
                </c:pt>
                <c:pt idx="1701">
                  <c:v>#N/A</c:v>
                </c:pt>
                <c:pt idx="1702">
                  <c:v>#N/A</c:v>
                </c:pt>
                <c:pt idx="1703">
                  <c:v>#N/A</c:v>
                </c:pt>
                <c:pt idx="1704">
                  <c:v>#N/A</c:v>
                </c:pt>
                <c:pt idx="1705">
                  <c:v>#N/A</c:v>
                </c:pt>
                <c:pt idx="1706">
                  <c:v>#N/A</c:v>
                </c:pt>
                <c:pt idx="1707">
                  <c:v>#N/A</c:v>
                </c:pt>
                <c:pt idx="1708">
                  <c:v>#N/A</c:v>
                </c:pt>
                <c:pt idx="1709">
                  <c:v>#N/A</c:v>
                </c:pt>
                <c:pt idx="1710">
                  <c:v>#N/A</c:v>
                </c:pt>
                <c:pt idx="1711">
                  <c:v>#N/A</c:v>
                </c:pt>
                <c:pt idx="1712">
                  <c:v>#N/A</c:v>
                </c:pt>
                <c:pt idx="1713">
                  <c:v>#N/A</c:v>
                </c:pt>
                <c:pt idx="1714">
                  <c:v>#N/A</c:v>
                </c:pt>
                <c:pt idx="1715">
                  <c:v>#N/A</c:v>
                </c:pt>
                <c:pt idx="1716">
                  <c:v>#N/A</c:v>
                </c:pt>
                <c:pt idx="1717">
                  <c:v>#N/A</c:v>
                </c:pt>
                <c:pt idx="1718">
                  <c:v>#N/A</c:v>
                </c:pt>
                <c:pt idx="1719">
                  <c:v>#N/A</c:v>
                </c:pt>
                <c:pt idx="1720">
                  <c:v>#N/A</c:v>
                </c:pt>
                <c:pt idx="1721">
                  <c:v>#N/A</c:v>
                </c:pt>
                <c:pt idx="1722">
                  <c:v>#N/A</c:v>
                </c:pt>
                <c:pt idx="1723">
                  <c:v>#N/A</c:v>
                </c:pt>
                <c:pt idx="1724">
                  <c:v>#N/A</c:v>
                </c:pt>
                <c:pt idx="1725">
                  <c:v>#N/A</c:v>
                </c:pt>
                <c:pt idx="1726">
                  <c:v>#N/A</c:v>
                </c:pt>
                <c:pt idx="1727">
                  <c:v>#N/A</c:v>
                </c:pt>
                <c:pt idx="1728">
                  <c:v>#N/A</c:v>
                </c:pt>
                <c:pt idx="1729">
                  <c:v>#N/A</c:v>
                </c:pt>
                <c:pt idx="1730">
                  <c:v>#N/A</c:v>
                </c:pt>
                <c:pt idx="1731">
                  <c:v>#N/A</c:v>
                </c:pt>
                <c:pt idx="1732">
                  <c:v>#N/A</c:v>
                </c:pt>
                <c:pt idx="1733">
                  <c:v>#N/A</c:v>
                </c:pt>
                <c:pt idx="1734">
                  <c:v>#N/A</c:v>
                </c:pt>
                <c:pt idx="1735">
                  <c:v>#N/A</c:v>
                </c:pt>
                <c:pt idx="1736">
                  <c:v>#N/A</c:v>
                </c:pt>
                <c:pt idx="1737">
                  <c:v>#N/A</c:v>
                </c:pt>
                <c:pt idx="1738">
                  <c:v>#N/A</c:v>
                </c:pt>
                <c:pt idx="1739">
                  <c:v>#N/A</c:v>
                </c:pt>
                <c:pt idx="1740">
                  <c:v>#N/A</c:v>
                </c:pt>
                <c:pt idx="1741">
                  <c:v>#N/A</c:v>
                </c:pt>
                <c:pt idx="1742">
                  <c:v>#N/A</c:v>
                </c:pt>
                <c:pt idx="1743">
                  <c:v>#N/A</c:v>
                </c:pt>
                <c:pt idx="1744">
                  <c:v>#N/A</c:v>
                </c:pt>
                <c:pt idx="1745">
                  <c:v>#N/A</c:v>
                </c:pt>
                <c:pt idx="1746">
                  <c:v>#N/A</c:v>
                </c:pt>
                <c:pt idx="1747">
                  <c:v>#N/A</c:v>
                </c:pt>
                <c:pt idx="1748">
                  <c:v>#N/A</c:v>
                </c:pt>
                <c:pt idx="1749">
                  <c:v>#N/A</c:v>
                </c:pt>
                <c:pt idx="1750">
                  <c:v>#N/A</c:v>
                </c:pt>
                <c:pt idx="1751">
                  <c:v>#N/A</c:v>
                </c:pt>
                <c:pt idx="1752">
                  <c:v>#N/A</c:v>
                </c:pt>
                <c:pt idx="1753">
                  <c:v>#N/A</c:v>
                </c:pt>
                <c:pt idx="1754">
                  <c:v>#N/A</c:v>
                </c:pt>
                <c:pt idx="1755">
                  <c:v>#N/A</c:v>
                </c:pt>
                <c:pt idx="1756">
                  <c:v>#N/A</c:v>
                </c:pt>
                <c:pt idx="1757">
                  <c:v>#N/A</c:v>
                </c:pt>
                <c:pt idx="1758">
                  <c:v>#N/A</c:v>
                </c:pt>
                <c:pt idx="1759">
                  <c:v>#N/A</c:v>
                </c:pt>
                <c:pt idx="1760">
                  <c:v>#N/A</c:v>
                </c:pt>
                <c:pt idx="1761">
                  <c:v>#N/A</c:v>
                </c:pt>
                <c:pt idx="1762">
                  <c:v>#N/A</c:v>
                </c:pt>
                <c:pt idx="1763">
                  <c:v>#N/A</c:v>
                </c:pt>
                <c:pt idx="1764">
                  <c:v>#N/A</c:v>
                </c:pt>
                <c:pt idx="1765">
                  <c:v>#N/A</c:v>
                </c:pt>
                <c:pt idx="1766">
                  <c:v>#N/A</c:v>
                </c:pt>
                <c:pt idx="1767">
                  <c:v>#N/A</c:v>
                </c:pt>
                <c:pt idx="1768">
                  <c:v>#N/A</c:v>
                </c:pt>
                <c:pt idx="1769">
                  <c:v>#N/A</c:v>
                </c:pt>
                <c:pt idx="1770">
                  <c:v>#N/A</c:v>
                </c:pt>
                <c:pt idx="1771">
                  <c:v>#N/A</c:v>
                </c:pt>
                <c:pt idx="1772">
                  <c:v>#N/A</c:v>
                </c:pt>
                <c:pt idx="1773">
                  <c:v>#N/A</c:v>
                </c:pt>
                <c:pt idx="1774">
                  <c:v>#N/A</c:v>
                </c:pt>
                <c:pt idx="1775">
                  <c:v>#N/A</c:v>
                </c:pt>
                <c:pt idx="1776">
                  <c:v>#N/A</c:v>
                </c:pt>
                <c:pt idx="1777">
                  <c:v>#N/A</c:v>
                </c:pt>
                <c:pt idx="1778">
                  <c:v>#N/A</c:v>
                </c:pt>
                <c:pt idx="1779">
                  <c:v>#N/A</c:v>
                </c:pt>
                <c:pt idx="1780">
                  <c:v>#N/A</c:v>
                </c:pt>
                <c:pt idx="1781">
                  <c:v>#N/A</c:v>
                </c:pt>
                <c:pt idx="1782">
                  <c:v>#N/A</c:v>
                </c:pt>
                <c:pt idx="1783">
                  <c:v>#N/A</c:v>
                </c:pt>
                <c:pt idx="1784">
                  <c:v>#N/A</c:v>
                </c:pt>
                <c:pt idx="1785">
                  <c:v>#N/A</c:v>
                </c:pt>
                <c:pt idx="1786">
                  <c:v>#N/A</c:v>
                </c:pt>
                <c:pt idx="1787">
                  <c:v>#N/A</c:v>
                </c:pt>
                <c:pt idx="1788">
                  <c:v>#N/A</c:v>
                </c:pt>
                <c:pt idx="1789">
                  <c:v>#N/A</c:v>
                </c:pt>
                <c:pt idx="1790">
                  <c:v>#N/A</c:v>
                </c:pt>
                <c:pt idx="1791">
                  <c:v>#N/A</c:v>
                </c:pt>
                <c:pt idx="1792">
                  <c:v>#N/A</c:v>
                </c:pt>
                <c:pt idx="1793">
                  <c:v>#N/A</c:v>
                </c:pt>
                <c:pt idx="1794">
                  <c:v>#N/A</c:v>
                </c:pt>
                <c:pt idx="1795">
                  <c:v>#N/A</c:v>
                </c:pt>
                <c:pt idx="1796">
                  <c:v>#N/A</c:v>
                </c:pt>
                <c:pt idx="1797">
                  <c:v>#N/A</c:v>
                </c:pt>
                <c:pt idx="1798">
                  <c:v>#N/A</c:v>
                </c:pt>
                <c:pt idx="1799">
                  <c:v>#N/A</c:v>
                </c:pt>
                <c:pt idx="1800">
                  <c:v>#N/A</c:v>
                </c:pt>
                <c:pt idx="1801">
                  <c:v>#N/A</c:v>
                </c:pt>
                <c:pt idx="1802">
                  <c:v>#N/A</c:v>
                </c:pt>
                <c:pt idx="1803">
                  <c:v>#N/A</c:v>
                </c:pt>
                <c:pt idx="1804">
                  <c:v>#N/A</c:v>
                </c:pt>
                <c:pt idx="1805">
                  <c:v>#N/A</c:v>
                </c:pt>
                <c:pt idx="1806">
                  <c:v>#N/A</c:v>
                </c:pt>
                <c:pt idx="1807">
                  <c:v>#N/A</c:v>
                </c:pt>
                <c:pt idx="1808">
                  <c:v>#N/A</c:v>
                </c:pt>
                <c:pt idx="1809">
                  <c:v>#N/A</c:v>
                </c:pt>
                <c:pt idx="1810">
                  <c:v>#N/A</c:v>
                </c:pt>
                <c:pt idx="1811">
                  <c:v>#N/A</c:v>
                </c:pt>
                <c:pt idx="1812">
                  <c:v>#N/A</c:v>
                </c:pt>
                <c:pt idx="1813">
                  <c:v>#N/A</c:v>
                </c:pt>
                <c:pt idx="1814">
                  <c:v>#N/A</c:v>
                </c:pt>
                <c:pt idx="1815">
                  <c:v>#N/A</c:v>
                </c:pt>
                <c:pt idx="1816">
                  <c:v>#N/A</c:v>
                </c:pt>
                <c:pt idx="1817">
                  <c:v>#N/A</c:v>
                </c:pt>
                <c:pt idx="1818">
                  <c:v>#N/A</c:v>
                </c:pt>
                <c:pt idx="1819">
                  <c:v>#N/A</c:v>
                </c:pt>
                <c:pt idx="1820">
                  <c:v>#N/A</c:v>
                </c:pt>
                <c:pt idx="1821">
                  <c:v>#N/A</c:v>
                </c:pt>
                <c:pt idx="1822">
                  <c:v>#N/A</c:v>
                </c:pt>
                <c:pt idx="1823">
                  <c:v>#N/A</c:v>
                </c:pt>
                <c:pt idx="1824">
                  <c:v>#N/A</c:v>
                </c:pt>
                <c:pt idx="1825">
                  <c:v>#N/A</c:v>
                </c:pt>
                <c:pt idx="1826">
                  <c:v>#N/A</c:v>
                </c:pt>
                <c:pt idx="1827">
                  <c:v>#N/A</c:v>
                </c:pt>
                <c:pt idx="1828">
                  <c:v>#N/A</c:v>
                </c:pt>
                <c:pt idx="1829">
                  <c:v>#N/A</c:v>
                </c:pt>
                <c:pt idx="1830">
                  <c:v>#N/A</c:v>
                </c:pt>
                <c:pt idx="1831">
                  <c:v>#N/A</c:v>
                </c:pt>
                <c:pt idx="1832">
                  <c:v>#N/A</c:v>
                </c:pt>
                <c:pt idx="1833">
                  <c:v>#N/A</c:v>
                </c:pt>
                <c:pt idx="1834">
                  <c:v>#N/A</c:v>
                </c:pt>
                <c:pt idx="1835">
                  <c:v>#N/A</c:v>
                </c:pt>
                <c:pt idx="1836">
                  <c:v>#N/A</c:v>
                </c:pt>
                <c:pt idx="1837">
                  <c:v>#N/A</c:v>
                </c:pt>
                <c:pt idx="1838">
                  <c:v>#N/A</c:v>
                </c:pt>
                <c:pt idx="1839">
                  <c:v>#N/A</c:v>
                </c:pt>
                <c:pt idx="1840">
                  <c:v>#N/A</c:v>
                </c:pt>
                <c:pt idx="1841">
                  <c:v>#N/A</c:v>
                </c:pt>
                <c:pt idx="1842">
                  <c:v>#N/A</c:v>
                </c:pt>
                <c:pt idx="1843">
                  <c:v>#N/A</c:v>
                </c:pt>
                <c:pt idx="1844">
                  <c:v>#N/A</c:v>
                </c:pt>
                <c:pt idx="1845">
                  <c:v>#N/A</c:v>
                </c:pt>
                <c:pt idx="1846">
                  <c:v>#N/A</c:v>
                </c:pt>
                <c:pt idx="1847">
                  <c:v>#N/A</c:v>
                </c:pt>
                <c:pt idx="1848">
                  <c:v>#N/A</c:v>
                </c:pt>
                <c:pt idx="1849">
                  <c:v>#N/A</c:v>
                </c:pt>
                <c:pt idx="1850">
                  <c:v>#N/A</c:v>
                </c:pt>
                <c:pt idx="1851">
                  <c:v>#N/A</c:v>
                </c:pt>
                <c:pt idx="1852">
                  <c:v>#N/A</c:v>
                </c:pt>
                <c:pt idx="1853">
                  <c:v>#N/A</c:v>
                </c:pt>
                <c:pt idx="1854">
                  <c:v>#N/A</c:v>
                </c:pt>
                <c:pt idx="1855">
                  <c:v>#N/A</c:v>
                </c:pt>
                <c:pt idx="1856">
                  <c:v>#N/A</c:v>
                </c:pt>
                <c:pt idx="1857">
                  <c:v>#N/A</c:v>
                </c:pt>
                <c:pt idx="1858">
                  <c:v>#N/A</c:v>
                </c:pt>
                <c:pt idx="1859">
                  <c:v>#N/A</c:v>
                </c:pt>
                <c:pt idx="1860">
                  <c:v>#N/A</c:v>
                </c:pt>
                <c:pt idx="1861">
                  <c:v>#N/A</c:v>
                </c:pt>
                <c:pt idx="1862">
                  <c:v>#N/A</c:v>
                </c:pt>
                <c:pt idx="1863">
                  <c:v>#N/A</c:v>
                </c:pt>
                <c:pt idx="1864">
                  <c:v>#N/A</c:v>
                </c:pt>
                <c:pt idx="1865">
                  <c:v>#N/A</c:v>
                </c:pt>
                <c:pt idx="1866">
                  <c:v>#N/A</c:v>
                </c:pt>
                <c:pt idx="1867">
                  <c:v>#N/A</c:v>
                </c:pt>
                <c:pt idx="1868">
                  <c:v>#N/A</c:v>
                </c:pt>
                <c:pt idx="1869">
                  <c:v>#N/A</c:v>
                </c:pt>
                <c:pt idx="1870">
                  <c:v>#N/A</c:v>
                </c:pt>
                <c:pt idx="1871">
                  <c:v>#N/A</c:v>
                </c:pt>
                <c:pt idx="1872">
                  <c:v>#N/A</c:v>
                </c:pt>
                <c:pt idx="1873">
                  <c:v>#N/A</c:v>
                </c:pt>
                <c:pt idx="1874">
                  <c:v>#N/A</c:v>
                </c:pt>
                <c:pt idx="1875">
                  <c:v>#N/A</c:v>
                </c:pt>
                <c:pt idx="1876">
                  <c:v>#N/A</c:v>
                </c:pt>
                <c:pt idx="1877">
                  <c:v>#N/A</c:v>
                </c:pt>
                <c:pt idx="1878">
                  <c:v>#N/A</c:v>
                </c:pt>
                <c:pt idx="1879">
                  <c:v>#N/A</c:v>
                </c:pt>
                <c:pt idx="1880">
                  <c:v>#N/A</c:v>
                </c:pt>
                <c:pt idx="1881">
                  <c:v>#N/A</c:v>
                </c:pt>
                <c:pt idx="1882">
                  <c:v>#N/A</c:v>
                </c:pt>
                <c:pt idx="1883">
                  <c:v>#N/A</c:v>
                </c:pt>
                <c:pt idx="1884">
                  <c:v>#N/A</c:v>
                </c:pt>
                <c:pt idx="1885">
                  <c:v>#N/A</c:v>
                </c:pt>
                <c:pt idx="1886">
                  <c:v>#N/A</c:v>
                </c:pt>
                <c:pt idx="1887">
                  <c:v>#N/A</c:v>
                </c:pt>
                <c:pt idx="1888">
                  <c:v>#N/A</c:v>
                </c:pt>
                <c:pt idx="1889">
                  <c:v>#N/A</c:v>
                </c:pt>
                <c:pt idx="1890">
                  <c:v>#N/A</c:v>
                </c:pt>
                <c:pt idx="1891">
                  <c:v>#N/A</c:v>
                </c:pt>
                <c:pt idx="1892">
                  <c:v>#N/A</c:v>
                </c:pt>
                <c:pt idx="1893">
                  <c:v>#N/A</c:v>
                </c:pt>
                <c:pt idx="1894">
                  <c:v>#N/A</c:v>
                </c:pt>
                <c:pt idx="1895">
                  <c:v>#N/A</c:v>
                </c:pt>
                <c:pt idx="1896">
                  <c:v>#N/A</c:v>
                </c:pt>
                <c:pt idx="1897">
                  <c:v>#N/A</c:v>
                </c:pt>
                <c:pt idx="1898">
                  <c:v>#N/A</c:v>
                </c:pt>
                <c:pt idx="1899">
                  <c:v>#N/A</c:v>
                </c:pt>
                <c:pt idx="1900">
                  <c:v>#N/A</c:v>
                </c:pt>
                <c:pt idx="1901">
                  <c:v>#N/A</c:v>
                </c:pt>
                <c:pt idx="1902">
                  <c:v>#N/A</c:v>
                </c:pt>
                <c:pt idx="1903">
                  <c:v>#N/A</c:v>
                </c:pt>
                <c:pt idx="1904">
                  <c:v>#N/A</c:v>
                </c:pt>
                <c:pt idx="1905">
                  <c:v>#N/A</c:v>
                </c:pt>
                <c:pt idx="1906">
                  <c:v>#N/A</c:v>
                </c:pt>
                <c:pt idx="1907">
                  <c:v>#N/A</c:v>
                </c:pt>
                <c:pt idx="1908">
                  <c:v>#N/A</c:v>
                </c:pt>
                <c:pt idx="1909">
                  <c:v>#N/A</c:v>
                </c:pt>
                <c:pt idx="1910">
                  <c:v>#N/A</c:v>
                </c:pt>
                <c:pt idx="1911">
                  <c:v>#N/A</c:v>
                </c:pt>
                <c:pt idx="1912">
                  <c:v>#N/A</c:v>
                </c:pt>
                <c:pt idx="1913">
                  <c:v>#N/A</c:v>
                </c:pt>
                <c:pt idx="1914">
                  <c:v>#N/A</c:v>
                </c:pt>
                <c:pt idx="1915">
                  <c:v>#N/A</c:v>
                </c:pt>
                <c:pt idx="1916">
                  <c:v>#N/A</c:v>
                </c:pt>
                <c:pt idx="1917">
                  <c:v>#N/A</c:v>
                </c:pt>
                <c:pt idx="1918">
                  <c:v>#N/A</c:v>
                </c:pt>
                <c:pt idx="1919">
                  <c:v>#N/A</c:v>
                </c:pt>
                <c:pt idx="1920">
                  <c:v>#N/A</c:v>
                </c:pt>
                <c:pt idx="1921">
                  <c:v>#N/A</c:v>
                </c:pt>
                <c:pt idx="1922">
                  <c:v>#N/A</c:v>
                </c:pt>
                <c:pt idx="1923">
                  <c:v>#N/A</c:v>
                </c:pt>
                <c:pt idx="1924">
                  <c:v>#N/A</c:v>
                </c:pt>
                <c:pt idx="1925">
                  <c:v>#N/A</c:v>
                </c:pt>
                <c:pt idx="1926">
                  <c:v>#N/A</c:v>
                </c:pt>
                <c:pt idx="1927">
                  <c:v>#N/A</c:v>
                </c:pt>
                <c:pt idx="1928">
                  <c:v>#N/A</c:v>
                </c:pt>
                <c:pt idx="1929">
                  <c:v>#N/A</c:v>
                </c:pt>
                <c:pt idx="1930">
                  <c:v>#N/A</c:v>
                </c:pt>
                <c:pt idx="1931">
                  <c:v>#N/A</c:v>
                </c:pt>
                <c:pt idx="1932">
                  <c:v>#N/A</c:v>
                </c:pt>
                <c:pt idx="1933">
                  <c:v>#N/A</c:v>
                </c:pt>
                <c:pt idx="1934">
                  <c:v>#N/A</c:v>
                </c:pt>
                <c:pt idx="1935">
                  <c:v>#N/A</c:v>
                </c:pt>
                <c:pt idx="1936">
                  <c:v>#N/A</c:v>
                </c:pt>
                <c:pt idx="1937">
                  <c:v>#N/A</c:v>
                </c:pt>
                <c:pt idx="1938">
                  <c:v>#N/A</c:v>
                </c:pt>
                <c:pt idx="1939">
                  <c:v>#N/A</c:v>
                </c:pt>
                <c:pt idx="1940">
                  <c:v>#N/A</c:v>
                </c:pt>
                <c:pt idx="1941">
                  <c:v>#N/A</c:v>
                </c:pt>
                <c:pt idx="1942">
                  <c:v>#N/A</c:v>
                </c:pt>
                <c:pt idx="1943">
                  <c:v>#N/A</c:v>
                </c:pt>
                <c:pt idx="1944">
                  <c:v>#N/A</c:v>
                </c:pt>
                <c:pt idx="1945">
                  <c:v>#N/A</c:v>
                </c:pt>
                <c:pt idx="1946">
                  <c:v>#N/A</c:v>
                </c:pt>
                <c:pt idx="1947">
                  <c:v>#N/A</c:v>
                </c:pt>
                <c:pt idx="1948">
                  <c:v>#N/A</c:v>
                </c:pt>
                <c:pt idx="1949">
                  <c:v>#N/A</c:v>
                </c:pt>
                <c:pt idx="1950">
                  <c:v>#N/A</c:v>
                </c:pt>
                <c:pt idx="1951">
                  <c:v>#N/A</c:v>
                </c:pt>
                <c:pt idx="1952">
                  <c:v>#N/A</c:v>
                </c:pt>
                <c:pt idx="1953">
                  <c:v>#N/A</c:v>
                </c:pt>
                <c:pt idx="1954">
                  <c:v>#N/A</c:v>
                </c:pt>
                <c:pt idx="1955">
                  <c:v>#N/A</c:v>
                </c:pt>
                <c:pt idx="1956">
                  <c:v>#N/A</c:v>
                </c:pt>
                <c:pt idx="1957">
                  <c:v>#N/A</c:v>
                </c:pt>
                <c:pt idx="1958">
                  <c:v>#N/A</c:v>
                </c:pt>
                <c:pt idx="1959">
                  <c:v>#N/A</c:v>
                </c:pt>
                <c:pt idx="1960">
                  <c:v>#N/A</c:v>
                </c:pt>
                <c:pt idx="1961">
                  <c:v>#N/A</c:v>
                </c:pt>
                <c:pt idx="1962">
                  <c:v>#N/A</c:v>
                </c:pt>
                <c:pt idx="1963">
                  <c:v>#N/A</c:v>
                </c:pt>
                <c:pt idx="1964">
                  <c:v>#N/A</c:v>
                </c:pt>
                <c:pt idx="1965">
                  <c:v>#N/A</c:v>
                </c:pt>
                <c:pt idx="1966">
                  <c:v>#N/A</c:v>
                </c:pt>
                <c:pt idx="1967">
                  <c:v>#N/A</c:v>
                </c:pt>
                <c:pt idx="1968">
                  <c:v>#N/A</c:v>
                </c:pt>
                <c:pt idx="1969">
                  <c:v>#N/A</c:v>
                </c:pt>
                <c:pt idx="1970">
                  <c:v>#N/A</c:v>
                </c:pt>
                <c:pt idx="1971">
                  <c:v>#N/A</c:v>
                </c:pt>
                <c:pt idx="1972">
                  <c:v>#N/A</c:v>
                </c:pt>
                <c:pt idx="1973">
                  <c:v>#N/A</c:v>
                </c:pt>
                <c:pt idx="1974">
                  <c:v>#N/A</c:v>
                </c:pt>
                <c:pt idx="1975">
                  <c:v>#N/A</c:v>
                </c:pt>
                <c:pt idx="1976">
                  <c:v>#N/A</c:v>
                </c:pt>
                <c:pt idx="1977">
                  <c:v>#N/A</c:v>
                </c:pt>
                <c:pt idx="1978">
                  <c:v>#N/A</c:v>
                </c:pt>
                <c:pt idx="1979">
                  <c:v>#N/A</c:v>
                </c:pt>
                <c:pt idx="1980">
                  <c:v>#N/A</c:v>
                </c:pt>
                <c:pt idx="1981">
                  <c:v>#N/A</c:v>
                </c:pt>
                <c:pt idx="1982">
                  <c:v>#N/A</c:v>
                </c:pt>
                <c:pt idx="1983">
                  <c:v>#N/A</c:v>
                </c:pt>
                <c:pt idx="1984">
                  <c:v>#N/A</c:v>
                </c:pt>
                <c:pt idx="1985">
                  <c:v>#N/A</c:v>
                </c:pt>
                <c:pt idx="1986">
                  <c:v>#N/A</c:v>
                </c:pt>
                <c:pt idx="1987">
                  <c:v>#N/A</c:v>
                </c:pt>
                <c:pt idx="1988">
                  <c:v>#N/A</c:v>
                </c:pt>
                <c:pt idx="1989">
                  <c:v>#N/A</c:v>
                </c:pt>
                <c:pt idx="1990">
                  <c:v>#N/A</c:v>
                </c:pt>
                <c:pt idx="1991">
                  <c:v>#N/A</c:v>
                </c:pt>
                <c:pt idx="1992">
                  <c:v>#N/A</c:v>
                </c:pt>
                <c:pt idx="1993">
                  <c:v>#N/A</c:v>
                </c:pt>
                <c:pt idx="1994">
                  <c:v>#N/A</c:v>
                </c:pt>
                <c:pt idx="1995">
                  <c:v>#N/A</c:v>
                </c:pt>
                <c:pt idx="1996">
                  <c:v>#N/A</c:v>
                </c:pt>
                <c:pt idx="1997">
                  <c:v>#N/A</c:v>
                </c:pt>
                <c:pt idx="1998">
                  <c:v>#N/A</c:v>
                </c:pt>
                <c:pt idx="1999">
                  <c:v>#N/A</c:v>
                </c:pt>
                <c:pt idx="2000">
                  <c:v>#N/A</c:v>
                </c:pt>
                <c:pt idx="2001">
                  <c:v>#N/A</c:v>
                </c:pt>
                <c:pt idx="2002">
                  <c:v>#N/A</c:v>
                </c:pt>
                <c:pt idx="2003">
                  <c:v>#N/A</c:v>
                </c:pt>
                <c:pt idx="2004">
                  <c:v>#N/A</c:v>
                </c:pt>
                <c:pt idx="2005">
                  <c:v>#N/A</c:v>
                </c:pt>
                <c:pt idx="2006">
                  <c:v>#N/A</c:v>
                </c:pt>
                <c:pt idx="2007">
                  <c:v>#N/A</c:v>
                </c:pt>
                <c:pt idx="2008">
                  <c:v>#N/A</c:v>
                </c:pt>
                <c:pt idx="2009">
                  <c:v>#N/A</c:v>
                </c:pt>
                <c:pt idx="2010">
                  <c:v>#N/A</c:v>
                </c:pt>
                <c:pt idx="2011">
                  <c:v>#N/A</c:v>
                </c:pt>
                <c:pt idx="2012">
                  <c:v>#N/A</c:v>
                </c:pt>
                <c:pt idx="2013">
                  <c:v>#N/A</c:v>
                </c:pt>
                <c:pt idx="2014">
                  <c:v>#N/A</c:v>
                </c:pt>
                <c:pt idx="2015">
                  <c:v>#N/A</c:v>
                </c:pt>
                <c:pt idx="2016">
                  <c:v>#N/A</c:v>
                </c:pt>
                <c:pt idx="2017">
                  <c:v>#N/A</c:v>
                </c:pt>
                <c:pt idx="2018">
                  <c:v>#N/A</c:v>
                </c:pt>
                <c:pt idx="2019">
                  <c:v>#N/A</c:v>
                </c:pt>
                <c:pt idx="2020">
                  <c:v>#N/A</c:v>
                </c:pt>
                <c:pt idx="2021">
                  <c:v>#N/A</c:v>
                </c:pt>
                <c:pt idx="2022">
                  <c:v>#N/A</c:v>
                </c:pt>
                <c:pt idx="2023">
                  <c:v>#N/A</c:v>
                </c:pt>
                <c:pt idx="2024">
                  <c:v>#N/A</c:v>
                </c:pt>
                <c:pt idx="2025">
                  <c:v>#N/A</c:v>
                </c:pt>
                <c:pt idx="2026">
                  <c:v>#N/A</c:v>
                </c:pt>
                <c:pt idx="2027">
                  <c:v>#N/A</c:v>
                </c:pt>
                <c:pt idx="2028">
                  <c:v>#N/A</c:v>
                </c:pt>
                <c:pt idx="2029">
                  <c:v>#N/A</c:v>
                </c:pt>
                <c:pt idx="2030">
                  <c:v>#N/A</c:v>
                </c:pt>
                <c:pt idx="2031">
                  <c:v>#N/A</c:v>
                </c:pt>
                <c:pt idx="2032">
                  <c:v>#N/A</c:v>
                </c:pt>
                <c:pt idx="2033">
                  <c:v>#N/A</c:v>
                </c:pt>
                <c:pt idx="2034">
                  <c:v>#N/A</c:v>
                </c:pt>
                <c:pt idx="2035">
                  <c:v>#N/A</c:v>
                </c:pt>
                <c:pt idx="2036">
                  <c:v>#N/A</c:v>
                </c:pt>
                <c:pt idx="2037">
                  <c:v>#N/A</c:v>
                </c:pt>
                <c:pt idx="2038">
                  <c:v>#N/A</c:v>
                </c:pt>
                <c:pt idx="2039">
                  <c:v>#N/A</c:v>
                </c:pt>
                <c:pt idx="2040">
                  <c:v>#N/A</c:v>
                </c:pt>
                <c:pt idx="2041">
                  <c:v>#N/A</c:v>
                </c:pt>
                <c:pt idx="2042">
                  <c:v>#N/A</c:v>
                </c:pt>
                <c:pt idx="2043">
                  <c:v>#N/A</c:v>
                </c:pt>
                <c:pt idx="2044">
                  <c:v>#N/A</c:v>
                </c:pt>
                <c:pt idx="2045">
                  <c:v>#N/A</c:v>
                </c:pt>
                <c:pt idx="2046">
                  <c:v>#N/A</c:v>
                </c:pt>
                <c:pt idx="2047">
                  <c:v>#N/A</c:v>
                </c:pt>
                <c:pt idx="2048">
                  <c:v>#N/A</c:v>
                </c:pt>
                <c:pt idx="2049">
                  <c:v>#N/A</c:v>
                </c:pt>
                <c:pt idx="2050">
                  <c:v>#N/A</c:v>
                </c:pt>
                <c:pt idx="2051">
                  <c:v>#N/A</c:v>
                </c:pt>
                <c:pt idx="2052">
                  <c:v>#N/A</c:v>
                </c:pt>
                <c:pt idx="2053">
                  <c:v>#N/A</c:v>
                </c:pt>
                <c:pt idx="2054">
                  <c:v>#N/A</c:v>
                </c:pt>
                <c:pt idx="2055">
                  <c:v>#N/A</c:v>
                </c:pt>
                <c:pt idx="2056">
                  <c:v>#N/A</c:v>
                </c:pt>
                <c:pt idx="2057">
                  <c:v>#N/A</c:v>
                </c:pt>
                <c:pt idx="2058">
                  <c:v>#N/A</c:v>
                </c:pt>
                <c:pt idx="2059">
                  <c:v>#N/A</c:v>
                </c:pt>
                <c:pt idx="2060">
                  <c:v>#N/A</c:v>
                </c:pt>
                <c:pt idx="2061">
                  <c:v>#N/A</c:v>
                </c:pt>
                <c:pt idx="2062">
                  <c:v>#N/A</c:v>
                </c:pt>
                <c:pt idx="2063">
                  <c:v>#N/A</c:v>
                </c:pt>
                <c:pt idx="2064">
                  <c:v>#N/A</c:v>
                </c:pt>
                <c:pt idx="2065">
                  <c:v>#N/A</c:v>
                </c:pt>
                <c:pt idx="2066">
                  <c:v>#N/A</c:v>
                </c:pt>
                <c:pt idx="2067">
                  <c:v>#N/A</c:v>
                </c:pt>
                <c:pt idx="2068">
                  <c:v>#N/A</c:v>
                </c:pt>
                <c:pt idx="2069">
                  <c:v>#N/A</c:v>
                </c:pt>
                <c:pt idx="2070">
                  <c:v>#N/A</c:v>
                </c:pt>
                <c:pt idx="2071">
                  <c:v>#N/A</c:v>
                </c:pt>
                <c:pt idx="2072">
                  <c:v>#N/A</c:v>
                </c:pt>
                <c:pt idx="2073">
                  <c:v>#N/A</c:v>
                </c:pt>
                <c:pt idx="2074">
                  <c:v>#N/A</c:v>
                </c:pt>
                <c:pt idx="2075">
                  <c:v>#N/A</c:v>
                </c:pt>
                <c:pt idx="2076">
                  <c:v>#N/A</c:v>
                </c:pt>
                <c:pt idx="2077">
                  <c:v>#N/A</c:v>
                </c:pt>
                <c:pt idx="2078">
                  <c:v>#N/A</c:v>
                </c:pt>
                <c:pt idx="2079">
                  <c:v>#N/A</c:v>
                </c:pt>
                <c:pt idx="2080">
                  <c:v>#N/A</c:v>
                </c:pt>
                <c:pt idx="2081">
                  <c:v>#N/A</c:v>
                </c:pt>
                <c:pt idx="2082">
                  <c:v>#N/A</c:v>
                </c:pt>
                <c:pt idx="2083">
                  <c:v>#N/A</c:v>
                </c:pt>
                <c:pt idx="2084">
                  <c:v>#N/A</c:v>
                </c:pt>
                <c:pt idx="2085">
                  <c:v>#N/A</c:v>
                </c:pt>
                <c:pt idx="2086">
                  <c:v>#N/A</c:v>
                </c:pt>
                <c:pt idx="2087">
                  <c:v>#N/A</c:v>
                </c:pt>
                <c:pt idx="2088">
                  <c:v>#N/A</c:v>
                </c:pt>
                <c:pt idx="2089">
                  <c:v>#N/A</c:v>
                </c:pt>
                <c:pt idx="2090">
                  <c:v>#N/A</c:v>
                </c:pt>
                <c:pt idx="2091">
                  <c:v>#N/A</c:v>
                </c:pt>
                <c:pt idx="2092">
                  <c:v>#N/A</c:v>
                </c:pt>
                <c:pt idx="2093">
                  <c:v>#N/A</c:v>
                </c:pt>
                <c:pt idx="2094">
                  <c:v>#N/A</c:v>
                </c:pt>
                <c:pt idx="2095">
                  <c:v>#N/A</c:v>
                </c:pt>
                <c:pt idx="2096">
                  <c:v>#N/A</c:v>
                </c:pt>
                <c:pt idx="2097">
                  <c:v>#N/A</c:v>
                </c:pt>
                <c:pt idx="2098">
                  <c:v>#N/A</c:v>
                </c:pt>
                <c:pt idx="2099">
                  <c:v>#N/A</c:v>
                </c:pt>
                <c:pt idx="2100">
                  <c:v>#N/A</c:v>
                </c:pt>
                <c:pt idx="2101">
                  <c:v>#N/A</c:v>
                </c:pt>
                <c:pt idx="2102">
                  <c:v>#N/A</c:v>
                </c:pt>
                <c:pt idx="2103">
                  <c:v>#N/A</c:v>
                </c:pt>
                <c:pt idx="2104">
                  <c:v>#N/A</c:v>
                </c:pt>
                <c:pt idx="2105">
                  <c:v>#N/A</c:v>
                </c:pt>
                <c:pt idx="2106">
                  <c:v>#N/A</c:v>
                </c:pt>
                <c:pt idx="2107">
                  <c:v>#N/A</c:v>
                </c:pt>
                <c:pt idx="2108">
                  <c:v>#N/A</c:v>
                </c:pt>
                <c:pt idx="2109">
                  <c:v>#N/A</c:v>
                </c:pt>
                <c:pt idx="2110">
                  <c:v>#N/A</c:v>
                </c:pt>
                <c:pt idx="2111">
                  <c:v>#N/A</c:v>
                </c:pt>
                <c:pt idx="2112">
                  <c:v>#N/A</c:v>
                </c:pt>
                <c:pt idx="2113">
                  <c:v>#N/A</c:v>
                </c:pt>
                <c:pt idx="2114">
                  <c:v>#N/A</c:v>
                </c:pt>
                <c:pt idx="2115">
                  <c:v>#N/A</c:v>
                </c:pt>
                <c:pt idx="2116">
                  <c:v>#N/A</c:v>
                </c:pt>
                <c:pt idx="2117">
                  <c:v>#N/A</c:v>
                </c:pt>
                <c:pt idx="2118">
                  <c:v>#N/A</c:v>
                </c:pt>
                <c:pt idx="2119">
                  <c:v>#N/A</c:v>
                </c:pt>
                <c:pt idx="2120">
                  <c:v>#N/A</c:v>
                </c:pt>
                <c:pt idx="2121">
                  <c:v>#N/A</c:v>
                </c:pt>
                <c:pt idx="2122">
                  <c:v>#N/A</c:v>
                </c:pt>
                <c:pt idx="2123">
                  <c:v>#N/A</c:v>
                </c:pt>
                <c:pt idx="2124">
                  <c:v>#N/A</c:v>
                </c:pt>
                <c:pt idx="2125">
                  <c:v>#N/A</c:v>
                </c:pt>
                <c:pt idx="2126">
                  <c:v>#N/A</c:v>
                </c:pt>
                <c:pt idx="2127">
                  <c:v>#N/A</c:v>
                </c:pt>
                <c:pt idx="2128">
                  <c:v>#N/A</c:v>
                </c:pt>
                <c:pt idx="2129">
                  <c:v>#N/A</c:v>
                </c:pt>
                <c:pt idx="2130">
                  <c:v>#N/A</c:v>
                </c:pt>
                <c:pt idx="2131">
                  <c:v>#N/A</c:v>
                </c:pt>
                <c:pt idx="2132">
                  <c:v>#N/A</c:v>
                </c:pt>
                <c:pt idx="2133">
                  <c:v>#N/A</c:v>
                </c:pt>
                <c:pt idx="2134">
                  <c:v>#N/A</c:v>
                </c:pt>
                <c:pt idx="2135">
                  <c:v>#N/A</c:v>
                </c:pt>
                <c:pt idx="2136">
                  <c:v>#N/A</c:v>
                </c:pt>
                <c:pt idx="2137">
                  <c:v>#N/A</c:v>
                </c:pt>
                <c:pt idx="2138">
                  <c:v>#N/A</c:v>
                </c:pt>
                <c:pt idx="2139">
                  <c:v>#N/A</c:v>
                </c:pt>
                <c:pt idx="2140">
                  <c:v>#N/A</c:v>
                </c:pt>
                <c:pt idx="2141">
                  <c:v>#N/A</c:v>
                </c:pt>
                <c:pt idx="2142">
                  <c:v>#N/A</c:v>
                </c:pt>
                <c:pt idx="2143">
                  <c:v>#N/A</c:v>
                </c:pt>
                <c:pt idx="2144">
                  <c:v>#N/A</c:v>
                </c:pt>
                <c:pt idx="2145">
                  <c:v>#N/A</c:v>
                </c:pt>
                <c:pt idx="2146">
                  <c:v>#N/A</c:v>
                </c:pt>
                <c:pt idx="2147">
                  <c:v>#N/A</c:v>
                </c:pt>
                <c:pt idx="2148">
                  <c:v>#N/A</c:v>
                </c:pt>
                <c:pt idx="2149">
                  <c:v>#N/A</c:v>
                </c:pt>
                <c:pt idx="2150">
                  <c:v>#N/A</c:v>
                </c:pt>
                <c:pt idx="2151">
                  <c:v>#N/A</c:v>
                </c:pt>
                <c:pt idx="2152">
                  <c:v>#N/A</c:v>
                </c:pt>
                <c:pt idx="2153">
                  <c:v>#N/A</c:v>
                </c:pt>
                <c:pt idx="2154">
                  <c:v>#N/A</c:v>
                </c:pt>
                <c:pt idx="2155">
                  <c:v>#N/A</c:v>
                </c:pt>
                <c:pt idx="2156">
                  <c:v>#N/A</c:v>
                </c:pt>
                <c:pt idx="2157">
                  <c:v>#N/A</c:v>
                </c:pt>
                <c:pt idx="2158">
                  <c:v>#N/A</c:v>
                </c:pt>
                <c:pt idx="2159">
                  <c:v>#N/A</c:v>
                </c:pt>
                <c:pt idx="2160">
                  <c:v>#N/A</c:v>
                </c:pt>
                <c:pt idx="2161">
                  <c:v>#N/A</c:v>
                </c:pt>
                <c:pt idx="2162">
                  <c:v>#N/A</c:v>
                </c:pt>
                <c:pt idx="2163">
                  <c:v>#N/A</c:v>
                </c:pt>
                <c:pt idx="2164">
                  <c:v>#N/A</c:v>
                </c:pt>
                <c:pt idx="2165">
                  <c:v>#N/A</c:v>
                </c:pt>
                <c:pt idx="2166">
                  <c:v>#N/A</c:v>
                </c:pt>
                <c:pt idx="2167">
                  <c:v>#N/A</c:v>
                </c:pt>
                <c:pt idx="2168">
                  <c:v>#N/A</c:v>
                </c:pt>
                <c:pt idx="2169">
                  <c:v>#N/A</c:v>
                </c:pt>
                <c:pt idx="2170">
                  <c:v>#N/A</c:v>
                </c:pt>
                <c:pt idx="2171">
                  <c:v>#N/A</c:v>
                </c:pt>
                <c:pt idx="2172">
                  <c:v>#N/A</c:v>
                </c:pt>
                <c:pt idx="2173">
                  <c:v>#N/A</c:v>
                </c:pt>
                <c:pt idx="2174">
                  <c:v>#N/A</c:v>
                </c:pt>
                <c:pt idx="2175">
                  <c:v>#N/A</c:v>
                </c:pt>
                <c:pt idx="2176">
                  <c:v>#N/A</c:v>
                </c:pt>
                <c:pt idx="2177">
                  <c:v>#N/A</c:v>
                </c:pt>
                <c:pt idx="2178">
                  <c:v>#N/A</c:v>
                </c:pt>
                <c:pt idx="2179">
                  <c:v>#N/A</c:v>
                </c:pt>
                <c:pt idx="2180">
                  <c:v>#N/A</c:v>
                </c:pt>
                <c:pt idx="2181">
                  <c:v>#N/A</c:v>
                </c:pt>
                <c:pt idx="2182">
                  <c:v>#N/A</c:v>
                </c:pt>
                <c:pt idx="2183">
                  <c:v>#N/A</c:v>
                </c:pt>
                <c:pt idx="2184">
                  <c:v>#N/A</c:v>
                </c:pt>
                <c:pt idx="2185">
                  <c:v>#N/A</c:v>
                </c:pt>
                <c:pt idx="2186">
                  <c:v>#N/A</c:v>
                </c:pt>
                <c:pt idx="2187">
                  <c:v>#N/A</c:v>
                </c:pt>
                <c:pt idx="2188">
                  <c:v>#N/A</c:v>
                </c:pt>
                <c:pt idx="2189">
                  <c:v>#N/A</c:v>
                </c:pt>
                <c:pt idx="2190">
                  <c:v>#N/A</c:v>
                </c:pt>
                <c:pt idx="2191">
                  <c:v>#N/A</c:v>
                </c:pt>
                <c:pt idx="2192">
                  <c:v>#N/A</c:v>
                </c:pt>
                <c:pt idx="2193">
                  <c:v>#N/A</c:v>
                </c:pt>
                <c:pt idx="2194">
                  <c:v>#N/A</c:v>
                </c:pt>
                <c:pt idx="2195">
                  <c:v>#N/A</c:v>
                </c:pt>
                <c:pt idx="2196">
                  <c:v>#N/A</c:v>
                </c:pt>
                <c:pt idx="2197">
                  <c:v>#N/A</c:v>
                </c:pt>
                <c:pt idx="2198">
                  <c:v>#N/A</c:v>
                </c:pt>
                <c:pt idx="2199">
                  <c:v>#N/A</c:v>
                </c:pt>
                <c:pt idx="2200">
                  <c:v>#N/A</c:v>
                </c:pt>
                <c:pt idx="2201">
                  <c:v>#N/A</c:v>
                </c:pt>
                <c:pt idx="2202">
                  <c:v>#N/A</c:v>
                </c:pt>
                <c:pt idx="2203">
                  <c:v>#N/A</c:v>
                </c:pt>
                <c:pt idx="2204">
                  <c:v>#N/A</c:v>
                </c:pt>
                <c:pt idx="2205">
                  <c:v>#N/A</c:v>
                </c:pt>
                <c:pt idx="2206">
                  <c:v>#N/A</c:v>
                </c:pt>
                <c:pt idx="2207">
                  <c:v>#N/A</c:v>
                </c:pt>
                <c:pt idx="2208">
                  <c:v>#N/A</c:v>
                </c:pt>
                <c:pt idx="2209">
                  <c:v>#N/A</c:v>
                </c:pt>
                <c:pt idx="2210">
                  <c:v>#N/A</c:v>
                </c:pt>
                <c:pt idx="2211">
                  <c:v>#N/A</c:v>
                </c:pt>
                <c:pt idx="2212">
                  <c:v>#N/A</c:v>
                </c:pt>
                <c:pt idx="2213">
                  <c:v>#N/A</c:v>
                </c:pt>
                <c:pt idx="2214">
                  <c:v>#N/A</c:v>
                </c:pt>
                <c:pt idx="2215">
                  <c:v>#N/A</c:v>
                </c:pt>
                <c:pt idx="2216">
                  <c:v>#N/A</c:v>
                </c:pt>
                <c:pt idx="2217">
                  <c:v>#N/A</c:v>
                </c:pt>
                <c:pt idx="2218">
                  <c:v>#N/A</c:v>
                </c:pt>
                <c:pt idx="2219">
                  <c:v>#N/A</c:v>
                </c:pt>
                <c:pt idx="2220">
                  <c:v>#N/A</c:v>
                </c:pt>
                <c:pt idx="2221">
                  <c:v>#N/A</c:v>
                </c:pt>
                <c:pt idx="2222">
                  <c:v>#N/A</c:v>
                </c:pt>
                <c:pt idx="2223">
                  <c:v>#N/A</c:v>
                </c:pt>
                <c:pt idx="2224">
                  <c:v>#N/A</c:v>
                </c:pt>
                <c:pt idx="2225">
                  <c:v>#N/A</c:v>
                </c:pt>
                <c:pt idx="2226">
                  <c:v>#N/A</c:v>
                </c:pt>
                <c:pt idx="2227">
                  <c:v>#N/A</c:v>
                </c:pt>
                <c:pt idx="2228">
                  <c:v>#N/A</c:v>
                </c:pt>
                <c:pt idx="2229">
                  <c:v>#N/A</c:v>
                </c:pt>
                <c:pt idx="2230">
                  <c:v>#N/A</c:v>
                </c:pt>
                <c:pt idx="2231">
                  <c:v>#N/A</c:v>
                </c:pt>
                <c:pt idx="2232">
                  <c:v>#N/A</c:v>
                </c:pt>
                <c:pt idx="2233">
                  <c:v>#N/A</c:v>
                </c:pt>
                <c:pt idx="2234">
                  <c:v>#N/A</c:v>
                </c:pt>
                <c:pt idx="2235">
                  <c:v>#N/A</c:v>
                </c:pt>
                <c:pt idx="2236">
                  <c:v>#N/A</c:v>
                </c:pt>
                <c:pt idx="2237">
                  <c:v>#N/A</c:v>
                </c:pt>
                <c:pt idx="2238">
                  <c:v>#N/A</c:v>
                </c:pt>
                <c:pt idx="2239">
                  <c:v>#N/A</c:v>
                </c:pt>
                <c:pt idx="2240">
                  <c:v>#N/A</c:v>
                </c:pt>
                <c:pt idx="2241">
                  <c:v>#N/A</c:v>
                </c:pt>
                <c:pt idx="2242">
                  <c:v>#N/A</c:v>
                </c:pt>
                <c:pt idx="2243">
                  <c:v>#N/A</c:v>
                </c:pt>
                <c:pt idx="2244">
                  <c:v>#N/A</c:v>
                </c:pt>
                <c:pt idx="2245">
                  <c:v>#N/A</c:v>
                </c:pt>
                <c:pt idx="2246">
                  <c:v>#N/A</c:v>
                </c:pt>
                <c:pt idx="2247">
                  <c:v>#N/A</c:v>
                </c:pt>
                <c:pt idx="2248">
                  <c:v>#N/A</c:v>
                </c:pt>
                <c:pt idx="2249">
                  <c:v>#N/A</c:v>
                </c:pt>
                <c:pt idx="2250">
                  <c:v>#N/A</c:v>
                </c:pt>
                <c:pt idx="2251">
                  <c:v>#N/A</c:v>
                </c:pt>
                <c:pt idx="2252">
                  <c:v>#N/A</c:v>
                </c:pt>
                <c:pt idx="2253">
                  <c:v>#N/A</c:v>
                </c:pt>
                <c:pt idx="2254">
                  <c:v>#N/A</c:v>
                </c:pt>
                <c:pt idx="2255">
                  <c:v>#N/A</c:v>
                </c:pt>
                <c:pt idx="2256">
                  <c:v>#N/A</c:v>
                </c:pt>
                <c:pt idx="2257">
                  <c:v>#N/A</c:v>
                </c:pt>
                <c:pt idx="2258">
                  <c:v>#N/A</c:v>
                </c:pt>
                <c:pt idx="2259">
                  <c:v>#N/A</c:v>
                </c:pt>
                <c:pt idx="2260">
                  <c:v>#N/A</c:v>
                </c:pt>
                <c:pt idx="2261">
                  <c:v>#N/A</c:v>
                </c:pt>
                <c:pt idx="2262">
                  <c:v>#N/A</c:v>
                </c:pt>
                <c:pt idx="2263">
                  <c:v>#N/A</c:v>
                </c:pt>
                <c:pt idx="2264">
                  <c:v>#N/A</c:v>
                </c:pt>
                <c:pt idx="2265">
                  <c:v>#N/A</c:v>
                </c:pt>
                <c:pt idx="2266">
                  <c:v>#N/A</c:v>
                </c:pt>
                <c:pt idx="2267">
                  <c:v>#N/A</c:v>
                </c:pt>
                <c:pt idx="2268">
                  <c:v>#N/A</c:v>
                </c:pt>
                <c:pt idx="2269">
                  <c:v>#N/A</c:v>
                </c:pt>
                <c:pt idx="2270">
                  <c:v>#N/A</c:v>
                </c:pt>
                <c:pt idx="2271">
                  <c:v>#N/A</c:v>
                </c:pt>
                <c:pt idx="2272">
                  <c:v>#N/A</c:v>
                </c:pt>
                <c:pt idx="2273">
                  <c:v>#N/A</c:v>
                </c:pt>
                <c:pt idx="2274">
                  <c:v>#N/A</c:v>
                </c:pt>
                <c:pt idx="2275">
                  <c:v>#N/A</c:v>
                </c:pt>
                <c:pt idx="2276">
                  <c:v>#N/A</c:v>
                </c:pt>
                <c:pt idx="2277">
                  <c:v>#N/A</c:v>
                </c:pt>
                <c:pt idx="2278">
                  <c:v>#N/A</c:v>
                </c:pt>
                <c:pt idx="2279">
                  <c:v>#N/A</c:v>
                </c:pt>
                <c:pt idx="2280">
                  <c:v>#N/A</c:v>
                </c:pt>
                <c:pt idx="2281">
                  <c:v>#N/A</c:v>
                </c:pt>
                <c:pt idx="2282">
                  <c:v>#N/A</c:v>
                </c:pt>
                <c:pt idx="2283">
                  <c:v>#N/A</c:v>
                </c:pt>
                <c:pt idx="2284">
                  <c:v>#N/A</c:v>
                </c:pt>
                <c:pt idx="2285">
                  <c:v>#N/A</c:v>
                </c:pt>
                <c:pt idx="2286">
                  <c:v>#N/A</c:v>
                </c:pt>
                <c:pt idx="2287">
                  <c:v>#N/A</c:v>
                </c:pt>
                <c:pt idx="2288">
                  <c:v>#N/A</c:v>
                </c:pt>
                <c:pt idx="2289">
                  <c:v>#N/A</c:v>
                </c:pt>
                <c:pt idx="2290">
                  <c:v>#N/A</c:v>
                </c:pt>
                <c:pt idx="2291">
                  <c:v>#N/A</c:v>
                </c:pt>
                <c:pt idx="2292">
                  <c:v>#N/A</c:v>
                </c:pt>
                <c:pt idx="2293">
                  <c:v>#N/A</c:v>
                </c:pt>
                <c:pt idx="2294">
                  <c:v>#N/A</c:v>
                </c:pt>
                <c:pt idx="2295">
                  <c:v>#N/A</c:v>
                </c:pt>
                <c:pt idx="2296">
                  <c:v>#N/A</c:v>
                </c:pt>
                <c:pt idx="2297">
                  <c:v>#N/A</c:v>
                </c:pt>
                <c:pt idx="2298">
                  <c:v>#N/A</c:v>
                </c:pt>
                <c:pt idx="2299">
                  <c:v>#N/A</c:v>
                </c:pt>
                <c:pt idx="2300">
                  <c:v>#N/A</c:v>
                </c:pt>
                <c:pt idx="2301">
                  <c:v>#N/A</c:v>
                </c:pt>
                <c:pt idx="2302">
                  <c:v>#N/A</c:v>
                </c:pt>
                <c:pt idx="2303">
                  <c:v>#N/A</c:v>
                </c:pt>
                <c:pt idx="2304">
                  <c:v>#N/A</c:v>
                </c:pt>
                <c:pt idx="2305">
                  <c:v>#N/A</c:v>
                </c:pt>
                <c:pt idx="2306">
                  <c:v>#N/A</c:v>
                </c:pt>
                <c:pt idx="2307">
                  <c:v>#N/A</c:v>
                </c:pt>
                <c:pt idx="2308">
                  <c:v>#N/A</c:v>
                </c:pt>
                <c:pt idx="2309">
                  <c:v>#N/A</c:v>
                </c:pt>
                <c:pt idx="2310">
                  <c:v>#N/A</c:v>
                </c:pt>
                <c:pt idx="2311">
                  <c:v>#N/A</c:v>
                </c:pt>
                <c:pt idx="2312">
                  <c:v>#N/A</c:v>
                </c:pt>
                <c:pt idx="2313">
                  <c:v>#N/A</c:v>
                </c:pt>
                <c:pt idx="2314">
                  <c:v>#N/A</c:v>
                </c:pt>
                <c:pt idx="2315">
                  <c:v>#N/A</c:v>
                </c:pt>
                <c:pt idx="2316">
                  <c:v>#N/A</c:v>
                </c:pt>
                <c:pt idx="2317">
                  <c:v>#N/A</c:v>
                </c:pt>
                <c:pt idx="2318">
                  <c:v>#N/A</c:v>
                </c:pt>
                <c:pt idx="2319">
                  <c:v>#N/A</c:v>
                </c:pt>
                <c:pt idx="2320">
                  <c:v>#N/A</c:v>
                </c:pt>
                <c:pt idx="2321">
                  <c:v>#N/A</c:v>
                </c:pt>
                <c:pt idx="2322">
                  <c:v>#N/A</c:v>
                </c:pt>
                <c:pt idx="2323">
                  <c:v>#N/A</c:v>
                </c:pt>
                <c:pt idx="2324">
                  <c:v>#N/A</c:v>
                </c:pt>
                <c:pt idx="2325">
                  <c:v>#N/A</c:v>
                </c:pt>
                <c:pt idx="2326">
                  <c:v>#N/A</c:v>
                </c:pt>
                <c:pt idx="2327">
                  <c:v>#N/A</c:v>
                </c:pt>
                <c:pt idx="2328">
                  <c:v>#N/A</c:v>
                </c:pt>
                <c:pt idx="2329">
                  <c:v>#N/A</c:v>
                </c:pt>
                <c:pt idx="2330">
                  <c:v>#N/A</c:v>
                </c:pt>
                <c:pt idx="2331">
                  <c:v>#N/A</c:v>
                </c:pt>
                <c:pt idx="2332">
                  <c:v>#N/A</c:v>
                </c:pt>
                <c:pt idx="2333">
                  <c:v>#N/A</c:v>
                </c:pt>
                <c:pt idx="2334">
                  <c:v>#N/A</c:v>
                </c:pt>
                <c:pt idx="2335">
                  <c:v>#N/A</c:v>
                </c:pt>
                <c:pt idx="2336">
                  <c:v>#N/A</c:v>
                </c:pt>
                <c:pt idx="2337">
                  <c:v>#N/A</c:v>
                </c:pt>
                <c:pt idx="2338">
                  <c:v>#N/A</c:v>
                </c:pt>
                <c:pt idx="2339">
                  <c:v>#N/A</c:v>
                </c:pt>
                <c:pt idx="2340">
                  <c:v>#N/A</c:v>
                </c:pt>
                <c:pt idx="2341">
                  <c:v>#N/A</c:v>
                </c:pt>
                <c:pt idx="2342">
                  <c:v>#N/A</c:v>
                </c:pt>
                <c:pt idx="2343">
                  <c:v>#N/A</c:v>
                </c:pt>
                <c:pt idx="2344">
                  <c:v>#N/A</c:v>
                </c:pt>
                <c:pt idx="2345">
                  <c:v>#N/A</c:v>
                </c:pt>
                <c:pt idx="2346">
                  <c:v>#N/A</c:v>
                </c:pt>
                <c:pt idx="2347">
                  <c:v>#N/A</c:v>
                </c:pt>
                <c:pt idx="2348">
                  <c:v>#N/A</c:v>
                </c:pt>
                <c:pt idx="2349">
                  <c:v>#N/A</c:v>
                </c:pt>
                <c:pt idx="2350">
                  <c:v>#N/A</c:v>
                </c:pt>
                <c:pt idx="2351">
                  <c:v>#N/A</c:v>
                </c:pt>
                <c:pt idx="2352">
                  <c:v>#N/A</c:v>
                </c:pt>
                <c:pt idx="2353">
                  <c:v>#N/A</c:v>
                </c:pt>
                <c:pt idx="2354">
                  <c:v>#N/A</c:v>
                </c:pt>
                <c:pt idx="2355">
                  <c:v>#N/A</c:v>
                </c:pt>
                <c:pt idx="2356">
                  <c:v>#N/A</c:v>
                </c:pt>
                <c:pt idx="2357">
                  <c:v>#N/A</c:v>
                </c:pt>
                <c:pt idx="2358">
                  <c:v>#N/A</c:v>
                </c:pt>
                <c:pt idx="2359">
                  <c:v>#N/A</c:v>
                </c:pt>
                <c:pt idx="2360">
                  <c:v>#N/A</c:v>
                </c:pt>
                <c:pt idx="2361">
                  <c:v>#N/A</c:v>
                </c:pt>
                <c:pt idx="2362">
                  <c:v>#N/A</c:v>
                </c:pt>
                <c:pt idx="2363">
                  <c:v>#N/A</c:v>
                </c:pt>
                <c:pt idx="2364">
                  <c:v>#N/A</c:v>
                </c:pt>
                <c:pt idx="2365">
                  <c:v>#N/A</c:v>
                </c:pt>
                <c:pt idx="2366">
                  <c:v>#N/A</c:v>
                </c:pt>
                <c:pt idx="2367">
                  <c:v>#N/A</c:v>
                </c:pt>
                <c:pt idx="2368">
                  <c:v>#N/A</c:v>
                </c:pt>
                <c:pt idx="2369">
                  <c:v>#N/A</c:v>
                </c:pt>
                <c:pt idx="2370">
                  <c:v>#N/A</c:v>
                </c:pt>
                <c:pt idx="2371">
                  <c:v>#N/A</c:v>
                </c:pt>
                <c:pt idx="2372">
                  <c:v>#N/A</c:v>
                </c:pt>
                <c:pt idx="2373">
                  <c:v>#N/A</c:v>
                </c:pt>
                <c:pt idx="2374">
                  <c:v>#N/A</c:v>
                </c:pt>
                <c:pt idx="2375">
                  <c:v>#N/A</c:v>
                </c:pt>
                <c:pt idx="2376">
                  <c:v>#N/A</c:v>
                </c:pt>
                <c:pt idx="2377">
                  <c:v>#N/A</c:v>
                </c:pt>
                <c:pt idx="2378">
                  <c:v>#N/A</c:v>
                </c:pt>
                <c:pt idx="2379">
                  <c:v>#N/A</c:v>
                </c:pt>
                <c:pt idx="2380">
                  <c:v>#N/A</c:v>
                </c:pt>
                <c:pt idx="2381">
                  <c:v>#N/A</c:v>
                </c:pt>
                <c:pt idx="2382">
                  <c:v>#N/A</c:v>
                </c:pt>
                <c:pt idx="2383">
                  <c:v>#N/A</c:v>
                </c:pt>
                <c:pt idx="2384">
                  <c:v>#N/A</c:v>
                </c:pt>
                <c:pt idx="2385">
                  <c:v>#N/A</c:v>
                </c:pt>
                <c:pt idx="2386">
                  <c:v>#N/A</c:v>
                </c:pt>
                <c:pt idx="2387">
                  <c:v>#N/A</c:v>
                </c:pt>
                <c:pt idx="2388">
                  <c:v>#N/A</c:v>
                </c:pt>
                <c:pt idx="2389">
                  <c:v>#N/A</c:v>
                </c:pt>
                <c:pt idx="2390">
                  <c:v>#N/A</c:v>
                </c:pt>
                <c:pt idx="2391">
                  <c:v>#N/A</c:v>
                </c:pt>
                <c:pt idx="2392">
                  <c:v>#N/A</c:v>
                </c:pt>
                <c:pt idx="2393">
                  <c:v>#N/A</c:v>
                </c:pt>
                <c:pt idx="2394">
                  <c:v>#N/A</c:v>
                </c:pt>
                <c:pt idx="2395">
                  <c:v>#N/A</c:v>
                </c:pt>
                <c:pt idx="2396">
                  <c:v>#N/A</c:v>
                </c:pt>
                <c:pt idx="2397">
                  <c:v>#N/A</c:v>
                </c:pt>
                <c:pt idx="2398">
                  <c:v>#N/A</c:v>
                </c:pt>
                <c:pt idx="2399">
                  <c:v>#N/A</c:v>
                </c:pt>
                <c:pt idx="2400">
                  <c:v>#N/A</c:v>
                </c:pt>
                <c:pt idx="2401">
                  <c:v>#N/A</c:v>
                </c:pt>
                <c:pt idx="2402">
                  <c:v>#N/A</c:v>
                </c:pt>
                <c:pt idx="2403">
                  <c:v>#N/A</c:v>
                </c:pt>
                <c:pt idx="2404">
                  <c:v>#N/A</c:v>
                </c:pt>
                <c:pt idx="2405">
                  <c:v>#N/A</c:v>
                </c:pt>
                <c:pt idx="2406">
                  <c:v>#N/A</c:v>
                </c:pt>
                <c:pt idx="2407">
                  <c:v>#N/A</c:v>
                </c:pt>
                <c:pt idx="2408">
                  <c:v>#N/A</c:v>
                </c:pt>
                <c:pt idx="2409">
                  <c:v>#N/A</c:v>
                </c:pt>
                <c:pt idx="2410">
                  <c:v>#N/A</c:v>
                </c:pt>
                <c:pt idx="2411">
                  <c:v>#N/A</c:v>
                </c:pt>
                <c:pt idx="2412">
                  <c:v>#N/A</c:v>
                </c:pt>
                <c:pt idx="2413">
                  <c:v>#N/A</c:v>
                </c:pt>
                <c:pt idx="2414">
                  <c:v>#N/A</c:v>
                </c:pt>
                <c:pt idx="2415">
                  <c:v>#N/A</c:v>
                </c:pt>
                <c:pt idx="2416">
                  <c:v>#N/A</c:v>
                </c:pt>
                <c:pt idx="2417">
                  <c:v>#N/A</c:v>
                </c:pt>
                <c:pt idx="2418">
                  <c:v>#N/A</c:v>
                </c:pt>
                <c:pt idx="2419">
                  <c:v>#N/A</c:v>
                </c:pt>
                <c:pt idx="2420">
                  <c:v>#N/A</c:v>
                </c:pt>
                <c:pt idx="2421">
                  <c:v>#N/A</c:v>
                </c:pt>
                <c:pt idx="2422">
                  <c:v>#N/A</c:v>
                </c:pt>
                <c:pt idx="2423">
                  <c:v>#N/A</c:v>
                </c:pt>
                <c:pt idx="2424">
                  <c:v>#N/A</c:v>
                </c:pt>
                <c:pt idx="2425">
                  <c:v>#N/A</c:v>
                </c:pt>
                <c:pt idx="2426">
                  <c:v>#N/A</c:v>
                </c:pt>
                <c:pt idx="2427">
                  <c:v>#N/A</c:v>
                </c:pt>
                <c:pt idx="2428">
                  <c:v>#N/A</c:v>
                </c:pt>
                <c:pt idx="2429">
                  <c:v>#N/A</c:v>
                </c:pt>
                <c:pt idx="2430">
                  <c:v>#N/A</c:v>
                </c:pt>
                <c:pt idx="2431">
                  <c:v>#N/A</c:v>
                </c:pt>
                <c:pt idx="2432">
                  <c:v>#N/A</c:v>
                </c:pt>
                <c:pt idx="2433">
                  <c:v>#N/A</c:v>
                </c:pt>
                <c:pt idx="2434">
                  <c:v>#N/A</c:v>
                </c:pt>
                <c:pt idx="2435">
                  <c:v>#N/A</c:v>
                </c:pt>
                <c:pt idx="2436">
                  <c:v>#N/A</c:v>
                </c:pt>
                <c:pt idx="2437">
                  <c:v>#N/A</c:v>
                </c:pt>
                <c:pt idx="2438">
                  <c:v>#N/A</c:v>
                </c:pt>
                <c:pt idx="2439">
                  <c:v>#N/A</c:v>
                </c:pt>
                <c:pt idx="2440">
                  <c:v>#N/A</c:v>
                </c:pt>
                <c:pt idx="2441">
                  <c:v>#N/A</c:v>
                </c:pt>
                <c:pt idx="2442">
                  <c:v>#N/A</c:v>
                </c:pt>
                <c:pt idx="2443">
                  <c:v>#N/A</c:v>
                </c:pt>
                <c:pt idx="2444">
                  <c:v>#N/A</c:v>
                </c:pt>
                <c:pt idx="2445">
                  <c:v>#N/A</c:v>
                </c:pt>
                <c:pt idx="2446">
                  <c:v>#N/A</c:v>
                </c:pt>
                <c:pt idx="2447">
                  <c:v>#N/A</c:v>
                </c:pt>
                <c:pt idx="2448">
                  <c:v>#N/A</c:v>
                </c:pt>
                <c:pt idx="2449">
                  <c:v>#N/A</c:v>
                </c:pt>
                <c:pt idx="2450">
                  <c:v>#N/A</c:v>
                </c:pt>
                <c:pt idx="2451">
                  <c:v>#N/A</c:v>
                </c:pt>
                <c:pt idx="2452">
                  <c:v>#N/A</c:v>
                </c:pt>
                <c:pt idx="2453">
                  <c:v>#N/A</c:v>
                </c:pt>
                <c:pt idx="2454">
                  <c:v>#N/A</c:v>
                </c:pt>
                <c:pt idx="2455">
                  <c:v>#N/A</c:v>
                </c:pt>
                <c:pt idx="2456">
                  <c:v>#N/A</c:v>
                </c:pt>
                <c:pt idx="2457">
                  <c:v>#N/A</c:v>
                </c:pt>
                <c:pt idx="2458">
                  <c:v>#N/A</c:v>
                </c:pt>
                <c:pt idx="2459">
                  <c:v>#N/A</c:v>
                </c:pt>
                <c:pt idx="2460">
                  <c:v>#N/A</c:v>
                </c:pt>
                <c:pt idx="2461">
                  <c:v>#N/A</c:v>
                </c:pt>
                <c:pt idx="2462">
                  <c:v>#N/A</c:v>
                </c:pt>
                <c:pt idx="2463">
                  <c:v>#N/A</c:v>
                </c:pt>
                <c:pt idx="2464">
                  <c:v>#N/A</c:v>
                </c:pt>
                <c:pt idx="2465">
                  <c:v>#N/A</c:v>
                </c:pt>
                <c:pt idx="2466">
                  <c:v>#N/A</c:v>
                </c:pt>
                <c:pt idx="2467">
                  <c:v>#N/A</c:v>
                </c:pt>
                <c:pt idx="2468">
                  <c:v>#N/A</c:v>
                </c:pt>
                <c:pt idx="2469">
                  <c:v>#N/A</c:v>
                </c:pt>
                <c:pt idx="2470">
                  <c:v>#N/A</c:v>
                </c:pt>
                <c:pt idx="2471">
                  <c:v>#N/A</c:v>
                </c:pt>
                <c:pt idx="2472">
                  <c:v>#N/A</c:v>
                </c:pt>
                <c:pt idx="2473">
                  <c:v>#N/A</c:v>
                </c:pt>
                <c:pt idx="2474">
                  <c:v>#N/A</c:v>
                </c:pt>
                <c:pt idx="2475">
                  <c:v>#N/A</c:v>
                </c:pt>
                <c:pt idx="2476">
                  <c:v>#N/A</c:v>
                </c:pt>
                <c:pt idx="2477">
                  <c:v>#N/A</c:v>
                </c:pt>
                <c:pt idx="2478">
                  <c:v>#N/A</c:v>
                </c:pt>
                <c:pt idx="2479">
                  <c:v>#N/A</c:v>
                </c:pt>
                <c:pt idx="2480">
                  <c:v>#N/A</c:v>
                </c:pt>
                <c:pt idx="2481">
                  <c:v>#N/A</c:v>
                </c:pt>
                <c:pt idx="2482">
                  <c:v>#N/A</c:v>
                </c:pt>
                <c:pt idx="2483">
                  <c:v>#N/A</c:v>
                </c:pt>
                <c:pt idx="2484">
                  <c:v>#N/A</c:v>
                </c:pt>
                <c:pt idx="2485">
                  <c:v>#N/A</c:v>
                </c:pt>
                <c:pt idx="2486">
                  <c:v>#N/A</c:v>
                </c:pt>
                <c:pt idx="2487">
                  <c:v>#N/A</c:v>
                </c:pt>
                <c:pt idx="2488">
                  <c:v>#N/A</c:v>
                </c:pt>
                <c:pt idx="2489">
                  <c:v>#N/A</c:v>
                </c:pt>
                <c:pt idx="2490">
                  <c:v>#N/A</c:v>
                </c:pt>
                <c:pt idx="2491">
                  <c:v>#N/A</c:v>
                </c:pt>
                <c:pt idx="2492">
                  <c:v>#N/A</c:v>
                </c:pt>
                <c:pt idx="2493">
                  <c:v>#N/A</c:v>
                </c:pt>
                <c:pt idx="2494">
                  <c:v>#N/A</c:v>
                </c:pt>
                <c:pt idx="2495">
                  <c:v>#N/A</c:v>
                </c:pt>
                <c:pt idx="2496">
                  <c:v>#N/A</c:v>
                </c:pt>
                <c:pt idx="2497">
                  <c:v>#N/A</c:v>
                </c:pt>
                <c:pt idx="2498">
                  <c:v>#N/A</c:v>
                </c:pt>
                <c:pt idx="2499">
                  <c:v>#N/A</c:v>
                </c:pt>
                <c:pt idx="2500">
                  <c:v>#N/A</c:v>
                </c:pt>
                <c:pt idx="2501">
                  <c:v>#N/A</c:v>
                </c:pt>
                <c:pt idx="2502">
                  <c:v>#N/A</c:v>
                </c:pt>
                <c:pt idx="2503">
                  <c:v>#N/A</c:v>
                </c:pt>
                <c:pt idx="2504">
                  <c:v>#N/A</c:v>
                </c:pt>
                <c:pt idx="2505">
                  <c:v>#N/A</c:v>
                </c:pt>
                <c:pt idx="2506">
                  <c:v>#N/A</c:v>
                </c:pt>
                <c:pt idx="2507">
                  <c:v>#N/A</c:v>
                </c:pt>
                <c:pt idx="2508">
                  <c:v>#N/A</c:v>
                </c:pt>
                <c:pt idx="2509">
                  <c:v>#N/A</c:v>
                </c:pt>
                <c:pt idx="2510">
                  <c:v>#N/A</c:v>
                </c:pt>
                <c:pt idx="2511">
                  <c:v>#N/A</c:v>
                </c:pt>
                <c:pt idx="2512">
                  <c:v>#N/A</c:v>
                </c:pt>
                <c:pt idx="2513">
                  <c:v>#N/A</c:v>
                </c:pt>
                <c:pt idx="2514">
                  <c:v>#N/A</c:v>
                </c:pt>
                <c:pt idx="2515">
                  <c:v>#N/A</c:v>
                </c:pt>
                <c:pt idx="2516">
                  <c:v>#N/A</c:v>
                </c:pt>
                <c:pt idx="2517">
                  <c:v>#N/A</c:v>
                </c:pt>
                <c:pt idx="2518">
                  <c:v>#N/A</c:v>
                </c:pt>
                <c:pt idx="2519">
                  <c:v>#N/A</c:v>
                </c:pt>
                <c:pt idx="2520">
                  <c:v>#N/A</c:v>
                </c:pt>
                <c:pt idx="2521">
                  <c:v>#N/A</c:v>
                </c:pt>
                <c:pt idx="2522">
                  <c:v>#N/A</c:v>
                </c:pt>
                <c:pt idx="2523">
                  <c:v>#N/A</c:v>
                </c:pt>
                <c:pt idx="2524">
                  <c:v>#N/A</c:v>
                </c:pt>
                <c:pt idx="2525">
                  <c:v>#N/A</c:v>
                </c:pt>
                <c:pt idx="2526">
                  <c:v>#N/A</c:v>
                </c:pt>
                <c:pt idx="2527">
                  <c:v>#N/A</c:v>
                </c:pt>
                <c:pt idx="2528">
                  <c:v>#N/A</c:v>
                </c:pt>
                <c:pt idx="2529">
                  <c:v>#N/A</c:v>
                </c:pt>
                <c:pt idx="2530">
                  <c:v>#N/A</c:v>
                </c:pt>
                <c:pt idx="2531">
                  <c:v>#N/A</c:v>
                </c:pt>
                <c:pt idx="2532">
                  <c:v>#N/A</c:v>
                </c:pt>
                <c:pt idx="2533">
                  <c:v>#N/A</c:v>
                </c:pt>
                <c:pt idx="2534">
                  <c:v>#N/A</c:v>
                </c:pt>
                <c:pt idx="2535">
                  <c:v>#N/A</c:v>
                </c:pt>
                <c:pt idx="2536">
                  <c:v>#N/A</c:v>
                </c:pt>
                <c:pt idx="2537">
                  <c:v>#N/A</c:v>
                </c:pt>
                <c:pt idx="2538">
                  <c:v>#N/A</c:v>
                </c:pt>
                <c:pt idx="2539">
                  <c:v>#N/A</c:v>
                </c:pt>
                <c:pt idx="2540">
                  <c:v>#N/A</c:v>
                </c:pt>
                <c:pt idx="2541">
                  <c:v>#N/A</c:v>
                </c:pt>
                <c:pt idx="2542">
                  <c:v>#N/A</c:v>
                </c:pt>
                <c:pt idx="2543">
                  <c:v>#N/A</c:v>
                </c:pt>
                <c:pt idx="2544">
                  <c:v>#N/A</c:v>
                </c:pt>
                <c:pt idx="2545">
                  <c:v>#N/A</c:v>
                </c:pt>
                <c:pt idx="2546">
                  <c:v>#N/A</c:v>
                </c:pt>
                <c:pt idx="2547">
                  <c:v>#N/A</c:v>
                </c:pt>
                <c:pt idx="2548">
                  <c:v>#N/A</c:v>
                </c:pt>
                <c:pt idx="2549">
                  <c:v>#N/A</c:v>
                </c:pt>
                <c:pt idx="2550">
                  <c:v>#N/A</c:v>
                </c:pt>
                <c:pt idx="2551">
                  <c:v>#N/A</c:v>
                </c:pt>
                <c:pt idx="2552">
                  <c:v>#N/A</c:v>
                </c:pt>
                <c:pt idx="2553">
                  <c:v>#N/A</c:v>
                </c:pt>
                <c:pt idx="2554">
                  <c:v>#N/A</c:v>
                </c:pt>
                <c:pt idx="2555">
                  <c:v>#N/A</c:v>
                </c:pt>
                <c:pt idx="2556">
                  <c:v>#N/A</c:v>
                </c:pt>
                <c:pt idx="2557">
                  <c:v>#N/A</c:v>
                </c:pt>
                <c:pt idx="2558">
                  <c:v>#N/A</c:v>
                </c:pt>
                <c:pt idx="2559">
                  <c:v>#N/A</c:v>
                </c:pt>
                <c:pt idx="2560">
                  <c:v>#N/A</c:v>
                </c:pt>
                <c:pt idx="2561">
                  <c:v>#N/A</c:v>
                </c:pt>
                <c:pt idx="2562">
                  <c:v>#N/A</c:v>
                </c:pt>
                <c:pt idx="2563">
                  <c:v>#N/A</c:v>
                </c:pt>
                <c:pt idx="2564">
                  <c:v>#N/A</c:v>
                </c:pt>
                <c:pt idx="2565">
                  <c:v>#N/A</c:v>
                </c:pt>
                <c:pt idx="2566">
                  <c:v>#N/A</c:v>
                </c:pt>
                <c:pt idx="2567">
                  <c:v>#N/A</c:v>
                </c:pt>
                <c:pt idx="2568">
                  <c:v>#N/A</c:v>
                </c:pt>
                <c:pt idx="2569">
                  <c:v>#N/A</c:v>
                </c:pt>
                <c:pt idx="2570">
                  <c:v>#N/A</c:v>
                </c:pt>
                <c:pt idx="2571">
                  <c:v>#N/A</c:v>
                </c:pt>
                <c:pt idx="2572">
                  <c:v>#N/A</c:v>
                </c:pt>
                <c:pt idx="2573">
                  <c:v>#N/A</c:v>
                </c:pt>
                <c:pt idx="2574">
                  <c:v>#N/A</c:v>
                </c:pt>
                <c:pt idx="2575">
                  <c:v>#N/A</c:v>
                </c:pt>
                <c:pt idx="2576">
                  <c:v>#N/A</c:v>
                </c:pt>
                <c:pt idx="2577">
                  <c:v>#N/A</c:v>
                </c:pt>
                <c:pt idx="2578">
                  <c:v>#N/A</c:v>
                </c:pt>
                <c:pt idx="2579">
                  <c:v>#N/A</c:v>
                </c:pt>
                <c:pt idx="2580">
                  <c:v>#N/A</c:v>
                </c:pt>
                <c:pt idx="2581">
                  <c:v>#N/A</c:v>
                </c:pt>
                <c:pt idx="2582">
                  <c:v>#N/A</c:v>
                </c:pt>
                <c:pt idx="2583">
                  <c:v>#N/A</c:v>
                </c:pt>
                <c:pt idx="2584">
                  <c:v>#N/A</c:v>
                </c:pt>
                <c:pt idx="2585">
                  <c:v>#N/A</c:v>
                </c:pt>
                <c:pt idx="2586">
                  <c:v>#N/A</c:v>
                </c:pt>
                <c:pt idx="2587">
                  <c:v>#N/A</c:v>
                </c:pt>
                <c:pt idx="2588">
                  <c:v>#N/A</c:v>
                </c:pt>
                <c:pt idx="2589">
                  <c:v>#N/A</c:v>
                </c:pt>
                <c:pt idx="2590">
                  <c:v>#N/A</c:v>
                </c:pt>
                <c:pt idx="2591">
                  <c:v>#N/A</c:v>
                </c:pt>
                <c:pt idx="2592">
                  <c:v>#N/A</c:v>
                </c:pt>
                <c:pt idx="2593">
                  <c:v>#N/A</c:v>
                </c:pt>
                <c:pt idx="2594">
                  <c:v>#N/A</c:v>
                </c:pt>
                <c:pt idx="2595">
                  <c:v>#N/A</c:v>
                </c:pt>
                <c:pt idx="2596">
                  <c:v>#N/A</c:v>
                </c:pt>
                <c:pt idx="2597">
                  <c:v>#N/A</c:v>
                </c:pt>
                <c:pt idx="2598">
                  <c:v>#N/A</c:v>
                </c:pt>
                <c:pt idx="2599">
                  <c:v>#N/A</c:v>
                </c:pt>
                <c:pt idx="2600">
                  <c:v>#N/A</c:v>
                </c:pt>
                <c:pt idx="2601">
                  <c:v>#N/A</c:v>
                </c:pt>
                <c:pt idx="2602">
                  <c:v>#N/A</c:v>
                </c:pt>
                <c:pt idx="2603">
                  <c:v>#N/A</c:v>
                </c:pt>
                <c:pt idx="2604">
                  <c:v>#N/A</c:v>
                </c:pt>
                <c:pt idx="2605">
                  <c:v>#N/A</c:v>
                </c:pt>
                <c:pt idx="2606">
                  <c:v>#N/A</c:v>
                </c:pt>
                <c:pt idx="2607">
                  <c:v>#N/A</c:v>
                </c:pt>
                <c:pt idx="2608">
                  <c:v>#N/A</c:v>
                </c:pt>
                <c:pt idx="2609">
                  <c:v>#N/A</c:v>
                </c:pt>
                <c:pt idx="2610">
                  <c:v>#N/A</c:v>
                </c:pt>
                <c:pt idx="2611">
                  <c:v>#N/A</c:v>
                </c:pt>
                <c:pt idx="2612">
                  <c:v>#N/A</c:v>
                </c:pt>
                <c:pt idx="2613">
                  <c:v>#N/A</c:v>
                </c:pt>
                <c:pt idx="2614">
                  <c:v>#N/A</c:v>
                </c:pt>
                <c:pt idx="2615">
                  <c:v>#N/A</c:v>
                </c:pt>
                <c:pt idx="2616">
                  <c:v>#N/A</c:v>
                </c:pt>
                <c:pt idx="2617">
                  <c:v>#N/A</c:v>
                </c:pt>
                <c:pt idx="2618">
                  <c:v>#N/A</c:v>
                </c:pt>
                <c:pt idx="2619">
                  <c:v>#N/A</c:v>
                </c:pt>
                <c:pt idx="2620">
                  <c:v>#N/A</c:v>
                </c:pt>
                <c:pt idx="2621">
                  <c:v>#N/A</c:v>
                </c:pt>
                <c:pt idx="2622">
                  <c:v>#N/A</c:v>
                </c:pt>
                <c:pt idx="2623">
                  <c:v>#N/A</c:v>
                </c:pt>
                <c:pt idx="2624">
                  <c:v>#N/A</c:v>
                </c:pt>
                <c:pt idx="2625">
                  <c:v>#N/A</c:v>
                </c:pt>
                <c:pt idx="2626">
                  <c:v>#N/A</c:v>
                </c:pt>
                <c:pt idx="2627">
                  <c:v>#N/A</c:v>
                </c:pt>
                <c:pt idx="2628">
                  <c:v>#N/A</c:v>
                </c:pt>
                <c:pt idx="2629">
                  <c:v>#N/A</c:v>
                </c:pt>
                <c:pt idx="2630">
                  <c:v>#N/A</c:v>
                </c:pt>
                <c:pt idx="2631">
                  <c:v>#N/A</c:v>
                </c:pt>
                <c:pt idx="2632">
                  <c:v>#N/A</c:v>
                </c:pt>
                <c:pt idx="2633">
                  <c:v>#N/A</c:v>
                </c:pt>
                <c:pt idx="2634">
                  <c:v>#N/A</c:v>
                </c:pt>
                <c:pt idx="2635">
                  <c:v>#N/A</c:v>
                </c:pt>
                <c:pt idx="2636">
                  <c:v>#N/A</c:v>
                </c:pt>
                <c:pt idx="2637">
                  <c:v>#N/A</c:v>
                </c:pt>
                <c:pt idx="2638">
                  <c:v>#N/A</c:v>
                </c:pt>
                <c:pt idx="2639">
                  <c:v>#N/A</c:v>
                </c:pt>
                <c:pt idx="2640">
                  <c:v>#N/A</c:v>
                </c:pt>
                <c:pt idx="2641">
                  <c:v>#N/A</c:v>
                </c:pt>
                <c:pt idx="2642">
                  <c:v>#N/A</c:v>
                </c:pt>
                <c:pt idx="2643">
                  <c:v>#N/A</c:v>
                </c:pt>
                <c:pt idx="2644">
                  <c:v>#N/A</c:v>
                </c:pt>
                <c:pt idx="2645">
                  <c:v>#N/A</c:v>
                </c:pt>
                <c:pt idx="2646">
                  <c:v>#N/A</c:v>
                </c:pt>
                <c:pt idx="2647">
                  <c:v>#N/A</c:v>
                </c:pt>
                <c:pt idx="2648">
                  <c:v>#N/A</c:v>
                </c:pt>
                <c:pt idx="2649">
                  <c:v>#N/A</c:v>
                </c:pt>
                <c:pt idx="2650">
                  <c:v>#N/A</c:v>
                </c:pt>
                <c:pt idx="2651">
                  <c:v>#N/A</c:v>
                </c:pt>
                <c:pt idx="2652">
                  <c:v>#N/A</c:v>
                </c:pt>
                <c:pt idx="2653">
                  <c:v>#N/A</c:v>
                </c:pt>
                <c:pt idx="2654">
                  <c:v>#N/A</c:v>
                </c:pt>
                <c:pt idx="2655">
                  <c:v>#N/A</c:v>
                </c:pt>
                <c:pt idx="2656">
                  <c:v>#N/A</c:v>
                </c:pt>
                <c:pt idx="2657">
                  <c:v>#N/A</c:v>
                </c:pt>
                <c:pt idx="2658">
                  <c:v>#N/A</c:v>
                </c:pt>
                <c:pt idx="2659">
                  <c:v>#N/A</c:v>
                </c:pt>
                <c:pt idx="2660">
                  <c:v>#N/A</c:v>
                </c:pt>
                <c:pt idx="2661">
                  <c:v>#N/A</c:v>
                </c:pt>
                <c:pt idx="2662">
                  <c:v>#N/A</c:v>
                </c:pt>
                <c:pt idx="2663">
                  <c:v>#N/A</c:v>
                </c:pt>
                <c:pt idx="2664">
                  <c:v>#N/A</c:v>
                </c:pt>
                <c:pt idx="2665">
                  <c:v>#N/A</c:v>
                </c:pt>
                <c:pt idx="2666">
                  <c:v>#N/A</c:v>
                </c:pt>
                <c:pt idx="2667">
                  <c:v>#N/A</c:v>
                </c:pt>
                <c:pt idx="2668">
                  <c:v>#N/A</c:v>
                </c:pt>
                <c:pt idx="2669">
                  <c:v>#N/A</c:v>
                </c:pt>
                <c:pt idx="2670">
                  <c:v>#N/A</c:v>
                </c:pt>
                <c:pt idx="2671">
                  <c:v>#N/A</c:v>
                </c:pt>
                <c:pt idx="2672">
                  <c:v>#N/A</c:v>
                </c:pt>
                <c:pt idx="2673">
                  <c:v>#N/A</c:v>
                </c:pt>
                <c:pt idx="2674">
                  <c:v>#N/A</c:v>
                </c:pt>
                <c:pt idx="2675">
                  <c:v>#N/A</c:v>
                </c:pt>
                <c:pt idx="2676">
                  <c:v>#N/A</c:v>
                </c:pt>
                <c:pt idx="2677">
                  <c:v>#N/A</c:v>
                </c:pt>
                <c:pt idx="2678">
                  <c:v>#N/A</c:v>
                </c:pt>
                <c:pt idx="2679">
                  <c:v>#N/A</c:v>
                </c:pt>
                <c:pt idx="2680">
                  <c:v>#N/A</c:v>
                </c:pt>
                <c:pt idx="2681">
                  <c:v>#N/A</c:v>
                </c:pt>
                <c:pt idx="2682">
                  <c:v>#N/A</c:v>
                </c:pt>
                <c:pt idx="2683">
                  <c:v>#N/A</c:v>
                </c:pt>
                <c:pt idx="2684">
                  <c:v>#N/A</c:v>
                </c:pt>
                <c:pt idx="2685">
                  <c:v>#N/A</c:v>
                </c:pt>
                <c:pt idx="2686">
                  <c:v>#N/A</c:v>
                </c:pt>
                <c:pt idx="2687">
                  <c:v>#N/A</c:v>
                </c:pt>
                <c:pt idx="2688">
                  <c:v>#N/A</c:v>
                </c:pt>
                <c:pt idx="2689">
                  <c:v>#N/A</c:v>
                </c:pt>
                <c:pt idx="2690">
                  <c:v>#N/A</c:v>
                </c:pt>
                <c:pt idx="2691">
                  <c:v>#N/A</c:v>
                </c:pt>
                <c:pt idx="2692">
                  <c:v>#N/A</c:v>
                </c:pt>
                <c:pt idx="2693">
                  <c:v>#N/A</c:v>
                </c:pt>
                <c:pt idx="2694">
                  <c:v>#N/A</c:v>
                </c:pt>
                <c:pt idx="2695">
                  <c:v>#N/A</c:v>
                </c:pt>
                <c:pt idx="2696">
                  <c:v>#N/A</c:v>
                </c:pt>
                <c:pt idx="2697">
                  <c:v>#N/A</c:v>
                </c:pt>
                <c:pt idx="2698">
                  <c:v>#N/A</c:v>
                </c:pt>
                <c:pt idx="2699">
                  <c:v>#N/A</c:v>
                </c:pt>
                <c:pt idx="2700">
                  <c:v>#N/A</c:v>
                </c:pt>
                <c:pt idx="2701">
                  <c:v>#N/A</c:v>
                </c:pt>
                <c:pt idx="2702">
                  <c:v>#N/A</c:v>
                </c:pt>
                <c:pt idx="2703">
                  <c:v>#N/A</c:v>
                </c:pt>
                <c:pt idx="2704">
                  <c:v>#N/A</c:v>
                </c:pt>
                <c:pt idx="2705">
                  <c:v>#N/A</c:v>
                </c:pt>
                <c:pt idx="2706">
                  <c:v>#N/A</c:v>
                </c:pt>
                <c:pt idx="2707">
                  <c:v>#N/A</c:v>
                </c:pt>
                <c:pt idx="2708">
                  <c:v>#N/A</c:v>
                </c:pt>
                <c:pt idx="2709">
                  <c:v>#N/A</c:v>
                </c:pt>
                <c:pt idx="2710">
                  <c:v>#N/A</c:v>
                </c:pt>
                <c:pt idx="2711">
                  <c:v>#N/A</c:v>
                </c:pt>
                <c:pt idx="2712">
                  <c:v>#N/A</c:v>
                </c:pt>
                <c:pt idx="2713">
                  <c:v>#N/A</c:v>
                </c:pt>
                <c:pt idx="2714">
                  <c:v>#N/A</c:v>
                </c:pt>
                <c:pt idx="2715">
                  <c:v>#N/A</c:v>
                </c:pt>
                <c:pt idx="2716">
                  <c:v>#N/A</c:v>
                </c:pt>
                <c:pt idx="2717">
                  <c:v>#N/A</c:v>
                </c:pt>
                <c:pt idx="2718">
                  <c:v>#N/A</c:v>
                </c:pt>
                <c:pt idx="2719">
                  <c:v>#N/A</c:v>
                </c:pt>
                <c:pt idx="2720">
                  <c:v>#N/A</c:v>
                </c:pt>
                <c:pt idx="2721">
                  <c:v>#N/A</c:v>
                </c:pt>
                <c:pt idx="2722">
                  <c:v>#N/A</c:v>
                </c:pt>
                <c:pt idx="2723">
                  <c:v>#N/A</c:v>
                </c:pt>
                <c:pt idx="2724">
                  <c:v>#N/A</c:v>
                </c:pt>
                <c:pt idx="2725">
                  <c:v>#N/A</c:v>
                </c:pt>
                <c:pt idx="2726">
                  <c:v>#N/A</c:v>
                </c:pt>
                <c:pt idx="2727">
                  <c:v>#N/A</c:v>
                </c:pt>
                <c:pt idx="2728">
                  <c:v>#N/A</c:v>
                </c:pt>
                <c:pt idx="2729">
                  <c:v>#N/A</c:v>
                </c:pt>
                <c:pt idx="2730">
                  <c:v>#N/A</c:v>
                </c:pt>
                <c:pt idx="2731">
                  <c:v>#N/A</c:v>
                </c:pt>
                <c:pt idx="2732">
                  <c:v>#N/A</c:v>
                </c:pt>
                <c:pt idx="2733">
                  <c:v>#N/A</c:v>
                </c:pt>
                <c:pt idx="2734">
                  <c:v>#N/A</c:v>
                </c:pt>
                <c:pt idx="2735">
                  <c:v>#N/A</c:v>
                </c:pt>
                <c:pt idx="2736">
                  <c:v>#N/A</c:v>
                </c:pt>
                <c:pt idx="2737">
                  <c:v>#N/A</c:v>
                </c:pt>
                <c:pt idx="2738">
                  <c:v>#N/A</c:v>
                </c:pt>
                <c:pt idx="2739">
                  <c:v>#N/A</c:v>
                </c:pt>
                <c:pt idx="2740">
                  <c:v>#N/A</c:v>
                </c:pt>
                <c:pt idx="2741">
                  <c:v>#N/A</c:v>
                </c:pt>
                <c:pt idx="2742">
                  <c:v>#N/A</c:v>
                </c:pt>
                <c:pt idx="2743">
                  <c:v>#N/A</c:v>
                </c:pt>
                <c:pt idx="2744">
                  <c:v>#N/A</c:v>
                </c:pt>
                <c:pt idx="2745">
                  <c:v>#N/A</c:v>
                </c:pt>
                <c:pt idx="2746">
                  <c:v>#N/A</c:v>
                </c:pt>
                <c:pt idx="2747">
                  <c:v>#N/A</c:v>
                </c:pt>
                <c:pt idx="2748">
                  <c:v>#N/A</c:v>
                </c:pt>
                <c:pt idx="2749">
                  <c:v>#N/A</c:v>
                </c:pt>
                <c:pt idx="2750">
                  <c:v>#N/A</c:v>
                </c:pt>
                <c:pt idx="2751">
                  <c:v>#N/A</c:v>
                </c:pt>
                <c:pt idx="2752">
                  <c:v>#N/A</c:v>
                </c:pt>
                <c:pt idx="2753">
                  <c:v>#N/A</c:v>
                </c:pt>
                <c:pt idx="2754">
                  <c:v>#N/A</c:v>
                </c:pt>
                <c:pt idx="2755">
                  <c:v>#N/A</c:v>
                </c:pt>
                <c:pt idx="2756">
                  <c:v>#N/A</c:v>
                </c:pt>
                <c:pt idx="2757">
                  <c:v>#N/A</c:v>
                </c:pt>
                <c:pt idx="2758">
                  <c:v>#N/A</c:v>
                </c:pt>
                <c:pt idx="2759">
                  <c:v>#N/A</c:v>
                </c:pt>
                <c:pt idx="2760">
                  <c:v>#N/A</c:v>
                </c:pt>
                <c:pt idx="2761">
                  <c:v>#N/A</c:v>
                </c:pt>
                <c:pt idx="2762">
                  <c:v>#N/A</c:v>
                </c:pt>
                <c:pt idx="2763">
                  <c:v>#N/A</c:v>
                </c:pt>
                <c:pt idx="2764">
                  <c:v>#N/A</c:v>
                </c:pt>
                <c:pt idx="2765">
                  <c:v>#N/A</c:v>
                </c:pt>
                <c:pt idx="2766">
                  <c:v>#N/A</c:v>
                </c:pt>
                <c:pt idx="2767">
                  <c:v>#N/A</c:v>
                </c:pt>
                <c:pt idx="2768">
                  <c:v>#N/A</c:v>
                </c:pt>
                <c:pt idx="2769">
                  <c:v>#N/A</c:v>
                </c:pt>
                <c:pt idx="2770">
                  <c:v>#N/A</c:v>
                </c:pt>
                <c:pt idx="2771">
                  <c:v>#N/A</c:v>
                </c:pt>
                <c:pt idx="2772">
                  <c:v>#N/A</c:v>
                </c:pt>
                <c:pt idx="2773">
                  <c:v>#N/A</c:v>
                </c:pt>
                <c:pt idx="2774">
                  <c:v>#N/A</c:v>
                </c:pt>
                <c:pt idx="2775">
                  <c:v>#N/A</c:v>
                </c:pt>
                <c:pt idx="2776">
                  <c:v>#N/A</c:v>
                </c:pt>
                <c:pt idx="2777">
                  <c:v>#N/A</c:v>
                </c:pt>
                <c:pt idx="2778">
                  <c:v>#N/A</c:v>
                </c:pt>
                <c:pt idx="2779">
                  <c:v>#N/A</c:v>
                </c:pt>
                <c:pt idx="2780">
                  <c:v>#N/A</c:v>
                </c:pt>
                <c:pt idx="2781">
                  <c:v>#N/A</c:v>
                </c:pt>
                <c:pt idx="2782">
                  <c:v>#N/A</c:v>
                </c:pt>
                <c:pt idx="2783">
                  <c:v>#N/A</c:v>
                </c:pt>
                <c:pt idx="2784">
                  <c:v>#N/A</c:v>
                </c:pt>
                <c:pt idx="2785">
                  <c:v>#N/A</c:v>
                </c:pt>
                <c:pt idx="2786">
                  <c:v>#N/A</c:v>
                </c:pt>
                <c:pt idx="2787">
                  <c:v>#N/A</c:v>
                </c:pt>
                <c:pt idx="2788">
                  <c:v>#N/A</c:v>
                </c:pt>
                <c:pt idx="2789">
                  <c:v>#N/A</c:v>
                </c:pt>
                <c:pt idx="2790">
                  <c:v>#N/A</c:v>
                </c:pt>
                <c:pt idx="2791">
                  <c:v>#N/A</c:v>
                </c:pt>
                <c:pt idx="2792">
                  <c:v>#N/A</c:v>
                </c:pt>
                <c:pt idx="2793">
                  <c:v>#N/A</c:v>
                </c:pt>
                <c:pt idx="2794">
                  <c:v>#N/A</c:v>
                </c:pt>
                <c:pt idx="2795">
                  <c:v>#N/A</c:v>
                </c:pt>
                <c:pt idx="2796">
                  <c:v>#N/A</c:v>
                </c:pt>
                <c:pt idx="2797">
                  <c:v>#N/A</c:v>
                </c:pt>
                <c:pt idx="2798">
                  <c:v>#N/A</c:v>
                </c:pt>
                <c:pt idx="2799">
                  <c:v>#N/A</c:v>
                </c:pt>
                <c:pt idx="2800">
                  <c:v>#N/A</c:v>
                </c:pt>
                <c:pt idx="2801">
                  <c:v>#N/A</c:v>
                </c:pt>
                <c:pt idx="2802">
                  <c:v>#N/A</c:v>
                </c:pt>
                <c:pt idx="2803">
                  <c:v>#N/A</c:v>
                </c:pt>
                <c:pt idx="2804">
                  <c:v>#N/A</c:v>
                </c:pt>
                <c:pt idx="2805">
                  <c:v>#N/A</c:v>
                </c:pt>
                <c:pt idx="2806">
                  <c:v>#N/A</c:v>
                </c:pt>
                <c:pt idx="2807">
                  <c:v>#N/A</c:v>
                </c:pt>
                <c:pt idx="2808">
                  <c:v>#N/A</c:v>
                </c:pt>
                <c:pt idx="2809">
                  <c:v>#N/A</c:v>
                </c:pt>
                <c:pt idx="2810">
                  <c:v>#N/A</c:v>
                </c:pt>
                <c:pt idx="2811">
                  <c:v>#N/A</c:v>
                </c:pt>
                <c:pt idx="2812">
                  <c:v>#N/A</c:v>
                </c:pt>
                <c:pt idx="2813">
                  <c:v>#N/A</c:v>
                </c:pt>
                <c:pt idx="2814">
                  <c:v>#N/A</c:v>
                </c:pt>
                <c:pt idx="2815">
                  <c:v>#N/A</c:v>
                </c:pt>
                <c:pt idx="2816">
                  <c:v>#N/A</c:v>
                </c:pt>
                <c:pt idx="2817">
                  <c:v>#N/A</c:v>
                </c:pt>
                <c:pt idx="2818">
                  <c:v>#N/A</c:v>
                </c:pt>
                <c:pt idx="2819">
                  <c:v>#N/A</c:v>
                </c:pt>
                <c:pt idx="2820">
                  <c:v>#N/A</c:v>
                </c:pt>
                <c:pt idx="2821">
                  <c:v>#N/A</c:v>
                </c:pt>
                <c:pt idx="2822">
                  <c:v>#N/A</c:v>
                </c:pt>
                <c:pt idx="2823">
                  <c:v>#N/A</c:v>
                </c:pt>
                <c:pt idx="2824">
                  <c:v>#N/A</c:v>
                </c:pt>
                <c:pt idx="2825">
                  <c:v>#N/A</c:v>
                </c:pt>
                <c:pt idx="2826">
                  <c:v>#N/A</c:v>
                </c:pt>
                <c:pt idx="2827">
                  <c:v>#N/A</c:v>
                </c:pt>
                <c:pt idx="2828">
                  <c:v>#N/A</c:v>
                </c:pt>
                <c:pt idx="2829">
                  <c:v>#N/A</c:v>
                </c:pt>
                <c:pt idx="2830">
                  <c:v>#N/A</c:v>
                </c:pt>
                <c:pt idx="2831">
                  <c:v>#N/A</c:v>
                </c:pt>
                <c:pt idx="2832">
                  <c:v>#N/A</c:v>
                </c:pt>
                <c:pt idx="2833">
                  <c:v>#N/A</c:v>
                </c:pt>
                <c:pt idx="2834">
                  <c:v>#N/A</c:v>
                </c:pt>
                <c:pt idx="2835">
                  <c:v>#N/A</c:v>
                </c:pt>
                <c:pt idx="2836">
                  <c:v>#N/A</c:v>
                </c:pt>
                <c:pt idx="2837">
                  <c:v>#N/A</c:v>
                </c:pt>
                <c:pt idx="2838">
                  <c:v>#N/A</c:v>
                </c:pt>
                <c:pt idx="2839">
                  <c:v>#N/A</c:v>
                </c:pt>
                <c:pt idx="2840">
                  <c:v>#N/A</c:v>
                </c:pt>
                <c:pt idx="2841">
                  <c:v>#N/A</c:v>
                </c:pt>
                <c:pt idx="2842">
                  <c:v>#N/A</c:v>
                </c:pt>
                <c:pt idx="2843">
                  <c:v>#N/A</c:v>
                </c:pt>
                <c:pt idx="2844">
                  <c:v>#N/A</c:v>
                </c:pt>
                <c:pt idx="2845">
                  <c:v>#N/A</c:v>
                </c:pt>
                <c:pt idx="2846">
                  <c:v>#N/A</c:v>
                </c:pt>
                <c:pt idx="2847">
                  <c:v>#N/A</c:v>
                </c:pt>
                <c:pt idx="2848">
                  <c:v>#N/A</c:v>
                </c:pt>
                <c:pt idx="2849">
                  <c:v>#N/A</c:v>
                </c:pt>
                <c:pt idx="2850">
                  <c:v>#N/A</c:v>
                </c:pt>
                <c:pt idx="2851">
                  <c:v>#N/A</c:v>
                </c:pt>
                <c:pt idx="2852">
                  <c:v>#N/A</c:v>
                </c:pt>
                <c:pt idx="2853">
                  <c:v>#N/A</c:v>
                </c:pt>
                <c:pt idx="2854">
                  <c:v>#N/A</c:v>
                </c:pt>
                <c:pt idx="2855">
                  <c:v>#N/A</c:v>
                </c:pt>
                <c:pt idx="2856">
                  <c:v>#N/A</c:v>
                </c:pt>
                <c:pt idx="2857">
                  <c:v>#N/A</c:v>
                </c:pt>
                <c:pt idx="2858">
                  <c:v>#N/A</c:v>
                </c:pt>
                <c:pt idx="2859">
                  <c:v>#N/A</c:v>
                </c:pt>
                <c:pt idx="2860">
                  <c:v>#N/A</c:v>
                </c:pt>
                <c:pt idx="2861">
                  <c:v>#N/A</c:v>
                </c:pt>
                <c:pt idx="2862">
                  <c:v>#N/A</c:v>
                </c:pt>
                <c:pt idx="2863">
                  <c:v>#N/A</c:v>
                </c:pt>
                <c:pt idx="2864">
                  <c:v>#N/A</c:v>
                </c:pt>
                <c:pt idx="2865">
                  <c:v>#N/A</c:v>
                </c:pt>
                <c:pt idx="2866">
                  <c:v>#N/A</c:v>
                </c:pt>
                <c:pt idx="2867">
                  <c:v>#N/A</c:v>
                </c:pt>
                <c:pt idx="2868">
                  <c:v>#N/A</c:v>
                </c:pt>
                <c:pt idx="2869">
                  <c:v>#N/A</c:v>
                </c:pt>
                <c:pt idx="2870">
                  <c:v>#N/A</c:v>
                </c:pt>
                <c:pt idx="2871">
                  <c:v>#N/A</c:v>
                </c:pt>
                <c:pt idx="2872">
                  <c:v>#N/A</c:v>
                </c:pt>
                <c:pt idx="2873">
                  <c:v>#N/A</c:v>
                </c:pt>
                <c:pt idx="2874">
                  <c:v>#N/A</c:v>
                </c:pt>
                <c:pt idx="2875">
                  <c:v>#N/A</c:v>
                </c:pt>
                <c:pt idx="2876">
                  <c:v>#N/A</c:v>
                </c:pt>
                <c:pt idx="2877">
                  <c:v>#N/A</c:v>
                </c:pt>
                <c:pt idx="2878">
                  <c:v>#N/A</c:v>
                </c:pt>
                <c:pt idx="2879">
                  <c:v>#N/A</c:v>
                </c:pt>
                <c:pt idx="2880">
                  <c:v>#N/A</c:v>
                </c:pt>
                <c:pt idx="2881">
                  <c:v>#N/A</c:v>
                </c:pt>
                <c:pt idx="2882">
                  <c:v>#N/A</c:v>
                </c:pt>
                <c:pt idx="2883">
                  <c:v>#N/A</c:v>
                </c:pt>
                <c:pt idx="2884">
                  <c:v>#N/A</c:v>
                </c:pt>
                <c:pt idx="2885">
                  <c:v>#N/A</c:v>
                </c:pt>
                <c:pt idx="2886">
                  <c:v>#N/A</c:v>
                </c:pt>
                <c:pt idx="2887">
                  <c:v>#N/A</c:v>
                </c:pt>
                <c:pt idx="2888">
                  <c:v>#N/A</c:v>
                </c:pt>
                <c:pt idx="2889">
                  <c:v>#N/A</c:v>
                </c:pt>
                <c:pt idx="2890">
                  <c:v>#N/A</c:v>
                </c:pt>
                <c:pt idx="2891">
                  <c:v>#N/A</c:v>
                </c:pt>
                <c:pt idx="2892">
                  <c:v>#N/A</c:v>
                </c:pt>
                <c:pt idx="2893">
                  <c:v>#N/A</c:v>
                </c:pt>
                <c:pt idx="2894">
                  <c:v>#N/A</c:v>
                </c:pt>
                <c:pt idx="2895">
                  <c:v>#N/A</c:v>
                </c:pt>
                <c:pt idx="2896">
                  <c:v>#N/A</c:v>
                </c:pt>
                <c:pt idx="2897">
                  <c:v>#N/A</c:v>
                </c:pt>
                <c:pt idx="2898">
                  <c:v>#N/A</c:v>
                </c:pt>
                <c:pt idx="2899">
                  <c:v>#N/A</c:v>
                </c:pt>
                <c:pt idx="2900">
                  <c:v>#N/A</c:v>
                </c:pt>
                <c:pt idx="2901">
                  <c:v>#N/A</c:v>
                </c:pt>
                <c:pt idx="2902">
                  <c:v>#N/A</c:v>
                </c:pt>
                <c:pt idx="2903">
                  <c:v>#N/A</c:v>
                </c:pt>
                <c:pt idx="2904">
                  <c:v>#N/A</c:v>
                </c:pt>
                <c:pt idx="2905">
                  <c:v>#N/A</c:v>
                </c:pt>
                <c:pt idx="2906">
                  <c:v>#N/A</c:v>
                </c:pt>
                <c:pt idx="2907">
                  <c:v>#N/A</c:v>
                </c:pt>
                <c:pt idx="2908">
                  <c:v>#N/A</c:v>
                </c:pt>
                <c:pt idx="2909">
                  <c:v>#N/A</c:v>
                </c:pt>
                <c:pt idx="2910">
                  <c:v>#N/A</c:v>
                </c:pt>
                <c:pt idx="2911">
                  <c:v>#N/A</c:v>
                </c:pt>
                <c:pt idx="2912">
                  <c:v>#N/A</c:v>
                </c:pt>
                <c:pt idx="2913">
                  <c:v>#N/A</c:v>
                </c:pt>
                <c:pt idx="2914">
                  <c:v>#N/A</c:v>
                </c:pt>
                <c:pt idx="2915">
                  <c:v>#N/A</c:v>
                </c:pt>
                <c:pt idx="2916">
                  <c:v>#N/A</c:v>
                </c:pt>
                <c:pt idx="2917">
                  <c:v>#N/A</c:v>
                </c:pt>
                <c:pt idx="2918">
                  <c:v>#N/A</c:v>
                </c:pt>
                <c:pt idx="2919">
                  <c:v>#N/A</c:v>
                </c:pt>
                <c:pt idx="2920">
                  <c:v>#N/A</c:v>
                </c:pt>
                <c:pt idx="2921">
                  <c:v>#N/A</c:v>
                </c:pt>
                <c:pt idx="2922">
                  <c:v>#N/A</c:v>
                </c:pt>
                <c:pt idx="2923">
                  <c:v>#N/A</c:v>
                </c:pt>
                <c:pt idx="2924">
                  <c:v>#N/A</c:v>
                </c:pt>
                <c:pt idx="2925">
                  <c:v>#N/A</c:v>
                </c:pt>
                <c:pt idx="2926">
                  <c:v>#N/A</c:v>
                </c:pt>
                <c:pt idx="2927">
                  <c:v>#N/A</c:v>
                </c:pt>
                <c:pt idx="2928">
                  <c:v>#N/A</c:v>
                </c:pt>
                <c:pt idx="2929">
                  <c:v>#N/A</c:v>
                </c:pt>
                <c:pt idx="2930">
                  <c:v>#N/A</c:v>
                </c:pt>
                <c:pt idx="2931">
                  <c:v>#N/A</c:v>
                </c:pt>
                <c:pt idx="2932">
                  <c:v>#N/A</c:v>
                </c:pt>
                <c:pt idx="2933">
                  <c:v>#N/A</c:v>
                </c:pt>
                <c:pt idx="2934">
                  <c:v>#N/A</c:v>
                </c:pt>
                <c:pt idx="2935">
                  <c:v>#N/A</c:v>
                </c:pt>
                <c:pt idx="2936">
                  <c:v>#N/A</c:v>
                </c:pt>
                <c:pt idx="2937">
                  <c:v>#N/A</c:v>
                </c:pt>
                <c:pt idx="2938">
                  <c:v>#N/A</c:v>
                </c:pt>
                <c:pt idx="2939">
                  <c:v>#N/A</c:v>
                </c:pt>
                <c:pt idx="2940">
                  <c:v>#N/A</c:v>
                </c:pt>
                <c:pt idx="2941">
                  <c:v>#N/A</c:v>
                </c:pt>
                <c:pt idx="2942">
                  <c:v>#N/A</c:v>
                </c:pt>
                <c:pt idx="2943">
                  <c:v>#N/A</c:v>
                </c:pt>
                <c:pt idx="2944">
                  <c:v>#N/A</c:v>
                </c:pt>
                <c:pt idx="2945">
                  <c:v>#N/A</c:v>
                </c:pt>
                <c:pt idx="2946">
                  <c:v>#N/A</c:v>
                </c:pt>
                <c:pt idx="2947">
                  <c:v>#N/A</c:v>
                </c:pt>
                <c:pt idx="2948">
                  <c:v>#N/A</c:v>
                </c:pt>
                <c:pt idx="2949">
                  <c:v>#N/A</c:v>
                </c:pt>
                <c:pt idx="2950">
                  <c:v>#N/A</c:v>
                </c:pt>
                <c:pt idx="2951">
                  <c:v>#N/A</c:v>
                </c:pt>
                <c:pt idx="2952">
                  <c:v>#N/A</c:v>
                </c:pt>
                <c:pt idx="2953">
                  <c:v>#N/A</c:v>
                </c:pt>
                <c:pt idx="2954">
                  <c:v>#N/A</c:v>
                </c:pt>
                <c:pt idx="2955">
                  <c:v>#N/A</c:v>
                </c:pt>
                <c:pt idx="2956">
                  <c:v>#N/A</c:v>
                </c:pt>
                <c:pt idx="2957">
                  <c:v>#N/A</c:v>
                </c:pt>
                <c:pt idx="2958">
                  <c:v>#N/A</c:v>
                </c:pt>
                <c:pt idx="2959">
                  <c:v>#N/A</c:v>
                </c:pt>
                <c:pt idx="2960">
                  <c:v>#N/A</c:v>
                </c:pt>
                <c:pt idx="2961">
                  <c:v>#N/A</c:v>
                </c:pt>
                <c:pt idx="2962">
                  <c:v>#N/A</c:v>
                </c:pt>
                <c:pt idx="2963">
                  <c:v>#N/A</c:v>
                </c:pt>
                <c:pt idx="2964">
                  <c:v>#N/A</c:v>
                </c:pt>
                <c:pt idx="2965">
                  <c:v>#N/A</c:v>
                </c:pt>
                <c:pt idx="2966">
                  <c:v>#N/A</c:v>
                </c:pt>
                <c:pt idx="2967">
                  <c:v>#N/A</c:v>
                </c:pt>
                <c:pt idx="2968">
                  <c:v>#N/A</c:v>
                </c:pt>
                <c:pt idx="2969">
                  <c:v>#N/A</c:v>
                </c:pt>
                <c:pt idx="2970">
                  <c:v>#N/A</c:v>
                </c:pt>
                <c:pt idx="2971">
                  <c:v>#N/A</c:v>
                </c:pt>
                <c:pt idx="2972">
                  <c:v>#N/A</c:v>
                </c:pt>
                <c:pt idx="2973">
                  <c:v>#N/A</c:v>
                </c:pt>
                <c:pt idx="2974">
                  <c:v>#N/A</c:v>
                </c:pt>
                <c:pt idx="2975">
                  <c:v>#N/A</c:v>
                </c:pt>
                <c:pt idx="2976">
                  <c:v>#N/A</c:v>
                </c:pt>
                <c:pt idx="2977">
                  <c:v>#N/A</c:v>
                </c:pt>
                <c:pt idx="2978">
                  <c:v>#N/A</c:v>
                </c:pt>
                <c:pt idx="2979">
                  <c:v>#N/A</c:v>
                </c:pt>
                <c:pt idx="2980">
                  <c:v>#N/A</c:v>
                </c:pt>
                <c:pt idx="2981">
                  <c:v>#N/A</c:v>
                </c:pt>
                <c:pt idx="2982">
                  <c:v>#N/A</c:v>
                </c:pt>
                <c:pt idx="2983">
                  <c:v>#N/A</c:v>
                </c:pt>
                <c:pt idx="2984">
                  <c:v>#N/A</c:v>
                </c:pt>
                <c:pt idx="2985">
                  <c:v>#N/A</c:v>
                </c:pt>
                <c:pt idx="2986">
                  <c:v>#N/A</c:v>
                </c:pt>
                <c:pt idx="2987">
                  <c:v>#N/A</c:v>
                </c:pt>
                <c:pt idx="2988">
                  <c:v>#N/A</c:v>
                </c:pt>
                <c:pt idx="2989">
                  <c:v>#N/A</c:v>
                </c:pt>
                <c:pt idx="2990">
                  <c:v>#N/A</c:v>
                </c:pt>
                <c:pt idx="2991">
                  <c:v>#N/A</c:v>
                </c:pt>
                <c:pt idx="2992">
                  <c:v>#N/A</c:v>
                </c:pt>
                <c:pt idx="2993">
                  <c:v>#N/A</c:v>
                </c:pt>
                <c:pt idx="2994">
                  <c:v>#N/A</c:v>
                </c:pt>
                <c:pt idx="2995">
                  <c:v>#N/A</c:v>
                </c:pt>
                <c:pt idx="2996">
                  <c:v>#N/A</c:v>
                </c:pt>
                <c:pt idx="2997">
                  <c:v>#N/A</c:v>
                </c:pt>
                <c:pt idx="2998">
                  <c:v>#N/A</c:v>
                </c:pt>
                <c:pt idx="2999">
                  <c:v>#N/A</c:v>
                </c:pt>
                <c:pt idx="3000">
                  <c:v>#N/A</c:v>
                </c:pt>
                <c:pt idx="3001">
                  <c:v>#N/A</c:v>
                </c:pt>
                <c:pt idx="3002">
                  <c:v>#N/A</c:v>
                </c:pt>
                <c:pt idx="3003">
                  <c:v>#N/A</c:v>
                </c:pt>
                <c:pt idx="3004">
                  <c:v>#N/A</c:v>
                </c:pt>
                <c:pt idx="3005">
                  <c:v>#N/A</c:v>
                </c:pt>
                <c:pt idx="3006">
                  <c:v>#N/A</c:v>
                </c:pt>
                <c:pt idx="3007">
                  <c:v>#N/A</c:v>
                </c:pt>
                <c:pt idx="3008">
                  <c:v>#N/A</c:v>
                </c:pt>
                <c:pt idx="3009">
                  <c:v>#N/A</c:v>
                </c:pt>
                <c:pt idx="3010">
                  <c:v>#N/A</c:v>
                </c:pt>
                <c:pt idx="3011">
                  <c:v>#N/A</c:v>
                </c:pt>
                <c:pt idx="3012">
                  <c:v>#N/A</c:v>
                </c:pt>
                <c:pt idx="3013">
                  <c:v>#N/A</c:v>
                </c:pt>
                <c:pt idx="3014">
                  <c:v>#N/A</c:v>
                </c:pt>
                <c:pt idx="3015">
                  <c:v>#N/A</c:v>
                </c:pt>
                <c:pt idx="3016">
                  <c:v>#N/A</c:v>
                </c:pt>
                <c:pt idx="3017">
                  <c:v>#N/A</c:v>
                </c:pt>
                <c:pt idx="3018">
                  <c:v>#N/A</c:v>
                </c:pt>
                <c:pt idx="3019">
                  <c:v>#N/A</c:v>
                </c:pt>
                <c:pt idx="3020">
                  <c:v>#N/A</c:v>
                </c:pt>
                <c:pt idx="3021">
                  <c:v>#N/A</c:v>
                </c:pt>
                <c:pt idx="3022">
                  <c:v>#N/A</c:v>
                </c:pt>
                <c:pt idx="3023">
                  <c:v>#N/A</c:v>
                </c:pt>
                <c:pt idx="3024">
                  <c:v>#N/A</c:v>
                </c:pt>
                <c:pt idx="3025">
                  <c:v>#N/A</c:v>
                </c:pt>
                <c:pt idx="3026">
                  <c:v>#N/A</c:v>
                </c:pt>
                <c:pt idx="3027">
                  <c:v>#N/A</c:v>
                </c:pt>
                <c:pt idx="3028">
                  <c:v>#N/A</c:v>
                </c:pt>
                <c:pt idx="3029">
                  <c:v>#N/A</c:v>
                </c:pt>
                <c:pt idx="3030">
                  <c:v>#N/A</c:v>
                </c:pt>
                <c:pt idx="3031">
                  <c:v>#N/A</c:v>
                </c:pt>
                <c:pt idx="3032">
                  <c:v>#N/A</c:v>
                </c:pt>
                <c:pt idx="3033">
                  <c:v>#N/A</c:v>
                </c:pt>
                <c:pt idx="3034">
                  <c:v>#N/A</c:v>
                </c:pt>
                <c:pt idx="3035">
                  <c:v>#N/A</c:v>
                </c:pt>
                <c:pt idx="3036">
                  <c:v>#N/A</c:v>
                </c:pt>
                <c:pt idx="3037">
                  <c:v>#N/A</c:v>
                </c:pt>
                <c:pt idx="3038">
                  <c:v>#N/A</c:v>
                </c:pt>
                <c:pt idx="3039">
                  <c:v>#N/A</c:v>
                </c:pt>
                <c:pt idx="3040">
                  <c:v>#N/A</c:v>
                </c:pt>
                <c:pt idx="3041">
                  <c:v>#N/A</c:v>
                </c:pt>
                <c:pt idx="3042">
                  <c:v>#N/A</c:v>
                </c:pt>
                <c:pt idx="3043">
                  <c:v>#N/A</c:v>
                </c:pt>
                <c:pt idx="3044">
                  <c:v>#N/A</c:v>
                </c:pt>
                <c:pt idx="3045">
                  <c:v>#N/A</c:v>
                </c:pt>
                <c:pt idx="3046">
                  <c:v>#N/A</c:v>
                </c:pt>
                <c:pt idx="3047">
                  <c:v>#N/A</c:v>
                </c:pt>
                <c:pt idx="3048">
                  <c:v>#N/A</c:v>
                </c:pt>
                <c:pt idx="3049">
                  <c:v>#N/A</c:v>
                </c:pt>
                <c:pt idx="3050">
                  <c:v>#N/A</c:v>
                </c:pt>
                <c:pt idx="3051">
                  <c:v>#N/A</c:v>
                </c:pt>
                <c:pt idx="3052">
                  <c:v>#N/A</c:v>
                </c:pt>
                <c:pt idx="3053">
                  <c:v>#N/A</c:v>
                </c:pt>
                <c:pt idx="3054">
                  <c:v>#N/A</c:v>
                </c:pt>
                <c:pt idx="3055">
                  <c:v>#N/A</c:v>
                </c:pt>
                <c:pt idx="3056">
                  <c:v>#N/A</c:v>
                </c:pt>
                <c:pt idx="3057">
                  <c:v>#N/A</c:v>
                </c:pt>
                <c:pt idx="3058">
                  <c:v>#N/A</c:v>
                </c:pt>
                <c:pt idx="3059">
                  <c:v>#N/A</c:v>
                </c:pt>
                <c:pt idx="3060">
                  <c:v>#N/A</c:v>
                </c:pt>
                <c:pt idx="3061">
                  <c:v>#N/A</c:v>
                </c:pt>
                <c:pt idx="3062">
                  <c:v>#N/A</c:v>
                </c:pt>
                <c:pt idx="3063">
                  <c:v>#N/A</c:v>
                </c:pt>
                <c:pt idx="3064">
                  <c:v>#N/A</c:v>
                </c:pt>
                <c:pt idx="3065">
                  <c:v>#N/A</c:v>
                </c:pt>
                <c:pt idx="3066">
                  <c:v>#N/A</c:v>
                </c:pt>
                <c:pt idx="3067">
                  <c:v>#N/A</c:v>
                </c:pt>
                <c:pt idx="3068">
                  <c:v>#N/A</c:v>
                </c:pt>
                <c:pt idx="3069">
                  <c:v>#N/A</c:v>
                </c:pt>
                <c:pt idx="3070">
                  <c:v>#N/A</c:v>
                </c:pt>
                <c:pt idx="3071">
                  <c:v>#N/A</c:v>
                </c:pt>
                <c:pt idx="3072">
                  <c:v>#N/A</c:v>
                </c:pt>
                <c:pt idx="3073">
                  <c:v>#N/A</c:v>
                </c:pt>
                <c:pt idx="3074">
                  <c:v>#N/A</c:v>
                </c:pt>
                <c:pt idx="3075">
                  <c:v>#N/A</c:v>
                </c:pt>
                <c:pt idx="3076">
                  <c:v>#N/A</c:v>
                </c:pt>
                <c:pt idx="3077">
                  <c:v>#N/A</c:v>
                </c:pt>
                <c:pt idx="3078">
                  <c:v>#N/A</c:v>
                </c:pt>
                <c:pt idx="3079">
                  <c:v>#N/A</c:v>
                </c:pt>
                <c:pt idx="3080">
                  <c:v>#N/A</c:v>
                </c:pt>
                <c:pt idx="3081">
                  <c:v>#N/A</c:v>
                </c:pt>
                <c:pt idx="3082">
                  <c:v>#N/A</c:v>
                </c:pt>
                <c:pt idx="3083">
                  <c:v>#N/A</c:v>
                </c:pt>
                <c:pt idx="3084">
                  <c:v>#N/A</c:v>
                </c:pt>
                <c:pt idx="3085">
                  <c:v>#N/A</c:v>
                </c:pt>
                <c:pt idx="3086">
                  <c:v>#N/A</c:v>
                </c:pt>
                <c:pt idx="3087">
                  <c:v>#N/A</c:v>
                </c:pt>
                <c:pt idx="3088">
                  <c:v>#N/A</c:v>
                </c:pt>
                <c:pt idx="3089">
                  <c:v>#N/A</c:v>
                </c:pt>
                <c:pt idx="3090">
                  <c:v>#N/A</c:v>
                </c:pt>
                <c:pt idx="3091">
                  <c:v>#N/A</c:v>
                </c:pt>
                <c:pt idx="3092">
                  <c:v>#N/A</c:v>
                </c:pt>
                <c:pt idx="3093">
                  <c:v>#N/A</c:v>
                </c:pt>
                <c:pt idx="3094">
                  <c:v>#N/A</c:v>
                </c:pt>
                <c:pt idx="3095">
                  <c:v>#N/A</c:v>
                </c:pt>
                <c:pt idx="3096">
                  <c:v>#N/A</c:v>
                </c:pt>
                <c:pt idx="3097">
                  <c:v>#N/A</c:v>
                </c:pt>
                <c:pt idx="3098">
                  <c:v>#N/A</c:v>
                </c:pt>
                <c:pt idx="3099">
                  <c:v>#N/A</c:v>
                </c:pt>
                <c:pt idx="3100">
                  <c:v>#N/A</c:v>
                </c:pt>
                <c:pt idx="3101">
                  <c:v>#N/A</c:v>
                </c:pt>
                <c:pt idx="3102">
                  <c:v>#N/A</c:v>
                </c:pt>
                <c:pt idx="3103">
                  <c:v>#N/A</c:v>
                </c:pt>
                <c:pt idx="3104">
                  <c:v>#N/A</c:v>
                </c:pt>
                <c:pt idx="3105">
                  <c:v>#N/A</c:v>
                </c:pt>
                <c:pt idx="3106">
                  <c:v>#N/A</c:v>
                </c:pt>
                <c:pt idx="3107">
                  <c:v>#N/A</c:v>
                </c:pt>
                <c:pt idx="3108">
                  <c:v>#N/A</c:v>
                </c:pt>
                <c:pt idx="3109">
                  <c:v>#N/A</c:v>
                </c:pt>
                <c:pt idx="3110">
                  <c:v>#N/A</c:v>
                </c:pt>
                <c:pt idx="3111">
                  <c:v>#N/A</c:v>
                </c:pt>
                <c:pt idx="3112">
                  <c:v>#N/A</c:v>
                </c:pt>
                <c:pt idx="3113">
                  <c:v>#N/A</c:v>
                </c:pt>
                <c:pt idx="3114">
                  <c:v>#N/A</c:v>
                </c:pt>
                <c:pt idx="3115">
                  <c:v>#N/A</c:v>
                </c:pt>
                <c:pt idx="3116">
                  <c:v>#N/A</c:v>
                </c:pt>
                <c:pt idx="3117">
                  <c:v>2981.0548077005369</c:v>
                </c:pt>
                <c:pt idx="3118">
                  <c:v>2981.0548077005369</c:v>
                </c:pt>
                <c:pt idx="3119">
                  <c:v>2981.0548077005369</c:v>
                </c:pt>
                <c:pt idx="3120">
                  <c:v>2981.0548077005369</c:v>
                </c:pt>
                <c:pt idx="3121">
                  <c:v>2981.0548077005369</c:v>
                </c:pt>
                <c:pt idx="3122">
                  <c:v>2981.0548077005369</c:v>
                </c:pt>
                <c:pt idx="3123">
                  <c:v>2981.0548077005369</c:v>
                </c:pt>
                <c:pt idx="3124">
                  <c:v>2981.0548077005369</c:v>
                </c:pt>
                <c:pt idx="3125">
                  <c:v>2981.0548077005369</c:v>
                </c:pt>
                <c:pt idx="3126">
                  <c:v>#N/A</c:v>
                </c:pt>
                <c:pt idx="3127">
                  <c:v>#N/A</c:v>
                </c:pt>
                <c:pt idx="3128">
                  <c:v>#N/A</c:v>
                </c:pt>
                <c:pt idx="3129">
                  <c:v>#N/A</c:v>
                </c:pt>
                <c:pt idx="3130">
                  <c:v>#N/A</c:v>
                </c:pt>
                <c:pt idx="3131">
                  <c:v>#N/A</c:v>
                </c:pt>
                <c:pt idx="3132">
                  <c:v>#N/A</c:v>
                </c:pt>
                <c:pt idx="3133">
                  <c:v>#N/A</c:v>
                </c:pt>
                <c:pt idx="3134">
                  <c:v>#N/A</c:v>
                </c:pt>
                <c:pt idx="3135">
                  <c:v>#N/A</c:v>
                </c:pt>
                <c:pt idx="3136">
                  <c:v>#N/A</c:v>
                </c:pt>
                <c:pt idx="3137">
                  <c:v>#N/A</c:v>
                </c:pt>
                <c:pt idx="3138">
                  <c:v>#N/A</c:v>
                </c:pt>
                <c:pt idx="3139">
                  <c:v>#N/A</c:v>
                </c:pt>
                <c:pt idx="3140">
                  <c:v>#N/A</c:v>
                </c:pt>
                <c:pt idx="3141">
                  <c:v>#N/A</c:v>
                </c:pt>
                <c:pt idx="3142">
                  <c:v>#N/A</c:v>
                </c:pt>
                <c:pt idx="3143">
                  <c:v>#N/A</c:v>
                </c:pt>
                <c:pt idx="3144">
                  <c:v>#N/A</c:v>
                </c:pt>
                <c:pt idx="3145">
                  <c:v>#N/A</c:v>
                </c:pt>
                <c:pt idx="3146">
                  <c:v>#N/A</c:v>
                </c:pt>
                <c:pt idx="3147">
                  <c:v>#N/A</c:v>
                </c:pt>
                <c:pt idx="3148">
                  <c:v>#N/A</c:v>
                </c:pt>
                <c:pt idx="3149">
                  <c:v>#N/A</c:v>
                </c:pt>
                <c:pt idx="3150">
                  <c:v>#N/A</c:v>
                </c:pt>
                <c:pt idx="3151">
                  <c:v>#N/A</c:v>
                </c:pt>
                <c:pt idx="3152">
                  <c:v>#N/A</c:v>
                </c:pt>
                <c:pt idx="3153">
                  <c:v>#N/A</c:v>
                </c:pt>
                <c:pt idx="3154">
                  <c:v>#N/A</c:v>
                </c:pt>
                <c:pt idx="3155">
                  <c:v>#N/A</c:v>
                </c:pt>
                <c:pt idx="3156">
                  <c:v>#N/A</c:v>
                </c:pt>
                <c:pt idx="3157">
                  <c:v>#N/A</c:v>
                </c:pt>
                <c:pt idx="3158">
                  <c:v>#N/A</c:v>
                </c:pt>
                <c:pt idx="3159">
                  <c:v>#N/A</c:v>
                </c:pt>
                <c:pt idx="3160">
                  <c:v>#N/A</c:v>
                </c:pt>
                <c:pt idx="3161">
                  <c:v>#N/A</c:v>
                </c:pt>
                <c:pt idx="3162">
                  <c:v>#N/A</c:v>
                </c:pt>
                <c:pt idx="3163">
                  <c:v>#N/A</c:v>
                </c:pt>
                <c:pt idx="3164">
                  <c:v>#N/A</c:v>
                </c:pt>
                <c:pt idx="3165">
                  <c:v>#N/A</c:v>
                </c:pt>
                <c:pt idx="3166">
                  <c:v>#N/A</c:v>
                </c:pt>
                <c:pt idx="3167">
                  <c:v>#N/A</c:v>
                </c:pt>
                <c:pt idx="3168">
                  <c:v>#N/A</c:v>
                </c:pt>
                <c:pt idx="3169">
                  <c:v>#N/A</c:v>
                </c:pt>
                <c:pt idx="3170">
                  <c:v>#N/A</c:v>
                </c:pt>
                <c:pt idx="3171">
                  <c:v>#N/A</c:v>
                </c:pt>
                <c:pt idx="3172">
                  <c:v>#N/A</c:v>
                </c:pt>
                <c:pt idx="3173">
                  <c:v>#N/A</c:v>
                </c:pt>
                <c:pt idx="3174">
                  <c:v>#N/A</c:v>
                </c:pt>
                <c:pt idx="3175">
                  <c:v>#N/A</c:v>
                </c:pt>
                <c:pt idx="3176">
                  <c:v>#N/A</c:v>
                </c:pt>
                <c:pt idx="3177">
                  <c:v>#N/A</c:v>
                </c:pt>
                <c:pt idx="3178">
                  <c:v>#N/A</c:v>
                </c:pt>
                <c:pt idx="3179">
                  <c:v>#N/A</c:v>
                </c:pt>
                <c:pt idx="3180">
                  <c:v>#N/A</c:v>
                </c:pt>
                <c:pt idx="3181">
                  <c:v>#N/A</c:v>
                </c:pt>
                <c:pt idx="3182">
                  <c:v>#N/A</c:v>
                </c:pt>
                <c:pt idx="3183">
                  <c:v>#N/A</c:v>
                </c:pt>
                <c:pt idx="3184">
                  <c:v>#N/A</c:v>
                </c:pt>
                <c:pt idx="3185">
                  <c:v>#N/A</c:v>
                </c:pt>
                <c:pt idx="3186">
                  <c:v>#N/A</c:v>
                </c:pt>
                <c:pt idx="3187">
                  <c:v>#N/A</c:v>
                </c:pt>
                <c:pt idx="3188">
                  <c:v>#N/A</c:v>
                </c:pt>
                <c:pt idx="3189">
                  <c:v>#N/A</c:v>
                </c:pt>
                <c:pt idx="3190">
                  <c:v>#N/A</c:v>
                </c:pt>
                <c:pt idx="3191">
                  <c:v>#N/A</c:v>
                </c:pt>
                <c:pt idx="3192">
                  <c:v>#N/A</c:v>
                </c:pt>
                <c:pt idx="3193">
                  <c:v>#N/A</c:v>
                </c:pt>
                <c:pt idx="3194">
                  <c:v>#N/A</c:v>
                </c:pt>
                <c:pt idx="3195">
                  <c:v>#N/A</c:v>
                </c:pt>
                <c:pt idx="3196">
                  <c:v>#N/A</c:v>
                </c:pt>
                <c:pt idx="3197">
                  <c:v>#N/A</c:v>
                </c:pt>
                <c:pt idx="3198">
                  <c:v>#N/A</c:v>
                </c:pt>
                <c:pt idx="3199">
                  <c:v>#N/A</c:v>
                </c:pt>
                <c:pt idx="3200">
                  <c:v>#N/A</c:v>
                </c:pt>
                <c:pt idx="3201">
                  <c:v>#N/A</c:v>
                </c:pt>
                <c:pt idx="3202">
                  <c:v>#N/A</c:v>
                </c:pt>
                <c:pt idx="3203">
                  <c:v>#N/A</c:v>
                </c:pt>
                <c:pt idx="3204">
                  <c:v>#N/A</c:v>
                </c:pt>
                <c:pt idx="3205">
                  <c:v>#N/A</c:v>
                </c:pt>
                <c:pt idx="3206">
                  <c:v>#N/A</c:v>
                </c:pt>
                <c:pt idx="3207">
                  <c:v>#N/A</c:v>
                </c:pt>
                <c:pt idx="3208">
                  <c:v>#N/A</c:v>
                </c:pt>
                <c:pt idx="3209">
                  <c:v>#N/A</c:v>
                </c:pt>
                <c:pt idx="3210">
                  <c:v>#N/A</c:v>
                </c:pt>
                <c:pt idx="3211">
                  <c:v>#N/A</c:v>
                </c:pt>
                <c:pt idx="3212">
                  <c:v>#N/A</c:v>
                </c:pt>
                <c:pt idx="3213">
                  <c:v>#N/A</c:v>
                </c:pt>
                <c:pt idx="3214">
                  <c:v>#N/A</c:v>
                </c:pt>
                <c:pt idx="3215">
                  <c:v>#N/A</c:v>
                </c:pt>
                <c:pt idx="3216">
                  <c:v>#N/A</c:v>
                </c:pt>
                <c:pt idx="3217">
                  <c:v>#N/A</c:v>
                </c:pt>
                <c:pt idx="3218">
                  <c:v>#N/A</c:v>
                </c:pt>
                <c:pt idx="3219">
                  <c:v>#N/A</c:v>
                </c:pt>
                <c:pt idx="3220">
                  <c:v>#N/A</c:v>
                </c:pt>
                <c:pt idx="3221">
                  <c:v>#N/A</c:v>
                </c:pt>
                <c:pt idx="3222">
                  <c:v>#N/A</c:v>
                </c:pt>
                <c:pt idx="3223">
                  <c:v>#N/A</c:v>
                </c:pt>
                <c:pt idx="3224">
                  <c:v>#N/A</c:v>
                </c:pt>
                <c:pt idx="3225">
                  <c:v>#N/A</c:v>
                </c:pt>
                <c:pt idx="3226">
                  <c:v>#N/A</c:v>
                </c:pt>
                <c:pt idx="3227">
                  <c:v>#N/A</c:v>
                </c:pt>
                <c:pt idx="3228">
                  <c:v>#N/A</c:v>
                </c:pt>
                <c:pt idx="3229">
                  <c:v>#N/A</c:v>
                </c:pt>
                <c:pt idx="3230">
                  <c:v>#N/A</c:v>
                </c:pt>
                <c:pt idx="3231">
                  <c:v>#N/A</c:v>
                </c:pt>
                <c:pt idx="3232">
                  <c:v>#N/A</c:v>
                </c:pt>
                <c:pt idx="3233">
                  <c:v>#N/A</c:v>
                </c:pt>
                <c:pt idx="3234">
                  <c:v>#N/A</c:v>
                </c:pt>
                <c:pt idx="3235">
                  <c:v>#N/A</c:v>
                </c:pt>
                <c:pt idx="3236">
                  <c:v>#N/A</c:v>
                </c:pt>
                <c:pt idx="3237">
                  <c:v>#N/A</c:v>
                </c:pt>
                <c:pt idx="3238">
                  <c:v>#N/A</c:v>
                </c:pt>
                <c:pt idx="3239">
                  <c:v>#N/A</c:v>
                </c:pt>
                <c:pt idx="3240">
                  <c:v>#N/A</c:v>
                </c:pt>
                <c:pt idx="3241">
                  <c:v>#N/A</c:v>
                </c:pt>
                <c:pt idx="3242">
                  <c:v>#N/A</c:v>
                </c:pt>
                <c:pt idx="3243">
                  <c:v>#N/A</c:v>
                </c:pt>
                <c:pt idx="3244">
                  <c:v>#N/A</c:v>
                </c:pt>
                <c:pt idx="3245">
                  <c:v>#N/A</c:v>
                </c:pt>
                <c:pt idx="3246">
                  <c:v>#N/A</c:v>
                </c:pt>
                <c:pt idx="3247">
                  <c:v>#N/A</c:v>
                </c:pt>
                <c:pt idx="3248">
                  <c:v>#N/A</c:v>
                </c:pt>
                <c:pt idx="3249">
                  <c:v>#N/A</c:v>
                </c:pt>
                <c:pt idx="3250">
                  <c:v>#N/A</c:v>
                </c:pt>
                <c:pt idx="3251">
                  <c:v>#N/A</c:v>
                </c:pt>
                <c:pt idx="3252">
                  <c:v>#N/A</c:v>
                </c:pt>
                <c:pt idx="3253">
                  <c:v>#N/A</c:v>
                </c:pt>
                <c:pt idx="3254">
                  <c:v>#N/A</c:v>
                </c:pt>
                <c:pt idx="3255">
                  <c:v>#N/A</c:v>
                </c:pt>
                <c:pt idx="3256">
                  <c:v>#N/A</c:v>
                </c:pt>
                <c:pt idx="3257">
                  <c:v>#N/A</c:v>
                </c:pt>
                <c:pt idx="3258">
                  <c:v>#N/A</c:v>
                </c:pt>
                <c:pt idx="3259">
                  <c:v>#N/A</c:v>
                </c:pt>
                <c:pt idx="3260">
                  <c:v>#N/A</c:v>
                </c:pt>
                <c:pt idx="3261">
                  <c:v>#N/A</c:v>
                </c:pt>
                <c:pt idx="3262">
                  <c:v>#N/A</c:v>
                </c:pt>
                <c:pt idx="3263">
                  <c:v>#N/A</c:v>
                </c:pt>
                <c:pt idx="3264">
                  <c:v>#N/A</c:v>
                </c:pt>
                <c:pt idx="3265">
                  <c:v>#N/A</c:v>
                </c:pt>
                <c:pt idx="3266">
                  <c:v>#N/A</c:v>
                </c:pt>
                <c:pt idx="3267">
                  <c:v>#N/A</c:v>
                </c:pt>
                <c:pt idx="3268">
                  <c:v>#N/A</c:v>
                </c:pt>
                <c:pt idx="3269">
                  <c:v>#N/A</c:v>
                </c:pt>
                <c:pt idx="3270">
                  <c:v>#N/A</c:v>
                </c:pt>
                <c:pt idx="3271">
                  <c:v>#N/A</c:v>
                </c:pt>
                <c:pt idx="3272">
                  <c:v>#N/A</c:v>
                </c:pt>
                <c:pt idx="3273">
                  <c:v>#N/A</c:v>
                </c:pt>
                <c:pt idx="3274">
                  <c:v>#N/A</c:v>
                </c:pt>
                <c:pt idx="3275">
                  <c:v>#N/A</c:v>
                </c:pt>
                <c:pt idx="3276">
                  <c:v>#N/A</c:v>
                </c:pt>
                <c:pt idx="3277">
                  <c:v>#N/A</c:v>
                </c:pt>
                <c:pt idx="3278">
                  <c:v>#N/A</c:v>
                </c:pt>
                <c:pt idx="3279">
                  <c:v>#N/A</c:v>
                </c:pt>
                <c:pt idx="3280">
                  <c:v>#N/A</c:v>
                </c:pt>
                <c:pt idx="3281">
                  <c:v>#N/A</c:v>
                </c:pt>
                <c:pt idx="3282">
                  <c:v>#N/A</c:v>
                </c:pt>
                <c:pt idx="3283">
                  <c:v>#N/A</c:v>
                </c:pt>
                <c:pt idx="3284">
                  <c:v>#N/A</c:v>
                </c:pt>
                <c:pt idx="3285">
                  <c:v>#N/A</c:v>
                </c:pt>
                <c:pt idx="3286">
                  <c:v>#N/A</c:v>
                </c:pt>
                <c:pt idx="3287">
                  <c:v>#N/A</c:v>
                </c:pt>
                <c:pt idx="3288">
                  <c:v>#N/A</c:v>
                </c:pt>
                <c:pt idx="3289">
                  <c:v>#N/A</c:v>
                </c:pt>
                <c:pt idx="3290">
                  <c:v>#N/A</c:v>
                </c:pt>
                <c:pt idx="3291">
                  <c:v>#N/A</c:v>
                </c:pt>
                <c:pt idx="3292">
                  <c:v>#N/A</c:v>
                </c:pt>
                <c:pt idx="3293">
                  <c:v>#N/A</c:v>
                </c:pt>
                <c:pt idx="3294">
                  <c:v>#N/A</c:v>
                </c:pt>
                <c:pt idx="3295">
                  <c:v>#N/A</c:v>
                </c:pt>
                <c:pt idx="3296">
                  <c:v>#N/A</c:v>
                </c:pt>
                <c:pt idx="3297">
                  <c:v>#N/A</c:v>
                </c:pt>
                <c:pt idx="3298">
                  <c:v>#N/A</c:v>
                </c:pt>
                <c:pt idx="3299">
                  <c:v>#N/A</c:v>
                </c:pt>
                <c:pt idx="3300">
                  <c:v>#N/A</c:v>
                </c:pt>
                <c:pt idx="3301">
                  <c:v>#N/A</c:v>
                </c:pt>
                <c:pt idx="3302">
                  <c:v>#N/A</c:v>
                </c:pt>
                <c:pt idx="3303">
                  <c:v>#N/A</c:v>
                </c:pt>
                <c:pt idx="3304">
                  <c:v>#N/A</c:v>
                </c:pt>
                <c:pt idx="3305">
                  <c:v>#N/A</c:v>
                </c:pt>
                <c:pt idx="3306">
                  <c:v>#N/A</c:v>
                </c:pt>
                <c:pt idx="3307">
                  <c:v>#N/A</c:v>
                </c:pt>
                <c:pt idx="3308">
                  <c:v>#N/A</c:v>
                </c:pt>
                <c:pt idx="3309">
                  <c:v>#N/A</c:v>
                </c:pt>
                <c:pt idx="3310">
                  <c:v>#N/A</c:v>
                </c:pt>
                <c:pt idx="3311">
                  <c:v>#N/A</c:v>
                </c:pt>
                <c:pt idx="3312">
                  <c:v>#N/A</c:v>
                </c:pt>
                <c:pt idx="3313">
                  <c:v>#N/A</c:v>
                </c:pt>
                <c:pt idx="3314">
                  <c:v>#N/A</c:v>
                </c:pt>
                <c:pt idx="3315">
                  <c:v>#N/A</c:v>
                </c:pt>
                <c:pt idx="3316">
                  <c:v>#N/A</c:v>
                </c:pt>
                <c:pt idx="3317">
                  <c:v>#N/A</c:v>
                </c:pt>
                <c:pt idx="3318">
                  <c:v>#N/A</c:v>
                </c:pt>
                <c:pt idx="3319">
                  <c:v>#N/A</c:v>
                </c:pt>
                <c:pt idx="3320">
                  <c:v>#N/A</c:v>
                </c:pt>
                <c:pt idx="3321">
                  <c:v>#N/A</c:v>
                </c:pt>
                <c:pt idx="3322">
                  <c:v>#N/A</c:v>
                </c:pt>
                <c:pt idx="3323">
                  <c:v>#N/A</c:v>
                </c:pt>
                <c:pt idx="3324">
                  <c:v>#N/A</c:v>
                </c:pt>
                <c:pt idx="3325">
                  <c:v>#N/A</c:v>
                </c:pt>
                <c:pt idx="3326">
                  <c:v>#N/A</c:v>
                </c:pt>
                <c:pt idx="3327">
                  <c:v>#N/A</c:v>
                </c:pt>
                <c:pt idx="3328">
                  <c:v>#N/A</c:v>
                </c:pt>
                <c:pt idx="3329">
                  <c:v>#N/A</c:v>
                </c:pt>
                <c:pt idx="3330">
                  <c:v>#N/A</c:v>
                </c:pt>
                <c:pt idx="3331">
                  <c:v>#N/A</c:v>
                </c:pt>
                <c:pt idx="3332">
                  <c:v>#N/A</c:v>
                </c:pt>
                <c:pt idx="3333">
                  <c:v>#N/A</c:v>
                </c:pt>
                <c:pt idx="3334">
                  <c:v>#N/A</c:v>
                </c:pt>
                <c:pt idx="3335">
                  <c:v>#N/A</c:v>
                </c:pt>
                <c:pt idx="3336">
                  <c:v>#N/A</c:v>
                </c:pt>
                <c:pt idx="3337">
                  <c:v>#N/A</c:v>
                </c:pt>
                <c:pt idx="3338">
                  <c:v>#N/A</c:v>
                </c:pt>
                <c:pt idx="3339">
                  <c:v>#N/A</c:v>
                </c:pt>
                <c:pt idx="3340">
                  <c:v>#N/A</c:v>
                </c:pt>
                <c:pt idx="3341">
                  <c:v>#N/A</c:v>
                </c:pt>
                <c:pt idx="3342">
                  <c:v>#N/A</c:v>
                </c:pt>
                <c:pt idx="3343">
                  <c:v>#N/A</c:v>
                </c:pt>
                <c:pt idx="3344">
                  <c:v>#N/A</c:v>
                </c:pt>
                <c:pt idx="3345">
                  <c:v>#N/A</c:v>
                </c:pt>
                <c:pt idx="3346">
                  <c:v>#N/A</c:v>
                </c:pt>
                <c:pt idx="3347">
                  <c:v>#N/A</c:v>
                </c:pt>
                <c:pt idx="3348">
                  <c:v>#N/A</c:v>
                </c:pt>
                <c:pt idx="3349">
                  <c:v>#N/A</c:v>
                </c:pt>
                <c:pt idx="3350">
                  <c:v>#N/A</c:v>
                </c:pt>
                <c:pt idx="3351">
                  <c:v>#N/A</c:v>
                </c:pt>
                <c:pt idx="3352">
                  <c:v>#N/A</c:v>
                </c:pt>
                <c:pt idx="3353">
                  <c:v>#N/A</c:v>
                </c:pt>
                <c:pt idx="3354">
                  <c:v>#N/A</c:v>
                </c:pt>
                <c:pt idx="3355">
                  <c:v>#N/A</c:v>
                </c:pt>
                <c:pt idx="3356">
                  <c:v>#N/A</c:v>
                </c:pt>
                <c:pt idx="3357">
                  <c:v>#N/A</c:v>
                </c:pt>
                <c:pt idx="3358">
                  <c:v>#N/A</c:v>
                </c:pt>
                <c:pt idx="3359">
                  <c:v>#N/A</c:v>
                </c:pt>
                <c:pt idx="3360">
                  <c:v>#N/A</c:v>
                </c:pt>
                <c:pt idx="3361">
                  <c:v>#N/A</c:v>
                </c:pt>
                <c:pt idx="3362">
                  <c:v>#N/A</c:v>
                </c:pt>
                <c:pt idx="3363">
                  <c:v>#N/A</c:v>
                </c:pt>
                <c:pt idx="3364">
                  <c:v>#N/A</c:v>
                </c:pt>
                <c:pt idx="3365">
                  <c:v>#N/A</c:v>
                </c:pt>
                <c:pt idx="3366">
                  <c:v>#N/A</c:v>
                </c:pt>
                <c:pt idx="3367">
                  <c:v>#N/A</c:v>
                </c:pt>
                <c:pt idx="3368">
                  <c:v>#N/A</c:v>
                </c:pt>
                <c:pt idx="3369">
                  <c:v>#N/A</c:v>
                </c:pt>
                <c:pt idx="3370">
                  <c:v>#N/A</c:v>
                </c:pt>
                <c:pt idx="3371">
                  <c:v>#N/A</c:v>
                </c:pt>
                <c:pt idx="3372">
                  <c:v>#N/A</c:v>
                </c:pt>
                <c:pt idx="3373">
                  <c:v>#N/A</c:v>
                </c:pt>
                <c:pt idx="3374">
                  <c:v>#N/A</c:v>
                </c:pt>
                <c:pt idx="3375">
                  <c:v>#N/A</c:v>
                </c:pt>
                <c:pt idx="3376">
                  <c:v>#N/A</c:v>
                </c:pt>
                <c:pt idx="3377">
                  <c:v>#N/A</c:v>
                </c:pt>
                <c:pt idx="3378">
                  <c:v>#N/A</c:v>
                </c:pt>
                <c:pt idx="3379">
                  <c:v>#N/A</c:v>
                </c:pt>
                <c:pt idx="3380">
                  <c:v>#N/A</c:v>
                </c:pt>
                <c:pt idx="3381">
                  <c:v>#N/A</c:v>
                </c:pt>
                <c:pt idx="3382">
                  <c:v>#N/A</c:v>
                </c:pt>
                <c:pt idx="3383">
                  <c:v>#N/A</c:v>
                </c:pt>
                <c:pt idx="3384">
                  <c:v>#N/A</c:v>
                </c:pt>
                <c:pt idx="3385">
                  <c:v>#N/A</c:v>
                </c:pt>
                <c:pt idx="3386">
                  <c:v>#N/A</c:v>
                </c:pt>
                <c:pt idx="3387">
                  <c:v>#N/A</c:v>
                </c:pt>
                <c:pt idx="3388">
                  <c:v>#N/A</c:v>
                </c:pt>
                <c:pt idx="3389">
                  <c:v>#N/A</c:v>
                </c:pt>
                <c:pt idx="3390">
                  <c:v>#N/A</c:v>
                </c:pt>
                <c:pt idx="3391">
                  <c:v>#N/A</c:v>
                </c:pt>
                <c:pt idx="3392">
                  <c:v>#N/A</c:v>
                </c:pt>
                <c:pt idx="3393">
                  <c:v>#N/A</c:v>
                </c:pt>
                <c:pt idx="3394">
                  <c:v>#N/A</c:v>
                </c:pt>
                <c:pt idx="3395">
                  <c:v>#N/A</c:v>
                </c:pt>
                <c:pt idx="3396">
                  <c:v>#N/A</c:v>
                </c:pt>
                <c:pt idx="3397">
                  <c:v>#N/A</c:v>
                </c:pt>
                <c:pt idx="3398">
                  <c:v>#N/A</c:v>
                </c:pt>
                <c:pt idx="3399">
                  <c:v>#N/A</c:v>
                </c:pt>
                <c:pt idx="3400">
                  <c:v>#N/A</c:v>
                </c:pt>
                <c:pt idx="3401">
                  <c:v>#N/A</c:v>
                </c:pt>
                <c:pt idx="3402">
                  <c:v>#N/A</c:v>
                </c:pt>
                <c:pt idx="3403">
                  <c:v>#N/A</c:v>
                </c:pt>
                <c:pt idx="3404">
                  <c:v>#N/A</c:v>
                </c:pt>
                <c:pt idx="3405">
                  <c:v>#N/A</c:v>
                </c:pt>
                <c:pt idx="3406">
                  <c:v>#N/A</c:v>
                </c:pt>
                <c:pt idx="3407">
                  <c:v>#N/A</c:v>
                </c:pt>
                <c:pt idx="3408">
                  <c:v>#N/A</c:v>
                </c:pt>
                <c:pt idx="3409">
                  <c:v>#N/A</c:v>
                </c:pt>
                <c:pt idx="3410">
                  <c:v>#N/A</c:v>
                </c:pt>
                <c:pt idx="3411">
                  <c:v>#N/A</c:v>
                </c:pt>
                <c:pt idx="3412">
                  <c:v>#N/A</c:v>
                </c:pt>
                <c:pt idx="3413">
                  <c:v>#N/A</c:v>
                </c:pt>
                <c:pt idx="3414">
                  <c:v>#N/A</c:v>
                </c:pt>
                <c:pt idx="3415">
                  <c:v>#N/A</c:v>
                </c:pt>
                <c:pt idx="3416">
                  <c:v>#N/A</c:v>
                </c:pt>
                <c:pt idx="3417">
                  <c:v>#N/A</c:v>
                </c:pt>
                <c:pt idx="3418">
                  <c:v>#N/A</c:v>
                </c:pt>
                <c:pt idx="3419">
                  <c:v>#N/A</c:v>
                </c:pt>
                <c:pt idx="3420">
                  <c:v>#N/A</c:v>
                </c:pt>
                <c:pt idx="3421">
                  <c:v>#N/A</c:v>
                </c:pt>
                <c:pt idx="3422">
                  <c:v>#N/A</c:v>
                </c:pt>
                <c:pt idx="3423">
                  <c:v>#N/A</c:v>
                </c:pt>
                <c:pt idx="3424">
                  <c:v>#N/A</c:v>
                </c:pt>
                <c:pt idx="3425">
                  <c:v>#N/A</c:v>
                </c:pt>
                <c:pt idx="3426">
                  <c:v>#N/A</c:v>
                </c:pt>
                <c:pt idx="3427">
                  <c:v>#N/A</c:v>
                </c:pt>
                <c:pt idx="3428">
                  <c:v>#N/A</c:v>
                </c:pt>
                <c:pt idx="3429">
                  <c:v>#N/A</c:v>
                </c:pt>
                <c:pt idx="3430">
                  <c:v>#N/A</c:v>
                </c:pt>
                <c:pt idx="3431">
                  <c:v>#N/A</c:v>
                </c:pt>
                <c:pt idx="3432">
                  <c:v>#N/A</c:v>
                </c:pt>
                <c:pt idx="3433">
                  <c:v>#N/A</c:v>
                </c:pt>
                <c:pt idx="3434">
                  <c:v>#N/A</c:v>
                </c:pt>
                <c:pt idx="3435">
                  <c:v>#N/A</c:v>
                </c:pt>
                <c:pt idx="3436">
                  <c:v>#N/A</c:v>
                </c:pt>
                <c:pt idx="3437">
                  <c:v>#N/A</c:v>
                </c:pt>
                <c:pt idx="3438">
                  <c:v>#N/A</c:v>
                </c:pt>
                <c:pt idx="3439">
                  <c:v>#N/A</c:v>
                </c:pt>
                <c:pt idx="3440">
                  <c:v>#N/A</c:v>
                </c:pt>
                <c:pt idx="3441">
                  <c:v>#N/A</c:v>
                </c:pt>
                <c:pt idx="3442">
                  <c:v>#N/A</c:v>
                </c:pt>
                <c:pt idx="3443">
                  <c:v>#N/A</c:v>
                </c:pt>
                <c:pt idx="3444">
                  <c:v>#N/A</c:v>
                </c:pt>
                <c:pt idx="3445">
                  <c:v>#N/A</c:v>
                </c:pt>
                <c:pt idx="3446">
                  <c:v>#N/A</c:v>
                </c:pt>
                <c:pt idx="3447">
                  <c:v>#N/A</c:v>
                </c:pt>
                <c:pt idx="3448">
                  <c:v>#N/A</c:v>
                </c:pt>
                <c:pt idx="3449">
                  <c:v>#N/A</c:v>
                </c:pt>
                <c:pt idx="3450">
                  <c:v>#N/A</c:v>
                </c:pt>
                <c:pt idx="3451">
                  <c:v>#N/A</c:v>
                </c:pt>
                <c:pt idx="3452">
                  <c:v>#N/A</c:v>
                </c:pt>
                <c:pt idx="3453">
                  <c:v>#N/A</c:v>
                </c:pt>
                <c:pt idx="3454">
                  <c:v>#N/A</c:v>
                </c:pt>
                <c:pt idx="3455">
                  <c:v>#N/A</c:v>
                </c:pt>
                <c:pt idx="3456">
                  <c:v>#N/A</c:v>
                </c:pt>
                <c:pt idx="3457">
                  <c:v>#N/A</c:v>
                </c:pt>
                <c:pt idx="3458">
                  <c:v>#N/A</c:v>
                </c:pt>
                <c:pt idx="3459">
                  <c:v>#N/A</c:v>
                </c:pt>
                <c:pt idx="3460">
                  <c:v>#N/A</c:v>
                </c:pt>
                <c:pt idx="3461">
                  <c:v>#N/A</c:v>
                </c:pt>
                <c:pt idx="3462">
                  <c:v>#N/A</c:v>
                </c:pt>
                <c:pt idx="3463">
                  <c:v>#N/A</c:v>
                </c:pt>
                <c:pt idx="3464">
                  <c:v>#N/A</c:v>
                </c:pt>
                <c:pt idx="3465">
                  <c:v>#N/A</c:v>
                </c:pt>
                <c:pt idx="3466">
                  <c:v>#N/A</c:v>
                </c:pt>
                <c:pt idx="3467">
                  <c:v>#N/A</c:v>
                </c:pt>
                <c:pt idx="3468">
                  <c:v>#N/A</c:v>
                </c:pt>
                <c:pt idx="3469">
                  <c:v>#N/A</c:v>
                </c:pt>
                <c:pt idx="3470">
                  <c:v>#N/A</c:v>
                </c:pt>
                <c:pt idx="3471">
                  <c:v>#N/A</c:v>
                </c:pt>
                <c:pt idx="3472">
                  <c:v>#N/A</c:v>
                </c:pt>
                <c:pt idx="3473">
                  <c:v>#N/A</c:v>
                </c:pt>
                <c:pt idx="3474">
                  <c:v>#N/A</c:v>
                </c:pt>
                <c:pt idx="3475">
                  <c:v>#N/A</c:v>
                </c:pt>
                <c:pt idx="3476">
                  <c:v>#N/A</c:v>
                </c:pt>
                <c:pt idx="3477">
                  <c:v>#N/A</c:v>
                </c:pt>
                <c:pt idx="3478">
                  <c:v>#N/A</c:v>
                </c:pt>
                <c:pt idx="3479">
                  <c:v>#N/A</c:v>
                </c:pt>
                <c:pt idx="3480">
                  <c:v>#N/A</c:v>
                </c:pt>
                <c:pt idx="3481">
                  <c:v>#N/A</c:v>
                </c:pt>
                <c:pt idx="3482">
                  <c:v>#N/A</c:v>
                </c:pt>
                <c:pt idx="3483">
                  <c:v>#N/A</c:v>
                </c:pt>
                <c:pt idx="3484">
                  <c:v>#N/A</c:v>
                </c:pt>
                <c:pt idx="3485">
                  <c:v>#N/A</c:v>
                </c:pt>
                <c:pt idx="3486">
                  <c:v>#N/A</c:v>
                </c:pt>
                <c:pt idx="3487">
                  <c:v>#N/A</c:v>
                </c:pt>
                <c:pt idx="3488">
                  <c:v>#N/A</c:v>
                </c:pt>
                <c:pt idx="3489">
                  <c:v>#N/A</c:v>
                </c:pt>
                <c:pt idx="3490">
                  <c:v>#N/A</c:v>
                </c:pt>
                <c:pt idx="3491">
                  <c:v>#N/A</c:v>
                </c:pt>
                <c:pt idx="3492">
                  <c:v>#N/A</c:v>
                </c:pt>
                <c:pt idx="3493">
                  <c:v>#N/A</c:v>
                </c:pt>
                <c:pt idx="3494">
                  <c:v>#N/A</c:v>
                </c:pt>
                <c:pt idx="3495">
                  <c:v>#N/A</c:v>
                </c:pt>
                <c:pt idx="3496">
                  <c:v>#N/A</c:v>
                </c:pt>
                <c:pt idx="3497">
                  <c:v>#N/A</c:v>
                </c:pt>
                <c:pt idx="3498">
                  <c:v>#N/A</c:v>
                </c:pt>
                <c:pt idx="3499">
                  <c:v>#N/A</c:v>
                </c:pt>
                <c:pt idx="3500">
                  <c:v>#N/A</c:v>
                </c:pt>
                <c:pt idx="3501">
                  <c:v>#N/A</c:v>
                </c:pt>
                <c:pt idx="3502">
                  <c:v>#N/A</c:v>
                </c:pt>
                <c:pt idx="3503">
                  <c:v>#N/A</c:v>
                </c:pt>
                <c:pt idx="3504">
                  <c:v>#N/A</c:v>
                </c:pt>
                <c:pt idx="3505">
                  <c:v>#N/A</c:v>
                </c:pt>
                <c:pt idx="3506">
                  <c:v>#N/A</c:v>
                </c:pt>
                <c:pt idx="3507">
                  <c:v>#N/A</c:v>
                </c:pt>
                <c:pt idx="3508">
                  <c:v>#N/A</c:v>
                </c:pt>
                <c:pt idx="3509">
                  <c:v>#N/A</c:v>
                </c:pt>
                <c:pt idx="3510">
                  <c:v>#N/A</c:v>
                </c:pt>
                <c:pt idx="3511">
                  <c:v>#N/A</c:v>
                </c:pt>
                <c:pt idx="3512">
                  <c:v>#N/A</c:v>
                </c:pt>
                <c:pt idx="3513">
                  <c:v>#N/A</c:v>
                </c:pt>
                <c:pt idx="3514">
                  <c:v>#N/A</c:v>
                </c:pt>
                <c:pt idx="3515">
                  <c:v>#N/A</c:v>
                </c:pt>
                <c:pt idx="3516">
                  <c:v>#N/A</c:v>
                </c:pt>
                <c:pt idx="3517">
                  <c:v>#N/A</c:v>
                </c:pt>
                <c:pt idx="3518">
                  <c:v>#N/A</c:v>
                </c:pt>
                <c:pt idx="3519">
                  <c:v>#N/A</c:v>
                </c:pt>
                <c:pt idx="3520">
                  <c:v>#N/A</c:v>
                </c:pt>
                <c:pt idx="3521">
                  <c:v>#N/A</c:v>
                </c:pt>
                <c:pt idx="3522">
                  <c:v>#N/A</c:v>
                </c:pt>
                <c:pt idx="3523">
                  <c:v>#N/A</c:v>
                </c:pt>
                <c:pt idx="3524">
                  <c:v>#N/A</c:v>
                </c:pt>
                <c:pt idx="3525">
                  <c:v>#N/A</c:v>
                </c:pt>
                <c:pt idx="3526">
                  <c:v>#N/A</c:v>
                </c:pt>
                <c:pt idx="3527">
                  <c:v>#N/A</c:v>
                </c:pt>
                <c:pt idx="3528">
                  <c:v>#N/A</c:v>
                </c:pt>
                <c:pt idx="3529">
                  <c:v>#N/A</c:v>
                </c:pt>
                <c:pt idx="3530">
                  <c:v>#N/A</c:v>
                </c:pt>
                <c:pt idx="3531">
                  <c:v>#N/A</c:v>
                </c:pt>
                <c:pt idx="3532">
                  <c:v>#N/A</c:v>
                </c:pt>
                <c:pt idx="3533">
                  <c:v>#N/A</c:v>
                </c:pt>
                <c:pt idx="3534">
                  <c:v>#N/A</c:v>
                </c:pt>
                <c:pt idx="3535">
                  <c:v>#N/A</c:v>
                </c:pt>
                <c:pt idx="3536">
                  <c:v>#N/A</c:v>
                </c:pt>
                <c:pt idx="3537">
                  <c:v>#N/A</c:v>
                </c:pt>
                <c:pt idx="3538">
                  <c:v>#N/A</c:v>
                </c:pt>
                <c:pt idx="3539">
                  <c:v>#N/A</c:v>
                </c:pt>
                <c:pt idx="3540">
                  <c:v>#N/A</c:v>
                </c:pt>
                <c:pt idx="3541">
                  <c:v>#N/A</c:v>
                </c:pt>
                <c:pt idx="3542">
                  <c:v>#N/A</c:v>
                </c:pt>
                <c:pt idx="3543">
                  <c:v>#N/A</c:v>
                </c:pt>
                <c:pt idx="3544">
                  <c:v>#N/A</c:v>
                </c:pt>
                <c:pt idx="3545">
                  <c:v>#N/A</c:v>
                </c:pt>
                <c:pt idx="3546">
                  <c:v>#N/A</c:v>
                </c:pt>
                <c:pt idx="3547">
                  <c:v>#N/A</c:v>
                </c:pt>
                <c:pt idx="3548">
                  <c:v>#N/A</c:v>
                </c:pt>
                <c:pt idx="3549">
                  <c:v>#N/A</c:v>
                </c:pt>
                <c:pt idx="3550">
                  <c:v>#N/A</c:v>
                </c:pt>
                <c:pt idx="3551">
                  <c:v>#N/A</c:v>
                </c:pt>
                <c:pt idx="3552">
                  <c:v>#N/A</c:v>
                </c:pt>
                <c:pt idx="3553">
                  <c:v>#N/A</c:v>
                </c:pt>
                <c:pt idx="3554">
                  <c:v>#N/A</c:v>
                </c:pt>
                <c:pt idx="3555">
                  <c:v>#N/A</c:v>
                </c:pt>
                <c:pt idx="3556">
                  <c:v>#N/A</c:v>
                </c:pt>
                <c:pt idx="3557">
                  <c:v>#N/A</c:v>
                </c:pt>
                <c:pt idx="3558">
                  <c:v>#N/A</c:v>
                </c:pt>
                <c:pt idx="3559">
                  <c:v>#N/A</c:v>
                </c:pt>
                <c:pt idx="3560">
                  <c:v>#N/A</c:v>
                </c:pt>
                <c:pt idx="3561">
                  <c:v>#N/A</c:v>
                </c:pt>
                <c:pt idx="3562">
                  <c:v>#N/A</c:v>
                </c:pt>
                <c:pt idx="3563">
                  <c:v>#N/A</c:v>
                </c:pt>
                <c:pt idx="3564">
                  <c:v>#N/A</c:v>
                </c:pt>
                <c:pt idx="3565">
                  <c:v>#N/A</c:v>
                </c:pt>
                <c:pt idx="3566">
                  <c:v>#N/A</c:v>
                </c:pt>
                <c:pt idx="3567">
                  <c:v>#N/A</c:v>
                </c:pt>
                <c:pt idx="3568">
                  <c:v>#N/A</c:v>
                </c:pt>
                <c:pt idx="3569">
                  <c:v>#N/A</c:v>
                </c:pt>
                <c:pt idx="3570">
                  <c:v>#N/A</c:v>
                </c:pt>
                <c:pt idx="3571">
                  <c:v>#N/A</c:v>
                </c:pt>
                <c:pt idx="3572">
                  <c:v>#N/A</c:v>
                </c:pt>
                <c:pt idx="3573">
                  <c:v>#N/A</c:v>
                </c:pt>
                <c:pt idx="3574">
                  <c:v>#N/A</c:v>
                </c:pt>
                <c:pt idx="3575">
                  <c:v>#N/A</c:v>
                </c:pt>
                <c:pt idx="3576">
                  <c:v>#N/A</c:v>
                </c:pt>
                <c:pt idx="3577">
                  <c:v>#N/A</c:v>
                </c:pt>
                <c:pt idx="3578">
                  <c:v>#N/A</c:v>
                </c:pt>
                <c:pt idx="3579">
                  <c:v>#N/A</c:v>
                </c:pt>
                <c:pt idx="3580">
                  <c:v>#N/A</c:v>
                </c:pt>
                <c:pt idx="3581">
                  <c:v>#N/A</c:v>
                </c:pt>
                <c:pt idx="3582">
                  <c:v>#N/A</c:v>
                </c:pt>
                <c:pt idx="3583">
                  <c:v>#N/A</c:v>
                </c:pt>
                <c:pt idx="3584">
                  <c:v>#N/A</c:v>
                </c:pt>
                <c:pt idx="3585">
                  <c:v>#N/A</c:v>
                </c:pt>
                <c:pt idx="3586">
                  <c:v>#N/A</c:v>
                </c:pt>
                <c:pt idx="3587">
                  <c:v>#N/A</c:v>
                </c:pt>
                <c:pt idx="3588">
                  <c:v>#N/A</c:v>
                </c:pt>
                <c:pt idx="3589">
                  <c:v>#N/A</c:v>
                </c:pt>
                <c:pt idx="3590">
                  <c:v>#N/A</c:v>
                </c:pt>
                <c:pt idx="3591">
                  <c:v>#N/A</c:v>
                </c:pt>
                <c:pt idx="3592">
                  <c:v>#N/A</c:v>
                </c:pt>
                <c:pt idx="3593">
                  <c:v>#N/A</c:v>
                </c:pt>
                <c:pt idx="3594">
                  <c:v>#N/A</c:v>
                </c:pt>
                <c:pt idx="3595">
                  <c:v>#N/A</c:v>
                </c:pt>
                <c:pt idx="3596">
                  <c:v>#N/A</c:v>
                </c:pt>
                <c:pt idx="3597">
                  <c:v>#N/A</c:v>
                </c:pt>
                <c:pt idx="3598">
                  <c:v>#N/A</c:v>
                </c:pt>
                <c:pt idx="3599">
                  <c:v>#N/A</c:v>
                </c:pt>
                <c:pt idx="3600">
                  <c:v>#N/A</c:v>
                </c:pt>
                <c:pt idx="3601">
                  <c:v>#N/A</c:v>
                </c:pt>
                <c:pt idx="3602">
                  <c:v>#N/A</c:v>
                </c:pt>
                <c:pt idx="3603">
                  <c:v>#N/A</c:v>
                </c:pt>
                <c:pt idx="3604">
                  <c:v>#N/A</c:v>
                </c:pt>
                <c:pt idx="3605">
                  <c:v>#N/A</c:v>
                </c:pt>
                <c:pt idx="3606">
                  <c:v>#N/A</c:v>
                </c:pt>
                <c:pt idx="3607">
                  <c:v>#N/A</c:v>
                </c:pt>
                <c:pt idx="3608">
                  <c:v>#N/A</c:v>
                </c:pt>
                <c:pt idx="3609">
                  <c:v>#N/A</c:v>
                </c:pt>
                <c:pt idx="3610">
                  <c:v>#N/A</c:v>
                </c:pt>
                <c:pt idx="3611">
                  <c:v>#N/A</c:v>
                </c:pt>
                <c:pt idx="3612">
                  <c:v>#N/A</c:v>
                </c:pt>
                <c:pt idx="3613">
                  <c:v>#N/A</c:v>
                </c:pt>
                <c:pt idx="3614">
                  <c:v>#N/A</c:v>
                </c:pt>
                <c:pt idx="3615">
                  <c:v>#N/A</c:v>
                </c:pt>
                <c:pt idx="3616">
                  <c:v>#N/A</c:v>
                </c:pt>
                <c:pt idx="3617">
                  <c:v>#N/A</c:v>
                </c:pt>
                <c:pt idx="3618">
                  <c:v>#N/A</c:v>
                </c:pt>
                <c:pt idx="3619">
                  <c:v>#N/A</c:v>
                </c:pt>
                <c:pt idx="3620">
                  <c:v>#N/A</c:v>
                </c:pt>
                <c:pt idx="3621">
                  <c:v>#N/A</c:v>
                </c:pt>
                <c:pt idx="3622">
                  <c:v>#N/A</c:v>
                </c:pt>
                <c:pt idx="3623">
                  <c:v>#N/A</c:v>
                </c:pt>
                <c:pt idx="3624">
                  <c:v>#N/A</c:v>
                </c:pt>
                <c:pt idx="3625">
                  <c:v>#N/A</c:v>
                </c:pt>
                <c:pt idx="3626">
                  <c:v>#N/A</c:v>
                </c:pt>
                <c:pt idx="3627">
                  <c:v>#N/A</c:v>
                </c:pt>
                <c:pt idx="3628">
                  <c:v>#N/A</c:v>
                </c:pt>
                <c:pt idx="3629">
                  <c:v>#N/A</c:v>
                </c:pt>
                <c:pt idx="3630">
                  <c:v>#N/A</c:v>
                </c:pt>
                <c:pt idx="3631">
                  <c:v>#N/A</c:v>
                </c:pt>
                <c:pt idx="3632">
                  <c:v>#N/A</c:v>
                </c:pt>
                <c:pt idx="3633">
                  <c:v>#N/A</c:v>
                </c:pt>
                <c:pt idx="3634">
                  <c:v>#N/A</c:v>
                </c:pt>
                <c:pt idx="3635">
                  <c:v>#N/A</c:v>
                </c:pt>
                <c:pt idx="3636">
                  <c:v>#N/A</c:v>
                </c:pt>
                <c:pt idx="3637">
                  <c:v>#N/A</c:v>
                </c:pt>
                <c:pt idx="3638">
                  <c:v>#N/A</c:v>
                </c:pt>
                <c:pt idx="3639">
                  <c:v>#N/A</c:v>
                </c:pt>
                <c:pt idx="3640">
                  <c:v>#N/A</c:v>
                </c:pt>
                <c:pt idx="3641">
                  <c:v>#N/A</c:v>
                </c:pt>
                <c:pt idx="3642">
                  <c:v>#N/A</c:v>
                </c:pt>
                <c:pt idx="3643">
                  <c:v>#N/A</c:v>
                </c:pt>
                <c:pt idx="3644">
                  <c:v>#N/A</c:v>
                </c:pt>
                <c:pt idx="3645">
                  <c:v>#N/A</c:v>
                </c:pt>
                <c:pt idx="3646">
                  <c:v>#N/A</c:v>
                </c:pt>
                <c:pt idx="3647">
                  <c:v>#N/A</c:v>
                </c:pt>
                <c:pt idx="3648">
                  <c:v>#N/A</c:v>
                </c:pt>
                <c:pt idx="3649">
                  <c:v>#N/A</c:v>
                </c:pt>
                <c:pt idx="3650">
                  <c:v>#N/A</c:v>
                </c:pt>
                <c:pt idx="3651">
                  <c:v>#N/A</c:v>
                </c:pt>
                <c:pt idx="3652">
                  <c:v>#N/A</c:v>
                </c:pt>
                <c:pt idx="3653">
                  <c:v>#N/A</c:v>
                </c:pt>
                <c:pt idx="3654">
                  <c:v>#N/A</c:v>
                </c:pt>
                <c:pt idx="3655">
                  <c:v>#N/A</c:v>
                </c:pt>
                <c:pt idx="3656">
                  <c:v>#N/A</c:v>
                </c:pt>
                <c:pt idx="3657">
                  <c:v>#N/A</c:v>
                </c:pt>
                <c:pt idx="3658">
                  <c:v>#N/A</c:v>
                </c:pt>
                <c:pt idx="3659">
                  <c:v>#N/A</c:v>
                </c:pt>
                <c:pt idx="3660">
                  <c:v>#N/A</c:v>
                </c:pt>
                <c:pt idx="3661">
                  <c:v>#N/A</c:v>
                </c:pt>
                <c:pt idx="3662">
                  <c:v>#N/A</c:v>
                </c:pt>
                <c:pt idx="3663">
                  <c:v>#N/A</c:v>
                </c:pt>
                <c:pt idx="3664">
                  <c:v>#N/A</c:v>
                </c:pt>
                <c:pt idx="3665">
                  <c:v>#N/A</c:v>
                </c:pt>
                <c:pt idx="3666">
                  <c:v>#N/A</c:v>
                </c:pt>
                <c:pt idx="3667">
                  <c:v>#N/A</c:v>
                </c:pt>
                <c:pt idx="3668">
                  <c:v>#N/A</c:v>
                </c:pt>
                <c:pt idx="3669">
                  <c:v>#N/A</c:v>
                </c:pt>
                <c:pt idx="3670">
                  <c:v>3545.1691212651649</c:v>
                </c:pt>
                <c:pt idx="3671">
                  <c:v>3545.1691212651649</c:v>
                </c:pt>
                <c:pt idx="3672">
                  <c:v>3545.1691212651649</c:v>
                </c:pt>
                <c:pt idx="3673">
                  <c:v>3545.1691212651649</c:v>
                </c:pt>
                <c:pt idx="3674">
                  <c:v>3545.1691212651649</c:v>
                </c:pt>
                <c:pt idx="3675">
                  <c:v>3545.1691212651649</c:v>
                </c:pt>
                <c:pt idx="3676">
                  <c:v>3545.1691212651649</c:v>
                </c:pt>
                <c:pt idx="3677">
                  <c:v>3545.1691212651649</c:v>
                </c:pt>
                <c:pt idx="3678">
                  <c:v>3545.1691212651649</c:v>
                </c:pt>
                <c:pt idx="3679">
                  <c:v>3545.1691212651649</c:v>
                </c:pt>
                <c:pt idx="3680">
                  <c:v>3545.1691212651649</c:v>
                </c:pt>
                <c:pt idx="3681">
                  <c:v>3545.1691212651649</c:v>
                </c:pt>
                <c:pt idx="3682">
                  <c:v>3545.1691212651649</c:v>
                </c:pt>
                <c:pt idx="3683">
                  <c:v>3545.1691212651649</c:v>
                </c:pt>
                <c:pt idx="3684">
                  <c:v>3545.1691212651649</c:v>
                </c:pt>
                <c:pt idx="3685">
                  <c:v>3545.1691212651649</c:v>
                </c:pt>
                <c:pt idx="3686">
                  <c:v>3545.1691212651649</c:v>
                </c:pt>
                <c:pt idx="3687">
                  <c:v>3545.1691212651649</c:v>
                </c:pt>
                <c:pt idx="3688">
                  <c:v>3545.1691212651649</c:v>
                </c:pt>
                <c:pt idx="3689">
                  <c:v>3545.1691212651649</c:v>
                </c:pt>
                <c:pt idx="3690">
                  <c:v>3545.1691212651649</c:v>
                </c:pt>
                <c:pt idx="3691">
                  <c:v>3552.0853629371572</c:v>
                </c:pt>
                <c:pt idx="3692">
                  <c:v>3552.0853629371572</c:v>
                </c:pt>
                <c:pt idx="3693">
                  <c:v>3552.0853629371572</c:v>
                </c:pt>
                <c:pt idx="3694">
                  <c:v>3552.0853629371572</c:v>
                </c:pt>
                <c:pt idx="3695">
                  <c:v>3552.0853629371572</c:v>
                </c:pt>
                <c:pt idx="3696">
                  <c:v>3552.0853629371572</c:v>
                </c:pt>
                <c:pt idx="3697">
                  <c:v>3552.0853629371572</c:v>
                </c:pt>
                <c:pt idx="3698">
                  <c:v>3552.0853629371572</c:v>
                </c:pt>
                <c:pt idx="3699">
                  <c:v>3552.0853629371572</c:v>
                </c:pt>
                <c:pt idx="3700">
                  <c:v>3552.0853629371572</c:v>
                </c:pt>
                <c:pt idx="3701">
                  <c:v>3552.0853629371572</c:v>
                </c:pt>
                <c:pt idx="3702">
                  <c:v>3552.0853629371572</c:v>
                </c:pt>
                <c:pt idx="3703">
                  <c:v>3552.0853629371572</c:v>
                </c:pt>
                <c:pt idx="3704">
                  <c:v>3552.0853629371572</c:v>
                </c:pt>
                <c:pt idx="3705">
                  <c:v>3552.0853629371572</c:v>
                </c:pt>
                <c:pt idx="3706">
                  <c:v>3552.0853629371572</c:v>
                </c:pt>
                <c:pt idx="3707">
                  <c:v>3552.0853629371572</c:v>
                </c:pt>
                <c:pt idx="3708">
                  <c:v>3552.0853629371572</c:v>
                </c:pt>
                <c:pt idx="3709">
                  <c:v>3552.0853629371572</c:v>
                </c:pt>
                <c:pt idx="3710">
                  <c:v>3552.0853629371572</c:v>
                </c:pt>
                <c:pt idx="3711">
                  <c:v>3552.0853629371572</c:v>
                </c:pt>
                <c:pt idx="3712">
                  <c:v>3552.0853629371572</c:v>
                </c:pt>
                <c:pt idx="3713">
                  <c:v>3552.0853629371572</c:v>
                </c:pt>
                <c:pt idx="3714">
                  <c:v>3552.0853629371572</c:v>
                </c:pt>
                <c:pt idx="3715">
                  <c:v>3552.0853629371572</c:v>
                </c:pt>
                <c:pt idx="3716">
                  <c:v>3552.0853629371572</c:v>
                </c:pt>
                <c:pt idx="3717">
                  <c:v>3552.0853629371572</c:v>
                </c:pt>
                <c:pt idx="3718">
                  <c:v>3552.0853629371572</c:v>
                </c:pt>
                <c:pt idx="3719">
                  <c:v>3552.0853629371572</c:v>
                </c:pt>
                <c:pt idx="3720">
                  <c:v>3552.0853629371572</c:v>
                </c:pt>
                <c:pt idx="3721">
                  <c:v>3552.0853629371572</c:v>
                </c:pt>
                <c:pt idx="3722">
                  <c:v>3552.0853629371572</c:v>
                </c:pt>
                <c:pt idx="3723">
                  <c:v>3552.0853629371572</c:v>
                </c:pt>
                <c:pt idx="3724">
                  <c:v>3552.0853629371572</c:v>
                </c:pt>
                <c:pt idx="3725">
                  <c:v>3552.0853629371572</c:v>
                </c:pt>
                <c:pt idx="3726">
                  <c:v>#N/A</c:v>
                </c:pt>
                <c:pt idx="3727">
                  <c:v>#N/A</c:v>
                </c:pt>
                <c:pt idx="3728">
                  <c:v>#N/A</c:v>
                </c:pt>
                <c:pt idx="3729">
                  <c:v>#N/A</c:v>
                </c:pt>
                <c:pt idx="3730">
                  <c:v>#N/A</c:v>
                </c:pt>
                <c:pt idx="3731">
                  <c:v>#N/A</c:v>
                </c:pt>
                <c:pt idx="3732">
                  <c:v>#N/A</c:v>
                </c:pt>
                <c:pt idx="3733">
                  <c:v>#N/A</c:v>
                </c:pt>
                <c:pt idx="3734">
                  <c:v>#N/A</c:v>
                </c:pt>
                <c:pt idx="3735">
                  <c:v>#N/A</c:v>
                </c:pt>
                <c:pt idx="3736">
                  <c:v>#N/A</c:v>
                </c:pt>
                <c:pt idx="3737">
                  <c:v>#N/A</c:v>
                </c:pt>
                <c:pt idx="3738">
                  <c:v>#N/A</c:v>
                </c:pt>
                <c:pt idx="3739">
                  <c:v>#N/A</c:v>
                </c:pt>
                <c:pt idx="3740">
                  <c:v>#N/A</c:v>
                </c:pt>
                <c:pt idx="3741">
                  <c:v>#N/A</c:v>
                </c:pt>
                <c:pt idx="3742">
                  <c:v>#N/A</c:v>
                </c:pt>
                <c:pt idx="3743">
                  <c:v>#N/A</c:v>
                </c:pt>
                <c:pt idx="3744">
                  <c:v>#N/A</c:v>
                </c:pt>
                <c:pt idx="3745">
                  <c:v>#N/A</c:v>
                </c:pt>
                <c:pt idx="3746">
                  <c:v>#N/A</c:v>
                </c:pt>
                <c:pt idx="3747">
                  <c:v>#N/A</c:v>
                </c:pt>
                <c:pt idx="3748">
                  <c:v>#N/A</c:v>
                </c:pt>
                <c:pt idx="3749">
                  <c:v>#N/A</c:v>
                </c:pt>
                <c:pt idx="3750">
                  <c:v>#N/A</c:v>
                </c:pt>
                <c:pt idx="3751">
                  <c:v>#N/A</c:v>
                </c:pt>
                <c:pt idx="3752">
                  <c:v>#N/A</c:v>
                </c:pt>
                <c:pt idx="3753">
                  <c:v>#N/A</c:v>
                </c:pt>
                <c:pt idx="3754">
                  <c:v>#N/A</c:v>
                </c:pt>
                <c:pt idx="3755">
                  <c:v>#N/A</c:v>
                </c:pt>
                <c:pt idx="3756">
                  <c:v>#N/A</c:v>
                </c:pt>
                <c:pt idx="3757">
                  <c:v>#N/A</c:v>
                </c:pt>
                <c:pt idx="3758">
                  <c:v>#N/A</c:v>
                </c:pt>
                <c:pt idx="3759">
                  <c:v>#N/A</c:v>
                </c:pt>
                <c:pt idx="3760">
                  <c:v>#N/A</c:v>
                </c:pt>
                <c:pt idx="3761">
                  <c:v>#N/A</c:v>
                </c:pt>
                <c:pt idx="3762">
                  <c:v>#N/A</c:v>
                </c:pt>
                <c:pt idx="3763">
                  <c:v>#N/A</c:v>
                </c:pt>
                <c:pt idx="3764">
                  <c:v>#N/A</c:v>
                </c:pt>
                <c:pt idx="3765">
                  <c:v>#N/A</c:v>
                </c:pt>
                <c:pt idx="3766">
                  <c:v>#N/A</c:v>
                </c:pt>
                <c:pt idx="3767">
                  <c:v>#N/A</c:v>
                </c:pt>
                <c:pt idx="3768">
                  <c:v>#N/A</c:v>
                </c:pt>
                <c:pt idx="3769">
                  <c:v>#N/A</c:v>
                </c:pt>
                <c:pt idx="3770">
                  <c:v>#N/A</c:v>
                </c:pt>
                <c:pt idx="3771">
                  <c:v>#N/A</c:v>
                </c:pt>
                <c:pt idx="3772">
                  <c:v>#N/A</c:v>
                </c:pt>
                <c:pt idx="3773">
                  <c:v>#N/A</c:v>
                </c:pt>
                <c:pt idx="3774">
                  <c:v>#N/A</c:v>
                </c:pt>
                <c:pt idx="3775">
                  <c:v>#N/A</c:v>
                </c:pt>
                <c:pt idx="3776">
                  <c:v>#N/A</c:v>
                </c:pt>
                <c:pt idx="3777">
                  <c:v>#N/A</c:v>
                </c:pt>
                <c:pt idx="3778">
                  <c:v>#N/A</c:v>
                </c:pt>
                <c:pt idx="3779">
                  <c:v>#N/A</c:v>
                </c:pt>
                <c:pt idx="3780">
                  <c:v>#N/A</c:v>
                </c:pt>
                <c:pt idx="3781">
                  <c:v>#N/A</c:v>
                </c:pt>
                <c:pt idx="3782">
                  <c:v>#N/A</c:v>
                </c:pt>
                <c:pt idx="3783">
                  <c:v>#N/A</c:v>
                </c:pt>
                <c:pt idx="3784">
                  <c:v>#N/A</c:v>
                </c:pt>
                <c:pt idx="3785">
                  <c:v>#N/A</c:v>
                </c:pt>
                <c:pt idx="3786">
                  <c:v>#N/A</c:v>
                </c:pt>
                <c:pt idx="3787">
                  <c:v>#N/A</c:v>
                </c:pt>
                <c:pt idx="3788">
                  <c:v>#N/A</c:v>
                </c:pt>
                <c:pt idx="3789">
                  <c:v>#N/A</c:v>
                </c:pt>
                <c:pt idx="3790">
                  <c:v>#N/A</c:v>
                </c:pt>
                <c:pt idx="3791">
                  <c:v>#N/A</c:v>
                </c:pt>
                <c:pt idx="3792">
                  <c:v>#N/A</c:v>
                </c:pt>
                <c:pt idx="3793">
                  <c:v>#N/A</c:v>
                </c:pt>
                <c:pt idx="3794">
                  <c:v>#N/A</c:v>
                </c:pt>
                <c:pt idx="3795">
                  <c:v>#N/A</c:v>
                </c:pt>
                <c:pt idx="3796">
                  <c:v>#N/A</c:v>
                </c:pt>
                <c:pt idx="3797">
                  <c:v>#N/A</c:v>
                </c:pt>
                <c:pt idx="3798">
                  <c:v>#N/A</c:v>
                </c:pt>
                <c:pt idx="3799">
                  <c:v>#N/A</c:v>
                </c:pt>
                <c:pt idx="3800">
                  <c:v>#N/A</c:v>
                </c:pt>
                <c:pt idx="3801">
                  <c:v>#N/A</c:v>
                </c:pt>
                <c:pt idx="3802">
                  <c:v>#N/A</c:v>
                </c:pt>
                <c:pt idx="3803">
                  <c:v>#N/A</c:v>
                </c:pt>
                <c:pt idx="3804">
                  <c:v>#N/A</c:v>
                </c:pt>
                <c:pt idx="3805">
                  <c:v>#N/A</c:v>
                </c:pt>
                <c:pt idx="3806">
                  <c:v>#N/A</c:v>
                </c:pt>
                <c:pt idx="3807">
                  <c:v>#N/A</c:v>
                </c:pt>
                <c:pt idx="3808">
                  <c:v>#N/A</c:v>
                </c:pt>
                <c:pt idx="3809">
                  <c:v>#N/A</c:v>
                </c:pt>
                <c:pt idx="3810">
                  <c:v>#N/A</c:v>
                </c:pt>
                <c:pt idx="3811">
                  <c:v>#N/A</c:v>
                </c:pt>
                <c:pt idx="3812">
                  <c:v>#N/A</c:v>
                </c:pt>
                <c:pt idx="3813">
                  <c:v>#N/A</c:v>
                </c:pt>
                <c:pt idx="3814">
                  <c:v>#N/A</c:v>
                </c:pt>
                <c:pt idx="3815">
                  <c:v>#N/A</c:v>
                </c:pt>
                <c:pt idx="3816">
                  <c:v>#N/A</c:v>
                </c:pt>
                <c:pt idx="3817">
                  <c:v>#N/A</c:v>
                </c:pt>
                <c:pt idx="3818">
                  <c:v>#N/A</c:v>
                </c:pt>
                <c:pt idx="3819">
                  <c:v>#N/A</c:v>
                </c:pt>
                <c:pt idx="3820">
                  <c:v>#N/A</c:v>
                </c:pt>
                <c:pt idx="3821">
                  <c:v>#N/A</c:v>
                </c:pt>
                <c:pt idx="3822">
                  <c:v>#N/A</c:v>
                </c:pt>
                <c:pt idx="3823">
                  <c:v>#N/A</c:v>
                </c:pt>
                <c:pt idx="3824">
                  <c:v>#N/A</c:v>
                </c:pt>
                <c:pt idx="3825">
                  <c:v>#N/A</c:v>
                </c:pt>
                <c:pt idx="3826">
                  <c:v>3702.1383808322262</c:v>
                </c:pt>
                <c:pt idx="3827">
                  <c:v>3702.1383808322262</c:v>
                </c:pt>
                <c:pt idx="3828">
                  <c:v>3702.1383808322262</c:v>
                </c:pt>
                <c:pt idx="3829">
                  <c:v>3702.1383808322262</c:v>
                </c:pt>
                <c:pt idx="3830">
                  <c:v>3702.1383808322262</c:v>
                </c:pt>
                <c:pt idx="3831">
                  <c:v>3702.1383808322262</c:v>
                </c:pt>
                <c:pt idx="3832">
                  <c:v>3702.1383808322262</c:v>
                </c:pt>
                <c:pt idx="3833">
                  <c:v>3702.1383808322262</c:v>
                </c:pt>
                <c:pt idx="3834">
                  <c:v>3702.1383808322262</c:v>
                </c:pt>
                <c:pt idx="3835">
                  <c:v>#N/A</c:v>
                </c:pt>
                <c:pt idx="3836">
                  <c:v>#N/A</c:v>
                </c:pt>
                <c:pt idx="3837">
                  <c:v>#N/A</c:v>
                </c:pt>
                <c:pt idx="3838">
                  <c:v>#N/A</c:v>
                </c:pt>
                <c:pt idx="3839">
                  <c:v>#N/A</c:v>
                </c:pt>
                <c:pt idx="3840">
                  <c:v>#N/A</c:v>
                </c:pt>
                <c:pt idx="3841">
                  <c:v>#N/A</c:v>
                </c:pt>
                <c:pt idx="3842">
                  <c:v>#N/A</c:v>
                </c:pt>
                <c:pt idx="3843">
                  <c:v>#N/A</c:v>
                </c:pt>
                <c:pt idx="3844">
                  <c:v>#N/A</c:v>
                </c:pt>
                <c:pt idx="3845">
                  <c:v>#N/A</c:v>
                </c:pt>
                <c:pt idx="3846">
                  <c:v>#N/A</c:v>
                </c:pt>
                <c:pt idx="3847">
                  <c:v>#N/A</c:v>
                </c:pt>
                <c:pt idx="3848">
                  <c:v>#N/A</c:v>
                </c:pt>
                <c:pt idx="3849">
                  <c:v>#N/A</c:v>
                </c:pt>
                <c:pt idx="3850">
                  <c:v>#N/A</c:v>
                </c:pt>
                <c:pt idx="3851">
                  <c:v>#N/A</c:v>
                </c:pt>
                <c:pt idx="3852">
                  <c:v>#N/A</c:v>
                </c:pt>
                <c:pt idx="3853">
                  <c:v>#N/A</c:v>
                </c:pt>
                <c:pt idx="3854">
                  <c:v>#N/A</c:v>
                </c:pt>
                <c:pt idx="3855">
                  <c:v>#N/A</c:v>
                </c:pt>
                <c:pt idx="3856">
                  <c:v>#N/A</c:v>
                </c:pt>
                <c:pt idx="3857">
                  <c:v>#N/A</c:v>
                </c:pt>
                <c:pt idx="3858">
                  <c:v>#N/A</c:v>
                </c:pt>
                <c:pt idx="3859">
                  <c:v>#N/A</c:v>
                </c:pt>
                <c:pt idx="3860">
                  <c:v>#N/A</c:v>
                </c:pt>
                <c:pt idx="3861">
                  <c:v>#N/A</c:v>
                </c:pt>
                <c:pt idx="3862">
                  <c:v>#N/A</c:v>
                </c:pt>
                <c:pt idx="3863">
                  <c:v>#N/A</c:v>
                </c:pt>
                <c:pt idx="3864">
                  <c:v>#N/A</c:v>
                </c:pt>
                <c:pt idx="3865">
                  <c:v>#N/A</c:v>
                </c:pt>
                <c:pt idx="3866">
                  <c:v>#N/A</c:v>
                </c:pt>
                <c:pt idx="3867">
                  <c:v>#N/A</c:v>
                </c:pt>
                <c:pt idx="3868">
                  <c:v>#N/A</c:v>
                </c:pt>
                <c:pt idx="3869">
                  <c:v>#N/A</c:v>
                </c:pt>
                <c:pt idx="3870">
                  <c:v>#N/A</c:v>
                </c:pt>
                <c:pt idx="3871">
                  <c:v>#N/A</c:v>
                </c:pt>
                <c:pt idx="3872">
                  <c:v>#N/A</c:v>
                </c:pt>
                <c:pt idx="3873">
                  <c:v>#N/A</c:v>
                </c:pt>
                <c:pt idx="3874">
                  <c:v>#N/A</c:v>
                </c:pt>
                <c:pt idx="3875">
                  <c:v>#N/A</c:v>
                </c:pt>
                <c:pt idx="3876">
                  <c:v>#N/A</c:v>
                </c:pt>
                <c:pt idx="3877">
                  <c:v>#N/A</c:v>
                </c:pt>
                <c:pt idx="3878">
                  <c:v>#N/A</c:v>
                </c:pt>
                <c:pt idx="3879">
                  <c:v>#N/A</c:v>
                </c:pt>
                <c:pt idx="3880">
                  <c:v>#N/A</c:v>
                </c:pt>
                <c:pt idx="3881">
                  <c:v>#N/A</c:v>
                </c:pt>
                <c:pt idx="3882">
                  <c:v>#N/A</c:v>
                </c:pt>
                <c:pt idx="3883">
                  <c:v>#N/A</c:v>
                </c:pt>
                <c:pt idx="3884">
                  <c:v>#N/A</c:v>
                </c:pt>
                <c:pt idx="3885">
                  <c:v>#N/A</c:v>
                </c:pt>
                <c:pt idx="3886">
                  <c:v>#N/A</c:v>
                </c:pt>
                <c:pt idx="3887">
                  <c:v>#N/A</c:v>
                </c:pt>
                <c:pt idx="3888">
                  <c:v>#N/A</c:v>
                </c:pt>
                <c:pt idx="3889">
                  <c:v>#N/A</c:v>
                </c:pt>
                <c:pt idx="3890">
                  <c:v>#N/A</c:v>
                </c:pt>
                <c:pt idx="3891">
                  <c:v>#N/A</c:v>
                </c:pt>
                <c:pt idx="3892">
                  <c:v>#N/A</c:v>
                </c:pt>
                <c:pt idx="3893">
                  <c:v>#N/A</c:v>
                </c:pt>
                <c:pt idx="3894">
                  <c:v>#N/A</c:v>
                </c:pt>
                <c:pt idx="3895">
                  <c:v>#N/A</c:v>
                </c:pt>
                <c:pt idx="3896">
                  <c:v>#N/A</c:v>
                </c:pt>
                <c:pt idx="3897">
                  <c:v>#N/A</c:v>
                </c:pt>
                <c:pt idx="3898">
                  <c:v>#N/A</c:v>
                </c:pt>
                <c:pt idx="3899">
                  <c:v>#N/A</c:v>
                </c:pt>
                <c:pt idx="3900">
                  <c:v>#N/A</c:v>
                </c:pt>
                <c:pt idx="3901">
                  <c:v>#N/A</c:v>
                </c:pt>
                <c:pt idx="3902">
                  <c:v>#N/A</c:v>
                </c:pt>
                <c:pt idx="3903">
                  <c:v>#N/A</c:v>
                </c:pt>
                <c:pt idx="3904">
                  <c:v>#N/A</c:v>
                </c:pt>
                <c:pt idx="3905">
                  <c:v>#N/A</c:v>
                </c:pt>
                <c:pt idx="3906">
                  <c:v>#N/A</c:v>
                </c:pt>
                <c:pt idx="3907">
                  <c:v>#N/A</c:v>
                </c:pt>
                <c:pt idx="3908">
                  <c:v>#N/A</c:v>
                </c:pt>
                <c:pt idx="3909">
                  <c:v>#N/A</c:v>
                </c:pt>
                <c:pt idx="3910">
                  <c:v>#N/A</c:v>
                </c:pt>
                <c:pt idx="3911">
                  <c:v>#N/A</c:v>
                </c:pt>
                <c:pt idx="3912">
                  <c:v>#N/A</c:v>
                </c:pt>
                <c:pt idx="3913">
                  <c:v>#N/A</c:v>
                </c:pt>
                <c:pt idx="3914">
                  <c:v>#N/A</c:v>
                </c:pt>
                <c:pt idx="3915">
                  <c:v>#N/A</c:v>
                </c:pt>
                <c:pt idx="3916">
                  <c:v>#N/A</c:v>
                </c:pt>
                <c:pt idx="3917">
                  <c:v>#N/A</c:v>
                </c:pt>
                <c:pt idx="3918">
                  <c:v>#N/A</c:v>
                </c:pt>
                <c:pt idx="3919">
                  <c:v>#N/A</c:v>
                </c:pt>
                <c:pt idx="3920">
                  <c:v>#N/A</c:v>
                </c:pt>
                <c:pt idx="3921">
                  <c:v>#N/A</c:v>
                </c:pt>
                <c:pt idx="3922">
                  <c:v>#N/A</c:v>
                </c:pt>
                <c:pt idx="3923">
                  <c:v>#N/A</c:v>
                </c:pt>
                <c:pt idx="3924">
                  <c:v>#N/A</c:v>
                </c:pt>
                <c:pt idx="3925">
                  <c:v>#N/A</c:v>
                </c:pt>
                <c:pt idx="3926">
                  <c:v>#N/A</c:v>
                </c:pt>
                <c:pt idx="3927">
                  <c:v>#N/A</c:v>
                </c:pt>
                <c:pt idx="3928">
                  <c:v>#N/A</c:v>
                </c:pt>
                <c:pt idx="3929">
                  <c:v>#N/A</c:v>
                </c:pt>
                <c:pt idx="3930">
                  <c:v>3880.8825075187265</c:v>
                </c:pt>
                <c:pt idx="3931">
                  <c:v>3880.8825075187265</c:v>
                </c:pt>
                <c:pt idx="3932">
                  <c:v>3880.8825075187265</c:v>
                </c:pt>
                <c:pt idx="3933">
                  <c:v>3880.8825075187265</c:v>
                </c:pt>
                <c:pt idx="3934">
                  <c:v>3880.8825075187265</c:v>
                </c:pt>
                <c:pt idx="3935">
                  <c:v>3880.8825075187265</c:v>
                </c:pt>
                <c:pt idx="3936">
                  <c:v>3880.8825075187265</c:v>
                </c:pt>
                <c:pt idx="3937">
                  <c:v>3880.8825075187265</c:v>
                </c:pt>
                <c:pt idx="3938">
                  <c:v>3880.8825075187265</c:v>
                </c:pt>
                <c:pt idx="3939">
                  <c:v>3880.8825075187265</c:v>
                </c:pt>
                <c:pt idx="3940">
                  <c:v>3880.8825075187265</c:v>
                </c:pt>
                <c:pt idx="3941">
                  <c:v>3880.8825075187265</c:v>
                </c:pt>
                <c:pt idx="3942">
                  <c:v>3880.8825075187265</c:v>
                </c:pt>
                <c:pt idx="3943">
                  <c:v>3880.8825075187265</c:v>
                </c:pt>
                <c:pt idx="3944">
                  <c:v>3880.8825075187265</c:v>
                </c:pt>
                <c:pt idx="3945">
                  <c:v>3880.8825075187265</c:v>
                </c:pt>
                <c:pt idx="3946">
                  <c:v>3880.8825075187265</c:v>
                </c:pt>
                <c:pt idx="3947">
                  <c:v>3880.8825075187265</c:v>
                </c:pt>
                <c:pt idx="3948">
                  <c:v>3880.8825075187265</c:v>
                </c:pt>
                <c:pt idx="3949">
                  <c:v>3880.8825075187265</c:v>
                </c:pt>
                <c:pt idx="3950">
                  <c:v>3880.8825075187265</c:v>
                </c:pt>
                <c:pt idx="3951">
                  <c:v>3880.8825075187265</c:v>
                </c:pt>
                <c:pt idx="3952">
                  <c:v>3880.8825075187265</c:v>
                </c:pt>
                <c:pt idx="3953">
                  <c:v>3880.8825075187265</c:v>
                </c:pt>
                <c:pt idx="3954">
                  <c:v>3880.8825075187265</c:v>
                </c:pt>
                <c:pt idx="3955">
                  <c:v>3880.8825075187265</c:v>
                </c:pt>
                <c:pt idx="3956">
                  <c:v>3880.8825075187265</c:v>
                </c:pt>
                <c:pt idx="3957">
                  <c:v>3880.8825075187265</c:v>
                </c:pt>
                <c:pt idx="3958">
                  <c:v>#N/A</c:v>
                </c:pt>
                <c:pt idx="3959">
                  <c:v>#N/A</c:v>
                </c:pt>
                <c:pt idx="3960">
                  <c:v>#N/A</c:v>
                </c:pt>
                <c:pt idx="3961">
                  <c:v>#N/A</c:v>
                </c:pt>
                <c:pt idx="3962">
                  <c:v>#N/A</c:v>
                </c:pt>
                <c:pt idx="3963">
                  <c:v>#N/A</c:v>
                </c:pt>
                <c:pt idx="3964">
                  <c:v>#N/A</c:v>
                </c:pt>
                <c:pt idx="3965">
                  <c:v>#N/A</c:v>
                </c:pt>
                <c:pt idx="3966">
                  <c:v>#N/A</c:v>
                </c:pt>
                <c:pt idx="3967">
                  <c:v>#N/A</c:v>
                </c:pt>
                <c:pt idx="3968">
                  <c:v>4012.0465386336623</c:v>
                </c:pt>
                <c:pt idx="3969">
                  <c:v>4012.0465386336623</c:v>
                </c:pt>
                <c:pt idx="3970">
                  <c:v>4012.0465386336623</c:v>
                </c:pt>
                <c:pt idx="3971">
                  <c:v>4012.0465386336623</c:v>
                </c:pt>
                <c:pt idx="3972">
                  <c:v>4012.0465386336623</c:v>
                </c:pt>
                <c:pt idx="3973">
                  <c:v>4012.0465386336623</c:v>
                </c:pt>
                <c:pt idx="3974">
                  <c:v>4012.0465386336623</c:v>
                </c:pt>
                <c:pt idx="3975">
                  <c:v>4012.0465386336623</c:v>
                </c:pt>
                <c:pt idx="3976">
                  <c:v>4012.0465386336623</c:v>
                </c:pt>
                <c:pt idx="3977">
                  <c:v>4012.0465386336623</c:v>
                </c:pt>
                <c:pt idx="3978">
                  <c:v>4012.0465386336623</c:v>
                </c:pt>
                <c:pt idx="3979">
                  <c:v>#N/A</c:v>
                </c:pt>
                <c:pt idx="3980">
                  <c:v>#N/A</c:v>
                </c:pt>
                <c:pt idx="3981">
                  <c:v>#N/A</c:v>
                </c:pt>
                <c:pt idx="3982">
                  <c:v>#N/A</c:v>
                </c:pt>
                <c:pt idx="3983">
                  <c:v>#N/A</c:v>
                </c:pt>
                <c:pt idx="3984">
                  <c:v>#N/A</c:v>
                </c:pt>
                <c:pt idx="3985">
                  <c:v>#N/A</c:v>
                </c:pt>
                <c:pt idx="3986">
                  <c:v>#N/A</c:v>
                </c:pt>
                <c:pt idx="3987">
                  <c:v>#N/A</c:v>
                </c:pt>
                <c:pt idx="3988">
                  <c:v>#N/A</c:v>
                </c:pt>
                <c:pt idx="3989">
                  <c:v>#N/A</c:v>
                </c:pt>
                <c:pt idx="3990">
                  <c:v>#N/A</c:v>
                </c:pt>
                <c:pt idx="3991">
                  <c:v>#N/A</c:v>
                </c:pt>
                <c:pt idx="3992">
                  <c:v>#N/A</c:v>
                </c:pt>
                <c:pt idx="3993">
                  <c:v>#N/A</c:v>
                </c:pt>
                <c:pt idx="3994">
                  <c:v>#N/A</c:v>
                </c:pt>
                <c:pt idx="3995">
                  <c:v>#N/A</c:v>
                </c:pt>
                <c:pt idx="3996">
                  <c:v>#N/A</c:v>
                </c:pt>
                <c:pt idx="3997">
                  <c:v>#N/A</c:v>
                </c:pt>
                <c:pt idx="3998">
                  <c:v>#N/A</c:v>
                </c:pt>
                <c:pt idx="3999">
                  <c:v>#N/A</c:v>
                </c:pt>
                <c:pt idx="4000">
                  <c:v>#N/A</c:v>
                </c:pt>
                <c:pt idx="4001">
                  <c:v>#N/A</c:v>
                </c:pt>
                <c:pt idx="4002">
                  <c:v>#N/A</c:v>
                </c:pt>
                <c:pt idx="4003">
                  <c:v>#N/A</c:v>
                </c:pt>
                <c:pt idx="4004">
                  <c:v>#N/A</c:v>
                </c:pt>
                <c:pt idx="4005">
                  <c:v>#N/A</c:v>
                </c:pt>
                <c:pt idx="4006">
                  <c:v>#N/A</c:v>
                </c:pt>
                <c:pt idx="4007">
                  <c:v>#N/A</c:v>
                </c:pt>
                <c:pt idx="4008">
                  <c:v>#N/A</c:v>
                </c:pt>
                <c:pt idx="4009">
                  <c:v>#N/A</c:v>
                </c:pt>
                <c:pt idx="4010">
                  <c:v>#N/A</c:v>
                </c:pt>
                <c:pt idx="4011">
                  <c:v>#N/A</c:v>
                </c:pt>
                <c:pt idx="4012">
                  <c:v>#N/A</c:v>
                </c:pt>
                <c:pt idx="4013">
                  <c:v>#N/A</c:v>
                </c:pt>
                <c:pt idx="4014">
                  <c:v>#N/A</c:v>
                </c:pt>
                <c:pt idx="4015">
                  <c:v>#N/A</c:v>
                </c:pt>
                <c:pt idx="4016">
                  <c:v>#N/A</c:v>
                </c:pt>
                <c:pt idx="4017">
                  <c:v>#N/A</c:v>
                </c:pt>
                <c:pt idx="4018">
                  <c:v>#N/A</c:v>
                </c:pt>
                <c:pt idx="4019">
                  <c:v>#N/A</c:v>
                </c:pt>
                <c:pt idx="4020">
                  <c:v>#N/A</c:v>
                </c:pt>
                <c:pt idx="4021">
                  <c:v>#N/A</c:v>
                </c:pt>
                <c:pt idx="4022">
                  <c:v>#N/A</c:v>
                </c:pt>
                <c:pt idx="4023">
                  <c:v>#N/A</c:v>
                </c:pt>
                <c:pt idx="4024">
                  <c:v>#N/A</c:v>
                </c:pt>
                <c:pt idx="4025">
                  <c:v>#N/A</c:v>
                </c:pt>
                <c:pt idx="4026">
                  <c:v>#N/A</c:v>
                </c:pt>
                <c:pt idx="4027">
                  <c:v>#N/A</c:v>
                </c:pt>
                <c:pt idx="4028">
                  <c:v>#N/A</c:v>
                </c:pt>
                <c:pt idx="4029">
                  <c:v>#N/A</c:v>
                </c:pt>
                <c:pt idx="4030">
                  <c:v>#N/A</c:v>
                </c:pt>
                <c:pt idx="4031">
                  <c:v>#N/A</c:v>
                </c:pt>
                <c:pt idx="4032">
                  <c:v>#N/A</c:v>
                </c:pt>
                <c:pt idx="4033">
                  <c:v>#N/A</c:v>
                </c:pt>
                <c:pt idx="4034">
                  <c:v>#N/A</c:v>
                </c:pt>
                <c:pt idx="4035">
                  <c:v>#N/A</c:v>
                </c:pt>
                <c:pt idx="4036">
                  <c:v>#N/A</c:v>
                </c:pt>
                <c:pt idx="4037">
                  <c:v>#N/A</c:v>
                </c:pt>
                <c:pt idx="4038">
                  <c:v>#N/A</c:v>
                </c:pt>
                <c:pt idx="4039">
                  <c:v>#N/A</c:v>
                </c:pt>
                <c:pt idx="4040">
                  <c:v>#N/A</c:v>
                </c:pt>
                <c:pt idx="4041">
                  <c:v>#N/A</c:v>
                </c:pt>
                <c:pt idx="4042">
                  <c:v>#N/A</c:v>
                </c:pt>
                <c:pt idx="4043">
                  <c:v>#N/A</c:v>
                </c:pt>
                <c:pt idx="4044">
                  <c:v>#N/A</c:v>
                </c:pt>
                <c:pt idx="4045">
                  <c:v>#N/A</c:v>
                </c:pt>
                <c:pt idx="4046">
                  <c:v>#N/A</c:v>
                </c:pt>
                <c:pt idx="4047">
                  <c:v>#N/A</c:v>
                </c:pt>
                <c:pt idx="4048">
                  <c:v>#N/A</c:v>
                </c:pt>
                <c:pt idx="4049">
                  <c:v>#N/A</c:v>
                </c:pt>
                <c:pt idx="4050">
                  <c:v>#N/A</c:v>
                </c:pt>
                <c:pt idx="4051">
                  <c:v>#N/A</c:v>
                </c:pt>
                <c:pt idx="4052">
                  <c:v>#N/A</c:v>
                </c:pt>
                <c:pt idx="4053">
                  <c:v>#N/A</c:v>
                </c:pt>
                <c:pt idx="4054">
                  <c:v>#N/A</c:v>
                </c:pt>
                <c:pt idx="4055">
                  <c:v>#N/A</c:v>
                </c:pt>
                <c:pt idx="4056">
                  <c:v>#N/A</c:v>
                </c:pt>
                <c:pt idx="4057">
                  <c:v>#N/A</c:v>
                </c:pt>
                <c:pt idx="4058">
                  <c:v>#N/A</c:v>
                </c:pt>
                <c:pt idx="4059">
                  <c:v>#N/A</c:v>
                </c:pt>
                <c:pt idx="4060">
                  <c:v>#N/A</c:v>
                </c:pt>
                <c:pt idx="4061">
                  <c:v>#N/A</c:v>
                </c:pt>
                <c:pt idx="4062">
                  <c:v>#N/A</c:v>
                </c:pt>
                <c:pt idx="4063">
                  <c:v>#N/A</c:v>
                </c:pt>
                <c:pt idx="4064">
                  <c:v>#N/A</c:v>
                </c:pt>
                <c:pt idx="4065">
                  <c:v>#N/A</c:v>
                </c:pt>
                <c:pt idx="4066">
                  <c:v>#N/A</c:v>
                </c:pt>
                <c:pt idx="4067">
                  <c:v>#N/A</c:v>
                </c:pt>
                <c:pt idx="4068">
                  <c:v>#N/A</c:v>
                </c:pt>
                <c:pt idx="4069">
                  <c:v>#N/A</c:v>
                </c:pt>
                <c:pt idx="4070">
                  <c:v>#N/A</c:v>
                </c:pt>
                <c:pt idx="4071">
                  <c:v>#N/A</c:v>
                </c:pt>
                <c:pt idx="4072">
                  <c:v>#N/A</c:v>
                </c:pt>
                <c:pt idx="4073">
                  <c:v>#N/A</c:v>
                </c:pt>
                <c:pt idx="4074">
                  <c:v>#N/A</c:v>
                </c:pt>
                <c:pt idx="4075">
                  <c:v>#N/A</c:v>
                </c:pt>
                <c:pt idx="4076">
                  <c:v>#N/A</c:v>
                </c:pt>
                <c:pt idx="4077">
                  <c:v>#N/A</c:v>
                </c:pt>
                <c:pt idx="4078">
                  <c:v>#N/A</c:v>
                </c:pt>
                <c:pt idx="4079">
                  <c:v>#N/A</c:v>
                </c:pt>
                <c:pt idx="4080">
                  <c:v>#N/A</c:v>
                </c:pt>
                <c:pt idx="4081">
                  <c:v>#N/A</c:v>
                </c:pt>
                <c:pt idx="4082">
                  <c:v>#N/A</c:v>
                </c:pt>
                <c:pt idx="4083">
                  <c:v>#N/A</c:v>
                </c:pt>
                <c:pt idx="4084">
                  <c:v>#N/A</c:v>
                </c:pt>
                <c:pt idx="4085">
                  <c:v>#N/A</c:v>
                </c:pt>
                <c:pt idx="4086">
                  <c:v>#N/A</c:v>
                </c:pt>
                <c:pt idx="4087">
                  <c:v>#N/A</c:v>
                </c:pt>
                <c:pt idx="4088">
                  <c:v>#N/A</c:v>
                </c:pt>
                <c:pt idx="4089">
                  <c:v>#N/A</c:v>
                </c:pt>
                <c:pt idx="4090">
                  <c:v>#N/A</c:v>
                </c:pt>
                <c:pt idx="4091">
                  <c:v>#N/A</c:v>
                </c:pt>
                <c:pt idx="4092">
                  <c:v>#N/A</c:v>
                </c:pt>
                <c:pt idx="4093">
                  <c:v>#N/A</c:v>
                </c:pt>
                <c:pt idx="4094">
                  <c:v>#N/A</c:v>
                </c:pt>
                <c:pt idx="4095">
                  <c:v>#N/A</c:v>
                </c:pt>
                <c:pt idx="4096">
                  <c:v>#N/A</c:v>
                </c:pt>
                <c:pt idx="4097">
                  <c:v>#N/A</c:v>
                </c:pt>
                <c:pt idx="4098">
                  <c:v>#N/A</c:v>
                </c:pt>
                <c:pt idx="4099">
                  <c:v>#N/A</c:v>
                </c:pt>
                <c:pt idx="4100">
                  <c:v>#N/A</c:v>
                </c:pt>
                <c:pt idx="4101">
                  <c:v>#N/A</c:v>
                </c:pt>
                <c:pt idx="4102">
                  <c:v>#N/A</c:v>
                </c:pt>
                <c:pt idx="4103">
                  <c:v>#N/A</c:v>
                </c:pt>
                <c:pt idx="4104">
                  <c:v>#N/A</c:v>
                </c:pt>
                <c:pt idx="4105">
                  <c:v>#N/A</c:v>
                </c:pt>
                <c:pt idx="4106">
                  <c:v>#N/A</c:v>
                </c:pt>
                <c:pt idx="4107">
                  <c:v>#N/A</c:v>
                </c:pt>
                <c:pt idx="4108">
                  <c:v>#N/A</c:v>
                </c:pt>
                <c:pt idx="4109">
                  <c:v>#N/A</c:v>
                </c:pt>
                <c:pt idx="4110">
                  <c:v>#N/A</c:v>
                </c:pt>
                <c:pt idx="4111">
                  <c:v>#N/A</c:v>
                </c:pt>
                <c:pt idx="4112">
                  <c:v>#N/A</c:v>
                </c:pt>
                <c:pt idx="4113">
                  <c:v>#N/A</c:v>
                </c:pt>
                <c:pt idx="4114">
                  <c:v>#N/A</c:v>
                </c:pt>
                <c:pt idx="4115">
                  <c:v>#N/A</c:v>
                </c:pt>
                <c:pt idx="4116">
                  <c:v>#N/A</c:v>
                </c:pt>
                <c:pt idx="4117">
                  <c:v>#N/A</c:v>
                </c:pt>
                <c:pt idx="4118">
                  <c:v>#N/A</c:v>
                </c:pt>
                <c:pt idx="4119">
                  <c:v>#N/A</c:v>
                </c:pt>
                <c:pt idx="4120">
                  <c:v>#N/A</c:v>
                </c:pt>
                <c:pt idx="4121">
                  <c:v>#N/A</c:v>
                </c:pt>
                <c:pt idx="4122">
                  <c:v>#N/A</c:v>
                </c:pt>
                <c:pt idx="4123">
                  <c:v>#N/A</c:v>
                </c:pt>
                <c:pt idx="4124">
                  <c:v>#N/A</c:v>
                </c:pt>
                <c:pt idx="4125">
                  <c:v>#N/A</c:v>
                </c:pt>
                <c:pt idx="4126">
                  <c:v>#N/A</c:v>
                </c:pt>
                <c:pt idx="4127">
                  <c:v>#N/A</c:v>
                </c:pt>
                <c:pt idx="4128">
                  <c:v>#N/A</c:v>
                </c:pt>
                <c:pt idx="4129">
                  <c:v>#N/A</c:v>
                </c:pt>
                <c:pt idx="4130">
                  <c:v>#N/A</c:v>
                </c:pt>
                <c:pt idx="4131">
                  <c:v>#N/A</c:v>
                </c:pt>
                <c:pt idx="4132">
                  <c:v>#N/A</c:v>
                </c:pt>
                <c:pt idx="4133">
                  <c:v>#N/A</c:v>
                </c:pt>
                <c:pt idx="4134">
                  <c:v>#N/A</c:v>
                </c:pt>
                <c:pt idx="4135">
                  <c:v>#N/A</c:v>
                </c:pt>
                <c:pt idx="4136">
                  <c:v>#N/A</c:v>
                </c:pt>
                <c:pt idx="4137">
                  <c:v>#N/A</c:v>
                </c:pt>
                <c:pt idx="4138">
                  <c:v>#N/A</c:v>
                </c:pt>
                <c:pt idx="4139">
                  <c:v>#N/A</c:v>
                </c:pt>
                <c:pt idx="4140">
                  <c:v>#N/A</c:v>
                </c:pt>
                <c:pt idx="4141">
                  <c:v>#N/A</c:v>
                </c:pt>
                <c:pt idx="4142">
                  <c:v>#N/A</c:v>
                </c:pt>
                <c:pt idx="4143">
                  <c:v>#N/A</c:v>
                </c:pt>
                <c:pt idx="4144">
                  <c:v>#N/A</c:v>
                </c:pt>
                <c:pt idx="4145">
                  <c:v>#N/A</c:v>
                </c:pt>
                <c:pt idx="4146">
                  <c:v>#N/A</c:v>
                </c:pt>
                <c:pt idx="4147">
                  <c:v>#N/A</c:v>
                </c:pt>
                <c:pt idx="4148">
                  <c:v>#N/A</c:v>
                </c:pt>
                <c:pt idx="4149">
                  <c:v>#N/A</c:v>
                </c:pt>
                <c:pt idx="4150">
                  <c:v>#N/A</c:v>
                </c:pt>
                <c:pt idx="4151">
                  <c:v>#N/A</c:v>
                </c:pt>
                <c:pt idx="4152">
                  <c:v>#N/A</c:v>
                </c:pt>
                <c:pt idx="4153">
                  <c:v>#N/A</c:v>
                </c:pt>
                <c:pt idx="4154">
                  <c:v>#N/A</c:v>
                </c:pt>
                <c:pt idx="4155">
                  <c:v>#N/A</c:v>
                </c:pt>
                <c:pt idx="4156">
                  <c:v>#N/A</c:v>
                </c:pt>
                <c:pt idx="4157">
                  <c:v>#N/A</c:v>
                </c:pt>
                <c:pt idx="4158">
                  <c:v>#N/A</c:v>
                </c:pt>
                <c:pt idx="4159">
                  <c:v>#N/A</c:v>
                </c:pt>
                <c:pt idx="4160">
                  <c:v>#N/A</c:v>
                </c:pt>
                <c:pt idx="4161">
                  <c:v>#N/A</c:v>
                </c:pt>
                <c:pt idx="4162">
                  <c:v>#N/A</c:v>
                </c:pt>
                <c:pt idx="4163">
                  <c:v>#N/A</c:v>
                </c:pt>
                <c:pt idx="4164">
                  <c:v>#N/A</c:v>
                </c:pt>
                <c:pt idx="4165">
                  <c:v>#N/A</c:v>
                </c:pt>
                <c:pt idx="4166">
                  <c:v>#N/A</c:v>
                </c:pt>
                <c:pt idx="4167">
                  <c:v>#N/A</c:v>
                </c:pt>
                <c:pt idx="4168">
                  <c:v>#N/A</c:v>
                </c:pt>
                <c:pt idx="4169">
                  <c:v>#N/A</c:v>
                </c:pt>
                <c:pt idx="4170">
                  <c:v>#N/A</c:v>
                </c:pt>
                <c:pt idx="4171">
                  <c:v>#N/A</c:v>
                </c:pt>
                <c:pt idx="4172">
                  <c:v>#N/A</c:v>
                </c:pt>
                <c:pt idx="4173">
                  <c:v>#N/A</c:v>
                </c:pt>
                <c:pt idx="4174">
                  <c:v>#N/A</c:v>
                </c:pt>
                <c:pt idx="4175">
                  <c:v>#N/A</c:v>
                </c:pt>
                <c:pt idx="4176">
                  <c:v>#N/A</c:v>
                </c:pt>
                <c:pt idx="4177">
                  <c:v>#N/A</c:v>
                </c:pt>
                <c:pt idx="4178">
                  <c:v>#N/A</c:v>
                </c:pt>
                <c:pt idx="4179">
                  <c:v>#N/A</c:v>
                </c:pt>
                <c:pt idx="4180">
                  <c:v>4279.2350244619611</c:v>
                </c:pt>
                <c:pt idx="4181">
                  <c:v>4279.2350244619611</c:v>
                </c:pt>
                <c:pt idx="4182">
                  <c:v>4279.2350244619611</c:v>
                </c:pt>
                <c:pt idx="4183">
                  <c:v>4279.2350244619611</c:v>
                </c:pt>
                <c:pt idx="4184">
                  <c:v>4279.2350244619611</c:v>
                </c:pt>
                <c:pt idx="4185">
                  <c:v>4279.2350244619611</c:v>
                </c:pt>
                <c:pt idx="4186">
                  <c:v>4279.2350244619611</c:v>
                </c:pt>
                <c:pt idx="4187">
                  <c:v>4279.2350244619611</c:v>
                </c:pt>
                <c:pt idx="4188">
                  <c:v>4279.2350244619611</c:v>
                </c:pt>
                <c:pt idx="4189">
                  <c:v>#N/A</c:v>
                </c:pt>
                <c:pt idx="4190">
                  <c:v>#N/A</c:v>
                </c:pt>
                <c:pt idx="4191">
                  <c:v>#N/A</c:v>
                </c:pt>
                <c:pt idx="4192">
                  <c:v>#N/A</c:v>
                </c:pt>
                <c:pt idx="4193">
                  <c:v>#N/A</c:v>
                </c:pt>
                <c:pt idx="4194">
                  <c:v>#N/A</c:v>
                </c:pt>
                <c:pt idx="4195">
                  <c:v>#N/A</c:v>
                </c:pt>
                <c:pt idx="4196">
                  <c:v>#N/A</c:v>
                </c:pt>
                <c:pt idx="4197">
                  <c:v>#N/A</c:v>
                </c:pt>
                <c:pt idx="4198">
                  <c:v>#N/A</c:v>
                </c:pt>
                <c:pt idx="4199">
                  <c:v>#N/A</c:v>
                </c:pt>
                <c:pt idx="4200">
                  <c:v>#N/A</c:v>
                </c:pt>
                <c:pt idx="4201">
                  <c:v>#N/A</c:v>
                </c:pt>
                <c:pt idx="4202">
                  <c:v>#N/A</c:v>
                </c:pt>
                <c:pt idx="4203">
                  <c:v>#N/A</c:v>
                </c:pt>
                <c:pt idx="4204">
                  <c:v>#N/A</c:v>
                </c:pt>
                <c:pt idx="4205">
                  <c:v>#N/A</c:v>
                </c:pt>
                <c:pt idx="4206">
                  <c:v>#N/A</c:v>
                </c:pt>
                <c:pt idx="4207">
                  <c:v>#N/A</c:v>
                </c:pt>
                <c:pt idx="4208">
                  <c:v>#N/A</c:v>
                </c:pt>
                <c:pt idx="4209">
                  <c:v>#N/A</c:v>
                </c:pt>
                <c:pt idx="4210">
                  <c:v>#N/A</c:v>
                </c:pt>
                <c:pt idx="4211">
                  <c:v>#N/A</c:v>
                </c:pt>
                <c:pt idx="4212">
                  <c:v>#N/A</c:v>
                </c:pt>
                <c:pt idx="4213">
                  <c:v>#N/A</c:v>
                </c:pt>
                <c:pt idx="4214">
                  <c:v>#N/A</c:v>
                </c:pt>
                <c:pt idx="4215">
                  <c:v>#N/A</c:v>
                </c:pt>
                <c:pt idx="4216">
                  <c:v>#N/A</c:v>
                </c:pt>
                <c:pt idx="4217">
                  <c:v>#N/A</c:v>
                </c:pt>
                <c:pt idx="4218">
                  <c:v>#N/A</c:v>
                </c:pt>
                <c:pt idx="4219">
                  <c:v>#N/A</c:v>
                </c:pt>
                <c:pt idx="4220">
                  <c:v>4349.6878462242967</c:v>
                </c:pt>
                <c:pt idx="4221">
                  <c:v>4349.6878462242967</c:v>
                </c:pt>
                <c:pt idx="4222">
                  <c:v>4349.6878462242967</c:v>
                </c:pt>
                <c:pt idx="4223">
                  <c:v>4349.6878462242967</c:v>
                </c:pt>
                <c:pt idx="4224">
                  <c:v>4349.6878462242967</c:v>
                </c:pt>
                <c:pt idx="4225">
                  <c:v>4349.6878462242967</c:v>
                </c:pt>
                <c:pt idx="4226">
                  <c:v>4349.6878462242967</c:v>
                </c:pt>
                <c:pt idx="4227">
                  <c:v>4349.6878462242967</c:v>
                </c:pt>
                <c:pt idx="4228">
                  <c:v>#N/A</c:v>
                </c:pt>
                <c:pt idx="4229">
                  <c:v>#N/A</c:v>
                </c:pt>
                <c:pt idx="4230">
                  <c:v>#N/A</c:v>
                </c:pt>
                <c:pt idx="4231">
                  <c:v>#N/A</c:v>
                </c:pt>
                <c:pt idx="4232">
                  <c:v>#N/A</c:v>
                </c:pt>
                <c:pt idx="4233">
                  <c:v>#N/A</c:v>
                </c:pt>
                <c:pt idx="4234">
                  <c:v>#N/A</c:v>
                </c:pt>
                <c:pt idx="4235">
                  <c:v>#N/A</c:v>
                </c:pt>
                <c:pt idx="4236">
                  <c:v>#N/A</c:v>
                </c:pt>
                <c:pt idx="4237">
                  <c:v>#N/A</c:v>
                </c:pt>
                <c:pt idx="4238">
                  <c:v>#N/A</c:v>
                </c:pt>
                <c:pt idx="4239">
                  <c:v>#N/A</c:v>
                </c:pt>
                <c:pt idx="4240">
                  <c:v>#N/A</c:v>
                </c:pt>
                <c:pt idx="4241">
                  <c:v>#N/A</c:v>
                </c:pt>
                <c:pt idx="4242">
                  <c:v>#N/A</c:v>
                </c:pt>
                <c:pt idx="4243">
                  <c:v>#N/A</c:v>
                </c:pt>
                <c:pt idx="4244">
                  <c:v>#N/A</c:v>
                </c:pt>
                <c:pt idx="4245">
                  <c:v>#N/A</c:v>
                </c:pt>
                <c:pt idx="4246">
                  <c:v>#N/A</c:v>
                </c:pt>
                <c:pt idx="4247">
                  <c:v>#N/A</c:v>
                </c:pt>
                <c:pt idx="4248">
                  <c:v>#N/A</c:v>
                </c:pt>
                <c:pt idx="4249">
                  <c:v>#N/A</c:v>
                </c:pt>
                <c:pt idx="4250">
                  <c:v>#N/A</c:v>
                </c:pt>
                <c:pt idx="4251">
                  <c:v>#N/A</c:v>
                </c:pt>
                <c:pt idx="4252">
                  <c:v>#N/A</c:v>
                </c:pt>
                <c:pt idx="4253">
                  <c:v>#N/A</c:v>
                </c:pt>
                <c:pt idx="4254">
                  <c:v>#N/A</c:v>
                </c:pt>
                <c:pt idx="4255">
                  <c:v>#N/A</c:v>
                </c:pt>
                <c:pt idx="4256">
                  <c:v>#N/A</c:v>
                </c:pt>
                <c:pt idx="4257">
                  <c:v>#N/A</c:v>
                </c:pt>
                <c:pt idx="4258">
                  <c:v>#N/A</c:v>
                </c:pt>
                <c:pt idx="4259">
                  <c:v>#N/A</c:v>
                </c:pt>
                <c:pt idx="4260">
                  <c:v>#N/A</c:v>
                </c:pt>
                <c:pt idx="4261">
                  <c:v>#N/A</c:v>
                </c:pt>
                <c:pt idx="4262">
                  <c:v>#N/A</c:v>
                </c:pt>
                <c:pt idx="4263">
                  <c:v>#N/A</c:v>
                </c:pt>
                <c:pt idx="4264">
                  <c:v>#N/A</c:v>
                </c:pt>
                <c:pt idx="4265">
                  <c:v>#N/A</c:v>
                </c:pt>
                <c:pt idx="4266">
                  <c:v>#N/A</c:v>
                </c:pt>
                <c:pt idx="4267">
                  <c:v>#N/A</c:v>
                </c:pt>
                <c:pt idx="4268">
                  <c:v>#N/A</c:v>
                </c:pt>
                <c:pt idx="4269">
                  <c:v>#N/A</c:v>
                </c:pt>
                <c:pt idx="4270">
                  <c:v>#N/A</c:v>
                </c:pt>
                <c:pt idx="4271">
                  <c:v>#N/A</c:v>
                </c:pt>
                <c:pt idx="4272">
                  <c:v>#N/A</c:v>
                </c:pt>
                <c:pt idx="4273">
                  <c:v>#N/A</c:v>
                </c:pt>
                <c:pt idx="4274">
                  <c:v>#N/A</c:v>
                </c:pt>
                <c:pt idx="4275">
                  <c:v>#N/A</c:v>
                </c:pt>
                <c:pt idx="4276">
                  <c:v>#N/A</c:v>
                </c:pt>
                <c:pt idx="4277">
                  <c:v>#N/A</c:v>
                </c:pt>
                <c:pt idx="4278">
                  <c:v>#N/A</c:v>
                </c:pt>
                <c:pt idx="4279">
                  <c:v>#N/A</c:v>
                </c:pt>
                <c:pt idx="4280">
                  <c:v>#N/A</c:v>
                </c:pt>
                <c:pt idx="4281">
                  <c:v>4476.6960521484316</c:v>
                </c:pt>
                <c:pt idx="4282">
                  <c:v>4476.6960521484316</c:v>
                </c:pt>
                <c:pt idx="4283">
                  <c:v>4476.6960521484316</c:v>
                </c:pt>
                <c:pt idx="4284">
                  <c:v>4476.6960521484316</c:v>
                </c:pt>
                <c:pt idx="4285">
                  <c:v>4476.6960521484316</c:v>
                </c:pt>
                <c:pt idx="4286">
                  <c:v>#N/A</c:v>
                </c:pt>
                <c:pt idx="4287">
                  <c:v>#N/A</c:v>
                </c:pt>
                <c:pt idx="4288">
                  <c:v>#N/A</c:v>
                </c:pt>
                <c:pt idx="4289">
                  <c:v>#N/A</c:v>
                </c:pt>
                <c:pt idx="4290">
                  <c:v>#N/A</c:v>
                </c:pt>
                <c:pt idx="4291">
                  <c:v>#N/A</c:v>
                </c:pt>
                <c:pt idx="4292">
                  <c:v>#N/A</c:v>
                </c:pt>
                <c:pt idx="4293">
                  <c:v>#N/A</c:v>
                </c:pt>
                <c:pt idx="4294">
                  <c:v>#N/A</c:v>
                </c:pt>
                <c:pt idx="4295">
                  <c:v>#N/A</c:v>
                </c:pt>
                <c:pt idx="4296">
                  <c:v>#N/A</c:v>
                </c:pt>
                <c:pt idx="4297">
                  <c:v>#N/A</c:v>
                </c:pt>
                <c:pt idx="4298">
                  <c:v>#N/A</c:v>
                </c:pt>
                <c:pt idx="4299">
                  <c:v>#N/A</c:v>
                </c:pt>
                <c:pt idx="4300">
                  <c:v>#N/A</c:v>
                </c:pt>
                <c:pt idx="4301">
                  <c:v>#N/A</c:v>
                </c:pt>
                <c:pt idx="4302">
                  <c:v>#N/A</c:v>
                </c:pt>
                <c:pt idx="4303">
                  <c:v>#N/A</c:v>
                </c:pt>
                <c:pt idx="4304">
                  <c:v>#N/A</c:v>
                </c:pt>
                <c:pt idx="4305">
                  <c:v>#N/A</c:v>
                </c:pt>
                <c:pt idx="4306">
                  <c:v>#N/A</c:v>
                </c:pt>
                <c:pt idx="4307">
                  <c:v>#N/A</c:v>
                </c:pt>
                <c:pt idx="4308">
                  <c:v>#N/A</c:v>
                </c:pt>
                <c:pt idx="4309">
                  <c:v>#N/A</c:v>
                </c:pt>
                <c:pt idx="4310">
                  <c:v>#N/A</c:v>
                </c:pt>
                <c:pt idx="4311">
                  <c:v>#N/A</c:v>
                </c:pt>
                <c:pt idx="4312">
                  <c:v>#N/A</c:v>
                </c:pt>
                <c:pt idx="4313">
                  <c:v>#N/A</c:v>
                </c:pt>
                <c:pt idx="4314">
                  <c:v>#N/A</c:v>
                </c:pt>
                <c:pt idx="4315">
                  <c:v>4570.1252529725134</c:v>
                </c:pt>
                <c:pt idx="4316">
                  <c:v>4570.1252529725134</c:v>
                </c:pt>
                <c:pt idx="4317">
                  <c:v>4570.1252529725134</c:v>
                </c:pt>
                <c:pt idx="4318">
                  <c:v>4570.1252529725134</c:v>
                </c:pt>
                <c:pt idx="4319">
                  <c:v>4570.1252529725134</c:v>
                </c:pt>
                <c:pt idx="4320">
                  <c:v>4570.1252529725134</c:v>
                </c:pt>
                <c:pt idx="4321">
                  <c:v>4570.1252529725134</c:v>
                </c:pt>
                <c:pt idx="4322">
                  <c:v>4570.1252529725134</c:v>
                </c:pt>
                <c:pt idx="4323">
                  <c:v>4570.1252529725134</c:v>
                </c:pt>
                <c:pt idx="4324">
                  <c:v>4570.1252529725134</c:v>
                </c:pt>
                <c:pt idx="4325">
                  <c:v>4570.1252529725134</c:v>
                </c:pt>
                <c:pt idx="4326">
                  <c:v>4570.1252529725134</c:v>
                </c:pt>
                <c:pt idx="4327">
                  <c:v>4570.1252529725134</c:v>
                </c:pt>
                <c:pt idx="4328">
                  <c:v>4570.1252529725134</c:v>
                </c:pt>
                <c:pt idx="4329">
                  <c:v>4570.1252529725134</c:v>
                </c:pt>
                <c:pt idx="4330">
                  <c:v>4570.1252529725134</c:v>
                </c:pt>
                <c:pt idx="4331">
                  <c:v>4570.1252529725134</c:v>
                </c:pt>
                <c:pt idx="4332">
                  <c:v>4570.1252529725134</c:v>
                </c:pt>
                <c:pt idx="4333">
                  <c:v>4570.1252529725134</c:v>
                </c:pt>
                <c:pt idx="4334">
                  <c:v>4570.1252529725134</c:v>
                </c:pt>
                <c:pt idx="4335">
                  <c:v>4570.1252529725134</c:v>
                </c:pt>
                <c:pt idx="4336">
                  <c:v>4570.1252529725134</c:v>
                </c:pt>
                <c:pt idx="4337">
                  <c:v>4570.1252529725134</c:v>
                </c:pt>
                <c:pt idx="4338">
                  <c:v>4570.1252529725134</c:v>
                </c:pt>
                <c:pt idx="4339">
                  <c:v>4570.1252529725134</c:v>
                </c:pt>
                <c:pt idx="4340">
                  <c:v>4570.1252529725134</c:v>
                </c:pt>
                <c:pt idx="4341">
                  <c:v>4570.1252529725134</c:v>
                </c:pt>
                <c:pt idx="4342">
                  <c:v>4570.1252529725134</c:v>
                </c:pt>
                <c:pt idx="4343">
                  <c:v>4570.1252529725134</c:v>
                </c:pt>
                <c:pt idx="4344">
                  <c:v>4570.1252529725134</c:v>
                </c:pt>
                <c:pt idx="4345">
                  <c:v>4570.1252529725134</c:v>
                </c:pt>
                <c:pt idx="4346">
                  <c:v>4570.1252529725134</c:v>
                </c:pt>
                <c:pt idx="4347">
                  <c:v>4570.1252529725134</c:v>
                </c:pt>
                <c:pt idx="4348">
                  <c:v>4570.1252529725134</c:v>
                </c:pt>
                <c:pt idx="4349">
                  <c:v>4570.1252529725134</c:v>
                </c:pt>
                <c:pt idx="4350">
                  <c:v>4570.1252529725134</c:v>
                </c:pt>
                <c:pt idx="4351">
                  <c:v>4570.1252529725134</c:v>
                </c:pt>
                <c:pt idx="4352">
                  <c:v>4570.1252529725134</c:v>
                </c:pt>
                <c:pt idx="4353">
                  <c:v>4570.1252529725134</c:v>
                </c:pt>
                <c:pt idx="4354">
                  <c:v>4570.1252529725134</c:v>
                </c:pt>
                <c:pt idx="4355">
                  <c:v>4570.1252529725134</c:v>
                </c:pt>
                <c:pt idx="4356">
                  <c:v>4570.1252529725134</c:v>
                </c:pt>
                <c:pt idx="4357">
                  <c:v>4570.1252529725134</c:v>
                </c:pt>
                <c:pt idx="4358">
                  <c:v>4570.1252529725134</c:v>
                </c:pt>
                <c:pt idx="4359">
                  <c:v>#N/A</c:v>
                </c:pt>
                <c:pt idx="4360">
                  <c:v>#N/A</c:v>
                </c:pt>
                <c:pt idx="4361">
                  <c:v>#N/A</c:v>
                </c:pt>
                <c:pt idx="4362">
                  <c:v>#N/A</c:v>
                </c:pt>
                <c:pt idx="4363">
                  <c:v>#N/A</c:v>
                </c:pt>
                <c:pt idx="4364">
                  <c:v>#N/A</c:v>
                </c:pt>
                <c:pt idx="4365">
                  <c:v>#N/A</c:v>
                </c:pt>
                <c:pt idx="4366">
                  <c:v>#N/A</c:v>
                </c:pt>
                <c:pt idx="4367">
                  <c:v>#N/A</c:v>
                </c:pt>
                <c:pt idx="4368">
                  <c:v>#N/A</c:v>
                </c:pt>
                <c:pt idx="4369">
                  <c:v>#N/A</c:v>
                </c:pt>
                <c:pt idx="4370">
                  <c:v>#N/A</c:v>
                </c:pt>
                <c:pt idx="4371">
                  <c:v>#N/A</c:v>
                </c:pt>
                <c:pt idx="4372">
                  <c:v>#N/A</c:v>
                </c:pt>
                <c:pt idx="4373">
                  <c:v>#N/A</c:v>
                </c:pt>
                <c:pt idx="4374">
                  <c:v>#N/A</c:v>
                </c:pt>
                <c:pt idx="4375">
                  <c:v>#N/A</c:v>
                </c:pt>
                <c:pt idx="4376">
                  <c:v>#N/A</c:v>
                </c:pt>
                <c:pt idx="4377">
                  <c:v>#N/A</c:v>
                </c:pt>
                <c:pt idx="4378">
                  <c:v>#N/A</c:v>
                </c:pt>
                <c:pt idx="4379">
                  <c:v>#N/A</c:v>
                </c:pt>
                <c:pt idx="4380">
                  <c:v>#N/A</c:v>
                </c:pt>
                <c:pt idx="4381">
                  <c:v>#N/A</c:v>
                </c:pt>
                <c:pt idx="4382">
                  <c:v>#N/A</c:v>
                </c:pt>
                <c:pt idx="4383">
                  <c:v>#N/A</c:v>
                </c:pt>
                <c:pt idx="4384">
                  <c:v>#N/A</c:v>
                </c:pt>
                <c:pt idx="4385">
                  <c:v>#N/A</c:v>
                </c:pt>
                <c:pt idx="4386">
                  <c:v>#N/A</c:v>
                </c:pt>
                <c:pt idx="4387">
                  <c:v>#N/A</c:v>
                </c:pt>
                <c:pt idx="4388">
                  <c:v>#N/A</c:v>
                </c:pt>
                <c:pt idx="4389">
                  <c:v>#N/A</c:v>
                </c:pt>
                <c:pt idx="4390">
                  <c:v>#N/A</c:v>
                </c:pt>
                <c:pt idx="4391">
                  <c:v>#N/A</c:v>
                </c:pt>
                <c:pt idx="4392">
                  <c:v>#N/A</c:v>
                </c:pt>
                <c:pt idx="4393">
                  <c:v>#N/A</c:v>
                </c:pt>
                <c:pt idx="4394">
                  <c:v>#N/A</c:v>
                </c:pt>
                <c:pt idx="4395">
                  <c:v>#N/A</c:v>
                </c:pt>
                <c:pt idx="4396">
                  <c:v>#N/A</c:v>
                </c:pt>
                <c:pt idx="4397">
                  <c:v>#N/A</c:v>
                </c:pt>
                <c:pt idx="4398">
                  <c:v>#N/A</c:v>
                </c:pt>
                <c:pt idx="4399">
                  <c:v>#N/A</c:v>
                </c:pt>
                <c:pt idx="4400">
                  <c:v>#N/A</c:v>
                </c:pt>
                <c:pt idx="4401">
                  <c:v>#N/A</c:v>
                </c:pt>
                <c:pt idx="4402">
                  <c:v>#N/A</c:v>
                </c:pt>
                <c:pt idx="4403">
                  <c:v>#N/A</c:v>
                </c:pt>
                <c:pt idx="4404">
                  <c:v>#N/A</c:v>
                </c:pt>
                <c:pt idx="4405">
                  <c:v>#N/A</c:v>
                </c:pt>
                <c:pt idx="4406">
                  <c:v>#N/A</c:v>
                </c:pt>
                <c:pt idx="4407">
                  <c:v>#N/A</c:v>
                </c:pt>
                <c:pt idx="4408">
                  <c:v>#N/A</c:v>
                </c:pt>
                <c:pt idx="4409">
                  <c:v>#N/A</c:v>
                </c:pt>
                <c:pt idx="4410">
                  <c:v>#N/A</c:v>
                </c:pt>
                <c:pt idx="4411">
                  <c:v>#N/A</c:v>
                </c:pt>
                <c:pt idx="4412">
                  <c:v>#N/A</c:v>
                </c:pt>
                <c:pt idx="4413">
                  <c:v>#N/A</c:v>
                </c:pt>
                <c:pt idx="4414">
                  <c:v>#N/A</c:v>
                </c:pt>
                <c:pt idx="4415">
                  <c:v>#N/A</c:v>
                </c:pt>
                <c:pt idx="4416">
                  <c:v>#N/A</c:v>
                </c:pt>
                <c:pt idx="4417">
                  <c:v>#N/A</c:v>
                </c:pt>
                <c:pt idx="4418">
                  <c:v>#N/A</c:v>
                </c:pt>
                <c:pt idx="4419">
                  <c:v>#N/A</c:v>
                </c:pt>
                <c:pt idx="4420">
                  <c:v>#N/A</c:v>
                </c:pt>
                <c:pt idx="4421">
                  <c:v>#N/A</c:v>
                </c:pt>
                <c:pt idx="4422">
                  <c:v>#N/A</c:v>
                </c:pt>
                <c:pt idx="4423">
                  <c:v>#N/A</c:v>
                </c:pt>
                <c:pt idx="4424">
                  <c:v>#N/A</c:v>
                </c:pt>
                <c:pt idx="4425">
                  <c:v>#N/A</c:v>
                </c:pt>
                <c:pt idx="4426">
                  <c:v>#N/A</c:v>
                </c:pt>
                <c:pt idx="4427">
                  <c:v>#N/A</c:v>
                </c:pt>
                <c:pt idx="4428">
                  <c:v>#N/A</c:v>
                </c:pt>
                <c:pt idx="4429">
                  <c:v>#N/A</c:v>
                </c:pt>
                <c:pt idx="4430">
                  <c:v>#N/A</c:v>
                </c:pt>
                <c:pt idx="4431">
                  <c:v>#N/A</c:v>
                </c:pt>
                <c:pt idx="4432">
                  <c:v>4836.9763092933299</c:v>
                </c:pt>
                <c:pt idx="4433">
                  <c:v>4836.9763092933299</c:v>
                </c:pt>
                <c:pt idx="4434">
                  <c:v>4836.9763092933299</c:v>
                </c:pt>
                <c:pt idx="4435">
                  <c:v>4836.9763092933299</c:v>
                </c:pt>
                <c:pt idx="4436">
                  <c:v>4836.9763092933299</c:v>
                </c:pt>
                <c:pt idx="4437">
                  <c:v>4836.9763092933299</c:v>
                </c:pt>
                <c:pt idx="4438">
                  <c:v>#N/A</c:v>
                </c:pt>
                <c:pt idx="4439">
                  <c:v>#N/A</c:v>
                </c:pt>
                <c:pt idx="4440">
                  <c:v>#N/A</c:v>
                </c:pt>
                <c:pt idx="4441">
                  <c:v>#N/A</c:v>
                </c:pt>
                <c:pt idx="4442">
                  <c:v>#N/A</c:v>
                </c:pt>
                <c:pt idx="4443">
                  <c:v>#N/A</c:v>
                </c:pt>
                <c:pt idx="4444">
                  <c:v>#N/A</c:v>
                </c:pt>
                <c:pt idx="4445">
                  <c:v>#N/A</c:v>
                </c:pt>
                <c:pt idx="4446">
                  <c:v>#N/A</c:v>
                </c:pt>
                <c:pt idx="4447">
                  <c:v>#N/A</c:v>
                </c:pt>
                <c:pt idx="4448">
                  <c:v>#N/A</c:v>
                </c:pt>
                <c:pt idx="4449">
                  <c:v>#N/A</c:v>
                </c:pt>
                <c:pt idx="4450">
                  <c:v>#N/A</c:v>
                </c:pt>
                <c:pt idx="4451">
                  <c:v>#N/A</c:v>
                </c:pt>
                <c:pt idx="4452">
                  <c:v>#N/A</c:v>
                </c:pt>
                <c:pt idx="4453">
                  <c:v>#N/A</c:v>
                </c:pt>
                <c:pt idx="4454">
                  <c:v>#N/A</c:v>
                </c:pt>
                <c:pt idx="4455">
                  <c:v>#N/A</c:v>
                </c:pt>
                <c:pt idx="4456">
                  <c:v>#N/A</c:v>
                </c:pt>
                <c:pt idx="4457">
                  <c:v>#N/A</c:v>
                </c:pt>
                <c:pt idx="4458">
                  <c:v>#N/A</c:v>
                </c:pt>
                <c:pt idx="4459">
                  <c:v>#N/A</c:v>
                </c:pt>
                <c:pt idx="4460">
                  <c:v>#N/A</c:v>
                </c:pt>
                <c:pt idx="4461">
                  <c:v>#N/A</c:v>
                </c:pt>
                <c:pt idx="4462">
                  <c:v>#N/A</c:v>
                </c:pt>
                <c:pt idx="4463">
                  <c:v>#N/A</c:v>
                </c:pt>
                <c:pt idx="4464">
                  <c:v>#N/A</c:v>
                </c:pt>
                <c:pt idx="4465">
                  <c:v>#N/A</c:v>
                </c:pt>
                <c:pt idx="4466">
                  <c:v>#N/A</c:v>
                </c:pt>
                <c:pt idx="4467">
                  <c:v>#N/A</c:v>
                </c:pt>
                <c:pt idx="4468">
                  <c:v>#N/A</c:v>
                </c:pt>
                <c:pt idx="4469">
                  <c:v>#N/A</c:v>
                </c:pt>
                <c:pt idx="4470">
                  <c:v>#N/A</c:v>
                </c:pt>
                <c:pt idx="4471">
                  <c:v>#N/A</c:v>
                </c:pt>
                <c:pt idx="4472">
                  <c:v>#N/A</c:v>
                </c:pt>
                <c:pt idx="4473">
                  <c:v>#N/A</c:v>
                </c:pt>
                <c:pt idx="4474">
                  <c:v>#N/A</c:v>
                </c:pt>
                <c:pt idx="4475">
                  <c:v>#N/A</c:v>
                </c:pt>
                <c:pt idx="4476">
                  <c:v>#N/A</c:v>
                </c:pt>
                <c:pt idx="4477">
                  <c:v>#N/A</c:v>
                </c:pt>
                <c:pt idx="4478">
                  <c:v>#N/A</c:v>
                </c:pt>
                <c:pt idx="4479">
                  <c:v>#N/A</c:v>
                </c:pt>
                <c:pt idx="4480">
                  <c:v>#N/A</c:v>
                </c:pt>
                <c:pt idx="4481">
                  <c:v>#N/A</c:v>
                </c:pt>
                <c:pt idx="4482">
                  <c:v>#N/A</c:v>
                </c:pt>
                <c:pt idx="4483">
                  <c:v>#N/A</c:v>
                </c:pt>
                <c:pt idx="4484">
                  <c:v>#N/A</c:v>
                </c:pt>
                <c:pt idx="4485">
                  <c:v>4953.4840125064375</c:v>
                </c:pt>
                <c:pt idx="4486">
                  <c:v>4953.4840125064375</c:v>
                </c:pt>
                <c:pt idx="4487">
                  <c:v>4953.4840125064375</c:v>
                </c:pt>
                <c:pt idx="4488">
                  <c:v>4953.4840125064375</c:v>
                </c:pt>
                <c:pt idx="4489">
                  <c:v>4953.4840125064375</c:v>
                </c:pt>
                <c:pt idx="4490">
                  <c:v>4953.4840125064375</c:v>
                </c:pt>
                <c:pt idx="4491">
                  <c:v>4953.4840125064375</c:v>
                </c:pt>
                <c:pt idx="4492">
                  <c:v>4953.4840125064375</c:v>
                </c:pt>
                <c:pt idx="4493">
                  <c:v>4953.4840125064375</c:v>
                </c:pt>
                <c:pt idx="4494">
                  <c:v>4953.4840125064375</c:v>
                </c:pt>
                <c:pt idx="4495">
                  <c:v>4953.4840125064375</c:v>
                </c:pt>
                <c:pt idx="4496">
                  <c:v>4953.4840125064375</c:v>
                </c:pt>
                <c:pt idx="4497">
                  <c:v>4953.4840125064375</c:v>
                </c:pt>
                <c:pt idx="4498">
                  <c:v>4953.4840125064375</c:v>
                </c:pt>
                <c:pt idx="4499">
                  <c:v>4953.4840125064375</c:v>
                </c:pt>
                <c:pt idx="4500">
                  <c:v>4953.4840125064375</c:v>
                </c:pt>
                <c:pt idx="4501">
                  <c:v>4953.4840125064375</c:v>
                </c:pt>
                <c:pt idx="4502">
                  <c:v>4953.4840125064375</c:v>
                </c:pt>
                <c:pt idx="4503">
                  <c:v>4953.4840125064375</c:v>
                </c:pt>
                <c:pt idx="4504">
                  <c:v>4953.4840125064375</c:v>
                </c:pt>
                <c:pt idx="4505">
                  <c:v>4953.4840125064375</c:v>
                </c:pt>
                <c:pt idx="4506">
                  <c:v>4953.4840125064375</c:v>
                </c:pt>
                <c:pt idx="4507">
                  <c:v>4953.4840125064375</c:v>
                </c:pt>
                <c:pt idx="4508">
                  <c:v>4953.4840125064375</c:v>
                </c:pt>
                <c:pt idx="4509">
                  <c:v>4953.4840125064375</c:v>
                </c:pt>
                <c:pt idx="4510">
                  <c:v>4953.4840125064375</c:v>
                </c:pt>
                <c:pt idx="4511">
                  <c:v>4953.4840125064375</c:v>
                </c:pt>
                <c:pt idx="4512">
                  <c:v>4953.4840125064375</c:v>
                </c:pt>
                <c:pt idx="4513">
                  <c:v>4953.4840125064375</c:v>
                </c:pt>
                <c:pt idx="4514">
                  <c:v>4953.4840125064375</c:v>
                </c:pt>
                <c:pt idx="4515">
                  <c:v>4953.4840125064375</c:v>
                </c:pt>
                <c:pt idx="4516">
                  <c:v>4953.4840125064375</c:v>
                </c:pt>
                <c:pt idx="4517">
                  <c:v>4953.4840125064375</c:v>
                </c:pt>
                <c:pt idx="4518">
                  <c:v>4953.4840125064375</c:v>
                </c:pt>
                <c:pt idx="4519">
                  <c:v>4953.4840125064375</c:v>
                </c:pt>
                <c:pt idx="4520">
                  <c:v>4953.4840125064375</c:v>
                </c:pt>
                <c:pt idx="4521">
                  <c:v>4953.4840125064375</c:v>
                </c:pt>
                <c:pt idx="4522">
                  <c:v>4953.4840125064375</c:v>
                </c:pt>
                <c:pt idx="4523">
                  <c:v>4953.4840125064375</c:v>
                </c:pt>
                <c:pt idx="4524">
                  <c:v>4953.4840125064375</c:v>
                </c:pt>
                <c:pt idx="4525">
                  <c:v>4953.4840125064375</c:v>
                </c:pt>
                <c:pt idx="4526">
                  <c:v>4953.4840125064375</c:v>
                </c:pt>
                <c:pt idx="4527">
                  <c:v>4953.4840125064375</c:v>
                </c:pt>
                <c:pt idx="4528">
                  <c:v>4953.4840125064375</c:v>
                </c:pt>
                <c:pt idx="4529">
                  <c:v>4953.4840125064375</c:v>
                </c:pt>
                <c:pt idx="4530">
                  <c:v>4953.4840125064375</c:v>
                </c:pt>
                <c:pt idx="4531">
                  <c:v>4953.4840125064375</c:v>
                </c:pt>
                <c:pt idx="4532">
                  <c:v>4953.4840125064375</c:v>
                </c:pt>
                <c:pt idx="4533">
                  <c:v>4953.4840125064375</c:v>
                </c:pt>
                <c:pt idx="4534">
                  <c:v>4953.4840125064375</c:v>
                </c:pt>
                <c:pt idx="4535">
                  <c:v>4953.4840125064375</c:v>
                </c:pt>
                <c:pt idx="4536">
                  <c:v>4953.4840125064375</c:v>
                </c:pt>
                <c:pt idx="4537">
                  <c:v>4953.4840125064375</c:v>
                </c:pt>
                <c:pt idx="4538">
                  <c:v>4953.4840125064375</c:v>
                </c:pt>
                <c:pt idx="4539">
                  <c:v>4953.4840125064375</c:v>
                </c:pt>
                <c:pt idx="4540">
                  <c:v>4953.4840125064375</c:v>
                </c:pt>
                <c:pt idx="4541">
                  <c:v>4953.4840125064375</c:v>
                </c:pt>
                <c:pt idx="4542">
                  <c:v>4953.4840125064375</c:v>
                </c:pt>
                <c:pt idx="4543">
                  <c:v>#N/A</c:v>
                </c:pt>
                <c:pt idx="4544">
                  <c:v>#N/A</c:v>
                </c:pt>
                <c:pt idx="4545">
                  <c:v>#N/A</c:v>
                </c:pt>
                <c:pt idx="4546">
                  <c:v>#N/A</c:v>
                </c:pt>
                <c:pt idx="4547">
                  <c:v>#N/A</c:v>
                </c:pt>
                <c:pt idx="4548">
                  <c:v>#N/A</c:v>
                </c:pt>
                <c:pt idx="4549">
                  <c:v>#N/A</c:v>
                </c:pt>
                <c:pt idx="4550">
                  <c:v>#N/A</c:v>
                </c:pt>
                <c:pt idx="4551">
                  <c:v>#N/A</c:v>
                </c:pt>
                <c:pt idx="4552">
                  <c:v>#N/A</c:v>
                </c:pt>
                <c:pt idx="4553">
                  <c:v>#N/A</c:v>
                </c:pt>
                <c:pt idx="4554">
                  <c:v>#N/A</c:v>
                </c:pt>
                <c:pt idx="4555">
                  <c:v>#N/A</c:v>
                </c:pt>
                <c:pt idx="4556">
                  <c:v>#N/A</c:v>
                </c:pt>
                <c:pt idx="4557">
                  <c:v>#N/A</c:v>
                </c:pt>
                <c:pt idx="4558">
                  <c:v>#N/A</c:v>
                </c:pt>
                <c:pt idx="4559">
                  <c:v>#N/A</c:v>
                </c:pt>
                <c:pt idx="4560">
                  <c:v>#N/A</c:v>
                </c:pt>
                <c:pt idx="4561">
                  <c:v>#N/A</c:v>
                </c:pt>
                <c:pt idx="4562">
                  <c:v>#N/A</c:v>
                </c:pt>
                <c:pt idx="4563">
                  <c:v>#N/A</c:v>
                </c:pt>
                <c:pt idx="4564">
                  <c:v>#N/A</c:v>
                </c:pt>
                <c:pt idx="4565">
                  <c:v>#N/A</c:v>
                </c:pt>
                <c:pt idx="4566">
                  <c:v>#N/A</c:v>
                </c:pt>
                <c:pt idx="4567">
                  <c:v>#N/A</c:v>
                </c:pt>
                <c:pt idx="4568">
                  <c:v>#N/A</c:v>
                </c:pt>
                <c:pt idx="4569">
                  <c:v>#N/A</c:v>
                </c:pt>
                <c:pt idx="4570">
                  <c:v>#N/A</c:v>
                </c:pt>
                <c:pt idx="4571">
                  <c:v>#N/A</c:v>
                </c:pt>
                <c:pt idx="4572">
                  <c:v>#N/A</c:v>
                </c:pt>
                <c:pt idx="4573">
                  <c:v>#N/A</c:v>
                </c:pt>
                <c:pt idx="4574">
                  <c:v>#N/A</c:v>
                </c:pt>
                <c:pt idx="4575">
                  <c:v>#N/A</c:v>
                </c:pt>
                <c:pt idx="4576">
                  <c:v>#N/A</c:v>
                </c:pt>
                <c:pt idx="4577">
                  <c:v>#N/A</c:v>
                </c:pt>
                <c:pt idx="4578">
                  <c:v>#N/A</c:v>
                </c:pt>
                <c:pt idx="4579">
                  <c:v>#N/A</c:v>
                </c:pt>
                <c:pt idx="4580">
                  <c:v>#N/A</c:v>
                </c:pt>
                <c:pt idx="4581">
                  <c:v>#N/A</c:v>
                </c:pt>
                <c:pt idx="4582">
                  <c:v>#N/A</c:v>
                </c:pt>
                <c:pt idx="4583">
                  <c:v>#N/A</c:v>
                </c:pt>
                <c:pt idx="4584">
                  <c:v>#N/A</c:v>
                </c:pt>
                <c:pt idx="4585">
                  <c:v>#N/A</c:v>
                </c:pt>
                <c:pt idx="4586">
                  <c:v>#N/A</c:v>
                </c:pt>
                <c:pt idx="4587">
                  <c:v>#N/A</c:v>
                </c:pt>
                <c:pt idx="4588">
                  <c:v>#N/A</c:v>
                </c:pt>
                <c:pt idx="4589">
                  <c:v>#N/A</c:v>
                </c:pt>
                <c:pt idx="4590">
                  <c:v>#N/A</c:v>
                </c:pt>
                <c:pt idx="4591">
                  <c:v>#N/A</c:v>
                </c:pt>
                <c:pt idx="4592">
                  <c:v>#N/A</c:v>
                </c:pt>
                <c:pt idx="4593">
                  <c:v>#N/A</c:v>
                </c:pt>
                <c:pt idx="4594">
                  <c:v>#N/A</c:v>
                </c:pt>
                <c:pt idx="4595">
                  <c:v>#N/A</c:v>
                </c:pt>
                <c:pt idx="4596">
                  <c:v>#N/A</c:v>
                </c:pt>
                <c:pt idx="4597">
                  <c:v>#N/A</c:v>
                </c:pt>
                <c:pt idx="4598">
                  <c:v>#N/A</c:v>
                </c:pt>
                <c:pt idx="4599">
                  <c:v>#N/A</c:v>
                </c:pt>
                <c:pt idx="4600">
                  <c:v>#N/A</c:v>
                </c:pt>
                <c:pt idx="4601">
                  <c:v>#N/A</c:v>
                </c:pt>
                <c:pt idx="4602">
                  <c:v>#N/A</c:v>
                </c:pt>
                <c:pt idx="4603">
                  <c:v>#N/A</c:v>
                </c:pt>
                <c:pt idx="4604">
                  <c:v>#N/A</c:v>
                </c:pt>
                <c:pt idx="4605">
                  <c:v>#N/A</c:v>
                </c:pt>
                <c:pt idx="4606">
                  <c:v>#N/A</c:v>
                </c:pt>
                <c:pt idx="4607">
                  <c:v>#N/A</c:v>
                </c:pt>
                <c:pt idx="4608">
                  <c:v>#N/A</c:v>
                </c:pt>
                <c:pt idx="4609">
                  <c:v>#N/A</c:v>
                </c:pt>
                <c:pt idx="4610">
                  <c:v>#N/A</c:v>
                </c:pt>
                <c:pt idx="4611">
                  <c:v>#N/A</c:v>
                </c:pt>
                <c:pt idx="4612">
                  <c:v>#N/A</c:v>
                </c:pt>
                <c:pt idx="4613">
                  <c:v>#N/A</c:v>
                </c:pt>
                <c:pt idx="4614">
                  <c:v>#N/A</c:v>
                </c:pt>
                <c:pt idx="4615">
                  <c:v>#N/A</c:v>
                </c:pt>
                <c:pt idx="4616">
                  <c:v>#N/A</c:v>
                </c:pt>
                <c:pt idx="4617">
                  <c:v>#N/A</c:v>
                </c:pt>
                <c:pt idx="4618">
                  <c:v>#N/A</c:v>
                </c:pt>
                <c:pt idx="4619">
                  <c:v>#N/A</c:v>
                </c:pt>
                <c:pt idx="4620">
                  <c:v>#N/A</c:v>
                </c:pt>
                <c:pt idx="4621">
                  <c:v>#N/A</c:v>
                </c:pt>
                <c:pt idx="4622">
                  <c:v>#N/A</c:v>
                </c:pt>
                <c:pt idx="4623">
                  <c:v>#N/A</c:v>
                </c:pt>
                <c:pt idx="4624">
                  <c:v>#N/A</c:v>
                </c:pt>
                <c:pt idx="4625">
                  <c:v>#N/A</c:v>
                </c:pt>
                <c:pt idx="4626">
                  <c:v>#N/A</c:v>
                </c:pt>
                <c:pt idx="4627">
                  <c:v>#N/A</c:v>
                </c:pt>
                <c:pt idx="4628">
                  <c:v>#N/A</c:v>
                </c:pt>
                <c:pt idx="4629">
                  <c:v>#N/A</c:v>
                </c:pt>
                <c:pt idx="4630">
                  <c:v>#N/A</c:v>
                </c:pt>
                <c:pt idx="4631">
                  <c:v>#N/A</c:v>
                </c:pt>
                <c:pt idx="4632">
                  <c:v>#N/A</c:v>
                </c:pt>
                <c:pt idx="4633">
                  <c:v>#N/A</c:v>
                </c:pt>
                <c:pt idx="4634">
                  <c:v>#N/A</c:v>
                </c:pt>
                <c:pt idx="4635">
                  <c:v>#N/A</c:v>
                </c:pt>
                <c:pt idx="4636">
                  <c:v>#N/A</c:v>
                </c:pt>
                <c:pt idx="4637">
                  <c:v>#N/A</c:v>
                </c:pt>
                <c:pt idx="4638">
                  <c:v>#N/A</c:v>
                </c:pt>
                <c:pt idx="4639">
                  <c:v>#N/A</c:v>
                </c:pt>
                <c:pt idx="4640">
                  <c:v>#N/A</c:v>
                </c:pt>
                <c:pt idx="4641">
                  <c:v>#N/A</c:v>
                </c:pt>
                <c:pt idx="4642">
                  <c:v>#N/A</c:v>
                </c:pt>
                <c:pt idx="4643">
                  <c:v>#N/A</c:v>
                </c:pt>
                <c:pt idx="4644">
                  <c:v>#N/A</c:v>
                </c:pt>
                <c:pt idx="4645">
                  <c:v>#N/A</c:v>
                </c:pt>
                <c:pt idx="4646">
                  <c:v>#N/A</c:v>
                </c:pt>
                <c:pt idx="4647">
                  <c:v>#N/A</c:v>
                </c:pt>
                <c:pt idx="4648">
                  <c:v>#N/A</c:v>
                </c:pt>
                <c:pt idx="4649">
                  <c:v>#N/A</c:v>
                </c:pt>
                <c:pt idx="4650">
                  <c:v>#N/A</c:v>
                </c:pt>
                <c:pt idx="4651">
                  <c:v>#N/A</c:v>
                </c:pt>
                <c:pt idx="4652">
                  <c:v>#N/A</c:v>
                </c:pt>
                <c:pt idx="4653">
                  <c:v>#N/A</c:v>
                </c:pt>
                <c:pt idx="4654">
                  <c:v>#N/A</c:v>
                </c:pt>
                <c:pt idx="4655">
                  <c:v>#N/A</c:v>
                </c:pt>
                <c:pt idx="4656">
                  <c:v>#N/A</c:v>
                </c:pt>
                <c:pt idx="4657">
                  <c:v>#N/A</c:v>
                </c:pt>
                <c:pt idx="4658">
                  <c:v>#N/A</c:v>
                </c:pt>
                <c:pt idx="4659">
                  <c:v>#N/A</c:v>
                </c:pt>
                <c:pt idx="4660">
                  <c:v>#N/A</c:v>
                </c:pt>
                <c:pt idx="4661">
                  <c:v>#N/A</c:v>
                </c:pt>
                <c:pt idx="4662">
                  <c:v>#N/A</c:v>
                </c:pt>
                <c:pt idx="4663">
                  <c:v>#N/A</c:v>
                </c:pt>
                <c:pt idx="4664">
                  <c:v>#N/A</c:v>
                </c:pt>
                <c:pt idx="4665">
                  <c:v>#N/A</c:v>
                </c:pt>
                <c:pt idx="4666">
                  <c:v>#N/A</c:v>
                </c:pt>
                <c:pt idx="4667">
                  <c:v>#N/A</c:v>
                </c:pt>
                <c:pt idx="4668">
                  <c:v>#N/A</c:v>
                </c:pt>
                <c:pt idx="4669">
                  <c:v>#N/A</c:v>
                </c:pt>
                <c:pt idx="4670">
                  <c:v>#N/A</c:v>
                </c:pt>
                <c:pt idx="4671">
                  <c:v>#N/A</c:v>
                </c:pt>
                <c:pt idx="4672">
                  <c:v>#N/A</c:v>
                </c:pt>
                <c:pt idx="4673">
                  <c:v>#N/A</c:v>
                </c:pt>
                <c:pt idx="4674">
                  <c:v>#N/A</c:v>
                </c:pt>
                <c:pt idx="4675">
                  <c:v>#N/A</c:v>
                </c:pt>
                <c:pt idx="4676">
                  <c:v>#N/A</c:v>
                </c:pt>
                <c:pt idx="4677">
                  <c:v>#N/A</c:v>
                </c:pt>
                <c:pt idx="4678">
                  <c:v>#N/A</c:v>
                </c:pt>
                <c:pt idx="4679">
                  <c:v>#N/A</c:v>
                </c:pt>
                <c:pt idx="4680">
                  <c:v>5377.2779355469875</c:v>
                </c:pt>
                <c:pt idx="4681">
                  <c:v>5377.2779355469875</c:v>
                </c:pt>
                <c:pt idx="4682">
                  <c:v>5377.2779355469875</c:v>
                </c:pt>
                <c:pt idx="4683">
                  <c:v>5377.2779355469875</c:v>
                </c:pt>
                <c:pt idx="4684">
                  <c:v>5377.2779355469875</c:v>
                </c:pt>
                <c:pt idx="4685">
                  <c:v>5377.2779355469875</c:v>
                </c:pt>
                <c:pt idx="4686">
                  <c:v>5377.2779355469875</c:v>
                </c:pt>
                <c:pt idx="4687">
                  <c:v>5377.2779355469875</c:v>
                </c:pt>
                <c:pt idx="4688">
                  <c:v>5377.2779355469875</c:v>
                </c:pt>
                <c:pt idx="4689">
                  <c:v>5395.0121987898847</c:v>
                </c:pt>
                <c:pt idx="4690">
                  <c:v>5395.0121987898847</c:v>
                </c:pt>
                <c:pt idx="4691">
                  <c:v>5395.0121987898847</c:v>
                </c:pt>
                <c:pt idx="4692">
                  <c:v>5395.0121987898847</c:v>
                </c:pt>
                <c:pt idx="4693">
                  <c:v>5395.0121987898847</c:v>
                </c:pt>
                <c:pt idx="4694">
                  <c:v>#N/A</c:v>
                </c:pt>
                <c:pt idx="4695">
                  <c:v>#N/A</c:v>
                </c:pt>
                <c:pt idx="4696">
                  <c:v>#N/A</c:v>
                </c:pt>
                <c:pt idx="4697">
                  <c:v>#N/A</c:v>
                </c:pt>
                <c:pt idx="4698">
                  <c:v>#N/A</c:v>
                </c:pt>
                <c:pt idx="4699">
                  <c:v>#N/A</c:v>
                </c:pt>
                <c:pt idx="4700">
                  <c:v>#N/A</c:v>
                </c:pt>
                <c:pt idx="4701">
                  <c:v>#N/A</c:v>
                </c:pt>
                <c:pt idx="4702">
                  <c:v>#N/A</c:v>
                </c:pt>
                <c:pt idx="4703">
                  <c:v>#N/A</c:v>
                </c:pt>
                <c:pt idx="4704">
                  <c:v>#N/A</c:v>
                </c:pt>
                <c:pt idx="4705">
                  <c:v>#N/A</c:v>
                </c:pt>
                <c:pt idx="4706">
                  <c:v>#N/A</c:v>
                </c:pt>
                <c:pt idx="4707">
                  <c:v>#N/A</c:v>
                </c:pt>
                <c:pt idx="4708">
                  <c:v>#N/A</c:v>
                </c:pt>
                <c:pt idx="4709">
                  <c:v>#N/A</c:v>
                </c:pt>
                <c:pt idx="4710">
                  <c:v>#N/A</c:v>
                </c:pt>
                <c:pt idx="4711">
                  <c:v>5561.1373651053227</c:v>
                </c:pt>
                <c:pt idx="4712">
                  <c:v>5561.1373651053227</c:v>
                </c:pt>
                <c:pt idx="4713">
                  <c:v>5561.1373651053227</c:v>
                </c:pt>
                <c:pt idx="4714">
                  <c:v>5561.1373651053227</c:v>
                </c:pt>
                <c:pt idx="4715">
                  <c:v>5561.1373651053227</c:v>
                </c:pt>
                <c:pt idx="4716">
                  <c:v>5629.1619853205357</c:v>
                </c:pt>
                <c:pt idx="4717">
                  <c:v>5629.1619853205357</c:v>
                </c:pt>
                <c:pt idx="4718">
                  <c:v>5629.1619853205357</c:v>
                </c:pt>
                <c:pt idx="4719">
                  <c:v>5629.1619853205357</c:v>
                </c:pt>
                <c:pt idx="4720">
                  <c:v>#N/A</c:v>
                </c:pt>
                <c:pt idx="4721">
                  <c:v>#N/A</c:v>
                </c:pt>
                <c:pt idx="4722">
                  <c:v>#N/A</c:v>
                </c:pt>
                <c:pt idx="4723">
                  <c:v>#N/A</c:v>
                </c:pt>
                <c:pt idx="4724">
                  <c:v>#N/A</c:v>
                </c:pt>
                <c:pt idx="4725">
                  <c:v>#N/A</c:v>
                </c:pt>
                <c:pt idx="4726">
                  <c:v>#N/A</c:v>
                </c:pt>
                <c:pt idx="4727">
                  <c:v>#N/A</c:v>
                </c:pt>
                <c:pt idx="4728">
                  <c:v>#N/A</c:v>
                </c:pt>
                <c:pt idx="4729">
                  <c:v>#N/A</c:v>
                </c:pt>
                <c:pt idx="4730">
                  <c:v>#N/A</c:v>
                </c:pt>
                <c:pt idx="4731">
                  <c:v>#N/A</c:v>
                </c:pt>
                <c:pt idx="4732">
                  <c:v>#N/A</c:v>
                </c:pt>
                <c:pt idx="4733">
                  <c:v>#N/A</c:v>
                </c:pt>
                <c:pt idx="4734">
                  <c:v>#N/A</c:v>
                </c:pt>
                <c:pt idx="4735">
                  <c:v>#N/A</c:v>
                </c:pt>
                <c:pt idx="4736">
                  <c:v>#N/A</c:v>
                </c:pt>
                <c:pt idx="4737">
                  <c:v>#N/A</c:v>
                </c:pt>
                <c:pt idx="4738">
                  <c:v>#N/A</c:v>
                </c:pt>
                <c:pt idx="4739">
                  <c:v>#N/A</c:v>
                </c:pt>
                <c:pt idx="4740">
                  <c:v>#N/A</c:v>
                </c:pt>
                <c:pt idx="4741">
                  <c:v>#N/A</c:v>
                </c:pt>
                <c:pt idx="4742">
                  <c:v>#N/A</c:v>
                </c:pt>
                <c:pt idx="4743">
                  <c:v>#N/A</c:v>
                </c:pt>
                <c:pt idx="4744">
                  <c:v>#N/A</c:v>
                </c:pt>
                <c:pt idx="4745">
                  <c:v>#N/A</c:v>
                </c:pt>
                <c:pt idx="4746">
                  <c:v>#N/A</c:v>
                </c:pt>
                <c:pt idx="4747">
                  <c:v>5787.3989982303065</c:v>
                </c:pt>
                <c:pt idx="4748">
                  <c:v>#N/A</c:v>
                </c:pt>
                <c:pt idx="4749">
                  <c:v>#N/A</c:v>
                </c:pt>
                <c:pt idx="4750">
                  <c:v>#N/A</c:v>
                </c:pt>
                <c:pt idx="4751">
                  <c:v>#N/A</c:v>
                </c:pt>
                <c:pt idx="4752">
                  <c:v>#N/A</c:v>
                </c:pt>
                <c:pt idx="4753">
                  <c:v>#N/A</c:v>
                </c:pt>
                <c:pt idx="4754">
                  <c:v>#N/A</c:v>
                </c:pt>
                <c:pt idx="4755">
                  <c:v>#N/A</c:v>
                </c:pt>
                <c:pt idx="4756">
                  <c:v>#N/A</c:v>
                </c:pt>
                <c:pt idx="4757">
                  <c:v>#N/A</c:v>
                </c:pt>
                <c:pt idx="4758">
                  <c:v>#N/A</c:v>
                </c:pt>
                <c:pt idx="4759">
                  <c:v>#N/A</c:v>
                </c:pt>
                <c:pt idx="4760">
                  <c:v>6010.2665812974128</c:v>
                </c:pt>
                <c:pt idx="4761">
                  <c:v>6010.2665812974128</c:v>
                </c:pt>
                <c:pt idx="4762">
                  <c:v>6010.2665812974128</c:v>
                </c:pt>
                <c:pt idx="4763">
                  <c:v>6010.2665812974128</c:v>
                </c:pt>
                <c:pt idx="4764">
                  <c:v>#N/A</c:v>
                </c:pt>
                <c:pt idx="4765">
                  <c:v>#N/A</c:v>
                </c:pt>
                <c:pt idx="4766">
                  <c:v>#N/A</c:v>
                </c:pt>
                <c:pt idx="4767">
                  <c:v>#N/A</c:v>
                </c:pt>
                <c:pt idx="4768">
                  <c:v>#N/A</c:v>
                </c:pt>
                <c:pt idx="4769">
                  <c:v>#N/A</c:v>
                </c:pt>
                <c:pt idx="4770">
                  <c:v>#N/A</c:v>
                </c:pt>
                <c:pt idx="4771">
                  <c:v>#N/A</c:v>
                </c:pt>
                <c:pt idx="4772">
                  <c:v>#N/A</c:v>
                </c:pt>
                <c:pt idx="4773">
                  <c:v>#N/A</c:v>
                </c:pt>
                <c:pt idx="4774">
                  <c:v>#N/A</c:v>
                </c:pt>
                <c:pt idx="4775">
                  <c:v>#N/A</c:v>
                </c:pt>
                <c:pt idx="4776">
                  <c:v>6590.1023678807414</c:v>
                </c:pt>
                <c:pt idx="4777">
                  <c:v>6590.1023678807414</c:v>
                </c:pt>
                <c:pt idx="4778">
                  <c:v>6590.1023678807414</c:v>
                </c:pt>
                <c:pt idx="4779">
                  <c:v>6590.1023678807414</c:v>
                </c:pt>
                <c:pt idx="4780">
                  <c:v>6590.1023678807414</c:v>
                </c:pt>
                <c:pt idx="4781">
                  <c:v>6590.1023678807414</c:v>
                </c:pt>
                <c:pt idx="4782">
                  <c:v>6590.1023678807414</c:v>
                </c:pt>
                <c:pt idx="4783">
                  <c:v>6590.1023678807414</c:v>
                </c:pt>
                <c:pt idx="4784">
                  <c:v>6590.1023678807414</c:v>
                </c:pt>
                <c:pt idx="4785">
                  <c:v>6590.1023678807414</c:v>
                </c:pt>
                <c:pt idx="4786">
                  <c:v>6590.1023678807414</c:v>
                </c:pt>
                <c:pt idx="4787">
                  <c:v>#N/A</c:v>
                </c:pt>
                <c:pt idx="4788">
                  <c:v>#N/A</c:v>
                </c:pt>
                <c:pt idx="4789">
                  <c:v>#N/A</c:v>
                </c:pt>
                <c:pt idx="4790">
                  <c:v>#N/A</c:v>
                </c:pt>
                <c:pt idx="4791">
                  <c:v>#N/A</c:v>
                </c:pt>
                <c:pt idx="4792">
                  <c:v>#N/A</c:v>
                </c:pt>
                <c:pt idx="4793">
                  <c:v>#N/A</c:v>
                </c:pt>
                <c:pt idx="4794">
                  <c:v>#N/A</c:v>
                </c:pt>
                <c:pt idx="4795">
                  <c:v>#N/A</c:v>
                </c:pt>
                <c:pt idx="4796">
                  <c:v>#N/A</c:v>
                </c:pt>
                <c:pt idx="4797">
                  <c:v>#N/A</c:v>
                </c:pt>
                <c:pt idx="4798">
                  <c:v>#N/A</c:v>
                </c:pt>
                <c:pt idx="4799">
                  <c:v>#N/A</c:v>
                </c:pt>
                <c:pt idx="4800">
                  <c:v>#N/A</c:v>
                </c:pt>
                <c:pt idx="4801">
                  <c:v>#N/A</c:v>
                </c:pt>
                <c:pt idx="4802">
                  <c:v>#N/A</c:v>
                </c:pt>
                <c:pt idx="4803">
                  <c:v>#N/A</c:v>
                </c:pt>
                <c:pt idx="4804">
                  <c:v>#N/A</c:v>
                </c:pt>
                <c:pt idx="4805">
                  <c:v>#N/A</c:v>
                </c:pt>
                <c:pt idx="4806">
                  <c:v>#N/A</c:v>
                </c:pt>
                <c:pt idx="4807">
                  <c:v>#N/A</c:v>
                </c:pt>
                <c:pt idx="4808">
                  <c:v>#N/A</c:v>
                </c:pt>
                <c:pt idx="4809">
                  <c:v>#N/A</c:v>
                </c:pt>
                <c:pt idx="4810">
                  <c:v>#N/A</c:v>
                </c:pt>
                <c:pt idx="4811">
                  <c:v>#N/A</c:v>
                </c:pt>
                <c:pt idx="4812">
                  <c:v>#N/A</c:v>
                </c:pt>
                <c:pt idx="4813">
                  <c:v>#N/A</c:v>
                </c:pt>
                <c:pt idx="4814">
                  <c:v>#N/A</c:v>
                </c:pt>
                <c:pt idx="4815">
                  <c:v>#N/A</c:v>
                </c:pt>
                <c:pt idx="4816">
                  <c:v>7080.6907265506479</c:v>
                </c:pt>
                <c:pt idx="4817">
                  <c:v>7080.6907265506479</c:v>
                </c:pt>
                <c:pt idx="4818">
                  <c:v>7080.6907265506479</c:v>
                </c:pt>
                <c:pt idx="4819">
                  <c:v>7080.6907265506479</c:v>
                </c:pt>
                <c:pt idx="4820">
                  <c:v>7080.6907265506479</c:v>
                </c:pt>
                <c:pt idx="4821">
                  <c:v>7080.6907265506479</c:v>
                </c:pt>
                <c:pt idx="4822">
                  <c:v>7080.6907265506479</c:v>
                </c:pt>
                <c:pt idx="4823">
                  <c:v>7080.6907265506479</c:v>
                </c:pt>
                <c:pt idx="4824">
                  <c:v>7080.6907265506479</c:v>
                </c:pt>
                <c:pt idx="4825">
                  <c:v>7080.6907265506479</c:v>
                </c:pt>
                <c:pt idx="4826">
                  <c:v>7080.6907265506479</c:v>
                </c:pt>
                <c:pt idx="4827">
                  <c:v>7080.6907265506479</c:v>
                </c:pt>
                <c:pt idx="4828">
                  <c:v>7080.6907265506479</c:v>
                </c:pt>
                <c:pt idx="4829">
                  <c:v>7080.6907265506479</c:v>
                </c:pt>
                <c:pt idx="4830">
                  <c:v>#N/A</c:v>
                </c:pt>
                <c:pt idx="4831">
                  <c:v>#N/A</c:v>
                </c:pt>
                <c:pt idx="4832">
                  <c:v>#N/A</c:v>
                </c:pt>
                <c:pt idx="4833">
                  <c:v>#N/A</c:v>
                </c:pt>
                <c:pt idx="4834">
                  <c:v>#N/A</c:v>
                </c:pt>
                <c:pt idx="4835">
                  <c:v>#N/A</c:v>
                </c:pt>
                <c:pt idx="4836">
                  <c:v>#N/A</c:v>
                </c:pt>
                <c:pt idx="4837">
                  <c:v>#N/A</c:v>
                </c:pt>
                <c:pt idx="4838">
                  <c:v>#N/A</c:v>
                </c:pt>
                <c:pt idx="4839">
                  <c:v>#N/A</c:v>
                </c:pt>
                <c:pt idx="4840">
                  <c:v>#N/A</c:v>
                </c:pt>
                <c:pt idx="4841">
                  <c:v>#N/A</c:v>
                </c:pt>
                <c:pt idx="4842">
                  <c:v>#N/A</c:v>
                </c:pt>
                <c:pt idx="4843">
                  <c:v>#N/A</c:v>
                </c:pt>
                <c:pt idx="4844">
                  <c:v>#N/A</c:v>
                </c:pt>
                <c:pt idx="4845">
                  <c:v>#N/A</c:v>
                </c:pt>
                <c:pt idx="4846">
                  <c:v>#N/A</c:v>
                </c:pt>
                <c:pt idx="4847">
                  <c:v>#N/A</c:v>
                </c:pt>
                <c:pt idx="4848">
                  <c:v>#N/A</c:v>
                </c:pt>
                <c:pt idx="4849">
                  <c:v>#N/A</c:v>
                </c:pt>
                <c:pt idx="4850">
                  <c:v>#N/A</c:v>
                </c:pt>
                <c:pt idx="4851">
                  <c:v>#N/A</c:v>
                </c:pt>
                <c:pt idx="4852">
                  <c:v>#N/A</c:v>
                </c:pt>
                <c:pt idx="4853">
                  <c:v>#N/A</c:v>
                </c:pt>
                <c:pt idx="4854">
                  <c:v>#N/A</c:v>
                </c:pt>
                <c:pt idx="4855">
                  <c:v>#N/A</c:v>
                </c:pt>
                <c:pt idx="4856">
                  <c:v>#N/A</c:v>
                </c:pt>
                <c:pt idx="4857">
                  <c:v>#N/A</c:v>
                </c:pt>
                <c:pt idx="4858">
                  <c:v>#N/A</c:v>
                </c:pt>
                <c:pt idx="4859">
                  <c:v>#N/A</c:v>
                </c:pt>
                <c:pt idx="4860">
                  <c:v>7208.0260696979476</c:v>
                </c:pt>
                <c:pt idx="4861">
                  <c:v>7208.0260696979476</c:v>
                </c:pt>
                <c:pt idx="4862">
                  <c:v>7208.0260696979476</c:v>
                </c:pt>
                <c:pt idx="4863">
                  <c:v>7208.0260696979476</c:v>
                </c:pt>
                <c:pt idx="4864">
                  <c:v>7208.0260696979476</c:v>
                </c:pt>
                <c:pt idx="4865">
                  <c:v>7208.0260696979476</c:v>
                </c:pt>
                <c:pt idx="4866">
                  <c:v>7208.0260696979476</c:v>
                </c:pt>
                <c:pt idx="4867">
                  <c:v>7208.0260696979476</c:v>
                </c:pt>
                <c:pt idx="4868">
                  <c:v>7208.0260696979476</c:v>
                </c:pt>
                <c:pt idx="4869">
                  <c:v>7221.3119411821244</c:v>
                </c:pt>
                <c:pt idx="4870">
                  <c:v>7221.3119411821244</c:v>
                </c:pt>
                <c:pt idx="4871">
                  <c:v>7221.3119411821244</c:v>
                </c:pt>
                <c:pt idx="4872">
                  <c:v>7221.3119411821244</c:v>
                </c:pt>
                <c:pt idx="4873">
                  <c:v>7221.3119411821244</c:v>
                </c:pt>
                <c:pt idx="4874">
                  <c:v>7362.613408053553</c:v>
                </c:pt>
                <c:pt idx="4875">
                  <c:v>7362.613408053553</c:v>
                </c:pt>
                <c:pt idx="4876">
                  <c:v>7362.613408053553</c:v>
                </c:pt>
                <c:pt idx="4877">
                  <c:v>7362.613408053553</c:v>
                </c:pt>
                <c:pt idx="4878">
                  <c:v>7362.613408053553</c:v>
                </c:pt>
                <c:pt idx="4879">
                  <c:v>7362.613408053553</c:v>
                </c:pt>
                <c:pt idx="4880">
                  <c:v>7362.613408053553</c:v>
                </c:pt>
                <c:pt idx="4881">
                  <c:v>7362.613408053553</c:v>
                </c:pt>
                <c:pt idx="4882">
                  <c:v>7362.613408053553</c:v>
                </c:pt>
                <c:pt idx="4883">
                  <c:v>7362.613408053553</c:v>
                </c:pt>
                <c:pt idx="4884">
                  <c:v>7362.613408053553</c:v>
                </c:pt>
                <c:pt idx="4885">
                  <c:v>7362.613408053553</c:v>
                </c:pt>
                <c:pt idx="4886">
                  <c:v>7362.613408053553</c:v>
                </c:pt>
                <c:pt idx="4887">
                  <c:v>7362.613408053553</c:v>
                </c:pt>
                <c:pt idx="4888">
                  <c:v>7362.613408053553</c:v>
                </c:pt>
                <c:pt idx="4889">
                  <c:v>7362.613408053553</c:v>
                </c:pt>
                <c:pt idx="4890">
                  <c:v>7362.613408053553</c:v>
                </c:pt>
                <c:pt idx="4891">
                  <c:v>7362.613408053553</c:v>
                </c:pt>
                <c:pt idx="4892">
                  <c:v>7362.613408053553</c:v>
                </c:pt>
                <c:pt idx="4893">
                  <c:v>7362.613408053553</c:v>
                </c:pt>
                <c:pt idx="4894">
                  <c:v>7362.613408053553</c:v>
                </c:pt>
                <c:pt idx="4895">
                  <c:v>7362.613408053553</c:v>
                </c:pt>
                <c:pt idx="4896">
                  <c:v>7362.613408053553</c:v>
                </c:pt>
                <c:pt idx="4897">
                  <c:v>7362.613408053553</c:v>
                </c:pt>
                <c:pt idx="4898">
                  <c:v>#N/A</c:v>
                </c:pt>
                <c:pt idx="4899">
                  <c:v>#N/A</c:v>
                </c:pt>
                <c:pt idx="4900">
                  <c:v>#N/A</c:v>
                </c:pt>
                <c:pt idx="4901">
                  <c:v>#N/A</c:v>
                </c:pt>
                <c:pt idx="4902">
                  <c:v>7405.6487760394721</c:v>
                </c:pt>
                <c:pt idx="4903">
                  <c:v>7405.6487760394721</c:v>
                </c:pt>
                <c:pt idx="4904">
                  <c:v>7405.6487760394721</c:v>
                </c:pt>
                <c:pt idx="4905">
                  <c:v>7405.6487760394721</c:v>
                </c:pt>
                <c:pt idx="4906">
                  <c:v>7405.6487760394721</c:v>
                </c:pt>
                <c:pt idx="4907">
                  <c:v>7405.6487760394721</c:v>
                </c:pt>
                <c:pt idx="4908">
                  <c:v>7405.6487760394721</c:v>
                </c:pt>
                <c:pt idx="4909">
                  <c:v>7405.6487760394721</c:v>
                </c:pt>
                <c:pt idx="4910">
                  <c:v>7405.6487760394721</c:v>
                </c:pt>
                <c:pt idx="4911">
                  <c:v>7405.6487760394721</c:v>
                </c:pt>
                <c:pt idx="4912">
                  <c:v>7405.6487760394721</c:v>
                </c:pt>
                <c:pt idx="4913">
                  <c:v>7405.6487760394721</c:v>
                </c:pt>
                <c:pt idx="4914">
                  <c:v>7405.6487760394721</c:v>
                </c:pt>
                <c:pt idx="4915">
                  <c:v>7405.6487760394721</c:v>
                </c:pt>
                <c:pt idx="4916">
                  <c:v>7405.6487760394721</c:v>
                </c:pt>
                <c:pt idx="4917">
                  <c:v>7405.6487760394721</c:v>
                </c:pt>
                <c:pt idx="4918">
                  <c:v>7405.6487760394721</c:v>
                </c:pt>
                <c:pt idx="4919">
                  <c:v>7405.6487760394721</c:v>
                </c:pt>
                <c:pt idx="4920">
                  <c:v>#N/A</c:v>
                </c:pt>
                <c:pt idx="4921">
                  <c:v>7634.5893861425375</c:v>
                </c:pt>
                <c:pt idx="4922">
                  <c:v>7634.5893861425375</c:v>
                </c:pt>
                <c:pt idx="4923">
                  <c:v>7634.5893861425375</c:v>
                </c:pt>
                <c:pt idx="4924">
                  <c:v>7634.5893861425375</c:v>
                </c:pt>
                <c:pt idx="4925">
                  <c:v>7634.5893861425375</c:v>
                </c:pt>
                <c:pt idx="4926">
                  <c:v>7634.5893861425375</c:v>
                </c:pt>
                <c:pt idx="4927">
                  <c:v>7634.5893861425375</c:v>
                </c:pt>
                <c:pt idx="4928">
                  <c:v>7634.5893861425375</c:v>
                </c:pt>
                <c:pt idx="4929">
                  <c:v>7634.5893861425375</c:v>
                </c:pt>
                <c:pt idx="4930">
                  <c:v>7634.5893861425375</c:v>
                </c:pt>
                <c:pt idx="4931">
                  <c:v>7634.5893861425375</c:v>
                </c:pt>
                <c:pt idx="4932">
                  <c:v>7634.5893861425375</c:v>
                </c:pt>
                <c:pt idx="4933">
                  <c:v>7634.5893861425375</c:v>
                </c:pt>
                <c:pt idx="4934">
                  <c:v>7634.5893861425375</c:v>
                </c:pt>
                <c:pt idx="4935">
                  <c:v>7634.5893861425375</c:v>
                </c:pt>
                <c:pt idx="4936">
                  <c:v>7634.5893861425375</c:v>
                </c:pt>
                <c:pt idx="4937">
                  <c:v>7634.5893861425375</c:v>
                </c:pt>
                <c:pt idx="4938">
                  <c:v>7634.5893861425375</c:v>
                </c:pt>
                <c:pt idx="4939">
                  <c:v>7634.5893861425375</c:v>
                </c:pt>
                <c:pt idx="4940">
                  <c:v>7634.5893861425375</c:v>
                </c:pt>
                <c:pt idx="4941">
                  <c:v>7634.5893861425375</c:v>
                </c:pt>
                <c:pt idx="4942">
                  <c:v>7634.5893861425375</c:v>
                </c:pt>
                <c:pt idx="4943">
                  <c:v>7634.5893861425375</c:v>
                </c:pt>
                <c:pt idx="4944">
                  <c:v>7634.5893861425375</c:v>
                </c:pt>
                <c:pt idx="4945">
                  <c:v>7634.5893861425375</c:v>
                </c:pt>
                <c:pt idx="4946">
                  <c:v>7634.5893861425375</c:v>
                </c:pt>
                <c:pt idx="4947">
                  <c:v>7682.5828666522357</c:v>
                </c:pt>
                <c:pt idx="4948">
                  <c:v>7682.5828666522357</c:v>
                </c:pt>
                <c:pt idx="4949">
                  <c:v>7682.5828666522357</c:v>
                </c:pt>
                <c:pt idx="4950">
                  <c:v>7682.5828666522357</c:v>
                </c:pt>
                <c:pt idx="4951">
                  <c:v>7682.5828666522357</c:v>
                </c:pt>
                <c:pt idx="4952">
                  <c:v>7682.5828666522357</c:v>
                </c:pt>
                <c:pt idx="4953">
                  <c:v>7682.5828666522357</c:v>
                </c:pt>
                <c:pt idx="4954">
                  <c:v>7682.5828666522357</c:v>
                </c:pt>
                <c:pt idx="4955">
                  <c:v>7682.5828666522357</c:v>
                </c:pt>
                <c:pt idx="4956">
                  <c:v>7682.5828666522357</c:v>
                </c:pt>
                <c:pt idx="4957">
                  <c:v>7682.5828666522357</c:v>
                </c:pt>
                <c:pt idx="4958">
                  <c:v>8005.7830371515547</c:v>
                </c:pt>
                <c:pt idx="4959">
                  <c:v>8005.7830371515547</c:v>
                </c:pt>
                <c:pt idx="4960">
                  <c:v>8005.7830371515547</c:v>
                </c:pt>
                <c:pt idx="4961">
                  <c:v>8005.7830371515547</c:v>
                </c:pt>
                <c:pt idx="4962">
                  <c:v>8005.7830371515547</c:v>
                </c:pt>
                <c:pt idx="4963">
                  <c:v>8005.7830371515547</c:v>
                </c:pt>
                <c:pt idx="4964">
                  <c:v>8005.7830371515547</c:v>
                </c:pt>
                <c:pt idx="4965">
                  <c:v>8005.7830371515547</c:v>
                </c:pt>
                <c:pt idx="4966">
                  <c:v>8005.7830371515547</c:v>
                </c:pt>
                <c:pt idx="4967">
                  <c:v>8005.7830371515547</c:v>
                </c:pt>
                <c:pt idx="4968">
                  <c:v>8005.7830371515547</c:v>
                </c:pt>
                <c:pt idx="4969">
                  <c:v>8005.7830371515547</c:v>
                </c:pt>
                <c:pt idx="4970">
                  <c:v>8315.932733226311</c:v>
                </c:pt>
                <c:pt idx="4971">
                  <c:v>8315.932733226311</c:v>
                </c:pt>
                <c:pt idx="4972">
                  <c:v>8315.932733226311</c:v>
                </c:pt>
                <c:pt idx="4973">
                  <c:v>8315.932733226311</c:v>
                </c:pt>
                <c:pt idx="4974">
                  <c:v>8315.932733226311</c:v>
                </c:pt>
                <c:pt idx="4975">
                  <c:v>8315.932733226311</c:v>
                </c:pt>
                <c:pt idx="4976">
                  <c:v>8315.932733226311</c:v>
                </c:pt>
                <c:pt idx="4977">
                  <c:v>8315.932733226311</c:v>
                </c:pt>
                <c:pt idx="4978">
                  <c:v>8315.932733226311</c:v>
                </c:pt>
                <c:pt idx="4979">
                  <c:v>8315.932733226311</c:v>
                </c:pt>
                <c:pt idx="4980">
                  <c:v>8315.932733226311</c:v>
                </c:pt>
                <c:pt idx="4981">
                  <c:v>8315.932733226311</c:v>
                </c:pt>
                <c:pt idx="4982">
                  <c:v>8315.932733226311</c:v>
                </c:pt>
                <c:pt idx="4983">
                  <c:v>8315.932733226311</c:v>
                </c:pt>
                <c:pt idx="4984">
                  <c:v>8315.932733226311</c:v>
                </c:pt>
                <c:pt idx="4985">
                  <c:v>#N/A</c:v>
                </c:pt>
                <c:pt idx="4986">
                  <c:v>#N/A</c:v>
                </c:pt>
                <c:pt idx="4987">
                  <c:v>#N/A</c:v>
                </c:pt>
                <c:pt idx="4988">
                  <c:v>#N/A</c:v>
                </c:pt>
                <c:pt idx="4989">
                  <c:v>9281.6142066291668</c:v>
                </c:pt>
                <c:pt idx="4990">
                  <c:v>9281.6142066291668</c:v>
                </c:pt>
                <c:pt idx="4991">
                  <c:v>9281.6142066291668</c:v>
                </c:pt>
                <c:pt idx="4992">
                  <c:v>9281.6142066291668</c:v>
                </c:pt>
                <c:pt idx="4993">
                  <c:v>9281.6142066291668</c:v>
                </c:pt>
                <c:pt idx="4994">
                  <c:v>9281.6142066291668</c:v>
                </c:pt>
                <c:pt idx="4995">
                  <c:v>9281.6142066291668</c:v>
                </c:pt>
                <c:pt idx="4996">
                  <c:v>9281.6142066291668</c:v>
                </c:pt>
                <c:pt idx="4997">
                  <c:v>9281.6142066291668</c:v>
                </c:pt>
                <c:pt idx="4998">
                  <c:v>#N/A</c:v>
                </c:pt>
                <c:pt idx="4999">
                  <c:v>#N/A</c:v>
                </c:pt>
              </c:numCache>
            </c:numRef>
          </c:val>
        </c:ser>
        <c:ser>
          <c:idx val="1"/>
          <c:order val="2"/>
          <c:tx>
            <c:strRef>
              <c:f>Chart_1!$Q$11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C9DEFB"/>
            </a:solidFill>
            <a:ln>
              <a:noFill/>
            </a:ln>
          </c:spPr>
          <c:cat>
            <c:numRef>
              <c:f>Chart_1!$N$12:$N$5011</c:f>
              <c:numCache>
                <c:formatCode>0.00</c:formatCode>
                <c:ptCount val="5000"/>
                <c:pt idx="0" formatCode="0">
                  <c:v>0</c:v>
                </c:pt>
                <c:pt idx="1">
                  <c:v>7</c:v>
                </c:pt>
                <c:pt idx="2">
                  <c:v>10</c:v>
                </c:pt>
                <c:pt idx="3">
                  <c:v>13</c:v>
                </c:pt>
                <c:pt idx="4">
                  <c:v>17</c:v>
                </c:pt>
                <c:pt idx="5">
                  <c:v>20</c:v>
                </c:pt>
                <c:pt idx="6">
                  <c:v>23</c:v>
                </c:pt>
                <c:pt idx="7">
                  <c:v>27</c:v>
                </c:pt>
                <c:pt idx="8">
                  <c:v>30</c:v>
                </c:pt>
                <c:pt idx="9">
                  <c:v>33</c:v>
                </c:pt>
                <c:pt idx="10">
                  <c:v>37</c:v>
                </c:pt>
                <c:pt idx="11">
                  <c:v>40</c:v>
                </c:pt>
                <c:pt idx="12">
                  <c:v>43</c:v>
                </c:pt>
                <c:pt idx="13">
                  <c:v>47</c:v>
                </c:pt>
                <c:pt idx="14">
                  <c:v>50</c:v>
                </c:pt>
                <c:pt idx="15">
                  <c:v>53</c:v>
                </c:pt>
                <c:pt idx="16">
                  <c:v>57</c:v>
                </c:pt>
                <c:pt idx="17">
                  <c:v>60</c:v>
                </c:pt>
                <c:pt idx="18">
                  <c:v>63</c:v>
                </c:pt>
                <c:pt idx="19">
                  <c:v>67</c:v>
                </c:pt>
                <c:pt idx="20">
                  <c:v>70</c:v>
                </c:pt>
                <c:pt idx="21">
                  <c:v>73</c:v>
                </c:pt>
                <c:pt idx="22">
                  <c:v>77</c:v>
                </c:pt>
                <c:pt idx="23">
                  <c:v>80</c:v>
                </c:pt>
                <c:pt idx="24">
                  <c:v>83</c:v>
                </c:pt>
                <c:pt idx="25">
                  <c:v>87</c:v>
                </c:pt>
                <c:pt idx="26">
                  <c:v>90</c:v>
                </c:pt>
                <c:pt idx="27">
                  <c:v>93</c:v>
                </c:pt>
                <c:pt idx="28">
                  <c:v>96</c:v>
                </c:pt>
                <c:pt idx="29">
                  <c:v>100</c:v>
                </c:pt>
                <c:pt idx="30">
                  <c:v>103</c:v>
                </c:pt>
                <c:pt idx="31">
                  <c:v>106</c:v>
                </c:pt>
                <c:pt idx="32">
                  <c:v>110</c:v>
                </c:pt>
                <c:pt idx="33">
                  <c:v>113</c:v>
                </c:pt>
                <c:pt idx="34">
                  <c:v>116</c:v>
                </c:pt>
                <c:pt idx="35">
                  <c:v>120</c:v>
                </c:pt>
                <c:pt idx="36">
                  <c:v>123</c:v>
                </c:pt>
                <c:pt idx="37">
                  <c:v>126</c:v>
                </c:pt>
                <c:pt idx="38">
                  <c:v>130</c:v>
                </c:pt>
                <c:pt idx="39">
                  <c:v>133</c:v>
                </c:pt>
                <c:pt idx="40">
                  <c:v>136</c:v>
                </c:pt>
                <c:pt idx="41">
                  <c:v>140</c:v>
                </c:pt>
                <c:pt idx="42">
                  <c:v>143</c:v>
                </c:pt>
                <c:pt idx="43">
                  <c:v>146</c:v>
                </c:pt>
                <c:pt idx="44">
                  <c:v>150</c:v>
                </c:pt>
                <c:pt idx="45">
                  <c:v>153</c:v>
                </c:pt>
                <c:pt idx="46">
                  <c:v>156</c:v>
                </c:pt>
                <c:pt idx="47">
                  <c:v>160</c:v>
                </c:pt>
                <c:pt idx="48">
                  <c:v>163</c:v>
                </c:pt>
                <c:pt idx="49">
                  <c:v>166</c:v>
                </c:pt>
                <c:pt idx="50">
                  <c:v>170</c:v>
                </c:pt>
                <c:pt idx="51">
                  <c:v>173</c:v>
                </c:pt>
                <c:pt idx="52">
                  <c:v>176</c:v>
                </c:pt>
                <c:pt idx="53">
                  <c:v>180</c:v>
                </c:pt>
                <c:pt idx="54">
                  <c:v>183</c:v>
                </c:pt>
                <c:pt idx="55">
                  <c:v>186</c:v>
                </c:pt>
                <c:pt idx="56">
                  <c:v>190</c:v>
                </c:pt>
                <c:pt idx="57">
                  <c:v>193</c:v>
                </c:pt>
                <c:pt idx="58">
                  <c:v>196</c:v>
                </c:pt>
                <c:pt idx="59">
                  <c:v>200</c:v>
                </c:pt>
                <c:pt idx="60">
                  <c:v>203</c:v>
                </c:pt>
                <c:pt idx="61">
                  <c:v>206</c:v>
                </c:pt>
                <c:pt idx="62">
                  <c:v>210</c:v>
                </c:pt>
                <c:pt idx="63">
                  <c:v>213</c:v>
                </c:pt>
                <c:pt idx="64">
                  <c:v>216</c:v>
                </c:pt>
                <c:pt idx="65">
                  <c:v>220</c:v>
                </c:pt>
                <c:pt idx="66">
                  <c:v>223</c:v>
                </c:pt>
                <c:pt idx="67">
                  <c:v>226</c:v>
                </c:pt>
                <c:pt idx="68">
                  <c:v>230</c:v>
                </c:pt>
                <c:pt idx="69">
                  <c:v>233</c:v>
                </c:pt>
                <c:pt idx="70">
                  <c:v>236</c:v>
                </c:pt>
                <c:pt idx="71">
                  <c:v>240</c:v>
                </c:pt>
                <c:pt idx="72">
                  <c:v>243</c:v>
                </c:pt>
                <c:pt idx="73">
                  <c:v>246</c:v>
                </c:pt>
                <c:pt idx="74">
                  <c:v>250</c:v>
                </c:pt>
                <c:pt idx="75">
                  <c:v>253</c:v>
                </c:pt>
                <c:pt idx="76">
                  <c:v>256</c:v>
                </c:pt>
                <c:pt idx="77">
                  <c:v>260</c:v>
                </c:pt>
                <c:pt idx="78">
                  <c:v>263</c:v>
                </c:pt>
                <c:pt idx="79">
                  <c:v>266</c:v>
                </c:pt>
                <c:pt idx="80">
                  <c:v>270</c:v>
                </c:pt>
                <c:pt idx="81">
                  <c:v>273</c:v>
                </c:pt>
                <c:pt idx="82">
                  <c:v>276</c:v>
                </c:pt>
                <c:pt idx="83">
                  <c:v>279</c:v>
                </c:pt>
                <c:pt idx="84">
                  <c:v>283</c:v>
                </c:pt>
                <c:pt idx="85">
                  <c:v>286</c:v>
                </c:pt>
                <c:pt idx="86">
                  <c:v>289</c:v>
                </c:pt>
                <c:pt idx="87">
                  <c:v>293</c:v>
                </c:pt>
                <c:pt idx="88">
                  <c:v>296</c:v>
                </c:pt>
                <c:pt idx="89">
                  <c:v>299</c:v>
                </c:pt>
                <c:pt idx="90">
                  <c:v>303</c:v>
                </c:pt>
                <c:pt idx="91">
                  <c:v>306</c:v>
                </c:pt>
                <c:pt idx="92">
                  <c:v>309</c:v>
                </c:pt>
                <c:pt idx="93">
                  <c:v>313</c:v>
                </c:pt>
                <c:pt idx="94">
                  <c:v>316</c:v>
                </c:pt>
                <c:pt idx="95">
                  <c:v>319</c:v>
                </c:pt>
                <c:pt idx="96">
                  <c:v>323</c:v>
                </c:pt>
                <c:pt idx="97">
                  <c:v>326</c:v>
                </c:pt>
                <c:pt idx="98">
                  <c:v>329</c:v>
                </c:pt>
                <c:pt idx="99">
                  <c:v>333</c:v>
                </c:pt>
                <c:pt idx="100">
                  <c:v>336</c:v>
                </c:pt>
                <c:pt idx="101">
                  <c:v>339</c:v>
                </c:pt>
                <c:pt idx="102">
                  <c:v>343</c:v>
                </c:pt>
                <c:pt idx="103">
                  <c:v>346</c:v>
                </c:pt>
                <c:pt idx="104">
                  <c:v>349</c:v>
                </c:pt>
                <c:pt idx="105">
                  <c:v>353</c:v>
                </c:pt>
                <c:pt idx="106">
                  <c:v>356</c:v>
                </c:pt>
                <c:pt idx="107">
                  <c:v>359</c:v>
                </c:pt>
                <c:pt idx="108">
                  <c:v>363</c:v>
                </c:pt>
                <c:pt idx="109">
                  <c:v>366</c:v>
                </c:pt>
                <c:pt idx="110">
                  <c:v>369</c:v>
                </c:pt>
                <c:pt idx="111">
                  <c:v>373</c:v>
                </c:pt>
                <c:pt idx="112">
                  <c:v>376</c:v>
                </c:pt>
                <c:pt idx="113">
                  <c:v>379</c:v>
                </c:pt>
                <c:pt idx="114">
                  <c:v>383</c:v>
                </c:pt>
                <c:pt idx="115">
                  <c:v>386</c:v>
                </c:pt>
                <c:pt idx="116">
                  <c:v>389</c:v>
                </c:pt>
                <c:pt idx="117">
                  <c:v>393</c:v>
                </c:pt>
                <c:pt idx="118">
                  <c:v>396</c:v>
                </c:pt>
                <c:pt idx="119">
                  <c:v>399</c:v>
                </c:pt>
                <c:pt idx="120">
                  <c:v>403</c:v>
                </c:pt>
                <c:pt idx="121">
                  <c:v>406</c:v>
                </c:pt>
                <c:pt idx="122">
                  <c:v>409</c:v>
                </c:pt>
                <c:pt idx="123">
                  <c:v>413</c:v>
                </c:pt>
                <c:pt idx="124">
                  <c:v>416</c:v>
                </c:pt>
                <c:pt idx="125">
                  <c:v>419</c:v>
                </c:pt>
                <c:pt idx="126">
                  <c:v>423</c:v>
                </c:pt>
                <c:pt idx="127">
                  <c:v>426</c:v>
                </c:pt>
                <c:pt idx="128">
                  <c:v>429</c:v>
                </c:pt>
                <c:pt idx="129">
                  <c:v>433</c:v>
                </c:pt>
                <c:pt idx="130">
                  <c:v>436</c:v>
                </c:pt>
                <c:pt idx="131">
                  <c:v>439</c:v>
                </c:pt>
                <c:pt idx="132">
                  <c:v>443</c:v>
                </c:pt>
                <c:pt idx="133">
                  <c:v>446</c:v>
                </c:pt>
                <c:pt idx="134">
                  <c:v>449</c:v>
                </c:pt>
                <c:pt idx="135">
                  <c:v>453</c:v>
                </c:pt>
                <c:pt idx="136">
                  <c:v>456</c:v>
                </c:pt>
                <c:pt idx="137">
                  <c:v>459</c:v>
                </c:pt>
                <c:pt idx="138">
                  <c:v>462</c:v>
                </c:pt>
                <c:pt idx="139">
                  <c:v>466</c:v>
                </c:pt>
                <c:pt idx="140">
                  <c:v>469</c:v>
                </c:pt>
                <c:pt idx="141">
                  <c:v>472</c:v>
                </c:pt>
                <c:pt idx="142">
                  <c:v>476</c:v>
                </c:pt>
                <c:pt idx="143">
                  <c:v>479</c:v>
                </c:pt>
                <c:pt idx="144">
                  <c:v>482</c:v>
                </c:pt>
                <c:pt idx="145">
                  <c:v>486</c:v>
                </c:pt>
                <c:pt idx="146">
                  <c:v>489</c:v>
                </c:pt>
                <c:pt idx="147">
                  <c:v>492</c:v>
                </c:pt>
                <c:pt idx="148">
                  <c:v>496</c:v>
                </c:pt>
                <c:pt idx="149">
                  <c:v>499</c:v>
                </c:pt>
                <c:pt idx="150">
                  <c:v>502</c:v>
                </c:pt>
                <c:pt idx="151">
                  <c:v>506</c:v>
                </c:pt>
                <c:pt idx="152">
                  <c:v>509</c:v>
                </c:pt>
                <c:pt idx="153">
                  <c:v>512</c:v>
                </c:pt>
                <c:pt idx="154">
                  <c:v>516</c:v>
                </c:pt>
                <c:pt idx="155">
                  <c:v>519</c:v>
                </c:pt>
                <c:pt idx="156">
                  <c:v>522</c:v>
                </c:pt>
                <c:pt idx="157">
                  <c:v>526</c:v>
                </c:pt>
                <c:pt idx="158">
                  <c:v>529</c:v>
                </c:pt>
                <c:pt idx="159">
                  <c:v>532</c:v>
                </c:pt>
                <c:pt idx="160">
                  <c:v>536</c:v>
                </c:pt>
                <c:pt idx="161">
                  <c:v>539</c:v>
                </c:pt>
                <c:pt idx="162">
                  <c:v>542</c:v>
                </c:pt>
                <c:pt idx="163">
                  <c:v>546</c:v>
                </c:pt>
                <c:pt idx="164">
                  <c:v>549</c:v>
                </c:pt>
                <c:pt idx="165">
                  <c:v>552</c:v>
                </c:pt>
                <c:pt idx="166">
                  <c:v>556</c:v>
                </c:pt>
                <c:pt idx="167">
                  <c:v>559</c:v>
                </c:pt>
                <c:pt idx="168">
                  <c:v>562</c:v>
                </c:pt>
                <c:pt idx="169">
                  <c:v>566</c:v>
                </c:pt>
                <c:pt idx="170">
                  <c:v>569</c:v>
                </c:pt>
                <c:pt idx="171">
                  <c:v>572</c:v>
                </c:pt>
                <c:pt idx="172">
                  <c:v>576</c:v>
                </c:pt>
                <c:pt idx="173">
                  <c:v>579</c:v>
                </c:pt>
                <c:pt idx="174">
                  <c:v>582</c:v>
                </c:pt>
                <c:pt idx="175">
                  <c:v>586</c:v>
                </c:pt>
                <c:pt idx="176">
                  <c:v>589</c:v>
                </c:pt>
                <c:pt idx="177">
                  <c:v>592</c:v>
                </c:pt>
                <c:pt idx="178">
                  <c:v>596</c:v>
                </c:pt>
                <c:pt idx="179">
                  <c:v>599</c:v>
                </c:pt>
                <c:pt idx="180">
                  <c:v>602</c:v>
                </c:pt>
                <c:pt idx="181">
                  <c:v>606</c:v>
                </c:pt>
                <c:pt idx="182">
                  <c:v>609</c:v>
                </c:pt>
                <c:pt idx="183">
                  <c:v>612</c:v>
                </c:pt>
                <c:pt idx="184">
                  <c:v>616</c:v>
                </c:pt>
                <c:pt idx="185">
                  <c:v>619</c:v>
                </c:pt>
                <c:pt idx="186">
                  <c:v>622</c:v>
                </c:pt>
                <c:pt idx="187">
                  <c:v>626</c:v>
                </c:pt>
                <c:pt idx="188">
                  <c:v>629</c:v>
                </c:pt>
                <c:pt idx="189">
                  <c:v>632</c:v>
                </c:pt>
                <c:pt idx="190">
                  <c:v>636</c:v>
                </c:pt>
                <c:pt idx="191">
                  <c:v>639</c:v>
                </c:pt>
                <c:pt idx="192">
                  <c:v>642</c:v>
                </c:pt>
                <c:pt idx="193">
                  <c:v>645</c:v>
                </c:pt>
                <c:pt idx="194">
                  <c:v>649</c:v>
                </c:pt>
                <c:pt idx="195">
                  <c:v>652</c:v>
                </c:pt>
                <c:pt idx="196">
                  <c:v>655</c:v>
                </c:pt>
                <c:pt idx="197">
                  <c:v>659</c:v>
                </c:pt>
                <c:pt idx="198">
                  <c:v>662</c:v>
                </c:pt>
                <c:pt idx="199">
                  <c:v>665</c:v>
                </c:pt>
                <c:pt idx="200">
                  <c:v>669</c:v>
                </c:pt>
                <c:pt idx="201">
                  <c:v>672</c:v>
                </c:pt>
                <c:pt idx="202">
                  <c:v>675</c:v>
                </c:pt>
                <c:pt idx="203">
                  <c:v>679</c:v>
                </c:pt>
                <c:pt idx="204">
                  <c:v>682</c:v>
                </c:pt>
                <c:pt idx="205">
                  <c:v>685</c:v>
                </c:pt>
                <c:pt idx="206">
                  <c:v>689</c:v>
                </c:pt>
                <c:pt idx="207">
                  <c:v>692</c:v>
                </c:pt>
                <c:pt idx="208">
                  <c:v>695</c:v>
                </c:pt>
                <c:pt idx="209">
                  <c:v>699</c:v>
                </c:pt>
                <c:pt idx="210">
                  <c:v>702</c:v>
                </c:pt>
                <c:pt idx="211">
                  <c:v>705</c:v>
                </c:pt>
                <c:pt idx="212">
                  <c:v>709</c:v>
                </c:pt>
                <c:pt idx="213">
                  <c:v>712</c:v>
                </c:pt>
                <c:pt idx="214">
                  <c:v>715</c:v>
                </c:pt>
                <c:pt idx="215">
                  <c:v>719</c:v>
                </c:pt>
                <c:pt idx="216">
                  <c:v>722</c:v>
                </c:pt>
                <c:pt idx="217">
                  <c:v>725</c:v>
                </c:pt>
                <c:pt idx="218">
                  <c:v>729</c:v>
                </c:pt>
                <c:pt idx="219">
                  <c:v>732</c:v>
                </c:pt>
                <c:pt idx="220">
                  <c:v>735</c:v>
                </c:pt>
                <c:pt idx="221">
                  <c:v>739</c:v>
                </c:pt>
                <c:pt idx="222">
                  <c:v>742</c:v>
                </c:pt>
                <c:pt idx="223">
                  <c:v>745</c:v>
                </c:pt>
                <c:pt idx="224">
                  <c:v>749</c:v>
                </c:pt>
                <c:pt idx="225">
                  <c:v>752</c:v>
                </c:pt>
                <c:pt idx="226">
                  <c:v>755</c:v>
                </c:pt>
                <c:pt idx="227">
                  <c:v>759</c:v>
                </c:pt>
                <c:pt idx="228">
                  <c:v>762</c:v>
                </c:pt>
                <c:pt idx="229">
                  <c:v>765</c:v>
                </c:pt>
                <c:pt idx="230">
                  <c:v>769</c:v>
                </c:pt>
                <c:pt idx="231">
                  <c:v>772</c:v>
                </c:pt>
                <c:pt idx="232">
                  <c:v>775</c:v>
                </c:pt>
                <c:pt idx="233">
                  <c:v>779</c:v>
                </c:pt>
                <c:pt idx="234">
                  <c:v>782</c:v>
                </c:pt>
                <c:pt idx="235">
                  <c:v>785</c:v>
                </c:pt>
                <c:pt idx="236">
                  <c:v>789</c:v>
                </c:pt>
                <c:pt idx="237">
                  <c:v>792</c:v>
                </c:pt>
                <c:pt idx="238">
                  <c:v>795</c:v>
                </c:pt>
                <c:pt idx="239">
                  <c:v>799</c:v>
                </c:pt>
                <c:pt idx="240">
                  <c:v>802</c:v>
                </c:pt>
                <c:pt idx="241">
                  <c:v>805</c:v>
                </c:pt>
                <c:pt idx="242">
                  <c:v>809</c:v>
                </c:pt>
                <c:pt idx="243">
                  <c:v>812</c:v>
                </c:pt>
                <c:pt idx="244">
                  <c:v>815</c:v>
                </c:pt>
                <c:pt idx="245">
                  <c:v>819</c:v>
                </c:pt>
                <c:pt idx="246">
                  <c:v>822</c:v>
                </c:pt>
                <c:pt idx="247">
                  <c:v>825</c:v>
                </c:pt>
                <c:pt idx="248">
                  <c:v>828</c:v>
                </c:pt>
                <c:pt idx="249">
                  <c:v>832</c:v>
                </c:pt>
                <c:pt idx="250">
                  <c:v>835</c:v>
                </c:pt>
                <c:pt idx="251">
                  <c:v>838</c:v>
                </c:pt>
                <c:pt idx="252">
                  <c:v>842</c:v>
                </c:pt>
                <c:pt idx="253">
                  <c:v>845</c:v>
                </c:pt>
                <c:pt idx="254">
                  <c:v>848</c:v>
                </c:pt>
                <c:pt idx="255">
                  <c:v>852</c:v>
                </c:pt>
                <c:pt idx="256">
                  <c:v>855</c:v>
                </c:pt>
                <c:pt idx="257">
                  <c:v>858</c:v>
                </c:pt>
                <c:pt idx="258">
                  <c:v>862</c:v>
                </c:pt>
                <c:pt idx="259">
                  <c:v>865</c:v>
                </c:pt>
                <c:pt idx="260">
                  <c:v>868</c:v>
                </c:pt>
                <c:pt idx="261">
                  <c:v>872</c:v>
                </c:pt>
                <c:pt idx="262">
                  <c:v>875</c:v>
                </c:pt>
                <c:pt idx="263">
                  <c:v>878</c:v>
                </c:pt>
                <c:pt idx="264">
                  <c:v>882</c:v>
                </c:pt>
                <c:pt idx="265">
                  <c:v>885</c:v>
                </c:pt>
                <c:pt idx="266">
                  <c:v>888</c:v>
                </c:pt>
                <c:pt idx="267">
                  <c:v>892</c:v>
                </c:pt>
                <c:pt idx="268">
                  <c:v>895</c:v>
                </c:pt>
                <c:pt idx="269">
                  <c:v>898</c:v>
                </c:pt>
                <c:pt idx="270">
                  <c:v>902</c:v>
                </c:pt>
                <c:pt idx="271">
                  <c:v>905</c:v>
                </c:pt>
                <c:pt idx="272">
                  <c:v>908</c:v>
                </c:pt>
                <c:pt idx="273">
                  <c:v>912</c:v>
                </c:pt>
                <c:pt idx="274">
                  <c:v>915</c:v>
                </c:pt>
                <c:pt idx="275">
                  <c:v>918</c:v>
                </c:pt>
                <c:pt idx="276">
                  <c:v>922</c:v>
                </c:pt>
                <c:pt idx="277">
                  <c:v>925</c:v>
                </c:pt>
                <c:pt idx="278">
                  <c:v>928</c:v>
                </c:pt>
                <c:pt idx="279">
                  <c:v>932</c:v>
                </c:pt>
                <c:pt idx="280">
                  <c:v>935</c:v>
                </c:pt>
                <c:pt idx="281">
                  <c:v>938</c:v>
                </c:pt>
                <c:pt idx="282">
                  <c:v>942</c:v>
                </c:pt>
                <c:pt idx="283">
                  <c:v>945</c:v>
                </c:pt>
                <c:pt idx="284">
                  <c:v>948</c:v>
                </c:pt>
                <c:pt idx="285">
                  <c:v>952</c:v>
                </c:pt>
                <c:pt idx="286">
                  <c:v>955</c:v>
                </c:pt>
                <c:pt idx="287">
                  <c:v>958</c:v>
                </c:pt>
                <c:pt idx="288">
                  <c:v>962</c:v>
                </c:pt>
                <c:pt idx="289">
                  <c:v>965</c:v>
                </c:pt>
                <c:pt idx="290">
                  <c:v>968</c:v>
                </c:pt>
                <c:pt idx="291">
                  <c:v>972</c:v>
                </c:pt>
                <c:pt idx="292">
                  <c:v>975</c:v>
                </c:pt>
                <c:pt idx="293">
                  <c:v>978</c:v>
                </c:pt>
                <c:pt idx="294">
                  <c:v>982</c:v>
                </c:pt>
                <c:pt idx="295">
                  <c:v>985</c:v>
                </c:pt>
                <c:pt idx="296">
                  <c:v>988</c:v>
                </c:pt>
                <c:pt idx="297">
                  <c:v>992</c:v>
                </c:pt>
                <c:pt idx="298">
                  <c:v>995</c:v>
                </c:pt>
                <c:pt idx="299">
                  <c:v>998</c:v>
                </c:pt>
                <c:pt idx="300">
                  <c:v>1002</c:v>
                </c:pt>
                <c:pt idx="301">
                  <c:v>1005</c:v>
                </c:pt>
                <c:pt idx="302">
                  <c:v>1008</c:v>
                </c:pt>
                <c:pt idx="303">
                  <c:v>1011</c:v>
                </c:pt>
                <c:pt idx="304">
                  <c:v>1015</c:v>
                </c:pt>
                <c:pt idx="305">
                  <c:v>1018</c:v>
                </c:pt>
                <c:pt idx="306">
                  <c:v>1021</c:v>
                </c:pt>
                <c:pt idx="307">
                  <c:v>1025</c:v>
                </c:pt>
                <c:pt idx="308">
                  <c:v>1028</c:v>
                </c:pt>
                <c:pt idx="309">
                  <c:v>1031</c:v>
                </c:pt>
                <c:pt idx="310">
                  <c:v>1035</c:v>
                </c:pt>
                <c:pt idx="311">
                  <c:v>1038</c:v>
                </c:pt>
                <c:pt idx="312">
                  <c:v>1041</c:v>
                </c:pt>
                <c:pt idx="313">
                  <c:v>1045</c:v>
                </c:pt>
                <c:pt idx="314">
                  <c:v>1048</c:v>
                </c:pt>
                <c:pt idx="315">
                  <c:v>1051</c:v>
                </c:pt>
                <c:pt idx="316">
                  <c:v>1055</c:v>
                </c:pt>
                <c:pt idx="317">
                  <c:v>1058</c:v>
                </c:pt>
                <c:pt idx="318">
                  <c:v>1061</c:v>
                </c:pt>
                <c:pt idx="319">
                  <c:v>1065</c:v>
                </c:pt>
                <c:pt idx="320">
                  <c:v>1068</c:v>
                </c:pt>
                <c:pt idx="321">
                  <c:v>1071</c:v>
                </c:pt>
                <c:pt idx="322">
                  <c:v>1075</c:v>
                </c:pt>
                <c:pt idx="323">
                  <c:v>1078</c:v>
                </c:pt>
                <c:pt idx="324">
                  <c:v>1081</c:v>
                </c:pt>
                <c:pt idx="325">
                  <c:v>1085</c:v>
                </c:pt>
                <c:pt idx="326">
                  <c:v>1088</c:v>
                </c:pt>
                <c:pt idx="327">
                  <c:v>1091</c:v>
                </c:pt>
                <c:pt idx="328">
                  <c:v>1095</c:v>
                </c:pt>
                <c:pt idx="329">
                  <c:v>1098</c:v>
                </c:pt>
                <c:pt idx="330">
                  <c:v>1101</c:v>
                </c:pt>
                <c:pt idx="331">
                  <c:v>1105</c:v>
                </c:pt>
                <c:pt idx="332">
                  <c:v>1108</c:v>
                </c:pt>
                <c:pt idx="333">
                  <c:v>1111</c:v>
                </c:pt>
                <c:pt idx="334">
                  <c:v>1115</c:v>
                </c:pt>
                <c:pt idx="335">
                  <c:v>1118</c:v>
                </c:pt>
                <c:pt idx="336">
                  <c:v>1121</c:v>
                </c:pt>
                <c:pt idx="337">
                  <c:v>1125</c:v>
                </c:pt>
                <c:pt idx="338">
                  <c:v>1128</c:v>
                </c:pt>
                <c:pt idx="339">
                  <c:v>1131</c:v>
                </c:pt>
                <c:pt idx="340">
                  <c:v>1135</c:v>
                </c:pt>
                <c:pt idx="341">
                  <c:v>1138</c:v>
                </c:pt>
                <c:pt idx="342">
                  <c:v>1141</c:v>
                </c:pt>
                <c:pt idx="343">
                  <c:v>1145</c:v>
                </c:pt>
                <c:pt idx="344">
                  <c:v>1148</c:v>
                </c:pt>
                <c:pt idx="345">
                  <c:v>1151</c:v>
                </c:pt>
                <c:pt idx="346">
                  <c:v>1155</c:v>
                </c:pt>
                <c:pt idx="347">
                  <c:v>1158</c:v>
                </c:pt>
                <c:pt idx="348">
                  <c:v>1161</c:v>
                </c:pt>
                <c:pt idx="349">
                  <c:v>1165</c:v>
                </c:pt>
                <c:pt idx="350">
                  <c:v>1168</c:v>
                </c:pt>
                <c:pt idx="351">
                  <c:v>1171</c:v>
                </c:pt>
                <c:pt idx="352">
                  <c:v>1175</c:v>
                </c:pt>
                <c:pt idx="353">
                  <c:v>1178</c:v>
                </c:pt>
                <c:pt idx="354">
                  <c:v>1181</c:v>
                </c:pt>
                <c:pt idx="355">
                  <c:v>1185</c:v>
                </c:pt>
                <c:pt idx="356">
                  <c:v>1188</c:v>
                </c:pt>
                <c:pt idx="357">
                  <c:v>1191</c:v>
                </c:pt>
                <c:pt idx="358">
                  <c:v>1194</c:v>
                </c:pt>
                <c:pt idx="359">
                  <c:v>1198</c:v>
                </c:pt>
                <c:pt idx="360">
                  <c:v>1201</c:v>
                </c:pt>
                <c:pt idx="361">
                  <c:v>1204</c:v>
                </c:pt>
                <c:pt idx="362">
                  <c:v>1208</c:v>
                </c:pt>
                <c:pt idx="363">
                  <c:v>1211</c:v>
                </c:pt>
                <c:pt idx="364">
                  <c:v>1214</c:v>
                </c:pt>
                <c:pt idx="365">
                  <c:v>1218</c:v>
                </c:pt>
                <c:pt idx="366">
                  <c:v>1221</c:v>
                </c:pt>
                <c:pt idx="367">
                  <c:v>1224</c:v>
                </c:pt>
                <c:pt idx="368">
                  <c:v>1228</c:v>
                </c:pt>
                <c:pt idx="369">
                  <c:v>1231</c:v>
                </c:pt>
                <c:pt idx="370">
                  <c:v>1234</c:v>
                </c:pt>
                <c:pt idx="371">
                  <c:v>1238</c:v>
                </c:pt>
                <c:pt idx="372">
                  <c:v>1241</c:v>
                </c:pt>
                <c:pt idx="373">
                  <c:v>1244</c:v>
                </c:pt>
                <c:pt idx="374">
                  <c:v>1248</c:v>
                </c:pt>
                <c:pt idx="375">
                  <c:v>1251</c:v>
                </c:pt>
                <c:pt idx="376">
                  <c:v>1254</c:v>
                </c:pt>
                <c:pt idx="377">
                  <c:v>1258</c:v>
                </c:pt>
                <c:pt idx="378">
                  <c:v>1261</c:v>
                </c:pt>
                <c:pt idx="379">
                  <c:v>1264</c:v>
                </c:pt>
                <c:pt idx="380">
                  <c:v>1268</c:v>
                </c:pt>
                <c:pt idx="381">
                  <c:v>1271</c:v>
                </c:pt>
                <c:pt idx="382">
                  <c:v>1274</c:v>
                </c:pt>
                <c:pt idx="383">
                  <c:v>1278</c:v>
                </c:pt>
                <c:pt idx="384">
                  <c:v>1281</c:v>
                </c:pt>
                <c:pt idx="385">
                  <c:v>1284</c:v>
                </c:pt>
                <c:pt idx="386">
                  <c:v>1288</c:v>
                </c:pt>
                <c:pt idx="387">
                  <c:v>1291</c:v>
                </c:pt>
                <c:pt idx="388">
                  <c:v>1294</c:v>
                </c:pt>
                <c:pt idx="389">
                  <c:v>1298</c:v>
                </c:pt>
                <c:pt idx="390">
                  <c:v>1301</c:v>
                </c:pt>
                <c:pt idx="391">
                  <c:v>1304</c:v>
                </c:pt>
                <c:pt idx="392">
                  <c:v>1308</c:v>
                </c:pt>
                <c:pt idx="393">
                  <c:v>1311</c:v>
                </c:pt>
                <c:pt idx="394">
                  <c:v>1314</c:v>
                </c:pt>
                <c:pt idx="395">
                  <c:v>1318</c:v>
                </c:pt>
                <c:pt idx="396">
                  <c:v>1321</c:v>
                </c:pt>
                <c:pt idx="397">
                  <c:v>1324</c:v>
                </c:pt>
                <c:pt idx="398">
                  <c:v>1328</c:v>
                </c:pt>
                <c:pt idx="399">
                  <c:v>1331</c:v>
                </c:pt>
                <c:pt idx="400">
                  <c:v>1334</c:v>
                </c:pt>
                <c:pt idx="401">
                  <c:v>1338</c:v>
                </c:pt>
                <c:pt idx="402">
                  <c:v>1341</c:v>
                </c:pt>
                <c:pt idx="403">
                  <c:v>1344</c:v>
                </c:pt>
                <c:pt idx="404">
                  <c:v>1348</c:v>
                </c:pt>
                <c:pt idx="405">
                  <c:v>1351</c:v>
                </c:pt>
                <c:pt idx="406">
                  <c:v>1354</c:v>
                </c:pt>
                <c:pt idx="407">
                  <c:v>1358</c:v>
                </c:pt>
                <c:pt idx="408">
                  <c:v>1361</c:v>
                </c:pt>
                <c:pt idx="409">
                  <c:v>1364</c:v>
                </c:pt>
                <c:pt idx="410">
                  <c:v>1368</c:v>
                </c:pt>
                <c:pt idx="411">
                  <c:v>1371</c:v>
                </c:pt>
                <c:pt idx="412">
                  <c:v>1374</c:v>
                </c:pt>
                <c:pt idx="413">
                  <c:v>1377</c:v>
                </c:pt>
                <c:pt idx="414">
                  <c:v>1381</c:v>
                </c:pt>
                <c:pt idx="415">
                  <c:v>1384</c:v>
                </c:pt>
                <c:pt idx="416">
                  <c:v>1387</c:v>
                </c:pt>
                <c:pt idx="417">
                  <c:v>1391</c:v>
                </c:pt>
                <c:pt idx="418">
                  <c:v>1394</c:v>
                </c:pt>
                <c:pt idx="419">
                  <c:v>1397</c:v>
                </c:pt>
                <c:pt idx="420">
                  <c:v>1401</c:v>
                </c:pt>
                <c:pt idx="421">
                  <c:v>1404</c:v>
                </c:pt>
                <c:pt idx="422">
                  <c:v>1407</c:v>
                </c:pt>
                <c:pt idx="423">
                  <c:v>1411</c:v>
                </c:pt>
                <c:pt idx="424">
                  <c:v>1414</c:v>
                </c:pt>
                <c:pt idx="425">
                  <c:v>1417</c:v>
                </c:pt>
                <c:pt idx="426">
                  <c:v>1421</c:v>
                </c:pt>
                <c:pt idx="427">
                  <c:v>1424</c:v>
                </c:pt>
                <c:pt idx="428">
                  <c:v>1427</c:v>
                </c:pt>
                <c:pt idx="429">
                  <c:v>1431</c:v>
                </c:pt>
                <c:pt idx="430">
                  <c:v>1434</c:v>
                </c:pt>
                <c:pt idx="431">
                  <c:v>1437</c:v>
                </c:pt>
                <c:pt idx="432">
                  <c:v>1441</c:v>
                </c:pt>
                <c:pt idx="433">
                  <c:v>1444</c:v>
                </c:pt>
                <c:pt idx="434">
                  <c:v>1447</c:v>
                </c:pt>
                <c:pt idx="435">
                  <c:v>1451</c:v>
                </c:pt>
                <c:pt idx="436">
                  <c:v>1454</c:v>
                </c:pt>
                <c:pt idx="437">
                  <c:v>1457</c:v>
                </c:pt>
                <c:pt idx="438">
                  <c:v>1461</c:v>
                </c:pt>
                <c:pt idx="439">
                  <c:v>1464</c:v>
                </c:pt>
                <c:pt idx="440">
                  <c:v>1467</c:v>
                </c:pt>
                <c:pt idx="441">
                  <c:v>1471</c:v>
                </c:pt>
                <c:pt idx="442">
                  <c:v>1474</c:v>
                </c:pt>
                <c:pt idx="443">
                  <c:v>1477</c:v>
                </c:pt>
                <c:pt idx="444">
                  <c:v>1481</c:v>
                </c:pt>
                <c:pt idx="445">
                  <c:v>1484</c:v>
                </c:pt>
                <c:pt idx="446">
                  <c:v>1487</c:v>
                </c:pt>
                <c:pt idx="447">
                  <c:v>1491</c:v>
                </c:pt>
                <c:pt idx="448">
                  <c:v>1494</c:v>
                </c:pt>
                <c:pt idx="449">
                  <c:v>1497</c:v>
                </c:pt>
                <c:pt idx="450">
                  <c:v>1501</c:v>
                </c:pt>
                <c:pt idx="451">
                  <c:v>1504</c:v>
                </c:pt>
                <c:pt idx="452">
                  <c:v>1507</c:v>
                </c:pt>
                <c:pt idx="453">
                  <c:v>1511</c:v>
                </c:pt>
                <c:pt idx="454">
                  <c:v>1514</c:v>
                </c:pt>
                <c:pt idx="455">
                  <c:v>1517</c:v>
                </c:pt>
                <c:pt idx="456">
                  <c:v>1521</c:v>
                </c:pt>
                <c:pt idx="457">
                  <c:v>1524</c:v>
                </c:pt>
                <c:pt idx="458">
                  <c:v>1527</c:v>
                </c:pt>
                <c:pt idx="459">
                  <c:v>1531</c:v>
                </c:pt>
                <c:pt idx="460">
                  <c:v>1534</c:v>
                </c:pt>
                <c:pt idx="461">
                  <c:v>1537</c:v>
                </c:pt>
                <c:pt idx="462">
                  <c:v>1541</c:v>
                </c:pt>
                <c:pt idx="463">
                  <c:v>1544</c:v>
                </c:pt>
                <c:pt idx="464">
                  <c:v>1547</c:v>
                </c:pt>
                <c:pt idx="465">
                  <c:v>1551</c:v>
                </c:pt>
                <c:pt idx="466">
                  <c:v>1554</c:v>
                </c:pt>
                <c:pt idx="467">
                  <c:v>1557</c:v>
                </c:pt>
                <c:pt idx="468">
                  <c:v>1560</c:v>
                </c:pt>
                <c:pt idx="469">
                  <c:v>1564</c:v>
                </c:pt>
                <c:pt idx="470">
                  <c:v>1567</c:v>
                </c:pt>
                <c:pt idx="471">
                  <c:v>1570</c:v>
                </c:pt>
                <c:pt idx="472">
                  <c:v>1574</c:v>
                </c:pt>
                <c:pt idx="473">
                  <c:v>1577</c:v>
                </c:pt>
                <c:pt idx="474">
                  <c:v>1580</c:v>
                </c:pt>
                <c:pt idx="475">
                  <c:v>1584</c:v>
                </c:pt>
                <c:pt idx="476">
                  <c:v>1587</c:v>
                </c:pt>
                <c:pt idx="477">
                  <c:v>1590</c:v>
                </c:pt>
                <c:pt idx="478">
                  <c:v>1594</c:v>
                </c:pt>
                <c:pt idx="479">
                  <c:v>1597</c:v>
                </c:pt>
                <c:pt idx="480">
                  <c:v>1600</c:v>
                </c:pt>
                <c:pt idx="481">
                  <c:v>1604</c:v>
                </c:pt>
                <c:pt idx="482">
                  <c:v>1607</c:v>
                </c:pt>
                <c:pt idx="483">
                  <c:v>1610</c:v>
                </c:pt>
                <c:pt idx="484">
                  <c:v>1614</c:v>
                </c:pt>
                <c:pt idx="485">
                  <c:v>1617</c:v>
                </c:pt>
                <c:pt idx="486">
                  <c:v>1620</c:v>
                </c:pt>
                <c:pt idx="487">
                  <c:v>1624</c:v>
                </c:pt>
                <c:pt idx="488">
                  <c:v>1627</c:v>
                </c:pt>
                <c:pt idx="489">
                  <c:v>1630</c:v>
                </c:pt>
                <c:pt idx="490">
                  <c:v>1634</c:v>
                </c:pt>
                <c:pt idx="491">
                  <c:v>1637</c:v>
                </c:pt>
                <c:pt idx="492">
                  <c:v>1640</c:v>
                </c:pt>
                <c:pt idx="493">
                  <c:v>1644</c:v>
                </c:pt>
                <c:pt idx="494">
                  <c:v>1647</c:v>
                </c:pt>
                <c:pt idx="495">
                  <c:v>1650</c:v>
                </c:pt>
                <c:pt idx="496">
                  <c:v>1654</c:v>
                </c:pt>
                <c:pt idx="497">
                  <c:v>1657</c:v>
                </c:pt>
                <c:pt idx="498">
                  <c:v>1660</c:v>
                </c:pt>
                <c:pt idx="499">
                  <c:v>1664</c:v>
                </c:pt>
                <c:pt idx="500">
                  <c:v>1667</c:v>
                </c:pt>
                <c:pt idx="501">
                  <c:v>1670</c:v>
                </c:pt>
                <c:pt idx="502">
                  <c:v>1674</c:v>
                </c:pt>
                <c:pt idx="503">
                  <c:v>1677</c:v>
                </c:pt>
                <c:pt idx="504">
                  <c:v>1680</c:v>
                </c:pt>
                <c:pt idx="505">
                  <c:v>1684</c:v>
                </c:pt>
                <c:pt idx="506">
                  <c:v>1687</c:v>
                </c:pt>
                <c:pt idx="507">
                  <c:v>1690</c:v>
                </c:pt>
                <c:pt idx="508">
                  <c:v>1694</c:v>
                </c:pt>
                <c:pt idx="509">
                  <c:v>1697</c:v>
                </c:pt>
                <c:pt idx="510">
                  <c:v>1700</c:v>
                </c:pt>
                <c:pt idx="511">
                  <c:v>1704</c:v>
                </c:pt>
                <c:pt idx="512">
                  <c:v>1707</c:v>
                </c:pt>
                <c:pt idx="513">
                  <c:v>1710</c:v>
                </c:pt>
                <c:pt idx="514">
                  <c:v>1714</c:v>
                </c:pt>
                <c:pt idx="515">
                  <c:v>1717</c:v>
                </c:pt>
                <c:pt idx="516">
                  <c:v>1720</c:v>
                </c:pt>
                <c:pt idx="517">
                  <c:v>1724</c:v>
                </c:pt>
                <c:pt idx="518">
                  <c:v>1727</c:v>
                </c:pt>
                <c:pt idx="519">
                  <c:v>1730</c:v>
                </c:pt>
                <c:pt idx="520">
                  <c:v>1734</c:v>
                </c:pt>
                <c:pt idx="521">
                  <c:v>1737</c:v>
                </c:pt>
                <c:pt idx="522">
                  <c:v>1740</c:v>
                </c:pt>
                <c:pt idx="523">
                  <c:v>1743</c:v>
                </c:pt>
                <c:pt idx="524">
                  <c:v>1747</c:v>
                </c:pt>
                <c:pt idx="525">
                  <c:v>1750</c:v>
                </c:pt>
                <c:pt idx="526">
                  <c:v>1753</c:v>
                </c:pt>
                <c:pt idx="527">
                  <c:v>1757</c:v>
                </c:pt>
                <c:pt idx="528">
                  <c:v>1760</c:v>
                </c:pt>
                <c:pt idx="529">
                  <c:v>1763</c:v>
                </c:pt>
                <c:pt idx="530">
                  <c:v>1767</c:v>
                </c:pt>
                <c:pt idx="531">
                  <c:v>1770</c:v>
                </c:pt>
                <c:pt idx="532">
                  <c:v>1773</c:v>
                </c:pt>
                <c:pt idx="533">
                  <c:v>1777</c:v>
                </c:pt>
                <c:pt idx="534">
                  <c:v>1780</c:v>
                </c:pt>
                <c:pt idx="535">
                  <c:v>1783</c:v>
                </c:pt>
                <c:pt idx="536">
                  <c:v>1787</c:v>
                </c:pt>
                <c:pt idx="537">
                  <c:v>1790</c:v>
                </c:pt>
                <c:pt idx="538">
                  <c:v>1793</c:v>
                </c:pt>
                <c:pt idx="539">
                  <c:v>1797</c:v>
                </c:pt>
                <c:pt idx="540">
                  <c:v>1800</c:v>
                </c:pt>
                <c:pt idx="541">
                  <c:v>1803</c:v>
                </c:pt>
                <c:pt idx="542">
                  <c:v>1807</c:v>
                </c:pt>
                <c:pt idx="543">
                  <c:v>1810</c:v>
                </c:pt>
                <c:pt idx="544">
                  <c:v>1813</c:v>
                </c:pt>
                <c:pt idx="545">
                  <c:v>1817</c:v>
                </c:pt>
                <c:pt idx="546">
                  <c:v>1820</c:v>
                </c:pt>
                <c:pt idx="547">
                  <c:v>1823</c:v>
                </c:pt>
                <c:pt idx="548">
                  <c:v>1827</c:v>
                </c:pt>
                <c:pt idx="549">
                  <c:v>1830</c:v>
                </c:pt>
                <c:pt idx="550">
                  <c:v>1833</c:v>
                </c:pt>
                <c:pt idx="551">
                  <c:v>1837</c:v>
                </c:pt>
                <c:pt idx="552">
                  <c:v>1840</c:v>
                </c:pt>
                <c:pt idx="553">
                  <c:v>1843</c:v>
                </c:pt>
                <c:pt idx="554">
                  <c:v>1847</c:v>
                </c:pt>
                <c:pt idx="555">
                  <c:v>1850</c:v>
                </c:pt>
                <c:pt idx="556">
                  <c:v>1853</c:v>
                </c:pt>
                <c:pt idx="557">
                  <c:v>1857</c:v>
                </c:pt>
                <c:pt idx="558">
                  <c:v>1860</c:v>
                </c:pt>
                <c:pt idx="559">
                  <c:v>1863</c:v>
                </c:pt>
                <c:pt idx="560">
                  <c:v>1867</c:v>
                </c:pt>
                <c:pt idx="561">
                  <c:v>1870</c:v>
                </c:pt>
                <c:pt idx="562">
                  <c:v>1873</c:v>
                </c:pt>
                <c:pt idx="563">
                  <c:v>1877</c:v>
                </c:pt>
                <c:pt idx="564">
                  <c:v>1880</c:v>
                </c:pt>
                <c:pt idx="565">
                  <c:v>1883</c:v>
                </c:pt>
                <c:pt idx="566">
                  <c:v>1887</c:v>
                </c:pt>
                <c:pt idx="567">
                  <c:v>1890</c:v>
                </c:pt>
                <c:pt idx="568">
                  <c:v>1893</c:v>
                </c:pt>
                <c:pt idx="569">
                  <c:v>1897</c:v>
                </c:pt>
                <c:pt idx="570">
                  <c:v>1900</c:v>
                </c:pt>
                <c:pt idx="571">
                  <c:v>1903</c:v>
                </c:pt>
                <c:pt idx="572">
                  <c:v>1907</c:v>
                </c:pt>
                <c:pt idx="573">
                  <c:v>1910</c:v>
                </c:pt>
                <c:pt idx="574">
                  <c:v>1913</c:v>
                </c:pt>
                <c:pt idx="575">
                  <c:v>1917</c:v>
                </c:pt>
                <c:pt idx="576">
                  <c:v>1920</c:v>
                </c:pt>
                <c:pt idx="577">
                  <c:v>1923</c:v>
                </c:pt>
                <c:pt idx="578">
                  <c:v>1926</c:v>
                </c:pt>
                <c:pt idx="579">
                  <c:v>1930</c:v>
                </c:pt>
                <c:pt idx="580">
                  <c:v>1933</c:v>
                </c:pt>
                <c:pt idx="581">
                  <c:v>1936</c:v>
                </c:pt>
                <c:pt idx="582">
                  <c:v>1940</c:v>
                </c:pt>
                <c:pt idx="583">
                  <c:v>1943</c:v>
                </c:pt>
                <c:pt idx="584">
                  <c:v>1946</c:v>
                </c:pt>
                <c:pt idx="585">
                  <c:v>1950</c:v>
                </c:pt>
                <c:pt idx="586">
                  <c:v>1953</c:v>
                </c:pt>
                <c:pt idx="587">
                  <c:v>1956</c:v>
                </c:pt>
                <c:pt idx="588">
                  <c:v>1960</c:v>
                </c:pt>
                <c:pt idx="589">
                  <c:v>1963</c:v>
                </c:pt>
                <c:pt idx="590">
                  <c:v>1966</c:v>
                </c:pt>
                <c:pt idx="591">
                  <c:v>1970</c:v>
                </c:pt>
                <c:pt idx="592">
                  <c:v>1973</c:v>
                </c:pt>
                <c:pt idx="593">
                  <c:v>1976</c:v>
                </c:pt>
                <c:pt idx="594">
                  <c:v>1980</c:v>
                </c:pt>
                <c:pt idx="595">
                  <c:v>1983</c:v>
                </c:pt>
                <c:pt idx="596">
                  <c:v>1986</c:v>
                </c:pt>
                <c:pt idx="597">
                  <c:v>1990</c:v>
                </c:pt>
                <c:pt idx="598">
                  <c:v>1993</c:v>
                </c:pt>
                <c:pt idx="599">
                  <c:v>1996</c:v>
                </c:pt>
                <c:pt idx="600">
                  <c:v>2000</c:v>
                </c:pt>
                <c:pt idx="601">
                  <c:v>2003</c:v>
                </c:pt>
                <c:pt idx="602">
                  <c:v>2006</c:v>
                </c:pt>
                <c:pt idx="603">
                  <c:v>2010</c:v>
                </c:pt>
                <c:pt idx="604">
                  <c:v>2013</c:v>
                </c:pt>
                <c:pt idx="605">
                  <c:v>2016</c:v>
                </c:pt>
                <c:pt idx="606">
                  <c:v>2020</c:v>
                </c:pt>
                <c:pt idx="607">
                  <c:v>2023</c:v>
                </c:pt>
                <c:pt idx="608">
                  <c:v>2026</c:v>
                </c:pt>
                <c:pt idx="609">
                  <c:v>2030</c:v>
                </c:pt>
                <c:pt idx="610">
                  <c:v>2033</c:v>
                </c:pt>
                <c:pt idx="611">
                  <c:v>2036</c:v>
                </c:pt>
                <c:pt idx="612">
                  <c:v>2040</c:v>
                </c:pt>
                <c:pt idx="613">
                  <c:v>2043</c:v>
                </c:pt>
                <c:pt idx="614">
                  <c:v>2046</c:v>
                </c:pt>
                <c:pt idx="615">
                  <c:v>2050</c:v>
                </c:pt>
                <c:pt idx="616">
                  <c:v>2053</c:v>
                </c:pt>
                <c:pt idx="617">
                  <c:v>2056</c:v>
                </c:pt>
                <c:pt idx="618">
                  <c:v>2060</c:v>
                </c:pt>
                <c:pt idx="619">
                  <c:v>2063</c:v>
                </c:pt>
                <c:pt idx="620">
                  <c:v>2066</c:v>
                </c:pt>
                <c:pt idx="621">
                  <c:v>2070</c:v>
                </c:pt>
                <c:pt idx="622">
                  <c:v>2073</c:v>
                </c:pt>
                <c:pt idx="623">
                  <c:v>2076</c:v>
                </c:pt>
                <c:pt idx="624">
                  <c:v>2080</c:v>
                </c:pt>
                <c:pt idx="625">
                  <c:v>2083</c:v>
                </c:pt>
                <c:pt idx="626">
                  <c:v>2086</c:v>
                </c:pt>
                <c:pt idx="627">
                  <c:v>2090</c:v>
                </c:pt>
                <c:pt idx="628">
                  <c:v>2093</c:v>
                </c:pt>
                <c:pt idx="629">
                  <c:v>2096</c:v>
                </c:pt>
                <c:pt idx="630">
                  <c:v>2100</c:v>
                </c:pt>
                <c:pt idx="631">
                  <c:v>2103</c:v>
                </c:pt>
                <c:pt idx="632">
                  <c:v>2106</c:v>
                </c:pt>
                <c:pt idx="633">
                  <c:v>2109</c:v>
                </c:pt>
                <c:pt idx="634">
                  <c:v>2113</c:v>
                </c:pt>
                <c:pt idx="635">
                  <c:v>2116</c:v>
                </c:pt>
                <c:pt idx="636">
                  <c:v>2119</c:v>
                </c:pt>
                <c:pt idx="637">
                  <c:v>2123</c:v>
                </c:pt>
                <c:pt idx="638">
                  <c:v>2126</c:v>
                </c:pt>
                <c:pt idx="639">
                  <c:v>2129</c:v>
                </c:pt>
                <c:pt idx="640">
                  <c:v>2133</c:v>
                </c:pt>
                <c:pt idx="641">
                  <c:v>2136</c:v>
                </c:pt>
                <c:pt idx="642">
                  <c:v>2139</c:v>
                </c:pt>
                <c:pt idx="643">
                  <c:v>2143</c:v>
                </c:pt>
                <c:pt idx="644">
                  <c:v>2146</c:v>
                </c:pt>
                <c:pt idx="645">
                  <c:v>2149</c:v>
                </c:pt>
                <c:pt idx="646">
                  <c:v>2153</c:v>
                </c:pt>
                <c:pt idx="647">
                  <c:v>2156</c:v>
                </c:pt>
                <c:pt idx="648">
                  <c:v>2159</c:v>
                </c:pt>
                <c:pt idx="649">
                  <c:v>2163</c:v>
                </c:pt>
                <c:pt idx="650">
                  <c:v>2166</c:v>
                </c:pt>
                <c:pt idx="651">
                  <c:v>2169</c:v>
                </c:pt>
                <c:pt idx="652">
                  <c:v>2173</c:v>
                </c:pt>
                <c:pt idx="653">
                  <c:v>2176</c:v>
                </c:pt>
                <c:pt idx="654">
                  <c:v>2179</c:v>
                </c:pt>
                <c:pt idx="655">
                  <c:v>2183</c:v>
                </c:pt>
                <c:pt idx="656">
                  <c:v>2186</c:v>
                </c:pt>
                <c:pt idx="657">
                  <c:v>2189</c:v>
                </c:pt>
                <c:pt idx="658">
                  <c:v>2193</c:v>
                </c:pt>
                <c:pt idx="659">
                  <c:v>2196</c:v>
                </c:pt>
                <c:pt idx="660">
                  <c:v>2199</c:v>
                </c:pt>
                <c:pt idx="661">
                  <c:v>2203</c:v>
                </c:pt>
                <c:pt idx="662">
                  <c:v>2206</c:v>
                </c:pt>
                <c:pt idx="663">
                  <c:v>2209</c:v>
                </c:pt>
                <c:pt idx="664">
                  <c:v>2213</c:v>
                </c:pt>
                <c:pt idx="665">
                  <c:v>2216</c:v>
                </c:pt>
                <c:pt idx="666">
                  <c:v>2219</c:v>
                </c:pt>
                <c:pt idx="667">
                  <c:v>2223</c:v>
                </c:pt>
                <c:pt idx="668">
                  <c:v>2226</c:v>
                </c:pt>
                <c:pt idx="669">
                  <c:v>2229</c:v>
                </c:pt>
                <c:pt idx="670">
                  <c:v>2233</c:v>
                </c:pt>
                <c:pt idx="671">
                  <c:v>2236</c:v>
                </c:pt>
                <c:pt idx="672">
                  <c:v>2239</c:v>
                </c:pt>
                <c:pt idx="673">
                  <c:v>2243</c:v>
                </c:pt>
                <c:pt idx="674">
                  <c:v>2246</c:v>
                </c:pt>
                <c:pt idx="675">
                  <c:v>2249</c:v>
                </c:pt>
                <c:pt idx="676">
                  <c:v>2253</c:v>
                </c:pt>
                <c:pt idx="677">
                  <c:v>2256</c:v>
                </c:pt>
                <c:pt idx="678">
                  <c:v>2259</c:v>
                </c:pt>
                <c:pt idx="679">
                  <c:v>2263</c:v>
                </c:pt>
                <c:pt idx="680">
                  <c:v>2266</c:v>
                </c:pt>
                <c:pt idx="681">
                  <c:v>2269</c:v>
                </c:pt>
                <c:pt idx="682">
                  <c:v>2273</c:v>
                </c:pt>
                <c:pt idx="683">
                  <c:v>2276</c:v>
                </c:pt>
                <c:pt idx="684">
                  <c:v>2279</c:v>
                </c:pt>
                <c:pt idx="685">
                  <c:v>2283</c:v>
                </c:pt>
                <c:pt idx="686">
                  <c:v>2286</c:v>
                </c:pt>
                <c:pt idx="687">
                  <c:v>2289</c:v>
                </c:pt>
                <c:pt idx="688">
                  <c:v>2292</c:v>
                </c:pt>
                <c:pt idx="689">
                  <c:v>2296</c:v>
                </c:pt>
                <c:pt idx="690">
                  <c:v>2299</c:v>
                </c:pt>
                <c:pt idx="691">
                  <c:v>2302</c:v>
                </c:pt>
                <c:pt idx="692">
                  <c:v>2306</c:v>
                </c:pt>
                <c:pt idx="693">
                  <c:v>2309</c:v>
                </c:pt>
                <c:pt idx="694">
                  <c:v>2312</c:v>
                </c:pt>
                <c:pt idx="695">
                  <c:v>2316</c:v>
                </c:pt>
                <c:pt idx="696">
                  <c:v>2319</c:v>
                </c:pt>
                <c:pt idx="697">
                  <c:v>2322</c:v>
                </c:pt>
                <c:pt idx="698">
                  <c:v>2326</c:v>
                </c:pt>
                <c:pt idx="699">
                  <c:v>2329</c:v>
                </c:pt>
                <c:pt idx="700">
                  <c:v>2332</c:v>
                </c:pt>
                <c:pt idx="701">
                  <c:v>2336</c:v>
                </c:pt>
                <c:pt idx="702">
                  <c:v>2339</c:v>
                </c:pt>
                <c:pt idx="703">
                  <c:v>2342</c:v>
                </c:pt>
                <c:pt idx="704">
                  <c:v>2346</c:v>
                </c:pt>
                <c:pt idx="705">
                  <c:v>2349</c:v>
                </c:pt>
                <c:pt idx="706">
                  <c:v>2352</c:v>
                </c:pt>
                <c:pt idx="707">
                  <c:v>2356</c:v>
                </c:pt>
                <c:pt idx="708">
                  <c:v>2359</c:v>
                </c:pt>
                <c:pt idx="709">
                  <c:v>2362</c:v>
                </c:pt>
                <c:pt idx="710">
                  <c:v>2366</c:v>
                </c:pt>
                <c:pt idx="711">
                  <c:v>2369</c:v>
                </c:pt>
                <c:pt idx="712">
                  <c:v>2372</c:v>
                </c:pt>
                <c:pt idx="713">
                  <c:v>2376</c:v>
                </c:pt>
                <c:pt idx="714">
                  <c:v>2379</c:v>
                </c:pt>
                <c:pt idx="715">
                  <c:v>2382</c:v>
                </c:pt>
                <c:pt idx="716">
                  <c:v>2386</c:v>
                </c:pt>
                <c:pt idx="717">
                  <c:v>2389</c:v>
                </c:pt>
                <c:pt idx="718">
                  <c:v>2392</c:v>
                </c:pt>
                <c:pt idx="719">
                  <c:v>2396</c:v>
                </c:pt>
                <c:pt idx="720">
                  <c:v>2399</c:v>
                </c:pt>
                <c:pt idx="721">
                  <c:v>2402</c:v>
                </c:pt>
                <c:pt idx="722">
                  <c:v>2406</c:v>
                </c:pt>
                <c:pt idx="723">
                  <c:v>2409</c:v>
                </c:pt>
                <c:pt idx="724">
                  <c:v>2412</c:v>
                </c:pt>
                <c:pt idx="725">
                  <c:v>2416</c:v>
                </c:pt>
                <c:pt idx="726">
                  <c:v>2419</c:v>
                </c:pt>
                <c:pt idx="727">
                  <c:v>2422</c:v>
                </c:pt>
                <c:pt idx="728">
                  <c:v>2426</c:v>
                </c:pt>
                <c:pt idx="729">
                  <c:v>2429</c:v>
                </c:pt>
                <c:pt idx="730">
                  <c:v>2432</c:v>
                </c:pt>
                <c:pt idx="731">
                  <c:v>2436</c:v>
                </c:pt>
                <c:pt idx="732">
                  <c:v>2439</c:v>
                </c:pt>
                <c:pt idx="733">
                  <c:v>2442</c:v>
                </c:pt>
                <c:pt idx="734">
                  <c:v>2446</c:v>
                </c:pt>
                <c:pt idx="735">
                  <c:v>2449</c:v>
                </c:pt>
                <c:pt idx="736">
                  <c:v>2452</c:v>
                </c:pt>
                <c:pt idx="737">
                  <c:v>2456</c:v>
                </c:pt>
                <c:pt idx="738">
                  <c:v>2459</c:v>
                </c:pt>
                <c:pt idx="739">
                  <c:v>2462</c:v>
                </c:pt>
                <c:pt idx="740">
                  <c:v>2466</c:v>
                </c:pt>
                <c:pt idx="741">
                  <c:v>2469</c:v>
                </c:pt>
                <c:pt idx="742">
                  <c:v>2472</c:v>
                </c:pt>
                <c:pt idx="743">
                  <c:v>2475</c:v>
                </c:pt>
                <c:pt idx="744">
                  <c:v>2479</c:v>
                </c:pt>
                <c:pt idx="745">
                  <c:v>2482</c:v>
                </c:pt>
                <c:pt idx="746">
                  <c:v>2485</c:v>
                </c:pt>
                <c:pt idx="747">
                  <c:v>2489</c:v>
                </c:pt>
                <c:pt idx="748">
                  <c:v>2492</c:v>
                </c:pt>
                <c:pt idx="749">
                  <c:v>2495</c:v>
                </c:pt>
                <c:pt idx="750">
                  <c:v>2499</c:v>
                </c:pt>
                <c:pt idx="751">
                  <c:v>2502</c:v>
                </c:pt>
                <c:pt idx="752">
                  <c:v>2505</c:v>
                </c:pt>
                <c:pt idx="753">
                  <c:v>2509</c:v>
                </c:pt>
                <c:pt idx="754">
                  <c:v>2512</c:v>
                </c:pt>
                <c:pt idx="755">
                  <c:v>2515</c:v>
                </c:pt>
                <c:pt idx="756">
                  <c:v>2519</c:v>
                </c:pt>
                <c:pt idx="757">
                  <c:v>2522</c:v>
                </c:pt>
                <c:pt idx="758">
                  <c:v>2525</c:v>
                </c:pt>
                <c:pt idx="759">
                  <c:v>2529</c:v>
                </c:pt>
                <c:pt idx="760">
                  <c:v>2532</c:v>
                </c:pt>
                <c:pt idx="761">
                  <c:v>2535</c:v>
                </c:pt>
                <c:pt idx="762">
                  <c:v>2539</c:v>
                </c:pt>
                <c:pt idx="763">
                  <c:v>2542</c:v>
                </c:pt>
                <c:pt idx="764">
                  <c:v>2545</c:v>
                </c:pt>
                <c:pt idx="765">
                  <c:v>2549</c:v>
                </c:pt>
                <c:pt idx="766">
                  <c:v>2552</c:v>
                </c:pt>
                <c:pt idx="767">
                  <c:v>2555</c:v>
                </c:pt>
                <c:pt idx="768">
                  <c:v>2559</c:v>
                </c:pt>
                <c:pt idx="769">
                  <c:v>2562</c:v>
                </c:pt>
                <c:pt idx="770">
                  <c:v>2565</c:v>
                </c:pt>
                <c:pt idx="771">
                  <c:v>2569</c:v>
                </c:pt>
                <c:pt idx="772">
                  <c:v>2572</c:v>
                </c:pt>
                <c:pt idx="773">
                  <c:v>2575</c:v>
                </c:pt>
                <c:pt idx="774">
                  <c:v>2579</c:v>
                </c:pt>
                <c:pt idx="775">
                  <c:v>2582</c:v>
                </c:pt>
                <c:pt idx="776">
                  <c:v>2585</c:v>
                </c:pt>
                <c:pt idx="777">
                  <c:v>2589</c:v>
                </c:pt>
                <c:pt idx="778">
                  <c:v>2592</c:v>
                </c:pt>
                <c:pt idx="779">
                  <c:v>2595</c:v>
                </c:pt>
                <c:pt idx="780">
                  <c:v>2599</c:v>
                </c:pt>
                <c:pt idx="781">
                  <c:v>2602</c:v>
                </c:pt>
                <c:pt idx="782">
                  <c:v>2605</c:v>
                </c:pt>
                <c:pt idx="783">
                  <c:v>2609</c:v>
                </c:pt>
                <c:pt idx="784">
                  <c:v>2612</c:v>
                </c:pt>
                <c:pt idx="785">
                  <c:v>2615</c:v>
                </c:pt>
                <c:pt idx="786">
                  <c:v>2619</c:v>
                </c:pt>
                <c:pt idx="787">
                  <c:v>2622</c:v>
                </c:pt>
                <c:pt idx="788">
                  <c:v>2625</c:v>
                </c:pt>
                <c:pt idx="789">
                  <c:v>2629</c:v>
                </c:pt>
                <c:pt idx="790">
                  <c:v>2632</c:v>
                </c:pt>
                <c:pt idx="791">
                  <c:v>2635</c:v>
                </c:pt>
                <c:pt idx="792">
                  <c:v>2639</c:v>
                </c:pt>
                <c:pt idx="793">
                  <c:v>2642</c:v>
                </c:pt>
                <c:pt idx="794">
                  <c:v>2645</c:v>
                </c:pt>
                <c:pt idx="795">
                  <c:v>2649</c:v>
                </c:pt>
                <c:pt idx="796">
                  <c:v>2652</c:v>
                </c:pt>
                <c:pt idx="797">
                  <c:v>2655</c:v>
                </c:pt>
                <c:pt idx="798">
                  <c:v>2658</c:v>
                </c:pt>
                <c:pt idx="799">
                  <c:v>2662</c:v>
                </c:pt>
                <c:pt idx="800">
                  <c:v>2665</c:v>
                </c:pt>
                <c:pt idx="801">
                  <c:v>2668</c:v>
                </c:pt>
                <c:pt idx="802">
                  <c:v>2672</c:v>
                </c:pt>
                <c:pt idx="803">
                  <c:v>2675</c:v>
                </c:pt>
                <c:pt idx="804">
                  <c:v>2678</c:v>
                </c:pt>
                <c:pt idx="805">
                  <c:v>2682</c:v>
                </c:pt>
                <c:pt idx="806">
                  <c:v>2685</c:v>
                </c:pt>
                <c:pt idx="807">
                  <c:v>2688</c:v>
                </c:pt>
                <c:pt idx="808">
                  <c:v>2692</c:v>
                </c:pt>
                <c:pt idx="809">
                  <c:v>2695</c:v>
                </c:pt>
                <c:pt idx="810">
                  <c:v>2698</c:v>
                </c:pt>
                <c:pt idx="811">
                  <c:v>2702</c:v>
                </c:pt>
                <c:pt idx="812">
                  <c:v>2705</c:v>
                </c:pt>
                <c:pt idx="813">
                  <c:v>2708</c:v>
                </c:pt>
                <c:pt idx="814">
                  <c:v>2712</c:v>
                </c:pt>
                <c:pt idx="815">
                  <c:v>2715</c:v>
                </c:pt>
                <c:pt idx="816">
                  <c:v>2718</c:v>
                </c:pt>
                <c:pt idx="817">
                  <c:v>2722</c:v>
                </c:pt>
                <c:pt idx="818">
                  <c:v>2725</c:v>
                </c:pt>
                <c:pt idx="819">
                  <c:v>2728</c:v>
                </c:pt>
                <c:pt idx="820">
                  <c:v>2732</c:v>
                </c:pt>
                <c:pt idx="821">
                  <c:v>2735</c:v>
                </c:pt>
                <c:pt idx="822">
                  <c:v>2738</c:v>
                </c:pt>
                <c:pt idx="823">
                  <c:v>2742</c:v>
                </c:pt>
                <c:pt idx="824">
                  <c:v>2745</c:v>
                </c:pt>
                <c:pt idx="825">
                  <c:v>2748</c:v>
                </c:pt>
                <c:pt idx="826">
                  <c:v>2752</c:v>
                </c:pt>
                <c:pt idx="827">
                  <c:v>2755</c:v>
                </c:pt>
                <c:pt idx="828">
                  <c:v>2758</c:v>
                </c:pt>
                <c:pt idx="829">
                  <c:v>2762</c:v>
                </c:pt>
                <c:pt idx="830">
                  <c:v>2765</c:v>
                </c:pt>
                <c:pt idx="831">
                  <c:v>2768</c:v>
                </c:pt>
                <c:pt idx="832">
                  <c:v>2772</c:v>
                </c:pt>
                <c:pt idx="833">
                  <c:v>2775</c:v>
                </c:pt>
                <c:pt idx="834">
                  <c:v>2778</c:v>
                </c:pt>
                <c:pt idx="835">
                  <c:v>2782</c:v>
                </c:pt>
                <c:pt idx="836">
                  <c:v>2785</c:v>
                </c:pt>
                <c:pt idx="837">
                  <c:v>2788</c:v>
                </c:pt>
                <c:pt idx="838">
                  <c:v>2792</c:v>
                </c:pt>
                <c:pt idx="839">
                  <c:v>2795</c:v>
                </c:pt>
                <c:pt idx="840">
                  <c:v>2798</c:v>
                </c:pt>
                <c:pt idx="841">
                  <c:v>2802</c:v>
                </c:pt>
                <c:pt idx="842">
                  <c:v>2805</c:v>
                </c:pt>
                <c:pt idx="843">
                  <c:v>2808</c:v>
                </c:pt>
                <c:pt idx="844">
                  <c:v>2812</c:v>
                </c:pt>
                <c:pt idx="845">
                  <c:v>2815</c:v>
                </c:pt>
                <c:pt idx="846">
                  <c:v>2818</c:v>
                </c:pt>
                <c:pt idx="847">
                  <c:v>2822</c:v>
                </c:pt>
                <c:pt idx="848">
                  <c:v>2825</c:v>
                </c:pt>
                <c:pt idx="849">
                  <c:v>2828</c:v>
                </c:pt>
                <c:pt idx="850">
                  <c:v>2832</c:v>
                </c:pt>
                <c:pt idx="851">
                  <c:v>2835</c:v>
                </c:pt>
                <c:pt idx="852">
                  <c:v>2838</c:v>
                </c:pt>
                <c:pt idx="853">
                  <c:v>2841</c:v>
                </c:pt>
                <c:pt idx="854">
                  <c:v>2845</c:v>
                </c:pt>
                <c:pt idx="855">
                  <c:v>2848</c:v>
                </c:pt>
                <c:pt idx="856">
                  <c:v>2851</c:v>
                </c:pt>
                <c:pt idx="857">
                  <c:v>2855</c:v>
                </c:pt>
                <c:pt idx="858">
                  <c:v>2858</c:v>
                </c:pt>
                <c:pt idx="859">
                  <c:v>2861</c:v>
                </c:pt>
                <c:pt idx="860">
                  <c:v>2865</c:v>
                </c:pt>
                <c:pt idx="861">
                  <c:v>2868</c:v>
                </c:pt>
                <c:pt idx="862">
                  <c:v>2871</c:v>
                </c:pt>
                <c:pt idx="863">
                  <c:v>2875</c:v>
                </c:pt>
                <c:pt idx="864">
                  <c:v>2878</c:v>
                </c:pt>
                <c:pt idx="865">
                  <c:v>2881</c:v>
                </c:pt>
                <c:pt idx="866">
                  <c:v>2885</c:v>
                </c:pt>
                <c:pt idx="867">
                  <c:v>2888</c:v>
                </c:pt>
                <c:pt idx="868">
                  <c:v>2891</c:v>
                </c:pt>
                <c:pt idx="869">
                  <c:v>2895</c:v>
                </c:pt>
                <c:pt idx="870">
                  <c:v>2898</c:v>
                </c:pt>
                <c:pt idx="871">
                  <c:v>2901</c:v>
                </c:pt>
                <c:pt idx="872">
                  <c:v>2905</c:v>
                </c:pt>
                <c:pt idx="873">
                  <c:v>2908</c:v>
                </c:pt>
                <c:pt idx="874">
                  <c:v>2911</c:v>
                </c:pt>
                <c:pt idx="875">
                  <c:v>2915</c:v>
                </c:pt>
                <c:pt idx="876">
                  <c:v>2918</c:v>
                </c:pt>
                <c:pt idx="877">
                  <c:v>2921</c:v>
                </c:pt>
                <c:pt idx="878">
                  <c:v>2925</c:v>
                </c:pt>
                <c:pt idx="879">
                  <c:v>2928</c:v>
                </c:pt>
                <c:pt idx="880">
                  <c:v>2931</c:v>
                </c:pt>
                <c:pt idx="881">
                  <c:v>2935</c:v>
                </c:pt>
                <c:pt idx="882">
                  <c:v>2938</c:v>
                </c:pt>
                <c:pt idx="883">
                  <c:v>2941</c:v>
                </c:pt>
                <c:pt idx="884">
                  <c:v>2945</c:v>
                </c:pt>
                <c:pt idx="885">
                  <c:v>2948</c:v>
                </c:pt>
                <c:pt idx="886">
                  <c:v>2951</c:v>
                </c:pt>
                <c:pt idx="887">
                  <c:v>2955</c:v>
                </c:pt>
                <c:pt idx="888">
                  <c:v>2958</c:v>
                </c:pt>
                <c:pt idx="889">
                  <c:v>2961</c:v>
                </c:pt>
                <c:pt idx="890">
                  <c:v>2965</c:v>
                </c:pt>
                <c:pt idx="891">
                  <c:v>2968</c:v>
                </c:pt>
                <c:pt idx="892">
                  <c:v>2971</c:v>
                </c:pt>
                <c:pt idx="893">
                  <c:v>2975</c:v>
                </c:pt>
                <c:pt idx="894">
                  <c:v>2978</c:v>
                </c:pt>
                <c:pt idx="895">
                  <c:v>2981</c:v>
                </c:pt>
                <c:pt idx="896">
                  <c:v>2985</c:v>
                </c:pt>
                <c:pt idx="897">
                  <c:v>2988</c:v>
                </c:pt>
                <c:pt idx="898">
                  <c:v>2991</c:v>
                </c:pt>
                <c:pt idx="899">
                  <c:v>2995</c:v>
                </c:pt>
                <c:pt idx="900">
                  <c:v>2998</c:v>
                </c:pt>
                <c:pt idx="901">
                  <c:v>3001</c:v>
                </c:pt>
                <c:pt idx="902">
                  <c:v>3005</c:v>
                </c:pt>
                <c:pt idx="903">
                  <c:v>3008</c:v>
                </c:pt>
                <c:pt idx="904">
                  <c:v>3011</c:v>
                </c:pt>
                <c:pt idx="905">
                  <c:v>3015</c:v>
                </c:pt>
                <c:pt idx="906">
                  <c:v>3018</c:v>
                </c:pt>
                <c:pt idx="907">
                  <c:v>3021</c:v>
                </c:pt>
                <c:pt idx="908">
                  <c:v>3024</c:v>
                </c:pt>
                <c:pt idx="909">
                  <c:v>3028</c:v>
                </c:pt>
                <c:pt idx="910">
                  <c:v>3031</c:v>
                </c:pt>
                <c:pt idx="911">
                  <c:v>3034</c:v>
                </c:pt>
                <c:pt idx="912">
                  <c:v>3038</c:v>
                </c:pt>
                <c:pt idx="913">
                  <c:v>3041</c:v>
                </c:pt>
                <c:pt idx="914">
                  <c:v>3044</c:v>
                </c:pt>
                <c:pt idx="915">
                  <c:v>3048</c:v>
                </c:pt>
                <c:pt idx="916">
                  <c:v>3051</c:v>
                </c:pt>
                <c:pt idx="917">
                  <c:v>3054</c:v>
                </c:pt>
                <c:pt idx="918">
                  <c:v>3058</c:v>
                </c:pt>
                <c:pt idx="919">
                  <c:v>3061</c:v>
                </c:pt>
                <c:pt idx="920">
                  <c:v>3064</c:v>
                </c:pt>
                <c:pt idx="921">
                  <c:v>3068</c:v>
                </c:pt>
                <c:pt idx="922">
                  <c:v>3071</c:v>
                </c:pt>
                <c:pt idx="923">
                  <c:v>3074</c:v>
                </c:pt>
                <c:pt idx="924">
                  <c:v>3078</c:v>
                </c:pt>
                <c:pt idx="925">
                  <c:v>3081</c:v>
                </c:pt>
                <c:pt idx="926">
                  <c:v>3084</c:v>
                </c:pt>
                <c:pt idx="927">
                  <c:v>3088</c:v>
                </c:pt>
                <c:pt idx="928">
                  <c:v>3091</c:v>
                </c:pt>
                <c:pt idx="929">
                  <c:v>3094</c:v>
                </c:pt>
                <c:pt idx="930">
                  <c:v>3098</c:v>
                </c:pt>
                <c:pt idx="931">
                  <c:v>3101</c:v>
                </c:pt>
                <c:pt idx="932">
                  <c:v>3104</c:v>
                </c:pt>
                <c:pt idx="933">
                  <c:v>3108</c:v>
                </c:pt>
                <c:pt idx="934">
                  <c:v>3111</c:v>
                </c:pt>
                <c:pt idx="935">
                  <c:v>3114</c:v>
                </c:pt>
                <c:pt idx="936">
                  <c:v>3118</c:v>
                </c:pt>
                <c:pt idx="937">
                  <c:v>3121</c:v>
                </c:pt>
                <c:pt idx="938">
                  <c:v>3124</c:v>
                </c:pt>
                <c:pt idx="939">
                  <c:v>3128</c:v>
                </c:pt>
                <c:pt idx="940">
                  <c:v>3131</c:v>
                </c:pt>
                <c:pt idx="941">
                  <c:v>3134</c:v>
                </c:pt>
                <c:pt idx="942">
                  <c:v>3138</c:v>
                </c:pt>
                <c:pt idx="943">
                  <c:v>3141</c:v>
                </c:pt>
                <c:pt idx="944">
                  <c:v>3144</c:v>
                </c:pt>
                <c:pt idx="945">
                  <c:v>3148</c:v>
                </c:pt>
                <c:pt idx="946">
                  <c:v>3151</c:v>
                </c:pt>
                <c:pt idx="947">
                  <c:v>3154</c:v>
                </c:pt>
                <c:pt idx="948">
                  <c:v>3158</c:v>
                </c:pt>
                <c:pt idx="949">
                  <c:v>3161</c:v>
                </c:pt>
                <c:pt idx="950">
                  <c:v>3164</c:v>
                </c:pt>
                <c:pt idx="951">
                  <c:v>3168</c:v>
                </c:pt>
                <c:pt idx="952">
                  <c:v>3171</c:v>
                </c:pt>
                <c:pt idx="953">
                  <c:v>3174</c:v>
                </c:pt>
                <c:pt idx="954">
                  <c:v>3178</c:v>
                </c:pt>
                <c:pt idx="955">
                  <c:v>3181</c:v>
                </c:pt>
                <c:pt idx="956">
                  <c:v>3184</c:v>
                </c:pt>
                <c:pt idx="957">
                  <c:v>3188</c:v>
                </c:pt>
                <c:pt idx="958">
                  <c:v>3191</c:v>
                </c:pt>
                <c:pt idx="959">
                  <c:v>3194</c:v>
                </c:pt>
                <c:pt idx="960">
                  <c:v>3198</c:v>
                </c:pt>
                <c:pt idx="961">
                  <c:v>3201</c:v>
                </c:pt>
                <c:pt idx="962">
                  <c:v>3204</c:v>
                </c:pt>
                <c:pt idx="963">
                  <c:v>3207</c:v>
                </c:pt>
                <c:pt idx="964">
                  <c:v>3211</c:v>
                </c:pt>
                <c:pt idx="965">
                  <c:v>3214</c:v>
                </c:pt>
                <c:pt idx="966">
                  <c:v>3217</c:v>
                </c:pt>
                <c:pt idx="967">
                  <c:v>3221</c:v>
                </c:pt>
                <c:pt idx="968">
                  <c:v>3224</c:v>
                </c:pt>
                <c:pt idx="969">
                  <c:v>3227</c:v>
                </c:pt>
                <c:pt idx="970">
                  <c:v>3231</c:v>
                </c:pt>
                <c:pt idx="971">
                  <c:v>3234</c:v>
                </c:pt>
                <c:pt idx="972">
                  <c:v>3237</c:v>
                </c:pt>
                <c:pt idx="973">
                  <c:v>3241</c:v>
                </c:pt>
                <c:pt idx="974">
                  <c:v>3244</c:v>
                </c:pt>
                <c:pt idx="975">
                  <c:v>3247</c:v>
                </c:pt>
                <c:pt idx="976">
                  <c:v>3251</c:v>
                </c:pt>
                <c:pt idx="977">
                  <c:v>3254</c:v>
                </c:pt>
                <c:pt idx="978">
                  <c:v>3257</c:v>
                </c:pt>
                <c:pt idx="979">
                  <c:v>3261</c:v>
                </c:pt>
                <c:pt idx="980">
                  <c:v>3264</c:v>
                </c:pt>
                <c:pt idx="981">
                  <c:v>3267</c:v>
                </c:pt>
                <c:pt idx="982">
                  <c:v>3271</c:v>
                </c:pt>
                <c:pt idx="983">
                  <c:v>3274</c:v>
                </c:pt>
                <c:pt idx="984">
                  <c:v>3277</c:v>
                </c:pt>
                <c:pt idx="985">
                  <c:v>3281</c:v>
                </c:pt>
                <c:pt idx="986">
                  <c:v>3284</c:v>
                </c:pt>
                <c:pt idx="987">
                  <c:v>3287</c:v>
                </c:pt>
                <c:pt idx="988">
                  <c:v>3291</c:v>
                </c:pt>
                <c:pt idx="989">
                  <c:v>3294</c:v>
                </c:pt>
                <c:pt idx="990">
                  <c:v>3297</c:v>
                </c:pt>
                <c:pt idx="991">
                  <c:v>3301</c:v>
                </c:pt>
                <c:pt idx="992">
                  <c:v>3304</c:v>
                </c:pt>
                <c:pt idx="993">
                  <c:v>3307</c:v>
                </c:pt>
                <c:pt idx="994">
                  <c:v>3311</c:v>
                </c:pt>
                <c:pt idx="995">
                  <c:v>3314</c:v>
                </c:pt>
                <c:pt idx="996">
                  <c:v>3317</c:v>
                </c:pt>
                <c:pt idx="997">
                  <c:v>3321</c:v>
                </c:pt>
                <c:pt idx="998">
                  <c:v>3324</c:v>
                </c:pt>
                <c:pt idx="999">
                  <c:v>3327</c:v>
                </c:pt>
                <c:pt idx="1000">
                  <c:v>3331</c:v>
                </c:pt>
                <c:pt idx="1001">
                  <c:v>3334</c:v>
                </c:pt>
                <c:pt idx="1002">
                  <c:v>3337</c:v>
                </c:pt>
                <c:pt idx="1003">
                  <c:v>3341</c:v>
                </c:pt>
                <c:pt idx="1004">
                  <c:v>3344</c:v>
                </c:pt>
                <c:pt idx="1005">
                  <c:v>3347</c:v>
                </c:pt>
                <c:pt idx="1006">
                  <c:v>3351</c:v>
                </c:pt>
                <c:pt idx="1007">
                  <c:v>3354</c:v>
                </c:pt>
                <c:pt idx="1008">
                  <c:v>3357</c:v>
                </c:pt>
                <c:pt idx="1009">
                  <c:v>3361</c:v>
                </c:pt>
                <c:pt idx="1010">
                  <c:v>3364</c:v>
                </c:pt>
                <c:pt idx="1011">
                  <c:v>3367</c:v>
                </c:pt>
                <c:pt idx="1012">
                  <c:v>3371</c:v>
                </c:pt>
                <c:pt idx="1013">
                  <c:v>3374</c:v>
                </c:pt>
                <c:pt idx="1014">
                  <c:v>3377</c:v>
                </c:pt>
                <c:pt idx="1015">
                  <c:v>3381</c:v>
                </c:pt>
                <c:pt idx="1016">
                  <c:v>3384</c:v>
                </c:pt>
                <c:pt idx="1017">
                  <c:v>3387</c:v>
                </c:pt>
                <c:pt idx="1018">
                  <c:v>3390</c:v>
                </c:pt>
                <c:pt idx="1019">
                  <c:v>3394</c:v>
                </c:pt>
                <c:pt idx="1020">
                  <c:v>3397</c:v>
                </c:pt>
                <c:pt idx="1021">
                  <c:v>3400</c:v>
                </c:pt>
                <c:pt idx="1022">
                  <c:v>3404</c:v>
                </c:pt>
                <c:pt idx="1023">
                  <c:v>3407</c:v>
                </c:pt>
                <c:pt idx="1024">
                  <c:v>3410</c:v>
                </c:pt>
                <c:pt idx="1025">
                  <c:v>3414</c:v>
                </c:pt>
                <c:pt idx="1026">
                  <c:v>3417</c:v>
                </c:pt>
                <c:pt idx="1027">
                  <c:v>3420</c:v>
                </c:pt>
                <c:pt idx="1028">
                  <c:v>3424</c:v>
                </c:pt>
                <c:pt idx="1029">
                  <c:v>3427</c:v>
                </c:pt>
                <c:pt idx="1030">
                  <c:v>3430</c:v>
                </c:pt>
                <c:pt idx="1031">
                  <c:v>3434</c:v>
                </c:pt>
                <c:pt idx="1032">
                  <c:v>3437</c:v>
                </c:pt>
                <c:pt idx="1033">
                  <c:v>3440</c:v>
                </c:pt>
                <c:pt idx="1034">
                  <c:v>3444</c:v>
                </c:pt>
                <c:pt idx="1035">
                  <c:v>3447</c:v>
                </c:pt>
                <c:pt idx="1036">
                  <c:v>3450</c:v>
                </c:pt>
                <c:pt idx="1037">
                  <c:v>3454</c:v>
                </c:pt>
                <c:pt idx="1038">
                  <c:v>3457</c:v>
                </c:pt>
                <c:pt idx="1039">
                  <c:v>3460</c:v>
                </c:pt>
                <c:pt idx="1040">
                  <c:v>3464</c:v>
                </c:pt>
                <c:pt idx="1041">
                  <c:v>3467</c:v>
                </c:pt>
                <c:pt idx="1042">
                  <c:v>3470</c:v>
                </c:pt>
                <c:pt idx="1043">
                  <c:v>3474</c:v>
                </c:pt>
                <c:pt idx="1044">
                  <c:v>3477</c:v>
                </c:pt>
                <c:pt idx="1045">
                  <c:v>3480</c:v>
                </c:pt>
                <c:pt idx="1046">
                  <c:v>3484</c:v>
                </c:pt>
                <c:pt idx="1047">
                  <c:v>3487</c:v>
                </c:pt>
                <c:pt idx="1048">
                  <c:v>3490</c:v>
                </c:pt>
                <c:pt idx="1049">
                  <c:v>3494</c:v>
                </c:pt>
                <c:pt idx="1050">
                  <c:v>3497</c:v>
                </c:pt>
                <c:pt idx="1051">
                  <c:v>3500</c:v>
                </c:pt>
                <c:pt idx="1052">
                  <c:v>3504</c:v>
                </c:pt>
                <c:pt idx="1053">
                  <c:v>3507</c:v>
                </c:pt>
                <c:pt idx="1054">
                  <c:v>3510</c:v>
                </c:pt>
                <c:pt idx="1055">
                  <c:v>3514</c:v>
                </c:pt>
                <c:pt idx="1056">
                  <c:v>3517</c:v>
                </c:pt>
                <c:pt idx="1057">
                  <c:v>3520</c:v>
                </c:pt>
                <c:pt idx="1058">
                  <c:v>3524</c:v>
                </c:pt>
                <c:pt idx="1059">
                  <c:v>3527</c:v>
                </c:pt>
                <c:pt idx="1060">
                  <c:v>3530</c:v>
                </c:pt>
                <c:pt idx="1061">
                  <c:v>3534</c:v>
                </c:pt>
                <c:pt idx="1062">
                  <c:v>3537</c:v>
                </c:pt>
                <c:pt idx="1063">
                  <c:v>3540</c:v>
                </c:pt>
                <c:pt idx="1064">
                  <c:v>3544</c:v>
                </c:pt>
                <c:pt idx="1065">
                  <c:v>3547</c:v>
                </c:pt>
                <c:pt idx="1066">
                  <c:v>3550</c:v>
                </c:pt>
                <c:pt idx="1067">
                  <c:v>3554</c:v>
                </c:pt>
                <c:pt idx="1068">
                  <c:v>3557</c:v>
                </c:pt>
                <c:pt idx="1069">
                  <c:v>3560</c:v>
                </c:pt>
                <c:pt idx="1070">
                  <c:v>3564</c:v>
                </c:pt>
                <c:pt idx="1071">
                  <c:v>3567</c:v>
                </c:pt>
                <c:pt idx="1072">
                  <c:v>3570</c:v>
                </c:pt>
                <c:pt idx="1073">
                  <c:v>3573</c:v>
                </c:pt>
                <c:pt idx="1074">
                  <c:v>3577</c:v>
                </c:pt>
                <c:pt idx="1075">
                  <c:v>3580</c:v>
                </c:pt>
                <c:pt idx="1076">
                  <c:v>3583</c:v>
                </c:pt>
                <c:pt idx="1077">
                  <c:v>3587</c:v>
                </c:pt>
                <c:pt idx="1078">
                  <c:v>3590</c:v>
                </c:pt>
                <c:pt idx="1079">
                  <c:v>3593</c:v>
                </c:pt>
                <c:pt idx="1080">
                  <c:v>3597</c:v>
                </c:pt>
                <c:pt idx="1081">
                  <c:v>3600</c:v>
                </c:pt>
                <c:pt idx="1082">
                  <c:v>3603</c:v>
                </c:pt>
                <c:pt idx="1083">
                  <c:v>3607</c:v>
                </c:pt>
                <c:pt idx="1084">
                  <c:v>3610</c:v>
                </c:pt>
                <c:pt idx="1085">
                  <c:v>3613</c:v>
                </c:pt>
                <c:pt idx="1086">
                  <c:v>3617</c:v>
                </c:pt>
                <c:pt idx="1087">
                  <c:v>3620</c:v>
                </c:pt>
                <c:pt idx="1088">
                  <c:v>3623</c:v>
                </c:pt>
                <c:pt idx="1089">
                  <c:v>3627</c:v>
                </c:pt>
                <c:pt idx="1090">
                  <c:v>3630</c:v>
                </c:pt>
                <c:pt idx="1091">
                  <c:v>3633</c:v>
                </c:pt>
                <c:pt idx="1092">
                  <c:v>3637</c:v>
                </c:pt>
                <c:pt idx="1093">
                  <c:v>3640</c:v>
                </c:pt>
                <c:pt idx="1094">
                  <c:v>3643</c:v>
                </c:pt>
                <c:pt idx="1095">
                  <c:v>3647</c:v>
                </c:pt>
                <c:pt idx="1096">
                  <c:v>3650</c:v>
                </c:pt>
                <c:pt idx="1097">
                  <c:v>3653</c:v>
                </c:pt>
                <c:pt idx="1098">
                  <c:v>3657</c:v>
                </c:pt>
                <c:pt idx="1099">
                  <c:v>3660</c:v>
                </c:pt>
                <c:pt idx="1100">
                  <c:v>3663</c:v>
                </c:pt>
                <c:pt idx="1101">
                  <c:v>3667</c:v>
                </c:pt>
                <c:pt idx="1102">
                  <c:v>3670</c:v>
                </c:pt>
                <c:pt idx="1103">
                  <c:v>3673</c:v>
                </c:pt>
                <c:pt idx="1104">
                  <c:v>3677</c:v>
                </c:pt>
                <c:pt idx="1105">
                  <c:v>3680</c:v>
                </c:pt>
                <c:pt idx="1106">
                  <c:v>3683</c:v>
                </c:pt>
                <c:pt idx="1107">
                  <c:v>3687</c:v>
                </c:pt>
                <c:pt idx="1108">
                  <c:v>3690</c:v>
                </c:pt>
                <c:pt idx="1109">
                  <c:v>3693</c:v>
                </c:pt>
                <c:pt idx="1110">
                  <c:v>3697</c:v>
                </c:pt>
                <c:pt idx="1111">
                  <c:v>3700</c:v>
                </c:pt>
                <c:pt idx="1112">
                  <c:v>3703</c:v>
                </c:pt>
                <c:pt idx="1113">
                  <c:v>3707</c:v>
                </c:pt>
                <c:pt idx="1114">
                  <c:v>3710</c:v>
                </c:pt>
                <c:pt idx="1115">
                  <c:v>3713</c:v>
                </c:pt>
                <c:pt idx="1116">
                  <c:v>3717</c:v>
                </c:pt>
                <c:pt idx="1117">
                  <c:v>3720</c:v>
                </c:pt>
                <c:pt idx="1118">
                  <c:v>3723</c:v>
                </c:pt>
                <c:pt idx="1119">
                  <c:v>3727</c:v>
                </c:pt>
                <c:pt idx="1120">
                  <c:v>3730</c:v>
                </c:pt>
                <c:pt idx="1121">
                  <c:v>3733</c:v>
                </c:pt>
                <c:pt idx="1122">
                  <c:v>3737</c:v>
                </c:pt>
                <c:pt idx="1123">
                  <c:v>3740</c:v>
                </c:pt>
                <c:pt idx="1124">
                  <c:v>3743</c:v>
                </c:pt>
                <c:pt idx="1125">
                  <c:v>3747</c:v>
                </c:pt>
                <c:pt idx="1126">
                  <c:v>3750</c:v>
                </c:pt>
                <c:pt idx="1127">
                  <c:v>3753</c:v>
                </c:pt>
                <c:pt idx="1128">
                  <c:v>3756</c:v>
                </c:pt>
                <c:pt idx="1129">
                  <c:v>3760</c:v>
                </c:pt>
                <c:pt idx="1130">
                  <c:v>3763</c:v>
                </c:pt>
                <c:pt idx="1131">
                  <c:v>3766</c:v>
                </c:pt>
                <c:pt idx="1132">
                  <c:v>3770</c:v>
                </c:pt>
                <c:pt idx="1133">
                  <c:v>3773</c:v>
                </c:pt>
                <c:pt idx="1134">
                  <c:v>3776</c:v>
                </c:pt>
                <c:pt idx="1135">
                  <c:v>3780</c:v>
                </c:pt>
                <c:pt idx="1136">
                  <c:v>3783</c:v>
                </c:pt>
                <c:pt idx="1137">
                  <c:v>3786</c:v>
                </c:pt>
                <c:pt idx="1138">
                  <c:v>3790</c:v>
                </c:pt>
                <c:pt idx="1139">
                  <c:v>3793</c:v>
                </c:pt>
                <c:pt idx="1140">
                  <c:v>3796</c:v>
                </c:pt>
                <c:pt idx="1141">
                  <c:v>3800</c:v>
                </c:pt>
                <c:pt idx="1142">
                  <c:v>3803</c:v>
                </c:pt>
                <c:pt idx="1143">
                  <c:v>3806</c:v>
                </c:pt>
                <c:pt idx="1144">
                  <c:v>3810</c:v>
                </c:pt>
                <c:pt idx="1145">
                  <c:v>3813</c:v>
                </c:pt>
                <c:pt idx="1146">
                  <c:v>3816</c:v>
                </c:pt>
                <c:pt idx="1147">
                  <c:v>3820</c:v>
                </c:pt>
                <c:pt idx="1148">
                  <c:v>3823</c:v>
                </c:pt>
                <c:pt idx="1149">
                  <c:v>3826</c:v>
                </c:pt>
                <c:pt idx="1150">
                  <c:v>3830</c:v>
                </c:pt>
                <c:pt idx="1151">
                  <c:v>3833</c:v>
                </c:pt>
                <c:pt idx="1152">
                  <c:v>3836</c:v>
                </c:pt>
                <c:pt idx="1153">
                  <c:v>3840</c:v>
                </c:pt>
                <c:pt idx="1154">
                  <c:v>3843</c:v>
                </c:pt>
                <c:pt idx="1155">
                  <c:v>3846</c:v>
                </c:pt>
                <c:pt idx="1156">
                  <c:v>3850</c:v>
                </c:pt>
                <c:pt idx="1157">
                  <c:v>3853</c:v>
                </c:pt>
                <c:pt idx="1158">
                  <c:v>3856</c:v>
                </c:pt>
                <c:pt idx="1159">
                  <c:v>3860</c:v>
                </c:pt>
                <c:pt idx="1160">
                  <c:v>3863</c:v>
                </c:pt>
                <c:pt idx="1161">
                  <c:v>3866</c:v>
                </c:pt>
                <c:pt idx="1162">
                  <c:v>3870</c:v>
                </c:pt>
                <c:pt idx="1163">
                  <c:v>3873</c:v>
                </c:pt>
                <c:pt idx="1164">
                  <c:v>3876</c:v>
                </c:pt>
                <c:pt idx="1165">
                  <c:v>3880</c:v>
                </c:pt>
                <c:pt idx="1166">
                  <c:v>3883</c:v>
                </c:pt>
                <c:pt idx="1167">
                  <c:v>3886</c:v>
                </c:pt>
                <c:pt idx="1168">
                  <c:v>3890</c:v>
                </c:pt>
                <c:pt idx="1169">
                  <c:v>3893</c:v>
                </c:pt>
                <c:pt idx="1170">
                  <c:v>3896</c:v>
                </c:pt>
                <c:pt idx="1171">
                  <c:v>3900</c:v>
                </c:pt>
                <c:pt idx="1172">
                  <c:v>3903</c:v>
                </c:pt>
                <c:pt idx="1173">
                  <c:v>3906</c:v>
                </c:pt>
                <c:pt idx="1174">
                  <c:v>3910</c:v>
                </c:pt>
                <c:pt idx="1175">
                  <c:v>3913</c:v>
                </c:pt>
                <c:pt idx="1176">
                  <c:v>3916</c:v>
                </c:pt>
                <c:pt idx="1177">
                  <c:v>3920</c:v>
                </c:pt>
                <c:pt idx="1178">
                  <c:v>3923</c:v>
                </c:pt>
                <c:pt idx="1179">
                  <c:v>3926</c:v>
                </c:pt>
                <c:pt idx="1180">
                  <c:v>3930</c:v>
                </c:pt>
                <c:pt idx="1181">
                  <c:v>3933</c:v>
                </c:pt>
                <c:pt idx="1182">
                  <c:v>3936</c:v>
                </c:pt>
                <c:pt idx="1183">
                  <c:v>3939</c:v>
                </c:pt>
                <c:pt idx="1184">
                  <c:v>3943</c:v>
                </c:pt>
                <c:pt idx="1185">
                  <c:v>3946</c:v>
                </c:pt>
                <c:pt idx="1186">
                  <c:v>3949</c:v>
                </c:pt>
                <c:pt idx="1187">
                  <c:v>3953</c:v>
                </c:pt>
                <c:pt idx="1188">
                  <c:v>3956</c:v>
                </c:pt>
                <c:pt idx="1189">
                  <c:v>3959</c:v>
                </c:pt>
                <c:pt idx="1190">
                  <c:v>3963</c:v>
                </c:pt>
                <c:pt idx="1191">
                  <c:v>3966</c:v>
                </c:pt>
                <c:pt idx="1192">
                  <c:v>3969</c:v>
                </c:pt>
                <c:pt idx="1193">
                  <c:v>3973</c:v>
                </c:pt>
                <c:pt idx="1194">
                  <c:v>3976</c:v>
                </c:pt>
                <c:pt idx="1195">
                  <c:v>3979</c:v>
                </c:pt>
                <c:pt idx="1196">
                  <c:v>3983</c:v>
                </c:pt>
                <c:pt idx="1197">
                  <c:v>3986</c:v>
                </c:pt>
                <c:pt idx="1198">
                  <c:v>3989</c:v>
                </c:pt>
                <c:pt idx="1199">
                  <c:v>3993</c:v>
                </c:pt>
                <c:pt idx="1200">
                  <c:v>3996</c:v>
                </c:pt>
                <c:pt idx="1201">
                  <c:v>3999</c:v>
                </c:pt>
                <c:pt idx="1202">
                  <c:v>4003</c:v>
                </c:pt>
                <c:pt idx="1203">
                  <c:v>4006</c:v>
                </c:pt>
                <c:pt idx="1204">
                  <c:v>4009</c:v>
                </c:pt>
                <c:pt idx="1205">
                  <c:v>4013</c:v>
                </c:pt>
                <c:pt idx="1206">
                  <c:v>4016</c:v>
                </c:pt>
                <c:pt idx="1207">
                  <c:v>4019</c:v>
                </c:pt>
                <c:pt idx="1208">
                  <c:v>4023</c:v>
                </c:pt>
                <c:pt idx="1209">
                  <c:v>4026</c:v>
                </c:pt>
                <c:pt idx="1210">
                  <c:v>4029</c:v>
                </c:pt>
                <c:pt idx="1211">
                  <c:v>4033</c:v>
                </c:pt>
                <c:pt idx="1212">
                  <c:v>4036</c:v>
                </c:pt>
                <c:pt idx="1213">
                  <c:v>4039</c:v>
                </c:pt>
                <c:pt idx="1214">
                  <c:v>4043</c:v>
                </c:pt>
                <c:pt idx="1215">
                  <c:v>4046</c:v>
                </c:pt>
                <c:pt idx="1216">
                  <c:v>4049</c:v>
                </c:pt>
                <c:pt idx="1217">
                  <c:v>4053</c:v>
                </c:pt>
                <c:pt idx="1218">
                  <c:v>4056</c:v>
                </c:pt>
                <c:pt idx="1219">
                  <c:v>4059</c:v>
                </c:pt>
                <c:pt idx="1220">
                  <c:v>4063</c:v>
                </c:pt>
                <c:pt idx="1221">
                  <c:v>4066</c:v>
                </c:pt>
                <c:pt idx="1222">
                  <c:v>4069</c:v>
                </c:pt>
                <c:pt idx="1223">
                  <c:v>4073</c:v>
                </c:pt>
                <c:pt idx="1224">
                  <c:v>4076</c:v>
                </c:pt>
                <c:pt idx="1225">
                  <c:v>4079</c:v>
                </c:pt>
                <c:pt idx="1226">
                  <c:v>4083</c:v>
                </c:pt>
                <c:pt idx="1227">
                  <c:v>4086</c:v>
                </c:pt>
                <c:pt idx="1228">
                  <c:v>4089</c:v>
                </c:pt>
                <c:pt idx="1229">
                  <c:v>4093</c:v>
                </c:pt>
                <c:pt idx="1230">
                  <c:v>4096</c:v>
                </c:pt>
                <c:pt idx="1231">
                  <c:v>4099</c:v>
                </c:pt>
                <c:pt idx="1232">
                  <c:v>4103</c:v>
                </c:pt>
                <c:pt idx="1233">
                  <c:v>4106</c:v>
                </c:pt>
                <c:pt idx="1234">
                  <c:v>4109</c:v>
                </c:pt>
                <c:pt idx="1235">
                  <c:v>4113</c:v>
                </c:pt>
                <c:pt idx="1236">
                  <c:v>4116</c:v>
                </c:pt>
                <c:pt idx="1237">
                  <c:v>4119</c:v>
                </c:pt>
                <c:pt idx="1238">
                  <c:v>4122</c:v>
                </c:pt>
                <c:pt idx="1239">
                  <c:v>4126</c:v>
                </c:pt>
                <c:pt idx="1240">
                  <c:v>4129</c:v>
                </c:pt>
                <c:pt idx="1241">
                  <c:v>4132</c:v>
                </c:pt>
                <c:pt idx="1242">
                  <c:v>4136</c:v>
                </c:pt>
                <c:pt idx="1243">
                  <c:v>4139</c:v>
                </c:pt>
                <c:pt idx="1244">
                  <c:v>4142</c:v>
                </c:pt>
                <c:pt idx="1245">
                  <c:v>4146</c:v>
                </c:pt>
                <c:pt idx="1246">
                  <c:v>4149</c:v>
                </c:pt>
                <c:pt idx="1247">
                  <c:v>4152</c:v>
                </c:pt>
                <c:pt idx="1248">
                  <c:v>4156</c:v>
                </c:pt>
                <c:pt idx="1249">
                  <c:v>4159</c:v>
                </c:pt>
                <c:pt idx="1250">
                  <c:v>4162</c:v>
                </c:pt>
                <c:pt idx="1251">
                  <c:v>4166</c:v>
                </c:pt>
                <c:pt idx="1252">
                  <c:v>4169</c:v>
                </c:pt>
                <c:pt idx="1253">
                  <c:v>4172</c:v>
                </c:pt>
                <c:pt idx="1254">
                  <c:v>4176</c:v>
                </c:pt>
                <c:pt idx="1255">
                  <c:v>4179</c:v>
                </c:pt>
                <c:pt idx="1256">
                  <c:v>4182</c:v>
                </c:pt>
                <c:pt idx="1257">
                  <c:v>4186</c:v>
                </c:pt>
                <c:pt idx="1258">
                  <c:v>4189</c:v>
                </c:pt>
                <c:pt idx="1259">
                  <c:v>4192</c:v>
                </c:pt>
                <c:pt idx="1260">
                  <c:v>4196</c:v>
                </c:pt>
                <c:pt idx="1261">
                  <c:v>4199</c:v>
                </c:pt>
                <c:pt idx="1262">
                  <c:v>4202</c:v>
                </c:pt>
                <c:pt idx="1263">
                  <c:v>4206</c:v>
                </c:pt>
                <c:pt idx="1264">
                  <c:v>4209</c:v>
                </c:pt>
                <c:pt idx="1265">
                  <c:v>4212</c:v>
                </c:pt>
                <c:pt idx="1266">
                  <c:v>4216</c:v>
                </c:pt>
                <c:pt idx="1267">
                  <c:v>4219</c:v>
                </c:pt>
                <c:pt idx="1268">
                  <c:v>4222</c:v>
                </c:pt>
                <c:pt idx="1269">
                  <c:v>4226</c:v>
                </c:pt>
                <c:pt idx="1270">
                  <c:v>4229</c:v>
                </c:pt>
                <c:pt idx="1271">
                  <c:v>4232</c:v>
                </c:pt>
                <c:pt idx="1272">
                  <c:v>4236</c:v>
                </c:pt>
                <c:pt idx="1273">
                  <c:v>4239</c:v>
                </c:pt>
                <c:pt idx="1274">
                  <c:v>4242</c:v>
                </c:pt>
                <c:pt idx="1275">
                  <c:v>4246</c:v>
                </c:pt>
                <c:pt idx="1276">
                  <c:v>4249</c:v>
                </c:pt>
                <c:pt idx="1277">
                  <c:v>4252</c:v>
                </c:pt>
                <c:pt idx="1278">
                  <c:v>4256</c:v>
                </c:pt>
                <c:pt idx="1279">
                  <c:v>4259</c:v>
                </c:pt>
                <c:pt idx="1280">
                  <c:v>4262</c:v>
                </c:pt>
                <c:pt idx="1281">
                  <c:v>4266</c:v>
                </c:pt>
                <c:pt idx="1282">
                  <c:v>4269</c:v>
                </c:pt>
                <c:pt idx="1283">
                  <c:v>4272</c:v>
                </c:pt>
                <c:pt idx="1284">
                  <c:v>4276</c:v>
                </c:pt>
                <c:pt idx="1285">
                  <c:v>4279</c:v>
                </c:pt>
                <c:pt idx="1286">
                  <c:v>4282</c:v>
                </c:pt>
                <c:pt idx="1287">
                  <c:v>4286</c:v>
                </c:pt>
                <c:pt idx="1288">
                  <c:v>4289</c:v>
                </c:pt>
                <c:pt idx="1289">
                  <c:v>4292</c:v>
                </c:pt>
                <c:pt idx="1290">
                  <c:v>4296</c:v>
                </c:pt>
                <c:pt idx="1291">
                  <c:v>4299</c:v>
                </c:pt>
                <c:pt idx="1292">
                  <c:v>4302</c:v>
                </c:pt>
                <c:pt idx="1293">
                  <c:v>4305</c:v>
                </c:pt>
                <c:pt idx="1294">
                  <c:v>4309</c:v>
                </c:pt>
                <c:pt idx="1295">
                  <c:v>4312</c:v>
                </c:pt>
                <c:pt idx="1296">
                  <c:v>4315</c:v>
                </c:pt>
                <c:pt idx="1297">
                  <c:v>4319</c:v>
                </c:pt>
                <c:pt idx="1298">
                  <c:v>4322</c:v>
                </c:pt>
                <c:pt idx="1299">
                  <c:v>4325</c:v>
                </c:pt>
                <c:pt idx="1300">
                  <c:v>4329</c:v>
                </c:pt>
                <c:pt idx="1301">
                  <c:v>4332</c:v>
                </c:pt>
                <c:pt idx="1302">
                  <c:v>4335</c:v>
                </c:pt>
                <c:pt idx="1303">
                  <c:v>4339</c:v>
                </c:pt>
                <c:pt idx="1304">
                  <c:v>4342</c:v>
                </c:pt>
                <c:pt idx="1305">
                  <c:v>4345</c:v>
                </c:pt>
                <c:pt idx="1306">
                  <c:v>4349</c:v>
                </c:pt>
                <c:pt idx="1307">
                  <c:v>4352</c:v>
                </c:pt>
                <c:pt idx="1308">
                  <c:v>4355</c:v>
                </c:pt>
                <c:pt idx="1309">
                  <c:v>4359</c:v>
                </c:pt>
                <c:pt idx="1310">
                  <c:v>4362</c:v>
                </c:pt>
                <c:pt idx="1311">
                  <c:v>4365</c:v>
                </c:pt>
                <c:pt idx="1312">
                  <c:v>4369</c:v>
                </c:pt>
                <c:pt idx="1313">
                  <c:v>4372</c:v>
                </c:pt>
                <c:pt idx="1314">
                  <c:v>4375</c:v>
                </c:pt>
                <c:pt idx="1315">
                  <c:v>4379</c:v>
                </c:pt>
                <c:pt idx="1316">
                  <c:v>4382</c:v>
                </c:pt>
                <c:pt idx="1317">
                  <c:v>4385</c:v>
                </c:pt>
                <c:pt idx="1318">
                  <c:v>4389</c:v>
                </c:pt>
                <c:pt idx="1319">
                  <c:v>4392</c:v>
                </c:pt>
                <c:pt idx="1320">
                  <c:v>4395</c:v>
                </c:pt>
                <c:pt idx="1321">
                  <c:v>4399</c:v>
                </c:pt>
                <c:pt idx="1322">
                  <c:v>4402</c:v>
                </c:pt>
                <c:pt idx="1323">
                  <c:v>4405</c:v>
                </c:pt>
                <c:pt idx="1324">
                  <c:v>4409</c:v>
                </c:pt>
                <c:pt idx="1325">
                  <c:v>4412</c:v>
                </c:pt>
                <c:pt idx="1326">
                  <c:v>4415</c:v>
                </c:pt>
                <c:pt idx="1327">
                  <c:v>4419</c:v>
                </c:pt>
                <c:pt idx="1328">
                  <c:v>4422</c:v>
                </c:pt>
                <c:pt idx="1329">
                  <c:v>4425</c:v>
                </c:pt>
                <c:pt idx="1330">
                  <c:v>4429</c:v>
                </c:pt>
                <c:pt idx="1331">
                  <c:v>4432</c:v>
                </c:pt>
                <c:pt idx="1332">
                  <c:v>4435</c:v>
                </c:pt>
                <c:pt idx="1333">
                  <c:v>4439</c:v>
                </c:pt>
                <c:pt idx="1334">
                  <c:v>4442</c:v>
                </c:pt>
                <c:pt idx="1335">
                  <c:v>4445</c:v>
                </c:pt>
                <c:pt idx="1336">
                  <c:v>4449</c:v>
                </c:pt>
                <c:pt idx="1337">
                  <c:v>4452</c:v>
                </c:pt>
                <c:pt idx="1338">
                  <c:v>4455</c:v>
                </c:pt>
                <c:pt idx="1339">
                  <c:v>4459</c:v>
                </c:pt>
                <c:pt idx="1340">
                  <c:v>4462</c:v>
                </c:pt>
                <c:pt idx="1341">
                  <c:v>4465</c:v>
                </c:pt>
                <c:pt idx="1342">
                  <c:v>4469</c:v>
                </c:pt>
                <c:pt idx="1343">
                  <c:v>4472</c:v>
                </c:pt>
                <c:pt idx="1344">
                  <c:v>4475</c:v>
                </c:pt>
                <c:pt idx="1345">
                  <c:v>4479</c:v>
                </c:pt>
                <c:pt idx="1346">
                  <c:v>4482</c:v>
                </c:pt>
                <c:pt idx="1347">
                  <c:v>4485</c:v>
                </c:pt>
                <c:pt idx="1348">
                  <c:v>4488</c:v>
                </c:pt>
                <c:pt idx="1349">
                  <c:v>4492</c:v>
                </c:pt>
                <c:pt idx="1350">
                  <c:v>4495</c:v>
                </c:pt>
                <c:pt idx="1351">
                  <c:v>4498</c:v>
                </c:pt>
                <c:pt idx="1352">
                  <c:v>4502</c:v>
                </c:pt>
                <c:pt idx="1353">
                  <c:v>4505</c:v>
                </c:pt>
                <c:pt idx="1354">
                  <c:v>4508</c:v>
                </c:pt>
                <c:pt idx="1355">
                  <c:v>4512</c:v>
                </c:pt>
                <c:pt idx="1356">
                  <c:v>4515</c:v>
                </c:pt>
                <c:pt idx="1357">
                  <c:v>4518</c:v>
                </c:pt>
                <c:pt idx="1358">
                  <c:v>4522</c:v>
                </c:pt>
                <c:pt idx="1359">
                  <c:v>4525</c:v>
                </c:pt>
                <c:pt idx="1360">
                  <c:v>4528</c:v>
                </c:pt>
                <c:pt idx="1361">
                  <c:v>4532</c:v>
                </c:pt>
                <c:pt idx="1362">
                  <c:v>4535</c:v>
                </c:pt>
                <c:pt idx="1363">
                  <c:v>4538</c:v>
                </c:pt>
                <c:pt idx="1364">
                  <c:v>4542</c:v>
                </c:pt>
                <c:pt idx="1365">
                  <c:v>4545</c:v>
                </c:pt>
                <c:pt idx="1366">
                  <c:v>4548</c:v>
                </c:pt>
                <c:pt idx="1367">
                  <c:v>4552</c:v>
                </c:pt>
                <c:pt idx="1368">
                  <c:v>4555</c:v>
                </c:pt>
                <c:pt idx="1369">
                  <c:v>4558</c:v>
                </c:pt>
                <c:pt idx="1370">
                  <c:v>4562</c:v>
                </c:pt>
                <c:pt idx="1371">
                  <c:v>4565</c:v>
                </c:pt>
                <c:pt idx="1372">
                  <c:v>4568</c:v>
                </c:pt>
                <c:pt idx="1373">
                  <c:v>4572</c:v>
                </c:pt>
                <c:pt idx="1374">
                  <c:v>4575</c:v>
                </c:pt>
                <c:pt idx="1375">
                  <c:v>4578</c:v>
                </c:pt>
                <c:pt idx="1376">
                  <c:v>4582</c:v>
                </c:pt>
                <c:pt idx="1377">
                  <c:v>4585</c:v>
                </c:pt>
                <c:pt idx="1378">
                  <c:v>4588</c:v>
                </c:pt>
                <c:pt idx="1379">
                  <c:v>4592</c:v>
                </c:pt>
                <c:pt idx="1380">
                  <c:v>4595</c:v>
                </c:pt>
                <c:pt idx="1381">
                  <c:v>4598</c:v>
                </c:pt>
                <c:pt idx="1382">
                  <c:v>4602</c:v>
                </c:pt>
                <c:pt idx="1383">
                  <c:v>4605</c:v>
                </c:pt>
                <c:pt idx="1384">
                  <c:v>4608</c:v>
                </c:pt>
                <c:pt idx="1385">
                  <c:v>4612</c:v>
                </c:pt>
                <c:pt idx="1386">
                  <c:v>4615</c:v>
                </c:pt>
                <c:pt idx="1387">
                  <c:v>4618</c:v>
                </c:pt>
                <c:pt idx="1388">
                  <c:v>4622</c:v>
                </c:pt>
                <c:pt idx="1389">
                  <c:v>4625</c:v>
                </c:pt>
                <c:pt idx="1390">
                  <c:v>4628</c:v>
                </c:pt>
                <c:pt idx="1391">
                  <c:v>4632</c:v>
                </c:pt>
                <c:pt idx="1392">
                  <c:v>4635</c:v>
                </c:pt>
                <c:pt idx="1393">
                  <c:v>4638</c:v>
                </c:pt>
                <c:pt idx="1394">
                  <c:v>4642</c:v>
                </c:pt>
                <c:pt idx="1395">
                  <c:v>4645</c:v>
                </c:pt>
                <c:pt idx="1396">
                  <c:v>4648</c:v>
                </c:pt>
                <c:pt idx="1397">
                  <c:v>4652</c:v>
                </c:pt>
                <c:pt idx="1398">
                  <c:v>4655</c:v>
                </c:pt>
                <c:pt idx="1399">
                  <c:v>4658</c:v>
                </c:pt>
                <c:pt idx="1400">
                  <c:v>4662</c:v>
                </c:pt>
                <c:pt idx="1401">
                  <c:v>4665</c:v>
                </c:pt>
                <c:pt idx="1402">
                  <c:v>4668</c:v>
                </c:pt>
                <c:pt idx="1403">
                  <c:v>4671</c:v>
                </c:pt>
                <c:pt idx="1404">
                  <c:v>4675</c:v>
                </c:pt>
                <c:pt idx="1405">
                  <c:v>4678</c:v>
                </c:pt>
                <c:pt idx="1406">
                  <c:v>4681</c:v>
                </c:pt>
                <c:pt idx="1407">
                  <c:v>4685</c:v>
                </c:pt>
                <c:pt idx="1408">
                  <c:v>4688</c:v>
                </c:pt>
                <c:pt idx="1409">
                  <c:v>4691</c:v>
                </c:pt>
                <c:pt idx="1410">
                  <c:v>4695</c:v>
                </c:pt>
                <c:pt idx="1411">
                  <c:v>4698</c:v>
                </c:pt>
                <c:pt idx="1412">
                  <c:v>4701</c:v>
                </c:pt>
                <c:pt idx="1413">
                  <c:v>4705</c:v>
                </c:pt>
                <c:pt idx="1414">
                  <c:v>4708</c:v>
                </c:pt>
                <c:pt idx="1415">
                  <c:v>4711</c:v>
                </c:pt>
                <c:pt idx="1416">
                  <c:v>4715</c:v>
                </c:pt>
                <c:pt idx="1417">
                  <c:v>4718</c:v>
                </c:pt>
                <c:pt idx="1418">
                  <c:v>4721</c:v>
                </c:pt>
                <c:pt idx="1419">
                  <c:v>4725</c:v>
                </c:pt>
                <c:pt idx="1420">
                  <c:v>4728</c:v>
                </c:pt>
                <c:pt idx="1421">
                  <c:v>4731</c:v>
                </c:pt>
                <c:pt idx="1422">
                  <c:v>4735</c:v>
                </c:pt>
                <c:pt idx="1423">
                  <c:v>4738</c:v>
                </c:pt>
                <c:pt idx="1424">
                  <c:v>4741</c:v>
                </c:pt>
                <c:pt idx="1425">
                  <c:v>4745</c:v>
                </c:pt>
                <c:pt idx="1426">
                  <c:v>4748</c:v>
                </c:pt>
                <c:pt idx="1427">
                  <c:v>4751</c:v>
                </c:pt>
                <c:pt idx="1428">
                  <c:v>4755</c:v>
                </c:pt>
                <c:pt idx="1429">
                  <c:v>4758</c:v>
                </c:pt>
                <c:pt idx="1430">
                  <c:v>4761</c:v>
                </c:pt>
                <c:pt idx="1431">
                  <c:v>4765</c:v>
                </c:pt>
                <c:pt idx="1432">
                  <c:v>4768</c:v>
                </c:pt>
                <c:pt idx="1433">
                  <c:v>4771</c:v>
                </c:pt>
                <c:pt idx="1434">
                  <c:v>4775</c:v>
                </c:pt>
                <c:pt idx="1435">
                  <c:v>4778</c:v>
                </c:pt>
                <c:pt idx="1436">
                  <c:v>4781</c:v>
                </c:pt>
                <c:pt idx="1437">
                  <c:v>4785</c:v>
                </c:pt>
                <c:pt idx="1438">
                  <c:v>4788</c:v>
                </c:pt>
                <c:pt idx="1439">
                  <c:v>4791</c:v>
                </c:pt>
                <c:pt idx="1440">
                  <c:v>4795</c:v>
                </c:pt>
                <c:pt idx="1441">
                  <c:v>4798</c:v>
                </c:pt>
                <c:pt idx="1442">
                  <c:v>4801</c:v>
                </c:pt>
                <c:pt idx="1443">
                  <c:v>4805</c:v>
                </c:pt>
                <c:pt idx="1444">
                  <c:v>4808</c:v>
                </c:pt>
                <c:pt idx="1445">
                  <c:v>4811</c:v>
                </c:pt>
                <c:pt idx="1446">
                  <c:v>4815</c:v>
                </c:pt>
                <c:pt idx="1447">
                  <c:v>4818</c:v>
                </c:pt>
                <c:pt idx="1448">
                  <c:v>4821</c:v>
                </c:pt>
                <c:pt idx="1449">
                  <c:v>4825</c:v>
                </c:pt>
                <c:pt idx="1450">
                  <c:v>4828</c:v>
                </c:pt>
                <c:pt idx="1451">
                  <c:v>4831</c:v>
                </c:pt>
                <c:pt idx="1452">
                  <c:v>4835</c:v>
                </c:pt>
                <c:pt idx="1453">
                  <c:v>4838</c:v>
                </c:pt>
                <c:pt idx="1454">
                  <c:v>4841</c:v>
                </c:pt>
                <c:pt idx="1455">
                  <c:v>4845</c:v>
                </c:pt>
                <c:pt idx="1456">
                  <c:v>4848</c:v>
                </c:pt>
                <c:pt idx="1457">
                  <c:v>4851</c:v>
                </c:pt>
                <c:pt idx="1458">
                  <c:v>4854</c:v>
                </c:pt>
                <c:pt idx="1459">
                  <c:v>4858</c:v>
                </c:pt>
                <c:pt idx="1460">
                  <c:v>4861</c:v>
                </c:pt>
                <c:pt idx="1461">
                  <c:v>4864</c:v>
                </c:pt>
                <c:pt idx="1462">
                  <c:v>4868</c:v>
                </c:pt>
                <c:pt idx="1463">
                  <c:v>4871</c:v>
                </c:pt>
                <c:pt idx="1464">
                  <c:v>4874</c:v>
                </c:pt>
                <c:pt idx="1465">
                  <c:v>4878</c:v>
                </c:pt>
                <c:pt idx="1466">
                  <c:v>4881</c:v>
                </c:pt>
                <c:pt idx="1467">
                  <c:v>4884</c:v>
                </c:pt>
                <c:pt idx="1468">
                  <c:v>4888</c:v>
                </c:pt>
                <c:pt idx="1469">
                  <c:v>4891</c:v>
                </c:pt>
                <c:pt idx="1470">
                  <c:v>4894</c:v>
                </c:pt>
                <c:pt idx="1471">
                  <c:v>4898</c:v>
                </c:pt>
                <c:pt idx="1472">
                  <c:v>4901</c:v>
                </c:pt>
                <c:pt idx="1473">
                  <c:v>4904</c:v>
                </c:pt>
                <c:pt idx="1474">
                  <c:v>4908</c:v>
                </c:pt>
                <c:pt idx="1475">
                  <c:v>4911</c:v>
                </c:pt>
                <c:pt idx="1476">
                  <c:v>4914</c:v>
                </c:pt>
                <c:pt idx="1477">
                  <c:v>4918</c:v>
                </c:pt>
                <c:pt idx="1478">
                  <c:v>4921</c:v>
                </c:pt>
                <c:pt idx="1479">
                  <c:v>4924</c:v>
                </c:pt>
                <c:pt idx="1480">
                  <c:v>4928</c:v>
                </c:pt>
                <c:pt idx="1481">
                  <c:v>4931</c:v>
                </c:pt>
                <c:pt idx="1482">
                  <c:v>4934</c:v>
                </c:pt>
                <c:pt idx="1483">
                  <c:v>4938</c:v>
                </c:pt>
                <c:pt idx="1484">
                  <c:v>4941</c:v>
                </c:pt>
                <c:pt idx="1485">
                  <c:v>4944</c:v>
                </c:pt>
                <c:pt idx="1486">
                  <c:v>4948</c:v>
                </c:pt>
                <c:pt idx="1487">
                  <c:v>4951</c:v>
                </c:pt>
                <c:pt idx="1488">
                  <c:v>4954</c:v>
                </c:pt>
                <c:pt idx="1489">
                  <c:v>4958</c:v>
                </c:pt>
                <c:pt idx="1490">
                  <c:v>4961</c:v>
                </c:pt>
                <c:pt idx="1491">
                  <c:v>4964</c:v>
                </c:pt>
                <c:pt idx="1492">
                  <c:v>4968</c:v>
                </c:pt>
                <c:pt idx="1493">
                  <c:v>4971</c:v>
                </c:pt>
                <c:pt idx="1494">
                  <c:v>4974</c:v>
                </c:pt>
                <c:pt idx="1495">
                  <c:v>4978</c:v>
                </c:pt>
                <c:pt idx="1496">
                  <c:v>4981</c:v>
                </c:pt>
                <c:pt idx="1497">
                  <c:v>4984</c:v>
                </c:pt>
                <c:pt idx="1498">
                  <c:v>4988</c:v>
                </c:pt>
                <c:pt idx="1499">
                  <c:v>4991</c:v>
                </c:pt>
                <c:pt idx="1500">
                  <c:v>4994</c:v>
                </c:pt>
                <c:pt idx="1501">
                  <c:v>4998</c:v>
                </c:pt>
                <c:pt idx="1502">
                  <c:v>5001</c:v>
                </c:pt>
                <c:pt idx="1503">
                  <c:v>5004</c:v>
                </c:pt>
                <c:pt idx="1504">
                  <c:v>5008</c:v>
                </c:pt>
                <c:pt idx="1505">
                  <c:v>5011</c:v>
                </c:pt>
                <c:pt idx="1506">
                  <c:v>5014</c:v>
                </c:pt>
                <c:pt idx="1507">
                  <c:v>5018</c:v>
                </c:pt>
                <c:pt idx="1508">
                  <c:v>5021</c:v>
                </c:pt>
                <c:pt idx="1509">
                  <c:v>5024</c:v>
                </c:pt>
                <c:pt idx="1510">
                  <c:v>5028</c:v>
                </c:pt>
                <c:pt idx="1511">
                  <c:v>5031</c:v>
                </c:pt>
                <c:pt idx="1512">
                  <c:v>5034</c:v>
                </c:pt>
                <c:pt idx="1513">
                  <c:v>5037</c:v>
                </c:pt>
                <c:pt idx="1514">
                  <c:v>5041</c:v>
                </c:pt>
                <c:pt idx="1515">
                  <c:v>5044</c:v>
                </c:pt>
                <c:pt idx="1516">
                  <c:v>5047</c:v>
                </c:pt>
                <c:pt idx="1517">
                  <c:v>5051</c:v>
                </c:pt>
                <c:pt idx="1518">
                  <c:v>5054</c:v>
                </c:pt>
                <c:pt idx="1519">
                  <c:v>5057</c:v>
                </c:pt>
                <c:pt idx="1520">
                  <c:v>5061</c:v>
                </c:pt>
                <c:pt idx="1521">
                  <c:v>5064</c:v>
                </c:pt>
                <c:pt idx="1522">
                  <c:v>5067</c:v>
                </c:pt>
                <c:pt idx="1523">
                  <c:v>5071</c:v>
                </c:pt>
                <c:pt idx="1524">
                  <c:v>5074</c:v>
                </c:pt>
                <c:pt idx="1525">
                  <c:v>5077</c:v>
                </c:pt>
                <c:pt idx="1526">
                  <c:v>5081</c:v>
                </c:pt>
                <c:pt idx="1527">
                  <c:v>5084</c:v>
                </c:pt>
                <c:pt idx="1528">
                  <c:v>5087</c:v>
                </c:pt>
                <c:pt idx="1529">
                  <c:v>5091</c:v>
                </c:pt>
                <c:pt idx="1530">
                  <c:v>5094</c:v>
                </c:pt>
                <c:pt idx="1531">
                  <c:v>5097</c:v>
                </c:pt>
                <c:pt idx="1532">
                  <c:v>5101</c:v>
                </c:pt>
                <c:pt idx="1533">
                  <c:v>5104</c:v>
                </c:pt>
                <c:pt idx="1534">
                  <c:v>5107</c:v>
                </c:pt>
                <c:pt idx="1535">
                  <c:v>5111</c:v>
                </c:pt>
                <c:pt idx="1536">
                  <c:v>5114</c:v>
                </c:pt>
                <c:pt idx="1537">
                  <c:v>5117</c:v>
                </c:pt>
                <c:pt idx="1538">
                  <c:v>5121</c:v>
                </c:pt>
                <c:pt idx="1539">
                  <c:v>5124</c:v>
                </c:pt>
                <c:pt idx="1540">
                  <c:v>5127</c:v>
                </c:pt>
                <c:pt idx="1541">
                  <c:v>5131</c:v>
                </c:pt>
                <c:pt idx="1542">
                  <c:v>5134</c:v>
                </c:pt>
                <c:pt idx="1543">
                  <c:v>5137</c:v>
                </c:pt>
                <c:pt idx="1544">
                  <c:v>5141</c:v>
                </c:pt>
                <c:pt idx="1545">
                  <c:v>5144</c:v>
                </c:pt>
                <c:pt idx="1546">
                  <c:v>5147</c:v>
                </c:pt>
                <c:pt idx="1547">
                  <c:v>5151</c:v>
                </c:pt>
                <c:pt idx="1548">
                  <c:v>5154</c:v>
                </c:pt>
                <c:pt idx="1549">
                  <c:v>5157</c:v>
                </c:pt>
                <c:pt idx="1550">
                  <c:v>5161</c:v>
                </c:pt>
                <c:pt idx="1551">
                  <c:v>5164</c:v>
                </c:pt>
                <c:pt idx="1552">
                  <c:v>5167</c:v>
                </c:pt>
                <c:pt idx="1553">
                  <c:v>5171</c:v>
                </c:pt>
                <c:pt idx="1554">
                  <c:v>5174</c:v>
                </c:pt>
                <c:pt idx="1555">
                  <c:v>5177</c:v>
                </c:pt>
                <c:pt idx="1556">
                  <c:v>5181</c:v>
                </c:pt>
                <c:pt idx="1557">
                  <c:v>5184</c:v>
                </c:pt>
                <c:pt idx="1558">
                  <c:v>5187</c:v>
                </c:pt>
                <c:pt idx="1559">
                  <c:v>5191</c:v>
                </c:pt>
                <c:pt idx="1560">
                  <c:v>5194</c:v>
                </c:pt>
                <c:pt idx="1561">
                  <c:v>5197</c:v>
                </c:pt>
                <c:pt idx="1562">
                  <c:v>5201</c:v>
                </c:pt>
                <c:pt idx="1563">
                  <c:v>5204</c:v>
                </c:pt>
                <c:pt idx="1564">
                  <c:v>5207</c:v>
                </c:pt>
                <c:pt idx="1565">
                  <c:v>5211</c:v>
                </c:pt>
                <c:pt idx="1566">
                  <c:v>5214</c:v>
                </c:pt>
                <c:pt idx="1567">
                  <c:v>5217</c:v>
                </c:pt>
                <c:pt idx="1568">
                  <c:v>5220</c:v>
                </c:pt>
                <c:pt idx="1569">
                  <c:v>5224</c:v>
                </c:pt>
                <c:pt idx="1570">
                  <c:v>5227</c:v>
                </c:pt>
                <c:pt idx="1571">
                  <c:v>5230</c:v>
                </c:pt>
                <c:pt idx="1572">
                  <c:v>5234</c:v>
                </c:pt>
                <c:pt idx="1573">
                  <c:v>5237</c:v>
                </c:pt>
                <c:pt idx="1574">
                  <c:v>5240</c:v>
                </c:pt>
                <c:pt idx="1575">
                  <c:v>5244</c:v>
                </c:pt>
                <c:pt idx="1576">
                  <c:v>5247</c:v>
                </c:pt>
                <c:pt idx="1577">
                  <c:v>5250</c:v>
                </c:pt>
                <c:pt idx="1578">
                  <c:v>5254</c:v>
                </c:pt>
                <c:pt idx="1579">
                  <c:v>5257</c:v>
                </c:pt>
                <c:pt idx="1580">
                  <c:v>5260</c:v>
                </c:pt>
                <c:pt idx="1581">
                  <c:v>5264</c:v>
                </c:pt>
                <c:pt idx="1582">
                  <c:v>5267</c:v>
                </c:pt>
                <c:pt idx="1583">
                  <c:v>5270</c:v>
                </c:pt>
                <c:pt idx="1584">
                  <c:v>5274</c:v>
                </c:pt>
                <c:pt idx="1585">
                  <c:v>5277</c:v>
                </c:pt>
                <c:pt idx="1586">
                  <c:v>5280</c:v>
                </c:pt>
                <c:pt idx="1587">
                  <c:v>5284</c:v>
                </c:pt>
                <c:pt idx="1588">
                  <c:v>5287</c:v>
                </c:pt>
                <c:pt idx="1589">
                  <c:v>5290</c:v>
                </c:pt>
                <c:pt idx="1590">
                  <c:v>5294</c:v>
                </c:pt>
                <c:pt idx="1591">
                  <c:v>5297</c:v>
                </c:pt>
                <c:pt idx="1592">
                  <c:v>5300</c:v>
                </c:pt>
                <c:pt idx="1593">
                  <c:v>5304</c:v>
                </c:pt>
                <c:pt idx="1594">
                  <c:v>5307</c:v>
                </c:pt>
                <c:pt idx="1595">
                  <c:v>5310</c:v>
                </c:pt>
                <c:pt idx="1596">
                  <c:v>5314</c:v>
                </c:pt>
                <c:pt idx="1597">
                  <c:v>5317</c:v>
                </c:pt>
                <c:pt idx="1598">
                  <c:v>5320</c:v>
                </c:pt>
                <c:pt idx="1599">
                  <c:v>5324</c:v>
                </c:pt>
                <c:pt idx="1600">
                  <c:v>5327</c:v>
                </c:pt>
                <c:pt idx="1601">
                  <c:v>5330</c:v>
                </c:pt>
                <c:pt idx="1602">
                  <c:v>5334</c:v>
                </c:pt>
                <c:pt idx="1603">
                  <c:v>5337</c:v>
                </c:pt>
                <c:pt idx="1604">
                  <c:v>5340</c:v>
                </c:pt>
                <c:pt idx="1605">
                  <c:v>5344</c:v>
                </c:pt>
                <c:pt idx="1606">
                  <c:v>5347</c:v>
                </c:pt>
                <c:pt idx="1607">
                  <c:v>5350</c:v>
                </c:pt>
                <c:pt idx="1608">
                  <c:v>5354</c:v>
                </c:pt>
                <c:pt idx="1609">
                  <c:v>5357</c:v>
                </c:pt>
                <c:pt idx="1610">
                  <c:v>5360</c:v>
                </c:pt>
                <c:pt idx="1611">
                  <c:v>5364</c:v>
                </c:pt>
                <c:pt idx="1612">
                  <c:v>5367</c:v>
                </c:pt>
                <c:pt idx="1613">
                  <c:v>5370</c:v>
                </c:pt>
                <c:pt idx="1614">
                  <c:v>5374</c:v>
                </c:pt>
                <c:pt idx="1615">
                  <c:v>5377</c:v>
                </c:pt>
                <c:pt idx="1616">
                  <c:v>5380</c:v>
                </c:pt>
                <c:pt idx="1617">
                  <c:v>5384</c:v>
                </c:pt>
                <c:pt idx="1618">
                  <c:v>5387</c:v>
                </c:pt>
                <c:pt idx="1619">
                  <c:v>5390</c:v>
                </c:pt>
                <c:pt idx="1620">
                  <c:v>5394</c:v>
                </c:pt>
                <c:pt idx="1621">
                  <c:v>5397</c:v>
                </c:pt>
                <c:pt idx="1622">
                  <c:v>5400</c:v>
                </c:pt>
                <c:pt idx="1623">
                  <c:v>5403</c:v>
                </c:pt>
                <c:pt idx="1624">
                  <c:v>5407</c:v>
                </c:pt>
                <c:pt idx="1625">
                  <c:v>5410</c:v>
                </c:pt>
                <c:pt idx="1626">
                  <c:v>5413</c:v>
                </c:pt>
                <c:pt idx="1627">
                  <c:v>5417</c:v>
                </c:pt>
                <c:pt idx="1628">
                  <c:v>5420</c:v>
                </c:pt>
                <c:pt idx="1629">
                  <c:v>5423</c:v>
                </c:pt>
                <c:pt idx="1630">
                  <c:v>5427</c:v>
                </c:pt>
                <c:pt idx="1631">
                  <c:v>5430</c:v>
                </c:pt>
                <c:pt idx="1632">
                  <c:v>5433</c:v>
                </c:pt>
                <c:pt idx="1633">
                  <c:v>5437</c:v>
                </c:pt>
                <c:pt idx="1634">
                  <c:v>5440</c:v>
                </c:pt>
                <c:pt idx="1635">
                  <c:v>5443</c:v>
                </c:pt>
                <c:pt idx="1636">
                  <c:v>5447</c:v>
                </c:pt>
                <c:pt idx="1637">
                  <c:v>5450</c:v>
                </c:pt>
                <c:pt idx="1638">
                  <c:v>5453</c:v>
                </c:pt>
                <c:pt idx="1639">
                  <c:v>5457</c:v>
                </c:pt>
                <c:pt idx="1640">
                  <c:v>5460</c:v>
                </c:pt>
                <c:pt idx="1641">
                  <c:v>5463</c:v>
                </c:pt>
                <c:pt idx="1642">
                  <c:v>5467</c:v>
                </c:pt>
                <c:pt idx="1643">
                  <c:v>5470</c:v>
                </c:pt>
                <c:pt idx="1644">
                  <c:v>5473</c:v>
                </c:pt>
                <c:pt idx="1645">
                  <c:v>5477</c:v>
                </c:pt>
                <c:pt idx="1646">
                  <c:v>5480</c:v>
                </c:pt>
                <c:pt idx="1647">
                  <c:v>5483</c:v>
                </c:pt>
                <c:pt idx="1648">
                  <c:v>5487</c:v>
                </c:pt>
                <c:pt idx="1649">
                  <c:v>5490</c:v>
                </c:pt>
                <c:pt idx="1650">
                  <c:v>5493</c:v>
                </c:pt>
                <c:pt idx="1651">
                  <c:v>5497</c:v>
                </c:pt>
                <c:pt idx="1652">
                  <c:v>5500</c:v>
                </c:pt>
                <c:pt idx="1653">
                  <c:v>5503</c:v>
                </c:pt>
                <c:pt idx="1654">
                  <c:v>5507</c:v>
                </c:pt>
                <c:pt idx="1655">
                  <c:v>5510</c:v>
                </c:pt>
                <c:pt idx="1656">
                  <c:v>5513</c:v>
                </c:pt>
                <c:pt idx="1657">
                  <c:v>5517</c:v>
                </c:pt>
                <c:pt idx="1658">
                  <c:v>5520</c:v>
                </c:pt>
                <c:pt idx="1659">
                  <c:v>5523</c:v>
                </c:pt>
                <c:pt idx="1660">
                  <c:v>5527</c:v>
                </c:pt>
                <c:pt idx="1661">
                  <c:v>5530</c:v>
                </c:pt>
                <c:pt idx="1662">
                  <c:v>5533</c:v>
                </c:pt>
                <c:pt idx="1663">
                  <c:v>5537</c:v>
                </c:pt>
                <c:pt idx="1664">
                  <c:v>5540</c:v>
                </c:pt>
                <c:pt idx="1665">
                  <c:v>5543</c:v>
                </c:pt>
                <c:pt idx="1666">
                  <c:v>5547</c:v>
                </c:pt>
                <c:pt idx="1667">
                  <c:v>5550</c:v>
                </c:pt>
                <c:pt idx="1668">
                  <c:v>5553</c:v>
                </c:pt>
                <c:pt idx="1669">
                  <c:v>5557</c:v>
                </c:pt>
                <c:pt idx="1670">
                  <c:v>5560</c:v>
                </c:pt>
                <c:pt idx="1671">
                  <c:v>5563</c:v>
                </c:pt>
                <c:pt idx="1672">
                  <c:v>5567</c:v>
                </c:pt>
                <c:pt idx="1673">
                  <c:v>5570</c:v>
                </c:pt>
                <c:pt idx="1674">
                  <c:v>5573</c:v>
                </c:pt>
                <c:pt idx="1675">
                  <c:v>5577</c:v>
                </c:pt>
                <c:pt idx="1676">
                  <c:v>5580</c:v>
                </c:pt>
                <c:pt idx="1677">
                  <c:v>5583</c:v>
                </c:pt>
                <c:pt idx="1678">
                  <c:v>5586</c:v>
                </c:pt>
                <c:pt idx="1679">
                  <c:v>5590</c:v>
                </c:pt>
                <c:pt idx="1680">
                  <c:v>5593</c:v>
                </c:pt>
                <c:pt idx="1681">
                  <c:v>5596</c:v>
                </c:pt>
                <c:pt idx="1682">
                  <c:v>5600</c:v>
                </c:pt>
                <c:pt idx="1683">
                  <c:v>5603</c:v>
                </c:pt>
                <c:pt idx="1684">
                  <c:v>5606</c:v>
                </c:pt>
                <c:pt idx="1685">
                  <c:v>5610</c:v>
                </c:pt>
                <c:pt idx="1686">
                  <c:v>5613</c:v>
                </c:pt>
                <c:pt idx="1687">
                  <c:v>5616</c:v>
                </c:pt>
                <c:pt idx="1688">
                  <c:v>5620</c:v>
                </c:pt>
                <c:pt idx="1689">
                  <c:v>5623</c:v>
                </c:pt>
                <c:pt idx="1690">
                  <c:v>5626</c:v>
                </c:pt>
                <c:pt idx="1691">
                  <c:v>5630</c:v>
                </c:pt>
                <c:pt idx="1692">
                  <c:v>5633</c:v>
                </c:pt>
                <c:pt idx="1693">
                  <c:v>5636</c:v>
                </c:pt>
                <c:pt idx="1694">
                  <c:v>5640</c:v>
                </c:pt>
                <c:pt idx="1695">
                  <c:v>5643</c:v>
                </c:pt>
                <c:pt idx="1696">
                  <c:v>5646</c:v>
                </c:pt>
                <c:pt idx="1697">
                  <c:v>5650</c:v>
                </c:pt>
                <c:pt idx="1698">
                  <c:v>5653</c:v>
                </c:pt>
                <c:pt idx="1699">
                  <c:v>5656</c:v>
                </c:pt>
                <c:pt idx="1700">
                  <c:v>5660</c:v>
                </c:pt>
                <c:pt idx="1701">
                  <c:v>5663</c:v>
                </c:pt>
                <c:pt idx="1702">
                  <c:v>5666</c:v>
                </c:pt>
                <c:pt idx="1703">
                  <c:v>5670</c:v>
                </c:pt>
                <c:pt idx="1704">
                  <c:v>5673</c:v>
                </c:pt>
                <c:pt idx="1705">
                  <c:v>5676</c:v>
                </c:pt>
                <c:pt idx="1706">
                  <c:v>5680</c:v>
                </c:pt>
                <c:pt idx="1707">
                  <c:v>5683</c:v>
                </c:pt>
                <c:pt idx="1708">
                  <c:v>5686</c:v>
                </c:pt>
                <c:pt idx="1709">
                  <c:v>5690</c:v>
                </c:pt>
                <c:pt idx="1710">
                  <c:v>5693</c:v>
                </c:pt>
                <c:pt idx="1711">
                  <c:v>5696</c:v>
                </c:pt>
                <c:pt idx="1712">
                  <c:v>5700</c:v>
                </c:pt>
                <c:pt idx="1713">
                  <c:v>5703</c:v>
                </c:pt>
                <c:pt idx="1714">
                  <c:v>5706</c:v>
                </c:pt>
                <c:pt idx="1715">
                  <c:v>5710</c:v>
                </c:pt>
                <c:pt idx="1716">
                  <c:v>5713</c:v>
                </c:pt>
                <c:pt idx="1717">
                  <c:v>5716</c:v>
                </c:pt>
                <c:pt idx="1718">
                  <c:v>5720</c:v>
                </c:pt>
                <c:pt idx="1719">
                  <c:v>5723</c:v>
                </c:pt>
                <c:pt idx="1720">
                  <c:v>5726</c:v>
                </c:pt>
                <c:pt idx="1721">
                  <c:v>5730</c:v>
                </c:pt>
                <c:pt idx="1722">
                  <c:v>5733</c:v>
                </c:pt>
                <c:pt idx="1723">
                  <c:v>5736</c:v>
                </c:pt>
                <c:pt idx="1724">
                  <c:v>5740</c:v>
                </c:pt>
                <c:pt idx="1725">
                  <c:v>5743</c:v>
                </c:pt>
                <c:pt idx="1726">
                  <c:v>5746</c:v>
                </c:pt>
                <c:pt idx="1727">
                  <c:v>5750</c:v>
                </c:pt>
                <c:pt idx="1728">
                  <c:v>5753</c:v>
                </c:pt>
                <c:pt idx="1729">
                  <c:v>5756</c:v>
                </c:pt>
                <c:pt idx="1730">
                  <c:v>5760</c:v>
                </c:pt>
                <c:pt idx="1731">
                  <c:v>5763</c:v>
                </c:pt>
                <c:pt idx="1732">
                  <c:v>5766</c:v>
                </c:pt>
                <c:pt idx="1733">
                  <c:v>5769</c:v>
                </c:pt>
                <c:pt idx="1734">
                  <c:v>5773</c:v>
                </c:pt>
                <c:pt idx="1735">
                  <c:v>5776</c:v>
                </c:pt>
                <c:pt idx="1736">
                  <c:v>5779</c:v>
                </c:pt>
                <c:pt idx="1737">
                  <c:v>5783</c:v>
                </c:pt>
                <c:pt idx="1738">
                  <c:v>5786</c:v>
                </c:pt>
                <c:pt idx="1739">
                  <c:v>5789</c:v>
                </c:pt>
                <c:pt idx="1740">
                  <c:v>5793</c:v>
                </c:pt>
                <c:pt idx="1741">
                  <c:v>5796</c:v>
                </c:pt>
                <c:pt idx="1742">
                  <c:v>5799</c:v>
                </c:pt>
                <c:pt idx="1743">
                  <c:v>5803</c:v>
                </c:pt>
                <c:pt idx="1744">
                  <c:v>5806</c:v>
                </c:pt>
                <c:pt idx="1745">
                  <c:v>5809</c:v>
                </c:pt>
                <c:pt idx="1746">
                  <c:v>5813</c:v>
                </c:pt>
                <c:pt idx="1747">
                  <c:v>5816</c:v>
                </c:pt>
                <c:pt idx="1748">
                  <c:v>5819</c:v>
                </c:pt>
                <c:pt idx="1749">
                  <c:v>5823</c:v>
                </c:pt>
                <c:pt idx="1750">
                  <c:v>5826</c:v>
                </c:pt>
                <c:pt idx="1751">
                  <c:v>5829</c:v>
                </c:pt>
                <c:pt idx="1752">
                  <c:v>5833</c:v>
                </c:pt>
                <c:pt idx="1753">
                  <c:v>5836</c:v>
                </c:pt>
                <c:pt idx="1754">
                  <c:v>5839</c:v>
                </c:pt>
                <c:pt idx="1755">
                  <c:v>5843</c:v>
                </c:pt>
                <c:pt idx="1756">
                  <c:v>5846</c:v>
                </c:pt>
                <c:pt idx="1757">
                  <c:v>5849</c:v>
                </c:pt>
                <c:pt idx="1758">
                  <c:v>5853</c:v>
                </c:pt>
                <c:pt idx="1759">
                  <c:v>5856</c:v>
                </c:pt>
                <c:pt idx="1760">
                  <c:v>5859</c:v>
                </c:pt>
                <c:pt idx="1761">
                  <c:v>5863</c:v>
                </c:pt>
                <c:pt idx="1762">
                  <c:v>5866</c:v>
                </c:pt>
                <c:pt idx="1763">
                  <c:v>5869</c:v>
                </c:pt>
                <c:pt idx="1764">
                  <c:v>5873</c:v>
                </c:pt>
                <c:pt idx="1765">
                  <c:v>5876</c:v>
                </c:pt>
                <c:pt idx="1766">
                  <c:v>5879</c:v>
                </c:pt>
                <c:pt idx="1767">
                  <c:v>5883</c:v>
                </c:pt>
                <c:pt idx="1768">
                  <c:v>5886</c:v>
                </c:pt>
                <c:pt idx="1769">
                  <c:v>5889</c:v>
                </c:pt>
                <c:pt idx="1770">
                  <c:v>5893</c:v>
                </c:pt>
                <c:pt idx="1771">
                  <c:v>5896</c:v>
                </c:pt>
                <c:pt idx="1772">
                  <c:v>5899</c:v>
                </c:pt>
                <c:pt idx="1773">
                  <c:v>5903</c:v>
                </c:pt>
                <c:pt idx="1774">
                  <c:v>5906</c:v>
                </c:pt>
                <c:pt idx="1775">
                  <c:v>5909</c:v>
                </c:pt>
                <c:pt idx="1776">
                  <c:v>5913</c:v>
                </c:pt>
                <c:pt idx="1777">
                  <c:v>5916</c:v>
                </c:pt>
                <c:pt idx="1778">
                  <c:v>5919</c:v>
                </c:pt>
                <c:pt idx="1779">
                  <c:v>5923</c:v>
                </c:pt>
                <c:pt idx="1780">
                  <c:v>5926</c:v>
                </c:pt>
                <c:pt idx="1781">
                  <c:v>5929</c:v>
                </c:pt>
                <c:pt idx="1782">
                  <c:v>5933</c:v>
                </c:pt>
                <c:pt idx="1783">
                  <c:v>5936</c:v>
                </c:pt>
                <c:pt idx="1784">
                  <c:v>5939</c:v>
                </c:pt>
                <c:pt idx="1785">
                  <c:v>5943</c:v>
                </c:pt>
                <c:pt idx="1786">
                  <c:v>5946</c:v>
                </c:pt>
                <c:pt idx="1787">
                  <c:v>5949</c:v>
                </c:pt>
                <c:pt idx="1788">
                  <c:v>5952</c:v>
                </c:pt>
                <c:pt idx="1789">
                  <c:v>5956</c:v>
                </c:pt>
                <c:pt idx="1790">
                  <c:v>5959</c:v>
                </c:pt>
                <c:pt idx="1791">
                  <c:v>5962</c:v>
                </c:pt>
                <c:pt idx="1792">
                  <c:v>5966</c:v>
                </c:pt>
                <c:pt idx="1793">
                  <c:v>5969</c:v>
                </c:pt>
                <c:pt idx="1794">
                  <c:v>5972</c:v>
                </c:pt>
                <c:pt idx="1795">
                  <c:v>5976</c:v>
                </c:pt>
                <c:pt idx="1796">
                  <c:v>5979</c:v>
                </c:pt>
                <c:pt idx="1797">
                  <c:v>5982</c:v>
                </c:pt>
                <c:pt idx="1798">
                  <c:v>5986</c:v>
                </c:pt>
                <c:pt idx="1799">
                  <c:v>5989</c:v>
                </c:pt>
                <c:pt idx="1800">
                  <c:v>5992</c:v>
                </c:pt>
                <c:pt idx="1801">
                  <c:v>5996</c:v>
                </c:pt>
                <c:pt idx="1802">
                  <c:v>5999</c:v>
                </c:pt>
                <c:pt idx="1803">
                  <c:v>6002</c:v>
                </c:pt>
                <c:pt idx="1804">
                  <c:v>6006</c:v>
                </c:pt>
                <c:pt idx="1805">
                  <c:v>6009</c:v>
                </c:pt>
                <c:pt idx="1806">
                  <c:v>6012</c:v>
                </c:pt>
                <c:pt idx="1807">
                  <c:v>6016</c:v>
                </c:pt>
                <c:pt idx="1808">
                  <c:v>6019</c:v>
                </c:pt>
                <c:pt idx="1809">
                  <c:v>6022</c:v>
                </c:pt>
                <c:pt idx="1810">
                  <c:v>6026</c:v>
                </c:pt>
                <c:pt idx="1811">
                  <c:v>6029</c:v>
                </c:pt>
                <c:pt idx="1812">
                  <c:v>6032</c:v>
                </c:pt>
                <c:pt idx="1813">
                  <c:v>6036</c:v>
                </c:pt>
                <c:pt idx="1814">
                  <c:v>6039</c:v>
                </c:pt>
                <c:pt idx="1815">
                  <c:v>6042</c:v>
                </c:pt>
                <c:pt idx="1816">
                  <c:v>6046</c:v>
                </c:pt>
                <c:pt idx="1817">
                  <c:v>6049</c:v>
                </c:pt>
                <c:pt idx="1818">
                  <c:v>6052</c:v>
                </c:pt>
                <c:pt idx="1819">
                  <c:v>6056</c:v>
                </c:pt>
                <c:pt idx="1820">
                  <c:v>6059</c:v>
                </c:pt>
                <c:pt idx="1821">
                  <c:v>6062</c:v>
                </c:pt>
                <c:pt idx="1822">
                  <c:v>6066</c:v>
                </c:pt>
                <c:pt idx="1823">
                  <c:v>6069</c:v>
                </c:pt>
                <c:pt idx="1824">
                  <c:v>6072</c:v>
                </c:pt>
                <c:pt idx="1825">
                  <c:v>6076</c:v>
                </c:pt>
                <c:pt idx="1826">
                  <c:v>6079</c:v>
                </c:pt>
                <c:pt idx="1827">
                  <c:v>6082</c:v>
                </c:pt>
                <c:pt idx="1828">
                  <c:v>6086</c:v>
                </c:pt>
                <c:pt idx="1829">
                  <c:v>6089</c:v>
                </c:pt>
                <c:pt idx="1830">
                  <c:v>6092</c:v>
                </c:pt>
                <c:pt idx="1831">
                  <c:v>6096</c:v>
                </c:pt>
                <c:pt idx="1832">
                  <c:v>6099</c:v>
                </c:pt>
                <c:pt idx="1833">
                  <c:v>6102</c:v>
                </c:pt>
                <c:pt idx="1834">
                  <c:v>6106</c:v>
                </c:pt>
                <c:pt idx="1835">
                  <c:v>6109</c:v>
                </c:pt>
                <c:pt idx="1836">
                  <c:v>6112</c:v>
                </c:pt>
                <c:pt idx="1837">
                  <c:v>6116</c:v>
                </c:pt>
                <c:pt idx="1838">
                  <c:v>6119</c:v>
                </c:pt>
                <c:pt idx="1839">
                  <c:v>6122</c:v>
                </c:pt>
                <c:pt idx="1840">
                  <c:v>6126</c:v>
                </c:pt>
                <c:pt idx="1841">
                  <c:v>6129</c:v>
                </c:pt>
                <c:pt idx="1842">
                  <c:v>6132</c:v>
                </c:pt>
                <c:pt idx="1843">
                  <c:v>6135</c:v>
                </c:pt>
                <c:pt idx="1844">
                  <c:v>6139</c:v>
                </c:pt>
                <c:pt idx="1845">
                  <c:v>6142</c:v>
                </c:pt>
                <c:pt idx="1846">
                  <c:v>6145</c:v>
                </c:pt>
                <c:pt idx="1847">
                  <c:v>6149</c:v>
                </c:pt>
                <c:pt idx="1848">
                  <c:v>6152</c:v>
                </c:pt>
                <c:pt idx="1849">
                  <c:v>6155</c:v>
                </c:pt>
                <c:pt idx="1850">
                  <c:v>6159</c:v>
                </c:pt>
                <c:pt idx="1851">
                  <c:v>6162</c:v>
                </c:pt>
                <c:pt idx="1852">
                  <c:v>6165</c:v>
                </c:pt>
                <c:pt idx="1853">
                  <c:v>6169</c:v>
                </c:pt>
                <c:pt idx="1854">
                  <c:v>6172</c:v>
                </c:pt>
                <c:pt idx="1855">
                  <c:v>6175</c:v>
                </c:pt>
                <c:pt idx="1856">
                  <c:v>6179</c:v>
                </c:pt>
                <c:pt idx="1857">
                  <c:v>6182</c:v>
                </c:pt>
                <c:pt idx="1858">
                  <c:v>6185</c:v>
                </c:pt>
                <c:pt idx="1859">
                  <c:v>6189</c:v>
                </c:pt>
                <c:pt idx="1860">
                  <c:v>6192</c:v>
                </c:pt>
                <c:pt idx="1861">
                  <c:v>6195</c:v>
                </c:pt>
                <c:pt idx="1862">
                  <c:v>6199</c:v>
                </c:pt>
                <c:pt idx="1863">
                  <c:v>6202</c:v>
                </c:pt>
                <c:pt idx="1864">
                  <c:v>6205</c:v>
                </c:pt>
                <c:pt idx="1865">
                  <c:v>6209</c:v>
                </c:pt>
                <c:pt idx="1866">
                  <c:v>6212</c:v>
                </c:pt>
                <c:pt idx="1867">
                  <c:v>6215</c:v>
                </c:pt>
                <c:pt idx="1868">
                  <c:v>6219</c:v>
                </c:pt>
                <c:pt idx="1869">
                  <c:v>6222</c:v>
                </c:pt>
                <c:pt idx="1870">
                  <c:v>6225</c:v>
                </c:pt>
                <c:pt idx="1871">
                  <c:v>6229</c:v>
                </c:pt>
                <c:pt idx="1872">
                  <c:v>6232</c:v>
                </c:pt>
                <c:pt idx="1873">
                  <c:v>6235</c:v>
                </c:pt>
                <c:pt idx="1874">
                  <c:v>6239</c:v>
                </c:pt>
                <c:pt idx="1875">
                  <c:v>6242</c:v>
                </c:pt>
                <c:pt idx="1876">
                  <c:v>6245</c:v>
                </c:pt>
                <c:pt idx="1877">
                  <c:v>6249</c:v>
                </c:pt>
                <c:pt idx="1878">
                  <c:v>6252</c:v>
                </c:pt>
                <c:pt idx="1879">
                  <c:v>6255</c:v>
                </c:pt>
                <c:pt idx="1880">
                  <c:v>6259</c:v>
                </c:pt>
                <c:pt idx="1881">
                  <c:v>6262</c:v>
                </c:pt>
                <c:pt idx="1882">
                  <c:v>6265</c:v>
                </c:pt>
                <c:pt idx="1883">
                  <c:v>6269</c:v>
                </c:pt>
                <c:pt idx="1884">
                  <c:v>6272</c:v>
                </c:pt>
                <c:pt idx="1885">
                  <c:v>6275</c:v>
                </c:pt>
                <c:pt idx="1886">
                  <c:v>6279</c:v>
                </c:pt>
                <c:pt idx="1887">
                  <c:v>6282</c:v>
                </c:pt>
                <c:pt idx="1888">
                  <c:v>6285</c:v>
                </c:pt>
                <c:pt idx="1889">
                  <c:v>6289</c:v>
                </c:pt>
                <c:pt idx="1890">
                  <c:v>6292</c:v>
                </c:pt>
                <c:pt idx="1891">
                  <c:v>6295</c:v>
                </c:pt>
                <c:pt idx="1892">
                  <c:v>6299</c:v>
                </c:pt>
                <c:pt idx="1893">
                  <c:v>6302</c:v>
                </c:pt>
                <c:pt idx="1894">
                  <c:v>6305</c:v>
                </c:pt>
                <c:pt idx="1895">
                  <c:v>6309</c:v>
                </c:pt>
                <c:pt idx="1896">
                  <c:v>6312</c:v>
                </c:pt>
                <c:pt idx="1897">
                  <c:v>6315</c:v>
                </c:pt>
                <c:pt idx="1898">
                  <c:v>6318</c:v>
                </c:pt>
                <c:pt idx="1899">
                  <c:v>6322</c:v>
                </c:pt>
                <c:pt idx="1900">
                  <c:v>6325</c:v>
                </c:pt>
                <c:pt idx="1901">
                  <c:v>6328</c:v>
                </c:pt>
                <c:pt idx="1902">
                  <c:v>6332</c:v>
                </c:pt>
                <c:pt idx="1903">
                  <c:v>6335</c:v>
                </c:pt>
                <c:pt idx="1904">
                  <c:v>6338</c:v>
                </c:pt>
                <c:pt idx="1905">
                  <c:v>6342</c:v>
                </c:pt>
                <c:pt idx="1906">
                  <c:v>6345</c:v>
                </c:pt>
                <c:pt idx="1907">
                  <c:v>6348</c:v>
                </c:pt>
                <c:pt idx="1908">
                  <c:v>6352</c:v>
                </c:pt>
                <c:pt idx="1909">
                  <c:v>6355</c:v>
                </c:pt>
                <c:pt idx="1910">
                  <c:v>6358</c:v>
                </c:pt>
                <c:pt idx="1911">
                  <c:v>6362</c:v>
                </c:pt>
                <c:pt idx="1912">
                  <c:v>6365</c:v>
                </c:pt>
                <c:pt idx="1913">
                  <c:v>6368</c:v>
                </c:pt>
                <c:pt idx="1914">
                  <c:v>6372</c:v>
                </c:pt>
                <c:pt idx="1915">
                  <c:v>6375</c:v>
                </c:pt>
                <c:pt idx="1916">
                  <c:v>6378</c:v>
                </c:pt>
                <c:pt idx="1917">
                  <c:v>6382</c:v>
                </c:pt>
                <c:pt idx="1918">
                  <c:v>6385</c:v>
                </c:pt>
                <c:pt idx="1919">
                  <c:v>6388</c:v>
                </c:pt>
                <c:pt idx="1920">
                  <c:v>6392</c:v>
                </c:pt>
                <c:pt idx="1921">
                  <c:v>6395</c:v>
                </c:pt>
                <c:pt idx="1922">
                  <c:v>6398</c:v>
                </c:pt>
                <c:pt idx="1923">
                  <c:v>6402</c:v>
                </c:pt>
                <c:pt idx="1924">
                  <c:v>6405</c:v>
                </c:pt>
                <c:pt idx="1925">
                  <c:v>6408</c:v>
                </c:pt>
                <c:pt idx="1926">
                  <c:v>6412</c:v>
                </c:pt>
                <c:pt idx="1927">
                  <c:v>6415</c:v>
                </c:pt>
                <c:pt idx="1928">
                  <c:v>6418</c:v>
                </c:pt>
                <c:pt idx="1929">
                  <c:v>6422</c:v>
                </c:pt>
                <c:pt idx="1930">
                  <c:v>6425</c:v>
                </c:pt>
                <c:pt idx="1931">
                  <c:v>6428</c:v>
                </c:pt>
                <c:pt idx="1932">
                  <c:v>6432</c:v>
                </c:pt>
                <c:pt idx="1933">
                  <c:v>6435</c:v>
                </c:pt>
                <c:pt idx="1934">
                  <c:v>6438</c:v>
                </c:pt>
                <c:pt idx="1935">
                  <c:v>6442</c:v>
                </c:pt>
                <c:pt idx="1936">
                  <c:v>6445</c:v>
                </c:pt>
                <c:pt idx="1937">
                  <c:v>6448</c:v>
                </c:pt>
                <c:pt idx="1938">
                  <c:v>6452</c:v>
                </c:pt>
                <c:pt idx="1939">
                  <c:v>6455</c:v>
                </c:pt>
                <c:pt idx="1940">
                  <c:v>6458</c:v>
                </c:pt>
                <c:pt idx="1941">
                  <c:v>6462</c:v>
                </c:pt>
                <c:pt idx="1942">
                  <c:v>6465</c:v>
                </c:pt>
                <c:pt idx="1943">
                  <c:v>6468</c:v>
                </c:pt>
                <c:pt idx="1944">
                  <c:v>6472</c:v>
                </c:pt>
                <c:pt idx="1945">
                  <c:v>6475</c:v>
                </c:pt>
                <c:pt idx="1946">
                  <c:v>6478</c:v>
                </c:pt>
                <c:pt idx="1947">
                  <c:v>6482</c:v>
                </c:pt>
                <c:pt idx="1948">
                  <c:v>6485</c:v>
                </c:pt>
                <c:pt idx="1949">
                  <c:v>6488</c:v>
                </c:pt>
                <c:pt idx="1950">
                  <c:v>6492</c:v>
                </c:pt>
                <c:pt idx="1951">
                  <c:v>6495</c:v>
                </c:pt>
                <c:pt idx="1952">
                  <c:v>6498</c:v>
                </c:pt>
                <c:pt idx="1953">
                  <c:v>6501</c:v>
                </c:pt>
                <c:pt idx="1954">
                  <c:v>6505</c:v>
                </c:pt>
                <c:pt idx="1955">
                  <c:v>6508</c:v>
                </c:pt>
                <c:pt idx="1956">
                  <c:v>6511</c:v>
                </c:pt>
                <c:pt idx="1957">
                  <c:v>6515</c:v>
                </c:pt>
                <c:pt idx="1958">
                  <c:v>6518</c:v>
                </c:pt>
                <c:pt idx="1959">
                  <c:v>6521</c:v>
                </c:pt>
                <c:pt idx="1960">
                  <c:v>6525</c:v>
                </c:pt>
                <c:pt idx="1961">
                  <c:v>6528</c:v>
                </c:pt>
                <c:pt idx="1962">
                  <c:v>6531</c:v>
                </c:pt>
                <c:pt idx="1963">
                  <c:v>6535</c:v>
                </c:pt>
                <c:pt idx="1964">
                  <c:v>6538</c:v>
                </c:pt>
                <c:pt idx="1965">
                  <c:v>6541</c:v>
                </c:pt>
                <c:pt idx="1966">
                  <c:v>6545</c:v>
                </c:pt>
                <c:pt idx="1967">
                  <c:v>6548</c:v>
                </c:pt>
                <c:pt idx="1968">
                  <c:v>6551</c:v>
                </c:pt>
                <c:pt idx="1969">
                  <c:v>6555</c:v>
                </c:pt>
                <c:pt idx="1970">
                  <c:v>6558</c:v>
                </c:pt>
                <c:pt idx="1971">
                  <c:v>6561</c:v>
                </c:pt>
                <c:pt idx="1972">
                  <c:v>6565</c:v>
                </c:pt>
                <c:pt idx="1973">
                  <c:v>6568</c:v>
                </c:pt>
                <c:pt idx="1974">
                  <c:v>6571</c:v>
                </c:pt>
                <c:pt idx="1975">
                  <c:v>6575</c:v>
                </c:pt>
                <c:pt idx="1976">
                  <c:v>6578</c:v>
                </c:pt>
                <c:pt idx="1977">
                  <c:v>6581</c:v>
                </c:pt>
                <c:pt idx="1978">
                  <c:v>6585</c:v>
                </c:pt>
                <c:pt idx="1979">
                  <c:v>6588</c:v>
                </c:pt>
                <c:pt idx="1980">
                  <c:v>6591</c:v>
                </c:pt>
                <c:pt idx="1981">
                  <c:v>6595</c:v>
                </c:pt>
                <c:pt idx="1982">
                  <c:v>6598</c:v>
                </c:pt>
                <c:pt idx="1983">
                  <c:v>6601</c:v>
                </c:pt>
                <c:pt idx="1984">
                  <c:v>6605</c:v>
                </c:pt>
                <c:pt idx="1985">
                  <c:v>6608</c:v>
                </c:pt>
                <c:pt idx="1986">
                  <c:v>6611</c:v>
                </c:pt>
                <c:pt idx="1987">
                  <c:v>6615</c:v>
                </c:pt>
                <c:pt idx="1988">
                  <c:v>6618</c:v>
                </c:pt>
                <c:pt idx="1989">
                  <c:v>6621</c:v>
                </c:pt>
                <c:pt idx="1990">
                  <c:v>6625</c:v>
                </c:pt>
                <c:pt idx="1991">
                  <c:v>6628</c:v>
                </c:pt>
                <c:pt idx="1992">
                  <c:v>6631</c:v>
                </c:pt>
                <c:pt idx="1993">
                  <c:v>6635</c:v>
                </c:pt>
                <c:pt idx="1994">
                  <c:v>6638</c:v>
                </c:pt>
                <c:pt idx="1995">
                  <c:v>6641</c:v>
                </c:pt>
                <c:pt idx="1996">
                  <c:v>6645</c:v>
                </c:pt>
                <c:pt idx="1997">
                  <c:v>6648</c:v>
                </c:pt>
                <c:pt idx="1998">
                  <c:v>6651</c:v>
                </c:pt>
                <c:pt idx="1999">
                  <c:v>6655</c:v>
                </c:pt>
                <c:pt idx="2000">
                  <c:v>6658</c:v>
                </c:pt>
                <c:pt idx="2001">
                  <c:v>6661</c:v>
                </c:pt>
                <c:pt idx="2002">
                  <c:v>6665</c:v>
                </c:pt>
                <c:pt idx="2003">
                  <c:v>6668</c:v>
                </c:pt>
                <c:pt idx="2004">
                  <c:v>6671</c:v>
                </c:pt>
                <c:pt idx="2005">
                  <c:v>6675</c:v>
                </c:pt>
                <c:pt idx="2006">
                  <c:v>6678</c:v>
                </c:pt>
                <c:pt idx="2007">
                  <c:v>6681</c:v>
                </c:pt>
                <c:pt idx="2008">
                  <c:v>6684</c:v>
                </c:pt>
                <c:pt idx="2009">
                  <c:v>6688</c:v>
                </c:pt>
                <c:pt idx="2010">
                  <c:v>6691</c:v>
                </c:pt>
                <c:pt idx="2011">
                  <c:v>6694</c:v>
                </c:pt>
                <c:pt idx="2012">
                  <c:v>6698</c:v>
                </c:pt>
                <c:pt idx="2013">
                  <c:v>6701</c:v>
                </c:pt>
                <c:pt idx="2014">
                  <c:v>6704</c:v>
                </c:pt>
                <c:pt idx="2015">
                  <c:v>6708</c:v>
                </c:pt>
                <c:pt idx="2016">
                  <c:v>6711</c:v>
                </c:pt>
                <c:pt idx="2017">
                  <c:v>6714</c:v>
                </c:pt>
                <c:pt idx="2018">
                  <c:v>6718</c:v>
                </c:pt>
                <c:pt idx="2019">
                  <c:v>6721</c:v>
                </c:pt>
                <c:pt idx="2020">
                  <c:v>6724</c:v>
                </c:pt>
                <c:pt idx="2021">
                  <c:v>6728</c:v>
                </c:pt>
                <c:pt idx="2022">
                  <c:v>6731</c:v>
                </c:pt>
                <c:pt idx="2023">
                  <c:v>6734</c:v>
                </c:pt>
                <c:pt idx="2024">
                  <c:v>6738</c:v>
                </c:pt>
                <c:pt idx="2025">
                  <c:v>6741</c:v>
                </c:pt>
                <c:pt idx="2026">
                  <c:v>6744</c:v>
                </c:pt>
                <c:pt idx="2027">
                  <c:v>6748</c:v>
                </c:pt>
                <c:pt idx="2028">
                  <c:v>6751</c:v>
                </c:pt>
                <c:pt idx="2029">
                  <c:v>6754</c:v>
                </c:pt>
                <c:pt idx="2030">
                  <c:v>6758</c:v>
                </c:pt>
                <c:pt idx="2031">
                  <c:v>6761</c:v>
                </c:pt>
                <c:pt idx="2032">
                  <c:v>6764</c:v>
                </c:pt>
                <c:pt idx="2033">
                  <c:v>6768</c:v>
                </c:pt>
                <c:pt idx="2034">
                  <c:v>6771</c:v>
                </c:pt>
                <c:pt idx="2035">
                  <c:v>6774</c:v>
                </c:pt>
                <c:pt idx="2036">
                  <c:v>6778</c:v>
                </c:pt>
                <c:pt idx="2037">
                  <c:v>6781</c:v>
                </c:pt>
                <c:pt idx="2038">
                  <c:v>6784</c:v>
                </c:pt>
                <c:pt idx="2039">
                  <c:v>6788</c:v>
                </c:pt>
                <c:pt idx="2040">
                  <c:v>6791</c:v>
                </c:pt>
                <c:pt idx="2041">
                  <c:v>6794</c:v>
                </c:pt>
                <c:pt idx="2042">
                  <c:v>6798</c:v>
                </c:pt>
                <c:pt idx="2043">
                  <c:v>6801</c:v>
                </c:pt>
                <c:pt idx="2044">
                  <c:v>6804</c:v>
                </c:pt>
                <c:pt idx="2045">
                  <c:v>6808</c:v>
                </c:pt>
                <c:pt idx="2046">
                  <c:v>6811</c:v>
                </c:pt>
                <c:pt idx="2047">
                  <c:v>6814</c:v>
                </c:pt>
                <c:pt idx="2048">
                  <c:v>6818</c:v>
                </c:pt>
                <c:pt idx="2049">
                  <c:v>6821</c:v>
                </c:pt>
                <c:pt idx="2050">
                  <c:v>6824</c:v>
                </c:pt>
                <c:pt idx="2051">
                  <c:v>6828</c:v>
                </c:pt>
                <c:pt idx="2052">
                  <c:v>6831</c:v>
                </c:pt>
                <c:pt idx="2053">
                  <c:v>6834</c:v>
                </c:pt>
                <c:pt idx="2054">
                  <c:v>6838</c:v>
                </c:pt>
                <c:pt idx="2055">
                  <c:v>6841</c:v>
                </c:pt>
                <c:pt idx="2056">
                  <c:v>6844</c:v>
                </c:pt>
                <c:pt idx="2057">
                  <c:v>6848</c:v>
                </c:pt>
                <c:pt idx="2058">
                  <c:v>6851</c:v>
                </c:pt>
                <c:pt idx="2059">
                  <c:v>6854</c:v>
                </c:pt>
                <c:pt idx="2060">
                  <c:v>6858</c:v>
                </c:pt>
                <c:pt idx="2061">
                  <c:v>6861</c:v>
                </c:pt>
                <c:pt idx="2062">
                  <c:v>6864</c:v>
                </c:pt>
                <c:pt idx="2063">
                  <c:v>6867</c:v>
                </c:pt>
                <c:pt idx="2064">
                  <c:v>6871</c:v>
                </c:pt>
                <c:pt idx="2065">
                  <c:v>6874</c:v>
                </c:pt>
                <c:pt idx="2066">
                  <c:v>6877</c:v>
                </c:pt>
                <c:pt idx="2067">
                  <c:v>6881</c:v>
                </c:pt>
                <c:pt idx="2068">
                  <c:v>6884</c:v>
                </c:pt>
                <c:pt idx="2069">
                  <c:v>6887</c:v>
                </c:pt>
                <c:pt idx="2070">
                  <c:v>6891</c:v>
                </c:pt>
                <c:pt idx="2071">
                  <c:v>6894</c:v>
                </c:pt>
                <c:pt idx="2072">
                  <c:v>6897</c:v>
                </c:pt>
                <c:pt idx="2073">
                  <c:v>6901</c:v>
                </c:pt>
                <c:pt idx="2074">
                  <c:v>6904</c:v>
                </c:pt>
                <c:pt idx="2075">
                  <c:v>6907</c:v>
                </c:pt>
                <c:pt idx="2076">
                  <c:v>6911</c:v>
                </c:pt>
                <c:pt idx="2077">
                  <c:v>6914</c:v>
                </c:pt>
                <c:pt idx="2078">
                  <c:v>6917</c:v>
                </c:pt>
                <c:pt idx="2079">
                  <c:v>6921</c:v>
                </c:pt>
                <c:pt idx="2080">
                  <c:v>6924</c:v>
                </c:pt>
                <c:pt idx="2081">
                  <c:v>6927</c:v>
                </c:pt>
                <c:pt idx="2082">
                  <c:v>6931</c:v>
                </c:pt>
                <c:pt idx="2083">
                  <c:v>6934</c:v>
                </c:pt>
                <c:pt idx="2084">
                  <c:v>6937</c:v>
                </c:pt>
                <c:pt idx="2085">
                  <c:v>6941</c:v>
                </c:pt>
                <c:pt idx="2086">
                  <c:v>6944</c:v>
                </c:pt>
                <c:pt idx="2087">
                  <c:v>6947</c:v>
                </c:pt>
                <c:pt idx="2088">
                  <c:v>6951</c:v>
                </c:pt>
                <c:pt idx="2089">
                  <c:v>6954</c:v>
                </c:pt>
                <c:pt idx="2090">
                  <c:v>6957</c:v>
                </c:pt>
                <c:pt idx="2091">
                  <c:v>6961</c:v>
                </c:pt>
                <c:pt idx="2092">
                  <c:v>6964</c:v>
                </c:pt>
                <c:pt idx="2093">
                  <c:v>6967</c:v>
                </c:pt>
                <c:pt idx="2094">
                  <c:v>6971</c:v>
                </c:pt>
                <c:pt idx="2095">
                  <c:v>6974</c:v>
                </c:pt>
                <c:pt idx="2096">
                  <c:v>6977</c:v>
                </c:pt>
                <c:pt idx="2097">
                  <c:v>6981</c:v>
                </c:pt>
                <c:pt idx="2098">
                  <c:v>6984</c:v>
                </c:pt>
                <c:pt idx="2099">
                  <c:v>6987</c:v>
                </c:pt>
                <c:pt idx="2100">
                  <c:v>6991</c:v>
                </c:pt>
                <c:pt idx="2101">
                  <c:v>6994</c:v>
                </c:pt>
                <c:pt idx="2102">
                  <c:v>6997</c:v>
                </c:pt>
                <c:pt idx="2103">
                  <c:v>7001</c:v>
                </c:pt>
                <c:pt idx="2104">
                  <c:v>7004</c:v>
                </c:pt>
                <c:pt idx="2105">
                  <c:v>7007</c:v>
                </c:pt>
                <c:pt idx="2106">
                  <c:v>7011</c:v>
                </c:pt>
                <c:pt idx="2107">
                  <c:v>7014</c:v>
                </c:pt>
                <c:pt idx="2108">
                  <c:v>7017</c:v>
                </c:pt>
                <c:pt idx="2109">
                  <c:v>7021</c:v>
                </c:pt>
                <c:pt idx="2110">
                  <c:v>7024</c:v>
                </c:pt>
                <c:pt idx="2111">
                  <c:v>7027</c:v>
                </c:pt>
                <c:pt idx="2112">
                  <c:v>7031</c:v>
                </c:pt>
                <c:pt idx="2113">
                  <c:v>7034</c:v>
                </c:pt>
                <c:pt idx="2114">
                  <c:v>7037</c:v>
                </c:pt>
                <c:pt idx="2115">
                  <c:v>7041</c:v>
                </c:pt>
                <c:pt idx="2116">
                  <c:v>7044</c:v>
                </c:pt>
                <c:pt idx="2117">
                  <c:v>7047</c:v>
                </c:pt>
                <c:pt idx="2118">
                  <c:v>7050</c:v>
                </c:pt>
                <c:pt idx="2119">
                  <c:v>7054</c:v>
                </c:pt>
                <c:pt idx="2120">
                  <c:v>7057</c:v>
                </c:pt>
                <c:pt idx="2121">
                  <c:v>7060</c:v>
                </c:pt>
                <c:pt idx="2122">
                  <c:v>7064</c:v>
                </c:pt>
                <c:pt idx="2123">
                  <c:v>7067</c:v>
                </c:pt>
                <c:pt idx="2124">
                  <c:v>7070</c:v>
                </c:pt>
                <c:pt idx="2125">
                  <c:v>7074</c:v>
                </c:pt>
                <c:pt idx="2126">
                  <c:v>7077</c:v>
                </c:pt>
                <c:pt idx="2127">
                  <c:v>7080</c:v>
                </c:pt>
                <c:pt idx="2128">
                  <c:v>7084</c:v>
                </c:pt>
                <c:pt idx="2129">
                  <c:v>7087</c:v>
                </c:pt>
                <c:pt idx="2130">
                  <c:v>7090</c:v>
                </c:pt>
                <c:pt idx="2131">
                  <c:v>7094</c:v>
                </c:pt>
                <c:pt idx="2132">
                  <c:v>7097</c:v>
                </c:pt>
                <c:pt idx="2133">
                  <c:v>7100</c:v>
                </c:pt>
                <c:pt idx="2134">
                  <c:v>7104</c:v>
                </c:pt>
                <c:pt idx="2135">
                  <c:v>7107</c:v>
                </c:pt>
                <c:pt idx="2136">
                  <c:v>7110</c:v>
                </c:pt>
                <c:pt idx="2137">
                  <c:v>7114</c:v>
                </c:pt>
                <c:pt idx="2138">
                  <c:v>7117</c:v>
                </c:pt>
                <c:pt idx="2139">
                  <c:v>7120</c:v>
                </c:pt>
                <c:pt idx="2140">
                  <c:v>7124</c:v>
                </c:pt>
                <c:pt idx="2141">
                  <c:v>7127</c:v>
                </c:pt>
                <c:pt idx="2142">
                  <c:v>7130</c:v>
                </c:pt>
                <c:pt idx="2143">
                  <c:v>7134</c:v>
                </c:pt>
                <c:pt idx="2144">
                  <c:v>7137</c:v>
                </c:pt>
                <c:pt idx="2145">
                  <c:v>7140</c:v>
                </c:pt>
                <c:pt idx="2146">
                  <c:v>7144</c:v>
                </c:pt>
                <c:pt idx="2147">
                  <c:v>7147</c:v>
                </c:pt>
                <c:pt idx="2148">
                  <c:v>7150</c:v>
                </c:pt>
                <c:pt idx="2149">
                  <c:v>7154</c:v>
                </c:pt>
                <c:pt idx="2150">
                  <c:v>7157</c:v>
                </c:pt>
                <c:pt idx="2151">
                  <c:v>7160</c:v>
                </c:pt>
                <c:pt idx="2152">
                  <c:v>7164</c:v>
                </c:pt>
                <c:pt idx="2153">
                  <c:v>7167</c:v>
                </c:pt>
                <c:pt idx="2154">
                  <c:v>7170</c:v>
                </c:pt>
                <c:pt idx="2155">
                  <c:v>7174</c:v>
                </c:pt>
                <c:pt idx="2156">
                  <c:v>7177</c:v>
                </c:pt>
                <c:pt idx="2157">
                  <c:v>7180</c:v>
                </c:pt>
                <c:pt idx="2158">
                  <c:v>7184</c:v>
                </c:pt>
                <c:pt idx="2159">
                  <c:v>7187</c:v>
                </c:pt>
                <c:pt idx="2160">
                  <c:v>7190</c:v>
                </c:pt>
                <c:pt idx="2161">
                  <c:v>7194</c:v>
                </c:pt>
                <c:pt idx="2162">
                  <c:v>7197</c:v>
                </c:pt>
                <c:pt idx="2163">
                  <c:v>7200</c:v>
                </c:pt>
                <c:pt idx="2164">
                  <c:v>7204</c:v>
                </c:pt>
                <c:pt idx="2165">
                  <c:v>7207</c:v>
                </c:pt>
                <c:pt idx="2166">
                  <c:v>7210</c:v>
                </c:pt>
                <c:pt idx="2167">
                  <c:v>7214</c:v>
                </c:pt>
                <c:pt idx="2168">
                  <c:v>7217</c:v>
                </c:pt>
                <c:pt idx="2169">
                  <c:v>7220</c:v>
                </c:pt>
                <c:pt idx="2170">
                  <c:v>7224</c:v>
                </c:pt>
                <c:pt idx="2171">
                  <c:v>7227</c:v>
                </c:pt>
                <c:pt idx="2172">
                  <c:v>7230</c:v>
                </c:pt>
                <c:pt idx="2173">
                  <c:v>7233</c:v>
                </c:pt>
                <c:pt idx="2174">
                  <c:v>7237</c:v>
                </c:pt>
                <c:pt idx="2175">
                  <c:v>7240</c:v>
                </c:pt>
                <c:pt idx="2176">
                  <c:v>7243</c:v>
                </c:pt>
                <c:pt idx="2177">
                  <c:v>7247</c:v>
                </c:pt>
                <c:pt idx="2178">
                  <c:v>7250</c:v>
                </c:pt>
                <c:pt idx="2179">
                  <c:v>7253</c:v>
                </c:pt>
                <c:pt idx="2180">
                  <c:v>7257</c:v>
                </c:pt>
                <c:pt idx="2181">
                  <c:v>7260</c:v>
                </c:pt>
                <c:pt idx="2182">
                  <c:v>7263</c:v>
                </c:pt>
                <c:pt idx="2183">
                  <c:v>7267</c:v>
                </c:pt>
                <c:pt idx="2184">
                  <c:v>7270</c:v>
                </c:pt>
                <c:pt idx="2185">
                  <c:v>7273</c:v>
                </c:pt>
                <c:pt idx="2186">
                  <c:v>7277</c:v>
                </c:pt>
                <c:pt idx="2187">
                  <c:v>7280</c:v>
                </c:pt>
                <c:pt idx="2188">
                  <c:v>7283</c:v>
                </c:pt>
                <c:pt idx="2189">
                  <c:v>7287</c:v>
                </c:pt>
                <c:pt idx="2190">
                  <c:v>7290</c:v>
                </c:pt>
                <c:pt idx="2191">
                  <c:v>7293</c:v>
                </c:pt>
                <c:pt idx="2192">
                  <c:v>7297</c:v>
                </c:pt>
                <c:pt idx="2193">
                  <c:v>7300</c:v>
                </c:pt>
                <c:pt idx="2194">
                  <c:v>7303</c:v>
                </c:pt>
                <c:pt idx="2195">
                  <c:v>7307</c:v>
                </c:pt>
                <c:pt idx="2196">
                  <c:v>7310</c:v>
                </c:pt>
                <c:pt idx="2197">
                  <c:v>7313</c:v>
                </c:pt>
                <c:pt idx="2198">
                  <c:v>7317</c:v>
                </c:pt>
                <c:pt idx="2199">
                  <c:v>7320</c:v>
                </c:pt>
                <c:pt idx="2200">
                  <c:v>7323</c:v>
                </c:pt>
                <c:pt idx="2201">
                  <c:v>7327</c:v>
                </c:pt>
                <c:pt idx="2202">
                  <c:v>7330</c:v>
                </c:pt>
                <c:pt idx="2203">
                  <c:v>7333</c:v>
                </c:pt>
                <c:pt idx="2204">
                  <c:v>7337</c:v>
                </c:pt>
                <c:pt idx="2205">
                  <c:v>7340</c:v>
                </c:pt>
                <c:pt idx="2206">
                  <c:v>7343</c:v>
                </c:pt>
                <c:pt idx="2207">
                  <c:v>7347</c:v>
                </c:pt>
                <c:pt idx="2208">
                  <c:v>7350</c:v>
                </c:pt>
                <c:pt idx="2209">
                  <c:v>7353</c:v>
                </c:pt>
                <c:pt idx="2210">
                  <c:v>7357</c:v>
                </c:pt>
                <c:pt idx="2211">
                  <c:v>7360</c:v>
                </c:pt>
                <c:pt idx="2212">
                  <c:v>7363</c:v>
                </c:pt>
                <c:pt idx="2213">
                  <c:v>7367</c:v>
                </c:pt>
                <c:pt idx="2214">
                  <c:v>7370</c:v>
                </c:pt>
                <c:pt idx="2215">
                  <c:v>7373</c:v>
                </c:pt>
                <c:pt idx="2216">
                  <c:v>7377</c:v>
                </c:pt>
                <c:pt idx="2217">
                  <c:v>7380</c:v>
                </c:pt>
                <c:pt idx="2218">
                  <c:v>7383</c:v>
                </c:pt>
                <c:pt idx="2219">
                  <c:v>7387</c:v>
                </c:pt>
                <c:pt idx="2220">
                  <c:v>7390</c:v>
                </c:pt>
                <c:pt idx="2221">
                  <c:v>7393</c:v>
                </c:pt>
                <c:pt idx="2222">
                  <c:v>7397</c:v>
                </c:pt>
                <c:pt idx="2223">
                  <c:v>7400</c:v>
                </c:pt>
                <c:pt idx="2224">
                  <c:v>7403</c:v>
                </c:pt>
                <c:pt idx="2225">
                  <c:v>7407</c:v>
                </c:pt>
                <c:pt idx="2226">
                  <c:v>7410</c:v>
                </c:pt>
                <c:pt idx="2227">
                  <c:v>7413</c:v>
                </c:pt>
                <c:pt idx="2228">
                  <c:v>7416</c:v>
                </c:pt>
                <c:pt idx="2229">
                  <c:v>7420</c:v>
                </c:pt>
                <c:pt idx="2230">
                  <c:v>7423</c:v>
                </c:pt>
                <c:pt idx="2231">
                  <c:v>7426</c:v>
                </c:pt>
                <c:pt idx="2232">
                  <c:v>7430</c:v>
                </c:pt>
                <c:pt idx="2233">
                  <c:v>7433</c:v>
                </c:pt>
                <c:pt idx="2234">
                  <c:v>7436</c:v>
                </c:pt>
                <c:pt idx="2235">
                  <c:v>7440</c:v>
                </c:pt>
                <c:pt idx="2236">
                  <c:v>7443</c:v>
                </c:pt>
                <c:pt idx="2237">
                  <c:v>7446</c:v>
                </c:pt>
                <c:pt idx="2238">
                  <c:v>7450</c:v>
                </c:pt>
                <c:pt idx="2239">
                  <c:v>7453</c:v>
                </c:pt>
                <c:pt idx="2240">
                  <c:v>7456</c:v>
                </c:pt>
                <c:pt idx="2241">
                  <c:v>7460</c:v>
                </c:pt>
                <c:pt idx="2242">
                  <c:v>7463</c:v>
                </c:pt>
                <c:pt idx="2243">
                  <c:v>7466</c:v>
                </c:pt>
                <c:pt idx="2244">
                  <c:v>7470</c:v>
                </c:pt>
                <c:pt idx="2245">
                  <c:v>7473</c:v>
                </c:pt>
                <c:pt idx="2246">
                  <c:v>7476</c:v>
                </c:pt>
                <c:pt idx="2247">
                  <c:v>7480</c:v>
                </c:pt>
                <c:pt idx="2248">
                  <c:v>7483</c:v>
                </c:pt>
                <c:pt idx="2249">
                  <c:v>7486</c:v>
                </c:pt>
                <c:pt idx="2250">
                  <c:v>7490</c:v>
                </c:pt>
                <c:pt idx="2251">
                  <c:v>7493</c:v>
                </c:pt>
                <c:pt idx="2252">
                  <c:v>7496</c:v>
                </c:pt>
                <c:pt idx="2253">
                  <c:v>7500</c:v>
                </c:pt>
                <c:pt idx="2254">
                  <c:v>7503</c:v>
                </c:pt>
                <c:pt idx="2255">
                  <c:v>7506</c:v>
                </c:pt>
                <c:pt idx="2256">
                  <c:v>7510</c:v>
                </c:pt>
                <c:pt idx="2257">
                  <c:v>7513</c:v>
                </c:pt>
                <c:pt idx="2258">
                  <c:v>7516</c:v>
                </c:pt>
                <c:pt idx="2259">
                  <c:v>7520</c:v>
                </c:pt>
                <c:pt idx="2260">
                  <c:v>7523</c:v>
                </c:pt>
                <c:pt idx="2261">
                  <c:v>7526</c:v>
                </c:pt>
                <c:pt idx="2262">
                  <c:v>7530</c:v>
                </c:pt>
                <c:pt idx="2263">
                  <c:v>7533</c:v>
                </c:pt>
                <c:pt idx="2264">
                  <c:v>7536</c:v>
                </c:pt>
                <c:pt idx="2265">
                  <c:v>7540</c:v>
                </c:pt>
                <c:pt idx="2266">
                  <c:v>7543</c:v>
                </c:pt>
                <c:pt idx="2267">
                  <c:v>7546</c:v>
                </c:pt>
                <c:pt idx="2268">
                  <c:v>7550</c:v>
                </c:pt>
                <c:pt idx="2269">
                  <c:v>7553</c:v>
                </c:pt>
                <c:pt idx="2270">
                  <c:v>7556</c:v>
                </c:pt>
                <c:pt idx="2271">
                  <c:v>7560</c:v>
                </c:pt>
                <c:pt idx="2272">
                  <c:v>7563</c:v>
                </c:pt>
                <c:pt idx="2273">
                  <c:v>7566</c:v>
                </c:pt>
                <c:pt idx="2274">
                  <c:v>7570</c:v>
                </c:pt>
                <c:pt idx="2275">
                  <c:v>7573</c:v>
                </c:pt>
                <c:pt idx="2276">
                  <c:v>7576</c:v>
                </c:pt>
                <c:pt idx="2277">
                  <c:v>7580</c:v>
                </c:pt>
                <c:pt idx="2278">
                  <c:v>7583</c:v>
                </c:pt>
                <c:pt idx="2279">
                  <c:v>7586</c:v>
                </c:pt>
                <c:pt idx="2280">
                  <c:v>7590</c:v>
                </c:pt>
                <c:pt idx="2281">
                  <c:v>7593</c:v>
                </c:pt>
                <c:pt idx="2282">
                  <c:v>7596</c:v>
                </c:pt>
                <c:pt idx="2283">
                  <c:v>7599</c:v>
                </c:pt>
                <c:pt idx="2284">
                  <c:v>7603</c:v>
                </c:pt>
                <c:pt idx="2285">
                  <c:v>7606</c:v>
                </c:pt>
                <c:pt idx="2286">
                  <c:v>7609</c:v>
                </c:pt>
                <c:pt idx="2287">
                  <c:v>7613</c:v>
                </c:pt>
                <c:pt idx="2288">
                  <c:v>7616</c:v>
                </c:pt>
                <c:pt idx="2289">
                  <c:v>7619</c:v>
                </c:pt>
                <c:pt idx="2290">
                  <c:v>7623</c:v>
                </c:pt>
                <c:pt idx="2291">
                  <c:v>7626</c:v>
                </c:pt>
                <c:pt idx="2292">
                  <c:v>7629</c:v>
                </c:pt>
                <c:pt idx="2293">
                  <c:v>7633</c:v>
                </c:pt>
                <c:pt idx="2294">
                  <c:v>7636</c:v>
                </c:pt>
                <c:pt idx="2295">
                  <c:v>7639</c:v>
                </c:pt>
                <c:pt idx="2296">
                  <c:v>7643</c:v>
                </c:pt>
                <c:pt idx="2297">
                  <c:v>7646</c:v>
                </c:pt>
                <c:pt idx="2298">
                  <c:v>7649</c:v>
                </c:pt>
                <c:pt idx="2299">
                  <c:v>7653</c:v>
                </c:pt>
                <c:pt idx="2300">
                  <c:v>7656</c:v>
                </c:pt>
                <c:pt idx="2301">
                  <c:v>7659</c:v>
                </c:pt>
                <c:pt idx="2302">
                  <c:v>7663</c:v>
                </c:pt>
                <c:pt idx="2303">
                  <c:v>7666</c:v>
                </c:pt>
                <c:pt idx="2304">
                  <c:v>7669</c:v>
                </c:pt>
                <c:pt idx="2305">
                  <c:v>7673</c:v>
                </c:pt>
                <c:pt idx="2306">
                  <c:v>7676</c:v>
                </c:pt>
                <c:pt idx="2307">
                  <c:v>7679</c:v>
                </c:pt>
                <c:pt idx="2308">
                  <c:v>7683</c:v>
                </c:pt>
                <c:pt idx="2309">
                  <c:v>7686</c:v>
                </c:pt>
                <c:pt idx="2310">
                  <c:v>7689</c:v>
                </c:pt>
                <c:pt idx="2311">
                  <c:v>7693</c:v>
                </c:pt>
                <c:pt idx="2312">
                  <c:v>7696</c:v>
                </c:pt>
                <c:pt idx="2313">
                  <c:v>7699</c:v>
                </c:pt>
                <c:pt idx="2314">
                  <c:v>7703</c:v>
                </c:pt>
                <c:pt idx="2315">
                  <c:v>7706</c:v>
                </c:pt>
                <c:pt idx="2316">
                  <c:v>7709</c:v>
                </c:pt>
                <c:pt idx="2317">
                  <c:v>7713</c:v>
                </c:pt>
                <c:pt idx="2318">
                  <c:v>7716</c:v>
                </c:pt>
                <c:pt idx="2319">
                  <c:v>7719</c:v>
                </c:pt>
                <c:pt idx="2320">
                  <c:v>7723</c:v>
                </c:pt>
                <c:pt idx="2321">
                  <c:v>7726</c:v>
                </c:pt>
                <c:pt idx="2322">
                  <c:v>7729</c:v>
                </c:pt>
                <c:pt idx="2323">
                  <c:v>7733</c:v>
                </c:pt>
                <c:pt idx="2324">
                  <c:v>7736</c:v>
                </c:pt>
                <c:pt idx="2325">
                  <c:v>7739</c:v>
                </c:pt>
                <c:pt idx="2326">
                  <c:v>7743</c:v>
                </c:pt>
                <c:pt idx="2327">
                  <c:v>7746</c:v>
                </c:pt>
                <c:pt idx="2328">
                  <c:v>7749</c:v>
                </c:pt>
                <c:pt idx="2329">
                  <c:v>7753</c:v>
                </c:pt>
                <c:pt idx="2330">
                  <c:v>7756</c:v>
                </c:pt>
                <c:pt idx="2331">
                  <c:v>7759</c:v>
                </c:pt>
                <c:pt idx="2332">
                  <c:v>7763</c:v>
                </c:pt>
                <c:pt idx="2333">
                  <c:v>7766</c:v>
                </c:pt>
                <c:pt idx="2334">
                  <c:v>7769</c:v>
                </c:pt>
                <c:pt idx="2335">
                  <c:v>7773</c:v>
                </c:pt>
                <c:pt idx="2336">
                  <c:v>7776</c:v>
                </c:pt>
                <c:pt idx="2337">
                  <c:v>7779</c:v>
                </c:pt>
                <c:pt idx="2338">
                  <c:v>7782</c:v>
                </c:pt>
                <c:pt idx="2339">
                  <c:v>7786</c:v>
                </c:pt>
                <c:pt idx="2340">
                  <c:v>7789</c:v>
                </c:pt>
                <c:pt idx="2341">
                  <c:v>7792</c:v>
                </c:pt>
                <c:pt idx="2342">
                  <c:v>7796</c:v>
                </c:pt>
                <c:pt idx="2343">
                  <c:v>7799</c:v>
                </c:pt>
                <c:pt idx="2344">
                  <c:v>7802</c:v>
                </c:pt>
                <c:pt idx="2345">
                  <c:v>7806</c:v>
                </c:pt>
                <c:pt idx="2346">
                  <c:v>7809</c:v>
                </c:pt>
                <c:pt idx="2347">
                  <c:v>7812</c:v>
                </c:pt>
                <c:pt idx="2348">
                  <c:v>7816</c:v>
                </c:pt>
                <c:pt idx="2349">
                  <c:v>7819</c:v>
                </c:pt>
                <c:pt idx="2350">
                  <c:v>7822</c:v>
                </c:pt>
                <c:pt idx="2351">
                  <c:v>7826</c:v>
                </c:pt>
                <c:pt idx="2352">
                  <c:v>7829</c:v>
                </c:pt>
                <c:pt idx="2353">
                  <c:v>7832</c:v>
                </c:pt>
                <c:pt idx="2354">
                  <c:v>7836</c:v>
                </c:pt>
                <c:pt idx="2355">
                  <c:v>7839</c:v>
                </c:pt>
                <c:pt idx="2356">
                  <c:v>7842</c:v>
                </c:pt>
                <c:pt idx="2357">
                  <c:v>7846</c:v>
                </c:pt>
                <c:pt idx="2358">
                  <c:v>7849</c:v>
                </c:pt>
                <c:pt idx="2359">
                  <c:v>7852</c:v>
                </c:pt>
                <c:pt idx="2360">
                  <c:v>7856</c:v>
                </c:pt>
                <c:pt idx="2361">
                  <c:v>7859</c:v>
                </c:pt>
                <c:pt idx="2362">
                  <c:v>7862</c:v>
                </c:pt>
                <c:pt idx="2363">
                  <c:v>7866</c:v>
                </c:pt>
                <c:pt idx="2364">
                  <c:v>7869</c:v>
                </c:pt>
                <c:pt idx="2365">
                  <c:v>7872</c:v>
                </c:pt>
                <c:pt idx="2366">
                  <c:v>7876</c:v>
                </c:pt>
                <c:pt idx="2367">
                  <c:v>7879</c:v>
                </c:pt>
                <c:pt idx="2368">
                  <c:v>7882</c:v>
                </c:pt>
                <c:pt idx="2369">
                  <c:v>7886</c:v>
                </c:pt>
                <c:pt idx="2370">
                  <c:v>7889</c:v>
                </c:pt>
                <c:pt idx="2371">
                  <c:v>7892</c:v>
                </c:pt>
                <c:pt idx="2372">
                  <c:v>7896</c:v>
                </c:pt>
                <c:pt idx="2373">
                  <c:v>7899</c:v>
                </c:pt>
                <c:pt idx="2374">
                  <c:v>7902</c:v>
                </c:pt>
                <c:pt idx="2375">
                  <c:v>7906</c:v>
                </c:pt>
                <c:pt idx="2376">
                  <c:v>7909</c:v>
                </c:pt>
                <c:pt idx="2377">
                  <c:v>7912</c:v>
                </c:pt>
                <c:pt idx="2378">
                  <c:v>7916</c:v>
                </c:pt>
                <c:pt idx="2379">
                  <c:v>7919</c:v>
                </c:pt>
                <c:pt idx="2380">
                  <c:v>7922</c:v>
                </c:pt>
                <c:pt idx="2381">
                  <c:v>7926</c:v>
                </c:pt>
                <c:pt idx="2382">
                  <c:v>7929</c:v>
                </c:pt>
                <c:pt idx="2383">
                  <c:v>7932</c:v>
                </c:pt>
                <c:pt idx="2384">
                  <c:v>7936</c:v>
                </c:pt>
                <c:pt idx="2385">
                  <c:v>7939</c:v>
                </c:pt>
                <c:pt idx="2386">
                  <c:v>7942</c:v>
                </c:pt>
                <c:pt idx="2387">
                  <c:v>7946</c:v>
                </c:pt>
                <c:pt idx="2388">
                  <c:v>7949</c:v>
                </c:pt>
                <c:pt idx="2389">
                  <c:v>7952</c:v>
                </c:pt>
                <c:pt idx="2390">
                  <c:v>7956</c:v>
                </c:pt>
                <c:pt idx="2391">
                  <c:v>7959</c:v>
                </c:pt>
                <c:pt idx="2392">
                  <c:v>7962</c:v>
                </c:pt>
                <c:pt idx="2393">
                  <c:v>7965</c:v>
                </c:pt>
                <c:pt idx="2394">
                  <c:v>7969</c:v>
                </c:pt>
                <c:pt idx="2395">
                  <c:v>7972</c:v>
                </c:pt>
                <c:pt idx="2396">
                  <c:v>7975</c:v>
                </c:pt>
                <c:pt idx="2397">
                  <c:v>7979</c:v>
                </c:pt>
                <c:pt idx="2398">
                  <c:v>7982</c:v>
                </c:pt>
                <c:pt idx="2399">
                  <c:v>7985</c:v>
                </c:pt>
                <c:pt idx="2400">
                  <c:v>7989</c:v>
                </c:pt>
                <c:pt idx="2401">
                  <c:v>7992</c:v>
                </c:pt>
                <c:pt idx="2402">
                  <c:v>7995</c:v>
                </c:pt>
                <c:pt idx="2403">
                  <c:v>7999</c:v>
                </c:pt>
                <c:pt idx="2404">
                  <c:v>8002</c:v>
                </c:pt>
                <c:pt idx="2405">
                  <c:v>8005</c:v>
                </c:pt>
                <c:pt idx="2406">
                  <c:v>8009</c:v>
                </c:pt>
                <c:pt idx="2407">
                  <c:v>8012</c:v>
                </c:pt>
                <c:pt idx="2408">
                  <c:v>8015</c:v>
                </c:pt>
                <c:pt idx="2409">
                  <c:v>8019</c:v>
                </c:pt>
                <c:pt idx="2410">
                  <c:v>8022</c:v>
                </c:pt>
                <c:pt idx="2411">
                  <c:v>8025</c:v>
                </c:pt>
                <c:pt idx="2412">
                  <c:v>8029</c:v>
                </c:pt>
                <c:pt idx="2413">
                  <c:v>8032</c:v>
                </c:pt>
                <c:pt idx="2414">
                  <c:v>8035</c:v>
                </c:pt>
                <c:pt idx="2415">
                  <c:v>8039</c:v>
                </c:pt>
                <c:pt idx="2416">
                  <c:v>8042</c:v>
                </c:pt>
                <c:pt idx="2417">
                  <c:v>8045</c:v>
                </c:pt>
                <c:pt idx="2418">
                  <c:v>8049</c:v>
                </c:pt>
                <c:pt idx="2419">
                  <c:v>8052</c:v>
                </c:pt>
                <c:pt idx="2420">
                  <c:v>8055</c:v>
                </c:pt>
                <c:pt idx="2421">
                  <c:v>8059</c:v>
                </c:pt>
                <c:pt idx="2422">
                  <c:v>8062</c:v>
                </c:pt>
                <c:pt idx="2423">
                  <c:v>8065</c:v>
                </c:pt>
                <c:pt idx="2424">
                  <c:v>8069</c:v>
                </c:pt>
                <c:pt idx="2425">
                  <c:v>8072</c:v>
                </c:pt>
                <c:pt idx="2426">
                  <c:v>8075</c:v>
                </c:pt>
                <c:pt idx="2427">
                  <c:v>8079</c:v>
                </c:pt>
                <c:pt idx="2428">
                  <c:v>8082</c:v>
                </c:pt>
                <c:pt idx="2429">
                  <c:v>8085</c:v>
                </c:pt>
                <c:pt idx="2430">
                  <c:v>8089</c:v>
                </c:pt>
                <c:pt idx="2431">
                  <c:v>8092</c:v>
                </c:pt>
                <c:pt idx="2432">
                  <c:v>8095</c:v>
                </c:pt>
                <c:pt idx="2433">
                  <c:v>8099</c:v>
                </c:pt>
                <c:pt idx="2434">
                  <c:v>8102</c:v>
                </c:pt>
                <c:pt idx="2435">
                  <c:v>8105</c:v>
                </c:pt>
                <c:pt idx="2436">
                  <c:v>8109</c:v>
                </c:pt>
                <c:pt idx="2437">
                  <c:v>8112</c:v>
                </c:pt>
                <c:pt idx="2438">
                  <c:v>8115</c:v>
                </c:pt>
                <c:pt idx="2439">
                  <c:v>8119</c:v>
                </c:pt>
                <c:pt idx="2440">
                  <c:v>8122</c:v>
                </c:pt>
                <c:pt idx="2441">
                  <c:v>8125</c:v>
                </c:pt>
                <c:pt idx="2442">
                  <c:v>8129</c:v>
                </c:pt>
                <c:pt idx="2443">
                  <c:v>8132</c:v>
                </c:pt>
                <c:pt idx="2444">
                  <c:v>8135</c:v>
                </c:pt>
                <c:pt idx="2445">
                  <c:v>8139</c:v>
                </c:pt>
                <c:pt idx="2446">
                  <c:v>8142</c:v>
                </c:pt>
                <c:pt idx="2447">
                  <c:v>8145</c:v>
                </c:pt>
                <c:pt idx="2448">
                  <c:v>8148</c:v>
                </c:pt>
                <c:pt idx="2449">
                  <c:v>8152</c:v>
                </c:pt>
                <c:pt idx="2450">
                  <c:v>8155</c:v>
                </c:pt>
                <c:pt idx="2451">
                  <c:v>8158</c:v>
                </c:pt>
                <c:pt idx="2452">
                  <c:v>8162</c:v>
                </c:pt>
                <c:pt idx="2453">
                  <c:v>8165</c:v>
                </c:pt>
                <c:pt idx="2454">
                  <c:v>8168</c:v>
                </c:pt>
                <c:pt idx="2455">
                  <c:v>8172</c:v>
                </c:pt>
                <c:pt idx="2456">
                  <c:v>8175</c:v>
                </c:pt>
                <c:pt idx="2457">
                  <c:v>8178</c:v>
                </c:pt>
                <c:pt idx="2458">
                  <c:v>8182</c:v>
                </c:pt>
                <c:pt idx="2459">
                  <c:v>8185</c:v>
                </c:pt>
                <c:pt idx="2460">
                  <c:v>8188</c:v>
                </c:pt>
                <c:pt idx="2461">
                  <c:v>8192</c:v>
                </c:pt>
                <c:pt idx="2462">
                  <c:v>8195</c:v>
                </c:pt>
                <c:pt idx="2463">
                  <c:v>8198</c:v>
                </c:pt>
                <c:pt idx="2464">
                  <c:v>8202</c:v>
                </c:pt>
                <c:pt idx="2465">
                  <c:v>8205</c:v>
                </c:pt>
                <c:pt idx="2466">
                  <c:v>8208</c:v>
                </c:pt>
                <c:pt idx="2467">
                  <c:v>8212</c:v>
                </c:pt>
                <c:pt idx="2468">
                  <c:v>8215</c:v>
                </c:pt>
                <c:pt idx="2469">
                  <c:v>8218</c:v>
                </c:pt>
                <c:pt idx="2470">
                  <c:v>8222</c:v>
                </c:pt>
                <c:pt idx="2471">
                  <c:v>8225</c:v>
                </c:pt>
                <c:pt idx="2472">
                  <c:v>8228</c:v>
                </c:pt>
                <c:pt idx="2473">
                  <c:v>8232</c:v>
                </c:pt>
                <c:pt idx="2474">
                  <c:v>8235</c:v>
                </c:pt>
                <c:pt idx="2475">
                  <c:v>8238</c:v>
                </c:pt>
                <c:pt idx="2476">
                  <c:v>8242</c:v>
                </c:pt>
                <c:pt idx="2477">
                  <c:v>8245</c:v>
                </c:pt>
                <c:pt idx="2478">
                  <c:v>8248</c:v>
                </c:pt>
                <c:pt idx="2479">
                  <c:v>8252</c:v>
                </c:pt>
                <c:pt idx="2480">
                  <c:v>8255</c:v>
                </c:pt>
                <c:pt idx="2481">
                  <c:v>8258</c:v>
                </c:pt>
                <c:pt idx="2482">
                  <c:v>8262</c:v>
                </c:pt>
                <c:pt idx="2483">
                  <c:v>8265</c:v>
                </c:pt>
                <c:pt idx="2484">
                  <c:v>8268</c:v>
                </c:pt>
                <c:pt idx="2485">
                  <c:v>8272</c:v>
                </c:pt>
                <c:pt idx="2486">
                  <c:v>8275</c:v>
                </c:pt>
                <c:pt idx="2487">
                  <c:v>8278</c:v>
                </c:pt>
                <c:pt idx="2488">
                  <c:v>8282</c:v>
                </c:pt>
                <c:pt idx="2489">
                  <c:v>8285</c:v>
                </c:pt>
                <c:pt idx="2490">
                  <c:v>8288</c:v>
                </c:pt>
                <c:pt idx="2491">
                  <c:v>8292</c:v>
                </c:pt>
                <c:pt idx="2492">
                  <c:v>8295</c:v>
                </c:pt>
                <c:pt idx="2493">
                  <c:v>8298</c:v>
                </c:pt>
                <c:pt idx="2494">
                  <c:v>8302</c:v>
                </c:pt>
                <c:pt idx="2495">
                  <c:v>8305</c:v>
                </c:pt>
                <c:pt idx="2496">
                  <c:v>8308</c:v>
                </c:pt>
                <c:pt idx="2497">
                  <c:v>8312</c:v>
                </c:pt>
                <c:pt idx="2498">
                  <c:v>8315</c:v>
                </c:pt>
                <c:pt idx="2499">
                  <c:v>8318</c:v>
                </c:pt>
                <c:pt idx="2500">
                  <c:v>8322</c:v>
                </c:pt>
                <c:pt idx="2501">
                  <c:v>8325</c:v>
                </c:pt>
                <c:pt idx="2502">
                  <c:v>8328</c:v>
                </c:pt>
                <c:pt idx="2503">
                  <c:v>8331</c:v>
                </c:pt>
                <c:pt idx="2504">
                  <c:v>8335</c:v>
                </c:pt>
                <c:pt idx="2505">
                  <c:v>8338</c:v>
                </c:pt>
                <c:pt idx="2506">
                  <c:v>8341</c:v>
                </c:pt>
                <c:pt idx="2507">
                  <c:v>8345</c:v>
                </c:pt>
                <c:pt idx="2508">
                  <c:v>8348</c:v>
                </c:pt>
                <c:pt idx="2509">
                  <c:v>8351</c:v>
                </c:pt>
                <c:pt idx="2510">
                  <c:v>8355</c:v>
                </c:pt>
                <c:pt idx="2511">
                  <c:v>8358</c:v>
                </c:pt>
                <c:pt idx="2512">
                  <c:v>8361</c:v>
                </c:pt>
                <c:pt idx="2513">
                  <c:v>8365</c:v>
                </c:pt>
                <c:pt idx="2514">
                  <c:v>8368</c:v>
                </c:pt>
                <c:pt idx="2515">
                  <c:v>8371</c:v>
                </c:pt>
                <c:pt idx="2516">
                  <c:v>8375</c:v>
                </c:pt>
                <c:pt idx="2517">
                  <c:v>8378</c:v>
                </c:pt>
                <c:pt idx="2518">
                  <c:v>8381</c:v>
                </c:pt>
                <c:pt idx="2519">
                  <c:v>8385</c:v>
                </c:pt>
                <c:pt idx="2520">
                  <c:v>8388</c:v>
                </c:pt>
                <c:pt idx="2521">
                  <c:v>8391</c:v>
                </c:pt>
                <c:pt idx="2522">
                  <c:v>8395</c:v>
                </c:pt>
                <c:pt idx="2523">
                  <c:v>8398</c:v>
                </c:pt>
                <c:pt idx="2524">
                  <c:v>8401</c:v>
                </c:pt>
                <c:pt idx="2525">
                  <c:v>8405</c:v>
                </c:pt>
                <c:pt idx="2526">
                  <c:v>8408</c:v>
                </c:pt>
                <c:pt idx="2527">
                  <c:v>8411</c:v>
                </c:pt>
                <c:pt idx="2528">
                  <c:v>8415</c:v>
                </c:pt>
                <c:pt idx="2529">
                  <c:v>8418</c:v>
                </c:pt>
                <c:pt idx="2530">
                  <c:v>8421</c:v>
                </c:pt>
                <c:pt idx="2531">
                  <c:v>8425</c:v>
                </c:pt>
                <c:pt idx="2532">
                  <c:v>8428</c:v>
                </c:pt>
                <c:pt idx="2533">
                  <c:v>8431</c:v>
                </c:pt>
                <c:pt idx="2534">
                  <c:v>8435</c:v>
                </c:pt>
                <c:pt idx="2535">
                  <c:v>8438</c:v>
                </c:pt>
                <c:pt idx="2536">
                  <c:v>8441</c:v>
                </c:pt>
                <c:pt idx="2537">
                  <c:v>8445</c:v>
                </c:pt>
                <c:pt idx="2538">
                  <c:v>8448</c:v>
                </c:pt>
                <c:pt idx="2539">
                  <c:v>8451</c:v>
                </c:pt>
                <c:pt idx="2540">
                  <c:v>8455</c:v>
                </c:pt>
                <c:pt idx="2541">
                  <c:v>8458</c:v>
                </c:pt>
                <c:pt idx="2542">
                  <c:v>8461</c:v>
                </c:pt>
                <c:pt idx="2543">
                  <c:v>8465</c:v>
                </c:pt>
                <c:pt idx="2544">
                  <c:v>8468</c:v>
                </c:pt>
                <c:pt idx="2545">
                  <c:v>8471</c:v>
                </c:pt>
                <c:pt idx="2546">
                  <c:v>8475</c:v>
                </c:pt>
                <c:pt idx="2547">
                  <c:v>8478</c:v>
                </c:pt>
                <c:pt idx="2548">
                  <c:v>8481</c:v>
                </c:pt>
                <c:pt idx="2549">
                  <c:v>8485</c:v>
                </c:pt>
                <c:pt idx="2550">
                  <c:v>8488</c:v>
                </c:pt>
                <c:pt idx="2551">
                  <c:v>8491</c:v>
                </c:pt>
                <c:pt idx="2552">
                  <c:v>8495</c:v>
                </c:pt>
                <c:pt idx="2553">
                  <c:v>8498</c:v>
                </c:pt>
                <c:pt idx="2554">
                  <c:v>8501</c:v>
                </c:pt>
                <c:pt idx="2555">
                  <c:v>8505</c:v>
                </c:pt>
                <c:pt idx="2556">
                  <c:v>8508</c:v>
                </c:pt>
                <c:pt idx="2557">
                  <c:v>8511</c:v>
                </c:pt>
                <c:pt idx="2558">
                  <c:v>8514</c:v>
                </c:pt>
                <c:pt idx="2559">
                  <c:v>8518</c:v>
                </c:pt>
                <c:pt idx="2560">
                  <c:v>8521</c:v>
                </c:pt>
                <c:pt idx="2561">
                  <c:v>8524</c:v>
                </c:pt>
                <c:pt idx="2562">
                  <c:v>8528</c:v>
                </c:pt>
                <c:pt idx="2563">
                  <c:v>8531</c:v>
                </c:pt>
                <c:pt idx="2564">
                  <c:v>8534</c:v>
                </c:pt>
                <c:pt idx="2565">
                  <c:v>8538</c:v>
                </c:pt>
                <c:pt idx="2566">
                  <c:v>8541</c:v>
                </c:pt>
                <c:pt idx="2567">
                  <c:v>8544</c:v>
                </c:pt>
                <c:pt idx="2568">
                  <c:v>8548</c:v>
                </c:pt>
                <c:pt idx="2569">
                  <c:v>8551</c:v>
                </c:pt>
                <c:pt idx="2570">
                  <c:v>8554</c:v>
                </c:pt>
                <c:pt idx="2571">
                  <c:v>8558</c:v>
                </c:pt>
                <c:pt idx="2572">
                  <c:v>8561</c:v>
                </c:pt>
                <c:pt idx="2573">
                  <c:v>8564</c:v>
                </c:pt>
                <c:pt idx="2574">
                  <c:v>8568</c:v>
                </c:pt>
                <c:pt idx="2575">
                  <c:v>8571</c:v>
                </c:pt>
                <c:pt idx="2576">
                  <c:v>8574</c:v>
                </c:pt>
                <c:pt idx="2577">
                  <c:v>8578</c:v>
                </c:pt>
                <c:pt idx="2578">
                  <c:v>8581</c:v>
                </c:pt>
                <c:pt idx="2579">
                  <c:v>8584</c:v>
                </c:pt>
                <c:pt idx="2580">
                  <c:v>8588</c:v>
                </c:pt>
                <c:pt idx="2581">
                  <c:v>8591</c:v>
                </c:pt>
                <c:pt idx="2582">
                  <c:v>8594</c:v>
                </c:pt>
                <c:pt idx="2583">
                  <c:v>8598</c:v>
                </c:pt>
                <c:pt idx="2584">
                  <c:v>8601</c:v>
                </c:pt>
                <c:pt idx="2585">
                  <c:v>8604</c:v>
                </c:pt>
                <c:pt idx="2586">
                  <c:v>8608</c:v>
                </c:pt>
                <c:pt idx="2587">
                  <c:v>8611</c:v>
                </c:pt>
                <c:pt idx="2588">
                  <c:v>8614</c:v>
                </c:pt>
                <c:pt idx="2589">
                  <c:v>8618</c:v>
                </c:pt>
                <c:pt idx="2590">
                  <c:v>8621</c:v>
                </c:pt>
                <c:pt idx="2591">
                  <c:v>8624</c:v>
                </c:pt>
                <c:pt idx="2592">
                  <c:v>8628</c:v>
                </c:pt>
                <c:pt idx="2593">
                  <c:v>8631</c:v>
                </c:pt>
                <c:pt idx="2594">
                  <c:v>8634</c:v>
                </c:pt>
                <c:pt idx="2595">
                  <c:v>8638</c:v>
                </c:pt>
                <c:pt idx="2596">
                  <c:v>8641</c:v>
                </c:pt>
                <c:pt idx="2597">
                  <c:v>8644</c:v>
                </c:pt>
                <c:pt idx="2598">
                  <c:v>8648</c:v>
                </c:pt>
                <c:pt idx="2599">
                  <c:v>8651</c:v>
                </c:pt>
                <c:pt idx="2600">
                  <c:v>8654</c:v>
                </c:pt>
                <c:pt idx="2601">
                  <c:v>8658</c:v>
                </c:pt>
                <c:pt idx="2602">
                  <c:v>8661</c:v>
                </c:pt>
                <c:pt idx="2603">
                  <c:v>8664</c:v>
                </c:pt>
                <c:pt idx="2604">
                  <c:v>8668</c:v>
                </c:pt>
                <c:pt idx="2605">
                  <c:v>8671</c:v>
                </c:pt>
                <c:pt idx="2606">
                  <c:v>8674</c:v>
                </c:pt>
                <c:pt idx="2607">
                  <c:v>8678</c:v>
                </c:pt>
                <c:pt idx="2608">
                  <c:v>8681</c:v>
                </c:pt>
                <c:pt idx="2609">
                  <c:v>8684</c:v>
                </c:pt>
                <c:pt idx="2610">
                  <c:v>8688</c:v>
                </c:pt>
                <c:pt idx="2611">
                  <c:v>8691</c:v>
                </c:pt>
                <c:pt idx="2612">
                  <c:v>8694</c:v>
                </c:pt>
                <c:pt idx="2613">
                  <c:v>8697</c:v>
                </c:pt>
                <c:pt idx="2614">
                  <c:v>8701</c:v>
                </c:pt>
                <c:pt idx="2615">
                  <c:v>8704</c:v>
                </c:pt>
                <c:pt idx="2616">
                  <c:v>8707</c:v>
                </c:pt>
                <c:pt idx="2617">
                  <c:v>8711</c:v>
                </c:pt>
                <c:pt idx="2618">
                  <c:v>8714</c:v>
                </c:pt>
                <c:pt idx="2619">
                  <c:v>8717</c:v>
                </c:pt>
                <c:pt idx="2620">
                  <c:v>8721</c:v>
                </c:pt>
                <c:pt idx="2621">
                  <c:v>8724</c:v>
                </c:pt>
                <c:pt idx="2622">
                  <c:v>8727</c:v>
                </c:pt>
                <c:pt idx="2623">
                  <c:v>8731</c:v>
                </c:pt>
                <c:pt idx="2624">
                  <c:v>8734</c:v>
                </c:pt>
                <c:pt idx="2625">
                  <c:v>8737</c:v>
                </c:pt>
                <c:pt idx="2626">
                  <c:v>8741</c:v>
                </c:pt>
                <c:pt idx="2627">
                  <c:v>8744</c:v>
                </c:pt>
                <c:pt idx="2628">
                  <c:v>8747</c:v>
                </c:pt>
                <c:pt idx="2629">
                  <c:v>8751</c:v>
                </c:pt>
                <c:pt idx="2630">
                  <c:v>8754</c:v>
                </c:pt>
                <c:pt idx="2631">
                  <c:v>8757</c:v>
                </c:pt>
                <c:pt idx="2632">
                  <c:v>8761</c:v>
                </c:pt>
                <c:pt idx="2633">
                  <c:v>8764</c:v>
                </c:pt>
                <c:pt idx="2634">
                  <c:v>8767</c:v>
                </c:pt>
                <c:pt idx="2635">
                  <c:v>8771</c:v>
                </c:pt>
                <c:pt idx="2636">
                  <c:v>8774</c:v>
                </c:pt>
                <c:pt idx="2637">
                  <c:v>8777</c:v>
                </c:pt>
                <c:pt idx="2638">
                  <c:v>8781</c:v>
                </c:pt>
                <c:pt idx="2639">
                  <c:v>8784</c:v>
                </c:pt>
                <c:pt idx="2640">
                  <c:v>8787</c:v>
                </c:pt>
                <c:pt idx="2641">
                  <c:v>8791</c:v>
                </c:pt>
                <c:pt idx="2642">
                  <c:v>8794</c:v>
                </c:pt>
                <c:pt idx="2643">
                  <c:v>8797</c:v>
                </c:pt>
                <c:pt idx="2644">
                  <c:v>8801</c:v>
                </c:pt>
                <c:pt idx="2645">
                  <c:v>8804</c:v>
                </c:pt>
                <c:pt idx="2646">
                  <c:v>8807</c:v>
                </c:pt>
                <c:pt idx="2647">
                  <c:v>8811</c:v>
                </c:pt>
                <c:pt idx="2648">
                  <c:v>8814</c:v>
                </c:pt>
                <c:pt idx="2649">
                  <c:v>8817</c:v>
                </c:pt>
                <c:pt idx="2650">
                  <c:v>8821</c:v>
                </c:pt>
                <c:pt idx="2651">
                  <c:v>8824</c:v>
                </c:pt>
                <c:pt idx="2652">
                  <c:v>8827</c:v>
                </c:pt>
                <c:pt idx="2653">
                  <c:v>8831</c:v>
                </c:pt>
                <c:pt idx="2654">
                  <c:v>8834</c:v>
                </c:pt>
                <c:pt idx="2655">
                  <c:v>8837</c:v>
                </c:pt>
                <c:pt idx="2656">
                  <c:v>8841</c:v>
                </c:pt>
                <c:pt idx="2657">
                  <c:v>8844</c:v>
                </c:pt>
                <c:pt idx="2658">
                  <c:v>8847</c:v>
                </c:pt>
                <c:pt idx="2659">
                  <c:v>8851</c:v>
                </c:pt>
                <c:pt idx="2660">
                  <c:v>8854</c:v>
                </c:pt>
                <c:pt idx="2661">
                  <c:v>8857</c:v>
                </c:pt>
                <c:pt idx="2662">
                  <c:v>8861</c:v>
                </c:pt>
                <c:pt idx="2663">
                  <c:v>8864</c:v>
                </c:pt>
                <c:pt idx="2664">
                  <c:v>8867</c:v>
                </c:pt>
                <c:pt idx="2665">
                  <c:v>8871</c:v>
                </c:pt>
                <c:pt idx="2666">
                  <c:v>8874</c:v>
                </c:pt>
                <c:pt idx="2667">
                  <c:v>8877</c:v>
                </c:pt>
                <c:pt idx="2668">
                  <c:v>8880</c:v>
                </c:pt>
                <c:pt idx="2669">
                  <c:v>8884</c:v>
                </c:pt>
                <c:pt idx="2670">
                  <c:v>8887</c:v>
                </c:pt>
                <c:pt idx="2671">
                  <c:v>8890</c:v>
                </c:pt>
                <c:pt idx="2672">
                  <c:v>8894</c:v>
                </c:pt>
                <c:pt idx="2673">
                  <c:v>8897</c:v>
                </c:pt>
                <c:pt idx="2674">
                  <c:v>8900</c:v>
                </c:pt>
                <c:pt idx="2675">
                  <c:v>8904</c:v>
                </c:pt>
                <c:pt idx="2676">
                  <c:v>8907</c:v>
                </c:pt>
                <c:pt idx="2677">
                  <c:v>8910</c:v>
                </c:pt>
                <c:pt idx="2678">
                  <c:v>8914</c:v>
                </c:pt>
                <c:pt idx="2679">
                  <c:v>8917</c:v>
                </c:pt>
                <c:pt idx="2680">
                  <c:v>8920</c:v>
                </c:pt>
                <c:pt idx="2681">
                  <c:v>8924</c:v>
                </c:pt>
                <c:pt idx="2682">
                  <c:v>8927</c:v>
                </c:pt>
                <c:pt idx="2683">
                  <c:v>8930</c:v>
                </c:pt>
                <c:pt idx="2684">
                  <c:v>8934</c:v>
                </c:pt>
                <c:pt idx="2685">
                  <c:v>8937</c:v>
                </c:pt>
                <c:pt idx="2686">
                  <c:v>8940</c:v>
                </c:pt>
                <c:pt idx="2687">
                  <c:v>8944</c:v>
                </c:pt>
                <c:pt idx="2688">
                  <c:v>8947</c:v>
                </c:pt>
                <c:pt idx="2689">
                  <c:v>8950</c:v>
                </c:pt>
                <c:pt idx="2690">
                  <c:v>8954</c:v>
                </c:pt>
                <c:pt idx="2691">
                  <c:v>8957</c:v>
                </c:pt>
                <c:pt idx="2692">
                  <c:v>8960</c:v>
                </c:pt>
                <c:pt idx="2693">
                  <c:v>8964</c:v>
                </c:pt>
                <c:pt idx="2694">
                  <c:v>8967</c:v>
                </c:pt>
                <c:pt idx="2695">
                  <c:v>8970</c:v>
                </c:pt>
                <c:pt idx="2696">
                  <c:v>8974</c:v>
                </c:pt>
                <c:pt idx="2697">
                  <c:v>8977</c:v>
                </c:pt>
                <c:pt idx="2698">
                  <c:v>8980</c:v>
                </c:pt>
                <c:pt idx="2699">
                  <c:v>8984</c:v>
                </c:pt>
                <c:pt idx="2700">
                  <c:v>8987</c:v>
                </c:pt>
                <c:pt idx="2701">
                  <c:v>8990</c:v>
                </c:pt>
                <c:pt idx="2702">
                  <c:v>8994</c:v>
                </c:pt>
                <c:pt idx="2703">
                  <c:v>8997</c:v>
                </c:pt>
                <c:pt idx="2704">
                  <c:v>9000</c:v>
                </c:pt>
                <c:pt idx="2705">
                  <c:v>9004</c:v>
                </c:pt>
                <c:pt idx="2706">
                  <c:v>9007</c:v>
                </c:pt>
                <c:pt idx="2707">
                  <c:v>9010</c:v>
                </c:pt>
                <c:pt idx="2708">
                  <c:v>9014</c:v>
                </c:pt>
                <c:pt idx="2709">
                  <c:v>9017</c:v>
                </c:pt>
                <c:pt idx="2710">
                  <c:v>9020</c:v>
                </c:pt>
                <c:pt idx="2711">
                  <c:v>9024</c:v>
                </c:pt>
                <c:pt idx="2712">
                  <c:v>9027</c:v>
                </c:pt>
                <c:pt idx="2713">
                  <c:v>9030</c:v>
                </c:pt>
                <c:pt idx="2714">
                  <c:v>9034</c:v>
                </c:pt>
                <c:pt idx="2715">
                  <c:v>9037</c:v>
                </c:pt>
                <c:pt idx="2716">
                  <c:v>9040</c:v>
                </c:pt>
                <c:pt idx="2717">
                  <c:v>9044</c:v>
                </c:pt>
                <c:pt idx="2718">
                  <c:v>9047</c:v>
                </c:pt>
                <c:pt idx="2719">
                  <c:v>9050</c:v>
                </c:pt>
                <c:pt idx="2720">
                  <c:v>9054</c:v>
                </c:pt>
                <c:pt idx="2721">
                  <c:v>9057</c:v>
                </c:pt>
                <c:pt idx="2722">
                  <c:v>9060</c:v>
                </c:pt>
                <c:pt idx="2723">
                  <c:v>9063</c:v>
                </c:pt>
                <c:pt idx="2724">
                  <c:v>9067</c:v>
                </c:pt>
                <c:pt idx="2725">
                  <c:v>9070</c:v>
                </c:pt>
                <c:pt idx="2726">
                  <c:v>9073</c:v>
                </c:pt>
                <c:pt idx="2727">
                  <c:v>9077</c:v>
                </c:pt>
                <c:pt idx="2728">
                  <c:v>9080</c:v>
                </c:pt>
                <c:pt idx="2729">
                  <c:v>9083</c:v>
                </c:pt>
                <c:pt idx="2730">
                  <c:v>9087</c:v>
                </c:pt>
                <c:pt idx="2731">
                  <c:v>9090</c:v>
                </c:pt>
                <c:pt idx="2732">
                  <c:v>9093</c:v>
                </c:pt>
                <c:pt idx="2733">
                  <c:v>9097</c:v>
                </c:pt>
                <c:pt idx="2734">
                  <c:v>9100</c:v>
                </c:pt>
                <c:pt idx="2735">
                  <c:v>9103</c:v>
                </c:pt>
                <c:pt idx="2736">
                  <c:v>9107</c:v>
                </c:pt>
                <c:pt idx="2737">
                  <c:v>9110</c:v>
                </c:pt>
                <c:pt idx="2738">
                  <c:v>9113</c:v>
                </c:pt>
                <c:pt idx="2739">
                  <c:v>9117</c:v>
                </c:pt>
                <c:pt idx="2740">
                  <c:v>9120</c:v>
                </c:pt>
                <c:pt idx="2741">
                  <c:v>9123</c:v>
                </c:pt>
                <c:pt idx="2742">
                  <c:v>9127</c:v>
                </c:pt>
                <c:pt idx="2743">
                  <c:v>9130</c:v>
                </c:pt>
                <c:pt idx="2744">
                  <c:v>9133</c:v>
                </c:pt>
                <c:pt idx="2745">
                  <c:v>9137</c:v>
                </c:pt>
                <c:pt idx="2746">
                  <c:v>9140</c:v>
                </c:pt>
                <c:pt idx="2747">
                  <c:v>9143</c:v>
                </c:pt>
                <c:pt idx="2748">
                  <c:v>9147</c:v>
                </c:pt>
                <c:pt idx="2749">
                  <c:v>9150</c:v>
                </c:pt>
                <c:pt idx="2750">
                  <c:v>9153</c:v>
                </c:pt>
                <c:pt idx="2751">
                  <c:v>9157</c:v>
                </c:pt>
                <c:pt idx="2752">
                  <c:v>9160</c:v>
                </c:pt>
                <c:pt idx="2753">
                  <c:v>9163</c:v>
                </c:pt>
                <c:pt idx="2754">
                  <c:v>9167</c:v>
                </c:pt>
                <c:pt idx="2755">
                  <c:v>9170</c:v>
                </c:pt>
                <c:pt idx="2756">
                  <c:v>9173</c:v>
                </c:pt>
                <c:pt idx="2757">
                  <c:v>9177</c:v>
                </c:pt>
                <c:pt idx="2758">
                  <c:v>9180</c:v>
                </c:pt>
                <c:pt idx="2759">
                  <c:v>9183</c:v>
                </c:pt>
                <c:pt idx="2760">
                  <c:v>9187</c:v>
                </c:pt>
                <c:pt idx="2761">
                  <c:v>9190</c:v>
                </c:pt>
                <c:pt idx="2762">
                  <c:v>9193</c:v>
                </c:pt>
                <c:pt idx="2763">
                  <c:v>9197</c:v>
                </c:pt>
                <c:pt idx="2764">
                  <c:v>9200</c:v>
                </c:pt>
                <c:pt idx="2765">
                  <c:v>9203</c:v>
                </c:pt>
                <c:pt idx="2766">
                  <c:v>9207</c:v>
                </c:pt>
                <c:pt idx="2767">
                  <c:v>9210</c:v>
                </c:pt>
                <c:pt idx="2768">
                  <c:v>9213</c:v>
                </c:pt>
                <c:pt idx="2769">
                  <c:v>9217</c:v>
                </c:pt>
                <c:pt idx="2770">
                  <c:v>9220</c:v>
                </c:pt>
                <c:pt idx="2771">
                  <c:v>9223</c:v>
                </c:pt>
                <c:pt idx="2772">
                  <c:v>9227</c:v>
                </c:pt>
                <c:pt idx="2773">
                  <c:v>9230</c:v>
                </c:pt>
                <c:pt idx="2774">
                  <c:v>9233</c:v>
                </c:pt>
                <c:pt idx="2775">
                  <c:v>9237</c:v>
                </c:pt>
                <c:pt idx="2776">
                  <c:v>9240</c:v>
                </c:pt>
                <c:pt idx="2777">
                  <c:v>9243</c:v>
                </c:pt>
                <c:pt idx="2778">
                  <c:v>9246</c:v>
                </c:pt>
                <c:pt idx="2779">
                  <c:v>9250</c:v>
                </c:pt>
                <c:pt idx="2780">
                  <c:v>9253</c:v>
                </c:pt>
                <c:pt idx="2781">
                  <c:v>9256</c:v>
                </c:pt>
                <c:pt idx="2782">
                  <c:v>9260</c:v>
                </c:pt>
                <c:pt idx="2783">
                  <c:v>9263</c:v>
                </c:pt>
                <c:pt idx="2784">
                  <c:v>9266</c:v>
                </c:pt>
                <c:pt idx="2785">
                  <c:v>9270</c:v>
                </c:pt>
                <c:pt idx="2786">
                  <c:v>9273</c:v>
                </c:pt>
                <c:pt idx="2787">
                  <c:v>9276</c:v>
                </c:pt>
                <c:pt idx="2788">
                  <c:v>9280</c:v>
                </c:pt>
                <c:pt idx="2789">
                  <c:v>9283</c:v>
                </c:pt>
                <c:pt idx="2790">
                  <c:v>9286</c:v>
                </c:pt>
                <c:pt idx="2791">
                  <c:v>9290</c:v>
                </c:pt>
                <c:pt idx="2792">
                  <c:v>9293</c:v>
                </c:pt>
                <c:pt idx="2793">
                  <c:v>9296</c:v>
                </c:pt>
                <c:pt idx="2794">
                  <c:v>9300</c:v>
                </c:pt>
                <c:pt idx="2795">
                  <c:v>9303</c:v>
                </c:pt>
                <c:pt idx="2796">
                  <c:v>9306</c:v>
                </c:pt>
                <c:pt idx="2797">
                  <c:v>9310</c:v>
                </c:pt>
                <c:pt idx="2798">
                  <c:v>9313</c:v>
                </c:pt>
                <c:pt idx="2799">
                  <c:v>9316</c:v>
                </c:pt>
                <c:pt idx="2800">
                  <c:v>9320</c:v>
                </c:pt>
                <c:pt idx="2801">
                  <c:v>9323</c:v>
                </c:pt>
                <c:pt idx="2802">
                  <c:v>9326</c:v>
                </c:pt>
                <c:pt idx="2803">
                  <c:v>9330</c:v>
                </c:pt>
                <c:pt idx="2804">
                  <c:v>9333</c:v>
                </c:pt>
                <c:pt idx="2805">
                  <c:v>9336</c:v>
                </c:pt>
                <c:pt idx="2806">
                  <c:v>9340</c:v>
                </c:pt>
                <c:pt idx="2807">
                  <c:v>9343</c:v>
                </c:pt>
                <c:pt idx="2808">
                  <c:v>9346</c:v>
                </c:pt>
                <c:pt idx="2809">
                  <c:v>9350</c:v>
                </c:pt>
                <c:pt idx="2810">
                  <c:v>9353</c:v>
                </c:pt>
                <c:pt idx="2811">
                  <c:v>9356</c:v>
                </c:pt>
                <c:pt idx="2812">
                  <c:v>9360</c:v>
                </c:pt>
                <c:pt idx="2813">
                  <c:v>9363</c:v>
                </c:pt>
                <c:pt idx="2814">
                  <c:v>9366</c:v>
                </c:pt>
                <c:pt idx="2815">
                  <c:v>9370</c:v>
                </c:pt>
                <c:pt idx="2816">
                  <c:v>9373</c:v>
                </c:pt>
                <c:pt idx="2817">
                  <c:v>9376</c:v>
                </c:pt>
                <c:pt idx="2818">
                  <c:v>9380</c:v>
                </c:pt>
                <c:pt idx="2819">
                  <c:v>9383</c:v>
                </c:pt>
                <c:pt idx="2820">
                  <c:v>9386</c:v>
                </c:pt>
                <c:pt idx="2821">
                  <c:v>9390</c:v>
                </c:pt>
                <c:pt idx="2822">
                  <c:v>9393</c:v>
                </c:pt>
                <c:pt idx="2823">
                  <c:v>9396</c:v>
                </c:pt>
                <c:pt idx="2824">
                  <c:v>9400</c:v>
                </c:pt>
                <c:pt idx="2825">
                  <c:v>9403</c:v>
                </c:pt>
                <c:pt idx="2826">
                  <c:v>9406</c:v>
                </c:pt>
                <c:pt idx="2827">
                  <c:v>9410</c:v>
                </c:pt>
                <c:pt idx="2828">
                  <c:v>9413</c:v>
                </c:pt>
                <c:pt idx="2829">
                  <c:v>9416</c:v>
                </c:pt>
                <c:pt idx="2830">
                  <c:v>9420</c:v>
                </c:pt>
                <c:pt idx="2831">
                  <c:v>9423</c:v>
                </c:pt>
                <c:pt idx="2832">
                  <c:v>9426</c:v>
                </c:pt>
                <c:pt idx="2833">
                  <c:v>9429</c:v>
                </c:pt>
                <c:pt idx="2834">
                  <c:v>9433</c:v>
                </c:pt>
                <c:pt idx="2835">
                  <c:v>9436</c:v>
                </c:pt>
                <c:pt idx="2836">
                  <c:v>9439</c:v>
                </c:pt>
                <c:pt idx="2837">
                  <c:v>9443</c:v>
                </c:pt>
                <c:pt idx="2838">
                  <c:v>9446</c:v>
                </c:pt>
                <c:pt idx="2839">
                  <c:v>9449</c:v>
                </c:pt>
                <c:pt idx="2840">
                  <c:v>9453</c:v>
                </c:pt>
                <c:pt idx="2841">
                  <c:v>9456</c:v>
                </c:pt>
                <c:pt idx="2842">
                  <c:v>9459</c:v>
                </c:pt>
                <c:pt idx="2843">
                  <c:v>9463</c:v>
                </c:pt>
                <c:pt idx="2844">
                  <c:v>9466</c:v>
                </c:pt>
                <c:pt idx="2845">
                  <c:v>9469</c:v>
                </c:pt>
                <c:pt idx="2846">
                  <c:v>9473</c:v>
                </c:pt>
                <c:pt idx="2847">
                  <c:v>9476</c:v>
                </c:pt>
                <c:pt idx="2848">
                  <c:v>9479</c:v>
                </c:pt>
                <c:pt idx="2849">
                  <c:v>9483</c:v>
                </c:pt>
                <c:pt idx="2850">
                  <c:v>9486</c:v>
                </c:pt>
                <c:pt idx="2851">
                  <c:v>9489</c:v>
                </c:pt>
                <c:pt idx="2852">
                  <c:v>9493</c:v>
                </c:pt>
                <c:pt idx="2853">
                  <c:v>9496</c:v>
                </c:pt>
                <c:pt idx="2854">
                  <c:v>9499</c:v>
                </c:pt>
                <c:pt idx="2855">
                  <c:v>9503</c:v>
                </c:pt>
                <c:pt idx="2856">
                  <c:v>9506</c:v>
                </c:pt>
                <c:pt idx="2857">
                  <c:v>9509</c:v>
                </c:pt>
                <c:pt idx="2858">
                  <c:v>9513</c:v>
                </c:pt>
                <c:pt idx="2859">
                  <c:v>9516</c:v>
                </c:pt>
                <c:pt idx="2860">
                  <c:v>9519</c:v>
                </c:pt>
                <c:pt idx="2861">
                  <c:v>9523</c:v>
                </c:pt>
                <c:pt idx="2862">
                  <c:v>9526</c:v>
                </c:pt>
                <c:pt idx="2863">
                  <c:v>9529</c:v>
                </c:pt>
                <c:pt idx="2864">
                  <c:v>9533</c:v>
                </c:pt>
                <c:pt idx="2865">
                  <c:v>9536</c:v>
                </c:pt>
                <c:pt idx="2866">
                  <c:v>9539</c:v>
                </c:pt>
                <c:pt idx="2867">
                  <c:v>9543</c:v>
                </c:pt>
                <c:pt idx="2868">
                  <c:v>9546</c:v>
                </c:pt>
                <c:pt idx="2869">
                  <c:v>9549</c:v>
                </c:pt>
                <c:pt idx="2870">
                  <c:v>9553</c:v>
                </c:pt>
                <c:pt idx="2871">
                  <c:v>9556</c:v>
                </c:pt>
                <c:pt idx="2872">
                  <c:v>9559</c:v>
                </c:pt>
                <c:pt idx="2873">
                  <c:v>9563</c:v>
                </c:pt>
                <c:pt idx="2874">
                  <c:v>9566</c:v>
                </c:pt>
                <c:pt idx="2875">
                  <c:v>9569</c:v>
                </c:pt>
                <c:pt idx="2876">
                  <c:v>9573</c:v>
                </c:pt>
                <c:pt idx="2877">
                  <c:v>9576</c:v>
                </c:pt>
                <c:pt idx="2878">
                  <c:v>9579</c:v>
                </c:pt>
                <c:pt idx="2879">
                  <c:v>9583</c:v>
                </c:pt>
                <c:pt idx="2880">
                  <c:v>9586</c:v>
                </c:pt>
                <c:pt idx="2881">
                  <c:v>9589</c:v>
                </c:pt>
                <c:pt idx="2882">
                  <c:v>9593</c:v>
                </c:pt>
                <c:pt idx="2883">
                  <c:v>9596</c:v>
                </c:pt>
                <c:pt idx="2884">
                  <c:v>9599</c:v>
                </c:pt>
                <c:pt idx="2885">
                  <c:v>9603</c:v>
                </c:pt>
                <c:pt idx="2886">
                  <c:v>9606</c:v>
                </c:pt>
                <c:pt idx="2887">
                  <c:v>9609</c:v>
                </c:pt>
                <c:pt idx="2888">
                  <c:v>9612</c:v>
                </c:pt>
                <c:pt idx="2889">
                  <c:v>9616</c:v>
                </c:pt>
                <c:pt idx="2890">
                  <c:v>9619</c:v>
                </c:pt>
                <c:pt idx="2891">
                  <c:v>9622</c:v>
                </c:pt>
                <c:pt idx="2892">
                  <c:v>9626</c:v>
                </c:pt>
                <c:pt idx="2893">
                  <c:v>9629</c:v>
                </c:pt>
                <c:pt idx="2894">
                  <c:v>9632</c:v>
                </c:pt>
                <c:pt idx="2895">
                  <c:v>9636</c:v>
                </c:pt>
                <c:pt idx="2896">
                  <c:v>9639</c:v>
                </c:pt>
                <c:pt idx="2897">
                  <c:v>9642</c:v>
                </c:pt>
                <c:pt idx="2898">
                  <c:v>9646</c:v>
                </c:pt>
                <c:pt idx="2899">
                  <c:v>9649</c:v>
                </c:pt>
                <c:pt idx="2900">
                  <c:v>9652</c:v>
                </c:pt>
                <c:pt idx="2901">
                  <c:v>9656</c:v>
                </c:pt>
                <c:pt idx="2902">
                  <c:v>9659</c:v>
                </c:pt>
                <c:pt idx="2903">
                  <c:v>9662</c:v>
                </c:pt>
                <c:pt idx="2904">
                  <c:v>9666</c:v>
                </c:pt>
                <c:pt idx="2905">
                  <c:v>9669</c:v>
                </c:pt>
                <c:pt idx="2906">
                  <c:v>9672</c:v>
                </c:pt>
                <c:pt idx="2907">
                  <c:v>9676</c:v>
                </c:pt>
                <c:pt idx="2908">
                  <c:v>9679</c:v>
                </c:pt>
                <c:pt idx="2909">
                  <c:v>9682</c:v>
                </c:pt>
                <c:pt idx="2910">
                  <c:v>9686</c:v>
                </c:pt>
                <c:pt idx="2911">
                  <c:v>9689</c:v>
                </c:pt>
                <c:pt idx="2912">
                  <c:v>9692</c:v>
                </c:pt>
                <c:pt idx="2913">
                  <c:v>9696</c:v>
                </c:pt>
                <c:pt idx="2914">
                  <c:v>9699</c:v>
                </c:pt>
                <c:pt idx="2915">
                  <c:v>9702</c:v>
                </c:pt>
                <c:pt idx="2916">
                  <c:v>9706</c:v>
                </c:pt>
                <c:pt idx="2917">
                  <c:v>9709</c:v>
                </c:pt>
                <c:pt idx="2918">
                  <c:v>9712</c:v>
                </c:pt>
                <c:pt idx="2919">
                  <c:v>9716</c:v>
                </c:pt>
                <c:pt idx="2920">
                  <c:v>9719</c:v>
                </c:pt>
                <c:pt idx="2921">
                  <c:v>9722</c:v>
                </c:pt>
                <c:pt idx="2922">
                  <c:v>9726</c:v>
                </c:pt>
                <c:pt idx="2923">
                  <c:v>9729</c:v>
                </c:pt>
                <c:pt idx="2924">
                  <c:v>9732</c:v>
                </c:pt>
                <c:pt idx="2925">
                  <c:v>9736</c:v>
                </c:pt>
                <c:pt idx="2926">
                  <c:v>9739</c:v>
                </c:pt>
                <c:pt idx="2927">
                  <c:v>9742</c:v>
                </c:pt>
                <c:pt idx="2928">
                  <c:v>9746</c:v>
                </c:pt>
                <c:pt idx="2929">
                  <c:v>9749</c:v>
                </c:pt>
                <c:pt idx="2930">
                  <c:v>9752</c:v>
                </c:pt>
                <c:pt idx="2931">
                  <c:v>9756</c:v>
                </c:pt>
                <c:pt idx="2932">
                  <c:v>9759</c:v>
                </c:pt>
                <c:pt idx="2933">
                  <c:v>9762</c:v>
                </c:pt>
                <c:pt idx="2934">
                  <c:v>9766</c:v>
                </c:pt>
                <c:pt idx="2935">
                  <c:v>9769</c:v>
                </c:pt>
                <c:pt idx="2936">
                  <c:v>9772</c:v>
                </c:pt>
                <c:pt idx="2937">
                  <c:v>9776</c:v>
                </c:pt>
                <c:pt idx="2938">
                  <c:v>9779</c:v>
                </c:pt>
                <c:pt idx="2939">
                  <c:v>9782</c:v>
                </c:pt>
                <c:pt idx="2940">
                  <c:v>9786</c:v>
                </c:pt>
                <c:pt idx="2941">
                  <c:v>9789</c:v>
                </c:pt>
                <c:pt idx="2942">
                  <c:v>9792</c:v>
                </c:pt>
                <c:pt idx="2943">
                  <c:v>9795</c:v>
                </c:pt>
                <c:pt idx="2944">
                  <c:v>9799</c:v>
                </c:pt>
                <c:pt idx="2945">
                  <c:v>9802</c:v>
                </c:pt>
                <c:pt idx="2946">
                  <c:v>9805</c:v>
                </c:pt>
                <c:pt idx="2947">
                  <c:v>9809</c:v>
                </c:pt>
                <c:pt idx="2948">
                  <c:v>9812</c:v>
                </c:pt>
                <c:pt idx="2949">
                  <c:v>9815</c:v>
                </c:pt>
                <c:pt idx="2950">
                  <c:v>9819</c:v>
                </c:pt>
                <c:pt idx="2951">
                  <c:v>9822</c:v>
                </c:pt>
                <c:pt idx="2952">
                  <c:v>9825</c:v>
                </c:pt>
                <c:pt idx="2953">
                  <c:v>9829</c:v>
                </c:pt>
                <c:pt idx="2954">
                  <c:v>9832</c:v>
                </c:pt>
                <c:pt idx="2955">
                  <c:v>9835</c:v>
                </c:pt>
                <c:pt idx="2956">
                  <c:v>9839</c:v>
                </c:pt>
                <c:pt idx="2957">
                  <c:v>9842</c:v>
                </c:pt>
                <c:pt idx="2958">
                  <c:v>9845</c:v>
                </c:pt>
                <c:pt idx="2959">
                  <c:v>9849</c:v>
                </c:pt>
                <c:pt idx="2960">
                  <c:v>9852</c:v>
                </c:pt>
                <c:pt idx="2961">
                  <c:v>9855</c:v>
                </c:pt>
                <c:pt idx="2962">
                  <c:v>9859</c:v>
                </c:pt>
                <c:pt idx="2963">
                  <c:v>9862</c:v>
                </c:pt>
                <c:pt idx="2964">
                  <c:v>9865</c:v>
                </c:pt>
                <c:pt idx="2965">
                  <c:v>9869</c:v>
                </c:pt>
                <c:pt idx="2966">
                  <c:v>9872</c:v>
                </c:pt>
                <c:pt idx="2967">
                  <c:v>9875</c:v>
                </c:pt>
                <c:pt idx="2968">
                  <c:v>9879</c:v>
                </c:pt>
                <c:pt idx="2969">
                  <c:v>9882</c:v>
                </c:pt>
                <c:pt idx="2970">
                  <c:v>9885</c:v>
                </c:pt>
                <c:pt idx="2971">
                  <c:v>9889</c:v>
                </c:pt>
                <c:pt idx="2972">
                  <c:v>9892</c:v>
                </c:pt>
                <c:pt idx="2973">
                  <c:v>9895</c:v>
                </c:pt>
                <c:pt idx="2974">
                  <c:v>9899</c:v>
                </c:pt>
                <c:pt idx="2975">
                  <c:v>9902</c:v>
                </c:pt>
                <c:pt idx="2976">
                  <c:v>9905</c:v>
                </c:pt>
                <c:pt idx="2977">
                  <c:v>9909</c:v>
                </c:pt>
                <c:pt idx="2978">
                  <c:v>9912</c:v>
                </c:pt>
                <c:pt idx="2979">
                  <c:v>9915</c:v>
                </c:pt>
                <c:pt idx="2980">
                  <c:v>9919</c:v>
                </c:pt>
                <c:pt idx="2981">
                  <c:v>9922</c:v>
                </c:pt>
                <c:pt idx="2982">
                  <c:v>9925</c:v>
                </c:pt>
                <c:pt idx="2983">
                  <c:v>9929</c:v>
                </c:pt>
                <c:pt idx="2984">
                  <c:v>9932</c:v>
                </c:pt>
                <c:pt idx="2985">
                  <c:v>9935</c:v>
                </c:pt>
                <c:pt idx="2986">
                  <c:v>9939</c:v>
                </c:pt>
                <c:pt idx="2987">
                  <c:v>9942</c:v>
                </c:pt>
                <c:pt idx="2988">
                  <c:v>9945</c:v>
                </c:pt>
                <c:pt idx="2989">
                  <c:v>9949</c:v>
                </c:pt>
                <c:pt idx="2990">
                  <c:v>9952</c:v>
                </c:pt>
                <c:pt idx="2991">
                  <c:v>9955</c:v>
                </c:pt>
                <c:pt idx="2992">
                  <c:v>9959</c:v>
                </c:pt>
                <c:pt idx="2993">
                  <c:v>9962</c:v>
                </c:pt>
                <c:pt idx="2994">
                  <c:v>9965</c:v>
                </c:pt>
                <c:pt idx="2995">
                  <c:v>9969</c:v>
                </c:pt>
                <c:pt idx="2996">
                  <c:v>9972</c:v>
                </c:pt>
                <c:pt idx="2997">
                  <c:v>9975</c:v>
                </c:pt>
                <c:pt idx="2998">
                  <c:v>9978</c:v>
                </c:pt>
                <c:pt idx="2999">
                  <c:v>9982</c:v>
                </c:pt>
                <c:pt idx="3000">
                  <c:v>9985</c:v>
                </c:pt>
                <c:pt idx="3001">
                  <c:v>9988</c:v>
                </c:pt>
                <c:pt idx="3002">
                  <c:v>9992</c:v>
                </c:pt>
                <c:pt idx="3003">
                  <c:v>9995</c:v>
                </c:pt>
                <c:pt idx="3004">
                  <c:v>9998</c:v>
                </c:pt>
                <c:pt idx="3005">
                  <c:v>10002</c:v>
                </c:pt>
                <c:pt idx="3006">
                  <c:v>10005</c:v>
                </c:pt>
                <c:pt idx="3007">
                  <c:v>10008</c:v>
                </c:pt>
                <c:pt idx="3008">
                  <c:v>10012</c:v>
                </c:pt>
                <c:pt idx="3009">
                  <c:v>10015</c:v>
                </c:pt>
                <c:pt idx="3010">
                  <c:v>10018</c:v>
                </c:pt>
                <c:pt idx="3011">
                  <c:v>10022</c:v>
                </c:pt>
                <c:pt idx="3012">
                  <c:v>10025</c:v>
                </c:pt>
                <c:pt idx="3013">
                  <c:v>10028</c:v>
                </c:pt>
                <c:pt idx="3014">
                  <c:v>10032</c:v>
                </c:pt>
                <c:pt idx="3015">
                  <c:v>10035</c:v>
                </c:pt>
                <c:pt idx="3016">
                  <c:v>10038</c:v>
                </c:pt>
                <c:pt idx="3017">
                  <c:v>10042</c:v>
                </c:pt>
                <c:pt idx="3018">
                  <c:v>10045</c:v>
                </c:pt>
                <c:pt idx="3019">
                  <c:v>10048</c:v>
                </c:pt>
                <c:pt idx="3020">
                  <c:v>10052</c:v>
                </c:pt>
                <c:pt idx="3021">
                  <c:v>10055</c:v>
                </c:pt>
                <c:pt idx="3022">
                  <c:v>10058</c:v>
                </c:pt>
                <c:pt idx="3023">
                  <c:v>10062</c:v>
                </c:pt>
                <c:pt idx="3024">
                  <c:v>10065</c:v>
                </c:pt>
                <c:pt idx="3025">
                  <c:v>10068</c:v>
                </c:pt>
                <c:pt idx="3026">
                  <c:v>10072</c:v>
                </c:pt>
                <c:pt idx="3027">
                  <c:v>10075</c:v>
                </c:pt>
                <c:pt idx="3028">
                  <c:v>10078</c:v>
                </c:pt>
                <c:pt idx="3029">
                  <c:v>10082</c:v>
                </c:pt>
                <c:pt idx="3030">
                  <c:v>10085</c:v>
                </c:pt>
                <c:pt idx="3031">
                  <c:v>10088</c:v>
                </c:pt>
                <c:pt idx="3032">
                  <c:v>10092</c:v>
                </c:pt>
                <c:pt idx="3033">
                  <c:v>10095</c:v>
                </c:pt>
                <c:pt idx="3034">
                  <c:v>10098</c:v>
                </c:pt>
                <c:pt idx="3035">
                  <c:v>10102</c:v>
                </c:pt>
                <c:pt idx="3036">
                  <c:v>10105</c:v>
                </c:pt>
                <c:pt idx="3037">
                  <c:v>10108</c:v>
                </c:pt>
                <c:pt idx="3038">
                  <c:v>10112</c:v>
                </c:pt>
                <c:pt idx="3039">
                  <c:v>10115</c:v>
                </c:pt>
                <c:pt idx="3040">
                  <c:v>10118</c:v>
                </c:pt>
                <c:pt idx="3041">
                  <c:v>10122</c:v>
                </c:pt>
                <c:pt idx="3042">
                  <c:v>10125</c:v>
                </c:pt>
                <c:pt idx="3043">
                  <c:v>10128</c:v>
                </c:pt>
                <c:pt idx="3044">
                  <c:v>10132</c:v>
                </c:pt>
                <c:pt idx="3045">
                  <c:v>10135</c:v>
                </c:pt>
                <c:pt idx="3046">
                  <c:v>10138</c:v>
                </c:pt>
                <c:pt idx="3047">
                  <c:v>10142</c:v>
                </c:pt>
                <c:pt idx="3048">
                  <c:v>10145</c:v>
                </c:pt>
                <c:pt idx="3049">
                  <c:v>10148</c:v>
                </c:pt>
                <c:pt idx="3050">
                  <c:v>10152</c:v>
                </c:pt>
                <c:pt idx="3051">
                  <c:v>10155</c:v>
                </c:pt>
                <c:pt idx="3052">
                  <c:v>10158</c:v>
                </c:pt>
                <c:pt idx="3053">
                  <c:v>10161</c:v>
                </c:pt>
                <c:pt idx="3054">
                  <c:v>10165</c:v>
                </c:pt>
                <c:pt idx="3055">
                  <c:v>10168</c:v>
                </c:pt>
                <c:pt idx="3056">
                  <c:v>10171</c:v>
                </c:pt>
                <c:pt idx="3057">
                  <c:v>10175</c:v>
                </c:pt>
                <c:pt idx="3058">
                  <c:v>10178</c:v>
                </c:pt>
                <c:pt idx="3059">
                  <c:v>10181</c:v>
                </c:pt>
                <c:pt idx="3060">
                  <c:v>10185</c:v>
                </c:pt>
                <c:pt idx="3061">
                  <c:v>10188</c:v>
                </c:pt>
                <c:pt idx="3062">
                  <c:v>10191</c:v>
                </c:pt>
                <c:pt idx="3063">
                  <c:v>10195</c:v>
                </c:pt>
                <c:pt idx="3064">
                  <c:v>10198</c:v>
                </c:pt>
                <c:pt idx="3065">
                  <c:v>10201</c:v>
                </c:pt>
                <c:pt idx="3066">
                  <c:v>10205</c:v>
                </c:pt>
                <c:pt idx="3067">
                  <c:v>10208</c:v>
                </c:pt>
                <c:pt idx="3068">
                  <c:v>10211</c:v>
                </c:pt>
                <c:pt idx="3069">
                  <c:v>10215</c:v>
                </c:pt>
                <c:pt idx="3070">
                  <c:v>10218</c:v>
                </c:pt>
                <c:pt idx="3071">
                  <c:v>10221</c:v>
                </c:pt>
                <c:pt idx="3072">
                  <c:v>10225</c:v>
                </c:pt>
                <c:pt idx="3073">
                  <c:v>10228</c:v>
                </c:pt>
                <c:pt idx="3074">
                  <c:v>10231</c:v>
                </c:pt>
                <c:pt idx="3075">
                  <c:v>10235</c:v>
                </c:pt>
                <c:pt idx="3076">
                  <c:v>10238</c:v>
                </c:pt>
                <c:pt idx="3077">
                  <c:v>10241</c:v>
                </c:pt>
                <c:pt idx="3078">
                  <c:v>10245</c:v>
                </c:pt>
                <c:pt idx="3079">
                  <c:v>10248</c:v>
                </c:pt>
                <c:pt idx="3080">
                  <c:v>10251</c:v>
                </c:pt>
                <c:pt idx="3081">
                  <c:v>10255</c:v>
                </c:pt>
                <c:pt idx="3082">
                  <c:v>10258</c:v>
                </c:pt>
                <c:pt idx="3083">
                  <c:v>10261</c:v>
                </c:pt>
                <c:pt idx="3084">
                  <c:v>10265</c:v>
                </c:pt>
                <c:pt idx="3085">
                  <c:v>10268</c:v>
                </c:pt>
                <c:pt idx="3086">
                  <c:v>10271</c:v>
                </c:pt>
                <c:pt idx="3087">
                  <c:v>10275</c:v>
                </c:pt>
                <c:pt idx="3088">
                  <c:v>10278</c:v>
                </c:pt>
                <c:pt idx="3089">
                  <c:v>10281</c:v>
                </c:pt>
                <c:pt idx="3090">
                  <c:v>10285</c:v>
                </c:pt>
                <c:pt idx="3091">
                  <c:v>10288</c:v>
                </c:pt>
                <c:pt idx="3092">
                  <c:v>10291</c:v>
                </c:pt>
                <c:pt idx="3093">
                  <c:v>10295</c:v>
                </c:pt>
                <c:pt idx="3094">
                  <c:v>10298</c:v>
                </c:pt>
                <c:pt idx="3095">
                  <c:v>10301</c:v>
                </c:pt>
                <c:pt idx="3096">
                  <c:v>10305</c:v>
                </c:pt>
                <c:pt idx="3097">
                  <c:v>10308</c:v>
                </c:pt>
                <c:pt idx="3098">
                  <c:v>10311</c:v>
                </c:pt>
                <c:pt idx="3099">
                  <c:v>10315</c:v>
                </c:pt>
                <c:pt idx="3100">
                  <c:v>10318</c:v>
                </c:pt>
                <c:pt idx="3101">
                  <c:v>10321</c:v>
                </c:pt>
                <c:pt idx="3102">
                  <c:v>10325</c:v>
                </c:pt>
                <c:pt idx="3103">
                  <c:v>10328</c:v>
                </c:pt>
                <c:pt idx="3104">
                  <c:v>10331</c:v>
                </c:pt>
                <c:pt idx="3105">
                  <c:v>10335</c:v>
                </c:pt>
                <c:pt idx="3106">
                  <c:v>10338</c:v>
                </c:pt>
                <c:pt idx="3107">
                  <c:v>10341</c:v>
                </c:pt>
                <c:pt idx="3108">
                  <c:v>10344</c:v>
                </c:pt>
                <c:pt idx="3109">
                  <c:v>10348</c:v>
                </c:pt>
                <c:pt idx="3110">
                  <c:v>10351</c:v>
                </c:pt>
                <c:pt idx="3111">
                  <c:v>10354</c:v>
                </c:pt>
                <c:pt idx="3112">
                  <c:v>10358</c:v>
                </c:pt>
                <c:pt idx="3113">
                  <c:v>10361</c:v>
                </c:pt>
                <c:pt idx="3114">
                  <c:v>10364</c:v>
                </c:pt>
                <c:pt idx="3115">
                  <c:v>10368</c:v>
                </c:pt>
                <c:pt idx="3116">
                  <c:v>10371</c:v>
                </c:pt>
                <c:pt idx="3117">
                  <c:v>10374</c:v>
                </c:pt>
                <c:pt idx="3118">
                  <c:v>10378</c:v>
                </c:pt>
                <c:pt idx="3119">
                  <c:v>10381</c:v>
                </c:pt>
                <c:pt idx="3120">
                  <c:v>10384</c:v>
                </c:pt>
                <c:pt idx="3121">
                  <c:v>10388</c:v>
                </c:pt>
                <c:pt idx="3122">
                  <c:v>10391</c:v>
                </c:pt>
                <c:pt idx="3123">
                  <c:v>10394</c:v>
                </c:pt>
                <c:pt idx="3124">
                  <c:v>10398</c:v>
                </c:pt>
                <c:pt idx="3125">
                  <c:v>10401</c:v>
                </c:pt>
                <c:pt idx="3126">
                  <c:v>10404</c:v>
                </c:pt>
                <c:pt idx="3127">
                  <c:v>10408</c:v>
                </c:pt>
                <c:pt idx="3128">
                  <c:v>10411</c:v>
                </c:pt>
                <c:pt idx="3129">
                  <c:v>10414</c:v>
                </c:pt>
                <c:pt idx="3130">
                  <c:v>10418</c:v>
                </c:pt>
                <c:pt idx="3131">
                  <c:v>10421</c:v>
                </c:pt>
                <c:pt idx="3132">
                  <c:v>10424</c:v>
                </c:pt>
                <c:pt idx="3133">
                  <c:v>10428</c:v>
                </c:pt>
                <c:pt idx="3134">
                  <c:v>10431</c:v>
                </c:pt>
                <c:pt idx="3135">
                  <c:v>10434</c:v>
                </c:pt>
                <c:pt idx="3136">
                  <c:v>10438</c:v>
                </c:pt>
                <c:pt idx="3137">
                  <c:v>10441</c:v>
                </c:pt>
                <c:pt idx="3138">
                  <c:v>10444</c:v>
                </c:pt>
                <c:pt idx="3139">
                  <c:v>10448</c:v>
                </c:pt>
                <c:pt idx="3140">
                  <c:v>10451</c:v>
                </c:pt>
                <c:pt idx="3141">
                  <c:v>10454</c:v>
                </c:pt>
                <c:pt idx="3142">
                  <c:v>10458</c:v>
                </c:pt>
                <c:pt idx="3143">
                  <c:v>10461</c:v>
                </c:pt>
                <c:pt idx="3144">
                  <c:v>10464</c:v>
                </c:pt>
                <c:pt idx="3145">
                  <c:v>10468</c:v>
                </c:pt>
                <c:pt idx="3146">
                  <c:v>10471</c:v>
                </c:pt>
                <c:pt idx="3147">
                  <c:v>10474</c:v>
                </c:pt>
                <c:pt idx="3148">
                  <c:v>10478</c:v>
                </c:pt>
                <c:pt idx="3149">
                  <c:v>10481</c:v>
                </c:pt>
                <c:pt idx="3150">
                  <c:v>10484</c:v>
                </c:pt>
                <c:pt idx="3151">
                  <c:v>10488</c:v>
                </c:pt>
                <c:pt idx="3152">
                  <c:v>10491</c:v>
                </c:pt>
                <c:pt idx="3153">
                  <c:v>10494</c:v>
                </c:pt>
                <c:pt idx="3154">
                  <c:v>10498</c:v>
                </c:pt>
                <c:pt idx="3155">
                  <c:v>10501</c:v>
                </c:pt>
                <c:pt idx="3156">
                  <c:v>10504</c:v>
                </c:pt>
                <c:pt idx="3157">
                  <c:v>10508</c:v>
                </c:pt>
                <c:pt idx="3158">
                  <c:v>10511</c:v>
                </c:pt>
                <c:pt idx="3159">
                  <c:v>10514</c:v>
                </c:pt>
                <c:pt idx="3160">
                  <c:v>10518</c:v>
                </c:pt>
                <c:pt idx="3161">
                  <c:v>10521</c:v>
                </c:pt>
                <c:pt idx="3162">
                  <c:v>10524</c:v>
                </c:pt>
                <c:pt idx="3163">
                  <c:v>10527</c:v>
                </c:pt>
                <c:pt idx="3164">
                  <c:v>10531</c:v>
                </c:pt>
                <c:pt idx="3165">
                  <c:v>10534</c:v>
                </c:pt>
                <c:pt idx="3166">
                  <c:v>10537</c:v>
                </c:pt>
                <c:pt idx="3167">
                  <c:v>10541</c:v>
                </c:pt>
                <c:pt idx="3168">
                  <c:v>10544</c:v>
                </c:pt>
                <c:pt idx="3169">
                  <c:v>10547</c:v>
                </c:pt>
                <c:pt idx="3170">
                  <c:v>10551</c:v>
                </c:pt>
                <c:pt idx="3171">
                  <c:v>10554</c:v>
                </c:pt>
                <c:pt idx="3172">
                  <c:v>10557</c:v>
                </c:pt>
                <c:pt idx="3173">
                  <c:v>10561</c:v>
                </c:pt>
                <c:pt idx="3174">
                  <c:v>10564</c:v>
                </c:pt>
                <c:pt idx="3175">
                  <c:v>10567</c:v>
                </c:pt>
                <c:pt idx="3176">
                  <c:v>10571</c:v>
                </c:pt>
                <c:pt idx="3177">
                  <c:v>10574</c:v>
                </c:pt>
                <c:pt idx="3178">
                  <c:v>10577</c:v>
                </c:pt>
                <c:pt idx="3179">
                  <c:v>10581</c:v>
                </c:pt>
                <c:pt idx="3180">
                  <c:v>10584</c:v>
                </c:pt>
                <c:pt idx="3181">
                  <c:v>10587</c:v>
                </c:pt>
                <c:pt idx="3182">
                  <c:v>10591</c:v>
                </c:pt>
                <c:pt idx="3183">
                  <c:v>10594</c:v>
                </c:pt>
                <c:pt idx="3184">
                  <c:v>10597</c:v>
                </c:pt>
                <c:pt idx="3185">
                  <c:v>10601</c:v>
                </c:pt>
                <c:pt idx="3186">
                  <c:v>10604</c:v>
                </c:pt>
                <c:pt idx="3187">
                  <c:v>10607</c:v>
                </c:pt>
                <c:pt idx="3188">
                  <c:v>10611</c:v>
                </c:pt>
                <c:pt idx="3189">
                  <c:v>10614</c:v>
                </c:pt>
                <c:pt idx="3190">
                  <c:v>10617</c:v>
                </c:pt>
                <c:pt idx="3191">
                  <c:v>10621</c:v>
                </c:pt>
                <c:pt idx="3192">
                  <c:v>10624</c:v>
                </c:pt>
                <c:pt idx="3193">
                  <c:v>10627</c:v>
                </c:pt>
                <c:pt idx="3194">
                  <c:v>10631</c:v>
                </c:pt>
                <c:pt idx="3195">
                  <c:v>10634</c:v>
                </c:pt>
                <c:pt idx="3196">
                  <c:v>10637</c:v>
                </c:pt>
                <c:pt idx="3197">
                  <c:v>10641</c:v>
                </c:pt>
                <c:pt idx="3198">
                  <c:v>10644</c:v>
                </c:pt>
                <c:pt idx="3199">
                  <c:v>10647</c:v>
                </c:pt>
                <c:pt idx="3200">
                  <c:v>10651</c:v>
                </c:pt>
                <c:pt idx="3201">
                  <c:v>10654</c:v>
                </c:pt>
                <c:pt idx="3202">
                  <c:v>10657</c:v>
                </c:pt>
                <c:pt idx="3203">
                  <c:v>10661</c:v>
                </c:pt>
                <c:pt idx="3204">
                  <c:v>10664</c:v>
                </c:pt>
                <c:pt idx="3205">
                  <c:v>10667</c:v>
                </c:pt>
                <c:pt idx="3206">
                  <c:v>10671</c:v>
                </c:pt>
                <c:pt idx="3207">
                  <c:v>10674</c:v>
                </c:pt>
                <c:pt idx="3208">
                  <c:v>10677</c:v>
                </c:pt>
                <c:pt idx="3209">
                  <c:v>10681</c:v>
                </c:pt>
                <c:pt idx="3210">
                  <c:v>10684</c:v>
                </c:pt>
                <c:pt idx="3211">
                  <c:v>10687</c:v>
                </c:pt>
                <c:pt idx="3212">
                  <c:v>10691</c:v>
                </c:pt>
                <c:pt idx="3213">
                  <c:v>10694</c:v>
                </c:pt>
                <c:pt idx="3214">
                  <c:v>10697</c:v>
                </c:pt>
                <c:pt idx="3215">
                  <c:v>10701</c:v>
                </c:pt>
                <c:pt idx="3216">
                  <c:v>10704</c:v>
                </c:pt>
                <c:pt idx="3217">
                  <c:v>10707</c:v>
                </c:pt>
                <c:pt idx="3218">
                  <c:v>10710</c:v>
                </c:pt>
                <c:pt idx="3219">
                  <c:v>10714</c:v>
                </c:pt>
                <c:pt idx="3220">
                  <c:v>10717</c:v>
                </c:pt>
                <c:pt idx="3221">
                  <c:v>10720</c:v>
                </c:pt>
                <c:pt idx="3222">
                  <c:v>10724</c:v>
                </c:pt>
                <c:pt idx="3223">
                  <c:v>10727</c:v>
                </c:pt>
                <c:pt idx="3224">
                  <c:v>10730</c:v>
                </c:pt>
                <c:pt idx="3225">
                  <c:v>10734</c:v>
                </c:pt>
                <c:pt idx="3226">
                  <c:v>10737</c:v>
                </c:pt>
                <c:pt idx="3227">
                  <c:v>10740</c:v>
                </c:pt>
                <c:pt idx="3228">
                  <c:v>10744</c:v>
                </c:pt>
                <c:pt idx="3229">
                  <c:v>10747</c:v>
                </c:pt>
                <c:pt idx="3230">
                  <c:v>10750</c:v>
                </c:pt>
                <c:pt idx="3231">
                  <c:v>10754</c:v>
                </c:pt>
                <c:pt idx="3232">
                  <c:v>10757</c:v>
                </c:pt>
                <c:pt idx="3233">
                  <c:v>10760</c:v>
                </c:pt>
                <c:pt idx="3234">
                  <c:v>10764</c:v>
                </c:pt>
                <c:pt idx="3235">
                  <c:v>10767</c:v>
                </c:pt>
                <c:pt idx="3236">
                  <c:v>10770</c:v>
                </c:pt>
                <c:pt idx="3237">
                  <c:v>10774</c:v>
                </c:pt>
                <c:pt idx="3238">
                  <c:v>10777</c:v>
                </c:pt>
                <c:pt idx="3239">
                  <c:v>10780</c:v>
                </c:pt>
                <c:pt idx="3240">
                  <c:v>10784</c:v>
                </c:pt>
                <c:pt idx="3241">
                  <c:v>10787</c:v>
                </c:pt>
                <c:pt idx="3242">
                  <c:v>10790</c:v>
                </c:pt>
                <c:pt idx="3243">
                  <c:v>10794</c:v>
                </c:pt>
                <c:pt idx="3244">
                  <c:v>10797</c:v>
                </c:pt>
                <c:pt idx="3245">
                  <c:v>10800</c:v>
                </c:pt>
                <c:pt idx="3246">
                  <c:v>10804</c:v>
                </c:pt>
                <c:pt idx="3247">
                  <c:v>10807</c:v>
                </c:pt>
                <c:pt idx="3248">
                  <c:v>10810</c:v>
                </c:pt>
                <c:pt idx="3249">
                  <c:v>10814</c:v>
                </c:pt>
                <c:pt idx="3250">
                  <c:v>10817</c:v>
                </c:pt>
                <c:pt idx="3251">
                  <c:v>10820</c:v>
                </c:pt>
                <c:pt idx="3252">
                  <c:v>10824</c:v>
                </c:pt>
                <c:pt idx="3253">
                  <c:v>10827</c:v>
                </c:pt>
                <c:pt idx="3254">
                  <c:v>10830</c:v>
                </c:pt>
                <c:pt idx="3255">
                  <c:v>10834</c:v>
                </c:pt>
                <c:pt idx="3256">
                  <c:v>10837</c:v>
                </c:pt>
                <c:pt idx="3257">
                  <c:v>10840</c:v>
                </c:pt>
                <c:pt idx="3258">
                  <c:v>10844</c:v>
                </c:pt>
                <c:pt idx="3259">
                  <c:v>10847</c:v>
                </c:pt>
                <c:pt idx="3260">
                  <c:v>10850</c:v>
                </c:pt>
                <c:pt idx="3261">
                  <c:v>10854</c:v>
                </c:pt>
                <c:pt idx="3262">
                  <c:v>10857</c:v>
                </c:pt>
                <c:pt idx="3263">
                  <c:v>10860</c:v>
                </c:pt>
                <c:pt idx="3264">
                  <c:v>10864</c:v>
                </c:pt>
                <c:pt idx="3265">
                  <c:v>10867</c:v>
                </c:pt>
                <c:pt idx="3266">
                  <c:v>10870</c:v>
                </c:pt>
                <c:pt idx="3267">
                  <c:v>10874</c:v>
                </c:pt>
                <c:pt idx="3268">
                  <c:v>10877</c:v>
                </c:pt>
                <c:pt idx="3269">
                  <c:v>10880</c:v>
                </c:pt>
                <c:pt idx="3270">
                  <c:v>10884</c:v>
                </c:pt>
                <c:pt idx="3271">
                  <c:v>10887</c:v>
                </c:pt>
                <c:pt idx="3272">
                  <c:v>10890</c:v>
                </c:pt>
                <c:pt idx="3273">
                  <c:v>10893</c:v>
                </c:pt>
                <c:pt idx="3274">
                  <c:v>10897</c:v>
                </c:pt>
                <c:pt idx="3275">
                  <c:v>10900</c:v>
                </c:pt>
                <c:pt idx="3276">
                  <c:v>10903</c:v>
                </c:pt>
                <c:pt idx="3277">
                  <c:v>10907</c:v>
                </c:pt>
                <c:pt idx="3278">
                  <c:v>10910</c:v>
                </c:pt>
                <c:pt idx="3279">
                  <c:v>10913</c:v>
                </c:pt>
                <c:pt idx="3280">
                  <c:v>10917</c:v>
                </c:pt>
                <c:pt idx="3281">
                  <c:v>10920</c:v>
                </c:pt>
                <c:pt idx="3282">
                  <c:v>10923</c:v>
                </c:pt>
                <c:pt idx="3283">
                  <c:v>10927</c:v>
                </c:pt>
                <c:pt idx="3284">
                  <c:v>10930</c:v>
                </c:pt>
                <c:pt idx="3285">
                  <c:v>10933</c:v>
                </c:pt>
                <c:pt idx="3286">
                  <c:v>10937</c:v>
                </c:pt>
                <c:pt idx="3287">
                  <c:v>10940</c:v>
                </c:pt>
                <c:pt idx="3288">
                  <c:v>10943</c:v>
                </c:pt>
                <c:pt idx="3289">
                  <c:v>10947</c:v>
                </c:pt>
                <c:pt idx="3290">
                  <c:v>10950</c:v>
                </c:pt>
                <c:pt idx="3291">
                  <c:v>10953</c:v>
                </c:pt>
                <c:pt idx="3292">
                  <c:v>10957</c:v>
                </c:pt>
                <c:pt idx="3293">
                  <c:v>10960</c:v>
                </c:pt>
                <c:pt idx="3294">
                  <c:v>10963</c:v>
                </c:pt>
                <c:pt idx="3295">
                  <c:v>10967</c:v>
                </c:pt>
                <c:pt idx="3296">
                  <c:v>10970</c:v>
                </c:pt>
                <c:pt idx="3297">
                  <c:v>10973</c:v>
                </c:pt>
                <c:pt idx="3298">
                  <c:v>10977</c:v>
                </c:pt>
                <c:pt idx="3299">
                  <c:v>10980</c:v>
                </c:pt>
                <c:pt idx="3300">
                  <c:v>10983</c:v>
                </c:pt>
                <c:pt idx="3301">
                  <c:v>10987</c:v>
                </c:pt>
                <c:pt idx="3302">
                  <c:v>10990</c:v>
                </c:pt>
                <c:pt idx="3303">
                  <c:v>10993</c:v>
                </c:pt>
                <c:pt idx="3304">
                  <c:v>10997</c:v>
                </c:pt>
                <c:pt idx="3305">
                  <c:v>11000</c:v>
                </c:pt>
                <c:pt idx="3306">
                  <c:v>11003</c:v>
                </c:pt>
                <c:pt idx="3307">
                  <c:v>11007</c:v>
                </c:pt>
                <c:pt idx="3308">
                  <c:v>11010</c:v>
                </c:pt>
                <c:pt idx="3309">
                  <c:v>11013</c:v>
                </c:pt>
                <c:pt idx="3310">
                  <c:v>11017</c:v>
                </c:pt>
                <c:pt idx="3311">
                  <c:v>11020</c:v>
                </c:pt>
                <c:pt idx="3312">
                  <c:v>11023</c:v>
                </c:pt>
                <c:pt idx="3313">
                  <c:v>11027</c:v>
                </c:pt>
                <c:pt idx="3314">
                  <c:v>11030</c:v>
                </c:pt>
                <c:pt idx="3315">
                  <c:v>11033</c:v>
                </c:pt>
                <c:pt idx="3316">
                  <c:v>11037</c:v>
                </c:pt>
                <c:pt idx="3317">
                  <c:v>11040</c:v>
                </c:pt>
                <c:pt idx="3318">
                  <c:v>11043</c:v>
                </c:pt>
                <c:pt idx="3319">
                  <c:v>11047</c:v>
                </c:pt>
                <c:pt idx="3320">
                  <c:v>11050</c:v>
                </c:pt>
                <c:pt idx="3321">
                  <c:v>11053</c:v>
                </c:pt>
                <c:pt idx="3322">
                  <c:v>11057</c:v>
                </c:pt>
                <c:pt idx="3323">
                  <c:v>11060</c:v>
                </c:pt>
                <c:pt idx="3324">
                  <c:v>11063</c:v>
                </c:pt>
                <c:pt idx="3325">
                  <c:v>11067</c:v>
                </c:pt>
                <c:pt idx="3326">
                  <c:v>11070</c:v>
                </c:pt>
                <c:pt idx="3327">
                  <c:v>11073</c:v>
                </c:pt>
                <c:pt idx="3328">
                  <c:v>11076</c:v>
                </c:pt>
                <c:pt idx="3329">
                  <c:v>11080</c:v>
                </c:pt>
                <c:pt idx="3330">
                  <c:v>11083</c:v>
                </c:pt>
                <c:pt idx="3331">
                  <c:v>11086</c:v>
                </c:pt>
                <c:pt idx="3332">
                  <c:v>11090</c:v>
                </c:pt>
                <c:pt idx="3333">
                  <c:v>11093</c:v>
                </c:pt>
                <c:pt idx="3334">
                  <c:v>11096</c:v>
                </c:pt>
                <c:pt idx="3335">
                  <c:v>11100</c:v>
                </c:pt>
                <c:pt idx="3336">
                  <c:v>11103</c:v>
                </c:pt>
                <c:pt idx="3337">
                  <c:v>11106</c:v>
                </c:pt>
                <c:pt idx="3338">
                  <c:v>11110</c:v>
                </c:pt>
                <c:pt idx="3339">
                  <c:v>11113</c:v>
                </c:pt>
                <c:pt idx="3340">
                  <c:v>11116</c:v>
                </c:pt>
                <c:pt idx="3341">
                  <c:v>11120</c:v>
                </c:pt>
                <c:pt idx="3342">
                  <c:v>11123</c:v>
                </c:pt>
                <c:pt idx="3343">
                  <c:v>11126</c:v>
                </c:pt>
                <c:pt idx="3344">
                  <c:v>11130</c:v>
                </c:pt>
                <c:pt idx="3345">
                  <c:v>11133</c:v>
                </c:pt>
                <c:pt idx="3346">
                  <c:v>11136</c:v>
                </c:pt>
                <c:pt idx="3347">
                  <c:v>11140</c:v>
                </c:pt>
                <c:pt idx="3348">
                  <c:v>11143</c:v>
                </c:pt>
                <c:pt idx="3349">
                  <c:v>11146</c:v>
                </c:pt>
                <c:pt idx="3350">
                  <c:v>11150</c:v>
                </c:pt>
                <c:pt idx="3351">
                  <c:v>11153</c:v>
                </c:pt>
                <c:pt idx="3352">
                  <c:v>11156</c:v>
                </c:pt>
                <c:pt idx="3353">
                  <c:v>11160</c:v>
                </c:pt>
                <c:pt idx="3354">
                  <c:v>11163</c:v>
                </c:pt>
                <c:pt idx="3355">
                  <c:v>11166</c:v>
                </c:pt>
                <c:pt idx="3356">
                  <c:v>11170</c:v>
                </c:pt>
                <c:pt idx="3357">
                  <c:v>11173</c:v>
                </c:pt>
                <c:pt idx="3358">
                  <c:v>11176</c:v>
                </c:pt>
                <c:pt idx="3359">
                  <c:v>11180</c:v>
                </c:pt>
                <c:pt idx="3360">
                  <c:v>11183</c:v>
                </c:pt>
                <c:pt idx="3361">
                  <c:v>11186</c:v>
                </c:pt>
                <c:pt idx="3362">
                  <c:v>11190</c:v>
                </c:pt>
                <c:pt idx="3363">
                  <c:v>11193</c:v>
                </c:pt>
                <c:pt idx="3364">
                  <c:v>11196</c:v>
                </c:pt>
                <c:pt idx="3365">
                  <c:v>11200</c:v>
                </c:pt>
                <c:pt idx="3366">
                  <c:v>11203</c:v>
                </c:pt>
                <c:pt idx="3367">
                  <c:v>11206</c:v>
                </c:pt>
                <c:pt idx="3368">
                  <c:v>11210</c:v>
                </c:pt>
                <c:pt idx="3369">
                  <c:v>11213</c:v>
                </c:pt>
                <c:pt idx="3370">
                  <c:v>11216</c:v>
                </c:pt>
                <c:pt idx="3371">
                  <c:v>11220</c:v>
                </c:pt>
                <c:pt idx="3372">
                  <c:v>11223</c:v>
                </c:pt>
                <c:pt idx="3373">
                  <c:v>11226</c:v>
                </c:pt>
                <c:pt idx="3374">
                  <c:v>11230</c:v>
                </c:pt>
                <c:pt idx="3375">
                  <c:v>11233</c:v>
                </c:pt>
                <c:pt idx="3376">
                  <c:v>11236</c:v>
                </c:pt>
                <c:pt idx="3377">
                  <c:v>11240</c:v>
                </c:pt>
                <c:pt idx="3378">
                  <c:v>11243</c:v>
                </c:pt>
                <c:pt idx="3379">
                  <c:v>11246</c:v>
                </c:pt>
                <c:pt idx="3380">
                  <c:v>11250</c:v>
                </c:pt>
                <c:pt idx="3381">
                  <c:v>11253</c:v>
                </c:pt>
                <c:pt idx="3382">
                  <c:v>11256</c:v>
                </c:pt>
                <c:pt idx="3383">
                  <c:v>11259</c:v>
                </c:pt>
                <c:pt idx="3384">
                  <c:v>11263</c:v>
                </c:pt>
                <c:pt idx="3385">
                  <c:v>11266</c:v>
                </c:pt>
                <c:pt idx="3386">
                  <c:v>11269</c:v>
                </c:pt>
                <c:pt idx="3387">
                  <c:v>11273</c:v>
                </c:pt>
                <c:pt idx="3388">
                  <c:v>11276</c:v>
                </c:pt>
                <c:pt idx="3389">
                  <c:v>11279</c:v>
                </c:pt>
                <c:pt idx="3390">
                  <c:v>11283</c:v>
                </c:pt>
                <c:pt idx="3391">
                  <c:v>11286</c:v>
                </c:pt>
                <c:pt idx="3392">
                  <c:v>11289</c:v>
                </c:pt>
                <c:pt idx="3393">
                  <c:v>11293</c:v>
                </c:pt>
                <c:pt idx="3394">
                  <c:v>11296</c:v>
                </c:pt>
                <c:pt idx="3395">
                  <c:v>11299</c:v>
                </c:pt>
                <c:pt idx="3396">
                  <c:v>11303</c:v>
                </c:pt>
                <c:pt idx="3397">
                  <c:v>11306</c:v>
                </c:pt>
                <c:pt idx="3398">
                  <c:v>11309</c:v>
                </c:pt>
                <c:pt idx="3399">
                  <c:v>11313</c:v>
                </c:pt>
                <c:pt idx="3400">
                  <c:v>11316</c:v>
                </c:pt>
                <c:pt idx="3401">
                  <c:v>11319</c:v>
                </c:pt>
                <c:pt idx="3402">
                  <c:v>11323</c:v>
                </c:pt>
                <c:pt idx="3403">
                  <c:v>11326</c:v>
                </c:pt>
                <c:pt idx="3404">
                  <c:v>11329</c:v>
                </c:pt>
                <c:pt idx="3405">
                  <c:v>11333</c:v>
                </c:pt>
                <c:pt idx="3406">
                  <c:v>11336</c:v>
                </c:pt>
                <c:pt idx="3407">
                  <c:v>11339</c:v>
                </c:pt>
                <c:pt idx="3408">
                  <c:v>11343</c:v>
                </c:pt>
                <c:pt idx="3409">
                  <c:v>11346</c:v>
                </c:pt>
                <c:pt idx="3410">
                  <c:v>11349</c:v>
                </c:pt>
                <c:pt idx="3411">
                  <c:v>11353</c:v>
                </c:pt>
                <c:pt idx="3412">
                  <c:v>11356</c:v>
                </c:pt>
                <c:pt idx="3413">
                  <c:v>11359</c:v>
                </c:pt>
                <c:pt idx="3414">
                  <c:v>11363</c:v>
                </c:pt>
                <c:pt idx="3415">
                  <c:v>11366</c:v>
                </c:pt>
                <c:pt idx="3416">
                  <c:v>11369</c:v>
                </c:pt>
                <c:pt idx="3417">
                  <c:v>11373</c:v>
                </c:pt>
                <c:pt idx="3418">
                  <c:v>11376</c:v>
                </c:pt>
                <c:pt idx="3419">
                  <c:v>11379</c:v>
                </c:pt>
                <c:pt idx="3420">
                  <c:v>11383</c:v>
                </c:pt>
                <c:pt idx="3421">
                  <c:v>11386</c:v>
                </c:pt>
                <c:pt idx="3422">
                  <c:v>11389</c:v>
                </c:pt>
                <c:pt idx="3423">
                  <c:v>11393</c:v>
                </c:pt>
                <c:pt idx="3424">
                  <c:v>11396</c:v>
                </c:pt>
                <c:pt idx="3425">
                  <c:v>11399</c:v>
                </c:pt>
                <c:pt idx="3426">
                  <c:v>11403</c:v>
                </c:pt>
                <c:pt idx="3427">
                  <c:v>11406</c:v>
                </c:pt>
                <c:pt idx="3428">
                  <c:v>11409</c:v>
                </c:pt>
                <c:pt idx="3429">
                  <c:v>11413</c:v>
                </c:pt>
                <c:pt idx="3430">
                  <c:v>11416</c:v>
                </c:pt>
                <c:pt idx="3431">
                  <c:v>11419</c:v>
                </c:pt>
                <c:pt idx="3432">
                  <c:v>11423</c:v>
                </c:pt>
                <c:pt idx="3433">
                  <c:v>11426</c:v>
                </c:pt>
                <c:pt idx="3434">
                  <c:v>11429</c:v>
                </c:pt>
                <c:pt idx="3435">
                  <c:v>11433</c:v>
                </c:pt>
                <c:pt idx="3436">
                  <c:v>11436</c:v>
                </c:pt>
                <c:pt idx="3437">
                  <c:v>11439</c:v>
                </c:pt>
                <c:pt idx="3438">
                  <c:v>11442</c:v>
                </c:pt>
                <c:pt idx="3439">
                  <c:v>11446</c:v>
                </c:pt>
                <c:pt idx="3440">
                  <c:v>11449</c:v>
                </c:pt>
                <c:pt idx="3441">
                  <c:v>11452</c:v>
                </c:pt>
                <c:pt idx="3442">
                  <c:v>11456</c:v>
                </c:pt>
                <c:pt idx="3443">
                  <c:v>11459</c:v>
                </c:pt>
                <c:pt idx="3444">
                  <c:v>11462</c:v>
                </c:pt>
                <c:pt idx="3445">
                  <c:v>11466</c:v>
                </c:pt>
                <c:pt idx="3446">
                  <c:v>11469</c:v>
                </c:pt>
                <c:pt idx="3447">
                  <c:v>11472</c:v>
                </c:pt>
                <c:pt idx="3448">
                  <c:v>11476</c:v>
                </c:pt>
                <c:pt idx="3449">
                  <c:v>11479</c:v>
                </c:pt>
                <c:pt idx="3450">
                  <c:v>11482</c:v>
                </c:pt>
                <c:pt idx="3451">
                  <c:v>11486</c:v>
                </c:pt>
                <c:pt idx="3452">
                  <c:v>11489</c:v>
                </c:pt>
                <c:pt idx="3453">
                  <c:v>11492</c:v>
                </c:pt>
                <c:pt idx="3454">
                  <c:v>11496</c:v>
                </c:pt>
                <c:pt idx="3455">
                  <c:v>11499</c:v>
                </c:pt>
                <c:pt idx="3456">
                  <c:v>11502</c:v>
                </c:pt>
                <c:pt idx="3457">
                  <c:v>11506</c:v>
                </c:pt>
                <c:pt idx="3458">
                  <c:v>11509</c:v>
                </c:pt>
                <c:pt idx="3459">
                  <c:v>11512</c:v>
                </c:pt>
                <c:pt idx="3460">
                  <c:v>11516</c:v>
                </c:pt>
                <c:pt idx="3461">
                  <c:v>11519</c:v>
                </c:pt>
                <c:pt idx="3462">
                  <c:v>11522</c:v>
                </c:pt>
                <c:pt idx="3463">
                  <c:v>11526</c:v>
                </c:pt>
                <c:pt idx="3464">
                  <c:v>11529</c:v>
                </c:pt>
                <c:pt idx="3465">
                  <c:v>11532</c:v>
                </c:pt>
                <c:pt idx="3466">
                  <c:v>11536</c:v>
                </c:pt>
                <c:pt idx="3467">
                  <c:v>11539</c:v>
                </c:pt>
                <c:pt idx="3468">
                  <c:v>11542</c:v>
                </c:pt>
                <c:pt idx="3469">
                  <c:v>11546</c:v>
                </c:pt>
                <c:pt idx="3470">
                  <c:v>11549</c:v>
                </c:pt>
                <c:pt idx="3471">
                  <c:v>11552</c:v>
                </c:pt>
                <c:pt idx="3472">
                  <c:v>11556</c:v>
                </c:pt>
                <c:pt idx="3473">
                  <c:v>11559</c:v>
                </c:pt>
                <c:pt idx="3474">
                  <c:v>11562</c:v>
                </c:pt>
                <c:pt idx="3475">
                  <c:v>11566</c:v>
                </c:pt>
                <c:pt idx="3476">
                  <c:v>11569</c:v>
                </c:pt>
                <c:pt idx="3477">
                  <c:v>11572</c:v>
                </c:pt>
                <c:pt idx="3478">
                  <c:v>11576</c:v>
                </c:pt>
                <c:pt idx="3479">
                  <c:v>11579</c:v>
                </c:pt>
                <c:pt idx="3480">
                  <c:v>11582</c:v>
                </c:pt>
                <c:pt idx="3481">
                  <c:v>11586</c:v>
                </c:pt>
                <c:pt idx="3482">
                  <c:v>11589</c:v>
                </c:pt>
                <c:pt idx="3483">
                  <c:v>11592</c:v>
                </c:pt>
                <c:pt idx="3484">
                  <c:v>11596</c:v>
                </c:pt>
                <c:pt idx="3485">
                  <c:v>11599</c:v>
                </c:pt>
                <c:pt idx="3486">
                  <c:v>11602</c:v>
                </c:pt>
                <c:pt idx="3487">
                  <c:v>11606</c:v>
                </c:pt>
                <c:pt idx="3488">
                  <c:v>11609</c:v>
                </c:pt>
                <c:pt idx="3489">
                  <c:v>11612</c:v>
                </c:pt>
                <c:pt idx="3490">
                  <c:v>11616</c:v>
                </c:pt>
                <c:pt idx="3491">
                  <c:v>11619</c:v>
                </c:pt>
                <c:pt idx="3492">
                  <c:v>11622</c:v>
                </c:pt>
                <c:pt idx="3493">
                  <c:v>11625</c:v>
                </c:pt>
                <c:pt idx="3494">
                  <c:v>11629</c:v>
                </c:pt>
                <c:pt idx="3495">
                  <c:v>11632</c:v>
                </c:pt>
                <c:pt idx="3496">
                  <c:v>11635</c:v>
                </c:pt>
                <c:pt idx="3497">
                  <c:v>11639</c:v>
                </c:pt>
                <c:pt idx="3498">
                  <c:v>11642</c:v>
                </c:pt>
                <c:pt idx="3499">
                  <c:v>11645</c:v>
                </c:pt>
                <c:pt idx="3500">
                  <c:v>11649</c:v>
                </c:pt>
                <c:pt idx="3501">
                  <c:v>11652</c:v>
                </c:pt>
                <c:pt idx="3502">
                  <c:v>11655</c:v>
                </c:pt>
                <c:pt idx="3503">
                  <c:v>11659</c:v>
                </c:pt>
                <c:pt idx="3504">
                  <c:v>11662</c:v>
                </c:pt>
                <c:pt idx="3505">
                  <c:v>11665</c:v>
                </c:pt>
                <c:pt idx="3506">
                  <c:v>11669</c:v>
                </c:pt>
                <c:pt idx="3507">
                  <c:v>11672</c:v>
                </c:pt>
                <c:pt idx="3508">
                  <c:v>11675</c:v>
                </c:pt>
                <c:pt idx="3509">
                  <c:v>11679</c:v>
                </c:pt>
                <c:pt idx="3510">
                  <c:v>11682</c:v>
                </c:pt>
                <c:pt idx="3511">
                  <c:v>11685</c:v>
                </c:pt>
                <c:pt idx="3512">
                  <c:v>11689</c:v>
                </c:pt>
                <c:pt idx="3513">
                  <c:v>11692</c:v>
                </c:pt>
                <c:pt idx="3514">
                  <c:v>11695</c:v>
                </c:pt>
                <c:pt idx="3515">
                  <c:v>11699</c:v>
                </c:pt>
                <c:pt idx="3516">
                  <c:v>11702</c:v>
                </c:pt>
                <c:pt idx="3517">
                  <c:v>11705</c:v>
                </c:pt>
                <c:pt idx="3518">
                  <c:v>11709</c:v>
                </c:pt>
                <c:pt idx="3519">
                  <c:v>11712</c:v>
                </c:pt>
                <c:pt idx="3520">
                  <c:v>11715</c:v>
                </c:pt>
                <c:pt idx="3521">
                  <c:v>11719</c:v>
                </c:pt>
                <c:pt idx="3522">
                  <c:v>11722</c:v>
                </c:pt>
                <c:pt idx="3523">
                  <c:v>11725</c:v>
                </c:pt>
                <c:pt idx="3524">
                  <c:v>11729</c:v>
                </c:pt>
                <c:pt idx="3525">
                  <c:v>11732</c:v>
                </c:pt>
                <c:pt idx="3526">
                  <c:v>11735</c:v>
                </c:pt>
                <c:pt idx="3527">
                  <c:v>11739</c:v>
                </c:pt>
                <c:pt idx="3528">
                  <c:v>11742</c:v>
                </c:pt>
                <c:pt idx="3529">
                  <c:v>11745</c:v>
                </c:pt>
                <c:pt idx="3530">
                  <c:v>11749</c:v>
                </c:pt>
                <c:pt idx="3531">
                  <c:v>11752</c:v>
                </c:pt>
                <c:pt idx="3532">
                  <c:v>11755</c:v>
                </c:pt>
                <c:pt idx="3533">
                  <c:v>11759</c:v>
                </c:pt>
                <c:pt idx="3534">
                  <c:v>11762</c:v>
                </c:pt>
                <c:pt idx="3535">
                  <c:v>11765</c:v>
                </c:pt>
                <c:pt idx="3536">
                  <c:v>11769</c:v>
                </c:pt>
                <c:pt idx="3537">
                  <c:v>11772</c:v>
                </c:pt>
                <c:pt idx="3538">
                  <c:v>11775</c:v>
                </c:pt>
                <c:pt idx="3539">
                  <c:v>11779</c:v>
                </c:pt>
                <c:pt idx="3540">
                  <c:v>11782</c:v>
                </c:pt>
                <c:pt idx="3541">
                  <c:v>11785</c:v>
                </c:pt>
                <c:pt idx="3542">
                  <c:v>11789</c:v>
                </c:pt>
                <c:pt idx="3543">
                  <c:v>11792</c:v>
                </c:pt>
                <c:pt idx="3544">
                  <c:v>11795</c:v>
                </c:pt>
                <c:pt idx="3545">
                  <c:v>11799</c:v>
                </c:pt>
                <c:pt idx="3546">
                  <c:v>11802</c:v>
                </c:pt>
                <c:pt idx="3547">
                  <c:v>11805</c:v>
                </c:pt>
                <c:pt idx="3548">
                  <c:v>11808</c:v>
                </c:pt>
                <c:pt idx="3549">
                  <c:v>11812</c:v>
                </c:pt>
                <c:pt idx="3550">
                  <c:v>11815</c:v>
                </c:pt>
                <c:pt idx="3551">
                  <c:v>11818</c:v>
                </c:pt>
                <c:pt idx="3552">
                  <c:v>11822</c:v>
                </c:pt>
                <c:pt idx="3553">
                  <c:v>11825</c:v>
                </c:pt>
                <c:pt idx="3554">
                  <c:v>11828</c:v>
                </c:pt>
                <c:pt idx="3555">
                  <c:v>11832</c:v>
                </c:pt>
                <c:pt idx="3556">
                  <c:v>11835</c:v>
                </c:pt>
                <c:pt idx="3557">
                  <c:v>11838</c:v>
                </c:pt>
                <c:pt idx="3558">
                  <c:v>11842</c:v>
                </c:pt>
                <c:pt idx="3559">
                  <c:v>11845</c:v>
                </c:pt>
                <c:pt idx="3560">
                  <c:v>11848</c:v>
                </c:pt>
                <c:pt idx="3561">
                  <c:v>11852</c:v>
                </c:pt>
                <c:pt idx="3562">
                  <c:v>11855</c:v>
                </c:pt>
                <c:pt idx="3563">
                  <c:v>11858</c:v>
                </c:pt>
                <c:pt idx="3564">
                  <c:v>11862</c:v>
                </c:pt>
                <c:pt idx="3565">
                  <c:v>11865</c:v>
                </c:pt>
                <c:pt idx="3566">
                  <c:v>11868</c:v>
                </c:pt>
                <c:pt idx="3567">
                  <c:v>11872</c:v>
                </c:pt>
                <c:pt idx="3568">
                  <c:v>11875</c:v>
                </c:pt>
                <c:pt idx="3569">
                  <c:v>11878</c:v>
                </c:pt>
                <c:pt idx="3570">
                  <c:v>11882</c:v>
                </c:pt>
                <c:pt idx="3571">
                  <c:v>11885</c:v>
                </c:pt>
                <c:pt idx="3572">
                  <c:v>11888</c:v>
                </c:pt>
                <c:pt idx="3573">
                  <c:v>11892</c:v>
                </c:pt>
                <c:pt idx="3574">
                  <c:v>11895</c:v>
                </c:pt>
                <c:pt idx="3575">
                  <c:v>11898</c:v>
                </c:pt>
                <c:pt idx="3576">
                  <c:v>11902</c:v>
                </c:pt>
                <c:pt idx="3577">
                  <c:v>11905</c:v>
                </c:pt>
                <c:pt idx="3578">
                  <c:v>11908</c:v>
                </c:pt>
                <c:pt idx="3579">
                  <c:v>11912</c:v>
                </c:pt>
                <c:pt idx="3580">
                  <c:v>11915</c:v>
                </c:pt>
                <c:pt idx="3581">
                  <c:v>11918</c:v>
                </c:pt>
                <c:pt idx="3582">
                  <c:v>11922</c:v>
                </c:pt>
                <c:pt idx="3583">
                  <c:v>11925</c:v>
                </c:pt>
                <c:pt idx="3584">
                  <c:v>11928</c:v>
                </c:pt>
                <c:pt idx="3585">
                  <c:v>11932</c:v>
                </c:pt>
                <c:pt idx="3586">
                  <c:v>11935</c:v>
                </c:pt>
                <c:pt idx="3587">
                  <c:v>11938</c:v>
                </c:pt>
                <c:pt idx="3588">
                  <c:v>11942</c:v>
                </c:pt>
                <c:pt idx="3589">
                  <c:v>11945</c:v>
                </c:pt>
                <c:pt idx="3590">
                  <c:v>11948</c:v>
                </c:pt>
                <c:pt idx="3591">
                  <c:v>11952</c:v>
                </c:pt>
                <c:pt idx="3592">
                  <c:v>11955</c:v>
                </c:pt>
                <c:pt idx="3593">
                  <c:v>11958</c:v>
                </c:pt>
                <c:pt idx="3594">
                  <c:v>11962</c:v>
                </c:pt>
                <c:pt idx="3595">
                  <c:v>11965</c:v>
                </c:pt>
                <c:pt idx="3596">
                  <c:v>11968</c:v>
                </c:pt>
                <c:pt idx="3597">
                  <c:v>11972</c:v>
                </c:pt>
                <c:pt idx="3598">
                  <c:v>11975</c:v>
                </c:pt>
                <c:pt idx="3599">
                  <c:v>11978</c:v>
                </c:pt>
                <c:pt idx="3600">
                  <c:v>11982</c:v>
                </c:pt>
                <c:pt idx="3601">
                  <c:v>11985</c:v>
                </c:pt>
                <c:pt idx="3602">
                  <c:v>11988</c:v>
                </c:pt>
                <c:pt idx="3603">
                  <c:v>11991</c:v>
                </c:pt>
                <c:pt idx="3604">
                  <c:v>11995</c:v>
                </c:pt>
                <c:pt idx="3605">
                  <c:v>11998</c:v>
                </c:pt>
                <c:pt idx="3606">
                  <c:v>12001</c:v>
                </c:pt>
                <c:pt idx="3607">
                  <c:v>12005</c:v>
                </c:pt>
                <c:pt idx="3608">
                  <c:v>12008</c:v>
                </c:pt>
                <c:pt idx="3609">
                  <c:v>12011</c:v>
                </c:pt>
                <c:pt idx="3610">
                  <c:v>12015</c:v>
                </c:pt>
                <c:pt idx="3611">
                  <c:v>12018</c:v>
                </c:pt>
                <c:pt idx="3612">
                  <c:v>12021</c:v>
                </c:pt>
                <c:pt idx="3613">
                  <c:v>12025</c:v>
                </c:pt>
                <c:pt idx="3614">
                  <c:v>12028</c:v>
                </c:pt>
                <c:pt idx="3615">
                  <c:v>12031</c:v>
                </c:pt>
                <c:pt idx="3616">
                  <c:v>12035</c:v>
                </c:pt>
                <c:pt idx="3617">
                  <c:v>12038</c:v>
                </c:pt>
                <c:pt idx="3618">
                  <c:v>12041</c:v>
                </c:pt>
                <c:pt idx="3619">
                  <c:v>12045</c:v>
                </c:pt>
                <c:pt idx="3620">
                  <c:v>12048</c:v>
                </c:pt>
                <c:pt idx="3621">
                  <c:v>12051</c:v>
                </c:pt>
                <c:pt idx="3622">
                  <c:v>12055</c:v>
                </c:pt>
                <c:pt idx="3623">
                  <c:v>12058</c:v>
                </c:pt>
                <c:pt idx="3624">
                  <c:v>12061</c:v>
                </c:pt>
                <c:pt idx="3625">
                  <c:v>12065</c:v>
                </c:pt>
                <c:pt idx="3626">
                  <c:v>12068</c:v>
                </c:pt>
                <c:pt idx="3627">
                  <c:v>12071</c:v>
                </c:pt>
                <c:pt idx="3628">
                  <c:v>12075</c:v>
                </c:pt>
                <c:pt idx="3629">
                  <c:v>12078</c:v>
                </c:pt>
                <c:pt idx="3630">
                  <c:v>12081</c:v>
                </c:pt>
                <c:pt idx="3631">
                  <c:v>12085</c:v>
                </c:pt>
                <c:pt idx="3632">
                  <c:v>12088</c:v>
                </c:pt>
                <c:pt idx="3633">
                  <c:v>12091</c:v>
                </c:pt>
                <c:pt idx="3634">
                  <c:v>12095</c:v>
                </c:pt>
                <c:pt idx="3635">
                  <c:v>12098</c:v>
                </c:pt>
                <c:pt idx="3636">
                  <c:v>12101</c:v>
                </c:pt>
                <c:pt idx="3637">
                  <c:v>12105</c:v>
                </c:pt>
                <c:pt idx="3638">
                  <c:v>12108</c:v>
                </c:pt>
                <c:pt idx="3639">
                  <c:v>12111</c:v>
                </c:pt>
                <c:pt idx="3640">
                  <c:v>12115</c:v>
                </c:pt>
                <c:pt idx="3641">
                  <c:v>12118</c:v>
                </c:pt>
                <c:pt idx="3642">
                  <c:v>12121</c:v>
                </c:pt>
                <c:pt idx="3643">
                  <c:v>12125</c:v>
                </c:pt>
                <c:pt idx="3644">
                  <c:v>12128</c:v>
                </c:pt>
                <c:pt idx="3645">
                  <c:v>12131</c:v>
                </c:pt>
                <c:pt idx="3646">
                  <c:v>12135</c:v>
                </c:pt>
                <c:pt idx="3647">
                  <c:v>12138</c:v>
                </c:pt>
                <c:pt idx="3648">
                  <c:v>12141</c:v>
                </c:pt>
                <c:pt idx="3649">
                  <c:v>12145</c:v>
                </c:pt>
                <c:pt idx="3650">
                  <c:v>12148</c:v>
                </c:pt>
                <c:pt idx="3651">
                  <c:v>12151</c:v>
                </c:pt>
                <c:pt idx="3652">
                  <c:v>12155</c:v>
                </c:pt>
                <c:pt idx="3653">
                  <c:v>12158</c:v>
                </c:pt>
                <c:pt idx="3654">
                  <c:v>12161</c:v>
                </c:pt>
                <c:pt idx="3655">
                  <c:v>12165</c:v>
                </c:pt>
                <c:pt idx="3656">
                  <c:v>12168</c:v>
                </c:pt>
                <c:pt idx="3657">
                  <c:v>12171</c:v>
                </c:pt>
                <c:pt idx="3658">
                  <c:v>12174</c:v>
                </c:pt>
                <c:pt idx="3659">
                  <c:v>12178</c:v>
                </c:pt>
                <c:pt idx="3660">
                  <c:v>12181</c:v>
                </c:pt>
                <c:pt idx="3661">
                  <c:v>12184</c:v>
                </c:pt>
                <c:pt idx="3662">
                  <c:v>12188</c:v>
                </c:pt>
                <c:pt idx="3663">
                  <c:v>12191</c:v>
                </c:pt>
                <c:pt idx="3664">
                  <c:v>12194</c:v>
                </c:pt>
                <c:pt idx="3665">
                  <c:v>12198</c:v>
                </c:pt>
                <c:pt idx="3666">
                  <c:v>12201</c:v>
                </c:pt>
                <c:pt idx="3667">
                  <c:v>12204</c:v>
                </c:pt>
                <c:pt idx="3668">
                  <c:v>12208</c:v>
                </c:pt>
                <c:pt idx="3669">
                  <c:v>12211</c:v>
                </c:pt>
                <c:pt idx="3670">
                  <c:v>12214</c:v>
                </c:pt>
                <c:pt idx="3671">
                  <c:v>12218</c:v>
                </c:pt>
                <c:pt idx="3672">
                  <c:v>12221</c:v>
                </c:pt>
                <c:pt idx="3673">
                  <c:v>12224</c:v>
                </c:pt>
                <c:pt idx="3674">
                  <c:v>12228</c:v>
                </c:pt>
                <c:pt idx="3675">
                  <c:v>12231</c:v>
                </c:pt>
                <c:pt idx="3676">
                  <c:v>12234</c:v>
                </c:pt>
                <c:pt idx="3677">
                  <c:v>12238</c:v>
                </c:pt>
                <c:pt idx="3678">
                  <c:v>12241</c:v>
                </c:pt>
                <c:pt idx="3679">
                  <c:v>12244</c:v>
                </c:pt>
                <c:pt idx="3680">
                  <c:v>12248</c:v>
                </c:pt>
                <c:pt idx="3681">
                  <c:v>12251</c:v>
                </c:pt>
                <c:pt idx="3682">
                  <c:v>12254</c:v>
                </c:pt>
                <c:pt idx="3683">
                  <c:v>12258</c:v>
                </c:pt>
                <c:pt idx="3684">
                  <c:v>12261</c:v>
                </c:pt>
                <c:pt idx="3685">
                  <c:v>12264</c:v>
                </c:pt>
                <c:pt idx="3686">
                  <c:v>12268</c:v>
                </c:pt>
                <c:pt idx="3687">
                  <c:v>12271</c:v>
                </c:pt>
                <c:pt idx="3688">
                  <c:v>12274</c:v>
                </c:pt>
                <c:pt idx="3689">
                  <c:v>12278</c:v>
                </c:pt>
                <c:pt idx="3690">
                  <c:v>12281</c:v>
                </c:pt>
                <c:pt idx="3691">
                  <c:v>12284</c:v>
                </c:pt>
                <c:pt idx="3692">
                  <c:v>12288</c:v>
                </c:pt>
                <c:pt idx="3693">
                  <c:v>12291</c:v>
                </c:pt>
                <c:pt idx="3694">
                  <c:v>12294</c:v>
                </c:pt>
                <c:pt idx="3695">
                  <c:v>12298</c:v>
                </c:pt>
                <c:pt idx="3696">
                  <c:v>12301</c:v>
                </c:pt>
                <c:pt idx="3697">
                  <c:v>12304</c:v>
                </c:pt>
                <c:pt idx="3698">
                  <c:v>12308</c:v>
                </c:pt>
                <c:pt idx="3699">
                  <c:v>12311</c:v>
                </c:pt>
                <c:pt idx="3700">
                  <c:v>12314</c:v>
                </c:pt>
                <c:pt idx="3701">
                  <c:v>12318</c:v>
                </c:pt>
                <c:pt idx="3702">
                  <c:v>12321</c:v>
                </c:pt>
                <c:pt idx="3703">
                  <c:v>12324</c:v>
                </c:pt>
                <c:pt idx="3704">
                  <c:v>12328</c:v>
                </c:pt>
                <c:pt idx="3705">
                  <c:v>12331</c:v>
                </c:pt>
                <c:pt idx="3706">
                  <c:v>12334</c:v>
                </c:pt>
                <c:pt idx="3707">
                  <c:v>12338</c:v>
                </c:pt>
                <c:pt idx="3708">
                  <c:v>12341</c:v>
                </c:pt>
                <c:pt idx="3709">
                  <c:v>12344</c:v>
                </c:pt>
                <c:pt idx="3710">
                  <c:v>12348</c:v>
                </c:pt>
                <c:pt idx="3711">
                  <c:v>12351</c:v>
                </c:pt>
                <c:pt idx="3712">
                  <c:v>12354</c:v>
                </c:pt>
                <c:pt idx="3713">
                  <c:v>12357</c:v>
                </c:pt>
                <c:pt idx="3714">
                  <c:v>12361</c:v>
                </c:pt>
                <c:pt idx="3715">
                  <c:v>12364</c:v>
                </c:pt>
                <c:pt idx="3716">
                  <c:v>12367</c:v>
                </c:pt>
                <c:pt idx="3717">
                  <c:v>12371</c:v>
                </c:pt>
                <c:pt idx="3718">
                  <c:v>12374</c:v>
                </c:pt>
                <c:pt idx="3719">
                  <c:v>12377</c:v>
                </c:pt>
                <c:pt idx="3720">
                  <c:v>12381</c:v>
                </c:pt>
                <c:pt idx="3721">
                  <c:v>12384</c:v>
                </c:pt>
                <c:pt idx="3722">
                  <c:v>12387</c:v>
                </c:pt>
                <c:pt idx="3723">
                  <c:v>12391</c:v>
                </c:pt>
                <c:pt idx="3724">
                  <c:v>12394</c:v>
                </c:pt>
                <c:pt idx="3725">
                  <c:v>12397</c:v>
                </c:pt>
                <c:pt idx="3726">
                  <c:v>12401</c:v>
                </c:pt>
                <c:pt idx="3727">
                  <c:v>12404</c:v>
                </c:pt>
                <c:pt idx="3728">
                  <c:v>12407</c:v>
                </c:pt>
                <c:pt idx="3729">
                  <c:v>12411</c:v>
                </c:pt>
                <c:pt idx="3730">
                  <c:v>12414</c:v>
                </c:pt>
                <c:pt idx="3731">
                  <c:v>12417</c:v>
                </c:pt>
                <c:pt idx="3732">
                  <c:v>12421</c:v>
                </c:pt>
                <c:pt idx="3733">
                  <c:v>12424</c:v>
                </c:pt>
                <c:pt idx="3734">
                  <c:v>12427</c:v>
                </c:pt>
                <c:pt idx="3735">
                  <c:v>12431</c:v>
                </c:pt>
                <c:pt idx="3736">
                  <c:v>12434</c:v>
                </c:pt>
                <c:pt idx="3737">
                  <c:v>12437</c:v>
                </c:pt>
                <c:pt idx="3738">
                  <c:v>12441</c:v>
                </c:pt>
                <c:pt idx="3739">
                  <c:v>12444</c:v>
                </c:pt>
                <c:pt idx="3740">
                  <c:v>12447</c:v>
                </c:pt>
                <c:pt idx="3741">
                  <c:v>12451</c:v>
                </c:pt>
                <c:pt idx="3742">
                  <c:v>12454</c:v>
                </c:pt>
                <c:pt idx="3743">
                  <c:v>12457</c:v>
                </c:pt>
                <c:pt idx="3744">
                  <c:v>12461</c:v>
                </c:pt>
                <c:pt idx="3745">
                  <c:v>12464</c:v>
                </c:pt>
                <c:pt idx="3746">
                  <c:v>12467</c:v>
                </c:pt>
                <c:pt idx="3747">
                  <c:v>12471</c:v>
                </c:pt>
                <c:pt idx="3748">
                  <c:v>12474</c:v>
                </c:pt>
                <c:pt idx="3749">
                  <c:v>12477</c:v>
                </c:pt>
                <c:pt idx="3750">
                  <c:v>12481</c:v>
                </c:pt>
                <c:pt idx="3751">
                  <c:v>12484</c:v>
                </c:pt>
                <c:pt idx="3752">
                  <c:v>12487</c:v>
                </c:pt>
                <c:pt idx="3753">
                  <c:v>12491</c:v>
                </c:pt>
                <c:pt idx="3754">
                  <c:v>12494</c:v>
                </c:pt>
                <c:pt idx="3755">
                  <c:v>12497</c:v>
                </c:pt>
                <c:pt idx="3756">
                  <c:v>12501</c:v>
                </c:pt>
                <c:pt idx="3757">
                  <c:v>12504</c:v>
                </c:pt>
                <c:pt idx="3758">
                  <c:v>12507</c:v>
                </c:pt>
                <c:pt idx="3759">
                  <c:v>12511</c:v>
                </c:pt>
                <c:pt idx="3760">
                  <c:v>12514</c:v>
                </c:pt>
                <c:pt idx="3761">
                  <c:v>12517</c:v>
                </c:pt>
                <c:pt idx="3762">
                  <c:v>12521</c:v>
                </c:pt>
                <c:pt idx="3763">
                  <c:v>12524</c:v>
                </c:pt>
                <c:pt idx="3764">
                  <c:v>12527</c:v>
                </c:pt>
                <c:pt idx="3765">
                  <c:v>12531</c:v>
                </c:pt>
                <c:pt idx="3766">
                  <c:v>12534</c:v>
                </c:pt>
                <c:pt idx="3767">
                  <c:v>12537</c:v>
                </c:pt>
                <c:pt idx="3768">
                  <c:v>12540</c:v>
                </c:pt>
                <c:pt idx="3769">
                  <c:v>12544</c:v>
                </c:pt>
                <c:pt idx="3770">
                  <c:v>12547</c:v>
                </c:pt>
                <c:pt idx="3771">
                  <c:v>12550</c:v>
                </c:pt>
                <c:pt idx="3772">
                  <c:v>12554</c:v>
                </c:pt>
                <c:pt idx="3773">
                  <c:v>12557</c:v>
                </c:pt>
                <c:pt idx="3774">
                  <c:v>12560</c:v>
                </c:pt>
                <c:pt idx="3775">
                  <c:v>12564</c:v>
                </c:pt>
                <c:pt idx="3776">
                  <c:v>12567</c:v>
                </c:pt>
                <c:pt idx="3777">
                  <c:v>12570</c:v>
                </c:pt>
                <c:pt idx="3778">
                  <c:v>12574</c:v>
                </c:pt>
                <c:pt idx="3779">
                  <c:v>12577</c:v>
                </c:pt>
                <c:pt idx="3780">
                  <c:v>12580</c:v>
                </c:pt>
                <c:pt idx="3781">
                  <c:v>12584</c:v>
                </c:pt>
                <c:pt idx="3782">
                  <c:v>12587</c:v>
                </c:pt>
                <c:pt idx="3783">
                  <c:v>12590</c:v>
                </c:pt>
                <c:pt idx="3784">
                  <c:v>12594</c:v>
                </c:pt>
                <c:pt idx="3785">
                  <c:v>12597</c:v>
                </c:pt>
                <c:pt idx="3786">
                  <c:v>12600</c:v>
                </c:pt>
                <c:pt idx="3787">
                  <c:v>12604</c:v>
                </c:pt>
                <c:pt idx="3788">
                  <c:v>12607</c:v>
                </c:pt>
                <c:pt idx="3789">
                  <c:v>12610</c:v>
                </c:pt>
                <c:pt idx="3790">
                  <c:v>12614</c:v>
                </c:pt>
                <c:pt idx="3791">
                  <c:v>12617</c:v>
                </c:pt>
                <c:pt idx="3792">
                  <c:v>12620</c:v>
                </c:pt>
                <c:pt idx="3793">
                  <c:v>12624</c:v>
                </c:pt>
                <c:pt idx="3794">
                  <c:v>12627</c:v>
                </c:pt>
                <c:pt idx="3795">
                  <c:v>12630</c:v>
                </c:pt>
                <c:pt idx="3796">
                  <c:v>12634</c:v>
                </c:pt>
                <c:pt idx="3797">
                  <c:v>12637</c:v>
                </c:pt>
                <c:pt idx="3798">
                  <c:v>12640</c:v>
                </c:pt>
                <c:pt idx="3799">
                  <c:v>12644</c:v>
                </c:pt>
                <c:pt idx="3800">
                  <c:v>12647</c:v>
                </c:pt>
                <c:pt idx="3801">
                  <c:v>12650</c:v>
                </c:pt>
                <c:pt idx="3802">
                  <c:v>12654</c:v>
                </c:pt>
                <c:pt idx="3803">
                  <c:v>12657</c:v>
                </c:pt>
                <c:pt idx="3804">
                  <c:v>12660</c:v>
                </c:pt>
                <c:pt idx="3805">
                  <c:v>12664</c:v>
                </c:pt>
                <c:pt idx="3806">
                  <c:v>12667</c:v>
                </c:pt>
                <c:pt idx="3807">
                  <c:v>12670</c:v>
                </c:pt>
                <c:pt idx="3808">
                  <c:v>12674</c:v>
                </c:pt>
                <c:pt idx="3809">
                  <c:v>12677</c:v>
                </c:pt>
                <c:pt idx="3810">
                  <c:v>12680</c:v>
                </c:pt>
                <c:pt idx="3811">
                  <c:v>12684</c:v>
                </c:pt>
                <c:pt idx="3812">
                  <c:v>12687</c:v>
                </c:pt>
                <c:pt idx="3813">
                  <c:v>12690</c:v>
                </c:pt>
                <c:pt idx="3814">
                  <c:v>12694</c:v>
                </c:pt>
                <c:pt idx="3815">
                  <c:v>12697</c:v>
                </c:pt>
                <c:pt idx="3816">
                  <c:v>12700</c:v>
                </c:pt>
                <c:pt idx="3817">
                  <c:v>12704</c:v>
                </c:pt>
                <c:pt idx="3818">
                  <c:v>12707</c:v>
                </c:pt>
                <c:pt idx="3819">
                  <c:v>12710</c:v>
                </c:pt>
                <c:pt idx="3820">
                  <c:v>12714</c:v>
                </c:pt>
                <c:pt idx="3821">
                  <c:v>12717</c:v>
                </c:pt>
                <c:pt idx="3822">
                  <c:v>12720</c:v>
                </c:pt>
                <c:pt idx="3823">
                  <c:v>12723</c:v>
                </c:pt>
                <c:pt idx="3824">
                  <c:v>12727</c:v>
                </c:pt>
                <c:pt idx="3825">
                  <c:v>12730</c:v>
                </c:pt>
                <c:pt idx="3826">
                  <c:v>12733</c:v>
                </c:pt>
                <c:pt idx="3827">
                  <c:v>12737</c:v>
                </c:pt>
                <c:pt idx="3828">
                  <c:v>12740</c:v>
                </c:pt>
                <c:pt idx="3829">
                  <c:v>12743</c:v>
                </c:pt>
                <c:pt idx="3830">
                  <c:v>12747</c:v>
                </c:pt>
                <c:pt idx="3831">
                  <c:v>12750</c:v>
                </c:pt>
                <c:pt idx="3832">
                  <c:v>12753</c:v>
                </c:pt>
                <c:pt idx="3833">
                  <c:v>12757</c:v>
                </c:pt>
                <c:pt idx="3834">
                  <c:v>12760</c:v>
                </c:pt>
                <c:pt idx="3835">
                  <c:v>12763</c:v>
                </c:pt>
                <c:pt idx="3836">
                  <c:v>12767</c:v>
                </c:pt>
                <c:pt idx="3837">
                  <c:v>12770</c:v>
                </c:pt>
                <c:pt idx="3838">
                  <c:v>12773</c:v>
                </c:pt>
                <c:pt idx="3839">
                  <c:v>12777</c:v>
                </c:pt>
                <c:pt idx="3840">
                  <c:v>12780</c:v>
                </c:pt>
                <c:pt idx="3841">
                  <c:v>12783</c:v>
                </c:pt>
                <c:pt idx="3842">
                  <c:v>12787</c:v>
                </c:pt>
                <c:pt idx="3843">
                  <c:v>12790</c:v>
                </c:pt>
                <c:pt idx="3844">
                  <c:v>12793</c:v>
                </c:pt>
                <c:pt idx="3845">
                  <c:v>12797</c:v>
                </c:pt>
                <c:pt idx="3846">
                  <c:v>12800</c:v>
                </c:pt>
                <c:pt idx="3847">
                  <c:v>12803</c:v>
                </c:pt>
                <c:pt idx="3848">
                  <c:v>12807</c:v>
                </c:pt>
                <c:pt idx="3849">
                  <c:v>12810</c:v>
                </c:pt>
                <c:pt idx="3850">
                  <c:v>12813</c:v>
                </c:pt>
                <c:pt idx="3851">
                  <c:v>12817</c:v>
                </c:pt>
                <c:pt idx="3852">
                  <c:v>12820</c:v>
                </c:pt>
                <c:pt idx="3853">
                  <c:v>12823</c:v>
                </c:pt>
                <c:pt idx="3854">
                  <c:v>12827</c:v>
                </c:pt>
                <c:pt idx="3855">
                  <c:v>12830</c:v>
                </c:pt>
                <c:pt idx="3856">
                  <c:v>12833</c:v>
                </c:pt>
                <c:pt idx="3857">
                  <c:v>12837</c:v>
                </c:pt>
                <c:pt idx="3858">
                  <c:v>12840</c:v>
                </c:pt>
                <c:pt idx="3859">
                  <c:v>12843</c:v>
                </c:pt>
                <c:pt idx="3860">
                  <c:v>12847</c:v>
                </c:pt>
                <c:pt idx="3861">
                  <c:v>12850</c:v>
                </c:pt>
                <c:pt idx="3862">
                  <c:v>12853</c:v>
                </c:pt>
                <c:pt idx="3863">
                  <c:v>12857</c:v>
                </c:pt>
                <c:pt idx="3864">
                  <c:v>12860</c:v>
                </c:pt>
                <c:pt idx="3865">
                  <c:v>12863</c:v>
                </c:pt>
                <c:pt idx="3866">
                  <c:v>12867</c:v>
                </c:pt>
                <c:pt idx="3867">
                  <c:v>12870</c:v>
                </c:pt>
                <c:pt idx="3868">
                  <c:v>12873</c:v>
                </c:pt>
                <c:pt idx="3869">
                  <c:v>12877</c:v>
                </c:pt>
                <c:pt idx="3870">
                  <c:v>12880</c:v>
                </c:pt>
                <c:pt idx="3871">
                  <c:v>12883</c:v>
                </c:pt>
                <c:pt idx="3872">
                  <c:v>12887</c:v>
                </c:pt>
                <c:pt idx="3873">
                  <c:v>12890</c:v>
                </c:pt>
                <c:pt idx="3874">
                  <c:v>12893</c:v>
                </c:pt>
                <c:pt idx="3875">
                  <c:v>12897</c:v>
                </c:pt>
                <c:pt idx="3876">
                  <c:v>12900</c:v>
                </c:pt>
                <c:pt idx="3877">
                  <c:v>12903</c:v>
                </c:pt>
                <c:pt idx="3878">
                  <c:v>12906</c:v>
                </c:pt>
                <c:pt idx="3879">
                  <c:v>12910</c:v>
                </c:pt>
                <c:pt idx="3880">
                  <c:v>12913</c:v>
                </c:pt>
                <c:pt idx="3881">
                  <c:v>12916</c:v>
                </c:pt>
                <c:pt idx="3882">
                  <c:v>12920</c:v>
                </c:pt>
                <c:pt idx="3883">
                  <c:v>12923</c:v>
                </c:pt>
                <c:pt idx="3884">
                  <c:v>12926</c:v>
                </c:pt>
                <c:pt idx="3885">
                  <c:v>12930</c:v>
                </c:pt>
                <c:pt idx="3886">
                  <c:v>12933</c:v>
                </c:pt>
                <c:pt idx="3887">
                  <c:v>12936</c:v>
                </c:pt>
                <c:pt idx="3888">
                  <c:v>12940</c:v>
                </c:pt>
                <c:pt idx="3889">
                  <c:v>12943</c:v>
                </c:pt>
                <c:pt idx="3890">
                  <c:v>12946</c:v>
                </c:pt>
                <c:pt idx="3891">
                  <c:v>12950</c:v>
                </c:pt>
                <c:pt idx="3892">
                  <c:v>12953</c:v>
                </c:pt>
                <c:pt idx="3893">
                  <c:v>12956</c:v>
                </c:pt>
                <c:pt idx="3894">
                  <c:v>12960</c:v>
                </c:pt>
                <c:pt idx="3895">
                  <c:v>12963</c:v>
                </c:pt>
                <c:pt idx="3896">
                  <c:v>12966</c:v>
                </c:pt>
                <c:pt idx="3897">
                  <c:v>12970</c:v>
                </c:pt>
                <c:pt idx="3898">
                  <c:v>12973</c:v>
                </c:pt>
                <c:pt idx="3899">
                  <c:v>12976</c:v>
                </c:pt>
                <c:pt idx="3900">
                  <c:v>12980</c:v>
                </c:pt>
                <c:pt idx="3901">
                  <c:v>12983</c:v>
                </c:pt>
                <c:pt idx="3902">
                  <c:v>12986</c:v>
                </c:pt>
                <c:pt idx="3903">
                  <c:v>12990</c:v>
                </c:pt>
                <c:pt idx="3904">
                  <c:v>12993</c:v>
                </c:pt>
                <c:pt idx="3905">
                  <c:v>12996</c:v>
                </c:pt>
                <c:pt idx="3906">
                  <c:v>13000</c:v>
                </c:pt>
                <c:pt idx="3907">
                  <c:v>13003</c:v>
                </c:pt>
                <c:pt idx="3908">
                  <c:v>13006</c:v>
                </c:pt>
                <c:pt idx="3909">
                  <c:v>13010</c:v>
                </c:pt>
                <c:pt idx="3910">
                  <c:v>13013</c:v>
                </c:pt>
                <c:pt idx="3911">
                  <c:v>13016</c:v>
                </c:pt>
                <c:pt idx="3912">
                  <c:v>13020</c:v>
                </c:pt>
                <c:pt idx="3913">
                  <c:v>13023</c:v>
                </c:pt>
                <c:pt idx="3914">
                  <c:v>13026</c:v>
                </c:pt>
                <c:pt idx="3915">
                  <c:v>13030</c:v>
                </c:pt>
                <c:pt idx="3916">
                  <c:v>13033</c:v>
                </c:pt>
                <c:pt idx="3917">
                  <c:v>13036</c:v>
                </c:pt>
                <c:pt idx="3918">
                  <c:v>13040</c:v>
                </c:pt>
                <c:pt idx="3919">
                  <c:v>13043</c:v>
                </c:pt>
                <c:pt idx="3920">
                  <c:v>13046</c:v>
                </c:pt>
                <c:pt idx="3921">
                  <c:v>13050</c:v>
                </c:pt>
                <c:pt idx="3922">
                  <c:v>13053</c:v>
                </c:pt>
                <c:pt idx="3923">
                  <c:v>13056</c:v>
                </c:pt>
                <c:pt idx="3924">
                  <c:v>13060</c:v>
                </c:pt>
                <c:pt idx="3925">
                  <c:v>13063</c:v>
                </c:pt>
                <c:pt idx="3926">
                  <c:v>13066</c:v>
                </c:pt>
                <c:pt idx="3927">
                  <c:v>13070</c:v>
                </c:pt>
                <c:pt idx="3928">
                  <c:v>13073</c:v>
                </c:pt>
                <c:pt idx="3929">
                  <c:v>13076</c:v>
                </c:pt>
                <c:pt idx="3930">
                  <c:v>13080</c:v>
                </c:pt>
                <c:pt idx="3931">
                  <c:v>13083</c:v>
                </c:pt>
                <c:pt idx="3932">
                  <c:v>13086</c:v>
                </c:pt>
                <c:pt idx="3933">
                  <c:v>13089</c:v>
                </c:pt>
                <c:pt idx="3934">
                  <c:v>13093</c:v>
                </c:pt>
                <c:pt idx="3935">
                  <c:v>13096</c:v>
                </c:pt>
                <c:pt idx="3936">
                  <c:v>13099</c:v>
                </c:pt>
                <c:pt idx="3937">
                  <c:v>13103</c:v>
                </c:pt>
                <c:pt idx="3938">
                  <c:v>13106</c:v>
                </c:pt>
                <c:pt idx="3939">
                  <c:v>13109</c:v>
                </c:pt>
                <c:pt idx="3940">
                  <c:v>13113</c:v>
                </c:pt>
                <c:pt idx="3941">
                  <c:v>13116</c:v>
                </c:pt>
                <c:pt idx="3942">
                  <c:v>13119</c:v>
                </c:pt>
                <c:pt idx="3943">
                  <c:v>13123</c:v>
                </c:pt>
                <c:pt idx="3944">
                  <c:v>13126</c:v>
                </c:pt>
                <c:pt idx="3945">
                  <c:v>13129</c:v>
                </c:pt>
                <c:pt idx="3946">
                  <c:v>13133</c:v>
                </c:pt>
                <c:pt idx="3947">
                  <c:v>13136</c:v>
                </c:pt>
                <c:pt idx="3948">
                  <c:v>13139</c:v>
                </c:pt>
                <c:pt idx="3949">
                  <c:v>13143</c:v>
                </c:pt>
                <c:pt idx="3950">
                  <c:v>13146</c:v>
                </c:pt>
                <c:pt idx="3951">
                  <c:v>13149</c:v>
                </c:pt>
                <c:pt idx="3952">
                  <c:v>13153</c:v>
                </c:pt>
                <c:pt idx="3953">
                  <c:v>13156</c:v>
                </c:pt>
                <c:pt idx="3954">
                  <c:v>13159</c:v>
                </c:pt>
                <c:pt idx="3955">
                  <c:v>13163</c:v>
                </c:pt>
                <c:pt idx="3956">
                  <c:v>13166</c:v>
                </c:pt>
                <c:pt idx="3957">
                  <c:v>13169</c:v>
                </c:pt>
                <c:pt idx="3958">
                  <c:v>13173</c:v>
                </c:pt>
                <c:pt idx="3959">
                  <c:v>13176</c:v>
                </c:pt>
                <c:pt idx="3960">
                  <c:v>13179</c:v>
                </c:pt>
                <c:pt idx="3961">
                  <c:v>13183</c:v>
                </c:pt>
                <c:pt idx="3962">
                  <c:v>13186</c:v>
                </c:pt>
                <c:pt idx="3963">
                  <c:v>13189</c:v>
                </c:pt>
                <c:pt idx="3964">
                  <c:v>13193</c:v>
                </c:pt>
                <c:pt idx="3965">
                  <c:v>13196</c:v>
                </c:pt>
                <c:pt idx="3966">
                  <c:v>13199</c:v>
                </c:pt>
                <c:pt idx="3967">
                  <c:v>13203</c:v>
                </c:pt>
                <c:pt idx="3968">
                  <c:v>13206</c:v>
                </c:pt>
                <c:pt idx="3969">
                  <c:v>13209</c:v>
                </c:pt>
                <c:pt idx="3970">
                  <c:v>13213</c:v>
                </c:pt>
                <c:pt idx="3971">
                  <c:v>13216</c:v>
                </c:pt>
                <c:pt idx="3972">
                  <c:v>13219</c:v>
                </c:pt>
                <c:pt idx="3973">
                  <c:v>13223</c:v>
                </c:pt>
                <c:pt idx="3974">
                  <c:v>13226</c:v>
                </c:pt>
                <c:pt idx="3975">
                  <c:v>13229</c:v>
                </c:pt>
                <c:pt idx="3976">
                  <c:v>13233</c:v>
                </c:pt>
                <c:pt idx="3977">
                  <c:v>13236</c:v>
                </c:pt>
                <c:pt idx="3978">
                  <c:v>13239</c:v>
                </c:pt>
                <c:pt idx="3979">
                  <c:v>13243</c:v>
                </c:pt>
                <c:pt idx="3980">
                  <c:v>13246</c:v>
                </c:pt>
                <c:pt idx="3981">
                  <c:v>13249</c:v>
                </c:pt>
                <c:pt idx="3982">
                  <c:v>13253</c:v>
                </c:pt>
                <c:pt idx="3983">
                  <c:v>13256</c:v>
                </c:pt>
                <c:pt idx="3984">
                  <c:v>13259</c:v>
                </c:pt>
                <c:pt idx="3985">
                  <c:v>13263</c:v>
                </c:pt>
                <c:pt idx="3986">
                  <c:v>13266</c:v>
                </c:pt>
                <c:pt idx="3987">
                  <c:v>13269</c:v>
                </c:pt>
                <c:pt idx="3988">
                  <c:v>13272</c:v>
                </c:pt>
                <c:pt idx="3989">
                  <c:v>13276</c:v>
                </c:pt>
                <c:pt idx="3990">
                  <c:v>13279</c:v>
                </c:pt>
                <c:pt idx="3991">
                  <c:v>13282</c:v>
                </c:pt>
                <c:pt idx="3992">
                  <c:v>13286</c:v>
                </c:pt>
                <c:pt idx="3993">
                  <c:v>13289</c:v>
                </c:pt>
                <c:pt idx="3994">
                  <c:v>13292</c:v>
                </c:pt>
                <c:pt idx="3995">
                  <c:v>13296</c:v>
                </c:pt>
                <c:pt idx="3996">
                  <c:v>13299</c:v>
                </c:pt>
                <c:pt idx="3997">
                  <c:v>13302</c:v>
                </c:pt>
                <c:pt idx="3998">
                  <c:v>13306</c:v>
                </c:pt>
                <c:pt idx="3999">
                  <c:v>13309</c:v>
                </c:pt>
                <c:pt idx="4000">
                  <c:v>13312</c:v>
                </c:pt>
                <c:pt idx="4001">
                  <c:v>13316</c:v>
                </c:pt>
                <c:pt idx="4002">
                  <c:v>13319</c:v>
                </c:pt>
                <c:pt idx="4003">
                  <c:v>13322</c:v>
                </c:pt>
                <c:pt idx="4004">
                  <c:v>13326</c:v>
                </c:pt>
                <c:pt idx="4005">
                  <c:v>13329</c:v>
                </c:pt>
                <c:pt idx="4006">
                  <c:v>13332</c:v>
                </c:pt>
                <c:pt idx="4007">
                  <c:v>13336</c:v>
                </c:pt>
                <c:pt idx="4008">
                  <c:v>13339</c:v>
                </c:pt>
                <c:pt idx="4009">
                  <c:v>13342</c:v>
                </c:pt>
                <c:pt idx="4010">
                  <c:v>13346</c:v>
                </c:pt>
                <c:pt idx="4011">
                  <c:v>13349</c:v>
                </c:pt>
                <c:pt idx="4012">
                  <c:v>13352</c:v>
                </c:pt>
                <c:pt idx="4013">
                  <c:v>13356</c:v>
                </c:pt>
                <c:pt idx="4014">
                  <c:v>13359</c:v>
                </c:pt>
                <c:pt idx="4015">
                  <c:v>13362</c:v>
                </c:pt>
                <c:pt idx="4016">
                  <c:v>13366</c:v>
                </c:pt>
                <c:pt idx="4017">
                  <c:v>13369</c:v>
                </c:pt>
                <c:pt idx="4018">
                  <c:v>13372</c:v>
                </c:pt>
                <c:pt idx="4019">
                  <c:v>13376</c:v>
                </c:pt>
                <c:pt idx="4020">
                  <c:v>13379</c:v>
                </c:pt>
                <c:pt idx="4021">
                  <c:v>13382</c:v>
                </c:pt>
                <c:pt idx="4022">
                  <c:v>13386</c:v>
                </c:pt>
                <c:pt idx="4023">
                  <c:v>13389</c:v>
                </c:pt>
                <c:pt idx="4024">
                  <c:v>13392</c:v>
                </c:pt>
                <c:pt idx="4025">
                  <c:v>13396</c:v>
                </c:pt>
                <c:pt idx="4026">
                  <c:v>13399</c:v>
                </c:pt>
                <c:pt idx="4027">
                  <c:v>13402</c:v>
                </c:pt>
                <c:pt idx="4028">
                  <c:v>13406</c:v>
                </c:pt>
                <c:pt idx="4029">
                  <c:v>13409</c:v>
                </c:pt>
                <c:pt idx="4030">
                  <c:v>13412</c:v>
                </c:pt>
                <c:pt idx="4031">
                  <c:v>13416</c:v>
                </c:pt>
                <c:pt idx="4032">
                  <c:v>13419</c:v>
                </c:pt>
                <c:pt idx="4033">
                  <c:v>13422</c:v>
                </c:pt>
                <c:pt idx="4034">
                  <c:v>13426</c:v>
                </c:pt>
                <c:pt idx="4035">
                  <c:v>13429</c:v>
                </c:pt>
                <c:pt idx="4036">
                  <c:v>13432</c:v>
                </c:pt>
                <c:pt idx="4037">
                  <c:v>13436</c:v>
                </c:pt>
                <c:pt idx="4038">
                  <c:v>13439</c:v>
                </c:pt>
                <c:pt idx="4039">
                  <c:v>13442</c:v>
                </c:pt>
                <c:pt idx="4040">
                  <c:v>13446</c:v>
                </c:pt>
                <c:pt idx="4041">
                  <c:v>13449</c:v>
                </c:pt>
                <c:pt idx="4042">
                  <c:v>13452</c:v>
                </c:pt>
                <c:pt idx="4043">
                  <c:v>13455</c:v>
                </c:pt>
                <c:pt idx="4044">
                  <c:v>13459</c:v>
                </c:pt>
                <c:pt idx="4045">
                  <c:v>13462</c:v>
                </c:pt>
                <c:pt idx="4046">
                  <c:v>13465</c:v>
                </c:pt>
                <c:pt idx="4047">
                  <c:v>13469</c:v>
                </c:pt>
                <c:pt idx="4048">
                  <c:v>13472</c:v>
                </c:pt>
                <c:pt idx="4049">
                  <c:v>13475</c:v>
                </c:pt>
                <c:pt idx="4050">
                  <c:v>13479</c:v>
                </c:pt>
                <c:pt idx="4051">
                  <c:v>13482</c:v>
                </c:pt>
                <c:pt idx="4052">
                  <c:v>13485</c:v>
                </c:pt>
                <c:pt idx="4053">
                  <c:v>13489</c:v>
                </c:pt>
                <c:pt idx="4054">
                  <c:v>13492</c:v>
                </c:pt>
                <c:pt idx="4055">
                  <c:v>13495</c:v>
                </c:pt>
                <c:pt idx="4056">
                  <c:v>13499</c:v>
                </c:pt>
                <c:pt idx="4057">
                  <c:v>13502</c:v>
                </c:pt>
                <c:pt idx="4058">
                  <c:v>13505</c:v>
                </c:pt>
                <c:pt idx="4059">
                  <c:v>13509</c:v>
                </c:pt>
                <c:pt idx="4060">
                  <c:v>13512</c:v>
                </c:pt>
                <c:pt idx="4061">
                  <c:v>13515</c:v>
                </c:pt>
                <c:pt idx="4062">
                  <c:v>13519</c:v>
                </c:pt>
                <c:pt idx="4063">
                  <c:v>13522</c:v>
                </c:pt>
                <c:pt idx="4064">
                  <c:v>13525</c:v>
                </c:pt>
                <c:pt idx="4065">
                  <c:v>13529</c:v>
                </c:pt>
                <c:pt idx="4066">
                  <c:v>13532</c:v>
                </c:pt>
                <c:pt idx="4067">
                  <c:v>13535</c:v>
                </c:pt>
                <c:pt idx="4068">
                  <c:v>13539</c:v>
                </c:pt>
                <c:pt idx="4069">
                  <c:v>13542</c:v>
                </c:pt>
                <c:pt idx="4070">
                  <c:v>13545</c:v>
                </c:pt>
                <c:pt idx="4071">
                  <c:v>13549</c:v>
                </c:pt>
                <c:pt idx="4072">
                  <c:v>13552</c:v>
                </c:pt>
                <c:pt idx="4073">
                  <c:v>13555</c:v>
                </c:pt>
                <c:pt idx="4074">
                  <c:v>13559</c:v>
                </c:pt>
                <c:pt idx="4075">
                  <c:v>13562</c:v>
                </c:pt>
                <c:pt idx="4076">
                  <c:v>13565</c:v>
                </c:pt>
                <c:pt idx="4077">
                  <c:v>13569</c:v>
                </c:pt>
                <c:pt idx="4078">
                  <c:v>13572</c:v>
                </c:pt>
                <c:pt idx="4079">
                  <c:v>13575</c:v>
                </c:pt>
                <c:pt idx="4080">
                  <c:v>13579</c:v>
                </c:pt>
                <c:pt idx="4081">
                  <c:v>13582</c:v>
                </c:pt>
                <c:pt idx="4082">
                  <c:v>13585</c:v>
                </c:pt>
                <c:pt idx="4083">
                  <c:v>13589</c:v>
                </c:pt>
                <c:pt idx="4084">
                  <c:v>13592</c:v>
                </c:pt>
                <c:pt idx="4085">
                  <c:v>13595</c:v>
                </c:pt>
                <c:pt idx="4086">
                  <c:v>13599</c:v>
                </c:pt>
                <c:pt idx="4087">
                  <c:v>13602</c:v>
                </c:pt>
                <c:pt idx="4088">
                  <c:v>13605</c:v>
                </c:pt>
                <c:pt idx="4089">
                  <c:v>13609</c:v>
                </c:pt>
                <c:pt idx="4090">
                  <c:v>13612</c:v>
                </c:pt>
                <c:pt idx="4091">
                  <c:v>13615</c:v>
                </c:pt>
                <c:pt idx="4092">
                  <c:v>13619</c:v>
                </c:pt>
                <c:pt idx="4093">
                  <c:v>13622</c:v>
                </c:pt>
                <c:pt idx="4094">
                  <c:v>13625</c:v>
                </c:pt>
                <c:pt idx="4095">
                  <c:v>13629</c:v>
                </c:pt>
                <c:pt idx="4096">
                  <c:v>13632</c:v>
                </c:pt>
                <c:pt idx="4097">
                  <c:v>13635</c:v>
                </c:pt>
                <c:pt idx="4098">
                  <c:v>13638</c:v>
                </c:pt>
                <c:pt idx="4099">
                  <c:v>13642</c:v>
                </c:pt>
                <c:pt idx="4100">
                  <c:v>13645</c:v>
                </c:pt>
                <c:pt idx="4101">
                  <c:v>13648</c:v>
                </c:pt>
                <c:pt idx="4102">
                  <c:v>13652</c:v>
                </c:pt>
                <c:pt idx="4103">
                  <c:v>13655</c:v>
                </c:pt>
                <c:pt idx="4104">
                  <c:v>13658</c:v>
                </c:pt>
                <c:pt idx="4105">
                  <c:v>13662</c:v>
                </c:pt>
                <c:pt idx="4106">
                  <c:v>13665</c:v>
                </c:pt>
                <c:pt idx="4107">
                  <c:v>13668</c:v>
                </c:pt>
                <c:pt idx="4108">
                  <c:v>13672</c:v>
                </c:pt>
                <c:pt idx="4109">
                  <c:v>13675</c:v>
                </c:pt>
                <c:pt idx="4110">
                  <c:v>13678</c:v>
                </c:pt>
                <c:pt idx="4111">
                  <c:v>13682</c:v>
                </c:pt>
                <c:pt idx="4112">
                  <c:v>13685</c:v>
                </c:pt>
                <c:pt idx="4113">
                  <c:v>13688</c:v>
                </c:pt>
                <c:pt idx="4114">
                  <c:v>13692</c:v>
                </c:pt>
                <c:pt idx="4115">
                  <c:v>13695</c:v>
                </c:pt>
                <c:pt idx="4116">
                  <c:v>13698</c:v>
                </c:pt>
                <c:pt idx="4117">
                  <c:v>13702</c:v>
                </c:pt>
                <c:pt idx="4118">
                  <c:v>13705</c:v>
                </c:pt>
                <c:pt idx="4119">
                  <c:v>13708</c:v>
                </c:pt>
                <c:pt idx="4120">
                  <c:v>13712</c:v>
                </c:pt>
                <c:pt idx="4121">
                  <c:v>13715</c:v>
                </c:pt>
                <c:pt idx="4122">
                  <c:v>13718</c:v>
                </c:pt>
                <c:pt idx="4123">
                  <c:v>13722</c:v>
                </c:pt>
                <c:pt idx="4124">
                  <c:v>13725</c:v>
                </c:pt>
                <c:pt idx="4125">
                  <c:v>13728</c:v>
                </c:pt>
                <c:pt idx="4126">
                  <c:v>13732</c:v>
                </c:pt>
                <c:pt idx="4127">
                  <c:v>13735</c:v>
                </c:pt>
                <c:pt idx="4128">
                  <c:v>13738</c:v>
                </c:pt>
                <c:pt idx="4129">
                  <c:v>13742</c:v>
                </c:pt>
                <c:pt idx="4130">
                  <c:v>13745</c:v>
                </c:pt>
                <c:pt idx="4131">
                  <c:v>13748</c:v>
                </c:pt>
                <c:pt idx="4132">
                  <c:v>13752</c:v>
                </c:pt>
                <c:pt idx="4133">
                  <c:v>13755</c:v>
                </c:pt>
                <c:pt idx="4134">
                  <c:v>13758</c:v>
                </c:pt>
                <c:pt idx="4135">
                  <c:v>13762</c:v>
                </c:pt>
                <c:pt idx="4136">
                  <c:v>13765</c:v>
                </c:pt>
                <c:pt idx="4137">
                  <c:v>13768</c:v>
                </c:pt>
                <c:pt idx="4138">
                  <c:v>13772</c:v>
                </c:pt>
                <c:pt idx="4139">
                  <c:v>13775</c:v>
                </c:pt>
                <c:pt idx="4140">
                  <c:v>13778</c:v>
                </c:pt>
                <c:pt idx="4141">
                  <c:v>13782</c:v>
                </c:pt>
                <c:pt idx="4142">
                  <c:v>13785</c:v>
                </c:pt>
                <c:pt idx="4143">
                  <c:v>13788</c:v>
                </c:pt>
                <c:pt idx="4144">
                  <c:v>13792</c:v>
                </c:pt>
                <c:pt idx="4145">
                  <c:v>13795</c:v>
                </c:pt>
                <c:pt idx="4146">
                  <c:v>13798</c:v>
                </c:pt>
                <c:pt idx="4147">
                  <c:v>13802</c:v>
                </c:pt>
                <c:pt idx="4148">
                  <c:v>13805</c:v>
                </c:pt>
                <c:pt idx="4149">
                  <c:v>13808</c:v>
                </c:pt>
                <c:pt idx="4150">
                  <c:v>13812</c:v>
                </c:pt>
                <c:pt idx="4151">
                  <c:v>13815</c:v>
                </c:pt>
                <c:pt idx="4152">
                  <c:v>13818</c:v>
                </c:pt>
                <c:pt idx="4153">
                  <c:v>13821</c:v>
                </c:pt>
                <c:pt idx="4154">
                  <c:v>13825</c:v>
                </c:pt>
                <c:pt idx="4155">
                  <c:v>13828</c:v>
                </c:pt>
                <c:pt idx="4156">
                  <c:v>13831</c:v>
                </c:pt>
                <c:pt idx="4157">
                  <c:v>13835</c:v>
                </c:pt>
                <c:pt idx="4158">
                  <c:v>13838</c:v>
                </c:pt>
                <c:pt idx="4159">
                  <c:v>13841</c:v>
                </c:pt>
                <c:pt idx="4160">
                  <c:v>13845</c:v>
                </c:pt>
                <c:pt idx="4161">
                  <c:v>13848</c:v>
                </c:pt>
                <c:pt idx="4162">
                  <c:v>13851</c:v>
                </c:pt>
                <c:pt idx="4163">
                  <c:v>13855</c:v>
                </c:pt>
                <c:pt idx="4164">
                  <c:v>13858</c:v>
                </c:pt>
                <c:pt idx="4165">
                  <c:v>13861</c:v>
                </c:pt>
                <c:pt idx="4166">
                  <c:v>13865</c:v>
                </c:pt>
                <c:pt idx="4167">
                  <c:v>13868</c:v>
                </c:pt>
                <c:pt idx="4168">
                  <c:v>13871</c:v>
                </c:pt>
                <c:pt idx="4169">
                  <c:v>13875</c:v>
                </c:pt>
                <c:pt idx="4170">
                  <c:v>13878</c:v>
                </c:pt>
                <c:pt idx="4171">
                  <c:v>13881</c:v>
                </c:pt>
                <c:pt idx="4172">
                  <c:v>13885</c:v>
                </c:pt>
                <c:pt idx="4173">
                  <c:v>13888</c:v>
                </c:pt>
                <c:pt idx="4174">
                  <c:v>13891</c:v>
                </c:pt>
                <c:pt idx="4175">
                  <c:v>13895</c:v>
                </c:pt>
                <c:pt idx="4176">
                  <c:v>13898</c:v>
                </c:pt>
                <c:pt idx="4177">
                  <c:v>13901</c:v>
                </c:pt>
                <c:pt idx="4178">
                  <c:v>13905</c:v>
                </c:pt>
                <c:pt idx="4179">
                  <c:v>13908</c:v>
                </c:pt>
                <c:pt idx="4180">
                  <c:v>13911</c:v>
                </c:pt>
                <c:pt idx="4181">
                  <c:v>13915</c:v>
                </c:pt>
                <c:pt idx="4182">
                  <c:v>13918</c:v>
                </c:pt>
                <c:pt idx="4183">
                  <c:v>13921</c:v>
                </c:pt>
                <c:pt idx="4184">
                  <c:v>13925</c:v>
                </c:pt>
                <c:pt idx="4185">
                  <c:v>13928</c:v>
                </c:pt>
                <c:pt idx="4186">
                  <c:v>13931</c:v>
                </c:pt>
                <c:pt idx="4187">
                  <c:v>13935</c:v>
                </c:pt>
                <c:pt idx="4188">
                  <c:v>13938</c:v>
                </c:pt>
                <c:pt idx="4189">
                  <c:v>13941</c:v>
                </c:pt>
                <c:pt idx="4190">
                  <c:v>13945</c:v>
                </c:pt>
                <c:pt idx="4191">
                  <c:v>13948</c:v>
                </c:pt>
                <c:pt idx="4192">
                  <c:v>13951</c:v>
                </c:pt>
                <c:pt idx="4193">
                  <c:v>13955</c:v>
                </c:pt>
                <c:pt idx="4194">
                  <c:v>13958</c:v>
                </c:pt>
                <c:pt idx="4195">
                  <c:v>13961</c:v>
                </c:pt>
                <c:pt idx="4196">
                  <c:v>13965</c:v>
                </c:pt>
                <c:pt idx="4197">
                  <c:v>13968</c:v>
                </c:pt>
                <c:pt idx="4198">
                  <c:v>13971</c:v>
                </c:pt>
                <c:pt idx="4199">
                  <c:v>13975</c:v>
                </c:pt>
                <c:pt idx="4200">
                  <c:v>13978</c:v>
                </c:pt>
                <c:pt idx="4201">
                  <c:v>13981</c:v>
                </c:pt>
                <c:pt idx="4202">
                  <c:v>13985</c:v>
                </c:pt>
                <c:pt idx="4203">
                  <c:v>13988</c:v>
                </c:pt>
                <c:pt idx="4204">
                  <c:v>13991</c:v>
                </c:pt>
                <c:pt idx="4205">
                  <c:v>13995</c:v>
                </c:pt>
                <c:pt idx="4206">
                  <c:v>13998</c:v>
                </c:pt>
                <c:pt idx="4207">
                  <c:v>14001</c:v>
                </c:pt>
                <c:pt idx="4208">
                  <c:v>14004</c:v>
                </c:pt>
                <c:pt idx="4209">
                  <c:v>14008</c:v>
                </c:pt>
                <c:pt idx="4210">
                  <c:v>14011</c:v>
                </c:pt>
                <c:pt idx="4211">
                  <c:v>14014</c:v>
                </c:pt>
                <c:pt idx="4212">
                  <c:v>14018</c:v>
                </c:pt>
                <c:pt idx="4213">
                  <c:v>14021</c:v>
                </c:pt>
                <c:pt idx="4214">
                  <c:v>14024</c:v>
                </c:pt>
                <c:pt idx="4215">
                  <c:v>14028</c:v>
                </c:pt>
                <c:pt idx="4216">
                  <c:v>14031</c:v>
                </c:pt>
                <c:pt idx="4217">
                  <c:v>14034</c:v>
                </c:pt>
                <c:pt idx="4218">
                  <c:v>14038</c:v>
                </c:pt>
                <c:pt idx="4219">
                  <c:v>14041</c:v>
                </c:pt>
                <c:pt idx="4220">
                  <c:v>14044</c:v>
                </c:pt>
                <c:pt idx="4221">
                  <c:v>14048</c:v>
                </c:pt>
                <c:pt idx="4222">
                  <c:v>14051</c:v>
                </c:pt>
                <c:pt idx="4223">
                  <c:v>14054</c:v>
                </c:pt>
                <c:pt idx="4224">
                  <c:v>14058</c:v>
                </c:pt>
                <c:pt idx="4225">
                  <c:v>14061</c:v>
                </c:pt>
                <c:pt idx="4226">
                  <c:v>14064</c:v>
                </c:pt>
                <c:pt idx="4227">
                  <c:v>14068</c:v>
                </c:pt>
                <c:pt idx="4228">
                  <c:v>14071</c:v>
                </c:pt>
                <c:pt idx="4229">
                  <c:v>14074</c:v>
                </c:pt>
                <c:pt idx="4230">
                  <c:v>14078</c:v>
                </c:pt>
                <c:pt idx="4231">
                  <c:v>14081</c:v>
                </c:pt>
                <c:pt idx="4232">
                  <c:v>14084</c:v>
                </c:pt>
                <c:pt idx="4233">
                  <c:v>14088</c:v>
                </c:pt>
                <c:pt idx="4234">
                  <c:v>14091</c:v>
                </c:pt>
                <c:pt idx="4235">
                  <c:v>14094</c:v>
                </c:pt>
                <c:pt idx="4236">
                  <c:v>14098</c:v>
                </c:pt>
                <c:pt idx="4237">
                  <c:v>14101</c:v>
                </c:pt>
                <c:pt idx="4238">
                  <c:v>14104</c:v>
                </c:pt>
                <c:pt idx="4239">
                  <c:v>14108</c:v>
                </c:pt>
                <c:pt idx="4240">
                  <c:v>14111</c:v>
                </c:pt>
                <c:pt idx="4241">
                  <c:v>14114</c:v>
                </c:pt>
                <c:pt idx="4242">
                  <c:v>14118</c:v>
                </c:pt>
                <c:pt idx="4243">
                  <c:v>14121</c:v>
                </c:pt>
                <c:pt idx="4244">
                  <c:v>14124</c:v>
                </c:pt>
                <c:pt idx="4245">
                  <c:v>14128</c:v>
                </c:pt>
                <c:pt idx="4246">
                  <c:v>14131</c:v>
                </c:pt>
                <c:pt idx="4247">
                  <c:v>14134</c:v>
                </c:pt>
                <c:pt idx="4248">
                  <c:v>14138</c:v>
                </c:pt>
                <c:pt idx="4249">
                  <c:v>14141</c:v>
                </c:pt>
                <c:pt idx="4250">
                  <c:v>14144</c:v>
                </c:pt>
                <c:pt idx="4251">
                  <c:v>14148</c:v>
                </c:pt>
                <c:pt idx="4252">
                  <c:v>14151</c:v>
                </c:pt>
                <c:pt idx="4253">
                  <c:v>14154</c:v>
                </c:pt>
                <c:pt idx="4254">
                  <c:v>14158</c:v>
                </c:pt>
                <c:pt idx="4255">
                  <c:v>14161</c:v>
                </c:pt>
                <c:pt idx="4256">
                  <c:v>14164</c:v>
                </c:pt>
                <c:pt idx="4257">
                  <c:v>14168</c:v>
                </c:pt>
                <c:pt idx="4258">
                  <c:v>14171</c:v>
                </c:pt>
                <c:pt idx="4259">
                  <c:v>14174</c:v>
                </c:pt>
                <c:pt idx="4260">
                  <c:v>14178</c:v>
                </c:pt>
                <c:pt idx="4261">
                  <c:v>14181</c:v>
                </c:pt>
                <c:pt idx="4262">
                  <c:v>14184</c:v>
                </c:pt>
                <c:pt idx="4263">
                  <c:v>14187</c:v>
                </c:pt>
                <c:pt idx="4264">
                  <c:v>14191</c:v>
                </c:pt>
                <c:pt idx="4265">
                  <c:v>14194</c:v>
                </c:pt>
                <c:pt idx="4266">
                  <c:v>14197</c:v>
                </c:pt>
                <c:pt idx="4267">
                  <c:v>14201</c:v>
                </c:pt>
                <c:pt idx="4268">
                  <c:v>14204</c:v>
                </c:pt>
                <c:pt idx="4269">
                  <c:v>14207</c:v>
                </c:pt>
                <c:pt idx="4270">
                  <c:v>14211</c:v>
                </c:pt>
                <c:pt idx="4271">
                  <c:v>14214</c:v>
                </c:pt>
                <c:pt idx="4272">
                  <c:v>14217</c:v>
                </c:pt>
                <c:pt idx="4273">
                  <c:v>14221</c:v>
                </c:pt>
                <c:pt idx="4274">
                  <c:v>14224</c:v>
                </c:pt>
                <c:pt idx="4275">
                  <c:v>14227</c:v>
                </c:pt>
                <c:pt idx="4276">
                  <c:v>14231</c:v>
                </c:pt>
                <c:pt idx="4277">
                  <c:v>14234</c:v>
                </c:pt>
                <c:pt idx="4278">
                  <c:v>14237</c:v>
                </c:pt>
                <c:pt idx="4279">
                  <c:v>14241</c:v>
                </c:pt>
                <c:pt idx="4280">
                  <c:v>14244</c:v>
                </c:pt>
                <c:pt idx="4281">
                  <c:v>14247</c:v>
                </c:pt>
                <c:pt idx="4282">
                  <c:v>14251</c:v>
                </c:pt>
                <c:pt idx="4283">
                  <c:v>14254</c:v>
                </c:pt>
                <c:pt idx="4284">
                  <c:v>14257</c:v>
                </c:pt>
                <c:pt idx="4285">
                  <c:v>14261</c:v>
                </c:pt>
                <c:pt idx="4286">
                  <c:v>14264</c:v>
                </c:pt>
                <c:pt idx="4287">
                  <c:v>14267</c:v>
                </c:pt>
                <c:pt idx="4288">
                  <c:v>14271</c:v>
                </c:pt>
                <c:pt idx="4289">
                  <c:v>14274</c:v>
                </c:pt>
                <c:pt idx="4290">
                  <c:v>14277</c:v>
                </c:pt>
                <c:pt idx="4291">
                  <c:v>14281</c:v>
                </c:pt>
                <c:pt idx="4292">
                  <c:v>14284</c:v>
                </c:pt>
                <c:pt idx="4293">
                  <c:v>14287</c:v>
                </c:pt>
                <c:pt idx="4294">
                  <c:v>14291</c:v>
                </c:pt>
                <c:pt idx="4295">
                  <c:v>14294</c:v>
                </c:pt>
                <c:pt idx="4296">
                  <c:v>14297</c:v>
                </c:pt>
                <c:pt idx="4297">
                  <c:v>14301</c:v>
                </c:pt>
                <c:pt idx="4298">
                  <c:v>14304</c:v>
                </c:pt>
                <c:pt idx="4299">
                  <c:v>14307</c:v>
                </c:pt>
                <c:pt idx="4300">
                  <c:v>14311</c:v>
                </c:pt>
                <c:pt idx="4301">
                  <c:v>14314</c:v>
                </c:pt>
                <c:pt idx="4302">
                  <c:v>14317</c:v>
                </c:pt>
                <c:pt idx="4303">
                  <c:v>14321</c:v>
                </c:pt>
                <c:pt idx="4304">
                  <c:v>14324</c:v>
                </c:pt>
                <c:pt idx="4305">
                  <c:v>14327</c:v>
                </c:pt>
                <c:pt idx="4306">
                  <c:v>14331</c:v>
                </c:pt>
                <c:pt idx="4307">
                  <c:v>14334</c:v>
                </c:pt>
                <c:pt idx="4308">
                  <c:v>14337</c:v>
                </c:pt>
                <c:pt idx="4309">
                  <c:v>14341</c:v>
                </c:pt>
                <c:pt idx="4310">
                  <c:v>14344</c:v>
                </c:pt>
                <c:pt idx="4311">
                  <c:v>14347</c:v>
                </c:pt>
                <c:pt idx="4312">
                  <c:v>14351</c:v>
                </c:pt>
                <c:pt idx="4313">
                  <c:v>14354</c:v>
                </c:pt>
                <c:pt idx="4314">
                  <c:v>14357</c:v>
                </c:pt>
                <c:pt idx="4315">
                  <c:v>14361</c:v>
                </c:pt>
                <c:pt idx="4316">
                  <c:v>14364</c:v>
                </c:pt>
                <c:pt idx="4317">
                  <c:v>14367</c:v>
                </c:pt>
                <c:pt idx="4318">
                  <c:v>14370</c:v>
                </c:pt>
                <c:pt idx="4319">
                  <c:v>14374</c:v>
                </c:pt>
                <c:pt idx="4320">
                  <c:v>14377</c:v>
                </c:pt>
                <c:pt idx="4321">
                  <c:v>14380</c:v>
                </c:pt>
                <c:pt idx="4322">
                  <c:v>14384</c:v>
                </c:pt>
                <c:pt idx="4323">
                  <c:v>14387</c:v>
                </c:pt>
                <c:pt idx="4324">
                  <c:v>14390</c:v>
                </c:pt>
                <c:pt idx="4325">
                  <c:v>14394</c:v>
                </c:pt>
                <c:pt idx="4326">
                  <c:v>14397</c:v>
                </c:pt>
                <c:pt idx="4327">
                  <c:v>14400</c:v>
                </c:pt>
                <c:pt idx="4328">
                  <c:v>14404</c:v>
                </c:pt>
                <c:pt idx="4329">
                  <c:v>14407</c:v>
                </c:pt>
                <c:pt idx="4330">
                  <c:v>14410</c:v>
                </c:pt>
                <c:pt idx="4331">
                  <c:v>14414</c:v>
                </c:pt>
                <c:pt idx="4332">
                  <c:v>14417</c:v>
                </c:pt>
                <c:pt idx="4333">
                  <c:v>14420</c:v>
                </c:pt>
                <c:pt idx="4334">
                  <c:v>14424</c:v>
                </c:pt>
                <c:pt idx="4335">
                  <c:v>14427</c:v>
                </c:pt>
                <c:pt idx="4336">
                  <c:v>14430</c:v>
                </c:pt>
                <c:pt idx="4337">
                  <c:v>14434</c:v>
                </c:pt>
                <c:pt idx="4338">
                  <c:v>14437</c:v>
                </c:pt>
                <c:pt idx="4339">
                  <c:v>14440</c:v>
                </c:pt>
                <c:pt idx="4340">
                  <c:v>14444</c:v>
                </c:pt>
                <c:pt idx="4341">
                  <c:v>14447</c:v>
                </c:pt>
                <c:pt idx="4342">
                  <c:v>14450</c:v>
                </c:pt>
                <c:pt idx="4343">
                  <c:v>14454</c:v>
                </c:pt>
                <c:pt idx="4344">
                  <c:v>14457</c:v>
                </c:pt>
                <c:pt idx="4345">
                  <c:v>14460</c:v>
                </c:pt>
                <c:pt idx="4346">
                  <c:v>14464</c:v>
                </c:pt>
                <c:pt idx="4347">
                  <c:v>14467</c:v>
                </c:pt>
                <c:pt idx="4348">
                  <c:v>14470</c:v>
                </c:pt>
                <c:pt idx="4349">
                  <c:v>14474</c:v>
                </c:pt>
                <c:pt idx="4350">
                  <c:v>14477</c:v>
                </c:pt>
                <c:pt idx="4351">
                  <c:v>14480</c:v>
                </c:pt>
                <c:pt idx="4352">
                  <c:v>14484</c:v>
                </c:pt>
                <c:pt idx="4353">
                  <c:v>14487</c:v>
                </c:pt>
                <c:pt idx="4354">
                  <c:v>14490</c:v>
                </c:pt>
                <c:pt idx="4355">
                  <c:v>14494</c:v>
                </c:pt>
                <c:pt idx="4356">
                  <c:v>14497</c:v>
                </c:pt>
                <c:pt idx="4357">
                  <c:v>14500</c:v>
                </c:pt>
                <c:pt idx="4358">
                  <c:v>14504</c:v>
                </c:pt>
                <c:pt idx="4359">
                  <c:v>14507</c:v>
                </c:pt>
                <c:pt idx="4360">
                  <c:v>14510</c:v>
                </c:pt>
                <c:pt idx="4361">
                  <c:v>14514</c:v>
                </c:pt>
                <c:pt idx="4362">
                  <c:v>14517</c:v>
                </c:pt>
                <c:pt idx="4363">
                  <c:v>14520</c:v>
                </c:pt>
                <c:pt idx="4364">
                  <c:v>14524</c:v>
                </c:pt>
                <c:pt idx="4365">
                  <c:v>14527</c:v>
                </c:pt>
                <c:pt idx="4366">
                  <c:v>14530</c:v>
                </c:pt>
                <c:pt idx="4367">
                  <c:v>14534</c:v>
                </c:pt>
                <c:pt idx="4368">
                  <c:v>14537</c:v>
                </c:pt>
                <c:pt idx="4369">
                  <c:v>14540</c:v>
                </c:pt>
                <c:pt idx="4370">
                  <c:v>14544</c:v>
                </c:pt>
                <c:pt idx="4371">
                  <c:v>14547</c:v>
                </c:pt>
                <c:pt idx="4372">
                  <c:v>14550</c:v>
                </c:pt>
                <c:pt idx="4373">
                  <c:v>14553</c:v>
                </c:pt>
                <c:pt idx="4374">
                  <c:v>14557</c:v>
                </c:pt>
                <c:pt idx="4375">
                  <c:v>14560</c:v>
                </c:pt>
                <c:pt idx="4376">
                  <c:v>14563</c:v>
                </c:pt>
                <c:pt idx="4377">
                  <c:v>14567</c:v>
                </c:pt>
                <c:pt idx="4378">
                  <c:v>14570</c:v>
                </c:pt>
                <c:pt idx="4379">
                  <c:v>14573</c:v>
                </c:pt>
                <c:pt idx="4380">
                  <c:v>14577</c:v>
                </c:pt>
                <c:pt idx="4381">
                  <c:v>14580</c:v>
                </c:pt>
                <c:pt idx="4382">
                  <c:v>14583</c:v>
                </c:pt>
                <c:pt idx="4383">
                  <c:v>14587</c:v>
                </c:pt>
                <c:pt idx="4384">
                  <c:v>14590</c:v>
                </c:pt>
                <c:pt idx="4385">
                  <c:v>14593</c:v>
                </c:pt>
                <c:pt idx="4386">
                  <c:v>14597</c:v>
                </c:pt>
                <c:pt idx="4387">
                  <c:v>14600</c:v>
                </c:pt>
                <c:pt idx="4388">
                  <c:v>14603</c:v>
                </c:pt>
                <c:pt idx="4389">
                  <c:v>14607</c:v>
                </c:pt>
                <c:pt idx="4390">
                  <c:v>14610</c:v>
                </c:pt>
                <c:pt idx="4391">
                  <c:v>14613</c:v>
                </c:pt>
                <c:pt idx="4392">
                  <c:v>14617</c:v>
                </c:pt>
                <c:pt idx="4393">
                  <c:v>14620</c:v>
                </c:pt>
                <c:pt idx="4394">
                  <c:v>14623</c:v>
                </c:pt>
                <c:pt idx="4395">
                  <c:v>14627</c:v>
                </c:pt>
                <c:pt idx="4396">
                  <c:v>14630</c:v>
                </c:pt>
                <c:pt idx="4397">
                  <c:v>14633</c:v>
                </c:pt>
                <c:pt idx="4398">
                  <c:v>14637</c:v>
                </c:pt>
                <c:pt idx="4399">
                  <c:v>14640</c:v>
                </c:pt>
                <c:pt idx="4400">
                  <c:v>14643</c:v>
                </c:pt>
                <c:pt idx="4401">
                  <c:v>14647</c:v>
                </c:pt>
                <c:pt idx="4402">
                  <c:v>14650</c:v>
                </c:pt>
                <c:pt idx="4403">
                  <c:v>14653</c:v>
                </c:pt>
                <c:pt idx="4404">
                  <c:v>14657</c:v>
                </c:pt>
                <c:pt idx="4405">
                  <c:v>14660</c:v>
                </c:pt>
                <c:pt idx="4406">
                  <c:v>14663</c:v>
                </c:pt>
                <c:pt idx="4407">
                  <c:v>14667</c:v>
                </c:pt>
                <c:pt idx="4408">
                  <c:v>14670</c:v>
                </c:pt>
                <c:pt idx="4409">
                  <c:v>14673</c:v>
                </c:pt>
                <c:pt idx="4410">
                  <c:v>14677</c:v>
                </c:pt>
                <c:pt idx="4411">
                  <c:v>14680</c:v>
                </c:pt>
                <c:pt idx="4412">
                  <c:v>14683</c:v>
                </c:pt>
                <c:pt idx="4413">
                  <c:v>14687</c:v>
                </c:pt>
                <c:pt idx="4414">
                  <c:v>14690</c:v>
                </c:pt>
                <c:pt idx="4415">
                  <c:v>14693</c:v>
                </c:pt>
                <c:pt idx="4416">
                  <c:v>14697</c:v>
                </c:pt>
                <c:pt idx="4417">
                  <c:v>14700</c:v>
                </c:pt>
                <c:pt idx="4418">
                  <c:v>14703</c:v>
                </c:pt>
                <c:pt idx="4419">
                  <c:v>14707</c:v>
                </c:pt>
                <c:pt idx="4420">
                  <c:v>14710</c:v>
                </c:pt>
                <c:pt idx="4421">
                  <c:v>14713</c:v>
                </c:pt>
                <c:pt idx="4422">
                  <c:v>14717</c:v>
                </c:pt>
                <c:pt idx="4423">
                  <c:v>14720</c:v>
                </c:pt>
                <c:pt idx="4424">
                  <c:v>14723</c:v>
                </c:pt>
                <c:pt idx="4425">
                  <c:v>14727</c:v>
                </c:pt>
                <c:pt idx="4426">
                  <c:v>14730</c:v>
                </c:pt>
                <c:pt idx="4427">
                  <c:v>14733</c:v>
                </c:pt>
                <c:pt idx="4428">
                  <c:v>14736</c:v>
                </c:pt>
                <c:pt idx="4429">
                  <c:v>14740</c:v>
                </c:pt>
                <c:pt idx="4430">
                  <c:v>14743</c:v>
                </c:pt>
                <c:pt idx="4431">
                  <c:v>14746</c:v>
                </c:pt>
                <c:pt idx="4432">
                  <c:v>14750</c:v>
                </c:pt>
                <c:pt idx="4433">
                  <c:v>14753</c:v>
                </c:pt>
                <c:pt idx="4434">
                  <c:v>14756</c:v>
                </c:pt>
                <c:pt idx="4435">
                  <c:v>14760</c:v>
                </c:pt>
                <c:pt idx="4436">
                  <c:v>14763</c:v>
                </c:pt>
                <c:pt idx="4437">
                  <c:v>14766</c:v>
                </c:pt>
                <c:pt idx="4438">
                  <c:v>14770</c:v>
                </c:pt>
                <c:pt idx="4439">
                  <c:v>14773</c:v>
                </c:pt>
                <c:pt idx="4440">
                  <c:v>14776</c:v>
                </c:pt>
                <c:pt idx="4441">
                  <c:v>14780</c:v>
                </c:pt>
                <c:pt idx="4442">
                  <c:v>14783</c:v>
                </c:pt>
                <c:pt idx="4443">
                  <c:v>14786</c:v>
                </c:pt>
                <c:pt idx="4444">
                  <c:v>14790</c:v>
                </c:pt>
                <c:pt idx="4445">
                  <c:v>14793</c:v>
                </c:pt>
                <c:pt idx="4446">
                  <c:v>14796</c:v>
                </c:pt>
                <c:pt idx="4447">
                  <c:v>14800</c:v>
                </c:pt>
                <c:pt idx="4448">
                  <c:v>14803</c:v>
                </c:pt>
                <c:pt idx="4449">
                  <c:v>14806</c:v>
                </c:pt>
                <c:pt idx="4450">
                  <c:v>14810</c:v>
                </c:pt>
                <c:pt idx="4451">
                  <c:v>14813</c:v>
                </c:pt>
                <c:pt idx="4452">
                  <c:v>14816</c:v>
                </c:pt>
                <c:pt idx="4453">
                  <c:v>14820</c:v>
                </c:pt>
                <c:pt idx="4454">
                  <c:v>14823</c:v>
                </c:pt>
                <c:pt idx="4455">
                  <c:v>14826</c:v>
                </c:pt>
                <c:pt idx="4456">
                  <c:v>14830</c:v>
                </c:pt>
                <c:pt idx="4457">
                  <c:v>14833</c:v>
                </c:pt>
                <c:pt idx="4458">
                  <c:v>14836</c:v>
                </c:pt>
                <c:pt idx="4459">
                  <c:v>14840</c:v>
                </c:pt>
                <c:pt idx="4460">
                  <c:v>14843</c:v>
                </c:pt>
                <c:pt idx="4461">
                  <c:v>14846</c:v>
                </c:pt>
                <c:pt idx="4462">
                  <c:v>14850</c:v>
                </c:pt>
                <c:pt idx="4463">
                  <c:v>14853</c:v>
                </c:pt>
                <c:pt idx="4464">
                  <c:v>14856</c:v>
                </c:pt>
                <c:pt idx="4465">
                  <c:v>14860</c:v>
                </c:pt>
                <c:pt idx="4466">
                  <c:v>14863</c:v>
                </c:pt>
                <c:pt idx="4467">
                  <c:v>14866</c:v>
                </c:pt>
                <c:pt idx="4468">
                  <c:v>14870</c:v>
                </c:pt>
                <c:pt idx="4469">
                  <c:v>14873</c:v>
                </c:pt>
                <c:pt idx="4470">
                  <c:v>14876</c:v>
                </c:pt>
                <c:pt idx="4471">
                  <c:v>14880</c:v>
                </c:pt>
                <c:pt idx="4472">
                  <c:v>14883</c:v>
                </c:pt>
                <c:pt idx="4473">
                  <c:v>14886</c:v>
                </c:pt>
                <c:pt idx="4474">
                  <c:v>14890</c:v>
                </c:pt>
                <c:pt idx="4475">
                  <c:v>14893</c:v>
                </c:pt>
                <c:pt idx="4476">
                  <c:v>14896</c:v>
                </c:pt>
                <c:pt idx="4477">
                  <c:v>14900</c:v>
                </c:pt>
                <c:pt idx="4478">
                  <c:v>14903</c:v>
                </c:pt>
                <c:pt idx="4479">
                  <c:v>14906</c:v>
                </c:pt>
                <c:pt idx="4480">
                  <c:v>14910</c:v>
                </c:pt>
                <c:pt idx="4481">
                  <c:v>14913</c:v>
                </c:pt>
                <c:pt idx="4482">
                  <c:v>14916</c:v>
                </c:pt>
                <c:pt idx="4483">
                  <c:v>14919</c:v>
                </c:pt>
                <c:pt idx="4484">
                  <c:v>14923</c:v>
                </c:pt>
                <c:pt idx="4485">
                  <c:v>14926</c:v>
                </c:pt>
                <c:pt idx="4486">
                  <c:v>14929</c:v>
                </c:pt>
                <c:pt idx="4487">
                  <c:v>14933</c:v>
                </c:pt>
                <c:pt idx="4488">
                  <c:v>14936</c:v>
                </c:pt>
                <c:pt idx="4489">
                  <c:v>14939</c:v>
                </c:pt>
                <c:pt idx="4490">
                  <c:v>14943</c:v>
                </c:pt>
                <c:pt idx="4491">
                  <c:v>14946</c:v>
                </c:pt>
                <c:pt idx="4492">
                  <c:v>14949</c:v>
                </c:pt>
                <c:pt idx="4493">
                  <c:v>14953</c:v>
                </c:pt>
                <c:pt idx="4494">
                  <c:v>14956</c:v>
                </c:pt>
                <c:pt idx="4495">
                  <c:v>14959</c:v>
                </c:pt>
                <c:pt idx="4496">
                  <c:v>14963</c:v>
                </c:pt>
                <c:pt idx="4497">
                  <c:v>14966</c:v>
                </c:pt>
                <c:pt idx="4498">
                  <c:v>14969</c:v>
                </c:pt>
                <c:pt idx="4499">
                  <c:v>14973</c:v>
                </c:pt>
                <c:pt idx="4500">
                  <c:v>14976</c:v>
                </c:pt>
                <c:pt idx="4501">
                  <c:v>14979</c:v>
                </c:pt>
                <c:pt idx="4502">
                  <c:v>14983</c:v>
                </c:pt>
                <c:pt idx="4503">
                  <c:v>14986</c:v>
                </c:pt>
                <c:pt idx="4504">
                  <c:v>14989</c:v>
                </c:pt>
                <c:pt idx="4505">
                  <c:v>14993</c:v>
                </c:pt>
                <c:pt idx="4506">
                  <c:v>14996</c:v>
                </c:pt>
                <c:pt idx="4507">
                  <c:v>14999</c:v>
                </c:pt>
                <c:pt idx="4508">
                  <c:v>15003</c:v>
                </c:pt>
                <c:pt idx="4509">
                  <c:v>15006</c:v>
                </c:pt>
                <c:pt idx="4510">
                  <c:v>15009</c:v>
                </c:pt>
                <c:pt idx="4511">
                  <c:v>15013</c:v>
                </c:pt>
                <c:pt idx="4512">
                  <c:v>15016</c:v>
                </c:pt>
                <c:pt idx="4513">
                  <c:v>15019</c:v>
                </c:pt>
                <c:pt idx="4514">
                  <c:v>15023</c:v>
                </c:pt>
                <c:pt idx="4515">
                  <c:v>15026</c:v>
                </c:pt>
                <c:pt idx="4516">
                  <c:v>15029</c:v>
                </c:pt>
                <c:pt idx="4517">
                  <c:v>15033</c:v>
                </c:pt>
                <c:pt idx="4518">
                  <c:v>15036</c:v>
                </c:pt>
                <c:pt idx="4519">
                  <c:v>15039</c:v>
                </c:pt>
                <c:pt idx="4520">
                  <c:v>15043</c:v>
                </c:pt>
                <c:pt idx="4521">
                  <c:v>15046</c:v>
                </c:pt>
                <c:pt idx="4522">
                  <c:v>15049</c:v>
                </c:pt>
                <c:pt idx="4523">
                  <c:v>15053</c:v>
                </c:pt>
                <c:pt idx="4524">
                  <c:v>15056</c:v>
                </c:pt>
                <c:pt idx="4525">
                  <c:v>15059</c:v>
                </c:pt>
                <c:pt idx="4526">
                  <c:v>15063</c:v>
                </c:pt>
                <c:pt idx="4527">
                  <c:v>15066</c:v>
                </c:pt>
                <c:pt idx="4528">
                  <c:v>15069</c:v>
                </c:pt>
                <c:pt idx="4529">
                  <c:v>15073</c:v>
                </c:pt>
                <c:pt idx="4530">
                  <c:v>15076</c:v>
                </c:pt>
                <c:pt idx="4531">
                  <c:v>15079</c:v>
                </c:pt>
                <c:pt idx="4532">
                  <c:v>15083</c:v>
                </c:pt>
                <c:pt idx="4533">
                  <c:v>15086</c:v>
                </c:pt>
                <c:pt idx="4534">
                  <c:v>15089</c:v>
                </c:pt>
                <c:pt idx="4535">
                  <c:v>15093</c:v>
                </c:pt>
                <c:pt idx="4536">
                  <c:v>15096</c:v>
                </c:pt>
                <c:pt idx="4537">
                  <c:v>15099</c:v>
                </c:pt>
                <c:pt idx="4538">
                  <c:v>15102</c:v>
                </c:pt>
                <c:pt idx="4539">
                  <c:v>15106</c:v>
                </c:pt>
                <c:pt idx="4540">
                  <c:v>15109</c:v>
                </c:pt>
                <c:pt idx="4541">
                  <c:v>15112</c:v>
                </c:pt>
                <c:pt idx="4542">
                  <c:v>15116</c:v>
                </c:pt>
                <c:pt idx="4543">
                  <c:v>15119</c:v>
                </c:pt>
                <c:pt idx="4544">
                  <c:v>15122</c:v>
                </c:pt>
                <c:pt idx="4545">
                  <c:v>15126</c:v>
                </c:pt>
                <c:pt idx="4546">
                  <c:v>15129</c:v>
                </c:pt>
                <c:pt idx="4547">
                  <c:v>15132</c:v>
                </c:pt>
                <c:pt idx="4548">
                  <c:v>15136</c:v>
                </c:pt>
                <c:pt idx="4549">
                  <c:v>15139</c:v>
                </c:pt>
                <c:pt idx="4550">
                  <c:v>15142</c:v>
                </c:pt>
                <c:pt idx="4551">
                  <c:v>15146</c:v>
                </c:pt>
                <c:pt idx="4552">
                  <c:v>15149</c:v>
                </c:pt>
                <c:pt idx="4553">
                  <c:v>15152</c:v>
                </c:pt>
                <c:pt idx="4554">
                  <c:v>15156</c:v>
                </c:pt>
                <c:pt idx="4555">
                  <c:v>15159</c:v>
                </c:pt>
                <c:pt idx="4556">
                  <c:v>15162</c:v>
                </c:pt>
                <c:pt idx="4557">
                  <c:v>15166</c:v>
                </c:pt>
                <c:pt idx="4558">
                  <c:v>15169</c:v>
                </c:pt>
                <c:pt idx="4559">
                  <c:v>15172</c:v>
                </c:pt>
                <c:pt idx="4560">
                  <c:v>15176</c:v>
                </c:pt>
                <c:pt idx="4561">
                  <c:v>15179</c:v>
                </c:pt>
                <c:pt idx="4562">
                  <c:v>15182</c:v>
                </c:pt>
                <c:pt idx="4563">
                  <c:v>15186</c:v>
                </c:pt>
                <c:pt idx="4564">
                  <c:v>15189</c:v>
                </c:pt>
                <c:pt idx="4565">
                  <c:v>15192</c:v>
                </c:pt>
                <c:pt idx="4566">
                  <c:v>15196</c:v>
                </c:pt>
                <c:pt idx="4567">
                  <c:v>15199</c:v>
                </c:pt>
                <c:pt idx="4568">
                  <c:v>15202</c:v>
                </c:pt>
                <c:pt idx="4569">
                  <c:v>15206</c:v>
                </c:pt>
                <c:pt idx="4570">
                  <c:v>15209</c:v>
                </c:pt>
                <c:pt idx="4571">
                  <c:v>15212</c:v>
                </c:pt>
                <c:pt idx="4572">
                  <c:v>15216</c:v>
                </c:pt>
                <c:pt idx="4573">
                  <c:v>15219</c:v>
                </c:pt>
                <c:pt idx="4574">
                  <c:v>15222</c:v>
                </c:pt>
                <c:pt idx="4575">
                  <c:v>15226</c:v>
                </c:pt>
                <c:pt idx="4576">
                  <c:v>15229</c:v>
                </c:pt>
                <c:pt idx="4577">
                  <c:v>15232</c:v>
                </c:pt>
                <c:pt idx="4578">
                  <c:v>15236</c:v>
                </c:pt>
                <c:pt idx="4579">
                  <c:v>15239</c:v>
                </c:pt>
                <c:pt idx="4580">
                  <c:v>15242</c:v>
                </c:pt>
                <c:pt idx="4581">
                  <c:v>15246</c:v>
                </c:pt>
                <c:pt idx="4582">
                  <c:v>15249</c:v>
                </c:pt>
                <c:pt idx="4583">
                  <c:v>15252</c:v>
                </c:pt>
                <c:pt idx="4584">
                  <c:v>15256</c:v>
                </c:pt>
                <c:pt idx="4585">
                  <c:v>15259</c:v>
                </c:pt>
                <c:pt idx="4586">
                  <c:v>15262</c:v>
                </c:pt>
                <c:pt idx="4587">
                  <c:v>15266</c:v>
                </c:pt>
                <c:pt idx="4588">
                  <c:v>15269</c:v>
                </c:pt>
                <c:pt idx="4589">
                  <c:v>15272</c:v>
                </c:pt>
                <c:pt idx="4590">
                  <c:v>15276</c:v>
                </c:pt>
                <c:pt idx="4591">
                  <c:v>15279</c:v>
                </c:pt>
                <c:pt idx="4592">
                  <c:v>15282</c:v>
                </c:pt>
                <c:pt idx="4593">
                  <c:v>15285</c:v>
                </c:pt>
                <c:pt idx="4594">
                  <c:v>15289</c:v>
                </c:pt>
                <c:pt idx="4595">
                  <c:v>15292</c:v>
                </c:pt>
                <c:pt idx="4596">
                  <c:v>15295</c:v>
                </c:pt>
                <c:pt idx="4597">
                  <c:v>15299</c:v>
                </c:pt>
                <c:pt idx="4598">
                  <c:v>15302</c:v>
                </c:pt>
                <c:pt idx="4599">
                  <c:v>15305</c:v>
                </c:pt>
                <c:pt idx="4600">
                  <c:v>15309</c:v>
                </c:pt>
                <c:pt idx="4601">
                  <c:v>15312</c:v>
                </c:pt>
                <c:pt idx="4602">
                  <c:v>15315</c:v>
                </c:pt>
                <c:pt idx="4603">
                  <c:v>15319</c:v>
                </c:pt>
                <c:pt idx="4604">
                  <c:v>15322</c:v>
                </c:pt>
                <c:pt idx="4605">
                  <c:v>15325</c:v>
                </c:pt>
                <c:pt idx="4606">
                  <c:v>15329</c:v>
                </c:pt>
                <c:pt idx="4607">
                  <c:v>15332</c:v>
                </c:pt>
                <c:pt idx="4608">
                  <c:v>15335</c:v>
                </c:pt>
                <c:pt idx="4609">
                  <c:v>15339</c:v>
                </c:pt>
                <c:pt idx="4610">
                  <c:v>15342</c:v>
                </c:pt>
                <c:pt idx="4611">
                  <c:v>15345</c:v>
                </c:pt>
                <c:pt idx="4612">
                  <c:v>15349</c:v>
                </c:pt>
                <c:pt idx="4613">
                  <c:v>15352</c:v>
                </c:pt>
                <c:pt idx="4614">
                  <c:v>15355</c:v>
                </c:pt>
                <c:pt idx="4615">
                  <c:v>15359</c:v>
                </c:pt>
                <c:pt idx="4616">
                  <c:v>15362</c:v>
                </c:pt>
                <c:pt idx="4617">
                  <c:v>15365</c:v>
                </c:pt>
                <c:pt idx="4618">
                  <c:v>15369</c:v>
                </c:pt>
                <c:pt idx="4619">
                  <c:v>15372</c:v>
                </c:pt>
                <c:pt idx="4620">
                  <c:v>15375</c:v>
                </c:pt>
                <c:pt idx="4621">
                  <c:v>15379</c:v>
                </c:pt>
                <c:pt idx="4622">
                  <c:v>15382</c:v>
                </c:pt>
                <c:pt idx="4623">
                  <c:v>15385</c:v>
                </c:pt>
                <c:pt idx="4624">
                  <c:v>15389</c:v>
                </c:pt>
                <c:pt idx="4625">
                  <c:v>15392</c:v>
                </c:pt>
                <c:pt idx="4626">
                  <c:v>15395</c:v>
                </c:pt>
                <c:pt idx="4627">
                  <c:v>15399</c:v>
                </c:pt>
                <c:pt idx="4628">
                  <c:v>15402</c:v>
                </c:pt>
                <c:pt idx="4629">
                  <c:v>15405</c:v>
                </c:pt>
                <c:pt idx="4630">
                  <c:v>15409</c:v>
                </c:pt>
                <c:pt idx="4631">
                  <c:v>15412</c:v>
                </c:pt>
                <c:pt idx="4632">
                  <c:v>15415</c:v>
                </c:pt>
                <c:pt idx="4633">
                  <c:v>15419</c:v>
                </c:pt>
                <c:pt idx="4634">
                  <c:v>15422</c:v>
                </c:pt>
                <c:pt idx="4635">
                  <c:v>15425</c:v>
                </c:pt>
                <c:pt idx="4636">
                  <c:v>15429</c:v>
                </c:pt>
                <c:pt idx="4637">
                  <c:v>15432</c:v>
                </c:pt>
                <c:pt idx="4638">
                  <c:v>15435</c:v>
                </c:pt>
                <c:pt idx="4639">
                  <c:v>15439</c:v>
                </c:pt>
                <c:pt idx="4640">
                  <c:v>15442</c:v>
                </c:pt>
                <c:pt idx="4641">
                  <c:v>15445</c:v>
                </c:pt>
                <c:pt idx="4642">
                  <c:v>15449</c:v>
                </c:pt>
                <c:pt idx="4643">
                  <c:v>15452</c:v>
                </c:pt>
                <c:pt idx="4644">
                  <c:v>15455</c:v>
                </c:pt>
                <c:pt idx="4645">
                  <c:v>15459</c:v>
                </c:pt>
                <c:pt idx="4646">
                  <c:v>15462</c:v>
                </c:pt>
                <c:pt idx="4647">
                  <c:v>15465</c:v>
                </c:pt>
                <c:pt idx="4648">
                  <c:v>15468</c:v>
                </c:pt>
                <c:pt idx="4649">
                  <c:v>15472</c:v>
                </c:pt>
                <c:pt idx="4650">
                  <c:v>15475</c:v>
                </c:pt>
                <c:pt idx="4651">
                  <c:v>15478</c:v>
                </c:pt>
                <c:pt idx="4652">
                  <c:v>15482</c:v>
                </c:pt>
                <c:pt idx="4653">
                  <c:v>15485</c:v>
                </c:pt>
                <c:pt idx="4654">
                  <c:v>15488</c:v>
                </c:pt>
                <c:pt idx="4655">
                  <c:v>15492</c:v>
                </c:pt>
                <c:pt idx="4656">
                  <c:v>15495</c:v>
                </c:pt>
                <c:pt idx="4657">
                  <c:v>15498</c:v>
                </c:pt>
                <c:pt idx="4658">
                  <c:v>15502</c:v>
                </c:pt>
                <c:pt idx="4659">
                  <c:v>15505</c:v>
                </c:pt>
                <c:pt idx="4660">
                  <c:v>15508</c:v>
                </c:pt>
                <c:pt idx="4661">
                  <c:v>15512</c:v>
                </c:pt>
                <c:pt idx="4662">
                  <c:v>15515</c:v>
                </c:pt>
                <c:pt idx="4663">
                  <c:v>15518</c:v>
                </c:pt>
                <c:pt idx="4664">
                  <c:v>15522</c:v>
                </c:pt>
                <c:pt idx="4665">
                  <c:v>15525</c:v>
                </c:pt>
                <c:pt idx="4666">
                  <c:v>15528</c:v>
                </c:pt>
                <c:pt idx="4667">
                  <c:v>15532</c:v>
                </c:pt>
                <c:pt idx="4668">
                  <c:v>15535</c:v>
                </c:pt>
                <c:pt idx="4669">
                  <c:v>15538</c:v>
                </c:pt>
                <c:pt idx="4670">
                  <c:v>15542</c:v>
                </c:pt>
                <c:pt idx="4671">
                  <c:v>15545</c:v>
                </c:pt>
                <c:pt idx="4672">
                  <c:v>15548</c:v>
                </c:pt>
                <c:pt idx="4673">
                  <c:v>15552</c:v>
                </c:pt>
                <c:pt idx="4674">
                  <c:v>15555</c:v>
                </c:pt>
                <c:pt idx="4675">
                  <c:v>15558</c:v>
                </c:pt>
                <c:pt idx="4676">
                  <c:v>15562</c:v>
                </c:pt>
                <c:pt idx="4677">
                  <c:v>15565</c:v>
                </c:pt>
                <c:pt idx="4678">
                  <c:v>15568</c:v>
                </c:pt>
                <c:pt idx="4679">
                  <c:v>15572</c:v>
                </c:pt>
                <c:pt idx="4680">
                  <c:v>15575</c:v>
                </c:pt>
                <c:pt idx="4681">
                  <c:v>15578</c:v>
                </c:pt>
                <c:pt idx="4682">
                  <c:v>15582</c:v>
                </c:pt>
                <c:pt idx="4683">
                  <c:v>15585</c:v>
                </c:pt>
                <c:pt idx="4684">
                  <c:v>15588</c:v>
                </c:pt>
                <c:pt idx="4685">
                  <c:v>15592</c:v>
                </c:pt>
                <c:pt idx="4686">
                  <c:v>15595</c:v>
                </c:pt>
                <c:pt idx="4687">
                  <c:v>15598</c:v>
                </c:pt>
                <c:pt idx="4688">
                  <c:v>15602</c:v>
                </c:pt>
                <c:pt idx="4689">
                  <c:v>15605</c:v>
                </c:pt>
                <c:pt idx="4690">
                  <c:v>15608</c:v>
                </c:pt>
                <c:pt idx="4691">
                  <c:v>15612</c:v>
                </c:pt>
                <c:pt idx="4692">
                  <c:v>15615</c:v>
                </c:pt>
                <c:pt idx="4693">
                  <c:v>15618</c:v>
                </c:pt>
                <c:pt idx="4694">
                  <c:v>15622</c:v>
                </c:pt>
                <c:pt idx="4695">
                  <c:v>15625</c:v>
                </c:pt>
                <c:pt idx="4696">
                  <c:v>15628</c:v>
                </c:pt>
                <c:pt idx="4697">
                  <c:v>15632</c:v>
                </c:pt>
                <c:pt idx="4698">
                  <c:v>15635</c:v>
                </c:pt>
                <c:pt idx="4699">
                  <c:v>15638</c:v>
                </c:pt>
                <c:pt idx="4700">
                  <c:v>15642</c:v>
                </c:pt>
                <c:pt idx="4701">
                  <c:v>15645</c:v>
                </c:pt>
                <c:pt idx="4702">
                  <c:v>15648</c:v>
                </c:pt>
                <c:pt idx="4703">
                  <c:v>15651</c:v>
                </c:pt>
                <c:pt idx="4704">
                  <c:v>15655</c:v>
                </c:pt>
                <c:pt idx="4705">
                  <c:v>15658</c:v>
                </c:pt>
                <c:pt idx="4706">
                  <c:v>15661</c:v>
                </c:pt>
                <c:pt idx="4707">
                  <c:v>15665</c:v>
                </c:pt>
                <c:pt idx="4708">
                  <c:v>15668</c:v>
                </c:pt>
                <c:pt idx="4709">
                  <c:v>15671</c:v>
                </c:pt>
                <c:pt idx="4710">
                  <c:v>15675</c:v>
                </c:pt>
                <c:pt idx="4711">
                  <c:v>15678</c:v>
                </c:pt>
                <c:pt idx="4712">
                  <c:v>15681</c:v>
                </c:pt>
                <c:pt idx="4713">
                  <c:v>15685</c:v>
                </c:pt>
                <c:pt idx="4714">
                  <c:v>15688</c:v>
                </c:pt>
                <c:pt idx="4715">
                  <c:v>15691</c:v>
                </c:pt>
                <c:pt idx="4716">
                  <c:v>15695</c:v>
                </c:pt>
                <c:pt idx="4717">
                  <c:v>15698</c:v>
                </c:pt>
                <c:pt idx="4718">
                  <c:v>15701</c:v>
                </c:pt>
                <c:pt idx="4719">
                  <c:v>15705</c:v>
                </c:pt>
                <c:pt idx="4720">
                  <c:v>15708</c:v>
                </c:pt>
                <c:pt idx="4721">
                  <c:v>15711</c:v>
                </c:pt>
                <c:pt idx="4722">
                  <c:v>15715</c:v>
                </c:pt>
                <c:pt idx="4723">
                  <c:v>15718</c:v>
                </c:pt>
                <c:pt idx="4724">
                  <c:v>15721</c:v>
                </c:pt>
                <c:pt idx="4725">
                  <c:v>15725</c:v>
                </c:pt>
                <c:pt idx="4726">
                  <c:v>15728</c:v>
                </c:pt>
                <c:pt idx="4727">
                  <c:v>15731</c:v>
                </c:pt>
                <c:pt idx="4728">
                  <c:v>15735</c:v>
                </c:pt>
                <c:pt idx="4729">
                  <c:v>15738</c:v>
                </c:pt>
                <c:pt idx="4730">
                  <c:v>15741</c:v>
                </c:pt>
                <c:pt idx="4731">
                  <c:v>15745</c:v>
                </c:pt>
                <c:pt idx="4732">
                  <c:v>15748</c:v>
                </c:pt>
                <c:pt idx="4733">
                  <c:v>15751</c:v>
                </c:pt>
                <c:pt idx="4734">
                  <c:v>15755</c:v>
                </c:pt>
                <c:pt idx="4735">
                  <c:v>15758</c:v>
                </c:pt>
                <c:pt idx="4736">
                  <c:v>15761</c:v>
                </c:pt>
                <c:pt idx="4737">
                  <c:v>15765</c:v>
                </c:pt>
                <c:pt idx="4738">
                  <c:v>15768</c:v>
                </c:pt>
                <c:pt idx="4739">
                  <c:v>15771</c:v>
                </c:pt>
                <c:pt idx="4740">
                  <c:v>15775</c:v>
                </c:pt>
                <c:pt idx="4741">
                  <c:v>15778</c:v>
                </c:pt>
                <c:pt idx="4742">
                  <c:v>15781</c:v>
                </c:pt>
                <c:pt idx="4743">
                  <c:v>15785</c:v>
                </c:pt>
                <c:pt idx="4744">
                  <c:v>15788</c:v>
                </c:pt>
                <c:pt idx="4745">
                  <c:v>15791</c:v>
                </c:pt>
                <c:pt idx="4746">
                  <c:v>15795</c:v>
                </c:pt>
                <c:pt idx="4747">
                  <c:v>15798</c:v>
                </c:pt>
                <c:pt idx="4748">
                  <c:v>15801</c:v>
                </c:pt>
                <c:pt idx="4749">
                  <c:v>15805</c:v>
                </c:pt>
                <c:pt idx="4750">
                  <c:v>15808</c:v>
                </c:pt>
                <c:pt idx="4751">
                  <c:v>15811</c:v>
                </c:pt>
                <c:pt idx="4752">
                  <c:v>15815</c:v>
                </c:pt>
                <c:pt idx="4753">
                  <c:v>15818</c:v>
                </c:pt>
                <c:pt idx="4754">
                  <c:v>15821</c:v>
                </c:pt>
                <c:pt idx="4755">
                  <c:v>15825</c:v>
                </c:pt>
                <c:pt idx="4756">
                  <c:v>15828</c:v>
                </c:pt>
                <c:pt idx="4757">
                  <c:v>15831</c:v>
                </c:pt>
                <c:pt idx="4758">
                  <c:v>15834</c:v>
                </c:pt>
                <c:pt idx="4759">
                  <c:v>15838</c:v>
                </c:pt>
                <c:pt idx="4760">
                  <c:v>15841</c:v>
                </c:pt>
                <c:pt idx="4761">
                  <c:v>15844</c:v>
                </c:pt>
                <c:pt idx="4762">
                  <c:v>15848</c:v>
                </c:pt>
                <c:pt idx="4763">
                  <c:v>15851</c:v>
                </c:pt>
                <c:pt idx="4764">
                  <c:v>15854</c:v>
                </c:pt>
                <c:pt idx="4765">
                  <c:v>15858</c:v>
                </c:pt>
                <c:pt idx="4766">
                  <c:v>15861</c:v>
                </c:pt>
                <c:pt idx="4767">
                  <c:v>15864</c:v>
                </c:pt>
                <c:pt idx="4768">
                  <c:v>15868</c:v>
                </c:pt>
                <c:pt idx="4769">
                  <c:v>15871</c:v>
                </c:pt>
                <c:pt idx="4770">
                  <c:v>15874</c:v>
                </c:pt>
                <c:pt idx="4771">
                  <c:v>15878</c:v>
                </c:pt>
                <c:pt idx="4772">
                  <c:v>15881</c:v>
                </c:pt>
                <c:pt idx="4773">
                  <c:v>15884</c:v>
                </c:pt>
                <c:pt idx="4774">
                  <c:v>15888</c:v>
                </c:pt>
                <c:pt idx="4775">
                  <c:v>15891</c:v>
                </c:pt>
                <c:pt idx="4776">
                  <c:v>15894</c:v>
                </c:pt>
                <c:pt idx="4777">
                  <c:v>15898</c:v>
                </c:pt>
                <c:pt idx="4778">
                  <c:v>15901</c:v>
                </c:pt>
                <c:pt idx="4779">
                  <c:v>15904</c:v>
                </c:pt>
                <c:pt idx="4780">
                  <c:v>15908</c:v>
                </c:pt>
                <c:pt idx="4781">
                  <c:v>15911</c:v>
                </c:pt>
                <c:pt idx="4782">
                  <c:v>15914</c:v>
                </c:pt>
                <c:pt idx="4783">
                  <c:v>15918</c:v>
                </c:pt>
                <c:pt idx="4784">
                  <c:v>15921</c:v>
                </c:pt>
                <c:pt idx="4785">
                  <c:v>15924</c:v>
                </c:pt>
                <c:pt idx="4786">
                  <c:v>15928</c:v>
                </c:pt>
                <c:pt idx="4787">
                  <c:v>15931</c:v>
                </c:pt>
                <c:pt idx="4788">
                  <c:v>15934</c:v>
                </c:pt>
                <c:pt idx="4789">
                  <c:v>15938</c:v>
                </c:pt>
                <c:pt idx="4790">
                  <c:v>15941</c:v>
                </c:pt>
                <c:pt idx="4791">
                  <c:v>15944</c:v>
                </c:pt>
                <c:pt idx="4792">
                  <c:v>15948</c:v>
                </c:pt>
                <c:pt idx="4793">
                  <c:v>15951</c:v>
                </c:pt>
                <c:pt idx="4794">
                  <c:v>15954</c:v>
                </c:pt>
                <c:pt idx="4795">
                  <c:v>15958</c:v>
                </c:pt>
                <c:pt idx="4796">
                  <c:v>15961</c:v>
                </c:pt>
                <c:pt idx="4797">
                  <c:v>15964</c:v>
                </c:pt>
                <c:pt idx="4798">
                  <c:v>15968</c:v>
                </c:pt>
                <c:pt idx="4799">
                  <c:v>15971</c:v>
                </c:pt>
                <c:pt idx="4800">
                  <c:v>15974</c:v>
                </c:pt>
                <c:pt idx="4801">
                  <c:v>15978</c:v>
                </c:pt>
                <c:pt idx="4802">
                  <c:v>15981</c:v>
                </c:pt>
                <c:pt idx="4803">
                  <c:v>15984</c:v>
                </c:pt>
                <c:pt idx="4804">
                  <c:v>15988</c:v>
                </c:pt>
                <c:pt idx="4805">
                  <c:v>15991</c:v>
                </c:pt>
                <c:pt idx="4806">
                  <c:v>15994</c:v>
                </c:pt>
                <c:pt idx="4807">
                  <c:v>15998</c:v>
                </c:pt>
                <c:pt idx="4808">
                  <c:v>16001</c:v>
                </c:pt>
                <c:pt idx="4809">
                  <c:v>16004</c:v>
                </c:pt>
                <c:pt idx="4810">
                  <c:v>16008</c:v>
                </c:pt>
                <c:pt idx="4811">
                  <c:v>16011</c:v>
                </c:pt>
                <c:pt idx="4812">
                  <c:v>16014</c:v>
                </c:pt>
                <c:pt idx="4813">
                  <c:v>16017</c:v>
                </c:pt>
                <c:pt idx="4814">
                  <c:v>16021</c:v>
                </c:pt>
                <c:pt idx="4815">
                  <c:v>16024</c:v>
                </c:pt>
                <c:pt idx="4816">
                  <c:v>16027</c:v>
                </c:pt>
                <c:pt idx="4817">
                  <c:v>16031</c:v>
                </c:pt>
                <c:pt idx="4818">
                  <c:v>16034</c:v>
                </c:pt>
                <c:pt idx="4819">
                  <c:v>16037</c:v>
                </c:pt>
                <c:pt idx="4820">
                  <c:v>16041</c:v>
                </c:pt>
                <c:pt idx="4821">
                  <c:v>16044</c:v>
                </c:pt>
                <c:pt idx="4822">
                  <c:v>16047</c:v>
                </c:pt>
                <c:pt idx="4823">
                  <c:v>16051</c:v>
                </c:pt>
                <c:pt idx="4824">
                  <c:v>16054</c:v>
                </c:pt>
                <c:pt idx="4825">
                  <c:v>16057</c:v>
                </c:pt>
                <c:pt idx="4826">
                  <c:v>16061</c:v>
                </c:pt>
                <c:pt idx="4827">
                  <c:v>16064</c:v>
                </c:pt>
                <c:pt idx="4828">
                  <c:v>16067</c:v>
                </c:pt>
                <c:pt idx="4829">
                  <c:v>16071</c:v>
                </c:pt>
                <c:pt idx="4830">
                  <c:v>16074</c:v>
                </c:pt>
                <c:pt idx="4831">
                  <c:v>16077</c:v>
                </c:pt>
                <c:pt idx="4832">
                  <c:v>16081</c:v>
                </c:pt>
                <c:pt idx="4833">
                  <c:v>16084</c:v>
                </c:pt>
                <c:pt idx="4834">
                  <c:v>16087</c:v>
                </c:pt>
                <c:pt idx="4835">
                  <c:v>16091</c:v>
                </c:pt>
                <c:pt idx="4836">
                  <c:v>16094</c:v>
                </c:pt>
                <c:pt idx="4837">
                  <c:v>16097</c:v>
                </c:pt>
                <c:pt idx="4838">
                  <c:v>16101</c:v>
                </c:pt>
                <c:pt idx="4839">
                  <c:v>16104</c:v>
                </c:pt>
                <c:pt idx="4840">
                  <c:v>16107</c:v>
                </c:pt>
                <c:pt idx="4841">
                  <c:v>16111</c:v>
                </c:pt>
                <c:pt idx="4842">
                  <c:v>16114</c:v>
                </c:pt>
                <c:pt idx="4843">
                  <c:v>16117</c:v>
                </c:pt>
                <c:pt idx="4844">
                  <c:v>16121</c:v>
                </c:pt>
                <c:pt idx="4845">
                  <c:v>16124</c:v>
                </c:pt>
                <c:pt idx="4846">
                  <c:v>16127</c:v>
                </c:pt>
                <c:pt idx="4847">
                  <c:v>16131</c:v>
                </c:pt>
                <c:pt idx="4848">
                  <c:v>16134</c:v>
                </c:pt>
                <c:pt idx="4849">
                  <c:v>16137</c:v>
                </c:pt>
                <c:pt idx="4850">
                  <c:v>16141</c:v>
                </c:pt>
                <c:pt idx="4851">
                  <c:v>16144</c:v>
                </c:pt>
                <c:pt idx="4852">
                  <c:v>16147</c:v>
                </c:pt>
                <c:pt idx="4853">
                  <c:v>16151</c:v>
                </c:pt>
                <c:pt idx="4854">
                  <c:v>16154</c:v>
                </c:pt>
                <c:pt idx="4855">
                  <c:v>16157</c:v>
                </c:pt>
                <c:pt idx="4856">
                  <c:v>16161</c:v>
                </c:pt>
                <c:pt idx="4857">
                  <c:v>16164</c:v>
                </c:pt>
                <c:pt idx="4858">
                  <c:v>16167</c:v>
                </c:pt>
                <c:pt idx="4859">
                  <c:v>16171</c:v>
                </c:pt>
                <c:pt idx="4860">
                  <c:v>16174</c:v>
                </c:pt>
                <c:pt idx="4861">
                  <c:v>16177</c:v>
                </c:pt>
                <c:pt idx="4862">
                  <c:v>16181</c:v>
                </c:pt>
                <c:pt idx="4863">
                  <c:v>16184</c:v>
                </c:pt>
                <c:pt idx="4864">
                  <c:v>16187</c:v>
                </c:pt>
                <c:pt idx="4865">
                  <c:v>16191</c:v>
                </c:pt>
                <c:pt idx="4866">
                  <c:v>16194</c:v>
                </c:pt>
                <c:pt idx="4867">
                  <c:v>16197</c:v>
                </c:pt>
                <c:pt idx="4868">
                  <c:v>16200</c:v>
                </c:pt>
                <c:pt idx="4869">
                  <c:v>16204</c:v>
                </c:pt>
                <c:pt idx="4870">
                  <c:v>16207</c:v>
                </c:pt>
                <c:pt idx="4871">
                  <c:v>16210</c:v>
                </c:pt>
                <c:pt idx="4872">
                  <c:v>16214</c:v>
                </c:pt>
                <c:pt idx="4873">
                  <c:v>16217</c:v>
                </c:pt>
                <c:pt idx="4874">
                  <c:v>16220</c:v>
                </c:pt>
                <c:pt idx="4875">
                  <c:v>16224</c:v>
                </c:pt>
                <c:pt idx="4876">
                  <c:v>16227</c:v>
                </c:pt>
                <c:pt idx="4877">
                  <c:v>16230</c:v>
                </c:pt>
                <c:pt idx="4878">
                  <c:v>16234</c:v>
                </c:pt>
                <c:pt idx="4879">
                  <c:v>16237</c:v>
                </c:pt>
                <c:pt idx="4880">
                  <c:v>16240</c:v>
                </c:pt>
                <c:pt idx="4881">
                  <c:v>16244</c:v>
                </c:pt>
                <c:pt idx="4882">
                  <c:v>16247</c:v>
                </c:pt>
                <c:pt idx="4883">
                  <c:v>16250</c:v>
                </c:pt>
                <c:pt idx="4884">
                  <c:v>16254</c:v>
                </c:pt>
                <c:pt idx="4885">
                  <c:v>16257</c:v>
                </c:pt>
                <c:pt idx="4886">
                  <c:v>16260</c:v>
                </c:pt>
                <c:pt idx="4887">
                  <c:v>16264</c:v>
                </c:pt>
                <c:pt idx="4888">
                  <c:v>16267</c:v>
                </c:pt>
                <c:pt idx="4889">
                  <c:v>16270</c:v>
                </c:pt>
                <c:pt idx="4890">
                  <c:v>16274</c:v>
                </c:pt>
                <c:pt idx="4891">
                  <c:v>16277</c:v>
                </c:pt>
                <c:pt idx="4892">
                  <c:v>16280</c:v>
                </c:pt>
                <c:pt idx="4893">
                  <c:v>16284</c:v>
                </c:pt>
                <c:pt idx="4894">
                  <c:v>16287</c:v>
                </c:pt>
                <c:pt idx="4895">
                  <c:v>16290</c:v>
                </c:pt>
                <c:pt idx="4896">
                  <c:v>16294</c:v>
                </c:pt>
                <c:pt idx="4897">
                  <c:v>16297</c:v>
                </c:pt>
                <c:pt idx="4898">
                  <c:v>16300</c:v>
                </c:pt>
                <c:pt idx="4899">
                  <c:v>16304</c:v>
                </c:pt>
                <c:pt idx="4900">
                  <c:v>16307</c:v>
                </c:pt>
                <c:pt idx="4901">
                  <c:v>16310</c:v>
                </c:pt>
                <c:pt idx="4902">
                  <c:v>16314</c:v>
                </c:pt>
                <c:pt idx="4903">
                  <c:v>16317</c:v>
                </c:pt>
                <c:pt idx="4904">
                  <c:v>16320</c:v>
                </c:pt>
                <c:pt idx="4905">
                  <c:v>16324</c:v>
                </c:pt>
                <c:pt idx="4906">
                  <c:v>16327</c:v>
                </c:pt>
                <c:pt idx="4907">
                  <c:v>16330</c:v>
                </c:pt>
                <c:pt idx="4908">
                  <c:v>16334</c:v>
                </c:pt>
                <c:pt idx="4909">
                  <c:v>16337</c:v>
                </c:pt>
                <c:pt idx="4910">
                  <c:v>16340</c:v>
                </c:pt>
                <c:pt idx="4911">
                  <c:v>16344</c:v>
                </c:pt>
                <c:pt idx="4912">
                  <c:v>16347</c:v>
                </c:pt>
                <c:pt idx="4913">
                  <c:v>16350</c:v>
                </c:pt>
                <c:pt idx="4914">
                  <c:v>16354</c:v>
                </c:pt>
                <c:pt idx="4915">
                  <c:v>16357</c:v>
                </c:pt>
                <c:pt idx="4916">
                  <c:v>16360</c:v>
                </c:pt>
                <c:pt idx="4917">
                  <c:v>16364</c:v>
                </c:pt>
                <c:pt idx="4918">
                  <c:v>16367</c:v>
                </c:pt>
                <c:pt idx="4919">
                  <c:v>16370</c:v>
                </c:pt>
                <c:pt idx="4920">
                  <c:v>16374</c:v>
                </c:pt>
                <c:pt idx="4921">
                  <c:v>16377</c:v>
                </c:pt>
                <c:pt idx="4922">
                  <c:v>16380</c:v>
                </c:pt>
                <c:pt idx="4923">
                  <c:v>16383</c:v>
                </c:pt>
                <c:pt idx="4924">
                  <c:v>16387</c:v>
                </c:pt>
                <c:pt idx="4925">
                  <c:v>16390</c:v>
                </c:pt>
                <c:pt idx="4926">
                  <c:v>16393</c:v>
                </c:pt>
                <c:pt idx="4927">
                  <c:v>16397</c:v>
                </c:pt>
                <c:pt idx="4928">
                  <c:v>16400</c:v>
                </c:pt>
                <c:pt idx="4929">
                  <c:v>16403</c:v>
                </c:pt>
                <c:pt idx="4930">
                  <c:v>16407</c:v>
                </c:pt>
                <c:pt idx="4931">
                  <c:v>16410</c:v>
                </c:pt>
                <c:pt idx="4932">
                  <c:v>16413</c:v>
                </c:pt>
                <c:pt idx="4933">
                  <c:v>16417</c:v>
                </c:pt>
                <c:pt idx="4934">
                  <c:v>16420</c:v>
                </c:pt>
                <c:pt idx="4935">
                  <c:v>16423</c:v>
                </c:pt>
                <c:pt idx="4936">
                  <c:v>16427</c:v>
                </c:pt>
                <c:pt idx="4937">
                  <c:v>16430</c:v>
                </c:pt>
                <c:pt idx="4938">
                  <c:v>16433</c:v>
                </c:pt>
                <c:pt idx="4939">
                  <c:v>16437</c:v>
                </c:pt>
                <c:pt idx="4940">
                  <c:v>16440</c:v>
                </c:pt>
                <c:pt idx="4941">
                  <c:v>16443</c:v>
                </c:pt>
                <c:pt idx="4942">
                  <c:v>16447</c:v>
                </c:pt>
                <c:pt idx="4943">
                  <c:v>16450</c:v>
                </c:pt>
                <c:pt idx="4944">
                  <c:v>16453</c:v>
                </c:pt>
                <c:pt idx="4945">
                  <c:v>16457</c:v>
                </c:pt>
                <c:pt idx="4946">
                  <c:v>16460</c:v>
                </c:pt>
                <c:pt idx="4947">
                  <c:v>16463</c:v>
                </c:pt>
                <c:pt idx="4948">
                  <c:v>16467</c:v>
                </c:pt>
                <c:pt idx="4949">
                  <c:v>16470</c:v>
                </c:pt>
                <c:pt idx="4950">
                  <c:v>16473</c:v>
                </c:pt>
                <c:pt idx="4951">
                  <c:v>16477</c:v>
                </c:pt>
                <c:pt idx="4952">
                  <c:v>16480</c:v>
                </c:pt>
                <c:pt idx="4953">
                  <c:v>16483</c:v>
                </c:pt>
                <c:pt idx="4954">
                  <c:v>16487</c:v>
                </c:pt>
                <c:pt idx="4955">
                  <c:v>16490</c:v>
                </c:pt>
                <c:pt idx="4956">
                  <c:v>16493</c:v>
                </c:pt>
                <c:pt idx="4957">
                  <c:v>16497</c:v>
                </c:pt>
                <c:pt idx="4958">
                  <c:v>16500</c:v>
                </c:pt>
                <c:pt idx="4959">
                  <c:v>16503</c:v>
                </c:pt>
                <c:pt idx="4960">
                  <c:v>16507</c:v>
                </c:pt>
                <c:pt idx="4961">
                  <c:v>16510</c:v>
                </c:pt>
                <c:pt idx="4962">
                  <c:v>16513</c:v>
                </c:pt>
                <c:pt idx="4963">
                  <c:v>16517</c:v>
                </c:pt>
                <c:pt idx="4964">
                  <c:v>16520</c:v>
                </c:pt>
                <c:pt idx="4965">
                  <c:v>16523</c:v>
                </c:pt>
                <c:pt idx="4966">
                  <c:v>16527</c:v>
                </c:pt>
                <c:pt idx="4967">
                  <c:v>16530</c:v>
                </c:pt>
                <c:pt idx="4968">
                  <c:v>16533</c:v>
                </c:pt>
                <c:pt idx="4969">
                  <c:v>16537</c:v>
                </c:pt>
                <c:pt idx="4970">
                  <c:v>16540</c:v>
                </c:pt>
                <c:pt idx="4971">
                  <c:v>16543</c:v>
                </c:pt>
                <c:pt idx="4972">
                  <c:v>16547</c:v>
                </c:pt>
                <c:pt idx="4973">
                  <c:v>16550</c:v>
                </c:pt>
                <c:pt idx="4974">
                  <c:v>16553</c:v>
                </c:pt>
                <c:pt idx="4975">
                  <c:v>16557</c:v>
                </c:pt>
                <c:pt idx="4976">
                  <c:v>16560</c:v>
                </c:pt>
                <c:pt idx="4977">
                  <c:v>16563</c:v>
                </c:pt>
                <c:pt idx="4978">
                  <c:v>16566</c:v>
                </c:pt>
                <c:pt idx="4979">
                  <c:v>16570</c:v>
                </c:pt>
                <c:pt idx="4980">
                  <c:v>16573</c:v>
                </c:pt>
                <c:pt idx="4981">
                  <c:v>16576</c:v>
                </c:pt>
                <c:pt idx="4982">
                  <c:v>16580</c:v>
                </c:pt>
                <c:pt idx="4983">
                  <c:v>16583</c:v>
                </c:pt>
                <c:pt idx="4984">
                  <c:v>16586</c:v>
                </c:pt>
                <c:pt idx="4985">
                  <c:v>16590</c:v>
                </c:pt>
                <c:pt idx="4986">
                  <c:v>16593</c:v>
                </c:pt>
                <c:pt idx="4987">
                  <c:v>16596</c:v>
                </c:pt>
                <c:pt idx="4988">
                  <c:v>16600</c:v>
                </c:pt>
                <c:pt idx="4989">
                  <c:v>16603</c:v>
                </c:pt>
                <c:pt idx="4990">
                  <c:v>16606</c:v>
                </c:pt>
                <c:pt idx="4991">
                  <c:v>16610</c:v>
                </c:pt>
                <c:pt idx="4992">
                  <c:v>16613</c:v>
                </c:pt>
                <c:pt idx="4993">
                  <c:v>16616</c:v>
                </c:pt>
                <c:pt idx="4994">
                  <c:v>16620</c:v>
                </c:pt>
                <c:pt idx="4995">
                  <c:v>16623</c:v>
                </c:pt>
                <c:pt idx="4996">
                  <c:v>16626</c:v>
                </c:pt>
                <c:pt idx="4997">
                  <c:v>16630</c:v>
                </c:pt>
                <c:pt idx="4998">
                  <c:v>16633</c:v>
                </c:pt>
                <c:pt idx="4999">
                  <c:v>16636</c:v>
                </c:pt>
              </c:numCache>
            </c:numRef>
          </c:cat>
          <c:val>
            <c:numRef>
              <c:f>Chart_1!$Q$12:$Q$5011</c:f>
              <c:numCache>
                <c:formatCode>0.00</c:formatCode>
                <c:ptCount val="5000"/>
                <c:pt idx="0">
                  <c:v>-2500</c:v>
                </c:pt>
                <c:pt idx="1">
                  <c:v>-2500</c:v>
                </c:pt>
                <c:pt idx="2">
                  <c:v>-2500</c:v>
                </c:pt>
                <c:pt idx="3">
                  <c:v>-2500</c:v>
                </c:pt>
                <c:pt idx="4">
                  <c:v>-2028.6282846296997</c:v>
                </c:pt>
                <c:pt idx="5">
                  <c:v>-2028.6282846296997</c:v>
                </c:pt>
                <c:pt idx="6">
                  <c:v>-1971.2336883085104</c:v>
                </c:pt>
                <c:pt idx="7">
                  <c:v>-1971.2336883085104</c:v>
                </c:pt>
                <c:pt idx="8">
                  <c:v>-1971.2336883085104</c:v>
                </c:pt>
                <c:pt idx="9">
                  <c:v>-1971.2336883085104</c:v>
                </c:pt>
                <c:pt idx="10">
                  <c:v>-1971.2336883085104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-1839.4765580903961</c:v>
                </c:pt>
                <c:pt idx="21">
                  <c:v>-1839.4765580903961</c:v>
                </c:pt>
                <c:pt idx="22">
                  <c:v>-1839.4765580903961</c:v>
                </c:pt>
                <c:pt idx="23">
                  <c:v>-1839.4765580903961</c:v>
                </c:pt>
                <c:pt idx="24">
                  <c:v>-1839.4765580903961</c:v>
                </c:pt>
                <c:pt idx="25">
                  <c:v>-1839.4765580903961</c:v>
                </c:pt>
                <c:pt idx="26">
                  <c:v>-1839.4765580903961</c:v>
                </c:pt>
                <c:pt idx="27">
                  <c:v>-1839.4765580903961</c:v>
                </c:pt>
                <c:pt idx="28">
                  <c:v>-1839.4765580903961</c:v>
                </c:pt>
                <c:pt idx="29">
                  <c:v>-1839.4765580903961</c:v>
                </c:pt>
                <c:pt idx="30">
                  <c:v>-1839.4765580903961</c:v>
                </c:pt>
                <c:pt idx="31">
                  <c:v>-1839.4765580903961</c:v>
                </c:pt>
                <c:pt idx="32">
                  <c:v>-1839.4765580903961</c:v>
                </c:pt>
                <c:pt idx="33">
                  <c:v>-1839.4765580903961</c:v>
                </c:pt>
                <c:pt idx="34">
                  <c:v>-1839.4765580903961</c:v>
                </c:pt>
                <c:pt idx="35">
                  <c:v>-1839.4765580903961</c:v>
                </c:pt>
                <c:pt idx="36">
                  <c:v>-1839.4765580903961</c:v>
                </c:pt>
                <c:pt idx="37">
                  <c:v>-1839.4765580903961</c:v>
                </c:pt>
                <c:pt idx="38">
                  <c:v>-1839.4765580903961</c:v>
                </c:pt>
                <c:pt idx="39">
                  <c:v>-1839.4765580903961</c:v>
                </c:pt>
                <c:pt idx="40">
                  <c:v>-1839.4765580903961</c:v>
                </c:pt>
                <c:pt idx="41">
                  <c:v>-1839.4765580903961</c:v>
                </c:pt>
                <c:pt idx="42">
                  <c:v>-1839.4765580903961</c:v>
                </c:pt>
                <c:pt idx="43">
                  <c:v>-1839.4765580903961</c:v>
                </c:pt>
                <c:pt idx="44">
                  <c:v>-1839.4765580903961</c:v>
                </c:pt>
                <c:pt idx="45">
                  <c:v>-1839.4765580903961</c:v>
                </c:pt>
                <c:pt idx="46">
                  <c:v>-1839.4765580903961</c:v>
                </c:pt>
                <c:pt idx="47">
                  <c:v>-1839.4765580903961</c:v>
                </c:pt>
                <c:pt idx="48">
                  <c:v>-1839.4765580903961</c:v>
                </c:pt>
                <c:pt idx="49">
                  <c:v>-1839.4765580903961</c:v>
                </c:pt>
                <c:pt idx="50">
                  <c:v>-1839.4765580903961</c:v>
                </c:pt>
                <c:pt idx="51">
                  <c:v>-1839.4765580903961</c:v>
                </c:pt>
                <c:pt idx="52">
                  <c:v>-1839.4765580903961</c:v>
                </c:pt>
                <c:pt idx="53">
                  <c:v>-1839.4765580903961</c:v>
                </c:pt>
                <c:pt idx="54">
                  <c:v>-1839.4765580903961</c:v>
                </c:pt>
                <c:pt idx="55">
                  <c:v>-1839.4765580903961</c:v>
                </c:pt>
                <c:pt idx="56">
                  <c:v>-1839.4765580903961</c:v>
                </c:pt>
                <c:pt idx="57">
                  <c:v>-1839.4765580903961</c:v>
                </c:pt>
                <c:pt idx="58">
                  <c:v>-1839.4765580903961</c:v>
                </c:pt>
                <c:pt idx="59">
                  <c:v>-1839.4765580903961</c:v>
                </c:pt>
                <c:pt idx="60">
                  <c:v>-1839.4765580903961</c:v>
                </c:pt>
                <c:pt idx="61">
                  <c:v>-1839.4765580903961</c:v>
                </c:pt>
                <c:pt idx="62">
                  <c:v>-1839.4765580903961</c:v>
                </c:pt>
                <c:pt idx="63">
                  <c:v>-1839.4765580903961</c:v>
                </c:pt>
                <c:pt idx="64">
                  <c:v>-1839.4765580903961</c:v>
                </c:pt>
                <c:pt idx="65">
                  <c:v>-1839.4765580903961</c:v>
                </c:pt>
                <c:pt idx="66">
                  <c:v>-1839.4765580903961</c:v>
                </c:pt>
                <c:pt idx="67">
                  <c:v>-1839.4765580903961</c:v>
                </c:pt>
                <c:pt idx="68">
                  <c:v>-1839.4765580903961</c:v>
                </c:pt>
                <c:pt idx="69">
                  <c:v>-1839.4765580903961</c:v>
                </c:pt>
                <c:pt idx="70">
                  <c:v>-1839.4765580903961</c:v>
                </c:pt>
                <c:pt idx="71">
                  <c:v>-1839.4765580903961</c:v>
                </c:pt>
                <c:pt idx="72">
                  <c:v>-1839.4765580903961</c:v>
                </c:pt>
                <c:pt idx="73">
                  <c:v>-1839.4765580903961</c:v>
                </c:pt>
                <c:pt idx="74">
                  <c:v>-1839.4765580903961</c:v>
                </c:pt>
                <c:pt idx="75">
                  <c:v>-1839.4765580903961</c:v>
                </c:pt>
                <c:pt idx="76">
                  <c:v>-1839.4765580903961</c:v>
                </c:pt>
                <c:pt idx="77">
                  <c:v>-1839.4765580903961</c:v>
                </c:pt>
                <c:pt idx="78">
                  <c:v>-1839.4765580903961</c:v>
                </c:pt>
                <c:pt idx="79">
                  <c:v>-1839.4765580903961</c:v>
                </c:pt>
                <c:pt idx="80">
                  <c:v>-1839.4765580903961</c:v>
                </c:pt>
                <c:pt idx="81">
                  <c:v>-1839.4765580903961</c:v>
                </c:pt>
                <c:pt idx="82">
                  <c:v>-1839.4765580903961</c:v>
                </c:pt>
                <c:pt idx="83">
                  <c:v>-1839.4765580903961</c:v>
                </c:pt>
                <c:pt idx="84">
                  <c:v>-1839.4765580903961</c:v>
                </c:pt>
                <c:pt idx="85">
                  <c:v>-1839.4765580903961</c:v>
                </c:pt>
                <c:pt idx="86">
                  <c:v>-1839.4765580903961</c:v>
                </c:pt>
                <c:pt idx="87">
                  <c:v>-1839.4765580903961</c:v>
                </c:pt>
                <c:pt idx="88">
                  <c:v>-1839.4765580903961</c:v>
                </c:pt>
                <c:pt idx="89">
                  <c:v>-1839.4765580903961</c:v>
                </c:pt>
                <c:pt idx="90">
                  <c:v>-1839.4765580903961</c:v>
                </c:pt>
                <c:pt idx="91">
                  <c:v>-1839.4765580903961</c:v>
                </c:pt>
                <c:pt idx="92">
                  <c:v>-1839.4765580903961</c:v>
                </c:pt>
                <c:pt idx="93">
                  <c:v>-1839.4765580903961</c:v>
                </c:pt>
                <c:pt idx="94">
                  <c:v>-1839.4765580903961</c:v>
                </c:pt>
                <c:pt idx="95">
                  <c:v>-1839.4765580903961</c:v>
                </c:pt>
                <c:pt idx="96">
                  <c:v>-1839.4765580903961</c:v>
                </c:pt>
                <c:pt idx="97">
                  <c:v>-1839.4765580903961</c:v>
                </c:pt>
                <c:pt idx="98">
                  <c:v>-1839.4765580903961</c:v>
                </c:pt>
                <c:pt idx="99">
                  <c:v>-1839.4765580903961</c:v>
                </c:pt>
                <c:pt idx="100">
                  <c:v>-1839.4765580903961</c:v>
                </c:pt>
                <c:pt idx="101">
                  <c:v>-1839.4765580903961</c:v>
                </c:pt>
                <c:pt idx="102">
                  <c:v>-1839.4765580903961</c:v>
                </c:pt>
                <c:pt idx="103">
                  <c:v>-1839.4765580903961</c:v>
                </c:pt>
                <c:pt idx="104">
                  <c:v>-1839.4765580903961</c:v>
                </c:pt>
                <c:pt idx="105">
                  <c:v>-1839.4765580903961</c:v>
                </c:pt>
                <c:pt idx="106">
                  <c:v>-1839.4765580903961</c:v>
                </c:pt>
                <c:pt idx="107">
                  <c:v>-1839.4765580903961</c:v>
                </c:pt>
                <c:pt idx="108">
                  <c:v>-1839.4765580903961</c:v>
                </c:pt>
                <c:pt idx="109">
                  <c:v>-1839.4765580903961</c:v>
                </c:pt>
                <c:pt idx="110">
                  <c:v>-1839.4765580903961</c:v>
                </c:pt>
                <c:pt idx="111">
                  <c:v>-1839.4765580903961</c:v>
                </c:pt>
                <c:pt idx="112">
                  <c:v>-1839.4765580903961</c:v>
                </c:pt>
                <c:pt idx="113">
                  <c:v>-1839.4765580903961</c:v>
                </c:pt>
                <c:pt idx="114">
                  <c:v>-1839.4765580903961</c:v>
                </c:pt>
                <c:pt idx="115">
                  <c:v>-1839.4765580903961</c:v>
                </c:pt>
                <c:pt idx="116">
                  <c:v>-1839.4765580903961</c:v>
                </c:pt>
                <c:pt idx="117">
                  <c:v>-1839.4765580903961</c:v>
                </c:pt>
                <c:pt idx="118">
                  <c:v>-1839.4765580903961</c:v>
                </c:pt>
                <c:pt idx="119">
                  <c:v>-1839.4765580903961</c:v>
                </c:pt>
                <c:pt idx="120">
                  <c:v>-1839.4765580903961</c:v>
                </c:pt>
                <c:pt idx="121">
                  <c:v>-1839.4765580903961</c:v>
                </c:pt>
                <c:pt idx="122">
                  <c:v>-1839.4765580903961</c:v>
                </c:pt>
                <c:pt idx="123">
                  <c:v>-1839.4765580903961</c:v>
                </c:pt>
                <c:pt idx="124">
                  <c:v>-1808.9539613060015</c:v>
                </c:pt>
                <c:pt idx="125">
                  <c:v>-1808.9539613060015</c:v>
                </c:pt>
                <c:pt idx="126">
                  <c:v>-1808.9539613060015</c:v>
                </c:pt>
                <c:pt idx="127">
                  <c:v>-1808.9539613060015</c:v>
                </c:pt>
                <c:pt idx="128">
                  <c:v>-1808.9539613060015</c:v>
                </c:pt>
                <c:pt idx="129">
                  <c:v>-1808.9539613060015</c:v>
                </c:pt>
                <c:pt idx="130">
                  <c:v>-1808.9539613060015</c:v>
                </c:pt>
                <c:pt idx="131">
                  <c:v>-1808.9539613060015</c:v>
                </c:pt>
                <c:pt idx="132">
                  <c:v>-1808.9539613060015</c:v>
                </c:pt>
                <c:pt idx="133">
                  <c:v>-1808.9539613060015</c:v>
                </c:pt>
                <c:pt idx="134">
                  <c:v>-1716.0671654478663</c:v>
                </c:pt>
                <c:pt idx="135">
                  <c:v>-1716.0671654478663</c:v>
                </c:pt>
                <c:pt idx="136">
                  <c:v>-1716.0671654478663</c:v>
                </c:pt>
                <c:pt idx="137">
                  <c:v>-1716.0671654478663</c:v>
                </c:pt>
                <c:pt idx="138">
                  <c:v>-1716.0671654478663</c:v>
                </c:pt>
                <c:pt idx="139">
                  <c:v>-1716.0671654478663</c:v>
                </c:pt>
                <c:pt idx="140">
                  <c:v>-1716.0671654478663</c:v>
                </c:pt>
                <c:pt idx="141">
                  <c:v>-1716.0671654478663</c:v>
                </c:pt>
                <c:pt idx="142">
                  <c:v>-1716.0671654478663</c:v>
                </c:pt>
                <c:pt idx="143">
                  <c:v>-1716.0671654478663</c:v>
                </c:pt>
                <c:pt idx="144">
                  <c:v>-1716.0671654478663</c:v>
                </c:pt>
                <c:pt idx="145">
                  <c:v>-1716.0671654478663</c:v>
                </c:pt>
                <c:pt idx="146">
                  <c:v>-1668.4373552198308</c:v>
                </c:pt>
                <c:pt idx="147">
                  <c:v>-1668.4373552198308</c:v>
                </c:pt>
                <c:pt idx="148">
                  <c:v>-1668.4373552198308</c:v>
                </c:pt>
                <c:pt idx="149">
                  <c:v>-1668.4373552198308</c:v>
                </c:pt>
                <c:pt idx="150">
                  <c:v>-1604.656852435385</c:v>
                </c:pt>
                <c:pt idx="151">
                  <c:v>-1604.656852435385</c:v>
                </c:pt>
                <c:pt idx="152">
                  <c:v>-1594.0579852284204</c:v>
                </c:pt>
                <c:pt idx="153">
                  <c:v>-1594.0579852284204</c:v>
                </c:pt>
                <c:pt idx="154">
                  <c:v>-1594.0579852284204</c:v>
                </c:pt>
                <c:pt idx="155">
                  <c:v>-1594.0579852284204</c:v>
                </c:pt>
                <c:pt idx="156">
                  <c:v>-1594.0579852284204</c:v>
                </c:pt>
                <c:pt idx="157">
                  <c:v>-1594.0579852284204</c:v>
                </c:pt>
                <c:pt idx="158">
                  <c:v>-1594.0579852284204</c:v>
                </c:pt>
                <c:pt idx="159">
                  <c:v>-1594.0579852284204</c:v>
                </c:pt>
                <c:pt idx="160">
                  <c:v>-1594.0579852284204</c:v>
                </c:pt>
                <c:pt idx="161">
                  <c:v>-1537.3805216445471</c:v>
                </c:pt>
                <c:pt idx="162">
                  <c:v>-1537.3805216445471</c:v>
                </c:pt>
                <c:pt idx="163">
                  <c:v>-1537.3805216445471</c:v>
                </c:pt>
                <c:pt idx="164">
                  <c:v>-1537.3805216445471</c:v>
                </c:pt>
                <c:pt idx="165">
                  <c:v>-1537.3805216445471</c:v>
                </c:pt>
                <c:pt idx="166">
                  <c:v>-1537.3805216445471</c:v>
                </c:pt>
                <c:pt idx="167">
                  <c:v>-1537.3805216445471</c:v>
                </c:pt>
                <c:pt idx="168">
                  <c:v>-1537.3805216445471</c:v>
                </c:pt>
                <c:pt idx="169">
                  <c:v>-1537.3805216445471</c:v>
                </c:pt>
                <c:pt idx="170">
                  <c:v>-1537.3805216445471</c:v>
                </c:pt>
                <c:pt idx="171">
                  <c:v>-1537.3805216445471</c:v>
                </c:pt>
                <c:pt idx="172">
                  <c:v>-1537.3805216445471</c:v>
                </c:pt>
                <c:pt idx="173">
                  <c:v>-1537.3805216445471</c:v>
                </c:pt>
                <c:pt idx="174">
                  <c:v>-1537.3805216445471</c:v>
                </c:pt>
                <c:pt idx="175">
                  <c:v>-1537.3805216445471</c:v>
                </c:pt>
                <c:pt idx="176">
                  <c:v>-1537.3805216445471</c:v>
                </c:pt>
                <c:pt idx="177">
                  <c:v>-1537.3805216445471</c:v>
                </c:pt>
                <c:pt idx="178">
                  <c:v>-1403.7612627068975</c:v>
                </c:pt>
                <c:pt idx="179">
                  <c:v>-1403.7612627068975</c:v>
                </c:pt>
                <c:pt idx="180">
                  <c:v>-1403.7612627068975</c:v>
                </c:pt>
                <c:pt idx="181">
                  <c:v>-1403.7612627068975</c:v>
                </c:pt>
                <c:pt idx="182">
                  <c:v>-1403.7612627068975</c:v>
                </c:pt>
                <c:pt idx="183">
                  <c:v>-1403.7612627068975</c:v>
                </c:pt>
                <c:pt idx="184">
                  <c:v>-1403.7612627068975</c:v>
                </c:pt>
                <c:pt idx="185">
                  <c:v>-1403.7612627068975</c:v>
                </c:pt>
                <c:pt idx="186">
                  <c:v>-1403.7612627068975</c:v>
                </c:pt>
                <c:pt idx="187">
                  <c:v>-1403.7612627068975</c:v>
                </c:pt>
                <c:pt idx="188">
                  <c:v>-1403.7612627068975</c:v>
                </c:pt>
                <c:pt idx="189">
                  <c:v>-1403.7612627068975</c:v>
                </c:pt>
                <c:pt idx="190">
                  <c:v>-1403.7612627068975</c:v>
                </c:pt>
                <c:pt idx="191">
                  <c:v>-1403.7612627068975</c:v>
                </c:pt>
                <c:pt idx="192">
                  <c:v>-1280.306426845762</c:v>
                </c:pt>
                <c:pt idx="193">
                  <c:v>-1280.306426845762</c:v>
                </c:pt>
                <c:pt idx="194">
                  <c:v>-1280.306426845762</c:v>
                </c:pt>
                <c:pt idx="195">
                  <c:v>-1280.306426845762</c:v>
                </c:pt>
                <c:pt idx="196">
                  <c:v>-1280.306426845762</c:v>
                </c:pt>
                <c:pt idx="197">
                  <c:v>-1280.306426845762</c:v>
                </c:pt>
                <c:pt idx="198">
                  <c:v>-1280.306426845762</c:v>
                </c:pt>
                <c:pt idx="199">
                  <c:v>-1280.306426845762</c:v>
                </c:pt>
                <c:pt idx="200">
                  <c:v>-1280.306426845762</c:v>
                </c:pt>
                <c:pt idx="201">
                  <c:v>-1280.306426845762</c:v>
                </c:pt>
                <c:pt idx="202">
                  <c:v>-1280.306426845762</c:v>
                </c:pt>
                <c:pt idx="203">
                  <c:v>-1280.306426845762</c:v>
                </c:pt>
                <c:pt idx="204">
                  <c:v>-1280.306426845762</c:v>
                </c:pt>
                <c:pt idx="205">
                  <c:v>-1280.306426845762</c:v>
                </c:pt>
                <c:pt idx="206">
                  <c:v>-1280.306426845762</c:v>
                </c:pt>
                <c:pt idx="207">
                  <c:v>-1280.306426845762</c:v>
                </c:pt>
                <c:pt idx="208">
                  <c:v>-1280.306426845762</c:v>
                </c:pt>
                <c:pt idx="209">
                  <c:v>-1280.306426845762</c:v>
                </c:pt>
                <c:pt idx="210">
                  <c:v>-1280.306426845762</c:v>
                </c:pt>
                <c:pt idx="211">
                  <c:v>-1280.306426845762</c:v>
                </c:pt>
                <c:pt idx="212">
                  <c:v>-1280.306426845762</c:v>
                </c:pt>
                <c:pt idx="213">
                  <c:v>-1239.5598535292813</c:v>
                </c:pt>
                <c:pt idx="214">
                  <c:v>-1239.5598535292813</c:v>
                </c:pt>
                <c:pt idx="215">
                  <c:v>-1239.5598535292813</c:v>
                </c:pt>
                <c:pt idx="216">
                  <c:v>-1239.5598535292813</c:v>
                </c:pt>
                <c:pt idx="217">
                  <c:v>-1239.5598535292813</c:v>
                </c:pt>
                <c:pt idx="218">
                  <c:v>-1239.5598535292813</c:v>
                </c:pt>
                <c:pt idx="219">
                  <c:v>-1239.5598535292813</c:v>
                </c:pt>
                <c:pt idx="220">
                  <c:v>-1239.5598535292813</c:v>
                </c:pt>
                <c:pt idx="221">
                  <c:v>-1239.5598535292813</c:v>
                </c:pt>
                <c:pt idx="222">
                  <c:v>-1239.5598535292813</c:v>
                </c:pt>
                <c:pt idx="223">
                  <c:v>-1239.5598535292813</c:v>
                </c:pt>
                <c:pt idx="224">
                  <c:v>-1239.5598535292813</c:v>
                </c:pt>
                <c:pt idx="225">
                  <c:v>-1239.5598535292813</c:v>
                </c:pt>
                <c:pt idx="226">
                  <c:v>-1239.5598535292813</c:v>
                </c:pt>
                <c:pt idx="227">
                  <c:v>-1127.5921435550044</c:v>
                </c:pt>
                <c:pt idx="228">
                  <c:v>-1076.0502226339393</c:v>
                </c:pt>
                <c:pt idx="229">
                  <c:v>-1076.0502226339393</c:v>
                </c:pt>
                <c:pt idx="230">
                  <c:v>-1076.0502226339393</c:v>
                </c:pt>
                <c:pt idx="231">
                  <c:v>-1025.9623507454319</c:v>
                </c:pt>
                <c:pt idx="232">
                  <c:v>-1025.9623507454319</c:v>
                </c:pt>
                <c:pt idx="233">
                  <c:v>-1025.9623507454319</c:v>
                </c:pt>
                <c:pt idx="234">
                  <c:v>-1025.9623507454319</c:v>
                </c:pt>
                <c:pt idx="235">
                  <c:v>-1020.232172812168</c:v>
                </c:pt>
                <c:pt idx="236">
                  <c:v>-917.25316074774753</c:v>
                </c:pt>
                <c:pt idx="237">
                  <c:v>-917.25316074774753</c:v>
                </c:pt>
                <c:pt idx="238">
                  <c:v>-917.25316074774753</c:v>
                </c:pt>
                <c:pt idx="239">
                  <c:v>-917.25316074774753</c:v>
                </c:pt>
                <c:pt idx="240">
                  <c:v>-917.25316074774753</c:v>
                </c:pt>
                <c:pt idx="241">
                  <c:v>-917.25316074774753</c:v>
                </c:pt>
                <c:pt idx="242">
                  <c:v>-917.25316074774753</c:v>
                </c:pt>
                <c:pt idx="243">
                  <c:v>-917.25316074774753</c:v>
                </c:pt>
                <c:pt idx="244">
                  <c:v>-917.25316074774753</c:v>
                </c:pt>
                <c:pt idx="245">
                  <c:v>-917.25316074774753</c:v>
                </c:pt>
                <c:pt idx="246">
                  <c:v>-917.25316074774753</c:v>
                </c:pt>
                <c:pt idx="247">
                  <c:v>-917.25316074774753</c:v>
                </c:pt>
                <c:pt idx="248">
                  <c:v>-917.25316074774753</c:v>
                </c:pt>
                <c:pt idx="249">
                  <c:v>-917.25316074774753</c:v>
                </c:pt>
                <c:pt idx="250">
                  <c:v>-917.25316074774753</c:v>
                </c:pt>
                <c:pt idx="251">
                  <c:v>-917.25316074774753</c:v>
                </c:pt>
                <c:pt idx="252">
                  <c:v>-917.25316074774753</c:v>
                </c:pt>
                <c:pt idx="253">
                  <c:v>-917.25316074774753</c:v>
                </c:pt>
                <c:pt idx="254">
                  <c:v>-917.25316074774753</c:v>
                </c:pt>
                <c:pt idx="255">
                  <c:v>-917.25316074774753</c:v>
                </c:pt>
                <c:pt idx="256">
                  <c:v>-917.25316074774753</c:v>
                </c:pt>
                <c:pt idx="257">
                  <c:v>-917.25316074774753</c:v>
                </c:pt>
                <c:pt idx="258">
                  <c:v>-917.25316074774753</c:v>
                </c:pt>
                <c:pt idx="259">
                  <c:v>-917.25316074774753</c:v>
                </c:pt>
                <c:pt idx="260">
                  <c:v>-917.25316074774753</c:v>
                </c:pt>
                <c:pt idx="261">
                  <c:v>-917.25316074774753</c:v>
                </c:pt>
                <c:pt idx="262">
                  <c:v>-917.25316074774753</c:v>
                </c:pt>
                <c:pt idx="263">
                  <c:v>-917.25316074774753</c:v>
                </c:pt>
                <c:pt idx="264">
                  <c:v>-917.25316074774753</c:v>
                </c:pt>
                <c:pt idx="265">
                  <c:v>-917.25316074774753</c:v>
                </c:pt>
                <c:pt idx="266">
                  <c:v>-917.25316074774753</c:v>
                </c:pt>
                <c:pt idx="267">
                  <c:v>-917.25316074774753</c:v>
                </c:pt>
                <c:pt idx="268">
                  <c:v>-917.25316074774753</c:v>
                </c:pt>
                <c:pt idx="269">
                  <c:v>-917.25316074774753</c:v>
                </c:pt>
                <c:pt idx="270">
                  <c:v>-917.25316074774753</c:v>
                </c:pt>
                <c:pt idx="271">
                  <c:v>-917.25316074774753</c:v>
                </c:pt>
                <c:pt idx="272">
                  <c:v>-917.25316074774753</c:v>
                </c:pt>
                <c:pt idx="273">
                  <c:v>-917.25316074774753</c:v>
                </c:pt>
                <c:pt idx="274">
                  <c:v>-917.25316074774753</c:v>
                </c:pt>
                <c:pt idx="275">
                  <c:v>-887.9565812210011</c:v>
                </c:pt>
                <c:pt idx="276">
                  <c:v>-887.9565812210011</c:v>
                </c:pt>
                <c:pt idx="277">
                  <c:v>-887.9565812210011</c:v>
                </c:pt>
                <c:pt idx="278">
                  <c:v>-887.9565812210011</c:v>
                </c:pt>
                <c:pt idx="279">
                  <c:v>-887.9565812210011</c:v>
                </c:pt>
                <c:pt idx="280">
                  <c:v>-887.9565812210011</c:v>
                </c:pt>
                <c:pt idx="281">
                  <c:v>-887.9565812210011</c:v>
                </c:pt>
                <c:pt idx="282">
                  <c:v>-887.9565812210011</c:v>
                </c:pt>
                <c:pt idx="283">
                  <c:v>-887.9565812210011</c:v>
                </c:pt>
                <c:pt idx="284">
                  <c:v>-887.9565812210011</c:v>
                </c:pt>
                <c:pt idx="285">
                  <c:v>-887.9565812210011</c:v>
                </c:pt>
                <c:pt idx="286">
                  <c:v>-887.9565812210011</c:v>
                </c:pt>
                <c:pt idx="287">
                  <c:v>-887.9565812210011</c:v>
                </c:pt>
                <c:pt idx="288">
                  <c:v>-887.9565812210011</c:v>
                </c:pt>
                <c:pt idx="289">
                  <c:v>-887.9565812210011</c:v>
                </c:pt>
                <c:pt idx="290">
                  <c:v>-887.9565812210011</c:v>
                </c:pt>
                <c:pt idx="291">
                  <c:v>-887.9565812210011</c:v>
                </c:pt>
                <c:pt idx="292">
                  <c:v>-887.9565812210011</c:v>
                </c:pt>
                <c:pt idx="293">
                  <c:v>-887.9565812210011</c:v>
                </c:pt>
                <c:pt idx="294">
                  <c:v>-887.9565812210011</c:v>
                </c:pt>
                <c:pt idx="295">
                  <c:v>-887.9565812210011</c:v>
                </c:pt>
                <c:pt idx="296">
                  <c:v>-887.9565812210011</c:v>
                </c:pt>
                <c:pt idx="297">
                  <c:v>-887.9565812210011</c:v>
                </c:pt>
                <c:pt idx="298">
                  <c:v>-887.9565812210011</c:v>
                </c:pt>
                <c:pt idx="299">
                  <c:v>-887.9565812210011</c:v>
                </c:pt>
                <c:pt idx="300">
                  <c:v>-887.9565812210011</c:v>
                </c:pt>
                <c:pt idx="301">
                  <c:v>-887.9565812210011</c:v>
                </c:pt>
                <c:pt idx="302">
                  <c:v>-887.9565812210011</c:v>
                </c:pt>
                <c:pt idx="303">
                  <c:v>-887.9565812210011</c:v>
                </c:pt>
                <c:pt idx="304">
                  <c:v>-887.9565812210011</c:v>
                </c:pt>
                <c:pt idx="305">
                  <c:v>-887.9565812210011</c:v>
                </c:pt>
                <c:pt idx="306">
                  <c:v>-887.9565812210011</c:v>
                </c:pt>
                <c:pt idx="307">
                  <c:v>-887.9565812210011</c:v>
                </c:pt>
                <c:pt idx="308">
                  <c:v>-887.9565812210011</c:v>
                </c:pt>
                <c:pt idx="309">
                  <c:v>-887.9565812210011</c:v>
                </c:pt>
                <c:pt idx="310">
                  <c:v>-887.9565812210011</c:v>
                </c:pt>
                <c:pt idx="311">
                  <c:v>-887.9565812210011</c:v>
                </c:pt>
                <c:pt idx="312">
                  <c:v>-887.9565812210011</c:v>
                </c:pt>
                <c:pt idx="313">
                  <c:v>-887.9565812210011</c:v>
                </c:pt>
                <c:pt idx="314">
                  <c:v>-887.9565812210011</c:v>
                </c:pt>
                <c:pt idx="315">
                  <c:v>-887.9565812210011</c:v>
                </c:pt>
                <c:pt idx="316">
                  <c:v>-816.66102794620497</c:v>
                </c:pt>
                <c:pt idx="317">
                  <c:v>-816.66102794620497</c:v>
                </c:pt>
                <c:pt idx="318">
                  <c:v>-816.66102794620497</c:v>
                </c:pt>
                <c:pt idx="319">
                  <c:v>-816.66102794620497</c:v>
                </c:pt>
                <c:pt idx="320">
                  <c:v>-816.66102794620497</c:v>
                </c:pt>
                <c:pt idx="321">
                  <c:v>-816.66102794620497</c:v>
                </c:pt>
                <c:pt idx="322">
                  <c:v>-816.66102794620497</c:v>
                </c:pt>
                <c:pt idx="323">
                  <c:v>-816.66102794620497</c:v>
                </c:pt>
                <c:pt idx="324">
                  <c:v>-816.66102794620497</c:v>
                </c:pt>
                <c:pt idx="325">
                  <c:v>-816.66102794620497</c:v>
                </c:pt>
                <c:pt idx="326">
                  <c:v>-816.66102794620497</c:v>
                </c:pt>
                <c:pt idx="327">
                  <c:v>-816.66102794620497</c:v>
                </c:pt>
                <c:pt idx="328">
                  <c:v>-816.66102794620497</c:v>
                </c:pt>
                <c:pt idx="329">
                  <c:v>-816.66102794620497</c:v>
                </c:pt>
                <c:pt idx="330">
                  <c:v>-816.66102794620497</c:v>
                </c:pt>
                <c:pt idx="331">
                  <c:v>-816.66102794620497</c:v>
                </c:pt>
                <c:pt idx="332">
                  <c:v>-816.66102794620497</c:v>
                </c:pt>
                <c:pt idx="333">
                  <c:v>-816.66102794620497</c:v>
                </c:pt>
                <c:pt idx="334">
                  <c:v>-816.66102794620497</c:v>
                </c:pt>
                <c:pt idx="335">
                  <c:v>-816.66102794620497</c:v>
                </c:pt>
                <c:pt idx="336">
                  <c:v>-816.66102794620497</c:v>
                </c:pt>
                <c:pt idx="337">
                  <c:v>-816.66102794620497</c:v>
                </c:pt>
                <c:pt idx="338">
                  <c:v>-816.66102794620497</c:v>
                </c:pt>
                <c:pt idx="339">
                  <c:v>-816.66102794620497</c:v>
                </c:pt>
                <c:pt idx="340">
                  <c:v>-816.66102794620497</c:v>
                </c:pt>
                <c:pt idx="341">
                  <c:v>-816.66102794620497</c:v>
                </c:pt>
                <c:pt idx="342">
                  <c:v>-816.66102794620497</c:v>
                </c:pt>
                <c:pt idx="343">
                  <c:v>-816.66102794620497</c:v>
                </c:pt>
                <c:pt idx="344">
                  <c:v>-816.66102794620497</c:v>
                </c:pt>
                <c:pt idx="345">
                  <c:v>-816.66102794620497</c:v>
                </c:pt>
                <c:pt idx="346">
                  <c:v>-816.66102794620497</c:v>
                </c:pt>
                <c:pt idx="347">
                  <c:v>-814.41244522988552</c:v>
                </c:pt>
                <c:pt idx="348">
                  <c:v>-814.41244522988552</c:v>
                </c:pt>
                <c:pt idx="349">
                  <c:v>-814.41244522988552</c:v>
                </c:pt>
                <c:pt idx="350">
                  <c:v>-814.41244522988552</c:v>
                </c:pt>
                <c:pt idx="351">
                  <c:v>-814.41244522988552</c:v>
                </c:pt>
                <c:pt idx="352">
                  <c:v>-814.41244522988552</c:v>
                </c:pt>
                <c:pt idx="353">
                  <c:v>-814.41244522988552</c:v>
                </c:pt>
                <c:pt idx="354">
                  <c:v>-814.41244522988552</c:v>
                </c:pt>
                <c:pt idx="355">
                  <c:v>-766.57119296851351</c:v>
                </c:pt>
                <c:pt idx="356">
                  <c:v>-766.57119296851351</c:v>
                </c:pt>
                <c:pt idx="357">
                  <c:v>-766.57119296851351</c:v>
                </c:pt>
                <c:pt idx="358">
                  <c:v>-766.57119296851351</c:v>
                </c:pt>
                <c:pt idx="359">
                  <c:v>-766.57119296851351</c:v>
                </c:pt>
                <c:pt idx="360">
                  <c:v>-766.57119296851351</c:v>
                </c:pt>
                <c:pt idx="361">
                  <c:v>-501.4657737762812</c:v>
                </c:pt>
                <c:pt idx="362">
                  <c:v>-501.4657737762812</c:v>
                </c:pt>
                <c:pt idx="363">
                  <c:v>-501.4657737762812</c:v>
                </c:pt>
                <c:pt idx="364">
                  <c:v>-501.4657737762812</c:v>
                </c:pt>
                <c:pt idx="365">
                  <c:v>-501.4657737762812</c:v>
                </c:pt>
                <c:pt idx="366">
                  <c:v>-501.4657737762812</c:v>
                </c:pt>
                <c:pt idx="367">
                  <c:v>-501.4657737762812</c:v>
                </c:pt>
                <c:pt idx="368">
                  <c:v>-501.4657737762812</c:v>
                </c:pt>
                <c:pt idx="369">
                  <c:v>-501.4657737762812</c:v>
                </c:pt>
                <c:pt idx="370">
                  <c:v>-501.4657737762812</c:v>
                </c:pt>
                <c:pt idx="371">
                  <c:v>-501.4657737762812</c:v>
                </c:pt>
                <c:pt idx="372">
                  <c:v>-501.4657737762812</c:v>
                </c:pt>
                <c:pt idx="373">
                  <c:v>-501.4657737762812</c:v>
                </c:pt>
                <c:pt idx="374">
                  <c:v>-501.4657737762812</c:v>
                </c:pt>
                <c:pt idx="375">
                  <c:v>-501.4657737762812</c:v>
                </c:pt>
                <c:pt idx="376">
                  <c:v>-501.4657737762812</c:v>
                </c:pt>
                <c:pt idx="377">
                  <c:v>-501.4657737762812</c:v>
                </c:pt>
                <c:pt idx="378">
                  <c:v>-501.4657737762812</c:v>
                </c:pt>
                <c:pt idx="379">
                  <c:v>-501.4657737762812</c:v>
                </c:pt>
                <c:pt idx="380">
                  <c:v>-501.4657737762812</c:v>
                </c:pt>
                <c:pt idx="381">
                  <c:v>-501.4657737762812</c:v>
                </c:pt>
                <c:pt idx="382">
                  <c:v>-501.4657737762812</c:v>
                </c:pt>
                <c:pt idx="383">
                  <c:v>-501.4657737762812</c:v>
                </c:pt>
                <c:pt idx="384">
                  <c:v>-501.4657737762812</c:v>
                </c:pt>
                <c:pt idx="385">
                  <c:v>-501.4657737762812</c:v>
                </c:pt>
                <c:pt idx="386">
                  <c:v>-501.4657737762812</c:v>
                </c:pt>
                <c:pt idx="387">
                  <c:v>-501.4657737762812</c:v>
                </c:pt>
                <c:pt idx="388">
                  <c:v>-501.4657737762812</c:v>
                </c:pt>
                <c:pt idx="389">
                  <c:v>-501.4657737762812</c:v>
                </c:pt>
                <c:pt idx="390">
                  <c:v>-501.4657737762812</c:v>
                </c:pt>
                <c:pt idx="391">
                  <c:v>-501.4657737762812</c:v>
                </c:pt>
                <c:pt idx="392">
                  <c:v>-501.4657737762812</c:v>
                </c:pt>
                <c:pt idx="393">
                  <c:v>-501.4657737762812</c:v>
                </c:pt>
                <c:pt idx="394">
                  <c:v>-501.4657737762812</c:v>
                </c:pt>
                <c:pt idx="395">
                  <c:v>-501.4657737762812</c:v>
                </c:pt>
                <c:pt idx="396">
                  <c:v>-501.4657737762812</c:v>
                </c:pt>
                <c:pt idx="397">
                  <c:v>-501.4657737762812</c:v>
                </c:pt>
                <c:pt idx="398">
                  <c:v>-501.4657737762812</c:v>
                </c:pt>
                <c:pt idx="399">
                  <c:v>-501.4657737762812</c:v>
                </c:pt>
                <c:pt idx="400">
                  <c:v>-501.4657737762812</c:v>
                </c:pt>
                <c:pt idx="401">
                  <c:v>-501.4657737762812</c:v>
                </c:pt>
                <c:pt idx="402">
                  <c:v>-501.4657737762812</c:v>
                </c:pt>
                <c:pt idx="403">
                  <c:v>-501.4657737762812</c:v>
                </c:pt>
                <c:pt idx="404">
                  <c:v>-501.4657737762812</c:v>
                </c:pt>
                <c:pt idx="405">
                  <c:v>-501.4657737762812</c:v>
                </c:pt>
                <c:pt idx="406">
                  <c:v>-501.4657737762812</c:v>
                </c:pt>
                <c:pt idx="407">
                  <c:v>-501.4657737762812</c:v>
                </c:pt>
                <c:pt idx="408">
                  <c:v>-501.4657737762812</c:v>
                </c:pt>
                <c:pt idx="409">
                  <c:v>-501.4657737762812</c:v>
                </c:pt>
                <c:pt idx="410">
                  <c:v>-501.4657737762812</c:v>
                </c:pt>
                <c:pt idx="411">
                  <c:v>-501.4657737762812</c:v>
                </c:pt>
                <c:pt idx="412">
                  <c:v>-501.4657737762812</c:v>
                </c:pt>
                <c:pt idx="413">
                  <c:v>-501.4657737762812</c:v>
                </c:pt>
                <c:pt idx="414">
                  <c:v>-501.4657737762812</c:v>
                </c:pt>
                <c:pt idx="415">
                  <c:v>-501.4657737762812</c:v>
                </c:pt>
                <c:pt idx="416">
                  <c:v>-501.4657737762812</c:v>
                </c:pt>
                <c:pt idx="417">
                  <c:v>-501.4657737762812</c:v>
                </c:pt>
                <c:pt idx="418">
                  <c:v>-501.4657737762812</c:v>
                </c:pt>
                <c:pt idx="419">
                  <c:v>-501.4657737762812</c:v>
                </c:pt>
                <c:pt idx="420">
                  <c:v>-501.4657737762812</c:v>
                </c:pt>
                <c:pt idx="421">
                  <c:v>-501.4657737762812</c:v>
                </c:pt>
                <c:pt idx="422">
                  <c:v>-501.4657737762812</c:v>
                </c:pt>
                <c:pt idx="423">
                  <c:v>-501.4657737762812</c:v>
                </c:pt>
                <c:pt idx="424">
                  <c:v>-501.4657737762812</c:v>
                </c:pt>
                <c:pt idx="425">
                  <c:v>-501.4657737762812</c:v>
                </c:pt>
                <c:pt idx="426">
                  <c:v>-371.73431520131669</c:v>
                </c:pt>
                <c:pt idx="427">
                  <c:v>-371.73431520131669</c:v>
                </c:pt>
                <c:pt idx="428">
                  <c:v>-371.73431520131669</c:v>
                </c:pt>
                <c:pt idx="429">
                  <c:v>-371.73431520131669</c:v>
                </c:pt>
                <c:pt idx="430">
                  <c:v>-371.73431520131669</c:v>
                </c:pt>
                <c:pt idx="431">
                  <c:v>-371.73431520131669</c:v>
                </c:pt>
                <c:pt idx="432">
                  <c:v>-371.73431520131669</c:v>
                </c:pt>
                <c:pt idx="433">
                  <c:v>-371.73431520131669</c:v>
                </c:pt>
                <c:pt idx="434">
                  <c:v>-371.73431520131669</c:v>
                </c:pt>
                <c:pt idx="435">
                  <c:v>-371.73431520131669</c:v>
                </c:pt>
                <c:pt idx="436">
                  <c:v>-371.73431520131669</c:v>
                </c:pt>
                <c:pt idx="437">
                  <c:v>-371.73431520131669</c:v>
                </c:pt>
                <c:pt idx="438">
                  <c:v>-371.73431520131669</c:v>
                </c:pt>
                <c:pt idx="439">
                  <c:v>-371.73431520131669</c:v>
                </c:pt>
                <c:pt idx="440">
                  <c:v>-371.73431520131669</c:v>
                </c:pt>
                <c:pt idx="441">
                  <c:v>-371.73431520131669</c:v>
                </c:pt>
                <c:pt idx="442">
                  <c:v>-371.73431520131669</c:v>
                </c:pt>
                <c:pt idx="443">
                  <c:v>-371.73431520131669</c:v>
                </c:pt>
                <c:pt idx="444">
                  <c:v>-371.73431520131669</c:v>
                </c:pt>
                <c:pt idx="445">
                  <c:v>-371.73431520131669</c:v>
                </c:pt>
                <c:pt idx="446">
                  <c:v>-371.73431520131669</c:v>
                </c:pt>
                <c:pt idx="447">
                  <c:v>-371.73431520131669</c:v>
                </c:pt>
                <c:pt idx="448">
                  <c:v>-371.73431520131669</c:v>
                </c:pt>
                <c:pt idx="449">
                  <c:v>-371.73431520131669</c:v>
                </c:pt>
                <c:pt idx="450">
                  <c:v>-371.73431520131669</c:v>
                </c:pt>
                <c:pt idx="451">
                  <c:v>-371.73431520131669</c:v>
                </c:pt>
                <c:pt idx="452">
                  <c:v>-371.73431520131669</c:v>
                </c:pt>
                <c:pt idx="453">
                  <c:v>-371.73431520131669</c:v>
                </c:pt>
                <c:pt idx="454">
                  <c:v>-371.73431520131669</c:v>
                </c:pt>
                <c:pt idx="455">
                  <c:v>-371.73431520131669</c:v>
                </c:pt>
                <c:pt idx="456">
                  <c:v>-371.73431520131669</c:v>
                </c:pt>
                <c:pt idx="457">
                  <c:v>-371.73431520131669</c:v>
                </c:pt>
                <c:pt idx="458">
                  <c:v>-371.73431520131669</c:v>
                </c:pt>
                <c:pt idx="459">
                  <c:v>-371.73431520131669</c:v>
                </c:pt>
                <c:pt idx="460">
                  <c:v>-371.73431520131669</c:v>
                </c:pt>
                <c:pt idx="461">
                  <c:v>-371.73431520131669</c:v>
                </c:pt>
                <c:pt idx="462">
                  <c:v>-371.73431520131669</c:v>
                </c:pt>
                <c:pt idx="463">
                  <c:v>-371.73431520131669</c:v>
                </c:pt>
                <c:pt idx="464">
                  <c:v>-371.73431520131669</c:v>
                </c:pt>
                <c:pt idx="465">
                  <c:v>-371.73431520131669</c:v>
                </c:pt>
                <c:pt idx="466">
                  <c:v>-371.73431520131669</c:v>
                </c:pt>
                <c:pt idx="467">
                  <c:v>-371.73431520131669</c:v>
                </c:pt>
                <c:pt idx="468">
                  <c:v>-371.73431520131669</c:v>
                </c:pt>
                <c:pt idx="469">
                  <c:v>-371.73431520131669</c:v>
                </c:pt>
                <c:pt idx="470">
                  <c:v>-371.73431520131669</c:v>
                </c:pt>
                <c:pt idx="471">
                  <c:v>-371.73431520131669</c:v>
                </c:pt>
                <c:pt idx="472">
                  <c:v>-371.73431520131669</c:v>
                </c:pt>
                <c:pt idx="473">
                  <c:v>-371.73431520131669</c:v>
                </c:pt>
                <c:pt idx="474">
                  <c:v>-371.73431520131669</c:v>
                </c:pt>
                <c:pt idx="475">
                  <c:v>-371.73431520131669</c:v>
                </c:pt>
                <c:pt idx="476">
                  <c:v>-371.73431520131669</c:v>
                </c:pt>
                <c:pt idx="477">
                  <c:v>-371.73431520131669</c:v>
                </c:pt>
                <c:pt idx="478">
                  <c:v>-371.73431520131669</c:v>
                </c:pt>
                <c:pt idx="479">
                  <c:v>-371.73431520131669</c:v>
                </c:pt>
                <c:pt idx="480">
                  <c:v>-371.73431520131669</c:v>
                </c:pt>
                <c:pt idx="481">
                  <c:v>-371.73431520131669</c:v>
                </c:pt>
                <c:pt idx="482">
                  <c:v>-371.73431520131669</c:v>
                </c:pt>
                <c:pt idx="483">
                  <c:v>-371.73431520131669</c:v>
                </c:pt>
                <c:pt idx="484">
                  <c:v>-371.73431520131669</c:v>
                </c:pt>
                <c:pt idx="485">
                  <c:v>-371.73431520131669</c:v>
                </c:pt>
                <c:pt idx="486">
                  <c:v>-371.73431520131669</c:v>
                </c:pt>
                <c:pt idx="487">
                  <c:v>-371.73431520131669</c:v>
                </c:pt>
                <c:pt idx="488">
                  <c:v>-371.73431520131669</c:v>
                </c:pt>
                <c:pt idx="489">
                  <c:v>-371.73431520131669</c:v>
                </c:pt>
                <c:pt idx="490">
                  <c:v>-371.73431520131669</c:v>
                </c:pt>
                <c:pt idx="491">
                  <c:v>-371.73431520131669</c:v>
                </c:pt>
                <c:pt idx="492">
                  <c:v>-371.73431520131669</c:v>
                </c:pt>
                <c:pt idx="493">
                  <c:v>-371.73431520131669</c:v>
                </c:pt>
                <c:pt idx="494">
                  <c:v>-371.73431520131669</c:v>
                </c:pt>
                <c:pt idx="495">
                  <c:v>-371.73431520131669</c:v>
                </c:pt>
                <c:pt idx="496">
                  <c:v>-371.73431520131669</c:v>
                </c:pt>
                <c:pt idx="497">
                  <c:v>-371.73431520131669</c:v>
                </c:pt>
                <c:pt idx="498">
                  <c:v>-371.73431520131669</c:v>
                </c:pt>
                <c:pt idx="499">
                  <c:v>-371.73431520131669</c:v>
                </c:pt>
                <c:pt idx="500">
                  <c:v>-371.73431520131669</c:v>
                </c:pt>
                <c:pt idx="501">
                  <c:v>-371.73431520131669</c:v>
                </c:pt>
                <c:pt idx="502">
                  <c:v>-371.73431520131669</c:v>
                </c:pt>
                <c:pt idx="503">
                  <c:v>-371.73431520131669</c:v>
                </c:pt>
                <c:pt idx="504">
                  <c:v>-371.73431520131669</c:v>
                </c:pt>
                <c:pt idx="505">
                  <c:v>-371.73431520131669</c:v>
                </c:pt>
                <c:pt idx="506">
                  <c:v>-371.73431520131669</c:v>
                </c:pt>
                <c:pt idx="507">
                  <c:v>-371.73431520131669</c:v>
                </c:pt>
                <c:pt idx="508">
                  <c:v>-371.73431520131669</c:v>
                </c:pt>
                <c:pt idx="509">
                  <c:v>-371.73431520131669</c:v>
                </c:pt>
                <c:pt idx="510">
                  <c:v>-371.73431520131669</c:v>
                </c:pt>
                <c:pt idx="511">
                  <c:v>-371.73431520131669</c:v>
                </c:pt>
                <c:pt idx="512">
                  <c:v>-371.73431520131669</c:v>
                </c:pt>
                <c:pt idx="513">
                  <c:v>-371.73431520131669</c:v>
                </c:pt>
                <c:pt idx="514">
                  <c:v>-371.73431520131669</c:v>
                </c:pt>
                <c:pt idx="515">
                  <c:v>-371.73431520131669</c:v>
                </c:pt>
                <c:pt idx="516">
                  <c:v>-371.73431520131669</c:v>
                </c:pt>
                <c:pt idx="517">
                  <c:v>-371.73431520131669</c:v>
                </c:pt>
                <c:pt idx="518">
                  <c:v>-371.73431520131669</c:v>
                </c:pt>
                <c:pt idx="519">
                  <c:v>-371.73431520131669</c:v>
                </c:pt>
                <c:pt idx="520">
                  <c:v>-371.73431520131669</c:v>
                </c:pt>
                <c:pt idx="521">
                  <c:v>-371.73431520131669</c:v>
                </c:pt>
                <c:pt idx="522">
                  <c:v>-371.73431520131669</c:v>
                </c:pt>
                <c:pt idx="523">
                  <c:v>-371.73431520131669</c:v>
                </c:pt>
                <c:pt idx="524">
                  <c:v>-371.73431520131669</c:v>
                </c:pt>
                <c:pt idx="525">
                  <c:v>124.71723177153272</c:v>
                </c:pt>
                <c:pt idx="526">
                  <c:v>124.71723177153272</c:v>
                </c:pt>
                <c:pt idx="527">
                  <c:v>124.71723177153272</c:v>
                </c:pt>
                <c:pt idx="528">
                  <c:v>124.71723177153272</c:v>
                </c:pt>
                <c:pt idx="529">
                  <c:v>124.71723177153272</c:v>
                </c:pt>
                <c:pt idx="530">
                  <c:v>124.71723177153272</c:v>
                </c:pt>
                <c:pt idx="531">
                  <c:v>124.71723177153272</c:v>
                </c:pt>
                <c:pt idx="532">
                  <c:v>124.71723177153272</c:v>
                </c:pt>
                <c:pt idx="533">
                  <c:v>124.71723177153272</c:v>
                </c:pt>
                <c:pt idx="534">
                  <c:v>124.71723177153272</c:v>
                </c:pt>
                <c:pt idx="535">
                  <c:v>124.71723177153272</c:v>
                </c:pt>
                <c:pt idx="536">
                  <c:v>124.71723177153272</c:v>
                </c:pt>
                <c:pt idx="537">
                  <c:v>124.71723177153272</c:v>
                </c:pt>
                <c:pt idx="538">
                  <c:v>238.48481162855055</c:v>
                </c:pt>
                <c:pt idx="539">
                  <c:v>238.48481162855055</c:v>
                </c:pt>
                <c:pt idx="540">
                  <c:v>238.48481162855055</c:v>
                </c:pt>
                <c:pt idx="541">
                  <c:v>238.48481162855055</c:v>
                </c:pt>
                <c:pt idx="542">
                  <c:v>238.48481162855055</c:v>
                </c:pt>
                <c:pt idx="543">
                  <c:v>238.48481162855055</c:v>
                </c:pt>
                <c:pt idx="544">
                  <c:v>238.48481162855055</c:v>
                </c:pt>
                <c:pt idx="545">
                  <c:v>238.48481162855055</c:v>
                </c:pt>
                <c:pt idx="546">
                  <c:v>238.48481162855055</c:v>
                </c:pt>
                <c:pt idx="547">
                  <c:v>238.48481162855055</c:v>
                </c:pt>
                <c:pt idx="548">
                  <c:v>238.48481162855055</c:v>
                </c:pt>
                <c:pt idx="549">
                  <c:v>295.72993928628114</c:v>
                </c:pt>
                <c:pt idx="550">
                  <c:v>295.72993928628114</c:v>
                </c:pt>
                <c:pt idx="551">
                  <c:v>295.72993928628114</c:v>
                </c:pt>
                <c:pt idx="552">
                  <c:v>295.72993928628114</c:v>
                </c:pt>
                <c:pt idx="553">
                  <c:v>295.72993928628114</c:v>
                </c:pt>
                <c:pt idx="554">
                  <c:v>295.72993928628114</c:v>
                </c:pt>
                <c:pt idx="555">
                  <c:v>295.72993928628114</c:v>
                </c:pt>
                <c:pt idx="556">
                  <c:v>295.72993928628114</c:v>
                </c:pt>
                <c:pt idx="557">
                  <c:v>295.72993928628114</c:v>
                </c:pt>
                <c:pt idx="558">
                  <c:v>295.72993928628114</c:v>
                </c:pt>
                <c:pt idx="559">
                  <c:v>295.72993928628114</c:v>
                </c:pt>
                <c:pt idx="560">
                  <c:v>295.72993928628114</c:v>
                </c:pt>
                <c:pt idx="561">
                  <c:v>295.72993928628114</c:v>
                </c:pt>
                <c:pt idx="562">
                  <c:v>295.72993928628114</c:v>
                </c:pt>
                <c:pt idx="563">
                  <c:v>295.72993928628114</c:v>
                </c:pt>
                <c:pt idx="564">
                  <c:v>295.72993928628114</c:v>
                </c:pt>
                <c:pt idx="565">
                  <c:v>295.72993928628114</c:v>
                </c:pt>
                <c:pt idx="566">
                  <c:v>295.72993928628114</c:v>
                </c:pt>
                <c:pt idx="567">
                  <c:v>295.72993928628114</c:v>
                </c:pt>
                <c:pt idx="568">
                  <c:v>295.72993928628114</c:v>
                </c:pt>
                <c:pt idx="569">
                  <c:v>295.72993928628114</c:v>
                </c:pt>
                <c:pt idx="570">
                  <c:v>295.72993928628114</c:v>
                </c:pt>
                <c:pt idx="571">
                  <c:v>295.72993928628114</c:v>
                </c:pt>
                <c:pt idx="572">
                  <c:v>295.72993928628114</c:v>
                </c:pt>
                <c:pt idx="573">
                  <c:v>446.34253627690919</c:v>
                </c:pt>
                <c:pt idx="574">
                  <c:v>446.34253627690919</c:v>
                </c:pt>
                <c:pt idx="575">
                  <c:v>446.34253627690919</c:v>
                </c:pt>
                <c:pt idx="576">
                  <c:v>446.34253627690919</c:v>
                </c:pt>
                <c:pt idx="577">
                  <c:v>446.34253627690919</c:v>
                </c:pt>
                <c:pt idx="578">
                  <c:v>446.34253627690919</c:v>
                </c:pt>
                <c:pt idx="579">
                  <c:v>446.34253627690919</c:v>
                </c:pt>
                <c:pt idx="580">
                  <c:v>446.34253627690919</c:v>
                </c:pt>
                <c:pt idx="581">
                  <c:v>446.34253627690919</c:v>
                </c:pt>
                <c:pt idx="582">
                  <c:v>446.34253627690919</c:v>
                </c:pt>
                <c:pt idx="583">
                  <c:v>446.34253627690919</c:v>
                </c:pt>
                <c:pt idx="584">
                  <c:v>446.34253627690919</c:v>
                </c:pt>
                <c:pt idx="585">
                  <c:v>446.34253627690919</c:v>
                </c:pt>
                <c:pt idx="586">
                  <c:v>446.34253627690919</c:v>
                </c:pt>
                <c:pt idx="587">
                  <c:v>446.34253627690919</c:v>
                </c:pt>
                <c:pt idx="588">
                  <c:v>446.34253627690919</c:v>
                </c:pt>
                <c:pt idx="589">
                  <c:v>446.34253627690919</c:v>
                </c:pt>
                <c:pt idx="590">
                  <c:v>446.34253627690919</c:v>
                </c:pt>
                <c:pt idx="591">
                  <c:v>446.34253627690919</c:v>
                </c:pt>
                <c:pt idx="592">
                  <c:v>446.34253627690919</c:v>
                </c:pt>
                <c:pt idx="593">
                  <c:v>446.34253627690919</c:v>
                </c:pt>
                <c:pt idx="594">
                  <c:v>446.34253627690919</c:v>
                </c:pt>
                <c:pt idx="595">
                  <c:v>446.34253627690919</c:v>
                </c:pt>
                <c:pt idx="596">
                  <c:v>446.34253627690919</c:v>
                </c:pt>
                <c:pt idx="597">
                  <c:v>446.34253627690919</c:v>
                </c:pt>
                <c:pt idx="598">
                  <c:v>446.34253627690919</c:v>
                </c:pt>
                <c:pt idx="599">
                  <c:v>446.34253627690919</c:v>
                </c:pt>
                <c:pt idx="600">
                  <c:v>446.34253627690919</c:v>
                </c:pt>
                <c:pt idx="601">
                  <c:v>446.34253627690919</c:v>
                </c:pt>
                <c:pt idx="602">
                  <c:v>446.34253627690919</c:v>
                </c:pt>
                <c:pt idx="603">
                  <c:v>446.34253627690919</c:v>
                </c:pt>
                <c:pt idx="604">
                  <c:v>446.34253627690919</c:v>
                </c:pt>
                <c:pt idx="605">
                  <c:v>446.34253627690919</c:v>
                </c:pt>
                <c:pt idx="606">
                  <c:v>446.34253627690919</c:v>
                </c:pt>
                <c:pt idx="607">
                  <c:v>446.34253627690919</c:v>
                </c:pt>
                <c:pt idx="608">
                  <c:v>446.34253627690919</c:v>
                </c:pt>
                <c:pt idx="609">
                  <c:v>446.34253627690919</c:v>
                </c:pt>
                <c:pt idx="610">
                  <c:v>446.34253627690919</c:v>
                </c:pt>
                <c:pt idx="611">
                  <c:v>446.34253627690919</c:v>
                </c:pt>
                <c:pt idx="612">
                  <c:v>446.34253627690919</c:v>
                </c:pt>
                <c:pt idx="613">
                  <c:v>446.34253627690919</c:v>
                </c:pt>
                <c:pt idx="614">
                  <c:v>446.34253627690919</c:v>
                </c:pt>
                <c:pt idx="615">
                  <c:v>446.34253627690919</c:v>
                </c:pt>
                <c:pt idx="616">
                  <c:v>446.34253627690919</c:v>
                </c:pt>
                <c:pt idx="617">
                  <c:v>446.34253627690919</c:v>
                </c:pt>
                <c:pt idx="618">
                  <c:v>446.34253627690919</c:v>
                </c:pt>
                <c:pt idx="619">
                  <c:v>446.34253627690919</c:v>
                </c:pt>
                <c:pt idx="620">
                  <c:v>#N/A</c:v>
                </c:pt>
                <c:pt idx="621">
                  <c:v>#N/A</c:v>
                </c:pt>
                <c:pt idx="622">
                  <c:v>#N/A</c:v>
                </c:pt>
                <c:pt idx="623">
                  <c:v>#N/A</c:v>
                </c:pt>
                <c:pt idx="624">
                  <c:v>#N/A</c:v>
                </c:pt>
                <c:pt idx="625">
                  <c:v>#N/A</c:v>
                </c:pt>
                <c:pt idx="626">
                  <c:v>#N/A</c:v>
                </c:pt>
                <c:pt idx="627">
                  <c:v>#N/A</c:v>
                </c:pt>
                <c:pt idx="628">
                  <c:v>#N/A</c:v>
                </c:pt>
                <c:pt idx="629">
                  <c:v>#N/A</c:v>
                </c:pt>
                <c:pt idx="630">
                  <c:v>#N/A</c:v>
                </c:pt>
                <c:pt idx="631">
                  <c:v>#N/A</c:v>
                </c:pt>
                <c:pt idx="632">
                  <c:v>#N/A</c:v>
                </c:pt>
                <c:pt idx="633">
                  <c:v>#N/A</c:v>
                </c:pt>
                <c:pt idx="634">
                  <c:v>#N/A</c:v>
                </c:pt>
                <c:pt idx="635">
                  <c:v>#N/A</c:v>
                </c:pt>
                <c:pt idx="636">
                  <c:v>#N/A</c:v>
                </c:pt>
                <c:pt idx="637">
                  <c:v>#N/A</c:v>
                </c:pt>
                <c:pt idx="638">
                  <c:v>#N/A</c:v>
                </c:pt>
                <c:pt idx="639">
                  <c:v>#N/A</c:v>
                </c:pt>
                <c:pt idx="640">
                  <c:v>#N/A</c:v>
                </c:pt>
                <c:pt idx="641">
                  <c:v>#N/A</c:v>
                </c:pt>
                <c:pt idx="642">
                  <c:v>#N/A</c:v>
                </c:pt>
                <c:pt idx="643">
                  <c:v>#N/A</c:v>
                </c:pt>
                <c:pt idx="644">
                  <c:v>#N/A</c:v>
                </c:pt>
                <c:pt idx="645">
                  <c:v>#N/A</c:v>
                </c:pt>
                <c:pt idx="646">
                  <c:v>#N/A</c:v>
                </c:pt>
                <c:pt idx="647">
                  <c:v>#N/A</c:v>
                </c:pt>
                <c:pt idx="648">
                  <c:v>#N/A</c:v>
                </c:pt>
                <c:pt idx="649">
                  <c:v>#N/A</c:v>
                </c:pt>
                <c:pt idx="650">
                  <c:v>#N/A</c:v>
                </c:pt>
                <c:pt idx="651">
                  <c:v>#N/A</c:v>
                </c:pt>
                <c:pt idx="652">
                  <c:v>#N/A</c:v>
                </c:pt>
                <c:pt idx="653">
                  <c:v>#N/A</c:v>
                </c:pt>
                <c:pt idx="654">
                  <c:v>#N/A</c:v>
                </c:pt>
                <c:pt idx="655">
                  <c:v>#N/A</c:v>
                </c:pt>
                <c:pt idx="656">
                  <c:v>#N/A</c:v>
                </c:pt>
                <c:pt idx="657">
                  <c:v>#N/A</c:v>
                </c:pt>
                <c:pt idx="658">
                  <c:v>#N/A</c:v>
                </c:pt>
                <c:pt idx="659">
                  <c:v>#N/A</c:v>
                </c:pt>
                <c:pt idx="660">
                  <c:v>#N/A</c:v>
                </c:pt>
                <c:pt idx="661">
                  <c:v>#N/A</c:v>
                </c:pt>
                <c:pt idx="662">
                  <c:v>#N/A</c:v>
                </c:pt>
                <c:pt idx="663">
                  <c:v>#N/A</c:v>
                </c:pt>
                <c:pt idx="664">
                  <c:v>#N/A</c:v>
                </c:pt>
                <c:pt idx="665">
                  <c:v>#N/A</c:v>
                </c:pt>
                <c:pt idx="666">
                  <c:v>#N/A</c:v>
                </c:pt>
                <c:pt idx="667">
                  <c:v>#N/A</c:v>
                </c:pt>
                <c:pt idx="668">
                  <c:v>#N/A</c:v>
                </c:pt>
                <c:pt idx="669">
                  <c:v>#N/A</c:v>
                </c:pt>
                <c:pt idx="670">
                  <c:v>843.15057639956251</c:v>
                </c:pt>
                <c:pt idx="671">
                  <c:v>843.15057639956251</c:v>
                </c:pt>
                <c:pt idx="672">
                  <c:v>843.15057639956251</c:v>
                </c:pt>
                <c:pt idx="673">
                  <c:v>843.15057639956251</c:v>
                </c:pt>
                <c:pt idx="674">
                  <c:v>843.15057639956251</c:v>
                </c:pt>
                <c:pt idx="675">
                  <c:v>843.15057639956251</c:v>
                </c:pt>
                <c:pt idx="676">
                  <c:v>843.15057639956251</c:v>
                </c:pt>
                <c:pt idx="677">
                  <c:v>843.15057639956251</c:v>
                </c:pt>
                <c:pt idx="678">
                  <c:v>843.15057639956251</c:v>
                </c:pt>
                <c:pt idx="679">
                  <c:v>843.15057639956251</c:v>
                </c:pt>
                <c:pt idx="680">
                  <c:v>843.15057639956251</c:v>
                </c:pt>
                <c:pt idx="681">
                  <c:v>843.15057639956251</c:v>
                </c:pt>
                <c:pt idx="682">
                  <c:v>843.15057639956251</c:v>
                </c:pt>
                <c:pt idx="683">
                  <c:v>843.15057639956251</c:v>
                </c:pt>
                <c:pt idx="684">
                  <c:v>897.06329574189567</c:v>
                </c:pt>
                <c:pt idx="685">
                  <c:v>897.06329574189567</c:v>
                </c:pt>
                <c:pt idx="686">
                  <c:v>897.06329574189567</c:v>
                </c:pt>
                <c:pt idx="687">
                  <c:v>897.06329574189567</c:v>
                </c:pt>
                <c:pt idx="688">
                  <c:v>897.06329574189567</c:v>
                </c:pt>
                <c:pt idx="689">
                  <c:v>897.06329574189567</c:v>
                </c:pt>
                <c:pt idx="690">
                  <c:v>897.06329574189567</c:v>
                </c:pt>
                <c:pt idx="691">
                  <c:v>897.06329574189567</c:v>
                </c:pt>
                <c:pt idx="692">
                  <c:v>897.06329574189567</c:v>
                </c:pt>
                <c:pt idx="693">
                  <c:v>897.06329574189567</c:v>
                </c:pt>
                <c:pt idx="694">
                  <c:v>897.06329574189567</c:v>
                </c:pt>
                <c:pt idx="695">
                  <c:v>897.06329574189567</c:v>
                </c:pt>
                <c:pt idx="696">
                  <c:v>897.06329574189567</c:v>
                </c:pt>
                <c:pt idx="697">
                  <c:v>897.06329574189567</c:v>
                </c:pt>
                <c:pt idx="698">
                  <c:v>897.06329574189567</c:v>
                </c:pt>
                <c:pt idx="699">
                  <c:v>897.06329574189567</c:v>
                </c:pt>
                <c:pt idx="700">
                  <c:v>897.06329574189567</c:v>
                </c:pt>
                <c:pt idx="701">
                  <c:v>897.06329574189567</c:v>
                </c:pt>
                <c:pt idx="702">
                  <c:v>897.06329574189567</c:v>
                </c:pt>
                <c:pt idx="703">
                  <c:v>897.06329574189567</c:v>
                </c:pt>
                <c:pt idx="704">
                  <c:v>956.7125115585286</c:v>
                </c:pt>
                <c:pt idx="705">
                  <c:v>956.7125115585286</c:v>
                </c:pt>
                <c:pt idx="706">
                  <c:v>956.7125115585286</c:v>
                </c:pt>
                <c:pt idx="707">
                  <c:v>956.7125115585286</c:v>
                </c:pt>
                <c:pt idx="708">
                  <c:v>956.7125115585286</c:v>
                </c:pt>
                <c:pt idx="709">
                  <c:v>956.7125115585286</c:v>
                </c:pt>
                <c:pt idx="710">
                  <c:v>956.7125115585286</c:v>
                </c:pt>
                <c:pt idx="711">
                  <c:v>956.7125115585286</c:v>
                </c:pt>
                <c:pt idx="712">
                  <c:v>956.7125115585286</c:v>
                </c:pt>
                <c:pt idx="713">
                  <c:v>956.7125115585286</c:v>
                </c:pt>
                <c:pt idx="714">
                  <c:v>956.7125115585286</c:v>
                </c:pt>
                <c:pt idx="715">
                  <c:v>956.7125115585286</c:v>
                </c:pt>
                <c:pt idx="716">
                  <c:v>956.7125115585286</c:v>
                </c:pt>
                <c:pt idx="717">
                  <c:v>956.7125115585286</c:v>
                </c:pt>
                <c:pt idx="718">
                  <c:v>956.7125115585286</c:v>
                </c:pt>
                <c:pt idx="719">
                  <c:v>956.7125115585286</c:v>
                </c:pt>
                <c:pt idx="720">
                  <c:v>956.7125115585286</c:v>
                </c:pt>
                <c:pt idx="721">
                  <c:v>956.7125115585286</c:v>
                </c:pt>
                <c:pt idx="722">
                  <c:v>956.7125115585286</c:v>
                </c:pt>
                <c:pt idx="723">
                  <c:v>956.7125115585286</c:v>
                </c:pt>
                <c:pt idx="724">
                  <c:v>956.7125115585286</c:v>
                </c:pt>
                <c:pt idx="725">
                  <c:v>956.7125115585286</c:v>
                </c:pt>
                <c:pt idx="726">
                  <c:v>956.7125115585286</c:v>
                </c:pt>
                <c:pt idx="727">
                  <c:v>956.7125115585286</c:v>
                </c:pt>
                <c:pt idx="728">
                  <c:v>956.7125115585286</c:v>
                </c:pt>
                <c:pt idx="729">
                  <c:v>956.7125115585286</c:v>
                </c:pt>
                <c:pt idx="730">
                  <c:v>956.7125115585286</c:v>
                </c:pt>
                <c:pt idx="731">
                  <c:v>956.7125115585286</c:v>
                </c:pt>
                <c:pt idx="732">
                  <c:v>956.7125115585286</c:v>
                </c:pt>
                <c:pt idx="733">
                  <c:v>1087.8685440207673</c:v>
                </c:pt>
                <c:pt idx="734">
                  <c:v>1087.8685440207673</c:v>
                </c:pt>
                <c:pt idx="735">
                  <c:v>1087.8685440207673</c:v>
                </c:pt>
                <c:pt idx="736">
                  <c:v>1087.8685440207673</c:v>
                </c:pt>
                <c:pt idx="737">
                  <c:v>1087.8685440207673</c:v>
                </c:pt>
                <c:pt idx="738">
                  <c:v>1087.8685440207673</c:v>
                </c:pt>
                <c:pt idx="739">
                  <c:v>1087.8685440207673</c:v>
                </c:pt>
                <c:pt idx="740">
                  <c:v>1087.8685440207673</c:v>
                </c:pt>
                <c:pt idx="741">
                  <c:v>1087.8685440207673</c:v>
                </c:pt>
                <c:pt idx="742">
                  <c:v>1087.8685440207673</c:v>
                </c:pt>
                <c:pt idx="743">
                  <c:v>1087.8685440207673</c:v>
                </c:pt>
                <c:pt idx="744">
                  <c:v>1087.8685440207673</c:v>
                </c:pt>
                <c:pt idx="745">
                  <c:v>1087.8685440207673</c:v>
                </c:pt>
                <c:pt idx="746">
                  <c:v>1087.8685440207673</c:v>
                </c:pt>
                <c:pt idx="747">
                  <c:v>1087.8685440207673</c:v>
                </c:pt>
                <c:pt idx="748">
                  <c:v>1087.8685440207673</c:v>
                </c:pt>
                <c:pt idx="749">
                  <c:v>1087.8685440207673</c:v>
                </c:pt>
                <c:pt idx="750">
                  <c:v>1087.8685440207673</c:v>
                </c:pt>
                <c:pt idx="751">
                  <c:v>1087.8685440207673</c:v>
                </c:pt>
                <c:pt idx="752">
                  <c:v>1087.8685440207673</c:v>
                </c:pt>
                <c:pt idx="753">
                  <c:v>1087.8685440207673</c:v>
                </c:pt>
                <c:pt idx="754">
                  <c:v>1087.8685440207673</c:v>
                </c:pt>
                <c:pt idx="755">
                  <c:v>1087.8685440207673</c:v>
                </c:pt>
                <c:pt idx="756">
                  <c:v>1087.8685440207673</c:v>
                </c:pt>
                <c:pt idx="757">
                  <c:v>1087.8685440207673</c:v>
                </c:pt>
                <c:pt idx="758">
                  <c:v>1087.8685440207673</c:v>
                </c:pt>
                <c:pt idx="759">
                  <c:v>1087.8685440207673</c:v>
                </c:pt>
                <c:pt idx="760">
                  <c:v>1087.8685440207673</c:v>
                </c:pt>
                <c:pt idx="761">
                  <c:v>1087.8685440207673</c:v>
                </c:pt>
                <c:pt idx="762">
                  <c:v>1087.8685440207673</c:v>
                </c:pt>
                <c:pt idx="763">
                  <c:v>1087.8685440207673</c:v>
                </c:pt>
                <c:pt idx="764">
                  <c:v>1087.8685440207673</c:v>
                </c:pt>
                <c:pt idx="765">
                  <c:v>1087.8685440207673</c:v>
                </c:pt>
                <c:pt idx="766">
                  <c:v>1087.8685440207673</c:v>
                </c:pt>
                <c:pt idx="767">
                  <c:v>1087.8685440207673</c:v>
                </c:pt>
                <c:pt idx="768">
                  <c:v>1087.8685440207673</c:v>
                </c:pt>
                <c:pt idx="769">
                  <c:v>1087.8685440207673</c:v>
                </c:pt>
                <c:pt idx="770">
                  <c:v>1087.8685440207673</c:v>
                </c:pt>
                <c:pt idx="771">
                  <c:v>1087.8685440207673</c:v>
                </c:pt>
                <c:pt idx="772">
                  <c:v>1087.8685440207673</c:v>
                </c:pt>
                <c:pt idx="773">
                  <c:v>1087.8685440207673</c:v>
                </c:pt>
                <c:pt idx="774">
                  <c:v>1087.8685440207673</c:v>
                </c:pt>
                <c:pt idx="775">
                  <c:v>1087.8685440207673</c:v>
                </c:pt>
                <c:pt idx="776">
                  <c:v>1087.8685440207673</c:v>
                </c:pt>
                <c:pt idx="777">
                  <c:v>1087.8685440207673</c:v>
                </c:pt>
                <c:pt idx="778">
                  <c:v>1087.8685440207673</c:v>
                </c:pt>
                <c:pt idx="779">
                  <c:v>1087.8685440207673</c:v>
                </c:pt>
                <c:pt idx="780">
                  <c:v>1087.8685440207673</c:v>
                </c:pt>
                <c:pt idx="781">
                  <c:v>1087.8685440207673</c:v>
                </c:pt>
                <c:pt idx="782">
                  <c:v>1087.8685440207673</c:v>
                </c:pt>
                <c:pt idx="783">
                  <c:v>1087.8685440207673</c:v>
                </c:pt>
                <c:pt idx="784">
                  <c:v>1087.8685440207673</c:v>
                </c:pt>
                <c:pt idx="785">
                  <c:v>1087.8685440207673</c:v>
                </c:pt>
                <c:pt idx="786">
                  <c:v>1087.8685440207673</c:v>
                </c:pt>
                <c:pt idx="787">
                  <c:v>1087.8685440207673</c:v>
                </c:pt>
                <c:pt idx="788">
                  <c:v>1087.8685440207673</c:v>
                </c:pt>
                <c:pt idx="789">
                  <c:v>1087.8685440207673</c:v>
                </c:pt>
                <c:pt idx="790">
                  <c:v>1087.8685440207673</c:v>
                </c:pt>
                <c:pt idx="791">
                  <c:v>1087.8685440207673</c:v>
                </c:pt>
                <c:pt idx="792">
                  <c:v>1087.8685440207673</c:v>
                </c:pt>
                <c:pt idx="793">
                  <c:v>1087.8685440207673</c:v>
                </c:pt>
                <c:pt idx="794">
                  <c:v>1087.8685440207673</c:v>
                </c:pt>
                <c:pt idx="795">
                  <c:v>1087.8685440207673</c:v>
                </c:pt>
                <c:pt idx="796">
                  <c:v>1087.8685440207673</c:v>
                </c:pt>
                <c:pt idx="797">
                  <c:v>1087.8685440207673</c:v>
                </c:pt>
                <c:pt idx="798">
                  <c:v>1087.8685440207673</c:v>
                </c:pt>
                <c:pt idx="799">
                  <c:v>1087.8685440207673</c:v>
                </c:pt>
                <c:pt idx="800">
                  <c:v>1087.8685440207673</c:v>
                </c:pt>
                <c:pt idx="801">
                  <c:v>1087.8685440207673</c:v>
                </c:pt>
                <c:pt idx="802">
                  <c:v>1087.8685440207673</c:v>
                </c:pt>
                <c:pt idx="803">
                  <c:v>1087.8685440207673</c:v>
                </c:pt>
                <c:pt idx="804">
                  <c:v>1087.8685440207673</c:v>
                </c:pt>
                <c:pt idx="805">
                  <c:v>1087.8685440207673</c:v>
                </c:pt>
                <c:pt idx="806">
                  <c:v>1087.8685440207673</c:v>
                </c:pt>
                <c:pt idx="807">
                  <c:v>1087.8685440207673</c:v>
                </c:pt>
                <c:pt idx="808">
                  <c:v>1087.8685440207673</c:v>
                </c:pt>
                <c:pt idx="809">
                  <c:v>1087.8685440207673</c:v>
                </c:pt>
                <c:pt idx="810">
                  <c:v>1087.8685440207673</c:v>
                </c:pt>
                <c:pt idx="811">
                  <c:v>1087.8685440207673</c:v>
                </c:pt>
                <c:pt idx="812">
                  <c:v>1087.8685440207673</c:v>
                </c:pt>
                <c:pt idx="813">
                  <c:v>1087.8685440207673</c:v>
                </c:pt>
                <c:pt idx="814">
                  <c:v>1087.8685440207673</c:v>
                </c:pt>
                <c:pt idx="815">
                  <c:v>1087.8685440207673</c:v>
                </c:pt>
                <c:pt idx="816">
                  <c:v>1087.8685440207673</c:v>
                </c:pt>
                <c:pt idx="817">
                  <c:v>1087.8685440207673</c:v>
                </c:pt>
                <c:pt idx="818">
                  <c:v>1087.8685440207673</c:v>
                </c:pt>
                <c:pt idx="819">
                  <c:v>1087.8685440207673</c:v>
                </c:pt>
                <c:pt idx="820">
                  <c:v>1087.8685440207673</c:v>
                </c:pt>
                <c:pt idx="821">
                  <c:v>1087.8685440207673</c:v>
                </c:pt>
                <c:pt idx="822">
                  <c:v>1087.8685440207673</c:v>
                </c:pt>
                <c:pt idx="823">
                  <c:v>1087.8685440207673</c:v>
                </c:pt>
                <c:pt idx="824">
                  <c:v>1087.8685440207673</c:v>
                </c:pt>
                <c:pt idx="825">
                  <c:v>1087.8685440207673</c:v>
                </c:pt>
                <c:pt idx="826">
                  <c:v>1087.8685440207673</c:v>
                </c:pt>
                <c:pt idx="827">
                  <c:v>1087.8685440207673</c:v>
                </c:pt>
                <c:pt idx="828">
                  <c:v>1087.8685440207673</c:v>
                </c:pt>
                <c:pt idx="829">
                  <c:v>1087.8685440207673</c:v>
                </c:pt>
                <c:pt idx="830">
                  <c:v>1087.8685440207673</c:v>
                </c:pt>
                <c:pt idx="831">
                  <c:v>1087.8685440207673</c:v>
                </c:pt>
                <c:pt idx="832">
                  <c:v>1087.8685440207673</c:v>
                </c:pt>
                <c:pt idx="833">
                  <c:v>1087.8685440207673</c:v>
                </c:pt>
                <c:pt idx="834">
                  <c:v>1087.8685440207673</c:v>
                </c:pt>
                <c:pt idx="835">
                  <c:v>1087.8685440207673</c:v>
                </c:pt>
                <c:pt idx="836">
                  <c:v>1087.8685440207673</c:v>
                </c:pt>
                <c:pt idx="837">
                  <c:v>1087.8685440207673</c:v>
                </c:pt>
                <c:pt idx="838">
                  <c:v>1087.8685440207673</c:v>
                </c:pt>
                <c:pt idx="839">
                  <c:v>1087.8685440207673</c:v>
                </c:pt>
                <c:pt idx="840">
                  <c:v>1087.8685440207673</c:v>
                </c:pt>
                <c:pt idx="841">
                  <c:v>1087.8685440207673</c:v>
                </c:pt>
                <c:pt idx="842">
                  <c:v>1087.8685440207673</c:v>
                </c:pt>
                <c:pt idx="843">
                  <c:v>1087.8685440207673</c:v>
                </c:pt>
                <c:pt idx="844">
                  <c:v>1087.8685440207673</c:v>
                </c:pt>
                <c:pt idx="845">
                  <c:v>1087.8685440207673</c:v>
                </c:pt>
                <c:pt idx="846">
                  <c:v>1087.8685440207673</c:v>
                </c:pt>
                <c:pt idx="847">
                  <c:v>1087.8685440207673</c:v>
                </c:pt>
                <c:pt idx="848">
                  <c:v>1087.8685440207673</c:v>
                </c:pt>
                <c:pt idx="849">
                  <c:v>1087.8685440207673</c:v>
                </c:pt>
                <c:pt idx="850">
                  <c:v>1087.8685440207673</c:v>
                </c:pt>
                <c:pt idx="851">
                  <c:v>1087.8685440207673</c:v>
                </c:pt>
                <c:pt idx="852">
                  <c:v>1087.8685440207673</c:v>
                </c:pt>
                <c:pt idx="853">
                  <c:v>1087.8685440207673</c:v>
                </c:pt>
                <c:pt idx="854">
                  <c:v>1087.8685440207673</c:v>
                </c:pt>
                <c:pt idx="855">
                  <c:v>1087.8685440207673</c:v>
                </c:pt>
                <c:pt idx="856">
                  <c:v>1087.8685440207673</c:v>
                </c:pt>
                <c:pt idx="857">
                  <c:v>1087.8685440207673</c:v>
                </c:pt>
                <c:pt idx="858">
                  <c:v>1087.8685440207673</c:v>
                </c:pt>
                <c:pt idx="859">
                  <c:v>1087.8685440207673</c:v>
                </c:pt>
                <c:pt idx="860">
                  <c:v>1087.8685440207673</c:v>
                </c:pt>
                <c:pt idx="861">
                  <c:v>1087.8685440207673</c:v>
                </c:pt>
                <c:pt idx="862">
                  <c:v>1087.8685440207673</c:v>
                </c:pt>
                <c:pt idx="863">
                  <c:v>1095.8540103886448</c:v>
                </c:pt>
                <c:pt idx="864">
                  <c:v>1095.8540103886448</c:v>
                </c:pt>
                <c:pt idx="865">
                  <c:v>#N/A</c:v>
                </c:pt>
                <c:pt idx="866">
                  <c:v>#N/A</c:v>
                </c:pt>
                <c:pt idx="867">
                  <c:v>#N/A</c:v>
                </c:pt>
                <c:pt idx="868">
                  <c:v>#N/A</c:v>
                </c:pt>
                <c:pt idx="869">
                  <c:v>#N/A</c:v>
                </c:pt>
                <c:pt idx="870">
                  <c:v>#N/A</c:v>
                </c:pt>
                <c:pt idx="871">
                  <c:v>#N/A</c:v>
                </c:pt>
                <c:pt idx="872">
                  <c:v>#N/A</c:v>
                </c:pt>
                <c:pt idx="873">
                  <c:v>#N/A</c:v>
                </c:pt>
                <c:pt idx="874">
                  <c:v>#N/A</c:v>
                </c:pt>
                <c:pt idx="875">
                  <c:v>#N/A</c:v>
                </c:pt>
                <c:pt idx="876">
                  <c:v>#N/A</c:v>
                </c:pt>
                <c:pt idx="877">
                  <c:v>#N/A</c:v>
                </c:pt>
                <c:pt idx="878">
                  <c:v>#N/A</c:v>
                </c:pt>
                <c:pt idx="879">
                  <c:v>#N/A</c:v>
                </c:pt>
                <c:pt idx="880">
                  <c:v>#N/A</c:v>
                </c:pt>
                <c:pt idx="881">
                  <c:v>#N/A</c:v>
                </c:pt>
                <c:pt idx="882">
                  <c:v>#N/A</c:v>
                </c:pt>
                <c:pt idx="883">
                  <c:v>#N/A</c:v>
                </c:pt>
                <c:pt idx="884">
                  <c:v>#N/A</c:v>
                </c:pt>
                <c:pt idx="885">
                  <c:v>#N/A</c:v>
                </c:pt>
                <c:pt idx="886">
                  <c:v>#N/A</c:v>
                </c:pt>
                <c:pt idx="887">
                  <c:v>#N/A</c:v>
                </c:pt>
                <c:pt idx="888">
                  <c:v>#N/A</c:v>
                </c:pt>
                <c:pt idx="889">
                  <c:v>#N/A</c:v>
                </c:pt>
                <c:pt idx="890">
                  <c:v>#N/A</c:v>
                </c:pt>
                <c:pt idx="891">
                  <c:v>#N/A</c:v>
                </c:pt>
                <c:pt idx="892">
                  <c:v>#N/A</c:v>
                </c:pt>
                <c:pt idx="893">
                  <c:v>#N/A</c:v>
                </c:pt>
                <c:pt idx="894">
                  <c:v>#N/A</c:v>
                </c:pt>
                <c:pt idx="895">
                  <c:v>#N/A</c:v>
                </c:pt>
                <c:pt idx="896">
                  <c:v>#N/A</c:v>
                </c:pt>
                <c:pt idx="897">
                  <c:v>#N/A</c:v>
                </c:pt>
                <c:pt idx="898">
                  <c:v>#N/A</c:v>
                </c:pt>
                <c:pt idx="899">
                  <c:v>#N/A</c:v>
                </c:pt>
                <c:pt idx="900">
                  <c:v>#N/A</c:v>
                </c:pt>
                <c:pt idx="901">
                  <c:v>#N/A</c:v>
                </c:pt>
                <c:pt idx="902">
                  <c:v>#N/A</c:v>
                </c:pt>
                <c:pt idx="903">
                  <c:v>#N/A</c:v>
                </c:pt>
                <c:pt idx="904">
                  <c:v>#N/A</c:v>
                </c:pt>
                <c:pt idx="905">
                  <c:v>#N/A</c:v>
                </c:pt>
                <c:pt idx="906">
                  <c:v>#N/A</c:v>
                </c:pt>
                <c:pt idx="907">
                  <c:v>#N/A</c:v>
                </c:pt>
                <c:pt idx="908">
                  <c:v>#N/A</c:v>
                </c:pt>
                <c:pt idx="909">
                  <c:v>#N/A</c:v>
                </c:pt>
                <c:pt idx="910">
                  <c:v>#N/A</c:v>
                </c:pt>
                <c:pt idx="911">
                  <c:v>#N/A</c:v>
                </c:pt>
                <c:pt idx="912">
                  <c:v>#N/A</c:v>
                </c:pt>
                <c:pt idx="913">
                  <c:v>#N/A</c:v>
                </c:pt>
                <c:pt idx="914">
                  <c:v>#N/A</c:v>
                </c:pt>
                <c:pt idx="915">
                  <c:v>#N/A</c:v>
                </c:pt>
                <c:pt idx="916">
                  <c:v>#N/A</c:v>
                </c:pt>
                <c:pt idx="917">
                  <c:v>#N/A</c:v>
                </c:pt>
                <c:pt idx="918">
                  <c:v>1300.9809563975155</c:v>
                </c:pt>
                <c:pt idx="919">
                  <c:v>1300.9809563975155</c:v>
                </c:pt>
                <c:pt idx="920">
                  <c:v>1300.9809563975155</c:v>
                </c:pt>
                <c:pt idx="921">
                  <c:v>1300.9809563975155</c:v>
                </c:pt>
                <c:pt idx="922">
                  <c:v>1300.9809563975155</c:v>
                </c:pt>
                <c:pt idx="923">
                  <c:v>1300.9809563975155</c:v>
                </c:pt>
                <c:pt idx="924">
                  <c:v>1300.9809563975155</c:v>
                </c:pt>
                <c:pt idx="925">
                  <c:v>1300.9809563975155</c:v>
                </c:pt>
                <c:pt idx="926">
                  <c:v>1300.9809563975155</c:v>
                </c:pt>
                <c:pt idx="927">
                  <c:v>1300.9809563975155</c:v>
                </c:pt>
                <c:pt idx="928">
                  <c:v>1300.9809563975155</c:v>
                </c:pt>
                <c:pt idx="929">
                  <c:v>1300.9809563975155</c:v>
                </c:pt>
                <c:pt idx="930">
                  <c:v>1300.9809563975155</c:v>
                </c:pt>
                <c:pt idx="931">
                  <c:v>1300.9809563975155</c:v>
                </c:pt>
                <c:pt idx="932">
                  <c:v>1300.9809563975155</c:v>
                </c:pt>
                <c:pt idx="933">
                  <c:v>1300.9809563975155</c:v>
                </c:pt>
                <c:pt idx="934">
                  <c:v>1300.9809563975155</c:v>
                </c:pt>
                <c:pt idx="935">
                  <c:v>1300.9809563975155</c:v>
                </c:pt>
                <c:pt idx="936">
                  <c:v>1300.9809563975155</c:v>
                </c:pt>
                <c:pt idx="937">
                  <c:v>1300.9809563975155</c:v>
                </c:pt>
                <c:pt idx="938">
                  <c:v>1300.9809563975155</c:v>
                </c:pt>
                <c:pt idx="939">
                  <c:v>1300.9809563975155</c:v>
                </c:pt>
                <c:pt idx="940">
                  <c:v>1300.9809563975155</c:v>
                </c:pt>
                <c:pt idx="941">
                  <c:v>1300.9809563975155</c:v>
                </c:pt>
                <c:pt idx="942">
                  <c:v>1430.7523069789283</c:v>
                </c:pt>
                <c:pt idx="943">
                  <c:v>1430.7523069789283</c:v>
                </c:pt>
                <c:pt idx="944">
                  <c:v>1430.7523069789283</c:v>
                </c:pt>
                <c:pt idx="945">
                  <c:v>1430.7523069789283</c:v>
                </c:pt>
                <c:pt idx="946">
                  <c:v>1430.7523069789283</c:v>
                </c:pt>
                <c:pt idx="947">
                  <c:v>1430.7523069789283</c:v>
                </c:pt>
                <c:pt idx="948">
                  <c:v>1430.7523069789283</c:v>
                </c:pt>
                <c:pt idx="949">
                  <c:v>1430.7523069789283</c:v>
                </c:pt>
                <c:pt idx="950">
                  <c:v>1430.7523069789283</c:v>
                </c:pt>
                <c:pt idx="951">
                  <c:v>1430.7523069789283</c:v>
                </c:pt>
                <c:pt idx="952">
                  <c:v>1430.7523069789283</c:v>
                </c:pt>
                <c:pt idx="953">
                  <c:v>1430.7523069789283</c:v>
                </c:pt>
                <c:pt idx="954">
                  <c:v>1489.0117403135398</c:v>
                </c:pt>
                <c:pt idx="955">
                  <c:v>1489.0117403135398</c:v>
                </c:pt>
                <c:pt idx="956">
                  <c:v>1489.0117403135398</c:v>
                </c:pt>
                <c:pt idx="957">
                  <c:v>1489.0117403135398</c:v>
                </c:pt>
                <c:pt idx="958">
                  <c:v>1489.0117403135398</c:v>
                </c:pt>
                <c:pt idx="959">
                  <c:v>1489.0117403135398</c:v>
                </c:pt>
                <c:pt idx="960">
                  <c:v>1489.0117403135398</c:v>
                </c:pt>
                <c:pt idx="961">
                  <c:v>1489.0117403135398</c:v>
                </c:pt>
                <c:pt idx="962">
                  <c:v>1489.0117403135398</c:v>
                </c:pt>
                <c:pt idx="963">
                  <c:v>1489.0117403135398</c:v>
                </c:pt>
                <c:pt idx="964">
                  <c:v>1489.0117403135398</c:v>
                </c:pt>
                <c:pt idx="965">
                  <c:v>1489.0117403135398</c:v>
                </c:pt>
                <c:pt idx="966">
                  <c:v>1533.56026016085</c:v>
                </c:pt>
                <c:pt idx="967">
                  <c:v>1533.56026016085</c:v>
                </c:pt>
                <c:pt idx="968">
                  <c:v>1533.56026016085</c:v>
                </c:pt>
                <c:pt idx="969">
                  <c:v>1533.56026016085</c:v>
                </c:pt>
                <c:pt idx="970">
                  <c:v>1533.56026016085</c:v>
                </c:pt>
                <c:pt idx="971">
                  <c:v>1545.59694566395</c:v>
                </c:pt>
                <c:pt idx="972">
                  <c:v>1545.59694566395</c:v>
                </c:pt>
                <c:pt idx="973">
                  <c:v>1545.59694566395</c:v>
                </c:pt>
                <c:pt idx="974">
                  <c:v>1545.59694566395</c:v>
                </c:pt>
                <c:pt idx="975">
                  <c:v>1545.59694566395</c:v>
                </c:pt>
                <c:pt idx="976">
                  <c:v>1545.59694566395</c:v>
                </c:pt>
                <c:pt idx="977">
                  <c:v>1545.59694566395</c:v>
                </c:pt>
                <c:pt idx="978">
                  <c:v>1545.59694566395</c:v>
                </c:pt>
                <c:pt idx="979">
                  <c:v>1545.59694566395</c:v>
                </c:pt>
                <c:pt idx="980">
                  <c:v>1545.59694566395</c:v>
                </c:pt>
                <c:pt idx="981">
                  <c:v>1545.59694566395</c:v>
                </c:pt>
                <c:pt idx="982">
                  <c:v>1594.7293099456781</c:v>
                </c:pt>
                <c:pt idx="983">
                  <c:v>1594.7293099456781</c:v>
                </c:pt>
                <c:pt idx="984">
                  <c:v>1594.7293099456781</c:v>
                </c:pt>
                <c:pt idx="985">
                  <c:v>1594.7293099456781</c:v>
                </c:pt>
                <c:pt idx="986">
                  <c:v>1594.7293099456781</c:v>
                </c:pt>
                <c:pt idx="987">
                  <c:v>1594.7293099456781</c:v>
                </c:pt>
                <c:pt idx="988">
                  <c:v>1594.7293099456781</c:v>
                </c:pt>
                <c:pt idx="989">
                  <c:v>1594.7293099456781</c:v>
                </c:pt>
                <c:pt idx="990">
                  <c:v>1594.7293099456781</c:v>
                </c:pt>
                <c:pt idx="991">
                  <c:v>1594.7293099456781</c:v>
                </c:pt>
                <c:pt idx="992">
                  <c:v>1594.7293099456781</c:v>
                </c:pt>
                <c:pt idx="993">
                  <c:v>1594.7293099456781</c:v>
                </c:pt>
                <c:pt idx="994">
                  <c:v>1594.7293099456781</c:v>
                </c:pt>
                <c:pt idx="995">
                  <c:v>1594.7293099456781</c:v>
                </c:pt>
                <c:pt idx="996">
                  <c:v>1594.7293099456781</c:v>
                </c:pt>
                <c:pt idx="997">
                  <c:v>1594.7293099456781</c:v>
                </c:pt>
                <c:pt idx="998">
                  <c:v>1594.7293099456781</c:v>
                </c:pt>
                <c:pt idx="999">
                  <c:v>1594.7293099456781</c:v>
                </c:pt>
                <c:pt idx="1000">
                  <c:v>1594.7293099456781</c:v>
                </c:pt>
                <c:pt idx="1001">
                  <c:v>1594.7293099456781</c:v>
                </c:pt>
                <c:pt idx="1002">
                  <c:v>1594.7293099456781</c:v>
                </c:pt>
                <c:pt idx="1003">
                  <c:v>1594.7293099456781</c:v>
                </c:pt>
                <c:pt idx="1004">
                  <c:v>1594.7293099456781</c:v>
                </c:pt>
                <c:pt idx="1005">
                  <c:v>1594.7293099456781</c:v>
                </c:pt>
                <c:pt idx="1006">
                  <c:v>1594.7293099456781</c:v>
                </c:pt>
                <c:pt idx="1007">
                  <c:v>1594.7293099456781</c:v>
                </c:pt>
                <c:pt idx="1008">
                  <c:v>1594.7293099456781</c:v>
                </c:pt>
                <c:pt idx="1009">
                  <c:v>1594.7293099456781</c:v>
                </c:pt>
                <c:pt idx="1010">
                  <c:v>1594.7293099456781</c:v>
                </c:pt>
                <c:pt idx="1011">
                  <c:v>1594.7293099456781</c:v>
                </c:pt>
                <c:pt idx="1012">
                  <c:v>1594.7293099456781</c:v>
                </c:pt>
                <c:pt idx="1013">
                  <c:v>1594.7293099456781</c:v>
                </c:pt>
                <c:pt idx="1014">
                  <c:v>1594.7293099456781</c:v>
                </c:pt>
                <c:pt idx="1015">
                  <c:v>1594.7293099456781</c:v>
                </c:pt>
                <c:pt idx="1016">
                  <c:v>1594.7293099456781</c:v>
                </c:pt>
                <c:pt idx="1017">
                  <c:v>1594.7293099456781</c:v>
                </c:pt>
                <c:pt idx="1018">
                  <c:v>1594.7293099456781</c:v>
                </c:pt>
                <c:pt idx="1019">
                  <c:v>1594.7293099456781</c:v>
                </c:pt>
                <c:pt idx="1020">
                  <c:v>1594.7293099456781</c:v>
                </c:pt>
                <c:pt idx="1021">
                  <c:v>1594.7293099456781</c:v>
                </c:pt>
                <c:pt idx="1022">
                  <c:v>1594.7293099456781</c:v>
                </c:pt>
                <c:pt idx="1023">
                  <c:v>1594.7293099456781</c:v>
                </c:pt>
                <c:pt idx="1024">
                  <c:v>1594.7293099456781</c:v>
                </c:pt>
                <c:pt idx="1025">
                  <c:v>1594.7293099456781</c:v>
                </c:pt>
                <c:pt idx="1026">
                  <c:v>1653.3886637179733</c:v>
                </c:pt>
                <c:pt idx="1027">
                  <c:v>1653.3886637179733</c:v>
                </c:pt>
                <c:pt idx="1028">
                  <c:v>1653.3886637179733</c:v>
                </c:pt>
                <c:pt idx="1029">
                  <c:v>1653.3886637179733</c:v>
                </c:pt>
                <c:pt idx="1030">
                  <c:v>1653.3886637179733</c:v>
                </c:pt>
                <c:pt idx="1031">
                  <c:v>1653.3886637179733</c:v>
                </c:pt>
                <c:pt idx="1032">
                  <c:v>1653.3886637179733</c:v>
                </c:pt>
                <c:pt idx="1033">
                  <c:v>1653.3886637179733</c:v>
                </c:pt>
                <c:pt idx="1034">
                  <c:v>1653.3886637179733</c:v>
                </c:pt>
                <c:pt idx="1035">
                  <c:v>1653.3886637179733</c:v>
                </c:pt>
                <c:pt idx="1036">
                  <c:v>1653.3886637179733</c:v>
                </c:pt>
                <c:pt idx="1037">
                  <c:v>1686.2278278768001</c:v>
                </c:pt>
                <c:pt idx="1038">
                  <c:v>1686.2278278768001</c:v>
                </c:pt>
                <c:pt idx="1039">
                  <c:v>1686.2278278768001</c:v>
                </c:pt>
                <c:pt idx="1040">
                  <c:v>1686.2278278768001</c:v>
                </c:pt>
                <c:pt idx="1041">
                  <c:v>1686.2278278768001</c:v>
                </c:pt>
                <c:pt idx="1042">
                  <c:v>1686.2278278768001</c:v>
                </c:pt>
                <c:pt idx="1043">
                  <c:v>1686.2278278768001</c:v>
                </c:pt>
                <c:pt idx="1044">
                  <c:v>1686.2278278768001</c:v>
                </c:pt>
                <c:pt idx="1045">
                  <c:v>1686.2278278768001</c:v>
                </c:pt>
                <c:pt idx="1046">
                  <c:v>1686.2278278768001</c:v>
                </c:pt>
                <c:pt idx="1047">
                  <c:v>1686.2278278768001</c:v>
                </c:pt>
                <c:pt idx="1048">
                  <c:v>1686.2278278768001</c:v>
                </c:pt>
                <c:pt idx="1049">
                  <c:v>1686.2278278768001</c:v>
                </c:pt>
                <c:pt idx="1050">
                  <c:v>1686.2278278768001</c:v>
                </c:pt>
                <c:pt idx="1051">
                  <c:v>1686.2278278768001</c:v>
                </c:pt>
                <c:pt idx="1052">
                  <c:v>1686.2278278768001</c:v>
                </c:pt>
                <c:pt idx="1053">
                  <c:v>1686.2278278768001</c:v>
                </c:pt>
                <c:pt idx="1054">
                  <c:v>1686.2278278768001</c:v>
                </c:pt>
                <c:pt idx="1055">
                  <c:v>1686.2278278768001</c:v>
                </c:pt>
                <c:pt idx="1056">
                  <c:v>1686.2278278768001</c:v>
                </c:pt>
                <c:pt idx="1057">
                  <c:v>1686.2278278768001</c:v>
                </c:pt>
                <c:pt idx="1058">
                  <c:v>1686.2278278768001</c:v>
                </c:pt>
                <c:pt idx="1059">
                  <c:v>1686.2278278768001</c:v>
                </c:pt>
                <c:pt idx="1060">
                  <c:v>1686.2278278768001</c:v>
                </c:pt>
                <c:pt idx="1061">
                  <c:v>1686.2278278768001</c:v>
                </c:pt>
                <c:pt idx="1062">
                  <c:v>1686.2278278768001</c:v>
                </c:pt>
                <c:pt idx="1063">
                  <c:v>1686.2278278768001</c:v>
                </c:pt>
                <c:pt idx="1064">
                  <c:v>1686.2278278768001</c:v>
                </c:pt>
                <c:pt idx="1065">
                  <c:v>1686.2278278768001</c:v>
                </c:pt>
                <c:pt idx="1066">
                  <c:v>1686.2278278768001</c:v>
                </c:pt>
                <c:pt idx="1067">
                  <c:v>1686.2278278768001</c:v>
                </c:pt>
                <c:pt idx="1068">
                  <c:v>1686.2278278768001</c:v>
                </c:pt>
                <c:pt idx="1069">
                  <c:v>1762.1955132180988</c:v>
                </c:pt>
                <c:pt idx="1070">
                  <c:v>1762.1955132180988</c:v>
                </c:pt>
                <c:pt idx="1071">
                  <c:v>1762.1955132180988</c:v>
                </c:pt>
                <c:pt idx="1072">
                  <c:v>1762.1955132180988</c:v>
                </c:pt>
                <c:pt idx="1073">
                  <c:v>1762.1955132180988</c:v>
                </c:pt>
                <c:pt idx="1074">
                  <c:v>1762.1955132180988</c:v>
                </c:pt>
                <c:pt idx="1075">
                  <c:v>1762.1955132180988</c:v>
                </c:pt>
                <c:pt idx="1076">
                  <c:v>1779.7353542448518</c:v>
                </c:pt>
                <c:pt idx="1077">
                  <c:v>1779.7353542448518</c:v>
                </c:pt>
                <c:pt idx="1078">
                  <c:v>1779.7353542448518</c:v>
                </c:pt>
                <c:pt idx="1079">
                  <c:v>1779.7353542448518</c:v>
                </c:pt>
                <c:pt idx="1080">
                  <c:v>1779.7353542448518</c:v>
                </c:pt>
                <c:pt idx="1081">
                  <c:v>1779.7353542448518</c:v>
                </c:pt>
                <c:pt idx="1082">
                  <c:v>1779.7353542448518</c:v>
                </c:pt>
                <c:pt idx="1083">
                  <c:v>1814.1398191681901</c:v>
                </c:pt>
                <c:pt idx="1084">
                  <c:v>1814.1398191681901</c:v>
                </c:pt>
                <c:pt idx="1085">
                  <c:v>1814.1398191681901</c:v>
                </c:pt>
                <c:pt idx="1086">
                  <c:v>1814.1398191681901</c:v>
                </c:pt>
                <c:pt idx="1087">
                  <c:v>1814.1398191681901</c:v>
                </c:pt>
                <c:pt idx="1088">
                  <c:v>1814.1398191681901</c:v>
                </c:pt>
                <c:pt idx="1089">
                  <c:v>1814.1398191681901</c:v>
                </c:pt>
                <c:pt idx="1090">
                  <c:v>1814.1398191681901</c:v>
                </c:pt>
                <c:pt idx="1091">
                  <c:v>1814.1398191681901</c:v>
                </c:pt>
                <c:pt idx="1092">
                  <c:v>1814.1398191681901</c:v>
                </c:pt>
                <c:pt idx="1093">
                  <c:v>1814.1398191681901</c:v>
                </c:pt>
                <c:pt idx="1094">
                  <c:v>1814.1398191681901</c:v>
                </c:pt>
                <c:pt idx="1095">
                  <c:v>1814.1398191681901</c:v>
                </c:pt>
                <c:pt idx="1096">
                  <c:v>1814.1398191681901</c:v>
                </c:pt>
                <c:pt idx="1097">
                  <c:v>1814.1398191681901</c:v>
                </c:pt>
                <c:pt idx="1098">
                  <c:v>1814.1398191681901</c:v>
                </c:pt>
                <c:pt idx="1099">
                  <c:v>1814.1398191681901</c:v>
                </c:pt>
                <c:pt idx="1100">
                  <c:v>1814.1398191681901</c:v>
                </c:pt>
                <c:pt idx="1101">
                  <c:v>1814.1398191681901</c:v>
                </c:pt>
                <c:pt idx="1102">
                  <c:v>1814.1398191681901</c:v>
                </c:pt>
                <c:pt idx="1103">
                  <c:v>#N/A</c:v>
                </c:pt>
                <c:pt idx="1104">
                  <c:v>#N/A</c:v>
                </c:pt>
                <c:pt idx="1105">
                  <c:v>#N/A</c:v>
                </c:pt>
                <c:pt idx="1106">
                  <c:v>#N/A</c:v>
                </c:pt>
                <c:pt idx="1107">
                  <c:v>#N/A</c:v>
                </c:pt>
                <c:pt idx="1108">
                  <c:v>#N/A</c:v>
                </c:pt>
                <c:pt idx="1109">
                  <c:v>#N/A</c:v>
                </c:pt>
                <c:pt idx="1110">
                  <c:v>#N/A</c:v>
                </c:pt>
                <c:pt idx="1111">
                  <c:v>#N/A</c:v>
                </c:pt>
                <c:pt idx="1112">
                  <c:v>#N/A</c:v>
                </c:pt>
                <c:pt idx="1113">
                  <c:v>#N/A</c:v>
                </c:pt>
                <c:pt idx="1114">
                  <c:v>#N/A</c:v>
                </c:pt>
                <c:pt idx="1115">
                  <c:v>#N/A</c:v>
                </c:pt>
                <c:pt idx="1116">
                  <c:v>#N/A</c:v>
                </c:pt>
                <c:pt idx="1117">
                  <c:v>#N/A</c:v>
                </c:pt>
                <c:pt idx="1118">
                  <c:v>#N/A</c:v>
                </c:pt>
                <c:pt idx="1119">
                  <c:v>#N/A</c:v>
                </c:pt>
                <c:pt idx="1120">
                  <c:v>#N/A</c:v>
                </c:pt>
                <c:pt idx="1121">
                  <c:v>#N/A</c:v>
                </c:pt>
                <c:pt idx="1122">
                  <c:v>#N/A</c:v>
                </c:pt>
                <c:pt idx="1123">
                  <c:v>#N/A</c:v>
                </c:pt>
                <c:pt idx="1124">
                  <c:v>#N/A</c:v>
                </c:pt>
                <c:pt idx="1125">
                  <c:v>#N/A</c:v>
                </c:pt>
                <c:pt idx="1126">
                  <c:v>#N/A</c:v>
                </c:pt>
                <c:pt idx="1127">
                  <c:v>#N/A</c:v>
                </c:pt>
                <c:pt idx="1128">
                  <c:v>#N/A</c:v>
                </c:pt>
                <c:pt idx="1129">
                  <c:v>#N/A</c:v>
                </c:pt>
                <c:pt idx="1130">
                  <c:v>#N/A</c:v>
                </c:pt>
                <c:pt idx="1131">
                  <c:v>#N/A</c:v>
                </c:pt>
                <c:pt idx="1132">
                  <c:v>#N/A</c:v>
                </c:pt>
                <c:pt idx="1133">
                  <c:v>#N/A</c:v>
                </c:pt>
                <c:pt idx="1134">
                  <c:v>#N/A</c:v>
                </c:pt>
                <c:pt idx="1135">
                  <c:v>#N/A</c:v>
                </c:pt>
                <c:pt idx="1136">
                  <c:v>#N/A</c:v>
                </c:pt>
                <c:pt idx="1137">
                  <c:v>#N/A</c:v>
                </c:pt>
                <c:pt idx="1138">
                  <c:v>#N/A</c:v>
                </c:pt>
                <c:pt idx="1139">
                  <c:v>#N/A</c:v>
                </c:pt>
                <c:pt idx="1140">
                  <c:v>#N/A</c:v>
                </c:pt>
                <c:pt idx="1141">
                  <c:v>#N/A</c:v>
                </c:pt>
                <c:pt idx="1142">
                  <c:v>#N/A</c:v>
                </c:pt>
                <c:pt idx="1143">
                  <c:v>#N/A</c:v>
                </c:pt>
                <c:pt idx="1144">
                  <c:v>#N/A</c:v>
                </c:pt>
                <c:pt idx="1145">
                  <c:v>#N/A</c:v>
                </c:pt>
                <c:pt idx="1146">
                  <c:v>#N/A</c:v>
                </c:pt>
                <c:pt idx="1147">
                  <c:v>#N/A</c:v>
                </c:pt>
                <c:pt idx="1148">
                  <c:v>#N/A</c:v>
                </c:pt>
                <c:pt idx="1149">
                  <c:v>#N/A</c:v>
                </c:pt>
                <c:pt idx="1150">
                  <c:v>#N/A</c:v>
                </c:pt>
                <c:pt idx="1151">
                  <c:v>#N/A</c:v>
                </c:pt>
                <c:pt idx="1152">
                  <c:v>#N/A</c:v>
                </c:pt>
                <c:pt idx="1153">
                  <c:v>#N/A</c:v>
                </c:pt>
                <c:pt idx="1154">
                  <c:v>#N/A</c:v>
                </c:pt>
                <c:pt idx="1155">
                  <c:v>#N/A</c:v>
                </c:pt>
                <c:pt idx="1156">
                  <c:v>#N/A</c:v>
                </c:pt>
                <c:pt idx="1157">
                  <c:v>#N/A</c:v>
                </c:pt>
                <c:pt idx="1158">
                  <c:v>#N/A</c:v>
                </c:pt>
                <c:pt idx="1159">
                  <c:v>#N/A</c:v>
                </c:pt>
                <c:pt idx="1160">
                  <c:v>#N/A</c:v>
                </c:pt>
                <c:pt idx="1161">
                  <c:v>#N/A</c:v>
                </c:pt>
                <c:pt idx="1162">
                  <c:v>#N/A</c:v>
                </c:pt>
                <c:pt idx="1163">
                  <c:v>#N/A</c:v>
                </c:pt>
                <c:pt idx="1164">
                  <c:v>#N/A</c:v>
                </c:pt>
                <c:pt idx="1165">
                  <c:v>#N/A</c:v>
                </c:pt>
                <c:pt idx="1166">
                  <c:v>#N/A</c:v>
                </c:pt>
                <c:pt idx="1167">
                  <c:v>#N/A</c:v>
                </c:pt>
                <c:pt idx="1168">
                  <c:v>#N/A</c:v>
                </c:pt>
                <c:pt idx="1169">
                  <c:v>#N/A</c:v>
                </c:pt>
                <c:pt idx="1170">
                  <c:v>#N/A</c:v>
                </c:pt>
                <c:pt idx="1171">
                  <c:v>#N/A</c:v>
                </c:pt>
                <c:pt idx="1172">
                  <c:v>#N/A</c:v>
                </c:pt>
                <c:pt idx="1173">
                  <c:v>#N/A</c:v>
                </c:pt>
                <c:pt idx="1174">
                  <c:v>#N/A</c:v>
                </c:pt>
                <c:pt idx="1175">
                  <c:v>#N/A</c:v>
                </c:pt>
                <c:pt idx="1176">
                  <c:v>#N/A</c:v>
                </c:pt>
                <c:pt idx="1177">
                  <c:v>#N/A</c:v>
                </c:pt>
                <c:pt idx="1178">
                  <c:v>#N/A</c:v>
                </c:pt>
                <c:pt idx="1179">
                  <c:v>#N/A</c:v>
                </c:pt>
                <c:pt idx="1180">
                  <c:v>#N/A</c:v>
                </c:pt>
                <c:pt idx="1181">
                  <c:v>#N/A</c:v>
                </c:pt>
                <c:pt idx="1182">
                  <c:v>#N/A</c:v>
                </c:pt>
                <c:pt idx="1183">
                  <c:v>#N/A</c:v>
                </c:pt>
                <c:pt idx="1184">
                  <c:v>#N/A</c:v>
                </c:pt>
                <c:pt idx="1185">
                  <c:v>#N/A</c:v>
                </c:pt>
                <c:pt idx="1186">
                  <c:v>#N/A</c:v>
                </c:pt>
                <c:pt idx="1187">
                  <c:v>#N/A</c:v>
                </c:pt>
                <c:pt idx="1188">
                  <c:v>#N/A</c:v>
                </c:pt>
                <c:pt idx="1189">
                  <c:v>#N/A</c:v>
                </c:pt>
                <c:pt idx="1190">
                  <c:v>#N/A</c:v>
                </c:pt>
                <c:pt idx="1191">
                  <c:v>#N/A</c:v>
                </c:pt>
                <c:pt idx="1192">
                  <c:v>#N/A</c:v>
                </c:pt>
                <c:pt idx="1193">
                  <c:v>#N/A</c:v>
                </c:pt>
                <c:pt idx="1194">
                  <c:v>#N/A</c:v>
                </c:pt>
                <c:pt idx="1195">
                  <c:v>#N/A</c:v>
                </c:pt>
                <c:pt idx="1196">
                  <c:v>#N/A</c:v>
                </c:pt>
                <c:pt idx="1197">
                  <c:v>#N/A</c:v>
                </c:pt>
                <c:pt idx="1198">
                  <c:v>#N/A</c:v>
                </c:pt>
                <c:pt idx="1199">
                  <c:v>#N/A</c:v>
                </c:pt>
                <c:pt idx="1200">
                  <c:v>#N/A</c:v>
                </c:pt>
                <c:pt idx="1201">
                  <c:v>#N/A</c:v>
                </c:pt>
                <c:pt idx="1202">
                  <c:v>#N/A</c:v>
                </c:pt>
                <c:pt idx="1203">
                  <c:v>#N/A</c:v>
                </c:pt>
                <c:pt idx="1204">
                  <c:v>#N/A</c:v>
                </c:pt>
                <c:pt idx="1205">
                  <c:v>#N/A</c:v>
                </c:pt>
                <c:pt idx="1206">
                  <c:v>#N/A</c:v>
                </c:pt>
                <c:pt idx="1207">
                  <c:v>#N/A</c:v>
                </c:pt>
                <c:pt idx="1208">
                  <c:v>#N/A</c:v>
                </c:pt>
                <c:pt idx="1209">
                  <c:v>#N/A</c:v>
                </c:pt>
                <c:pt idx="1210">
                  <c:v>#N/A</c:v>
                </c:pt>
                <c:pt idx="1211">
                  <c:v>#N/A</c:v>
                </c:pt>
                <c:pt idx="1212">
                  <c:v>#N/A</c:v>
                </c:pt>
                <c:pt idx="1213">
                  <c:v>#N/A</c:v>
                </c:pt>
                <c:pt idx="1214">
                  <c:v>#N/A</c:v>
                </c:pt>
                <c:pt idx="1215">
                  <c:v>#N/A</c:v>
                </c:pt>
                <c:pt idx="1216">
                  <c:v>#N/A</c:v>
                </c:pt>
                <c:pt idx="1217">
                  <c:v>#N/A</c:v>
                </c:pt>
                <c:pt idx="1218">
                  <c:v>#N/A</c:v>
                </c:pt>
                <c:pt idx="1219">
                  <c:v>#N/A</c:v>
                </c:pt>
                <c:pt idx="1220">
                  <c:v>#N/A</c:v>
                </c:pt>
                <c:pt idx="1221">
                  <c:v>#N/A</c:v>
                </c:pt>
                <c:pt idx="1222">
                  <c:v>#N/A</c:v>
                </c:pt>
                <c:pt idx="1223">
                  <c:v>#N/A</c:v>
                </c:pt>
                <c:pt idx="1224">
                  <c:v>#N/A</c:v>
                </c:pt>
                <c:pt idx="1225">
                  <c:v>#N/A</c:v>
                </c:pt>
                <c:pt idx="1226">
                  <c:v>#N/A</c:v>
                </c:pt>
                <c:pt idx="1227">
                  <c:v>#N/A</c:v>
                </c:pt>
                <c:pt idx="1228">
                  <c:v>#N/A</c:v>
                </c:pt>
                <c:pt idx="1229">
                  <c:v>#N/A</c:v>
                </c:pt>
                <c:pt idx="1230">
                  <c:v>#N/A</c:v>
                </c:pt>
                <c:pt idx="1231">
                  <c:v>#N/A</c:v>
                </c:pt>
                <c:pt idx="1232">
                  <c:v>#N/A</c:v>
                </c:pt>
                <c:pt idx="1233">
                  <c:v>#N/A</c:v>
                </c:pt>
                <c:pt idx="1234">
                  <c:v>#N/A</c:v>
                </c:pt>
                <c:pt idx="1235">
                  <c:v>#N/A</c:v>
                </c:pt>
                <c:pt idx="1236">
                  <c:v>#N/A</c:v>
                </c:pt>
                <c:pt idx="1237">
                  <c:v>#N/A</c:v>
                </c:pt>
                <c:pt idx="1238">
                  <c:v>#N/A</c:v>
                </c:pt>
                <c:pt idx="1239">
                  <c:v>#N/A</c:v>
                </c:pt>
                <c:pt idx="1240">
                  <c:v>#N/A</c:v>
                </c:pt>
                <c:pt idx="1241">
                  <c:v>#N/A</c:v>
                </c:pt>
                <c:pt idx="1242">
                  <c:v>#N/A</c:v>
                </c:pt>
                <c:pt idx="1243">
                  <c:v>#N/A</c:v>
                </c:pt>
                <c:pt idx="1244">
                  <c:v>#N/A</c:v>
                </c:pt>
                <c:pt idx="1245">
                  <c:v>#N/A</c:v>
                </c:pt>
                <c:pt idx="1246">
                  <c:v>#N/A</c:v>
                </c:pt>
                <c:pt idx="1247">
                  <c:v>#N/A</c:v>
                </c:pt>
                <c:pt idx="1248">
                  <c:v>#N/A</c:v>
                </c:pt>
                <c:pt idx="1249">
                  <c:v>#N/A</c:v>
                </c:pt>
                <c:pt idx="1250">
                  <c:v>#N/A</c:v>
                </c:pt>
                <c:pt idx="1251">
                  <c:v>#N/A</c:v>
                </c:pt>
                <c:pt idx="1252">
                  <c:v>#N/A</c:v>
                </c:pt>
                <c:pt idx="1253">
                  <c:v>#N/A</c:v>
                </c:pt>
                <c:pt idx="1254">
                  <c:v>#N/A</c:v>
                </c:pt>
                <c:pt idx="1255">
                  <c:v>#N/A</c:v>
                </c:pt>
                <c:pt idx="1256">
                  <c:v>#N/A</c:v>
                </c:pt>
                <c:pt idx="1257">
                  <c:v>#N/A</c:v>
                </c:pt>
                <c:pt idx="1258">
                  <c:v>#N/A</c:v>
                </c:pt>
                <c:pt idx="1259">
                  <c:v>#N/A</c:v>
                </c:pt>
                <c:pt idx="1260">
                  <c:v>#N/A</c:v>
                </c:pt>
                <c:pt idx="1261">
                  <c:v>#N/A</c:v>
                </c:pt>
                <c:pt idx="1262">
                  <c:v>#N/A</c:v>
                </c:pt>
                <c:pt idx="1263">
                  <c:v>#N/A</c:v>
                </c:pt>
                <c:pt idx="1264">
                  <c:v>#N/A</c:v>
                </c:pt>
                <c:pt idx="1265">
                  <c:v>#N/A</c:v>
                </c:pt>
                <c:pt idx="1266">
                  <c:v>#N/A</c:v>
                </c:pt>
                <c:pt idx="1267">
                  <c:v>#N/A</c:v>
                </c:pt>
                <c:pt idx="1268">
                  <c:v>#N/A</c:v>
                </c:pt>
                <c:pt idx="1269">
                  <c:v>#N/A</c:v>
                </c:pt>
                <c:pt idx="1270">
                  <c:v>#N/A</c:v>
                </c:pt>
                <c:pt idx="1271">
                  <c:v>#N/A</c:v>
                </c:pt>
                <c:pt idx="1272">
                  <c:v>1875.5397588529786</c:v>
                </c:pt>
                <c:pt idx="1273">
                  <c:v>1875.5397588529786</c:v>
                </c:pt>
                <c:pt idx="1274">
                  <c:v>1875.5397588529786</c:v>
                </c:pt>
                <c:pt idx="1275">
                  <c:v>1875.5397588529786</c:v>
                </c:pt>
                <c:pt idx="1276">
                  <c:v>1875.5397588529786</c:v>
                </c:pt>
                <c:pt idx="1277">
                  <c:v>1875.5397588529786</c:v>
                </c:pt>
                <c:pt idx="1278">
                  <c:v>1875.5397588529786</c:v>
                </c:pt>
                <c:pt idx="1279">
                  <c:v>1875.5397588529786</c:v>
                </c:pt>
                <c:pt idx="1280">
                  <c:v>1875.5397588529786</c:v>
                </c:pt>
                <c:pt idx="1281">
                  <c:v>1916.0417926814503</c:v>
                </c:pt>
                <c:pt idx="1282">
                  <c:v>1916.0417926814503</c:v>
                </c:pt>
                <c:pt idx="1283">
                  <c:v>1916.0417926814503</c:v>
                </c:pt>
                <c:pt idx="1284">
                  <c:v>1916.0417926814503</c:v>
                </c:pt>
                <c:pt idx="1285">
                  <c:v>1916.0417926814503</c:v>
                </c:pt>
                <c:pt idx="1286">
                  <c:v>1916.0417926814503</c:v>
                </c:pt>
                <c:pt idx="1287">
                  <c:v>1916.0417926814503</c:v>
                </c:pt>
                <c:pt idx="1288">
                  <c:v>1916.0417926814503</c:v>
                </c:pt>
                <c:pt idx="1289">
                  <c:v>1916.0417926814503</c:v>
                </c:pt>
                <c:pt idx="1290">
                  <c:v>1916.0417926814503</c:v>
                </c:pt>
                <c:pt idx="1291">
                  <c:v>1916.0417926814503</c:v>
                </c:pt>
                <c:pt idx="1292">
                  <c:v>1916.0417926814503</c:v>
                </c:pt>
                <c:pt idx="1293">
                  <c:v>1916.0417926814503</c:v>
                </c:pt>
                <c:pt idx="1294">
                  <c:v>1916.0417926814503</c:v>
                </c:pt>
                <c:pt idx="1295">
                  <c:v>1916.0417926814503</c:v>
                </c:pt>
                <c:pt idx="1296">
                  <c:v>1916.0417926814503</c:v>
                </c:pt>
                <c:pt idx="1297">
                  <c:v>1916.0417926814503</c:v>
                </c:pt>
                <c:pt idx="1298">
                  <c:v>1916.0417926814503</c:v>
                </c:pt>
                <c:pt idx="1299">
                  <c:v>1916.0417926814503</c:v>
                </c:pt>
                <c:pt idx="1300">
                  <c:v>1916.0417926814503</c:v>
                </c:pt>
                <c:pt idx="1301">
                  <c:v>1916.0417926814503</c:v>
                </c:pt>
                <c:pt idx="1302">
                  <c:v>1916.0417926814503</c:v>
                </c:pt>
                <c:pt idx="1303">
                  <c:v>1916.0417926814503</c:v>
                </c:pt>
                <c:pt idx="1304">
                  <c:v>1916.0417926814503</c:v>
                </c:pt>
                <c:pt idx="1305">
                  <c:v>1916.0417926814503</c:v>
                </c:pt>
                <c:pt idx="1306">
                  <c:v>1916.0417926814503</c:v>
                </c:pt>
                <c:pt idx="1307">
                  <c:v>1916.0417926814503</c:v>
                </c:pt>
                <c:pt idx="1308">
                  <c:v>1916.0417926814503</c:v>
                </c:pt>
                <c:pt idx="1309">
                  <c:v>1916.0417926814503</c:v>
                </c:pt>
                <c:pt idx="1310">
                  <c:v>1916.0417926814503</c:v>
                </c:pt>
                <c:pt idx="1311">
                  <c:v>1916.0417926814503</c:v>
                </c:pt>
                <c:pt idx="1312">
                  <c:v>1916.0417926814503</c:v>
                </c:pt>
                <c:pt idx="1313">
                  <c:v>1916.0417926814503</c:v>
                </c:pt>
                <c:pt idx="1314">
                  <c:v>1916.0417926814503</c:v>
                </c:pt>
                <c:pt idx="1315">
                  <c:v>1916.0417926814503</c:v>
                </c:pt>
                <c:pt idx="1316">
                  <c:v>1916.0417926814503</c:v>
                </c:pt>
                <c:pt idx="1317">
                  <c:v>1916.0417926814503</c:v>
                </c:pt>
                <c:pt idx="1318">
                  <c:v>1916.0417926814503</c:v>
                </c:pt>
                <c:pt idx="1319">
                  <c:v>1916.0417926814503</c:v>
                </c:pt>
                <c:pt idx="1320">
                  <c:v>1919.862241288552</c:v>
                </c:pt>
                <c:pt idx="1321">
                  <c:v>1919.862241288552</c:v>
                </c:pt>
                <c:pt idx="1322">
                  <c:v>1919.862241288552</c:v>
                </c:pt>
                <c:pt idx="1323">
                  <c:v>1919.862241288552</c:v>
                </c:pt>
                <c:pt idx="1324">
                  <c:v>1919.862241288552</c:v>
                </c:pt>
                <c:pt idx="1325">
                  <c:v>1919.862241288552</c:v>
                </c:pt>
                <c:pt idx="1326">
                  <c:v>1919.862241288552</c:v>
                </c:pt>
                <c:pt idx="1327">
                  <c:v>1919.862241288552</c:v>
                </c:pt>
                <c:pt idx="1328">
                  <c:v>1919.862241288552</c:v>
                </c:pt>
                <c:pt idx="1329">
                  <c:v>1919.862241288552</c:v>
                </c:pt>
                <c:pt idx="1330">
                  <c:v>1919.862241288552</c:v>
                </c:pt>
                <c:pt idx="1331">
                  <c:v>1925.7358882533438</c:v>
                </c:pt>
                <c:pt idx="1332">
                  <c:v>1925.7358882533438</c:v>
                </c:pt>
                <c:pt idx="1333">
                  <c:v>1925.7358882533438</c:v>
                </c:pt>
                <c:pt idx="1334">
                  <c:v>1925.7358882533438</c:v>
                </c:pt>
                <c:pt idx="1335">
                  <c:v>1925.7358882533438</c:v>
                </c:pt>
                <c:pt idx="1336">
                  <c:v>1925.7358882533438</c:v>
                </c:pt>
                <c:pt idx="1337">
                  <c:v>1925.7358882533438</c:v>
                </c:pt>
                <c:pt idx="1338">
                  <c:v>1925.7358882533438</c:v>
                </c:pt>
                <c:pt idx="1339">
                  <c:v>1925.7358882533438</c:v>
                </c:pt>
                <c:pt idx="1340">
                  <c:v>1925.7358882533438</c:v>
                </c:pt>
                <c:pt idx="1341">
                  <c:v>1925.7358882533438</c:v>
                </c:pt>
                <c:pt idx="1342">
                  <c:v>1925.7358882533438</c:v>
                </c:pt>
                <c:pt idx="1343">
                  <c:v>1925.7358882533438</c:v>
                </c:pt>
                <c:pt idx="1344">
                  <c:v>1925.7358882533438</c:v>
                </c:pt>
                <c:pt idx="1345">
                  <c:v>1925.7358882533438</c:v>
                </c:pt>
                <c:pt idx="1346">
                  <c:v>1925.7358882533438</c:v>
                </c:pt>
                <c:pt idx="1347">
                  <c:v>1925.7358882533438</c:v>
                </c:pt>
                <c:pt idx="1348">
                  <c:v>1925.7358882533438</c:v>
                </c:pt>
                <c:pt idx="1349">
                  <c:v>1925.7358882533438</c:v>
                </c:pt>
                <c:pt idx="1350">
                  <c:v>1925.7358882533438</c:v>
                </c:pt>
                <c:pt idx="1351">
                  <c:v>#N/A</c:v>
                </c:pt>
                <c:pt idx="1352">
                  <c:v>#N/A</c:v>
                </c:pt>
                <c:pt idx="1353">
                  <c:v>#N/A</c:v>
                </c:pt>
                <c:pt idx="1354">
                  <c:v>#N/A</c:v>
                </c:pt>
                <c:pt idx="1355">
                  <c:v>#N/A</c:v>
                </c:pt>
                <c:pt idx="1356">
                  <c:v>#N/A</c:v>
                </c:pt>
                <c:pt idx="1357">
                  <c:v>#N/A</c:v>
                </c:pt>
                <c:pt idx="1358">
                  <c:v>#N/A</c:v>
                </c:pt>
                <c:pt idx="1359">
                  <c:v>#N/A</c:v>
                </c:pt>
                <c:pt idx="1360">
                  <c:v>#N/A</c:v>
                </c:pt>
                <c:pt idx="1361">
                  <c:v>#N/A</c:v>
                </c:pt>
                <c:pt idx="1362">
                  <c:v>#N/A</c:v>
                </c:pt>
                <c:pt idx="1363">
                  <c:v>#N/A</c:v>
                </c:pt>
                <c:pt idx="1364">
                  <c:v>#N/A</c:v>
                </c:pt>
                <c:pt idx="1365">
                  <c:v>#N/A</c:v>
                </c:pt>
                <c:pt idx="1366">
                  <c:v>#N/A</c:v>
                </c:pt>
                <c:pt idx="1367">
                  <c:v>#N/A</c:v>
                </c:pt>
                <c:pt idx="1368">
                  <c:v>#N/A</c:v>
                </c:pt>
                <c:pt idx="1369">
                  <c:v>#N/A</c:v>
                </c:pt>
                <c:pt idx="1370">
                  <c:v>#N/A</c:v>
                </c:pt>
                <c:pt idx="1371">
                  <c:v>#N/A</c:v>
                </c:pt>
                <c:pt idx="1372">
                  <c:v>#N/A</c:v>
                </c:pt>
                <c:pt idx="1373">
                  <c:v>#N/A</c:v>
                </c:pt>
                <c:pt idx="1374">
                  <c:v>#N/A</c:v>
                </c:pt>
                <c:pt idx="1375">
                  <c:v>#N/A</c:v>
                </c:pt>
                <c:pt idx="1376">
                  <c:v>#N/A</c:v>
                </c:pt>
                <c:pt idx="1377">
                  <c:v>#N/A</c:v>
                </c:pt>
                <c:pt idx="1378">
                  <c:v>#N/A</c:v>
                </c:pt>
                <c:pt idx="1379">
                  <c:v>#N/A</c:v>
                </c:pt>
                <c:pt idx="1380">
                  <c:v>#N/A</c:v>
                </c:pt>
                <c:pt idx="1381">
                  <c:v>#N/A</c:v>
                </c:pt>
                <c:pt idx="1382">
                  <c:v>#N/A</c:v>
                </c:pt>
                <c:pt idx="1383">
                  <c:v>#N/A</c:v>
                </c:pt>
                <c:pt idx="1384">
                  <c:v>#N/A</c:v>
                </c:pt>
                <c:pt idx="1385">
                  <c:v>#N/A</c:v>
                </c:pt>
                <c:pt idx="1386">
                  <c:v>#N/A</c:v>
                </c:pt>
                <c:pt idx="1387">
                  <c:v>#N/A</c:v>
                </c:pt>
                <c:pt idx="1388">
                  <c:v>#N/A</c:v>
                </c:pt>
                <c:pt idx="1389">
                  <c:v>#N/A</c:v>
                </c:pt>
                <c:pt idx="1390">
                  <c:v>#N/A</c:v>
                </c:pt>
                <c:pt idx="1391">
                  <c:v>#N/A</c:v>
                </c:pt>
                <c:pt idx="1392">
                  <c:v>#N/A</c:v>
                </c:pt>
                <c:pt idx="1393">
                  <c:v>#N/A</c:v>
                </c:pt>
                <c:pt idx="1394">
                  <c:v>#N/A</c:v>
                </c:pt>
                <c:pt idx="1395">
                  <c:v>#N/A</c:v>
                </c:pt>
                <c:pt idx="1396">
                  <c:v>#N/A</c:v>
                </c:pt>
                <c:pt idx="1397">
                  <c:v>#N/A</c:v>
                </c:pt>
                <c:pt idx="1398">
                  <c:v>#N/A</c:v>
                </c:pt>
                <c:pt idx="1399">
                  <c:v>#N/A</c:v>
                </c:pt>
                <c:pt idx="1400">
                  <c:v>#N/A</c:v>
                </c:pt>
                <c:pt idx="1401">
                  <c:v>#N/A</c:v>
                </c:pt>
                <c:pt idx="1402">
                  <c:v>#N/A</c:v>
                </c:pt>
                <c:pt idx="1403">
                  <c:v>#N/A</c:v>
                </c:pt>
                <c:pt idx="1404">
                  <c:v>#N/A</c:v>
                </c:pt>
                <c:pt idx="1405">
                  <c:v>#N/A</c:v>
                </c:pt>
                <c:pt idx="1406">
                  <c:v>#N/A</c:v>
                </c:pt>
                <c:pt idx="1407">
                  <c:v>#N/A</c:v>
                </c:pt>
                <c:pt idx="1408">
                  <c:v>#N/A</c:v>
                </c:pt>
                <c:pt idx="1409">
                  <c:v>#N/A</c:v>
                </c:pt>
                <c:pt idx="1410">
                  <c:v>#N/A</c:v>
                </c:pt>
                <c:pt idx="1411">
                  <c:v>#N/A</c:v>
                </c:pt>
                <c:pt idx="1412">
                  <c:v>#N/A</c:v>
                </c:pt>
                <c:pt idx="1413">
                  <c:v>#N/A</c:v>
                </c:pt>
                <c:pt idx="1414">
                  <c:v>#N/A</c:v>
                </c:pt>
                <c:pt idx="1415">
                  <c:v>#N/A</c:v>
                </c:pt>
                <c:pt idx="1416">
                  <c:v>#N/A</c:v>
                </c:pt>
                <c:pt idx="1417">
                  <c:v>#N/A</c:v>
                </c:pt>
                <c:pt idx="1418">
                  <c:v>#N/A</c:v>
                </c:pt>
                <c:pt idx="1419">
                  <c:v>#N/A</c:v>
                </c:pt>
                <c:pt idx="1420">
                  <c:v>#N/A</c:v>
                </c:pt>
                <c:pt idx="1421">
                  <c:v>#N/A</c:v>
                </c:pt>
                <c:pt idx="1422">
                  <c:v>#N/A</c:v>
                </c:pt>
                <c:pt idx="1423">
                  <c:v>#N/A</c:v>
                </c:pt>
                <c:pt idx="1424">
                  <c:v>#N/A</c:v>
                </c:pt>
                <c:pt idx="1425">
                  <c:v>#N/A</c:v>
                </c:pt>
                <c:pt idx="1426">
                  <c:v>#N/A</c:v>
                </c:pt>
                <c:pt idx="1427">
                  <c:v>#N/A</c:v>
                </c:pt>
                <c:pt idx="1428">
                  <c:v>#N/A</c:v>
                </c:pt>
                <c:pt idx="1429">
                  <c:v>#N/A</c:v>
                </c:pt>
                <c:pt idx="1430">
                  <c:v>#N/A</c:v>
                </c:pt>
                <c:pt idx="1431">
                  <c:v>#N/A</c:v>
                </c:pt>
                <c:pt idx="1432">
                  <c:v>#N/A</c:v>
                </c:pt>
                <c:pt idx="1433">
                  <c:v>#N/A</c:v>
                </c:pt>
                <c:pt idx="1434">
                  <c:v>#N/A</c:v>
                </c:pt>
                <c:pt idx="1435">
                  <c:v>#N/A</c:v>
                </c:pt>
                <c:pt idx="1436">
                  <c:v>#N/A</c:v>
                </c:pt>
                <c:pt idx="1437">
                  <c:v>#N/A</c:v>
                </c:pt>
                <c:pt idx="1438">
                  <c:v>#N/A</c:v>
                </c:pt>
                <c:pt idx="1439">
                  <c:v>#N/A</c:v>
                </c:pt>
                <c:pt idx="1440">
                  <c:v>#N/A</c:v>
                </c:pt>
                <c:pt idx="1441">
                  <c:v>#N/A</c:v>
                </c:pt>
                <c:pt idx="1442">
                  <c:v>#N/A</c:v>
                </c:pt>
                <c:pt idx="1443">
                  <c:v>#N/A</c:v>
                </c:pt>
                <c:pt idx="1444">
                  <c:v>#N/A</c:v>
                </c:pt>
                <c:pt idx="1445">
                  <c:v>#N/A</c:v>
                </c:pt>
                <c:pt idx="1446">
                  <c:v>#N/A</c:v>
                </c:pt>
                <c:pt idx="1447">
                  <c:v>#N/A</c:v>
                </c:pt>
                <c:pt idx="1448">
                  <c:v>#N/A</c:v>
                </c:pt>
                <c:pt idx="1449">
                  <c:v>#N/A</c:v>
                </c:pt>
                <c:pt idx="1450">
                  <c:v>#N/A</c:v>
                </c:pt>
                <c:pt idx="1451">
                  <c:v>#N/A</c:v>
                </c:pt>
                <c:pt idx="1452">
                  <c:v>#N/A</c:v>
                </c:pt>
                <c:pt idx="1453">
                  <c:v>1971.6535775493194</c:v>
                </c:pt>
                <c:pt idx="1454">
                  <c:v>1971.6535775493194</c:v>
                </c:pt>
                <c:pt idx="1455">
                  <c:v>1971.6535775493194</c:v>
                </c:pt>
                <c:pt idx="1456">
                  <c:v>1971.6535775493194</c:v>
                </c:pt>
                <c:pt idx="1457">
                  <c:v>1971.6535775493194</c:v>
                </c:pt>
                <c:pt idx="1458">
                  <c:v>1971.6535775493194</c:v>
                </c:pt>
                <c:pt idx="1459">
                  <c:v>1971.6535775493194</c:v>
                </c:pt>
                <c:pt idx="1460">
                  <c:v>1971.6535775493194</c:v>
                </c:pt>
                <c:pt idx="1461">
                  <c:v>1971.6535775493194</c:v>
                </c:pt>
                <c:pt idx="1462">
                  <c:v>1971.6535775493194</c:v>
                </c:pt>
                <c:pt idx="1463">
                  <c:v>1971.6535775493194</c:v>
                </c:pt>
                <c:pt idx="1464">
                  <c:v>1971.6535775493194</c:v>
                </c:pt>
                <c:pt idx="1465">
                  <c:v>1971.6535775493194</c:v>
                </c:pt>
                <c:pt idx="1466">
                  <c:v>1971.6535775493194</c:v>
                </c:pt>
                <c:pt idx="1467">
                  <c:v>1971.6535775493194</c:v>
                </c:pt>
                <c:pt idx="1468">
                  <c:v>1971.6535775493194</c:v>
                </c:pt>
                <c:pt idx="1469">
                  <c:v>1971.6535775493194</c:v>
                </c:pt>
                <c:pt idx="1470">
                  <c:v>1971.6535775493194</c:v>
                </c:pt>
                <c:pt idx="1471">
                  <c:v>1971.6535775493194</c:v>
                </c:pt>
                <c:pt idx="1472">
                  <c:v>1971.6535775493194</c:v>
                </c:pt>
                <c:pt idx="1473">
                  <c:v>1971.6535775493194</c:v>
                </c:pt>
                <c:pt idx="1474">
                  <c:v>1971.6535775493194</c:v>
                </c:pt>
                <c:pt idx="1475">
                  <c:v>1971.6535775493194</c:v>
                </c:pt>
                <c:pt idx="1476">
                  <c:v>1971.6535775493194</c:v>
                </c:pt>
                <c:pt idx="1477">
                  <c:v>1971.6535775493194</c:v>
                </c:pt>
                <c:pt idx="1478">
                  <c:v>1971.6535775493194</c:v>
                </c:pt>
                <c:pt idx="1479">
                  <c:v>1971.6535775493194</c:v>
                </c:pt>
                <c:pt idx="1480">
                  <c:v>1971.6535775493194</c:v>
                </c:pt>
                <c:pt idx="1481">
                  <c:v>1971.6535775493194</c:v>
                </c:pt>
                <c:pt idx="1482">
                  <c:v>1971.6535775493194</c:v>
                </c:pt>
                <c:pt idx="1483">
                  <c:v>1971.6535775493194</c:v>
                </c:pt>
                <c:pt idx="1484">
                  <c:v>1971.6535775493194</c:v>
                </c:pt>
                <c:pt idx="1485">
                  <c:v>1971.6535775493194</c:v>
                </c:pt>
                <c:pt idx="1486">
                  <c:v>1971.6535775493194</c:v>
                </c:pt>
                <c:pt idx="1487">
                  <c:v>1971.6535775493194</c:v>
                </c:pt>
                <c:pt idx="1488">
                  <c:v>1971.6535775493194</c:v>
                </c:pt>
                <c:pt idx="1489">
                  <c:v>1971.6535775493194</c:v>
                </c:pt>
                <c:pt idx="1490">
                  <c:v>1971.6535775493194</c:v>
                </c:pt>
                <c:pt idx="1491">
                  <c:v>1988.1855617752776</c:v>
                </c:pt>
                <c:pt idx="1492">
                  <c:v>1988.1855617752776</c:v>
                </c:pt>
                <c:pt idx="1493">
                  <c:v>1988.1855617752776</c:v>
                </c:pt>
                <c:pt idx="1494">
                  <c:v>1988.1855617752776</c:v>
                </c:pt>
                <c:pt idx="1495">
                  <c:v>1988.1855617752776</c:v>
                </c:pt>
                <c:pt idx="1496">
                  <c:v>1988.1855617752776</c:v>
                </c:pt>
                <c:pt idx="1497">
                  <c:v>1988.1855617752776</c:v>
                </c:pt>
                <c:pt idx="1498">
                  <c:v>1988.1855617752776</c:v>
                </c:pt>
                <c:pt idx="1499">
                  <c:v>1988.1855617752776</c:v>
                </c:pt>
                <c:pt idx="1500">
                  <c:v>1988.1855617752776</c:v>
                </c:pt>
                <c:pt idx="1501">
                  <c:v>1988.1855617752776</c:v>
                </c:pt>
                <c:pt idx="1502">
                  <c:v>1988.1855617752776</c:v>
                </c:pt>
                <c:pt idx="1503">
                  <c:v>1988.1855617752776</c:v>
                </c:pt>
                <c:pt idx="1504">
                  <c:v>1988.1855617752776</c:v>
                </c:pt>
                <c:pt idx="1505">
                  <c:v>1988.1855617752776</c:v>
                </c:pt>
                <c:pt idx="1506">
                  <c:v>1988.1855617752776</c:v>
                </c:pt>
                <c:pt idx="1507">
                  <c:v>1988.1855617752776</c:v>
                </c:pt>
                <c:pt idx="1508">
                  <c:v>1988.1855617752776</c:v>
                </c:pt>
                <c:pt idx="1509">
                  <c:v>1988.1855617752776</c:v>
                </c:pt>
                <c:pt idx="1510">
                  <c:v>1988.1855617752776</c:v>
                </c:pt>
                <c:pt idx="1511">
                  <c:v>1988.1855617752776</c:v>
                </c:pt>
                <c:pt idx="1512">
                  <c:v>1988.1855617752776</c:v>
                </c:pt>
                <c:pt idx="1513">
                  <c:v>1988.1855617752776</c:v>
                </c:pt>
                <c:pt idx="1514">
                  <c:v>1988.1855617752776</c:v>
                </c:pt>
                <c:pt idx="1515">
                  <c:v>1988.1855617752776</c:v>
                </c:pt>
                <c:pt idx="1516">
                  <c:v>1988.1855617752776</c:v>
                </c:pt>
                <c:pt idx="1517">
                  <c:v>1988.1855617752776</c:v>
                </c:pt>
                <c:pt idx="1518">
                  <c:v>1988.1855617752776</c:v>
                </c:pt>
                <c:pt idx="1519">
                  <c:v>1988.1855617752776</c:v>
                </c:pt>
                <c:pt idx="1520">
                  <c:v>1988.1855617752776</c:v>
                </c:pt>
                <c:pt idx="1521">
                  <c:v>#N/A</c:v>
                </c:pt>
                <c:pt idx="1522">
                  <c:v>#N/A</c:v>
                </c:pt>
                <c:pt idx="1523">
                  <c:v>#N/A</c:v>
                </c:pt>
                <c:pt idx="1524">
                  <c:v>#N/A</c:v>
                </c:pt>
                <c:pt idx="1525">
                  <c:v>#N/A</c:v>
                </c:pt>
                <c:pt idx="1526">
                  <c:v>#N/A</c:v>
                </c:pt>
                <c:pt idx="1527">
                  <c:v>#N/A</c:v>
                </c:pt>
                <c:pt idx="1528">
                  <c:v>#N/A</c:v>
                </c:pt>
                <c:pt idx="1529">
                  <c:v>#N/A</c:v>
                </c:pt>
                <c:pt idx="1530">
                  <c:v>#N/A</c:v>
                </c:pt>
                <c:pt idx="1531">
                  <c:v>#N/A</c:v>
                </c:pt>
                <c:pt idx="1532">
                  <c:v>#N/A</c:v>
                </c:pt>
                <c:pt idx="1533">
                  <c:v>#N/A</c:v>
                </c:pt>
                <c:pt idx="1534">
                  <c:v>#N/A</c:v>
                </c:pt>
                <c:pt idx="1535">
                  <c:v>#N/A</c:v>
                </c:pt>
                <c:pt idx="1536">
                  <c:v>#N/A</c:v>
                </c:pt>
                <c:pt idx="1537">
                  <c:v>#N/A</c:v>
                </c:pt>
                <c:pt idx="1538">
                  <c:v>#N/A</c:v>
                </c:pt>
                <c:pt idx="1539">
                  <c:v>#N/A</c:v>
                </c:pt>
                <c:pt idx="1540">
                  <c:v>#N/A</c:v>
                </c:pt>
                <c:pt idx="1541">
                  <c:v>#N/A</c:v>
                </c:pt>
                <c:pt idx="1542">
                  <c:v>#N/A</c:v>
                </c:pt>
                <c:pt idx="1543">
                  <c:v>#N/A</c:v>
                </c:pt>
                <c:pt idx="1544">
                  <c:v>#N/A</c:v>
                </c:pt>
                <c:pt idx="1545">
                  <c:v>#N/A</c:v>
                </c:pt>
                <c:pt idx="1546">
                  <c:v>#N/A</c:v>
                </c:pt>
                <c:pt idx="1547">
                  <c:v>#N/A</c:v>
                </c:pt>
                <c:pt idx="1548">
                  <c:v>#N/A</c:v>
                </c:pt>
                <c:pt idx="1549">
                  <c:v>#N/A</c:v>
                </c:pt>
                <c:pt idx="1550">
                  <c:v>#N/A</c:v>
                </c:pt>
                <c:pt idx="1551">
                  <c:v>#N/A</c:v>
                </c:pt>
                <c:pt idx="1552">
                  <c:v>#N/A</c:v>
                </c:pt>
                <c:pt idx="1553">
                  <c:v>#N/A</c:v>
                </c:pt>
                <c:pt idx="1554">
                  <c:v>#N/A</c:v>
                </c:pt>
                <c:pt idx="1555">
                  <c:v>#N/A</c:v>
                </c:pt>
                <c:pt idx="1556">
                  <c:v>#N/A</c:v>
                </c:pt>
                <c:pt idx="1557">
                  <c:v>#N/A</c:v>
                </c:pt>
                <c:pt idx="1558">
                  <c:v>#N/A</c:v>
                </c:pt>
                <c:pt idx="1559">
                  <c:v>#N/A</c:v>
                </c:pt>
                <c:pt idx="1560">
                  <c:v>#N/A</c:v>
                </c:pt>
                <c:pt idx="1561">
                  <c:v>#N/A</c:v>
                </c:pt>
                <c:pt idx="1562">
                  <c:v>#N/A</c:v>
                </c:pt>
                <c:pt idx="1563">
                  <c:v>#N/A</c:v>
                </c:pt>
                <c:pt idx="1564">
                  <c:v>#N/A</c:v>
                </c:pt>
                <c:pt idx="1565">
                  <c:v>#N/A</c:v>
                </c:pt>
                <c:pt idx="1566">
                  <c:v>#N/A</c:v>
                </c:pt>
                <c:pt idx="1567">
                  <c:v>#N/A</c:v>
                </c:pt>
                <c:pt idx="1568">
                  <c:v>#N/A</c:v>
                </c:pt>
                <c:pt idx="1569">
                  <c:v>#N/A</c:v>
                </c:pt>
                <c:pt idx="1570">
                  <c:v>#N/A</c:v>
                </c:pt>
                <c:pt idx="1571">
                  <c:v>#N/A</c:v>
                </c:pt>
                <c:pt idx="1572">
                  <c:v>#N/A</c:v>
                </c:pt>
                <c:pt idx="1573">
                  <c:v>#N/A</c:v>
                </c:pt>
                <c:pt idx="1574">
                  <c:v>#N/A</c:v>
                </c:pt>
                <c:pt idx="1575">
                  <c:v>#N/A</c:v>
                </c:pt>
                <c:pt idx="1576">
                  <c:v>#N/A</c:v>
                </c:pt>
                <c:pt idx="1577">
                  <c:v>#N/A</c:v>
                </c:pt>
                <c:pt idx="1578">
                  <c:v>#N/A</c:v>
                </c:pt>
                <c:pt idx="1579">
                  <c:v>#N/A</c:v>
                </c:pt>
                <c:pt idx="1580">
                  <c:v>#N/A</c:v>
                </c:pt>
                <c:pt idx="1581">
                  <c:v>#N/A</c:v>
                </c:pt>
                <c:pt idx="1582">
                  <c:v>#N/A</c:v>
                </c:pt>
                <c:pt idx="1583">
                  <c:v>#N/A</c:v>
                </c:pt>
                <c:pt idx="1584">
                  <c:v>#N/A</c:v>
                </c:pt>
                <c:pt idx="1585">
                  <c:v>#N/A</c:v>
                </c:pt>
                <c:pt idx="1586">
                  <c:v>#N/A</c:v>
                </c:pt>
                <c:pt idx="1587">
                  <c:v>#N/A</c:v>
                </c:pt>
                <c:pt idx="1588">
                  <c:v>#N/A</c:v>
                </c:pt>
                <c:pt idx="1589">
                  <c:v>#N/A</c:v>
                </c:pt>
                <c:pt idx="1590">
                  <c:v>#N/A</c:v>
                </c:pt>
                <c:pt idx="1591">
                  <c:v>#N/A</c:v>
                </c:pt>
                <c:pt idx="1592">
                  <c:v>#N/A</c:v>
                </c:pt>
                <c:pt idx="1593">
                  <c:v>#N/A</c:v>
                </c:pt>
                <c:pt idx="1594">
                  <c:v>#N/A</c:v>
                </c:pt>
                <c:pt idx="1595">
                  <c:v>#N/A</c:v>
                </c:pt>
                <c:pt idx="1596">
                  <c:v>#N/A</c:v>
                </c:pt>
                <c:pt idx="1597">
                  <c:v>#N/A</c:v>
                </c:pt>
                <c:pt idx="1598">
                  <c:v>#N/A</c:v>
                </c:pt>
                <c:pt idx="1599">
                  <c:v>#N/A</c:v>
                </c:pt>
                <c:pt idx="1600">
                  <c:v>#N/A</c:v>
                </c:pt>
                <c:pt idx="1601">
                  <c:v>#N/A</c:v>
                </c:pt>
                <c:pt idx="1602">
                  <c:v>#N/A</c:v>
                </c:pt>
                <c:pt idx="1603">
                  <c:v>#N/A</c:v>
                </c:pt>
                <c:pt idx="1604">
                  <c:v>#N/A</c:v>
                </c:pt>
                <c:pt idx="1605">
                  <c:v>#N/A</c:v>
                </c:pt>
                <c:pt idx="1606">
                  <c:v>#N/A</c:v>
                </c:pt>
                <c:pt idx="1607">
                  <c:v>#N/A</c:v>
                </c:pt>
                <c:pt idx="1608">
                  <c:v>#N/A</c:v>
                </c:pt>
                <c:pt idx="1609">
                  <c:v>#N/A</c:v>
                </c:pt>
                <c:pt idx="1610">
                  <c:v>#N/A</c:v>
                </c:pt>
                <c:pt idx="1611">
                  <c:v>#N/A</c:v>
                </c:pt>
                <c:pt idx="1612">
                  <c:v>#N/A</c:v>
                </c:pt>
                <c:pt idx="1613">
                  <c:v>#N/A</c:v>
                </c:pt>
                <c:pt idx="1614">
                  <c:v>#N/A</c:v>
                </c:pt>
                <c:pt idx="1615">
                  <c:v>#N/A</c:v>
                </c:pt>
                <c:pt idx="1616">
                  <c:v>#N/A</c:v>
                </c:pt>
                <c:pt idx="1617">
                  <c:v>#N/A</c:v>
                </c:pt>
                <c:pt idx="1618">
                  <c:v>#N/A</c:v>
                </c:pt>
                <c:pt idx="1619">
                  <c:v>#N/A</c:v>
                </c:pt>
                <c:pt idx="1620">
                  <c:v>#N/A</c:v>
                </c:pt>
                <c:pt idx="1621">
                  <c:v>#N/A</c:v>
                </c:pt>
                <c:pt idx="1622">
                  <c:v>#N/A</c:v>
                </c:pt>
                <c:pt idx="1623">
                  <c:v>#N/A</c:v>
                </c:pt>
                <c:pt idx="1624">
                  <c:v>#N/A</c:v>
                </c:pt>
                <c:pt idx="1625">
                  <c:v>#N/A</c:v>
                </c:pt>
                <c:pt idx="1626">
                  <c:v>#N/A</c:v>
                </c:pt>
                <c:pt idx="1627">
                  <c:v>#N/A</c:v>
                </c:pt>
                <c:pt idx="1628">
                  <c:v>#N/A</c:v>
                </c:pt>
                <c:pt idx="1629">
                  <c:v>#N/A</c:v>
                </c:pt>
                <c:pt idx="1630">
                  <c:v>#N/A</c:v>
                </c:pt>
                <c:pt idx="1631">
                  <c:v>#N/A</c:v>
                </c:pt>
                <c:pt idx="1632">
                  <c:v>#N/A</c:v>
                </c:pt>
                <c:pt idx="1633">
                  <c:v>#N/A</c:v>
                </c:pt>
                <c:pt idx="1634">
                  <c:v>#N/A</c:v>
                </c:pt>
                <c:pt idx="1635">
                  <c:v>#N/A</c:v>
                </c:pt>
                <c:pt idx="1636">
                  <c:v>#N/A</c:v>
                </c:pt>
                <c:pt idx="1637">
                  <c:v>#N/A</c:v>
                </c:pt>
                <c:pt idx="1638">
                  <c:v>#N/A</c:v>
                </c:pt>
                <c:pt idx="1639">
                  <c:v>#N/A</c:v>
                </c:pt>
                <c:pt idx="1640">
                  <c:v>#N/A</c:v>
                </c:pt>
                <c:pt idx="1641">
                  <c:v>#N/A</c:v>
                </c:pt>
                <c:pt idx="1642">
                  <c:v>#N/A</c:v>
                </c:pt>
                <c:pt idx="1643">
                  <c:v>#N/A</c:v>
                </c:pt>
                <c:pt idx="1644">
                  <c:v>#N/A</c:v>
                </c:pt>
                <c:pt idx="1645">
                  <c:v>#N/A</c:v>
                </c:pt>
                <c:pt idx="1646">
                  <c:v>#N/A</c:v>
                </c:pt>
                <c:pt idx="1647">
                  <c:v>#N/A</c:v>
                </c:pt>
                <c:pt idx="1648">
                  <c:v>#N/A</c:v>
                </c:pt>
                <c:pt idx="1649">
                  <c:v>#N/A</c:v>
                </c:pt>
                <c:pt idx="1650">
                  <c:v>#N/A</c:v>
                </c:pt>
                <c:pt idx="1651">
                  <c:v>#N/A</c:v>
                </c:pt>
                <c:pt idx="1652">
                  <c:v>#N/A</c:v>
                </c:pt>
                <c:pt idx="1653">
                  <c:v>#N/A</c:v>
                </c:pt>
                <c:pt idx="1654">
                  <c:v>#N/A</c:v>
                </c:pt>
                <c:pt idx="1655">
                  <c:v>#N/A</c:v>
                </c:pt>
                <c:pt idx="1656">
                  <c:v>#N/A</c:v>
                </c:pt>
                <c:pt idx="1657">
                  <c:v>#N/A</c:v>
                </c:pt>
                <c:pt idx="1658">
                  <c:v>#N/A</c:v>
                </c:pt>
                <c:pt idx="1659">
                  <c:v>#N/A</c:v>
                </c:pt>
                <c:pt idx="1660">
                  <c:v>#N/A</c:v>
                </c:pt>
                <c:pt idx="1661">
                  <c:v>#N/A</c:v>
                </c:pt>
                <c:pt idx="1662">
                  <c:v>#N/A</c:v>
                </c:pt>
                <c:pt idx="1663">
                  <c:v>#N/A</c:v>
                </c:pt>
                <c:pt idx="1664">
                  <c:v>#N/A</c:v>
                </c:pt>
                <c:pt idx="1665">
                  <c:v>#N/A</c:v>
                </c:pt>
                <c:pt idx="1666">
                  <c:v>#N/A</c:v>
                </c:pt>
                <c:pt idx="1667">
                  <c:v>#N/A</c:v>
                </c:pt>
                <c:pt idx="1668">
                  <c:v>#N/A</c:v>
                </c:pt>
                <c:pt idx="1669">
                  <c:v>#N/A</c:v>
                </c:pt>
                <c:pt idx="1670">
                  <c:v>#N/A</c:v>
                </c:pt>
                <c:pt idx="1671">
                  <c:v>#N/A</c:v>
                </c:pt>
                <c:pt idx="1672">
                  <c:v>#N/A</c:v>
                </c:pt>
                <c:pt idx="1673">
                  <c:v>#N/A</c:v>
                </c:pt>
                <c:pt idx="1674">
                  <c:v>#N/A</c:v>
                </c:pt>
                <c:pt idx="1675">
                  <c:v>#N/A</c:v>
                </c:pt>
                <c:pt idx="1676">
                  <c:v>#N/A</c:v>
                </c:pt>
                <c:pt idx="1677">
                  <c:v>#N/A</c:v>
                </c:pt>
                <c:pt idx="1678">
                  <c:v>#N/A</c:v>
                </c:pt>
                <c:pt idx="1679">
                  <c:v>#N/A</c:v>
                </c:pt>
                <c:pt idx="1680">
                  <c:v>#N/A</c:v>
                </c:pt>
                <c:pt idx="1681">
                  <c:v>#N/A</c:v>
                </c:pt>
                <c:pt idx="1682">
                  <c:v>#N/A</c:v>
                </c:pt>
                <c:pt idx="1683">
                  <c:v>#N/A</c:v>
                </c:pt>
                <c:pt idx="1684">
                  <c:v>#N/A</c:v>
                </c:pt>
                <c:pt idx="1685">
                  <c:v>#N/A</c:v>
                </c:pt>
                <c:pt idx="1686">
                  <c:v>#N/A</c:v>
                </c:pt>
                <c:pt idx="1687">
                  <c:v>#N/A</c:v>
                </c:pt>
                <c:pt idx="1688">
                  <c:v>#N/A</c:v>
                </c:pt>
                <c:pt idx="1689">
                  <c:v>#N/A</c:v>
                </c:pt>
                <c:pt idx="1690">
                  <c:v>#N/A</c:v>
                </c:pt>
                <c:pt idx="1691">
                  <c:v>#N/A</c:v>
                </c:pt>
                <c:pt idx="1692">
                  <c:v>#N/A</c:v>
                </c:pt>
                <c:pt idx="1693">
                  <c:v>#N/A</c:v>
                </c:pt>
                <c:pt idx="1694">
                  <c:v>#N/A</c:v>
                </c:pt>
                <c:pt idx="1695">
                  <c:v>#N/A</c:v>
                </c:pt>
                <c:pt idx="1696">
                  <c:v>#N/A</c:v>
                </c:pt>
                <c:pt idx="1697">
                  <c:v>#N/A</c:v>
                </c:pt>
                <c:pt idx="1698">
                  <c:v>#N/A</c:v>
                </c:pt>
                <c:pt idx="1699">
                  <c:v>#N/A</c:v>
                </c:pt>
                <c:pt idx="1700">
                  <c:v>#N/A</c:v>
                </c:pt>
                <c:pt idx="1701">
                  <c:v>#N/A</c:v>
                </c:pt>
                <c:pt idx="1702">
                  <c:v>#N/A</c:v>
                </c:pt>
                <c:pt idx="1703">
                  <c:v>#N/A</c:v>
                </c:pt>
                <c:pt idx="1704">
                  <c:v>#N/A</c:v>
                </c:pt>
                <c:pt idx="1705">
                  <c:v>#N/A</c:v>
                </c:pt>
                <c:pt idx="1706">
                  <c:v>#N/A</c:v>
                </c:pt>
                <c:pt idx="1707">
                  <c:v>#N/A</c:v>
                </c:pt>
                <c:pt idx="1708">
                  <c:v>#N/A</c:v>
                </c:pt>
                <c:pt idx="1709">
                  <c:v>#N/A</c:v>
                </c:pt>
                <c:pt idx="1710">
                  <c:v>#N/A</c:v>
                </c:pt>
                <c:pt idx="1711">
                  <c:v>#N/A</c:v>
                </c:pt>
                <c:pt idx="1712">
                  <c:v>#N/A</c:v>
                </c:pt>
                <c:pt idx="1713">
                  <c:v>#N/A</c:v>
                </c:pt>
                <c:pt idx="1714">
                  <c:v>#N/A</c:v>
                </c:pt>
                <c:pt idx="1715">
                  <c:v>#N/A</c:v>
                </c:pt>
                <c:pt idx="1716">
                  <c:v>#N/A</c:v>
                </c:pt>
                <c:pt idx="1717">
                  <c:v>#N/A</c:v>
                </c:pt>
                <c:pt idx="1718">
                  <c:v>#N/A</c:v>
                </c:pt>
                <c:pt idx="1719">
                  <c:v>#N/A</c:v>
                </c:pt>
                <c:pt idx="1720">
                  <c:v>#N/A</c:v>
                </c:pt>
                <c:pt idx="1721">
                  <c:v>#N/A</c:v>
                </c:pt>
                <c:pt idx="1722">
                  <c:v>#N/A</c:v>
                </c:pt>
                <c:pt idx="1723">
                  <c:v>#N/A</c:v>
                </c:pt>
                <c:pt idx="1724">
                  <c:v>#N/A</c:v>
                </c:pt>
                <c:pt idx="1725">
                  <c:v>#N/A</c:v>
                </c:pt>
                <c:pt idx="1726">
                  <c:v>#N/A</c:v>
                </c:pt>
                <c:pt idx="1727">
                  <c:v>#N/A</c:v>
                </c:pt>
                <c:pt idx="1728">
                  <c:v>#N/A</c:v>
                </c:pt>
                <c:pt idx="1729">
                  <c:v>#N/A</c:v>
                </c:pt>
                <c:pt idx="1730">
                  <c:v>#N/A</c:v>
                </c:pt>
                <c:pt idx="1731">
                  <c:v>#N/A</c:v>
                </c:pt>
                <c:pt idx="1732">
                  <c:v>#N/A</c:v>
                </c:pt>
                <c:pt idx="1733">
                  <c:v>#N/A</c:v>
                </c:pt>
                <c:pt idx="1734">
                  <c:v>#N/A</c:v>
                </c:pt>
                <c:pt idx="1735">
                  <c:v>#N/A</c:v>
                </c:pt>
                <c:pt idx="1736">
                  <c:v>#N/A</c:v>
                </c:pt>
                <c:pt idx="1737">
                  <c:v>#N/A</c:v>
                </c:pt>
                <c:pt idx="1738">
                  <c:v>#N/A</c:v>
                </c:pt>
                <c:pt idx="1739">
                  <c:v>#N/A</c:v>
                </c:pt>
                <c:pt idx="1740">
                  <c:v>#N/A</c:v>
                </c:pt>
                <c:pt idx="1741">
                  <c:v>#N/A</c:v>
                </c:pt>
                <c:pt idx="1742">
                  <c:v>#N/A</c:v>
                </c:pt>
                <c:pt idx="1743">
                  <c:v>#N/A</c:v>
                </c:pt>
                <c:pt idx="1744">
                  <c:v>#N/A</c:v>
                </c:pt>
                <c:pt idx="1745">
                  <c:v>#N/A</c:v>
                </c:pt>
                <c:pt idx="1746">
                  <c:v>#N/A</c:v>
                </c:pt>
                <c:pt idx="1747">
                  <c:v>#N/A</c:v>
                </c:pt>
                <c:pt idx="1748">
                  <c:v>#N/A</c:v>
                </c:pt>
                <c:pt idx="1749">
                  <c:v>#N/A</c:v>
                </c:pt>
                <c:pt idx="1750">
                  <c:v>#N/A</c:v>
                </c:pt>
                <c:pt idx="1751">
                  <c:v>#N/A</c:v>
                </c:pt>
                <c:pt idx="1752">
                  <c:v>#N/A</c:v>
                </c:pt>
                <c:pt idx="1753">
                  <c:v>#N/A</c:v>
                </c:pt>
                <c:pt idx="1754">
                  <c:v>#N/A</c:v>
                </c:pt>
                <c:pt idx="1755">
                  <c:v>#N/A</c:v>
                </c:pt>
                <c:pt idx="1756">
                  <c:v>#N/A</c:v>
                </c:pt>
                <c:pt idx="1757">
                  <c:v>#N/A</c:v>
                </c:pt>
                <c:pt idx="1758">
                  <c:v>#N/A</c:v>
                </c:pt>
                <c:pt idx="1759">
                  <c:v>#N/A</c:v>
                </c:pt>
                <c:pt idx="1760">
                  <c:v>#N/A</c:v>
                </c:pt>
                <c:pt idx="1761">
                  <c:v>#N/A</c:v>
                </c:pt>
                <c:pt idx="1762">
                  <c:v>#N/A</c:v>
                </c:pt>
                <c:pt idx="1763">
                  <c:v>#N/A</c:v>
                </c:pt>
                <c:pt idx="1764">
                  <c:v>#N/A</c:v>
                </c:pt>
                <c:pt idx="1765">
                  <c:v>#N/A</c:v>
                </c:pt>
                <c:pt idx="1766">
                  <c:v>#N/A</c:v>
                </c:pt>
                <c:pt idx="1767">
                  <c:v>#N/A</c:v>
                </c:pt>
                <c:pt idx="1768">
                  <c:v>#N/A</c:v>
                </c:pt>
                <c:pt idx="1769">
                  <c:v>#N/A</c:v>
                </c:pt>
                <c:pt idx="1770">
                  <c:v>#N/A</c:v>
                </c:pt>
                <c:pt idx="1771">
                  <c:v>#N/A</c:v>
                </c:pt>
                <c:pt idx="1772">
                  <c:v>#N/A</c:v>
                </c:pt>
                <c:pt idx="1773">
                  <c:v>#N/A</c:v>
                </c:pt>
                <c:pt idx="1774">
                  <c:v>#N/A</c:v>
                </c:pt>
                <c:pt idx="1775">
                  <c:v>#N/A</c:v>
                </c:pt>
                <c:pt idx="1776">
                  <c:v>#N/A</c:v>
                </c:pt>
                <c:pt idx="1777">
                  <c:v>#N/A</c:v>
                </c:pt>
                <c:pt idx="1778">
                  <c:v>#N/A</c:v>
                </c:pt>
                <c:pt idx="1779">
                  <c:v>#N/A</c:v>
                </c:pt>
                <c:pt idx="1780">
                  <c:v>#N/A</c:v>
                </c:pt>
                <c:pt idx="1781">
                  <c:v>#N/A</c:v>
                </c:pt>
                <c:pt idx="1782">
                  <c:v>#N/A</c:v>
                </c:pt>
                <c:pt idx="1783">
                  <c:v>#N/A</c:v>
                </c:pt>
                <c:pt idx="1784">
                  <c:v>#N/A</c:v>
                </c:pt>
                <c:pt idx="1785">
                  <c:v>#N/A</c:v>
                </c:pt>
                <c:pt idx="1786">
                  <c:v>#N/A</c:v>
                </c:pt>
                <c:pt idx="1787">
                  <c:v>#N/A</c:v>
                </c:pt>
                <c:pt idx="1788">
                  <c:v>#N/A</c:v>
                </c:pt>
                <c:pt idx="1789">
                  <c:v>#N/A</c:v>
                </c:pt>
                <c:pt idx="1790">
                  <c:v>#N/A</c:v>
                </c:pt>
                <c:pt idx="1791">
                  <c:v>#N/A</c:v>
                </c:pt>
                <c:pt idx="1792">
                  <c:v>#N/A</c:v>
                </c:pt>
                <c:pt idx="1793">
                  <c:v>#N/A</c:v>
                </c:pt>
                <c:pt idx="1794">
                  <c:v>#N/A</c:v>
                </c:pt>
                <c:pt idx="1795">
                  <c:v>#N/A</c:v>
                </c:pt>
                <c:pt idx="1796">
                  <c:v>#N/A</c:v>
                </c:pt>
                <c:pt idx="1797">
                  <c:v>#N/A</c:v>
                </c:pt>
                <c:pt idx="1798">
                  <c:v>#N/A</c:v>
                </c:pt>
                <c:pt idx="1799">
                  <c:v>#N/A</c:v>
                </c:pt>
                <c:pt idx="1800">
                  <c:v>#N/A</c:v>
                </c:pt>
                <c:pt idx="1801">
                  <c:v>#N/A</c:v>
                </c:pt>
                <c:pt idx="1802">
                  <c:v>#N/A</c:v>
                </c:pt>
                <c:pt idx="1803">
                  <c:v>#N/A</c:v>
                </c:pt>
                <c:pt idx="1804">
                  <c:v>#N/A</c:v>
                </c:pt>
                <c:pt idx="1805">
                  <c:v>#N/A</c:v>
                </c:pt>
                <c:pt idx="1806">
                  <c:v>#N/A</c:v>
                </c:pt>
                <c:pt idx="1807">
                  <c:v>#N/A</c:v>
                </c:pt>
                <c:pt idx="1808">
                  <c:v>#N/A</c:v>
                </c:pt>
                <c:pt idx="1809">
                  <c:v>#N/A</c:v>
                </c:pt>
                <c:pt idx="1810">
                  <c:v>#N/A</c:v>
                </c:pt>
                <c:pt idx="1811">
                  <c:v>#N/A</c:v>
                </c:pt>
                <c:pt idx="1812">
                  <c:v>#N/A</c:v>
                </c:pt>
                <c:pt idx="1813">
                  <c:v>#N/A</c:v>
                </c:pt>
                <c:pt idx="1814">
                  <c:v>#N/A</c:v>
                </c:pt>
                <c:pt idx="1815">
                  <c:v>#N/A</c:v>
                </c:pt>
                <c:pt idx="1816">
                  <c:v>#N/A</c:v>
                </c:pt>
                <c:pt idx="1817">
                  <c:v>#N/A</c:v>
                </c:pt>
                <c:pt idx="1818">
                  <c:v>#N/A</c:v>
                </c:pt>
                <c:pt idx="1819">
                  <c:v>#N/A</c:v>
                </c:pt>
                <c:pt idx="1820">
                  <c:v>#N/A</c:v>
                </c:pt>
                <c:pt idx="1821">
                  <c:v>#N/A</c:v>
                </c:pt>
                <c:pt idx="1822">
                  <c:v>#N/A</c:v>
                </c:pt>
                <c:pt idx="1823">
                  <c:v>#N/A</c:v>
                </c:pt>
                <c:pt idx="1824">
                  <c:v>#N/A</c:v>
                </c:pt>
                <c:pt idx="1825">
                  <c:v>#N/A</c:v>
                </c:pt>
                <c:pt idx="1826">
                  <c:v>#N/A</c:v>
                </c:pt>
                <c:pt idx="1827">
                  <c:v>#N/A</c:v>
                </c:pt>
                <c:pt idx="1828">
                  <c:v>#N/A</c:v>
                </c:pt>
                <c:pt idx="1829">
                  <c:v>#N/A</c:v>
                </c:pt>
                <c:pt idx="1830">
                  <c:v>#N/A</c:v>
                </c:pt>
                <c:pt idx="1831">
                  <c:v>#N/A</c:v>
                </c:pt>
                <c:pt idx="1832">
                  <c:v>#N/A</c:v>
                </c:pt>
                <c:pt idx="1833">
                  <c:v>#N/A</c:v>
                </c:pt>
                <c:pt idx="1834">
                  <c:v>#N/A</c:v>
                </c:pt>
                <c:pt idx="1835">
                  <c:v>#N/A</c:v>
                </c:pt>
                <c:pt idx="1836">
                  <c:v>#N/A</c:v>
                </c:pt>
                <c:pt idx="1837">
                  <c:v>#N/A</c:v>
                </c:pt>
                <c:pt idx="1838">
                  <c:v>#N/A</c:v>
                </c:pt>
                <c:pt idx="1839">
                  <c:v>#N/A</c:v>
                </c:pt>
                <c:pt idx="1840">
                  <c:v>#N/A</c:v>
                </c:pt>
                <c:pt idx="1841">
                  <c:v>#N/A</c:v>
                </c:pt>
                <c:pt idx="1842">
                  <c:v>#N/A</c:v>
                </c:pt>
                <c:pt idx="1843">
                  <c:v>#N/A</c:v>
                </c:pt>
                <c:pt idx="1844">
                  <c:v>#N/A</c:v>
                </c:pt>
                <c:pt idx="1845">
                  <c:v>#N/A</c:v>
                </c:pt>
                <c:pt idx="1846">
                  <c:v>#N/A</c:v>
                </c:pt>
                <c:pt idx="1847">
                  <c:v>#N/A</c:v>
                </c:pt>
                <c:pt idx="1848">
                  <c:v>#N/A</c:v>
                </c:pt>
                <c:pt idx="1849">
                  <c:v>#N/A</c:v>
                </c:pt>
                <c:pt idx="1850">
                  <c:v>#N/A</c:v>
                </c:pt>
                <c:pt idx="1851">
                  <c:v>#N/A</c:v>
                </c:pt>
                <c:pt idx="1852">
                  <c:v>#N/A</c:v>
                </c:pt>
                <c:pt idx="1853">
                  <c:v>#N/A</c:v>
                </c:pt>
                <c:pt idx="1854">
                  <c:v>#N/A</c:v>
                </c:pt>
                <c:pt idx="1855">
                  <c:v>#N/A</c:v>
                </c:pt>
                <c:pt idx="1856">
                  <c:v>#N/A</c:v>
                </c:pt>
                <c:pt idx="1857">
                  <c:v>#N/A</c:v>
                </c:pt>
                <c:pt idx="1858">
                  <c:v>#N/A</c:v>
                </c:pt>
                <c:pt idx="1859">
                  <c:v>#N/A</c:v>
                </c:pt>
                <c:pt idx="1860">
                  <c:v>#N/A</c:v>
                </c:pt>
                <c:pt idx="1861">
                  <c:v>#N/A</c:v>
                </c:pt>
                <c:pt idx="1862">
                  <c:v>#N/A</c:v>
                </c:pt>
                <c:pt idx="1863">
                  <c:v>#N/A</c:v>
                </c:pt>
                <c:pt idx="1864">
                  <c:v>#N/A</c:v>
                </c:pt>
                <c:pt idx="1865">
                  <c:v>#N/A</c:v>
                </c:pt>
                <c:pt idx="1866">
                  <c:v>#N/A</c:v>
                </c:pt>
                <c:pt idx="1867">
                  <c:v>#N/A</c:v>
                </c:pt>
                <c:pt idx="1868">
                  <c:v>#N/A</c:v>
                </c:pt>
                <c:pt idx="1869">
                  <c:v>#N/A</c:v>
                </c:pt>
                <c:pt idx="1870">
                  <c:v>2122.3019837923962</c:v>
                </c:pt>
                <c:pt idx="1871">
                  <c:v>2122.3019837923962</c:v>
                </c:pt>
                <c:pt idx="1872">
                  <c:v>2122.3019837923962</c:v>
                </c:pt>
                <c:pt idx="1873">
                  <c:v>2122.3019837923962</c:v>
                </c:pt>
                <c:pt idx="1874">
                  <c:v>2122.3019837923962</c:v>
                </c:pt>
                <c:pt idx="1875">
                  <c:v>2122.3019837923962</c:v>
                </c:pt>
                <c:pt idx="1876">
                  <c:v>#N/A</c:v>
                </c:pt>
                <c:pt idx="1877">
                  <c:v>#N/A</c:v>
                </c:pt>
                <c:pt idx="1878">
                  <c:v>#N/A</c:v>
                </c:pt>
                <c:pt idx="1879">
                  <c:v>#N/A</c:v>
                </c:pt>
                <c:pt idx="1880">
                  <c:v>#N/A</c:v>
                </c:pt>
                <c:pt idx="1881">
                  <c:v>#N/A</c:v>
                </c:pt>
                <c:pt idx="1882">
                  <c:v>#N/A</c:v>
                </c:pt>
                <c:pt idx="1883">
                  <c:v>#N/A</c:v>
                </c:pt>
                <c:pt idx="1884">
                  <c:v>#N/A</c:v>
                </c:pt>
                <c:pt idx="1885">
                  <c:v>#N/A</c:v>
                </c:pt>
                <c:pt idx="1886">
                  <c:v>#N/A</c:v>
                </c:pt>
                <c:pt idx="1887">
                  <c:v>#N/A</c:v>
                </c:pt>
                <c:pt idx="1888">
                  <c:v>#N/A</c:v>
                </c:pt>
                <c:pt idx="1889">
                  <c:v>#N/A</c:v>
                </c:pt>
                <c:pt idx="1890">
                  <c:v>#N/A</c:v>
                </c:pt>
                <c:pt idx="1891">
                  <c:v>#N/A</c:v>
                </c:pt>
                <c:pt idx="1892">
                  <c:v>#N/A</c:v>
                </c:pt>
                <c:pt idx="1893">
                  <c:v>#N/A</c:v>
                </c:pt>
                <c:pt idx="1894">
                  <c:v>#N/A</c:v>
                </c:pt>
                <c:pt idx="1895">
                  <c:v>#N/A</c:v>
                </c:pt>
                <c:pt idx="1896">
                  <c:v>#N/A</c:v>
                </c:pt>
                <c:pt idx="1897">
                  <c:v>#N/A</c:v>
                </c:pt>
                <c:pt idx="1898">
                  <c:v>#N/A</c:v>
                </c:pt>
                <c:pt idx="1899">
                  <c:v>#N/A</c:v>
                </c:pt>
                <c:pt idx="1900">
                  <c:v>#N/A</c:v>
                </c:pt>
                <c:pt idx="1901">
                  <c:v>2186.5650201447847</c:v>
                </c:pt>
                <c:pt idx="1902">
                  <c:v>2186.5650201447847</c:v>
                </c:pt>
                <c:pt idx="1903">
                  <c:v>2186.5650201447847</c:v>
                </c:pt>
                <c:pt idx="1904">
                  <c:v>2186.5650201447847</c:v>
                </c:pt>
                <c:pt idx="1905">
                  <c:v>2186.5650201447847</c:v>
                </c:pt>
                <c:pt idx="1906">
                  <c:v>2186.5650201447847</c:v>
                </c:pt>
                <c:pt idx="1907">
                  <c:v>2186.5650201447847</c:v>
                </c:pt>
                <c:pt idx="1908">
                  <c:v>2186.5650201447847</c:v>
                </c:pt>
                <c:pt idx="1909">
                  <c:v>2186.5650201447847</c:v>
                </c:pt>
                <c:pt idx="1910">
                  <c:v>2186.5650201447847</c:v>
                </c:pt>
                <c:pt idx="1911">
                  <c:v>2186.5650201447847</c:v>
                </c:pt>
                <c:pt idx="1912">
                  <c:v>2186.5650201447847</c:v>
                </c:pt>
                <c:pt idx="1913">
                  <c:v>2186.5650201447847</c:v>
                </c:pt>
                <c:pt idx="1914">
                  <c:v>2186.5650201447847</c:v>
                </c:pt>
                <c:pt idx="1915">
                  <c:v>2186.5650201447847</c:v>
                </c:pt>
                <c:pt idx="1916">
                  <c:v>2186.5650201447847</c:v>
                </c:pt>
                <c:pt idx="1917">
                  <c:v>2186.5650201447847</c:v>
                </c:pt>
                <c:pt idx="1918">
                  <c:v>2186.5650201447847</c:v>
                </c:pt>
                <c:pt idx="1919">
                  <c:v>2186.5650201447847</c:v>
                </c:pt>
                <c:pt idx="1920">
                  <c:v>2186.5650201447847</c:v>
                </c:pt>
                <c:pt idx="1921">
                  <c:v>2186.5650201447847</c:v>
                </c:pt>
                <c:pt idx="1922">
                  <c:v>2186.5650201447847</c:v>
                </c:pt>
                <c:pt idx="1923">
                  <c:v>2227.3309869972722</c:v>
                </c:pt>
                <c:pt idx="1924">
                  <c:v>2227.3309869972722</c:v>
                </c:pt>
                <c:pt idx="1925">
                  <c:v>2227.3309869972722</c:v>
                </c:pt>
                <c:pt idx="1926">
                  <c:v>2227.3309869972722</c:v>
                </c:pt>
                <c:pt idx="1927">
                  <c:v>2227.3309869972722</c:v>
                </c:pt>
                <c:pt idx="1928">
                  <c:v>2229.9283545340172</c:v>
                </c:pt>
                <c:pt idx="1929">
                  <c:v>2229.9283545340172</c:v>
                </c:pt>
                <c:pt idx="1930">
                  <c:v>2229.9283545340172</c:v>
                </c:pt>
                <c:pt idx="1931">
                  <c:v>2229.9283545340172</c:v>
                </c:pt>
                <c:pt idx="1932">
                  <c:v>2229.9283545340172</c:v>
                </c:pt>
                <c:pt idx="1933">
                  <c:v>2229.9283545340172</c:v>
                </c:pt>
                <c:pt idx="1934">
                  <c:v>2229.9283545340172</c:v>
                </c:pt>
                <c:pt idx="1935">
                  <c:v>2229.9283545340172</c:v>
                </c:pt>
                <c:pt idx="1936">
                  <c:v>2229.9283545340172</c:v>
                </c:pt>
                <c:pt idx="1937">
                  <c:v>2229.9283545340172</c:v>
                </c:pt>
                <c:pt idx="1938">
                  <c:v>2229.9283545340172</c:v>
                </c:pt>
                <c:pt idx="1939">
                  <c:v>#N/A</c:v>
                </c:pt>
                <c:pt idx="1940">
                  <c:v>#N/A</c:v>
                </c:pt>
                <c:pt idx="1941">
                  <c:v>#N/A</c:v>
                </c:pt>
                <c:pt idx="1942">
                  <c:v>#N/A</c:v>
                </c:pt>
                <c:pt idx="1943">
                  <c:v>#N/A</c:v>
                </c:pt>
                <c:pt idx="1944">
                  <c:v>#N/A</c:v>
                </c:pt>
                <c:pt idx="1945">
                  <c:v>#N/A</c:v>
                </c:pt>
                <c:pt idx="1946">
                  <c:v>#N/A</c:v>
                </c:pt>
                <c:pt idx="1947">
                  <c:v>#N/A</c:v>
                </c:pt>
                <c:pt idx="1948">
                  <c:v>#N/A</c:v>
                </c:pt>
                <c:pt idx="1949">
                  <c:v>#N/A</c:v>
                </c:pt>
                <c:pt idx="1950">
                  <c:v>#N/A</c:v>
                </c:pt>
                <c:pt idx="1951">
                  <c:v>#N/A</c:v>
                </c:pt>
                <c:pt idx="1952">
                  <c:v>#N/A</c:v>
                </c:pt>
                <c:pt idx="1953">
                  <c:v>#N/A</c:v>
                </c:pt>
                <c:pt idx="1954">
                  <c:v>#N/A</c:v>
                </c:pt>
                <c:pt idx="1955">
                  <c:v>#N/A</c:v>
                </c:pt>
                <c:pt idx="1956">
                  <c:v>#N/A</c:v>
                </c:pt>
                <c:pt idx="1957">
                  <c:v>#N/A</c:v>
                </c:pt>
                <c:pt idx="1958">
                  <c:v>#N/A</c:v>
                </c:pt>
                <c:pt idx="1959">
                  <c:v>#N/A</c:v>
                </c:pt>
                <c:pt idx="1960">
                  <c:v>#N/A</c:v>
                </c:pt>
                <c:pt idx="1961">
                  <c:v>#N/A</c:v>
                </c:pt>
                <c:pt idx="1962">
                  <c:v>#N/A</c:v>
                </c:pt>
                <c:pt idx="1963">
                  <c:v>#N/A</c:v>
                </c:pt>
                <c:pt idx="1964">
                  <c:v>#N/A</c:v>
                </c:pt>
                <c:pt idx="1965">
                  <c:v>#N/A</c:v>
                </c:pt>
                <c:pt idx="1966">
                  <c:v>#N/A</c:v>
                </c:pt>
                <c:pt idx="1967">
                  <c:v>#N/A</c:v>
                </c:pt>
                <c:pt idx="1968">
                  <c:v>#N/A</c:v>
                </c:pt>
                <c:pt idx="1969">
                  <c:v>#N/A</c:v>
                </c:pt>
                <c:pt idx="1970">
                  <c:v>#N/A</c:v>
                </c:pt>
                <c:pt idx="1971">
                  <c:v>#N/A</c:v>
                </c:pt>
                <c:pt idx="1972">
                  <c:v>#N/A</c:v>
                </c:pt>
                <c:pt idx="1973">
                  <c:v>#N/A</c:v>
                </c:pt>
                <c:pt idx="1974">
                  <c:v>#N/A</c:v>
                </c:pt>
                <c:pt idx="1975">
                  <c:v>#N/A</c:v>
                </c:pt>
                <c:pt idx="1976">
                  <c:v>#N/A</c:v>
                </c:pt>
                <c:pt idx="1977">
                  <c:v>2253.8430438453943</c:v>
                </c:pt>
                <c:pt idx="1978">
                  <c:v>2253.8430438453943</c:v>
                </c:pt>
                <c:pt idx="1979">
                  <c:v>2253.8430438453943</c:v>
                </c:pt>
                <c:pt idx="1980">
                  <c:v>2253.8430438453943</c:v>
                </c:pt>
                <c:pt idx="1981">
                  <c:v>2253.8430438453943</c:v>
                </c:pt>
                <c:pt idx="1982">
                  <c:v>2253.8430438453943</c:v>
                </c:pt>
                <c:pt idx="1983">
                  <c:v>2253.8430438453943</c:v>
                </c:pt>
                <c:pt idx="1984">
                  <c:v>2253.8430438453943</c:v>
                </c:pt>
                <c:pt idx="1985">
                  <c:v>2253.8430438453943</c:v>
                </c:pt>
                <c:pt idx="1986">
                  <c:v>2253.8430438453943</c:v>
                </c:pt>
                <c:pt idx="1987">
                  <c:v>2253.8430438453943</c:v>
                </c:pt>
                <c:pt idx="1988">
                  <c:v>2253.8430438453943</c:v>
                </c:pt>
                <c:pt idx="1989">
                  <c:v>2253.8430438453943</c:v>
                </c:pt>
                <c:pt idx="1990">
                  <c:v>2253.8430438453943</c:v>
                </c:pt>
                <c:pt idx="1991">
                  <c:v>2253.8430438453943</c:v>
                </c:pt>
                <c:pt idx="1992">
                  <c:v>2253.8430438453943</c:v>
                </c:pt>
                <c:pt idx="1993">
                  <c:v>2253.8430438453943</c:v>
                </c:pt>
                <c:pt idx="1994">
                  <c:v>2253.8430438453943</c:v>
                </c:pt>
                <c:pt idx="1995">
                  <c:v>2253.8430438453943</c:v>
                </c:pt>
                <c:pt idx="1996">
                  <c:v>2253.8430438453943</c:v>
                </c:pt>
                <c:pt idx="1997">
                  <c:v>2253.8430438453943</c:v>
                </c:pt>
                <c:pt idx="1998">
                  <c:v>2253.8430438453943</c:v>
                </c:pt>
                <c:pt idx="1999">
                  <c:v>2253.8430438453943</c:v>
                </c:pt>
                <c:pt idx="2000">
                  <c:v>2253.8430438453943</c:v>
                </c:pt>
                <c:pt idx="2001">
                  <c:v>2253.8430438453943</c:v>
                </c:pt>
                <c:pt idx="2002">
                  <c:v>2253.8430438453943</c:v>
                </c:pt>
                <c:pt idx="2003">
                  <c:v>2253.8430438453943</c:v>
                </c:pt>
                <c:pt idx="2004">
                  <c:v>2253.8430438453943</c:v>
                </c:pt>
                <c:pt idx="2005">
                  <c:v>2253.8430438453943</c:v>
                </c:pt>
                <c:pt idx="2006">
                  <c:v>2253.8430438453943</c:v>
                </c:pt>
                <c:pt idx="2007">
                  <c:v>2253.8430438453943</c:v>
                </c:pt>
                <c:pt idx="2008">
                  <c:v>2253.8430438453943</c:v>
                </c:pt>
                <c:pt idx="2009">
                  <c:v>2253.8430438453943</c:v>
                </c:pt>
                <c:pt idx="2010">
                  <c:v>2253.8430438453943</c:v>
                </c:pt>
                <c:pt idx="2011">
                  <c:v>2253.8430438453943</c:v>
                </c:pt>
                <c:pt idx="2012">
                  <c:v>2253.8430438453943</c:v>
                </c:pt>
                <c:pt idx="2013">
                  <c:v>2253.8430438453943</c:v>
                </c:pt>
                <c:pt idx="2014">
                  <c:v>2253.8430438453943</c:v>
                </c:pt>
                <c:pt idx="2015">
                  <c:v>2253.8430438453943</c:v>
                </c:pt>
                <c:pt idx="2016">
                  <c:v>2253.8430438453943</c:v>
                </c:pt>
                <c:pt idx="2017">
                  <c:v>2253.8430438453943</c:v>
                </c:pt>
                <c:pt idx="2018">
                  <c:v>2253.8430438453943</c:v>
                </c:pt>
                <c:pt idx="2019">
                  <c:v>2253.8430438453943</c:v>
                </c:pt>
                <c:pt idx="2020">
                  <c:v>2253.8430438453943</c:v>
                </c:pt>
                <c:pt idx="2021">
                  <c:v>2253.8430438453943</c:v>
                </c:pt>
                <c:pt idx="2022">
                  <c:v>2253.8430438453943</c:v>
                </c:pt>
                <c:pt idx="2023">
                  <c:v>2253.8430438453943</c:v>
                </c:pt>
                <c:pt idx="2024">
                  <c:v>2253.8430438453943</c:v>
                </c:pt>
                <c:pt idx="2025">
                  <c:v>#N/A</c:v>
                </c:pt>
                <c:pt idx="2026">
                  <c:v>#N/A</c:v>
                </c:pt>
                <c:pt idx="2027">
                  <c:v>#N/A</c:v>
                </c:pt>
                <c:pt idx="2028">
                  <c:v>#N/A</c:v>
                </c:pt>
                <c:pt idx="2029">
                  <c:v>#N/A</c:v>
                </c:pt>
                <c:pt idx="2030">
                  <c:v>#N/A</c:v>
                </c:pt>
                <c:pt idx="2031">
                  <c:v>#N/A</c:v>
                </c:pt>
                <c:pt idx="2032">
                  <c:v>#N/A</c:v>
                </c:pt>
                <c:pt idx="2033">
                  <c:v>#N/A</c:v>
                </c:pt>
                <c:pt idx="2034">
                  <c:v>#N/A</c:v>
                </c:pt>
                <c:pt idx="2035">
                  <c:v>#N/A</c:v>
                </c:pt>
                <c:pt idx="2036">
                  <c:v>#N/A</c:v>
                </c:pt>
                <c:pt idx="2037">
                  <c:v>#N/A</c:v>
                </c:pt>
                <c:pt idx="2038">
                  <c:v>#N/A</c:v>
                </c:pt>
                <c:pt idx="2039">
                  <c:v>#N/A</c:v>
                </c:pt>
                <c:pt idx="2040">
                  <c:v>#N/A</c:v>
                </c:pt>
                <c:pt idx="2041">
                  <c:v>#N/A</c:v>
                </c:pt>
                <c:pt idx="2042">
                  <c:v>#N/A</c:v>
                </c:pt>
                <c:pt idx="2043">
                  <c:v>#N/A</c:v>
                </c:pt>
                <c:pt idx="2044">
                  <c:v>#N/A</c:v>
                </c:pt>
                <c:pt idx="2045">
                  <c:v>#N/A</c:v>
                </c:pt>
                <c:pt idx="2046">
                  <c:v>#N/A</c:v>
                </c:pt>
                <c:pt idx="2047">
                  <c:v>#N/A</c:v>
                </c:pt>
                <c:pt idx="2048">
                  <c:v>#N/A</c:v>
                </c:pt>
                <c:pt idx="2049">
                  <c:v>#N/A</c:v>
                </c:pt>
                <c:pt idx="2050">
                  <c:v>#N/A</c:v>
                </c:pt>
                <c:pt idx="2051">
                  <c:v>#N/A</c:v>
                </c:pt>
                <c:pt idx="2052">
                  <c:v>#N/A</c:v>
                </c:pt>
                <c:pt idx="2053">
                  <c:v>#N/A</c:v>
                </c:pt>
                <c:pt idx="2054">
                  <c:v>#N/A</c:v>
                </c:pt>
                <c:pt idx="2055">
                  <c:v>#N/A</c:v>
                </c:pt>
                <c:pt idx="2056">
                  <c:v>#N/A</c:v>
                </c:pt>
                <c:pt idx="2057">
                  <c:v>#N/A</c:v>
                </c:pt>
                <c:pt idx="2058">
                  <c:v>#N/A</c:v>
                </c:pt>
                <c:pt idx="2059">
                  <c:v>#N/A</c:v>
                </c:pt>
                <c:pt idx="2060">
                  <c:v>#N/A</c:v>
                </c:pt>
                <c:pt idx="2061">
                  <c:v>#N/A</c:v>
                </c:pt>
                <c:pt idx="2062">
                  <c:v>#N/A</c:v>
                </c:pt>
                <c:pt idx="2063">
                  <c:v>#N/A</c:v>
                </c:pt>
                <c:pt idx="2064">
                  <c:v>#N/A</c:v>
                </c:pt>
                <c:pt idx="2065">
                  <c:v>#N/A</c:v>
                </c:pt>
                <c:pt idx="2066">
                  <c:v>#N/A</c:v>
                </c:pt>
                <c:pt idx="2067">
                  <c:v>#N/A</c:v>
                </c:pt>
                <c:pt idx="2068">
                  <c:v>#N/A</c:v>
                </c:pt>
                <c:pt idx="2069">
                  <c:v>#N/A</c:v>
                </c:pt>
                <c:pt idx="2070">
                  <c:v>#N/A</c:v>
                </c:pt>
                <c:pt idx="2071">
                  <c:v>#N/A</c:v>
                </c:pt>
                <c:pt idx="2072">
                  <c:v>#N/A</c:v>
                </c:pt>
                <c:pt idx="2073">
                  <c:v>#N/A</c:v>
                </c:pt>
                <c:pt idx="2074">
                  <c:v>#N/A</c:v>
                </c:pt>
                <c:pt idx="2075">
                  <c:v>#N/A</c:v>
                </c:pt>
                <c:pt idx="2076">
                  <c:v>#N/A</c:v>
                </c:pt>
                <c:pt idx="2077">
                  <c:v>#N/A</c:v>
                </c:pt>
                <c:pt idx="2078">
                  <c:v>#N/A</c:v>
                </c:pt>
                <c:pt idx="2079">
                  <c:v>#N/A</c:v>
                </c:pt>
                <c:pt idx="2080">
                  <c:v>#N/A</c:v>
                </c:pt>
                <c:pt idx="2081">
                  <c:v>#N/A</c:v>
                </c:pt>
                <c:pt idx="2082">
                  <c:v>#N/A</c:v>
                </c:pt>
                <c:pt idx="2083">
                  <c:v>#N/A</c:v>
                </c:pt>
                <c:pt idx="2084">
                  <c:v>#N/A</c:v>
                </c:pt>
                <c:pt idx="2085">
                  <c:v>#N/A</c:v>
                </c:pt>
                <c:pt idx="2086">
                  <c:v>#N/A</c:v>
                </c:pt>
                <c:pt idx="2087">
                  <c:v>#N/A</c:v>
                </c:pt>
                <c:pt idx="2088">
                  <c:v>#N/A</c:v>
                </c:pt>
                <c:pt idx="2089">
                  <c:v>#N/A</c:v>
                </c:pt>
                <c:pt idx="2090">
                  <c:v>#N/A</c:v>
                </c:pt>
                <c:pt idx="2091">
                  <c:v>#N/A</c:v>
                </c:pt>
                <c:pt idx="2092">
                  <c:v>#N/A</c:v>
                </c:pt>
                <c:pt idx="2093">
                  <c:v>#N/A</c:v>
                </c:pt>
                <c:pt idx="2094">
                  <c:v>#N/A</c:v>
                </c:pt>
                <c:pt idx="2095">
                  <c:v>#N/A</c:v>
                </c:pt>
                <c:pt idx="2096">
                  <c:v>#N/A</c:v>
                </c:pt>
                <c:pt idx="2097">
                  <c:v>#N/A</c:v>
                </c:pt>
                <c:pt idx="2098">
                  <c:v>#N/A</c:v>
                </c:pt>
                <c:pt idx="2099">
                  <c:v>#N/A</c:v>
                </c:pt>
                <c:pt idx="2100">
                  <c:v>#N/A</c:v>
                </c:pt>
                <c:pt idx="2101">
                  <c:v>#N/A</c:v>
                </c:pt>
                <c:pt idx="2102">
                  <c:v>#N/A</c:v>
                </c:pt>
                <c:pt idx="2103">
                  <c:v>#N/A</c:v>
                </c:pt>
                <c:pt idx="2104">
                  <c:v>#N/A</c:v>
                </c:pt>
                <c:pt idx="2105">
                  <c:v>#N/A</c:v>
                </c:pt>
                <c:pt idx="2106">
                  <c:v>#N/A</c:v>
                </c:pt>
                <c:pt idx="2107">
                  <c:v>#N/A</c:v>
                </c:pt>
                <c:pt idx="2108">
                  <c:v>#N/A</c:v>
                </c:pt>
                <c:pt idx="2109">
                  <c:v>#N/A</c:v>
                </c:pt>
                <c:pt idx="2110">
                  <c:v>#N/A</c:v>
                </c:pt>
                <c:pt idx="2111">
                  <c:v>#N/A</c:v>
                </c:pt>
                <c:pt idx="2112">
                  <c:v>#N/A</c:v>
                </c:pt>
                <c:pt idx="2113">
                  <c:v>#N/A</c:v>
                </c:pt>
                <c:pt idx="2114">
                  <c:v>#N/A</c:v>
                </c:pt>
                <c:pt idx="2115">
                  <c:v>#N/A</c:v>
                </c:pt>
                <c:pt idx="2116">
                  <c:v>#N/A</c:v>
                </c:pt>
                <c:pt idx="2117">
                  <c:v>#N/A</c:v>
                </c:pt>
                <c:pt idx="2118">
                  <c:v>#N/A</c:v>
                </c:pt>
                <c:pt idx="2119">
                  <c:v>#N/A</c:v>
                </c:pt>
                <c:pt idx="2120">
                  <c:v>#N/A</c:v>
                </c:pt>
                <c:pt idx="2121">
                  <c:v>#N/A</c:v>
                </c:pt>
                <c:pt idx="2122">
                  <c:v>#N/A</c:v>
                </c:pt>
                <c:pt idx="2123">
                  <c:v>#N/A</c:v>
                </c:pt>
                <c:pt idx="2124">
                  <c:v>#N/A</c:v>
                </c:pt>
                <c:pt idx="2125">
                  <c:v>#N/A</c:v>
                </c:pt>
                <c:pt idx="2126">
                  <c:v>#N/A</c:v>
                </c:pt>
                <c:pt idx="2127">
                  <c:v>#N/A</c:v>
                </c:pt>
                <c:pt idx="2128">
                  <c:v>#N/A</c:v>
                </c:pt>
                <c:pt idx="2129">
                  <c:v>#N/A</c:v>
                </c:pt>
                <c:pt idx="2130">
                  <c:v>#N/A</c:v>
                </c:pt>
                <c:pt idx="2131">
                  <c:v>#N/A</c:v>
                </c:pt>
                <c:pt idx="2132">
                  <c:v>#N/A</c:v>
                </c:pt>
                <c:pt idx="2133">
                  <c:v>#N/A</c:v>
                </c:pt>
                <c:pt idx="2134">
                  <c:v>#N/A</c:v>
                </c:pt>
                <c:pt idx="2135">
                  <c:v>#N/A</c:v>
                </c:pt>
                <c:pt idx="2136">
                  <c:v>#N/A</c:v>
                </c:pt>
                <c:pt idx="2137">
                  <c:v>#N/A</c:v>
                </c:pt>
                <c:pt idx="2138">
                  <c:v>#N/A</c:v>
                </c:pt>
                <c:pt idx="2139">
                  <c:v>#N/A</c:v>
                </c:pt>
                <c:pt idx="2140">
                  <c:v>#N/A</c:v>
                </c:pt>
                <c:pt idx="2141">
                  <c:v>#N/A</c:v>
                </c:pt>
                <c:pt idx="2142">
                  <c:v>#N/A</c:v>
                </c:pt>
                <c:pt idx="2143">
                  <c:v>#N/A</c:v>
                </c:pt>
                <c:pt idx="2144">
                  <c:v>#N/A</c:v>
                </c:pt>
                <c:pt idx="2145">
                  <c:v>#N/A</c:v>
                </c:pt>
                <c:pt idx="2146">
                  <c:v>#N/A</c:v>
                </c:pt>
                <c:pt idx="2147">
                  <c:v>#N/A</c:v>
                </c:pt>
                <c:pt idx="2148">
                  <c:v>2352.839871148783</c:v>
                </c:pt>
                <c:pt idx="2149">
                  <c:v>2352.839871148783</c:v>
                </c:pt>
                <c:pt idx="2150">
                  <c:v>2352.839871148783</c:v>
                </c:pt>
                <c:pt idx="2151">
                  <c:v>2352.839871148783</c:v>
                </c:pt>
                <c:pt idx="2152">
                  <c:v>2352.839871148783</c:v>
                </c:pt>
                <c:pt idx="2153">
                  <c:v>#N/A</c:v>
                </c:pt>
                <c:pt idx="2154">
                  <c:v>#N/A</c:v>
                </c:pt>
                <c:pt idx="2155">
                  <c:v>#N/A</c:v>
                </c:pt>
                <c:pt idx="2156">
                  <c:v>#N/A</c:v>
                </c:pt>
                <c:pt idx="2157">
                  <c:v>#N/A</c:v>
                </c:pt>
                <c:pt idx="2158">
                  <c:v>#N/A</c:v>
                </c:pt>
                <c:pt idx="2159">
                  <c:v>#N/A</c:v>
                </c:pt>
                <c:pt idx="2160">
                  <c:v>#N/A</c:v>
                </c:pt>
                <c:pt idx="2161">
                  <c:v>#N/A</c:v>
                </c:pt>
                <c:pt idx="2162">
                  <c:v>#N/A</c:v>
                </c:pt>
                <c:pt idx="2163">
                  <c:v>#N/A</c:v>
                </c:pt>
                <c:pt idx="2164">
                  <c:v>#N/A</c:v>
                </c:pt>
                <c:pt idx="2165">
                  <c:v>#N/A</c:v>
                </c:pt>
                <c:pt idx="2166">
                  <c:v>#N/A</c:v>
                </c:pt>
                <c:pt idx="2167">
                  <c:v>#N/A</c:v>
                </c:pt>
                <c:pt idx="2168">
                  <c:v>#N/A</c:v>
                </c:pt>
                <c:pt idx="2169">
                  <c:v>#N/A</c:v>
                </c:pt>
                <c:pt idx="2170">
                  <c:v>#N/A</c:v>
                </c:pt>
                <c:pt idx="2171">
                  <c:v>#N/A</c:v>
                </c:pt>
                <c:pt idx="2172">
                  <c:v>#N/A</c:v>
                </c:pt>
                <c:pt idx="2173">
                  <c:v>#N/A</c:v>
                </c:pt>
                <c:pt idx="2174">
                  <c:v>#N/A</c:v>
                </c:pt>
                <c:pt idx="2175">
                  <c:v>#N/A</c:v>
                </c:pt>
                <c:pt idx="2176">
                  <c:v>#N/A</c:v>
                </c:pt>
                <c:pt idx="2177">
                  <c:v>#N/A</c:v>
                </c:pt>
                <c:pt idx="2178">
                  <c:v>#N/A</c:v>
                </c:pt>
                <c:pt idx="2179">
                  <c:v>#N/A</c:v>
                </c:pt>
                <c:pt idx="2180">
                  <c:v>#N/A</c:v>
                </c:pt>
                <c:pt idx="2181">
                  <c:v>#N/A</c:v>
                </c:pt>
                <c:pt idx="2182">
                  <c:v>#N/A</c:v>
                </c:pt>
                <c:pt idx="2183">
                  <c:v>#N/A</c:v>
                </c:pt>
                <c:pt idx="2184">
                  <c:v>#N/A</c:v>
                </c:pt>
                <c:pt idx="2185">
                  <c:v>#N/A</c:v>
                </c:pt>
                <c:pt idx="2186">
                  <c:v>#N/A</c:v>
                </c:pt>
                <c:pt idx="2187">
                  <c:v>#N/A</c:v>
                </c:pt>
                <c:pt idx="2188">
                  <c:v>#N/A</c:v>
                </c:pt>
                <c:pt idx="2189">
                  <c:v>#N/A</c:v>
                </c:pt>
                <c:pt idx="2190">
                  <c:v>#N/A</c:v>
                </c:pt>
                <c:pt idx="2191">
                  <c:v>#N/A</c:v>
                </c:pt>
                <c:pt idx="2192">
                  <c:v>#N/A</c:v>
                </c:pt>
                <c:pt idx="2193">
                  <c:v>#N/A</c:v>
                </c:pt>
                <c:pt idx="2194">
                  <c:v>#N/A</c:v>
                </c:pt>
                <c:pt idx="2195">
                  <c:v>#N/A</c:v>
                </c:pt>
                <c:pt idx="2196">
                  <c:v>#N/A</c:v>
                </c:pt>
                <c:pt idx="2197">
                  <c:v>#N/A</c:v>
                </c:pt>
                <c:pt idx="2198">
                  <c:v>#N/A</c:v>
                </c:pt>
                <c:pt idx="2199">
                  <c:v>#N/A</c:v>
                </c:pt>
                <c:pt idx="2200">
                  <c:v>#N/A</c:v>
                </c:pt>
                <c:pt idx="2201">
                  <c:v>#N/A</c:v>
                </c:pt>
                <c:pt idx="2202">
                  <c:v>#N/A</c:v>
                </c:pt>
                <c:pt idx="2203">
                  <c:v>#N/A</c:v>
                </c:pt>
                <c:pt idx="2204">
                  <c:v>#N/A</c:v>
                </c:pt>
                <c:pt idx="2205">
                  <c:v>#N/A</c:v>
                </c:pt>
                <c:pt idx="2206">
                  <c:v>#N/A</c:v>
                </c:pt>
                <c:pt idx="2207">
                  <c:v>#N/A</c:v>
                </c:pt>
                <c:pt idx="2208">
                  <c:v>#N/A</c:v>
                </c:pt>
                <c:pt idx="2209">
                  <c:v>#N/A</c:v>
                </c:pt>
                <c:pt idx="2210">
                  <c:v>#N/A</c:v>
                </c:pt>
                <c:pt idx="2211">
                  <c:v>#N/A</c:v>
                </c:pt>
                <c:pt idx="2212">
                  <c:v>#N/A</c:v>
                </c:pt>
                <c:pt idx="2213">
                  <c:v>#N/A</c:v>
                </c:pt>
                <c:pt idx="2214">
                  <c:v>#N/A</c:v>
                </c:pt>
                <c:pt idx="2215">
                  <c:v>#N/A</c:v>
                </c:pt>
                <c:pt idx="2216">
                  <c:v>#N/A</c:v>
                </c:pt>
                <c:pt idx="2217">
                  <c:v>#N/A</c:v>
                </c:pt>
                <c:pt idx="2218">
                  <c:v>#N/A</c:v>
                </c:pt>
                <c:pt idx="2219">
                  <c:v>#N/A</c:v>
                </c:pt>
                <c:pt idx="2220">
                  <c:v>#N/A</c:v>
                </c:pt>
                <c:pt idx="2221">
                  <c:v>#N/A</c:v>
                </c:pt>
                <c:pt idx="2222">
                  <c:v>#N/A</c:v>
                </c:pt>
                <c:pt idx="2223">
                  <c:v>#N/A</c:v>
                </c:pt>
                <c:pt idx="2224">
                  <c:v>#N/A</c:v>
                </c:pt>
                <c:pt idx="2225">
                  <c:v>#N/A</c:v>
                </c:pt>
                <c:pt idx="2226">
                  <c:v>#N/A</c:v>
                </c:pt>
                <c:pt idx="2227">
                  <c:v>#N/A</c:v>
                </c:pt>
                <c:pt idx="2228">
                  <c:v>#N/A</c:v>
                </c:pt>
                <c:pt idx="2229">
                  <c:v>#N/A</c:v>
                </c:pt>
                <c:pt idx="2230">
                  <c:v>#N/A</c:v>
                </c:pt>
                <c:pt idx="2231">
                  <c:v>#N/A</c:v>
                </c:pt>
                <c:pt idx="2232">
                  <c:v>#N/A</c:v>
                </c:pt>
                <c:pt idx="2233">
                  <c:v>#N/A</c:v>
                </c:pt>
                <c:pt idx="2234">
                  <c:v>2422.4544330945432</c:v>
                </c:pt>
                <c:pt idx="2235">
                  <c:v>2422.4544330945432</c:v>
                </c:pt>
                <c:pt idx="2236">
                  <c:v>2422.4544330945432</c:v>
                </c:pt>
                <c:pt idx="2237">
                  <c:v>2422.4544330945432</c:v>
                </c:pt>
                <c:pt idx="2238">
                  <c:v>2422.4544330945432</c:v>
                </c:pt>
                <c:pt idx="2239">
                  <c:v>2422.4544330945432</c:v>
                </c:pt>
                <c:pt idx="2240">
                  <c:v>2422.4544330945432</c:v>
                </c:pt>
                <c:pt idx="2241">
                  <c:v>2422.4544330945432</c:v>
                </c:pt>
                <c:pt idx="2242">
                  <c:v>2422.4544330945432</c:v>
                </c:pt>
                <c:pt idx="2243">
                  <c:v>2422.4544330945432</c:v>
                </c:pt>
                <c:pt idx="2244">
                  <c:v>2422.4544330945432</c:v>
                </c:pt>
                <c:pt idx="2245">
                  <c:v>2422.4544330945432</c:v>
                </c:pt>
                <c:pt idx="2246">
                  <c:v>2422.4544330945432</c:v>
                </c:pt>
                <c:pt idx="2247">
                  <c:v>2422.4544330945432</c:v>
                </c:pt>
                <c:pt idx="2248">
                  <c:v>2422.4544330945432</c:v>
                </c:pt>
                <c:pt idx="2249">
                  <c:v>2422.4544330945432</c:v>
                </c:pt>
                <c:pt idx="2250">
                  <c:v>2422.4544330945432</c:v>
                </c:pt>
                <c:pt idx="2251">
                  <c:v>2422.4544330945432</c:v>
                </c:pt>
                <c:pt idx="2252">
                  <c:v>2422.4544330945432</c:v>
                </c:pt>
                <c:pt idx="2253">
                  <c:v>2422.4544330945432</c:v>
                </c:pt>
                <c:pt idx="2254">
                  <c:v>2422.4544330945432</c:v>
                </c:pt>
                <c:pt idx="2255">
                  <c:v>2422.4544330945432</c:v>
                </c:pt>
                <c:pt idx="2256">
                  <c:v>2422.4544330945432</c:v>
                </c:pt>
                <c:pt idx="2257">
                  <c:v>2422.4544330945432</c:v>
                </c:pt>
                <c:pt idx="2258">
                  <c:v>2422.4544330945432</c:v>
                </c:pt>
                <c:pt idx="2259">
                  <c:v>2422.4544330945432</c:v>
                </c:pt>
                <c:pt idx="2260">
                  <c:v>2422.4544330945432</c:v>
                </c:pt>
                <c:pt idx="2261">
                  <c:v>2422.4544330945432</c:v>
                </c:pt>
                <c:pt idx="2262">
                  <c:v>2422.4544330945432</c:v>
                </c:pt>
                <c:pt idx="2263">
                  <c:v>2422.4544330945432</c:v>
                </c:pt>
                <c:pt idx="2264">
                  <c:v>2422.4544330945432</c:v>
                </c:pt>
                <c:pt idx="2265">
                  <c:v>2422.4544330945432</c:v>
                </c:pt>
                <c:pt idx="2266">
                  <c:v>2422.4544330945432</c:v>
                </c:pt>
                <c:pt idx="2267">
                  <c:v>2422.4544330945432</c:v>
                </c:pt>
                <c:pt idx="2268">
                  <c:v>2422.4544330945432</c:v>
                </c:pt>
                <c:pt idx="2269">
                  <c:v>2422.4544330945432</c:v>
                </c:pt>
                <c:pt idx="2270">
                  <c:v>2422.4544330945432</c:v>
                </c:pt>
                <c:pt idx="2271">
                  <c:v>2422.4544330945432</c:v>
                </c:pt>
                <c:pt idx="2272">
                  <c:v>2422.4544330945432</c:v>
                </c:pt>
                <c:pt idx="2273">
                  <c:v>2422.4544330945432</c:v>
                </c:pt>
                <c:pt idx="2274">
                  <c:v>2422.4544330945432</c:v>
                </c:pt>
                <c:pt idx="2275">
                  <c:v>2422.4544330945432</c:v>
                </c:pt>
                <c:pt idx="2276">
                  <c:v>2422.4544330945432</c:v>
                </c:pt>
                <c:pt idx="2277">
                  <c:v>2422.4544330945432</c:v>
                </c:pt>
                <c:pt idx="2278">
                  <c:v>2422.4544330945432</c:v>
                </c:pt>
                <c:pt idx="2279">
                  <c:v>2422.4544330945432</c:v>
                </c:pt>
                <c:pt idx="2280">
                  <c:v>2422.4544330945432</c:v>
                </c:pt>
                <c:pt idx="2281">
                  <c:v>2422.4544330945432</c:v>
                </c:pt>
                <c:pt idx="2282">
                  <c:v>2422.4544330945432</c:v>
                </c:pt>
                <c:pt idx="2283">
                  <c:v>2422.4544330945432</c:v>
                </c:pt>
                <c:pt idx="2284">
                  <c:v>2422.4544330945432</c:v>
                </c:pt>
                <c:pt idx="2285">
                  <c:v>2422.4544330945432</c:v>
                </c:pt>
                <c:pt idx="2286">
                  <c:v>2422.4544330945432</c:v>
                </c:pt>
                <c:pt idx="2287">
                  <c:v>2422.4544330945432</c:v>
                </c:pt>
                <c:pt idx="2288">
                  <c:v>2422.4544330945432</c:v>
                </c:pt>
                <c:pt idx="2289">
                  <c:v>2422.4544330945432</c:v>
                </c:pt>
                <c:pt idx="2290">
                  <c:v>2422.4544330945432</c:v>
                </c:pt>
                <c:pt idx="2291">
                  <c:v>2422.4544330945432</c:v>
                </c:pt>
                <c:pt idx="2292">
                  <c:v>2422.4544330945432</c:v>
                </c:pt>
                <c:pt idx="2293">
                  <c:v>2422.4544330945432</c:v>
                </c:pt>
                <c:pt idx="2294">
                  <c:v>2422.4544330945432</c:v>
                </c:pt>
                <c:pt idx="2295">
                  <c:v>2422.4544330945432</c:v>
                </c:pt>
                <c:pt idx="2296">
                  <c:v>2465.8352781502322</c:v>
                </c:pt>
                <c:pt idx="2297">
                  <c:v>2465.8352781502322</c:v>
                </c:pt>
                <c:pt idx="2298">
                  <c:v>2465.8352781502322</c:v>
                </c:pt>
                <c:pt idx="2299">
                  <c:v>2465.8352781502322</c:v>
                </c:pt>
                <c:pt idx="2300">
                  <c:v>2465.8352781502322</c:v>
                </c:pt>
                <c:pt idx="2301">
                  <c:v>2465.8352781502322</c:v>
                </c:pt>
                <c:pt idx="2302">
                  <c:v>2465.8352781502322</c:v>
                </c:pt>
                <c:pt idx="2303">
                  <c:v>2465.8352781502322</c:v>
                </c:pt>
                <c:pt idx="2304">
                  <c:v>2465.8352781502322</c:v>
                </c:pt>
                <c:pt idx="2305">
                  <c:v>2465.8352781502322</c:v>
                </c:pt>
                <c:pt idx="2306">
                  <c:v>2465.8352781502322</c:v>
                </c:pt>
                <c:pt idx="2307">
                  <c:v>2465.8352781502322</c:v>
                </c:pt>
                <c:pt idx="2308">
                  <c:v>2465.8352781502322</c:v>
                </c:pt>
                <c:pt idx="2309">
                  <c:v>2465.8352781502322</c:v>
                </c:pt>
                <c:pt idx="2310">
                  <c:v>2465.8352781502322</c:v>
                </c:pt>
                <c:pt idx="2311">
                  <c:v>2465.8352781502322</c:v>
                </c:pt>
                <c:pt idx="2312">
                  <c:v>2465.8352781502322</c:v>
                </c:pt>
                <c:pt idx="2313">
                  <c:v>2465.8352781502322</c:v>
                </c:pt>
                <c:pt idx="2314">
                  <c:v>2465.8352781502322</c:v>
                </c:pt>
                <c:pt idx="2315">
                  <c:v>2465.8352781502322</c:v>
                </c:pt>
                <c:pt idx="2316">
                  <c:v>2473.8898077688136</c:v>
                </c:pt>
                <c:pt idx="2317">
                  <c:v>2473.8898077688136</c:v>
                </c:pt>
                <c:pt idx="2318">
                  <c:v>2473.8898077688136</c:v>
                </c:pt>
                <c:pt idx="2319">
                  <c:v>2473.8898077688136</c:v>
                </c:pt>
                <c:pt idx="2320">
                  <c:v>2473.8898077688136</c:v>
                </c:pt>
                <c:pt idx="2321">
                  <c:v>2473.8898077688136</c:v>
                </c:pt>
                <c:pt idx="2322">
                  <c:v>2473.8898077688136</c:v>
                </c:pt>
                <c:pt idx="2323">
                  <c:v>2473.8898077688136</c:v>
                </c:pt>
                <c:pt idx="2324">
                  <c:v>2473.8898077688136</c:v>
                </c:pt>
                <c:pt idx="2325">
                  <c:v>2473.8898077688136</c:v>
                </c:pt>
                <c:pt idx="2326">
                  <c:v>2473.8898077688136</c:v>
                </c:pt>
                <c:pt idx="2327">
                  <c:v>2473.8898077688136</c:v>
                </c:pt>
                <c:pt idx="2328">
                  <c:v>2473.8898077688136</c:v>
                </c:pt>
                <c:pt idx="2329">
                  <c:v>2473.8898077688136</c:v>
                </c:pt>
                <c:pt idx="2330">
                  <c:v>2473.8898077688136</c:v>
                </c:pt>
                <c:pt idx="2331">
                  <c:v>2473.8898077688136</c:v>
                </c:pt>
                <c:pt idx="2332">
                  <c:v>2473.8898077688136</c:v>
                </c:pt>
                <c:pt idx="2333">
                  <c:v>2473.8898077688136</c:v>
                </c:pt>
                <c:pt idx="2334">
                  <c:v>2473.8898077688136</c:v>
                </c:pt>
                <c:pt idx="2335">
                  <c:v>2489.1594338915393</c:v>
                </c:pt>
                <c:pt idx="2336">
                  <c:v>2489.1594338915393</c:v>
                </c:pt>
                <c:pt idx="2337">
                  <c:v>2489.1594338915393</c:v>
                </c:pt>
                <c:pt idx="2338">
                  <c:v>2489.1594338915393</c:v>
                </c:pt>
                <c:pt idx="2339">
                  <c:v>2489.1594338915393</c:v>
                </c:pt>
                <c:pt idx="2340">
                  <c:v>2489.1594338915393</c:v>
                </c:pt>
                <c:pt idx="2341">
                  <c:v>2489.1594338915393</c:v>
                </c:pt>
                <c:pt idx="2342">
                  <c:v>2489.1594338915393</c:v>
                </c:pt>
                <c:pt idx="2343">
                  <c:v>2489.1594338915393</c:v>
                </c:pt>
                <c:pt idx="2344">
                  <c:v>2489.1594338915393</c:v>
                </c:pt>
                <c:pt idx="2345">
                  <c:v>2489.1594338915393</c:v>
                </c:pt>
                <c:pt idx="2346">
                  <c:v>2489.1594338915393</c:v>
                </c:pt>
                <c:pt idx="2347">
                  <c:v>2489.1594338915393</c:v>
                </c:pt>
                <c:pt idx="2348">
                  <c:v>2489.1594338915393</c:v>
                </c:pt>
                <c:pt idx="2349">
                  <c:v>2493.5105667738321</c:v>
                </c:pt>
                <c:pt idx="2350">
                  <c:v>2493.5105667738321</c:v>
                </c:pt>
                <c:pt idx="2351">
                  <c:v>2493.5105667738321</c:v>
                </c:pt>
                <c:pt idx="2352">
                  <c:v>2493.5105667738321</c:v>
                </c:pt>
                <c:pt idx="2353">
                  <c:v>2493.5105667738321</c:v>
                </c:pt>
                <c:pt idx="2354">
                  <c:v>2493.5105667738321</c:v>
                </c:pt>
                <c:pt idx="2355">
                  <c:v>2493.5105667738321</c:v>
                </c:pt>
                <c:pt idx="2356">
                  <c:v>2493.5105667738321</c:v>
                </c:pt>
                <c:pt idx="2357">
                  <c:v>2493.5105667738321</c:v>
                </c:pt>
                <c:pt idx="2358">
                  <c:v>#N/A</c:v>
                </c:pt>
                <c:pt idx="2359">
                  <c:v>#N/A</c:v>
                </c:pt>
                <c:pt idx="2360">
                  <c:v>#N/A</c:v>
                </c:pt>
                <c:pt idx="2361">
                  <c:v>#N/A</c:v>
                </c:pt>
                <c:pt idx="2362">
                  <c:v>#N/A</c:v>
                </c:pt>
                <c:pt idx="2363">
                  <c:v>#N/A</c:v>
                </c:pt>
                <c:pt idx="2364">
                  <c:v>#N/A</c:v>
                </c:pt>
                <c:pt idx="2365">
                  <c:v>#N/A</c:v>
                </c:pt>
                <c:pt idx="2366">
                  <c:v>#N/A</c:v>
                </c:pt>
                <c:pt idx="2367">
                  <c:v>#N/A</c:v>
                </c:pt>
                <c:pt idx="2368">
                  <c:v>#N/A</c:v>
                </c:pt>
                <c:pt idx="2369">
                  <c:v>#N/A</c:v>
                </c:pt>
                <c:pt idx="2370">
                  <c:v>#N/A</c:v>
                </c:pt>
                <c:pt idx="2371">
                  <c:v>#N/A</c:v>
                </c:pt>
                <c:pt idx="2372">
                  <c:v>#N/A</c:v>
                </c:pt>
                <c:pt idx="2373">
                  <c:v>#N/A</c:v>
                </c:pt>
                <c:pt idx="2374">
                  <c:v>#N/A</c:v>
                </c:pt>
                <c:pt idx="2375">
                  <c:v>#N/A</c:v>
                </c:pt>
                <c:pt idx="2376">
                  <c:v>#N/A</c:v>
                </c:pt>
                <c:pt idx="2377">
                  <c:v>#N/A</c:v>
                </c:pt>
                <c:pt idx="2378">
                  <c:v>#N/A</c:v>
                </c:pt>
                <c:pt idx="2379">
                  <c:v>#N/A</c:v>
                </c:pt>
                <c:pt idx="2380">
                  <c:v>#N/A</c:v>
                </c:pt>
                <c:pt idx="2381">
                  <c:v>#N/A</c:v>
                </c:pt>
                <c:pt idx="2382">
                  <c:v>#N/A</c:v>
                </c:pt>
                <c:pt idx="2383">
                  <c:v>#N/A</c:v>
                </c:pt>
                <c:pt idx="2384">
                  <c:v>#N/A</c:v>
                </c:pt>
                <c:pt idx="2385">
                  <c:v>#N/A</c:v>
                </c:pt>
                <c:pt idx="2386">
                  <c:v>#N/A</c:v>
                </c:pt>
                <c:pt idx="2387">
                  <c:v>#N/A</c:v>
                </c:pt>
                <c:pt idx="2388">
                  <c:v>#N/A</c:v>
                </c:pt>
                <c:pt idx="2389">
                  <c:v>#N/A</c:v>
                </c:pt>
                <c:pt idx="2390">
                  <c:v>#N/A</c:v>
                </c:pt>
                <c:pt idx="2391">
                  <c:v>#N/A</c:v>
                </c:pt>
                <c:pt idx="2392">
                  <c:v>#N/A</c:v>
                </c:pt>
                <c:pt idx="2393">
                  <c:v>#N/A</c:v>
                </c:pt>
                <c:pt idx="2394">
                  <c:v>#N/A</c:v>
                </c:pt>
                <c:pt idx="2395">
                  <c:v>#N/A</c:v>
                </c:pt>
                <c:pt idx="2396">
                  <c:v>#N/A</c:v>
                </c:pt>
                <c:pt idx="2397">
                  <c:v>#N/A</c:v>
                </c:pt>
                <c:pt idx="2398">
                  <c:v>#N/A</c:v>
                </c:pt>
                <c:pt idx="2399">
                  <c:v>#N/A</c:v>
                </c:pt>
                <c:pt idx="2400">
                  <c:v>#N/A</c:v>
                </c:pt>
                <c:pt idx="2401">
                  <c:v>#N/A</c:v>
                </c:pt>
                <c:pt idx="2402">
                  <c:v>#N/A</c:v>
                </c:pt>
                <c:pt idx="2403">
                  <c:v>#N/A</c:v>
                </c:pt>
                <c:pt idx="2404">
                  <c:v>#N/A</c:v>
                </c:pt>
                <c:pt idx="2405">
                  <c:v>#N/A</c:v>
                </c:pt>
                <c:pt idx="2406">
                  <c:v>#N/A</c:v>
                </c:pt>
                <c:pt idx="2407">
                  <c:v>#N/A</c:v>
                </c:pt>
                <c:pt idx="2408">
                  <c:v>#N/A</c:v>
                </c:pt>
                <c:pt idx="2409">
                  <c:v>#N/A</c:v>
                </c:pt>
                <c:pt idx="2410">
                  <c:v>#N/A</c:v>
                </c:pt>
                <c:pt idx="2411">
                  <c:v>#N/A</c:v>
                </c:pt>
                <c:pt idx="2412">
                  <c:v>#N/A</c:v>
                </c:pt>
                <c:pt idx="2413">
                  <c:v>#N/A</c:v>
                </c:pt>
                <c:pt idx="2414">
                  <c:v>#N/A</c:v>
                </c:pt>
                <c:pt idx="2415">
                  <c:v>#N/A</c:v>
                </c:pt>
                <c:pt idx="2416">
                  <c:v>#N/A</c:v>
                </c:pt>
                <c:pt idx="2417">
                  <c:v>#N/A</c:v>
                </c:pt>
                <c:pt idx="2418">
                  <c:v>#N/A</c:v>
                </c:pt>
                <c:pt idx="2419">
                  <c:v>#N/A</c:v>
                </c:pt>
                <c:pt idx="2420">
                  <c:v>#N/A</c:v>
                </c:pt>
                <c:pt idx="2421">
                  <c:v>#N/A</c:v>
                </c:pt>
                <c:pt idx="2422">
                  <c:v>#N/A</c:v>
                </c:pt>
                <c:pt idx="2423">
                  <c:v>#N/A</c:v>
                </c:pt>
                <c:pt idx="2424">
                  <c:v>#N/A</c:v>
                </c:pt>
                <c:pt idx="2425">
                  <c:v>#N/A</c:v>
                </c:pt>
                <c:pt idx="2426">
                  <c:v>#N/A</c:v>
                </c:pt>
                <c:pt idx="2427">
                  <c:v>#N/A</c:v>
                </c:pt>
                <c:pt idx="2428">
                  <c:v>#N/A</c:v>
                </c:pt>
                <c:pt idx="2429">
                  <c:v>#N/A</c:v>
                </c:pt>
                <c:pt idx="2430">
                  <c:v>#N/A</c:v>
                </c:pt>
                <c:pt idx="2431">
                  <c:v>#N/A</c:v>
                </c:pt>
                <c:pt idx="2432">
                  <c:v>#N/A</c:v>
                </c:pt>
                <c:pt idx="2433">
                  <c:v>#N/A</c:v>
                </c:pt>
                <c:pt idx="2434">
                  <c:v>#N/A</c:v>
                </c:pt>
                <c:pt idx="2435">
                  <c:v>#N/A</c:v>
                </c:pt>
                <c:pt idx="2436">
                  <c:v>#N/A</c:v>
                </c:pt>
                <c:pt idx="2437">
                  <c:v>2548.7157096996257</c:v>
                </c:pt>
                <c:pt idx="2438">
                  <c:v>2548.7157096996257</c:v>
                </c:pt>
                <c:pt idx="2439">
                  <c:v>2548.7157096996257</c:v>
                </c:pt>
                <c:pt idx="2440">
                  <c:v>2548.7157096996257</c:v>
                </c:pt>
                <c:pt idx="2441">
                  <c:v>2548.7157096996257</c:v>
                </c:pt>
                <c:pt idx="2442">
                  <c:v>2548.7157096996257</c:v>
                </c:pt>
                <c:pt idx="2443">
                  <c:v>2548.7157096996257</c:v>
                </c:pt>
                <c:pt idx="2444">
                  <c:v>2548.7157096996257</c:v>
                </c:pt>
                <c:pt idx="2445">
                  <c:v>2548.7157096996257</c:v>
                </c:pt>
                <c:pt idx="2446">
                  <c:v>2548.7157096996257</c:v>
                </c:pt>
                <c:pt idx="2447">
                  <c:v>2549.2574485394102</c:v>
                </c:pt>
                <c:pt idx="2448">
                  <c:v>2549.2574485394102</c:v>
                </c:pt>
                <c:pt idx="2449">
                  <c:v>2549.2574485394102</c:v>
                </c:pt>
                <c:pt idx="2450">
                  <c:v>2549.2574485394102</c:v>
                </c:pt>
                <c:pt idx="2451">
                  <c:v>2549.2574485394102</c:v>
                </c:pt>
                <c:pt idx="2452">
                  <c:v>2549.2574485394102</c:v>
                </c:pt>
                <c:pt idx="2453">
                  <c:v>2549.2574485394102</c:v>
                </c:pt>
                <c:pt idx="2454">
                  <c:v>2549.2574485394102</c:v>
                </c:pt>
                <c:pt idx="2455">
                  <c:v>2549.2574485394102</c:v>
                </c:pt>
                <c:pt idx="2456">
                  <c:v>2549.2574485394102</c:v>
                </c:pt>
                <c:pt idx="2457">
                  <c:v>2549.2574485394102</c:v>
                </c:pt>
                <c:pt idx="2458">
                  <c:v>2549.2574485394102</c:v>
                </c:pt>
                <c:pt idx="2459">
                  <c:v>2549.2574485394102</c:v>
                </c:pt>
                <c:pt idx="2460">
                  <c:v>2549.2574485394102</c:v>
                </c:pt>
                <c:pt idx="2461">
                  <c:v>2549.6283717045717</c:v>
                </c:pt>
                <c:pt idx="2462">
                  <c:v>2549.6283717045717</c:v>
                </c:pt>
                <c:pt idx="2463">
                  <c:v>2549.6283717045717</c:v>
                </c:pt>
                <c:pt idx="2464">
                  <c:v>2549.6283717045717</c:v>
                </c:pt>
                <c:pt idx="2465">
                  <c:v>2549.6283717045717</c:v>
                </c:pt>
                <c:pt idx="2466">
                  <c:v>2549.6283717045717</c:v>
                </c:pt>
                <c:pt idx="2467">
                  <c:v>2549.6283717045717</c:v>
                </c:pt>
                <c:pt idx="2468">
                  <c:v>2549.6283717045717</c:v>
                </c:pt>
                <c:pt idx="2469">
                  <c:v>2549.6283717045717</c:v>
                </c:pt>
                <c:pt idx="2470">
                  <c:v>2549.6283717045717</c:v>
                </c:pt>
                <c:pt idx="2471">
                  <c:v>2549.6283717045717</c:v>
                </c:pt>
                <c:pt idx="2472">
                  <c:v>2549.6283717045717</c:v>
                </c:pt>
                <c:pt idx="2473">
                  <c:v>2549.6283717045717</c:v>
                </c:pt>
                <c:pt idx="2474">
                  <c:v>2549.6283717045717</c:v>
                </c:pt>
                <c:pt idx="2475">
                  <c:v>2560.2240029774412</c:v>
                </c:pt>
                <c:pt idx="2476">
                  <c:v>2560.2240029774412</c:v>
                </c:pt>
                <c:pt idx="2477">
                  <c:v>2560.2240029774412</c:v>
                </c:pt>
                <c:pt idx="2478">
                  <c:v>2560.2240029774412</c:v>
                </c:pt>
                <c:pt idx="2479">
                  <c:v>2560.2240029774412</c:v>
                </c:pt>
                <c:pt idx="2480">
                  <c:v>2560.2240029774412</c:v>
                </c:pt>
                <c:pt idx="2481">
                  <c:v>2560.2240029774412</c:v>
                </c:pt>
                <c:pt idx="2482">
                  <c:v>2560.2240029774412</c:v>
                </c:pt>
                <c:pt idx="2483">
                  <c:v>2560.2240029774412</c:v>
                </c:pt>
                <c:pt idx="2484">
                  <c:v>2560.2240029774412</c:v>
                </c:pt>
                <c:pt idx="2485">
                  <c:v>2560.2240029774412</c:v>
                </c:pt>
                <c:pt idx="2486">
                  <c:v>2560.2240029774412</c:v>
                </c:pt>
                <c:pt idx="2487">
                  <c:v>2560.2240029774412</c:v>
                </c:pt>
                <c:pt idx="2488">
                  <c:v>2560.2240029774412</c:v>
                </c:pt>
                <c:pt idx="2489">
                  <c:v>2560.2240029774412</c:v>
                </c:pt>
                <c:pt idx="2490">
                  <c:v>2560.2240029774412</c:v>
                </c:pt>
                <c:pt idx="2491">
                  <c:v>2560.2240029774412</c:v>
                </c:pt>
                <c:pt idx="2492">
                  <c:v>2560.2240029774412</c:v>
                </c:pt>
                <c:pt idx="2493">
                  <c:v>2560.2240029774412</c:v>
                </c:pt>
                <c:pt idx="2494">
                  <c:v>2560.2240029774412</c:v>
                </c:pt>
                <c:pt idx="2495">
                  <c:v>2560.2240029774412</c:v>
                </c:pt>
                <c:pt idx="2496">
                  <c:v>2560.2240029774412</c:v>
                </c:pt>
                <c:pt idx="2497">
                  <c:v>2560.2240029774412</c:v>
                </c:pt>
                <c:pt idx="2498">
                  <c:v>2560.2240029774412</c:v>
                </c:pt>
                <c:pt idx="2499">
                  <c:v>2560.2240029774412</c:v>
                </c:pt>
                <c:pt idx="2500">
                  <c:v>#N/A</c:v>
                </c:pt>
                <c:pt idx="2501">
                  <c:v>#N/A</c:v>
                </c:pt>
                <c:pt idx="2502">
                  <c:v>#N/A</c:v>
                </c:pt>
                <c:pt idx="2503">
                  <c:v>#N/A</c:v>
                </c:pt>
                <c:pt idx="2504">
                  <c:v>#N/A</c:v>
                </c:pt>
                <c:pt idx="2505">
                  <c:v>#N/A</c:v>
                </c:pt>
                <c:pt idx="2506">
                  <c:v>#N/A</c:v>
                </c:pt>
                <c:pt idx="2507">
                  <c:v>#N/A</c:v>
                </c:pt>
                <c:pt idx="2508">
                  <c:v>#N/A</c:v>
                </c:pt>
                <c:pt idx="2509">
                  <c:v>#N/A</c:v>
                </c:pt>
                <c:pt idx="2510">
                  <c:v>#N/A</c:v>
                </c:pt>
                <c:pt idx="2511">
                  <c:v>#N/A</c:v>
                </c:pt>
                <c:pt idx="2512">
                  <c:v>#N/A</c:v>
                </c:pt>
                <c:pt idx="2513">
                  <c:v>#N/A</c:v>
                </c:pt>
                <c:pt idx="2514">
                  <c:v>#N/A</c:v>
                </c:pt>
                <c:pt idx="2515">
                  <c:v>#N/A</c:v>
                </c:pt>
                <c:pt idx="2516">
                  <c:v>#N/A</c:v>
                </c:pt>
                <c:pt idx="2517">
                  <c:v>#N/A</c:v>
                </c:pt>
                <c:pt idx="2518">
                  <c:v>#N/A</c:v>
                </c:pt>
                <c:pt idx="2519">
                  <c:v>#N/A</c:v>
                </c:pt>
                <c:pt idx="2520">
                  <c:v>#N/A</c:v>
                </c:pt>
                <c:pt idx="2521">
                  <c:v>#N/A</c:v>
                </c:pt>
                <c:pt idx="2522">
                  <c:v>#N/A</c:v>
                </c:pt>
                <c:pt idx="2523">
                  <c:v>#N/A</c:v>
                </c:pt>
                <c:pt idx="2524">
                  <c:v>#N/A</c:v>
                </c:pt>
                <c:pt idx="2525">
                  <c:v>#N/A</c:v>
                </c:pt>
                <c:pt idx="2526">
                  <c:v>#N/A</c:v>
                </c:pt>
                <c:pt idx="2527">
                  <c:v>#N/A</c:v>
                </c:pt>
                <c:pt idx="2528">
                  <c:v>#N/A</c:v>
                </c:pt>
                <c:pt idx="2529">
                  <c:v>#N/A</c:v>
                </c:pt>
                <c:pt idx="2530">
                  <c:v>#N/A</c:v>
                </c:pt>
                <c:pt idx="2531">
                  <c:v>#N/A</c:v>
                </c:pt>
                <c:pt idx="2532">
                  <c:v>#N/A</c:v>
                </c:pt>
                <c:pt idx="2533">
                  <c:v>#N/A</c:v>
                </c:pt>
                <c:pt idx="2534">
                  <c:v>#N/A</c:v>
                </c:pt>
                <c:pt idx="2535">
                  <c:v>#N/A</c:v>
                </c:pt>
                <c:pt idx="2536">
                  <c:v>#N/A</c:v>
                </c:pt>
                <c:pt idx="2537">
                  <c:v>#N/A</c:v>
                </c:pt>
                <c:pt idx="2538">
                  <c:v>#N/A</c:v>
                </c:pt>
                <c:pt idx="2539">
                  <c:v>#N/A</c:v>
                </c:pt>
                <c:pt idx="2540">
                  <c:v>#N/A</c:v>
                </c:pt>
                <c:pt idx="2541">
                  <c:v>#N/A</c:v>
                </c:pt>
                <c:pt idx="2542">
                  <c:v>#N/A</c:v>
                </c:pt>
                <c:pt idx="2543">
                  <c:v>#N/A</c:v>
                </c:pt>
                <c:pt idx="2544">
                  <c:v>#N/A</c:v>
                </c:pt>
                <c:pt idx="2545">
                  <c:v>#N/A</c:v>
                </c:pt>
                <c:pt idx="2546">
                  <c:v>#N/A</c:v>
                </c:pt>
                <c:pt idx="2547">
                  <c:v>#N/A</c:v>
                </c:pt>
                <c:pt idx="2548">
                  <c:v>#N/A</c:v>
                </c:pt>
                <c:pt idx="2549">
                  <c:v>#N/A</c:v>
                </c:pt>
                <c:pt idx="2550">
                  <c:v>#N/A</c:v>
                </c:pt>
                <c:pt idx="2551">
                  <c:v>#N/A</c:v>
                </c:pt>
                <c:pt idx="2552">
                  <c:v>#N/A</c:v>
                </c:pt>
                <c:pt idx="2553">
                  <c:v>#N/A</c:v>
                </c:pt>
                <c:pt idx="2554">
                  <c:v>#N/A</c:v>
                </c:pt>
                <c:pt idx="2555">
                  <c:v>#N/A</c:v>
                </c:pt>
                <c:pt idx="2556">
                  <c:v>#N/A</c:v>
                </c:pt>
                <c:pt idx="2557">
                  <c:v>#N/A</c:v>
                </c:pt>
                <c:pt idx="2558">
                  <c:v>#N/A</c:v>
                </c:pt>
                <c:pt idx="2559">
                  <c:v>#N/A</c:v>
                </c:pt>
                <c:pt idx="2560">
                  <c:v>#N/A</c:v>
                </c:pt>
                <c:pt idx="2561">
                  <c:v>#N/A</c:v>
                </c:pt>
                <c:pt idx="2562">
                  <c:v>#N/A</c:v>
                </c:pt>
                <c:pt idx="2563">
                  <c:v>#N/A</c:v>
                </c:pt>
                <c:pt idx="2564">
                  <c:v>#N/A</c:v>
                </c:pt>
                <c:pt idx="2565">
                  <c:v>#N/A</c:v>
                </c:pt>
                <c:pt idx="2566">
                  <c:v>#N/A</c:v>
                </c:pt>
                <c:pt idx="2567">
                  <c:v>#N/A</c:v>
                </c:pt>
                <c:pt idx="2568">
                  <c:v>#N/A</c:v>
                </c:pt>
                <c:pt idx="2569">
                  <c:v>#N/A</c:v>
                </c:pt>
                <c:pt idx="2570">
                  <c:v>#N/A</c:v>
                </c:pt>
                <c:pt idx="2571">
                  <c:v>#N/A</c:v>
                </c:pt>
                <c:pt idx="2572">
                  <c:v>#N/A</c:v>
                </c:pt>
                <c:pt idx="2573">
                  <c:v>#N/A</c:v>
                </c:pt>
                <c:pt idx="2574">
                  <c:v>#N/A</c:v>
                </c:pt>
                <c:pt idx="2575">
                  <c:v>#N/A</c:v>
                </c:pt>
                <c:pt idx="2576">
                  <c:v>#N/A</c:v>
                </c:pt>
                <c:pt idx="2577">
                  <c:v>#N/A</c:v>
                </c:pt>
                <c:pt idx="2578">
                  <c:v>#N/A</c:v>
                </c:pt>
                <c:pt idx="2579">
                  <c:v>#N/A</c:v>
                </c:pt>
                <c:pt idx="2580">
                  <c:v>#N/A</c:v>
                </c:pt>
                <c:pt idx="2581">
                  <c:v>#N/A</c:v>
                </c:pt>
                <c:pt idx="2582">
                  <c:v>#N/A</c:v>
                </c:pt>
                <c:pt idx="2583">
                  <c:v>#N/A</c:v>
                </c:pt>
                <c:pt idx="2584">
                  <c:v>2604.7066640891189</c:v>
                </c:pt>
                <c:pt idx="2585">
                  <c:v>2604.7066640891189</c:v>
                </c:pt>
                <c:pt idx="2586">
                  <c:v>2604.7066640891189</c:v>
                </c:pt>
                <c:pt idx="2587">
                  <c:v>2604.7066640891189</c:v>
                </c:pt>
                <c:pt idx="2588">
                  <c:v>2618.368638447233</c:v>
                </c:pt>
                <c:pt idx="2589">
                  <c:v>2618.368638447233</c:v>
                </c:pt>
                <c:pt idx="2590">
                  <c:v>2618.368638447233</c:v>
                </c:pt>
                <c:pt idx="2591">
                  <c:v>2618.368638447233</c:v>
                </c:pt>
                <c:pt idx="2592">
                  <c:v>2618.368638447233</c:v>
                </c:pt>
                <c:pt idx="2593">
                  <c:v>2618.368638447233</c:v>
                </c:pt>
                <c:pt idx="2594">
                  <c:v>2618.368638447233</c:v>
                </c:pt>
                <c:pt idx="2595">
                  <c:v>2618.368638447233</c:v>
                </c:pt>
                <c:pt idx="2596">
                  <c:v>2618.368638447233</c:v>
                </c:pt>
                <c:pt idx="2597">
                  <c:v>2618.368638447233</c:v>
                </c:pt>
                <c:pt idx="2598">
                  <c:v>2618.368638447233</c:v>
                </c:pt>
                <c:pt idx="2599">
                  <c:v>2618.368638447233</c:v>
                </c:pt>
                <c:pt idx="2600">
                  <c:v>2618.368638447233</c:v>
                </c:pt>
                <c:pt idx="2601">
                  <c:v>2618.368638447233</c:v>
                </c:pt>
                <c:pt idx="2602">
                  <c:v>2618.368638447233</c:v>
                </c:pt>
                <c:pt idx="2603">
                  <c:v>2618.368638447233</c:v>
                </c:pt>
                <c:pt idx="2604">
                  <c:v>2618.368638447233</c:v>
                </c:pt>
                <c:pt idx="2605">
                  <c:v>2618.368638447233</c:v>
                </c:pt>
                <c:pt idx="2606">
                  <c:v>2618.368638447233</c:v>
                </c:pt>
                <c:pt idx="2607">
                  <c:v>2618.368638447233</c:v>
                </c:pt>
                <c:pt idx="2608">
                  <c:v>2618.368638447233</c:v>
                </c:pt>
                <c:pt idx="2609">
                  <c:v>2618.368638447233</c:v>
                </c:pt>
                <c:pt idx="2610">
                  <c:v>2618.368638447233</c:v>
                </c:pt>
                <c:pt idx="2611">
                  <c:v>2618.368638447233</c:v>
                </c:pt>
                <c:pt idx="2612">
                  <c:v>2633.9238734340515</c:v>
                </c:pt>
                <c:pt idx="2613">
                  <c:v>2633.9238734340515</c:v>
                </c:pt>
                <c:pt idx="2614">
                  <c:v>2633.9238734340515</c:v>
                </c:pt>
                <c:pt idx="2615">
                  <c:v>2633.9238734340515</c:v>
                </c:pt>
                <c:pt idx="2616">
                  <c:v>2633.9238734340515</c:v>
                </c:pt>
                <c:pt idx="2617">
                  <c:v>2633.9238734340515</c:v>
                </c:pt>
                <c:pt idx="2618">
                  <c:v>2633.9238734340515</c:v>
                </c:pt>
                <c:pt idx="2619">
                  <c:v>2633.9238734340515</c:v>
                </c:pt>
                <c:pt idx="2620">
                  <c:v>2633.9238734340515</c:v>
                </c:pt>
                <c:pt idx="2621">
                  <c:v>2633.9238734340515</c:v>
                </c:pt>
                <c:pt idx="2622">
                  <c:v>2633.9238734340515</c:v>
                </c:pt>
                <c:pt idx="2623">
                  <c:v>2633.9238734340515</c:v>
                </c:pt>
                <c:pt idx="2624">
                  <c:v>2633.9238734340515</c:v>
                </c:pt>
                <c:pt idx="2625">
                  <c:v>2633.9238734340515</c:v>
                </c:pt>
                <c:pt idx="2626">
                  <c:v>2633.9238734340515</c:v>
                </c:pt>
                <c:pt idx="2627">
                  <c:v>2634.3078758529136</c:v>
                </c:pt>
                <c:pt idx="2628">
                  <c:v>2634.3078758529136</c:v>
                </c:pt>
                <c:pt idx="2629">
                  <c:v>2634.3078758529136</c:v>
                </c:pt>
                <c:pt idx="2630">
                  <c:v>2634.3078758529136</c:v>
                </c:pt>
                <c:pt idx="2631">
                  <c:v>2634.3078758529136</c:v>
                </c:pt>
                <c:pt idx="2632">
                  <c:v>2634.3078758529136</c:v>
                </c:pt>
                <c:pt idx="2633">
                  <c:v>2634.3078758529136</c:v>
                </c:pt>
                <c:pt idx="2634">
                  <c:v>2634.3078758529136</c:v>
                </c:pt>
                <c:pt idx="2635">
                  <c:v>2634.3078758529136</c:v>
                </c:pt>
                <c:pt idx="2636">
                  <c:v>2634.3078758529136</c:v>
                </c:pt>
                <c:pt idx="2637">
                  <c:v>2634.3078758529136</c:v>
                </c:pt>
                <c:pt idx="2638">
                  <c:v>2634.3078758529136</c:v>
                </c:pt>
                <c:pt idx="2639">
                  <c:v>2641.4020426915722</c:v>
                </c:pt>
                <c:pt idx="2640">
                  <c:v>2641.4020426915722</c:v>
                </c:pt>
                <c:pt idx="2641">
                  <c:v>2641.4020426915722</c:v>
                </c:pt>
                <c:pt idx="2642">
                  <c:v>2641.4020426915722</c:v>
                </c:pt>
                <c:pt idx="2643">
                  <c:v>2641.4020426915722</c:v>
                </c:pt>
                <c:pt idx="2644">
                  <c:v>2641.4020426915722</c:v>
                </c:pt>
                <c:pt idx="2645">
                  <c:v>2641.4020426915722</c:v>
                </c:pt>
                <c:pt idx="2646">
                  <c:v>2641.4020426915722</c:v>
                </c:pt>
                <c:pt idx="2647">
                  <c:v>2641.4020426915722</c:v>
                </c:pt>
                <c:pt idx="2648">
                  <c:v>2641.4020426915722</c:v>
                </c:pt>
                <c:pt idx="2649">
                  <c:v>2641.4020426915722</c:v>
                </c:pt>
                <c:pt idx="2650">
                  <c:v>2641.4020426915722</c:v>
                </c:pt>
                <c:pt idx="2651">
                  <c:v>2641.4020426915722</c:v>
                </c:pt>
                <c:pt idx="2652">
                  <c:v>2641.4020426915722</c:v>
                </c:pt>
                <c:pt idx="2653">
                  <c:v>2644.2366311112237</c:v>
                </c:pt>
                <c:pt idx="2654">
                  <c:v>2644.2366311112237</c:v>
                </c:pt>
                <c:pt idx="2655">
                  <c:v>2644.2366311112237</c:v>
                </c:pt>
                <c:pt idx="2656">
                  <c:v>2644.2366311112237</c:v>
                </c:pt>
                <c:pt idx="2657">
                  <c:v>2644.2366311112237</c:v>
                </c:pt>
                <c:pt idx="2658">
                  <c:v>2644.2366311112237</c:v>
                </c:pt>
                <c:pt idx="2659">
                  <c:v>2644.2366311112237</c:v>
                </c:pt>
                <c:pt idx="2660">
                  <c:v>2644.2366311112237</c:v>
                </c:pt>
                <c:pt idx="2661">
                  <c:v>2644.2366311112237</c:v>
                </c:pt>
                <c:pt idx="2662">
                  <c:v>2644.2366311112237</c:v>
                </c:pt>
                <c:pt idx="2663">
                  <c:v>2644.2366311112237</c:v>
                </c:pt>
                <c:pt idx="2664">
                  <c:v>2644.2366311112237</c:v>
                </c:pt>
                <c:pt idx="2665">
                  <c:v>2644.2366311112237</c:v>
                </c:pt>
                <c:pt idx="2666">
                  <c:v>2644.2366311112237</c:v>
                </c:pt>
                <c:pt idx="2667">
                  <c:v>2644.2366311112237</c:v>
                </c:pt>
                <c:pt idx="2668">
                  <c:v>2661.4781144765639</c:v>
                </c:pt>
                <c:pt idx="2669">
                  <c:v>2661.4781144765639</c:v>
                </c:pt>
                <c:pt idx="2670">
                  <c:v>2661.4781144765639</c:v>
                </c:pt>
                <c:pt idx="2671">
                  <c:v>2661.4781144765639</c:v>
                </c:pt>
                <c:pt idx="2672">
                  <c:v>2661.4781144765639</c:v>
                </c:pt>
                <c:pt idx="2673">
                  <c:v>2661.4781144765639</c:v>
                </c:pt>
                <c:pt idx="2674">
                  <c:v>2661.4781144765639</c:v>
                </c:pt>
                <c:pt idx="2675">
                  <c:v>2661.4781144765639</c:v>
                </c:pt>
                <c:pt idx="2676">
                  <c:v>2661.4781144765639</c:v>
                </c:pt>
                <c:pt idx="2677">
                  <c:v>2661.4781144765639</c:v>
                </c:pt>
                <c:pt idx="2678">
                  <c:v>2661.4781144765639</c:v>
                </c:pt>
                <c:pt idx="2679">
                  <c:v>2661.4781144765639</c:v>
                </c:pt>
                <c:pt idx="2680">
                  <c:v>2661.4781144765639</c:v>
                </c:pt>
                <c:pt idx="2681">
                  <c:v>2661.4781144765639</c:v>
                </c:pt>
                <c:pt idx="2682">
                  <c:v>2661.4781144765639</c:v>
                </c:pt>
                <c:pt idx="2683">
                  <c:v>2661.4781144765639</c:v>
                </c:pt>
                <c:pt idx="2684">
                  <c:v>2661.4781144765639</c:v>
                </c:pt>
                <c:pt idx="2685">
                  <c:v>2661.4781144765639</c:v>
                </c:pt>
                <c:pt idx="2686">
                  <c:v>2661.4781144765639</c:v>
                </c:pt>
                <c:pt idx="2687">
                  <c:v>2661.4781144765639</c:v>
                </c:pt>
                <c:pt idx="2688">
                  <c:v>2661.4781144765639</c:v>
                </c:pt>
                <c:pt idx="2689">
                  <c:v>2661.4781144765639</c:v>
                </c:pt>
                <c:pt idx="2690">
                  <c:v>2661.4781144765639</c:v>
                </c:pt>
                <c:pt idx="2691">
                  <c:v>2661.4781144765639</c:v>
                </c:pt>
                <c:pt idx="2692">
                  <c:v>2661.4781144765639</c:v>
                </c:pt>
                <c:pt idx="2693">
                  <c:v>2661.4781144765639</c:v>
                </c:pt>
                <c:pt idx="2694">
                  <c:v>2661.4781144765639</c:v>
                </c:pt>
                <c:pt idx="2695">
                  <c:v>2661.4781144765639</c:v>
                </c:pt>
                <c:pt idx="2696">
                  <c:v>2661.4781144765639</c:v>
                </c:pt>
                <c:pt idx="2697">
                  <c:v>2661.4781144765639</c:v>
                </c:pt>
                <c:pt idx="2698">
                  <c:v>2661.4781144765639</c:v>
                </c:pt>
                <c:pt idx="2699">
                  <c:v>2661.4781144765639</c:v>
                </c:pt>
                <c:pt idx="2700">
                  <c:v>2661.4781144765639</c:v>
                </c:pt>
                <c:pt idx="2701">
                  <c:v>2661.4781144765639</c:v>
                </c:pt>
                <c:pt idx="2702">
                  <c:v>2661.4781144765639</c:v>
                </c:pt>
                <c:pt idx="2703">
                  <c:v>2661.4781144765639</c:v>
                </c:pt>
                <c:pt idx="2704">
                  <c:v>2661.4781144765639</c:v>
                </c:pt>
                <c:pt idx="2705">
                  <c:v>2661.4781144765639</c:v>
                </c:pt>
                <c:pt idx="2706">
                  <c:v>2661.4781144765639</c:v>
                </c:pt>
                <c:pt idx="2707">
                  <c:v>2661.4781144765639</c:v>
                </c:pt>
                <c:pt idx="2708">
                  <c:v>2661.4781144765639</c:v>
                </c:pt>
                <c:pt idx="2709">
                  <c:v>#N/A</c:v>
                </c:pt>
                <c:pt idx="2710">
                  <c:v>#N/A</c:v>
                </c:pt>
                <c:pt idx="2711">
                  <c:v>#N/A</c:v>
                </c:pt>
                <c:pt idx="2712">
                  <c:v>#N/A</c:v>
                </c:pt>
                <c:pt idx="2713">
                  <c:v>#N/A</c:v>
                </c:pt>
                <c:pt idx="2714">
                  <c:v>#N/A</c:v>
                </c:pt>
                <c:pt idx="2715">
                  <c:v>#N/A</c:v>
                </c:pt>
                <c:pt idx="2716">
                  <c:v>#N/A</c:v>
                </c:pt>
                <c:pt idx="2717">
                  <c:v>2724.9882715818167</c:v>
                </c:pt>
                <c:pt idx="2718">
                  <c:v>2724.9882715818167</c:v>
                </c:pt>
                <c:pt idx="2719">
                  <c:v>2724.9882715818167</c:v>
                </c:pt>
                <c:pt idx="2720">
                  <c:v>2724.9882715818167</c:v>
                </c:pt>
                <c:pt idx="2721">
                  <c:v>2724.9882715818167</c:v>
                </c:pt>
                <c:pt idx="2722">
                  <c:v>2724.9882715818167</c:v>
                </c:pt>
                <c:pt idx="2723">
                  <c:v>2724.9882715818167</c:v>
                </c:pt>
                <c:pt idx="2724">
                  <c:v>2724.9882715818167</c:v>
                </c:pt>
                <c:pt idx="2725">
                  <c:v>2724.9882715818167</c:v>
                </c:pt>
                <c:pt idx="2726">
                  <c:v>2724.9882715818167</c:v>
                </c:pt>
                <c:pt idx="2727">
                  <c:v>2724.9882715818167</c:v>
                </c:pt>
                <c:pt idx="2728">
                  <c:v>2724.9882715818167</c:v>
                </c:pt>
                <c:pt idx="2729">
                  <c:v>2724.9882715818167</c:v>
                </c:pt>
                <c:pt idx="2730">
                  <c:v>2724.9882715818167</c:v>
                </c:pt>
                <c:pt idx="2731">
                  <c:v>2724.9882715818167</c:v>
                </c:pt>
                <c:pt idx="2732">
                  <c:v>2724.9882715818167</c:v>
                </c:pt>
                <c:pt idx="2733">
                  <c:v>2724.9882715818167</c:v>
                </c:pt>
                <c:pt idx="2734">
                  <c:v>2724.9882715818167</c:v>
                </c:pt>
                <c:pt idx="2735">
                  <c:v>2724.9882715818167</c:v>
                </c:pt>
                <c:pt idx="2736">
                  <c:v>2724.9882715818167</c:v>
                </c:pt>
                <c:pt idx="2737">
                  <c:v>2724.9882715818167</c:v>
                </c:pt>
                <c:pt idx="2738">
                  <c:v>2724.9882715818167</c:v>
                </c:pt>
                <c:pt idx="2739">
                  <c:v>2724.9882715818167</c:v>
                </c:pt>
                <c:pt idx="2740">
                  <c:v>2724.9882715818167</c:v>
                </c:pt>
                <c:pt idx="2741">
                  <c:v>2724.9882715818167</c:v>
                </c:pt>
                <c:pt idx="2742">
                  <c:v>2724.9882715818167</c:v>
                </c:pt>
                <c:pt idx="2743">
                  <c:v>2724.9882715818167</c:v>
                </c:pt>
                <c:pt idx="2744">
                  <c:v>2724.9882715818167</c:v>
                </c:pt>
                <c:pt idx="2745">
                  <c:v>2724.9882715818167</c:v>
                </c:pt>
                <c:pt idx="2746">
                  <c:v>2724.9882715818167</c:v>
                </c:pt>
                <c:pt idx="2747">
                  <c:v>2749.2392696003149</c:v>
                </c:pt>
                <c:pt idx="2748">
                  <c:v>2749.2392696003149</c:v>
                </c:pt>
                <c:pt idx="2749">
                  <c:v>2749.2392696003149</c:v>
                </c:pt>
                <c:pt idx="2750">
                  <c:v>2749.2392696003149</c:v>
                </c:pt>
                <c:pt idx="2751">
                  <c:v>2749.2392696003149</c:v>
                </c:pt>
                <c:pt idx="2752">
                  <c:v>2749.2392696003149</c:v>
                </c:pt>
                <c:pt idx="2753">
                  <c:v>2749.2392696003149</c:v>
                </c:pt>
                <c:pt idx="2754">
                  <c:v>2749.2392696003149</c:v>
                </c:pt>
                <c:pt idx="2755">
                  <c:v>2749.2392696003149</c:v>
                </c:pt>
                <c:pt idx="2756">
                  <c:v>2749.2392696003149</c:v>
                </c:pt>
                <c:pt idx="2757">
                  <c:v>2749.2392696003149</c:v>
                </c:pt>
                <c:pt idx="2758">
                  <c:v>2749.2392696003149</c:v>
                </c:pt>
                <c:pt idx="2759">
                  <c:v>2749.2392696003149</c:v>
                </c:pt>
                <c:pt idx="2760">
                  <c:v>2749.2392696003149</c:v>
                </c:pt>
                <c:pt idx="2761">
                  <c:v>2749.2392696003149</c:v>
                </c:pt>
                <c:pt idx="2762">
                  <c:v>2749.2392696003149</c:v>
                </c:pt>
                <c:pt idx="2763">
                  <c:v>2749.2392696003149</c:v>
                </c:pt>
                <c:pt idx="2764">
                  <c:v>2749.2392696003149</c:v>
                </c:pt>
                <c:pt idx="2765">
                  <c:v>2749.2392696003149</c:v>
                </c:pt>
                <c:pt idx="2766">
                  <c:v>2749.2392696003149</c:v>
                </c:pt>
                <c:pt idx="2767">
                  <c:v>2749.2392696003149</c:v>
                </c:pt>
                <c:pt idx="2768">
                  <c:v>2749.2392696003149</c:v>
                </c:pt>
                <c:pt idx="2769">
                  <c:v>2749.2392696003149</c:v>
                </c:pt>
                <c:pt idx="2770">
                  <c:v>2749.2392696003149</c:v>
                </c:pt>
                <c:pt idx="2771">
                  <c:v>2749.2392696003149</c:v>
                </c:pt>
                <c:pt idx="2772">
                  <c:v>2749.2392696003149</c:v>
                </c:pt>
                <c:pt idx="2773">
                  <c:v>2749.2392696003149</c:v>
                </c:pt>
                <c:pt idx="2774">
                  <c:v>2749.2392696003149</c:v>
                </c:pt>
                <c:pt idx="2775">
                  <c:v>2749.2392696003149</c:v>
                </c:pt>
                <c:pt idx="2776">
                  <c:v>2749.2392696003149</c:v>
                </c:pt>
                <c:pt idx="2777">
                  <c:v>2749.2392696003149</c:v>
                </c:pt>
                <c:pt idx="2778">
                  <c:v>2749.2392696003149</c:v>
                </c:pt>
                <c:pt idx="2779">
                  <c:v>2749.2392696003149</c:v>
                </c:pt>
                <c:pt idx="2780">
                  <c:v>2749.2392696003149</c:v>
                </c:pt>
                <c:pt idx="2781">
                  <c:v>2749.2392696003149</c:v>
                </c:pt>
                <c:pt idx="2782">
                  <c:v>2749.2392696003149</c:v>
                </c:pt>
                <c:pt idx="2783">
                  <c:v>2749.2392696003149</c:v>
                </c:pt>
                <c:pt idx="2784">
                  <c:v>2749.2392696003149</c:v>
                </c:pt>
                <c:pt idx="2785">
                  <c:v>2749.2392696003149</c:v>
                </c:pt>
                <c:pt idx="2786">
                  <c:v>2749.2392696003149</c:v>
                </c:pt>
                <c:pt idx="2787">
                  <c:v>2749.2392696003149</c:v>
                </c:pt>
                <c:pt idx="2788">
                  <c:v>2749.2392696003149</c:v>
                </c:pt>
                <c:pt idx="2789">
                  <c:v>2749.2392696003149</c:v>
                </c:pt>
                <c:pt idx="2790">
                  <c:v>2749.2392696003149</c:v>
                </c:pt>
                <c:pt idx="2791">
                  <c:v>2749.2392696003149</c:v>
                </c:pt>
                <c:pt idx="2792">
                  <c:v>2749.2392696003149</c:v>
                </c:pt>
                <c:pt idx="2793">
                  <c:v>2749.2392696003149</c:v>
                </c:pt>
                <c:pt idx="2794">
                  <c:v>2749.2392696003149</c:v>
                </c:pt>
                <c:pt idx="2795">
                  <c:v>2749.2392696003149</c:v>
                </c:pt>
                <c:pt idx="2796">
                  <c:v>2749.2392696003149</c:v>
                </c:pt>
                <c:pt idx="2797">
                  <c:v>2749.2392696003149</c:v>
                </c:pt>
                <c:pt idx="2798">
                  <c:v>2749.2392696003149</c:v>
                </c:pt>
                <c:pt idx="2799">
                  <c:v>2749.2392696003149</c:v>
                </c:pt>
                <c:pt idx="2800">
                  <c:v>2749.2392696003149</c:v>
                </c:pt>
                <c:pt idx="2801">
                  <c:v>2749.2392696003149</c:v>
                </c:pt>
                <c:pt idx="2802">
                  <c:v>2749.2392696003149</c:v>
                </c:pt>
                <c:pt idx="2803">
                  <c:v>2749.2392696003149</c:v>
                </c:pt>
                <c:pt idx="2804">
                  <c:v>2749.2392696003149</c:v>
                </c:pt>
                <c:pt idx="2805">
                  <c:v>2749.2392696003149</c:v>
                </c:pt>
                <c:pt idx="2806">
                  <c:v>2749.2392696003149</c:v>
                </c:pt>
                <c:pt idx="2807">
                  <c:v>2749.2392696003149</c:v>
                </c:pt>
                <c:pt idx="2808">
                  <c:v>2749.2392696003149</c:v>
                </c:pt>
                <c:pt idx="2809">
                  <c:v>2749.2392696003149</c:v>
                </c:pt>
                <c:pt idx="2810">
                  <c:v>2749.2392696003149</c:v>
                </c:pt>
                <c:pt idx="2811">
                  <c:v>2749.2392696003149</c:v>
                </c:pt>
                <c:pt idx="2812">
                  <c:v>2749.2392696003149</c:v>
                </c:pt>
                <c:pt idx="2813">
                  <c:v>2750.4661550351052</c:v>
                </c:pt>
                <c:pt idx="2814">
                  <c:v>2750.4661550351052</c:v>
                </c:pt>
                <c:pt idx="2815">
                  <c:v>2750.4661550351052</c:v>
                </c:pt>
                <c:pt idx="2816">
                  <c:v>2750.4661550351052</c:v>
                </c:pt>
                <c:pt idx="2817">
                  <c:v>2750.4661550351052</c:v>
                </c:pt>
                <c:pt idx="2818">
                  <c:v>2750.4661550351052</c:v>
                </c:pt>
                <c:pt idx="2819">
                  <c:v>2750.4661550351052</c:v>
                </c:pt>
                <c:pt idx="2820">
                  <c:v>2750.4661550351052</c:v>
                </c:pt>
                <c:pt idx="2821">
                  <c:v>2750.4661550351052</c:v>
                </c:pt>
                <c:pt idx="2822">
                  <c:v>2750.4661550351052</c:v>
                </c:pt>
                <c:pt idx="2823">
                  <c:v>2750.4661550351052</c:v>
                </c:pt>
                <c:pt idx="2824">
                  <c:v>2750.4661550351052</c:v>
                </c:pt>
                <c:pt idx="2825">
                  <c:v>2750.4661550351052</c:v>
                </c:pt>
                <c:pt idx="2826">
                  <c:v>2750.4661550351052</c:v>
                </c:pt>
                <c:pt idx="2827">
                  <c:v>2750.4661550351052</c:v>
                </c:pt>
                <c:pt idx="2828">
                  <c:v>2750.4661550351052</c:v>
                </c:pt>
                <c:pt idx="2829">
                  <c:v>2750.4661550351052</c:v>
                </c:pt>
                <c:pt idx="2830">
                  <c:v>2750.4661550351052</c:v>
                </c:pt>
                <c:pt idx="2831">
                  <c:v>2750.4661550351052</c:v>
                </c:pt>
                <c:pt idx="2832">
                  <c:v>2750.4661550351052</c:v>
                </c:pt>
                <c:pt idx="2833">
                  <c:v>2750.4661550351052</c:v>
                </c:pt>
                <c:pt idx="2834">
                  <c:v>2750.4661550351052</c:v>
                </c:pt>
                <c:pt idx="2835">
                  <c:v>#N/A</c:v>
                </c:pt>
                <c:pt idx="2836">
                  <c:v>#N/A</c:v>
                </c:pt>
                <c:pt idx="2837">
                  <c:v>#N/A</c:v>
                </c:pt>
                <c:pt idx="2838">
                  <c:v>#N/A</c:v>
                </c:pt>
                <c:pt idx="2839">
                  <c:v>#N/A</c:v>
                </c:pt>
                <c:pt idx="2840">
                  <c:v>#N/A</c:v>
                </c:pt>
                <c:pt idx="2841">
                  <c:v>#N/A</c:v>
                </c:pt>
                <c:pt idx="2842">
                  <c:v>#N/A</c:v>
                </c:pt>
                <c:pt idx="2843">
                  <c:v>2756.1635001759882</c:v>
                </c:pt>
                <c:pt idx="2844">
                  <c:v>2756.1635001759882</c:v>
                </c:pt>
                <c:pt idx="2845">
                  <c:v>2756.1635001759882</c:v>
                </c:pt>
                <c:pt idx="2846">
                  <c:v>2756.1635001759882</c:v>
                </c:pt>
                <c:pt idx="2847">
                  <c:v>2756.1635001759882</c:v>
                </c:pt>
                <c:pt idx="2848">
                  <c:v>2756.1635001759882</c:v>
                </c:pt>
                <c:pt idx="2849">
                  <c:v>2756.1635001759882</c:v>
                </c:pt>
                <c:pt idx="2850">
                  <c:v>2756.1635001759882</c:v>
                </c:pt>
                <c:pt idx="2851">
                  <c:v>2756.1635001759882</c:v>
                </c:pt>
                <c:pt idx="2852">
                  <c:v>2756.1635001759882</c:v>
                </c:pt>
                <c:pt idx="2853">
                  <c:v>2756.1635001759882</c:v>
                </c:pt>
                <c:pt idx="2854">
                  <c:v>2756.1635001759882</c:v>
                </c:pt>
                <c:pt idx="2855">
                  <c:v>2756.1635001759882</c:v>
                </c:pt>
                <c:pt idx="2856">
                  <c:v>2756.1635001759882</c:v>
                </c:pt>
                <c:pt idx="2857">
                  <c:v>2756.1635001759882</c:v>
                </c:pt>
                <c:pt idx="2858">
                  <c:v>2756.1635001759882</c:v>
                </c:pt>
                <c:pt idx="2859">
                  <c:v>2756.1635001759882</c:v>
                </c:pt>
                <c:pt idx="2860">
                  <c:v>2756.1635001759882</c:v>
                </c:pt>
                <c:pt idx="2861">
                  <c:v>2756.1635001759882</c:v>
                </c:pt>
                <c:pt idx="2862">
                  <c:v>#N/A</c:v>
                </c:pt>
                <c:pt idx="2863">
                  <c:v>#N/A</c:v>
                </c:pt>
                <c:pt idx="2864">
                  <c:v>#N/A</c:v>
                </c:pt>
                <c:pt idx="2865">
                  <c:v>#N/A</c:v>
                </c:pt>
                <c:pt idx="2866">
                  <c:v>#N/A</c:v>
                </c:pt>
                <c:pt idx="2867">
                  <c:v>#N/A</c:v>
                </c:pt>
                <c:pt idx="2868">
                  <c:v>#N/A</c:v>
                </c:pt>
                <c:pt idx="2869">
                  <c:v>#N/A</c:v>
                </c:pt>
                <c:pt idx="2870">
                  <c:v>#N/A</c:v>
                </c:pt>
                <c:pt idx="2871">
                  <c:v>#N/A</c:v>
                </c:pt>
                <c:pt idx="2872">
                  <c:v>#N/A</c:v>
                </c:pt>
                <c:pt idx="2873">
                  <c:v>#N/A</c:v>
                </c:pt>
                <c:pt idx="2874">
                  <c:v>#N/A</c:v>
                </c:pt>
                <c:pt idx="2875">
                  <c:v>#N/A</c:v>
                </c:pt>
                <c:pt idx="2876">
                  <c:v>#N/A</c:v>
                </c:pt>
                <c:pt idx="2877">
                  <c:v>#N/A</c:v>
                </c:pt>
                <c:pt idx="2878">
                  <c:v>#N/A</c:v>
                </c:pt>
                <c:pt idx="2879">
                  <c:v>#N/A</c:v>
                </c:pt>
                <c:pt idx="2880">
                  <c:v>#N/A</c:v>
                </c:pt>
                <c:pt idx="2881">
                  <c:v>#N/A</c:v>
                </c:pt>
                <c:pt idx="2882">
                  <c:v>#N/A</c:v>
                </c:pt>
                <c:pt idx="2883">
                  <c:v>#N/A</c:v>
                </c:pt>
                <c:pt idx="2884">
                  <c:v>#N/A</c:v>
                </c:pt>
                <c:pt idx="2885">
                  <c:v>#N/A</c:v>
                </c:pt>
                <c:pt idx="2886">
                  <c:v>#N/A</c:v>
                </c:pt>
                <c:pt idx="2887">
                  <c:v>#N/A</c:v>
                </c:pt>
                <c:pt idx="2888">
                  <c:v>#N/A</c:v>
                </c:pt>
                <c:pt idx="2889">
                  <c:v>#N/A</c:v>
                </c:pt>
                <c:pt idx="2890">
                  <c:v>#N/A</c:v>
                </c:pt>
                <c:pt idx="2891">
                  <c:v>2776.9929952642492</c:v>
                </c:pt>
                <c:pt idx="2892">
                  <c:v>2776.9929952642492</c:v>
                </c:pt>
                <c:pt idx="2893">
                  <c:v>2776.9929952642492</c:v>
                </c:pt>
                <c:pt idx="2894">
                  <c:v>2776.9929952642492</c:v>
                </c:pt>
                <c:pt idx="2895">
                  <c:v>2776.9929952642492</c:v>
                </c:pt>
                <c:pt idx="2896">
                  <c:v>2776.9929952642492</c:v>
                </c:pt>
                <c:pt idx="2897">
                  <c:v>#N/A</c:v>
                </c:pt>
                <c:pt idx="2898">
                  <c:v>#N/A</c:v>
                </c:pt>
                <c:pt idx="2899">
                  <c:v>#N/A</c:v>
                </c:pt>
                <c:pt idx="2900">
                  <c:v>#N/A</c:v>
                </c:pt>
                <c:pt idx="2901">
                  <c:v>#N/A</c:v>
                </c:pt>
                <c:pt idx="2902">
                  <c:v>#N/A</c:v>
                </c:pt>
                <c:pt idx="2903">
                  <c:v>#N/A</c:v>
                </c:pt>
                <c:pt idx="2904">
                  <c:v>#N/A</c:v>
                </c:pt>
                <c:pt idx="2905">
                  <c:v>#N/A</c:v>
                </c:pt>
                <c:pt idx="2906">
                  <c:v>#N/A</c:v>
                </c:pt>
                <c:pt idx="2907">
                  <c:v>#N/A</c:v>
                </c:pt>
                <c:pt idx="2908">
                  <c:v>#N/A</c:v>
                </c:pt>
                <c:pt idx="2909">
                  <c:v>#N/A</c:v>
                </c:pt>
                <c:pt idx="2910">
                  <c:v>#N/A</c:v>
                </c:pt>
                <c:pt idx="2911">
                  <c:v>#N/A</c:v>
                </c:pt>
                <c:pt idx="2912">
                  <c:v>#N/A</c:v>
                </c:pt>
                <c:pt idx="2913">
                  <c:v>#N/A</c:v>
                </c:pt>
                <c:pt idx="2914">
                  <c:v>#N/A</c:v>
                </c:pt>
                <c:pt idx="2915">
                  <c:v>#N/A</c:v>
                </c:pt>
                <c:pt idx="2916">
                  <c:v>#N/A</c:v>
                </c:pt>
                <c:pt idx="2917">
                  <c:v>#N/A</c:v>
                </c:pt>
                <c:pt idx="2918">
                  <c:v>#N/A</c:v>
                </c:pt>
                <c:pt idx="2919">
                  <c:v>#N/A</c:v>
                </c:pt>
                <c:pt idx="2920">
                  <c:v>#N/A</c:v>
                </c:pt>
                <c:pt idx="2921">
                  <c:v>#N/A</c:v>
                </c:pt>
                <c:pt idx="2922">
                  <c:v>#N/A</c:v>
                </c:pt>
                <c:pt idx="2923">
                  <c:v>#N/A</c:v>
                </c:pt>
                <c:pt idx="2924">
                  <c:v>#N/A</c:v>
                </c:pt>
                <c:pt idx="2925">
                  <c:v>#N/A</c:v>
                </c:pt>
                <c:pt idx="2926">
                  <c:v>#N/A</c:v>
                </c:pt>
                <c:pt idx="2927">
                  <c:v>#N/A</c:v>
                </c:pt>
                <c:pt idx="2928">
                  <c:v>#N/A</c:v>
                </c:pt>
                <c:pt idx="2929">
                  <c:v>2780.283231724623</c:v>
                </c:pt>
                <c:pt idx="2930">
                  <c:v>2780.283231724623</c:v>
                </c:pt>
                <c:pt idx="2931">
                  <c:v>2780.283231724623</c:v>
                </c:pt>
                <c:pt idx="2932">
                  <c:v>2780.283231724623</c:v>
                </c:pt>
                <c:pt idx="2933">
                  <c:v>2780.283231724623</c:v>
                </c:pt>
                <c:pt idx="2934">
                  <c:v>2780.283231724623</c:v>
                </c:pt>
                <c:pt idx="2935">
                  <c:v>2780.283231724623</c:v>
                </c:pt>
                <c:pt idx="2936">
                  <c:v>2780.283231724623</c:v>
                </c:pt>
                <c:pt idx="2937">
                  <c:v>2780.283231724623</c:v>
                </c:pt>
                <c:pt idx="2938">
                  <c:v>2780.283231724623</c:v>
                </c:pt>
                <c:pt idx="2939">
                  <c:v>2780.283231724623</c:v>
                </c:pt>
                <c:pt idx="2940">
                  <c:v>2780.283231724623</c:v>
                </c:pt>
                <c:pt idx="2941">
                  <c:v>2780.283231724623</c:v>
                </c:pt>
                <c:pt idx="2942">
                  <c:v>2780.283231724623</c:v>
                </c:pt>
                <c:pt idx="2943">
                  <c:v>2780.283231724623</c:v>
                </c:pt>
                <c:pt idx="2944">
                  <c:v>2780.283231724623</c:v>
                </c:pt>
                <c:pt idx="2945">
                  <c:v>2780.283231724623</c:v>
                </c:pt>
                <c:pt idx="2946">
                  <c:v>2780.283231724623</c:v>
                </c:pt>
                <c:pt idx="2947">
                  <c:v>2780.283231724623</c:v>
                </c:pt>
                <c:pt idx="2948">
                  <c:v>2780.283231724623</c:v>
                </c:pt>
                <c:pt idx="2949">
                  <c:v>2780.283231724623</c:v>
                </c:pt>
                <c:pt idx="2950">
                  <c:v>2780.283231724623</c:v>
                </c:pt>
                <c:pt idx="2951">
                  <c:v>2780.283231724623</c:v>
                </c:pt>
                <c:pt idx="2952">
                  <c:v>2780.283231724623</c:v>
                </c:pt>
                <c:pt idx="2953">
                  <c:v>2780.283231724623</c:v>
                </c:pt>
                <c:pt idx="2954">
                  <c:v>2780.283231724623</c:v>
                </c:pt>
                <c:pt idx="2955">
                  <c:v>2780.283231724623</c:v>
                </c:pt>
                <c:pt idx="2956">
                  <c:v>2780.283231724623</c:v>
                </c:pt>
                <c:pt idx="2957">
                  <c:v>2780.283231724623</c:v>
                </c:pt>
                <c:pt idx="2958">
                  <c:v>2780.283231724623</c:v>
                </c:pt>
                <c:pt idx="2959">
                  <c:v>2780.283231724623</c:v>
                </c:pt>
                <c:pt idx="2960">
                  <c:v>2780.283231724623</c:v>
                </c:pt>
                <c:pt idx="2961">
                  <c:v>2780.283231724623</c:v>
                </c:pt>
                <c:pt idx="2962">
                  <c:v>2780.283231724623</c:v>
                </c:pt>
                <c:pt idx="2963">
                  <c:v>2780.283231724623</c:v>
                </c:pt>
                <c:pt idx="2964">
                  <c:v>2780.283231724623</c:v>
                </c:pt>
                <c:pt idx="2965">
                  <c:v>2780.283231724623</c:v>
                </c:pt>
                <c:pt idx="2966">
                  <c:v>2780.283231724623</c:v>
                </c:pt>
                <c:pt idx="2967">
                  <c:v>2780.283231724623</c:v>
                </c:pt>
                <c:pt idx="2968">
                  <c:v>2780.283231724623</c:v>
                </c:pt>
                <c:pt idx="2969">
                  <c:v>2780.283231724623</c:v>
                </c:pt>
                <c:pt idx="2970">
                  <c:v>2780.283231724623</c:v>
                </c:pt>
                <c:pt idx="2971">
                  <c:v>2780.283231724623</c:v>
                </c:pt>
                <c:pt idx="2972">
                  <c:v>2802.8775406129071</c:v>
                </c:pt>
                <c:pt idx="2973">
                  <c:v>2802.8775406129071</c:v>
                </c:pt>
                <c:pt idx="2974">
                  <c:v>2802.8775406129071</c:v>
                </c:pt>
                <c:pt idx="2975">
                  <c:v>2802.8775406129071</c:v>
                </c:pt>
                <c:pt idx="2976">
                  <c:v>2802.8775406129071</c:v>
                </c:pt>
                <c:pt idx="2977">
                  <c:v>2802.8775406129071</c:v>
                </c:pt>
                <c:pt idx="2978">
                  <c:v>2802.8775406129071</c:v>
                </c:pt>
                <c:pt idx="2979">
                  <c:v>2802.8775406129071</c:v>
                </c:pt>
                <c:pt idx="2980">
                  <c:v>2802.8775406129071</c:v>
                </c:pt>
                <c:pt idx="2981">
                  <c:v>2802.8775406129071</c:v>
                </c:pt>
                <c:pt idx="2982">
                  <c:v>2802.8775406129071</c:v>
                </c:pt>
                <c:pt idx="2983">
                  <c:v>2802.8775406129071</c:v>
                </c:pt>
                <c:pt idx="2984">
                  <c:v>2802.8775406129071</c:v>
                </c:pt>
                <c:pt idx="2985">
                  <c:v>2802.8775406129071</c:v>
                </c:pt>
                <c:pt idx="2986">
                  <c:v>2802.8775406129071</c:v>
                </c:pt>
                <c:pt idx="2987">
                  <c:v>2802.8775406129071</c:v>
                </c:pt>
                <c:pt idx="2988">
                  <c:v>2802.8775406129071</c:v>
                </c:pt>
                <c:pt idx="2989">
                  <c:v>2802.8775406129071</c:v>
                </c:pt>
                <c:pt idx="2990">
                  <c:v>2802.8775406129071</c:v>
                </c:pt>
                <c:pt idx="2991">
                  <c:v>2802.8775406129071</c:v>
                </c:pt>
                <c:pt idx="2992">
                  <c:v>2818.9108315992421</c:v>
                </c:pt>
                <c:pt idx="2993">
                  <c:v>2818.9108315992421</c:v>
                </c:pt>
                <c:pt idx="2994">
                  <c:v>2818.9108315992421</c:v>
                </c:pt>
                <c:pt idx="2995">
                  <c:v>2818.9108315992421</c:v>
                </c:pt>
                <c:pt idx="2996">
                  <c:v>2818.9108315992421</c:v>
                </c:pt>
                <c:pt idx="2997">
                  <c:v>2818.9108315992421</c:v>
                </c:pt>
                <c:pt idx="2998">
                  <c:v>2818.9108315992421</c:v>
                </c:pt>
                <c:pt idx="2999">
                  <c:v>2818.9108315992421</c:v>
                </c:pt>
                <c:pt idx="3000">
                  <c:v>2818.9108315992421</c:v>
                </c:pt>
                <c:pt idx="3001">
                  <c:v>2818.9108315992421</c:v>
                </c:pt>
                <c:pt idx="3002">
                  <c:v>2818.9108315992421</c:v>
                </c:pt>
                <c:pt idx="3003">
                  <c:v>2818.9108315992421</c:v>
                </c:pt>
                <c:pt idx="3004">
                  <c:v>2818.9108315992421</c:v>
                </c:pt>
                <c:pt idx="3005">
                  <c:v>2818.9108315992421</c:v>
                </c:pt>
                <c:pt idx="3006">
                  <c:v>2818.9108315992421</c:v>
                </c:pt>
                <c:pt idx="3007">
                  <c:v>2818.9108315992421</c:v>
                </c:pt>
                <c:pt idx="3008">
                  <c:v>2818.9108315992421</c:v>
                </c:pt>
                <c:pt idx="3009">
                  <c:v>2818.9108315992421</c:v>
                </c:pt>
                <c:pt idx="3010">
                  <c:v>2818.9108315992421</c:v>
                </c:pt>
                <c:pt idx="3011">
                  <c:v>2818.9108315992421</c:v>
                </c:pt>
                <c:pt idx="3012">
                  <c:v>2818.9108315992421</c:v>
                </c:pt>
                <c:pt idx="3013">
                  <c:v>2818.9108315992421</c:v>
                </c:pt>
                <c:pt idx="3014">
                  <c:v>2818.9108315992421</c:v>
                </c:pt>
                <c:pt idx="3015">
                  <c:v>2818.9108315992421</c:v>
                </c:pt>
                <c:pt idx="3016">
                  <c:v>2818.9108315992421</c:v>
                </c:pt>
                <c:pt idx="3017">
                  <c:v>2818.9108315992421</c:v>
                </c:pt>
                <c:pt idx="3018">
                  <c:v>2818.9108315992421</c:v>
                </c:pt>
                <c:pt idx="3019">
                  <c:v>2818.9108315992421</c:v>
                </c:pt>
                <c:pt idx="3020">
                  <c:v>2818.9108315992421</c:v>
                </c:pt>
                <c:pt idx="3021">
                  <c:v>2818.9108315992421</c:v>
                </c:pt>
                <c:pt idx="3022">
                  <c:v>2818.9108315992421</c:v>
                </c:pt>
                <c:pt idx="3023">
                  <c:v>2818.9108315992421</c:v>
                </c:pt>
                <c:pt idx="3024">
                  <c:v>2818.9108315992421</c:v>
                </c:pt>
                <c:pt idx="3025">
                  <c:v>2818.9108315992421</c:v>
                </c:pt>
                <c:pt idx="3026">
                  <c:v>2818.9108315992421</c:v>
                </c:pt>
                <c:pt idx="3027">
                  <c:v>2818.9108315992421</c:v>
                </c:pt>
                <c:pt idx="3028">
                  <c:v>2818.9108315992421</c:v>
                </c:pt>
                <c:pt idx="3029">
                  <c:v>2818.9108315992421</c:v>
                </c:pt>
                <c:pt idx="3030">
                  <c:v>2818.9108315992421</c:v>
                </c:pt>
                <c:pt idx="3031">
                  <c:v>2818.9108315992421</c:v>
                </c:pt>
                <c:pt idx="3032">
                  <c:v>2818.9108315992421</c:v>
                </c:pt>
                <c:pt idx="3033">
                  <c:v>2818.9108315992421</c:v>
                </c:pt>
                <c:pt idx="3034">
                  <c:v>2818.9108315992421</c:v>
                </c:pt>
                <c:pt idx="3035">
                  <c:v>2818.9108315992421</c:v>
                </c:pt>
                <c:pt idx="3036">
                  <c:v>2818.9108315992421</c:v>
                </c:pt>
                <c:pt idx="3037">
                  <c:v>2818.9108315992421</c:v>
                </c:pt>
                <c:pt idx="3038">
                  <c:v>2818.9108315992421</c:v>
                </c:pt>
                <c:pt idx="3039">
                  <c:v>2818.9108315992421</c:v>
                </c:pt>
                <c:pt idx="3040">
                  <c:v>2818.9108315992421</c:v>
                </c:pt>
                <c:pt idx="3041">
                  <c:v>2818.9108315992421</c:v>
                </c:pt>
                <c:pt idx="3042">
                  <c:v>#N/A</c:v>
                </c:pt>
                <c:pt idx="3043">
                  <c:v>#N/A</c:v>
                </c:pt>
                <c:pt idx="3044">
                  <c:v>#N/A</c:v>
                </c:pt>
                <c:pt idx="3045">
                  <c:v>#N/A</c:v>
                </c:pt>
                <c:pt idx="3046">
                  <c:v>#N/A</c:v>
                </c:pt>
                <c:pt idx="3047">
                  <c:v>#N/A</c:v>
                </c:pt>
                <c:pt idx="3048">
                  <c:v>#N/A</c:v>
                </c:pt>
                <c:pt idx="3049">
                  <c:v>#N/A</c:v>
                </c:pt>
                <c:pt idx="3050">
                  <c:v>#N/A</c:v>
                </c:pt>
                <c:pt idx="3051">
                  <c:v>#N/A</c:v>
                </c:pt>
                <c:pt idx="3052">
                  <c:v>#N/A</c:v>
                </c:pt>
                <c:pt idx="3053">
                  <c:v>#N/A</c:v>
                </c:pt>
                <c:pt idx="3054">
                  <c:v>#N/A</c:v>
                </c:pt>
                <c:pt idx="3055">
                  <c:v>#N/A</c:v>
                </c:pt>
                <c:pt idx="3056">
                  <c:v>#N/A</c:v>
                </c:pt>
                <c:pt idx="3057">
                  <c:v>#N/A</c:v>
                </c:pt>
                <c:pt idx="3058">
                  <c:v>#N/A</c:v>
                </c:pt>
                <c:pt idx="3059">
                  <c:v>#N/A</c:v>
                </c:pt>
                <c:pt idx="3060">
                  <c:v>#N/A</c:v>
                </c:pt>
                <c:pt idx="3061">
                  <c:v>#N/A</c:v>
                </c:pt>
                <c:pt idx="3062">
                  <c:v>#N/A</c:v>
                </c:pt>
                <c:pt idx="3063">
                  <c:v>#N/A</c:v>
                </c:pt>
                <c:pt idx="3064">
                  <c:v>#N/A</c:v>
                </c:pt>
                <c:pt idx="3065">
                  <c:v>#N/A</c:v>
                </c:pt>
                <c:pt idx="3066">
                  <c:v>#N/A</c:v>
                </c:pt>
                <c:pt idx="3067">
                  <c:v>#N/A</c:v>
                </c:pt>
                <c:pt idx="3068">
                  <c:v>#N/A</c:v>
                </c:pt>
                <c:pt idx="3069">
                  <c:v>#N/A</c:v>
                </c:pt>
                <c:pt idx="3070">
                  <c:v>#N/A</c:v>
                </c:pt>
                <c:pt idx="3071">
                  <c:v>#N/A</c:v>
                </c:pt>
                <c:pt idx="3072">
                  <c:v>#N/A</c:v>
                </c:pt>
                <c:pt idx="3073">
                  <c:v>#N/A</c:v>
                </c:pt>
                <c:pt idx="3074">
                  <c:v>#N/A</c:v>
                </c:pt>
                <c:pt idx="3075">
                  <c:v>#N/A</c:v>
                </c:pt>
                <c:pt idx="3076">
                  <c:v>#N/A</c:v>
                </c:pt>
                <c:pt idx="3077">
                  <c:v>#N/A</c:v>
                </c:pt>
                <c:pt idx="3078">
                  <c:v>#N/A</c:v>
                </c:pt>
                <c:pt idx="3079">
                  <c:v>#N/A</c:v>
                </c:pt>
                <c:pt idx="3080">
                  <c:v>#N/A</c:v>
                </c:pt>
                <c:pt idx="3081">
                  <c:v>#N/A</c:v>
                </c:pt>
                <c:pt idx="3082">
                  <c:v>#N/A</c:v>
                </c:pt>
                <c:pt idx="3083">
                  <c:v>#N/A</c:v>
                </c:pt>
                <c:pt idx="3084">
                  <c:v>#N/A</c:v>
                </c:pt>
                <c:pt idx="3085">
                  <c:v>#N/A</c:v>
                </c:pt>
                <c:pt idx="3086">
                  <c:v>2867.3236439608531</c:v>
                </c:pt>
                <c:pt idx="3087">
                  <c:v>2867.3236439608531</c:v>
                </c:pt>
                <c:pt idx="3088">
                  <c:v>2867.3236439608531</c:v>
                </c:pt>
                <c:pt idx="3089">
                  <c:v>2867.3236439608531</c:v>
                </c:pt>
                <c:pt idx="3090">
                  <c:v>2867.3236439608531</c:v>
                </c:pt>
                <c:pt idx="3091">
                  <c:v>2867.3236439608531</c:v>
                </c:pt>
                <c:pt idx="3092">
                  <c:v>2867.3236439608531</c:v>
                </c:pt>
                <c:pt idx="3093">
                  <c:v>2867.3236439608531</c:v>
                </c:pt>
                <c:pt idx="3094">
                  <c:v>2867.3236439608531</c:v>
                </c:pt>
                <c:pt idx="3095">
                  <c:v>2891.4538918912372</c:v>
                </c:pt>
                <c:pt idx="3096">
                  <c:v>2891.4538918912372</c:v>
                </c:pt>
                <c:pt idx="3097">
                  <c:v>2891.4538918912372</c:v>
                </c:pt>
                <c:pt idx="3098">
                  <c:v>2891.4538918912372</c:v>
                </c:pt>
                <c:pt idx="3099">
                  <c:v>2891.4538918912372</c:v>
                </c:pt>
                <c:pt idx="3100">
                  <c:v>2891.4538918912372</c:v>
                </c:pt>
                <c:pt idx="3101">
                  <c:v>2891.4538918912372</c:v>
                </c:pt>
                <c:pt idx="3102">
                  <c:v>2891.4538918912372</c:v>
                </c:pt>
                <c:pt idx="3103">
                  <c:v>2891.4538918912372</c:v>
                </c:pt>
                <c:pt idx="3104">
                  <c:v>2891.4538918912372</c:v>
                </c:pt>
                <c:pt idx="3105">
                  <c:v>2891.4538918912372</c:v>
                </c:pt>
                <c:pt idx="3106">
                  <c:v>2891.4538918912372</c:v>
                </c:pt>
                <c:pt idx="3107">
                  <c:v>2891.4538918912372</c:v>
                </c:pt>
                <c:pt idx="3108">
                  <c:v>2891.4538918912372</c:v>
                </c:pt>
                <c:pt idx="3109">
                  <c:v>2891.4538918912372</c:v>
                </c:pt>
                <c:pt idx="3110">
                  <c:v>2891.4538918912372</c:v>
                </c:pt>
                <c:pt idx="3111">
                  <c:v>2891.4538918912372</c:v>
                </c:pt>
                <c:pt idx="3112">
                  <c:v>2891.4538918912372</c:v>
                </c:pt>
                <c:pt idx="3113">
                  <c:v>2891.4538918912372</c:v>
                </c:pt>
                <c:pt idx="3114">
                  <c:v>2891.4538918912372</c:v>
                </c:pt>
                <c:pt idx="3115">
                  <c:v>2891.4538918912372</c:v>
                </c:pt>
                <c:pt idx="3116">
                  <c:v>2891.4538918912372</c:v>
                </c:pt>
                <c:pt idx="3117">
                  <c:v>#N/A</c:v>
                </c:pt>
                <c:pt idx="3118">
                  <c:v>#N/A</c:v>
                </c:pt>
                <c:pt idx="3119">
                  <c:v>#N/A</c:v>
                </c:pt>
                <c:pt idx="3120">
                  <c:v>#N/A</c:v>
                </c:pt>
                <c:pt idx="3121">
                  <c:v>#N/A</c:v>
                </c:pt>
                <c:pt idx="3122">
                  <c:v>#N/A</c:v>
                </c:pt>
                <c:pt idx="3123">
                  <c:v>#N/A</c:v>
                </c:pt>
                <c:pt idx="3124">
                  <c:v>#N/A</c:v>
                </c:pt>
                <c:pt idx="3125">
                  <c:v>#N/A</c:v>
                </c:pt>
                <c:pt idx="3126">
                  <c:v>2998.9468513992038</c:v>
                </c:pt>
                <c:pt idx="3127">
                  <c:v>2998.9468513992038</c:v>
                </c:pt>
                <c:pt idx="3128">
                  <c:v>2998.9468513992038</c:v>
                </c:pt>
                <c:pt idx="3129">
                  <c:v>2998.9468513992038</c:v>
                </c:pt>
                <c:pt idx="3130">
                  <c:v>2998.9468513992038</c:v>
                </c:pt>
                <c:pt idx="3131">
                  <c:v>2998.9468513992038</c:v>
                </c:pt>
                <c:pt idx="3132">
                  <c:v>2998.9468513992038</c:v>
                </c:pt>
                <c:pt idx="3133">
                  <c:v>2998.9468513992038</c:v>
                </c:pt>
                <c:pt idx="3134">
                  <c:v>2998.9468513992038</c:v>
                </c:pt>
                <c:pt idx="3135">
                  <c:v>2998.9468513992038</c:v>
                </c:pt>
                <c:pt idx="3136">
                  <c:v>2998.9468513992038</c:v>
                </c:pt>
                <c:pt idx="3137">
                  <c:v>2998.9468513992038</c:v>
                </c:pt>
                <c:pt idx="3138">
                  <c:v>2998.9468513992038</c:v>
                </c:pt>
                <c:pt idx="3139">
                  <c:v>2998.9468513992038</c:v>
                </c:pt>
                <c:pt idx="3140">
                  <c:v>2998.9468513992038</c:v>
                </c:pt>
                <c:pt idx="3141">
                  <c:v>2998.9468513992038</c:v>
                </c:pt>
                <c:pt idx="3142">
                  <c:v>2998.9468513992038</c:v>
                </c:pt>
                <c:pt idx="3143">
                  <c:v>2998.9468513992038</c:v>
                </c:pt>
                <c:pt idx="3144">
                  <c:v>2998.9468513992038</c:v>
                </c:pt>
                <c:pt idx="3145">
                  <c:v>2998.9468513992038</c:v>
                </c:pt>
                <c:pt idx="3146">
                  <c:v>2998.9468513992038</c:v>
                </c:pt>
                <c:pt idx="3147">
                  <c:v>2998.9468513992038</c:v>
                </c:pt>
                <c:pt idx="3148">
                  <c:v>2998.9468513992038</c:v>
                </c:pt>
                <c:pt idx="3149">
                  <c:v>2998.9468513992038</c:v>
                </c:pt>
                <c:pt idx="3150">
                  <c:v>2998.9468513992038</c:v>
                </c:pt>
                <c:pt idx="3151">
                  <c:v>#N/A</c:v>
                </c:pt>
                <c:pt idx="3152">
                  <c:v>#N/A</c:v>
                </c:pt>
                <c:pt idx="3153">
                  <c:v>#N/A</c:v>
                </c:pt>
                <c:pt idx="3154">
                  <c:v>#N/A</c:v>
                </c:pt>
                <c:pt idx="3155">
                  <c:v>#N/A</c:v>
                </c:pt>
                <c:pt idx="3156">
                  <c:v>#N/A</c:v>
                </c:pt>
                <c:pt idx="3157">
                  <c:v>#N/A</c:v>
                </c:pt>
                <c:pt idx="3158">
                  <c:v>#N/A</c:v>
                </c:pt>
                <c:pt idx="3159">
                  <c:v>#N/A</c:v>
                </c:pt>
                <c:pt idx="3160">
                  <c:v>#N/A</c:v>
                </c:pt>
                <c:pt idx="3161">
                  <c:v>#N/A</c:v>
                </c:pt>
                <c:pt idx="3162">
                  <c:v>#N/A</c:v>
                </c:pt>
                <c:pt idx="3163">
                  <c:v>#N/A</c:v>
                </c:pt>
                <c:pt idx="3164">
                  <c:v>#N/A</c:v>
                </c:pt>
                <c:pt idx="3165">
                  <c:v>#N/A</c:v>
                </c:pt>
                <c:pt idx="3166">
                  <c:v>#N/A</c:v>
                </c:pt>
                <c:pt idx="3167">
                  <c:v>#N/A</c:v>
                </c:pt>
                <c:pt idx="3168">
                  <c:v>#N/A</c:v>
                </c:pt>
                <c:pt idx="3169">
                  <c:v>#N/A</c:v>
                </c:pt>
                <c:pt idx="3170">
                  <c:v>#N/A</c:v>
                </c:pt>
                <c:pt idx="3171">
                  <c:v>#N/A</c:v>
                </c:pt>
                <c:pt idx="3172">
                  <c:v>#N/A</c:v>
                </c:pt>
                <c:pt idx="3173">
                  <c:v>#N/A</c:v>
                </c:pt>
                <c:pt idx="3174">
                  <c:v>#N/A</c:v>
                </c:pt>
                <c:pt idx="3175">
                  <c:v>#N/A</c:v>
                </c:pt>
                <c:pt idx="3176">
                  <c:v>#N/A</c:v>
                </c:pt>
                <c:pt idx="3177">
                  <c:v>#N/A</c:v>
                </c:pt>
                <c:pt idx="3178">
                  <c:v>#N/A</c:v>
                </c:pt>
                <c:pt idx="3179">
                  <c:v>#N/A</c:v>
                </c:pt>
                <c:pt idx="3180">
                  <c:v>#N/A</c:v>
                </c:pt>
                <c:pt idx="3181">
                  <c:v>#N/A</c:v>
                </c:pt>
                <c:pt idx="3182">
                  <c:v>#N/A</c:v>
                </c:pt>
                <c:pt idx="3183">
                  <c:v>#N/A</c:v>
                </c:pt>
                <c:pt idx="3184">
                  <c:v>#N/A</c:v>
                </c:pt>
                <c:pt idx="3185">
                  <c:v>#N/A</c:v>
                </c:pt>
                <c:pt idx="3186">
                  <c:v>#N/A</c:v>
                </c:pt>
                <c:pt idx="3187">
                  <c:v>#N/A</c:v>
                </c:pt>
                <c:pt idx="3188">
                  <c:v>#N/A</c:v>
                </c:pt>
                <c:pt idx="3189">
                  <c:v>#N/A</c:v>
                </c:pt>
                <c:pt idx="3190">
                  <c:v>#N/A</c:v>
                </c:pt>
                <c:pt idx="3191">
                  <c:v>#N/A</c:v>
                </c:pt>
                <c:pt idx="3192">
                  <c:v>#N/A</c:v>
                </c:pt>
                <c:pt idx="3193">
                  <c:v>#N/A</c:v>
                </c:pt>
                <c:pt idx="3194">
                  <c:v>#N/A</c:v>
                </c:pt>
                <c:pt idx="3195">
                  <c:v>#N/A</c:v>
                </c:pt>
                <c:pt idx="3196">
                  <c:v>#N/A</c:v>
                </c:pt>
                <c:pt idx="3197">
                  <c:v>#N/A</c:v>
                </c:pt>
                <c:pt idx="3198">
                  <c:v>#N/A</c:v>
                </c:pt>
                <c:pt idx="3199">
                  <c:v>#N/A</c:v>
                </c:pt>
                <c:pt idx="3200">
                  <c:v>#N/A</c:v>
                </c:pt>
                <c:pt idx="3201">
                  <c:v>#N/A</c:v>
                </c:pt>
                <c:pt idx="3202">
                  <c:v>#N/A</c:v>
                </c:pt>
                <c:pt idx="3203">
                  <c:v>#N/A</c:v>
                </c:pt>
                <c:pt idx="3204">
                  <c:v>#N/A</c:v>
                </c:pt>
                <c:pt idx="3205">
                  <c:v>#N/A</c:v>
                </c:pt>
                <c:pt idx="3206">
                  <c:v>#N/A</c:v>
                </c:pt>
                <c:pt idx="3207">
                  <c:v>#N/A</c:v>
                </c:pt>
                <c:pt idx="3208">
                  <c:v>#N/A</c:v>
                </c:pt>
                <c:pt idx="3209">
                  <c:v>#N/A</c:v>
                </c:pt>
                <c:pt idx="3210">
                  <c:v>#N/A</c:v>
                </c:pt>
                <c:pt idx="3211">
                  <c:v>#N/A</c:v>
                </c:pt>
                <c:pt idx="3212">
                  <c:v>#N/A</c:v>
                </c:pt>
                <c:pt idx="3213">
                  <c:v>#N/A</c:v>
                </c:pt>
                <c:pt idx="3214">
                  <c:v>#N/A</c:v>
                </c:pt>
                <c:pt idx="3215">
                  <c:v>#N/A</c:v>
                </c:pt>
                <c:pt idx="3216">
                  <c:v>#N/A</c:v>
                </c:pt>
                <c:pt idx="3217">
                  <c:v>#N/A</c:v>
                </c:pt>
                <c:pt idx="3218">
                  <c:v>#N/A</c:v>
                </c:pt>
                <c:pt idx="3219">
                  <c:v>#N/A</c:v>
                </c:pt>
                <c:pt idx="3220">
                  <c:v>#N/A</c:v>
                </c:pt>
                <c:pt idx="3221">
                  <c:v>#N/A</c:v>
                </c:pt>
                <c:pt idx="3222">
                  <c:v>#N/A</c:v>
                </c:pt>
                <c:pt idx="3223">
                  <c:v>#N/A</c:v>
                </c:pt>
                <c:pt idx="3224">
                  <c:v>#N/A</c:v>
                </c:pt>
                <c:pt idx="3225">
                  <c:v>#N/A</c:v>
                </c:pt>
                <c:pt idx="3226">
                  <c:v>#N/A</c:v>
                </c:pt>
                <c:pt idx="3227">
                  <c:v>#N/A</c:v>
                </c:pt>
                <c:pt idx="3228">
                  <c:v>#N/A</c:v>
                </c:pt>
                <c:pt idx="3229">
                  <c:v>#N/A</c:v>
                </c:pt>
                <c:pt idx="3230">
                  <c:v>#N/A</c:v>
                </c:pt>
                <c:pt idx="3231">
                  <c:v>#N/A</c:v>
                </c:pt>
                <c:pt idx="3232">
                  <c:v>#N/A</c:v>
                </c:pt>
                <c:pt idx="3233">
                  <c:v>#N/A</c:v>
                </c:pt>
                <c:pt idx="3234">
                  <c:v>#N/A</c:v>
                </c:pt>
                <c:pt idx="3235">
                  <c:v>#N/A</c:v>
                </c:pt>
                <c:pt idx="3236">
                  <c:v>#N/A</c:v>
                </c:pt>
                <c:pt idx="3237">
                  <c:v>#N/A</c:v>
                </c:pt>
                <c:pt idx="3238">
                  <c:v>#N/A</c:v>
                </c:pt>
                <c:pt idx="3239">
                  <c:v>#N/A</c:v>
                </c:pt>
                <c:pt idx="3240">
                  <c:v>#N/A</c:v>
                </c:pt>
                <c:pt idx="3241">
                  <c:v>#N/A</c:v>
                </c:pt>
                <c:pt idx="3242">
                  <c:v>#N/A</c:v>
                </c:pt>
                <c:pt idx="3243">
                  <c:v>#N/A</c:v>
                </c:pt>
                <c:pt idx="3244">
                  <c:v>#N/A</c:v>
                </c:pt>
                <c:pt idx="3245">
                  <c:v>#N/A</c:v>
                </c:pt>
                <c:pt idx="3246">
                  <c:v>#N/A</c:v>
                </c:pt>
                <c:pt idx="3247">
                  <c:v>3017.9990706145422</c:v>
                </c:pt>
                <c:pt idx="3248">
                  <c:v>3017.9990706145422</c:v>
                </c:pt>
                <c:pt idx="3249">
                  <c:v>3017.9990706145422</c:v>
                </c:pt>
                <c:pt idx="3250">
                  <c:v>3017.9990706145422</c:v>
                </c:pt>
                <c:pt idx="3251">
                  <c:v>3017.9990706145422</c:v>
                </c:pt>
                <c:pt idx="3252">
                  <c:v>3017.9990706145422</c:v>
                </c:pt>
                <c:pt idx="3253">
                  <c:v>3017.9990706145422</c:v>
                </c:pt>
                <c:pt idx="3254">
                  <c:v>3017.9990706145422</c:v>
                </c:pt>
                <c:pt idx="3255">
                  <c:v>3017.9990706145422</c:v>
                </c:pt>
                <c:pt idx="3256">
                  <c:v>3017.9990706145422</c:v>
                </c:pt>
                <c:pt idx="3257">
                  <c:v>3017.9990706145422</c:v>
                </c:pt>
                <c:pt idx="3258">
                  <c:v>3017.9990706145422</c:v>
                </c:pt>
                <c:pt idx="3259">
                  <c:v>3017.9990706145422</c:v>
                </c:pt>
                <c:pt idx="3260">
                  <c:v>3033.3341519760661</c:v>
                </c:pt>
                <c:pt idx="3261">
                  <c:v>3033.3341519760661</c:v>
                </c:pt>
                <c:pt idx="3262">
                  <c:v>3033.3341519760661</c:v>
                </c:pt>
                <c:pt idx="3263">
                  <c:v>3033.3341519760661</c:v>
                </c:pt>
                <c:pt idx="3264">
                  <c:v>3033.3341519760661</c:v>
                </c:pt>
                <c:pt idx="3265">
                  <c:v>3033.3341519760661</c:v>
                </c:pt>
                <c:pt idx="3266">
                  <c:v>3033.3341519760661</c:v>
                </c:pt>
                <c:pt idx="3267">
                  <c:v>3033.3341519760661</c:v>
                </c:pt>
                <c:pt idx="3268">
                  <c:v>3033.3341519760661</c:v>
                </c:pt>
                <c:pt idx="3269">
                  <c:v>3033.3341519760661</c:v>
                </c:pt>
                <c:pt idx="3270">
                  <c:v>3033.3341519760661</c:v>
                </c:pt>
                <c:pt idx="3271">
                  <c:v>3057.7929281495904</c:v>
                </c:pt>
                <c:pt idx="3272">
                  <c:v>3057.7929281495904</c:v>
                </c:pt>
                <c:pt idx="3273">
                  <c:v>3057.7929281495904</c:v>
                </c:pt>
                <c:pt idx="3274">
                  <c:v>3057.7929281495904</c:v>
                </c:pt>
                <c:pt idx="3275">
                  <c:v>3057.7929281495904</c:v>
                </c:pt>
                <c:pt idx="3276">
                  <c:v>3057.7929281495904</c:v>
                </c:pt>
                <c:pt idx="3277">
                  <c:v>3057.7929281495904</c:v>
                </c:pt>
                <c:pt idx="3278">
                  <c:v>3057.7929281495904</c:v>
                </c:pt>
                <c:pt idx="3279">
                  <c:v>3057.7929281495904</c:v>
                </c:pt>
                <c:pt idx="3280">
                  <c:v>3057.7929281495904</c:v>
                </c:pt>
                <c:pt idx="3281">
                  <c:v>3057.7929281495904</c:v>
                </c:pt>
                <c:pt idx="3282">
                  <c:v>3057.7929281495904</c:v>
                </c:pt>
                <c:pt idx="3283">
                  <c:v>3057.7929281495904</c:v>
                </c:pt>
                <c:pt idx="3284">
                  <c:v>3057.7929281495904</c:v>
                </c:pt>
                <c:pt idx="3285">
                  <c:v>3057.7929281495904</c:v>
                </c:pt>
                <c:pt idx="3286">
                  <c:v>3057.7929281495904</c:v>
                </c:pt>
                <c:pt idx="3287">
                  <c:v>3057.7929281495904</c:v>
                </c:pt>
                <c:pt idx="3288">
                  <c:v>3057.7929281495904</c:v>
                </c:pt>
                <c:pt idx="3289">
                  <c:v>3057.7929281495904</c:v>
                </c:pt>
                <c:pt idx="3290">
                  <c:v>3057.7929281495904</c:v>
                </c:pt>
                <c:pt idx="3291">
                  <c:v>3057.7929281495904</c:v>
                </c:pt>
                <c:pt idx="3292">
                  <c:v>3064.9454802727291</c:v>
                </c:pt>
                <c:pt idx="3293">
                  <c:v>3064.9454802727291</c:v>
                </c:pt>
                <c:pt idx="3294">
                  <c:v>3064.9454802727291</c:v>
                </c:pt>
                <c:pt idx="3295">
                  <c:v>3064.9454802727291</c:v>
                </c:pt>
                <c:pt idx="3296">
                  <c:v>3064.9454802727291</c:v>
                </c:pt>
                <c:pt idx="3297">
                  <c:v>3064.9454802727291</c:v>
                </c:pt>
                <c:pt idx="3298">
                  <c:v>3064.9454802727291</c:v>
                </c:pt>
                <c:pt idx="3299">
                  <c:v>3064.9454802727291</c:v>
                </c:pt>
                <c:pt idx="3300">
                  <c:v>3064.9454802727291</c:v>
                </c:pt>
                <c:pt idx="3301">
                  <c:v>3064.9454802727291</c:v>
                </c:pt>
                <c:pt idx="3302">
                  <c:v>3064.9454802727291</c:v>
                </c:pt>
                <c:pt idx="3303">
                  <c:v>3064.9454802727291</c:v>
                </c:pt>
                <c:pt idx="3304">
                  <c:v>3064.9454802727291</c:v>
                </c:pt>
                <c:pt idx="3305">
                  <c:v>3064.9454802727291</c:v>
                </c:pt>
                <c:pt idx="3306">
                  <c:v>#N/A</c:v>
                </c:pt>
                <c:pt idx="3307">
                  <c:v>#N/A</c:v>
                </c:pt>
                <c:pt idx="3308">
                  <c:v>#N/A</c:v>
                </c:pt>
                <c:pt idx="3309">
                  <c:v>#N/A</c:v>
                </c:pt>
                <c:pt idx="3310">
                  <c:v>#N/A</c:v>
                </c:pt>
                <c:pt idx="3311">
                  <c:v>#N/A</c:v>
                </c:pt>
                <c:pt idx="3312">
                  <c:v>#N/A</c:v>
                </c:pt>
                <c:pt idx="3313">
                  <c:v>#N/A</c:v>
                </c:pt>
                <c:pt idx="3314">
                  <c:v>#N/A</c:v>
                </c:pt>
                <c:pt idx="3315">
                  <c:v>#N/A</c:v>
                </c:pt>
                <c:pt idx="3316">
                  <c:v>#N/A</c:v>
                </c:pt>
                <c:pt idx="3317">
                  <c:v>#N/A</c:v>
                </c:pt>
                <c:pt idx="3318">
                  <c:v>#N/A</c:v>
                </c:pt>
                <c:pt idx="3319">
                  <c:v>#N/A</c:v>
                </c:pt>
                <c:pt idx="3320">
                  <c:v>#N/A</c:v>
                </c:pt>
                <c:pt idx="3321">
                  <c:v>#N/A</c:v>
                </c:pt>
                <c:pt idx="3322">
                  <c:v>#N/A</c:v>
                </c:pt>
                <c:pt idx="3323">
                  <c:v>#N/A</c:v>
                </c:pt>
                <c:pt idx="3324">
                  <c:v>#N/A</c:v>
                </c:pt>
                <c:pt idx="3325">
                  <c:v>#N/A</c:v>
                </c:pt>
                <c:pt idx="3326">
                  <c:v>#N/A</c:v>
                </c:pt>
                <c:pt idx="3327">
                  <c:v>#N/A</c:v>
                </c:pt>
                <c:pt idx="3328">
                  <c:v>3070.7675911155607</c:v>
                </c:pt>
                <c:pt idx="3329">
                  <c:v>3070.7675911155607</c:v>
                </c:pt>
                <c:pt idx="3330">
                  <c:v>3070.7675911155607</c:v>
                </c:pt>
                <c:pt idx="3331">
                  <c:v>3070.7675911155607</c:v>
                </c:pt>
                <c:pt idx="3332">
                  <c:v>3070.7675911155607</c:v>
                </c:pt>
                <c:pt idx="3333">
                  <c:v>3070.7675911155607</c:v>
                </c:pt>
                <c:pt idx="3334">
                  <c:v>3070.7675911155607</c:v>
                </c:pt>
                <c:pt idx="3335">
                  <c:v>3070.7675911155607</c:v>
                </c:pt>
                <c:pt idx="3336">
                  <c:v>3070.7675911155607</c:v>
                </c:pt>
                <c:pt idx="3337">
                  <c:v>3070.7675911155607</c:v>
                </c:pt>
                <c:pt idx="3338">
                  <c:v>3070.7675911155607</c:v>
                </c:pt>
                <c:pt idx="3339">
                  <c:v>3070.7675911155607</c:v>
                </c:pt>
                <c:pt idx="3340">
                  <c:v>3070.7675911155607</c:v>
                </c:pt>
                <c:pt idx="3341">
                  <c:v>3070.7675911155607</c:v>
                </c:pt>
                <c:pt idx="3342">
                  <c:v>3119.6718277922196</c:v>
                </c:pt>
                <c:pt idx="3343">
                  <c:v>3119.6718277922196</c:v>
                </c:pt>
                <c:pt idx="3344">
                  <c:v>3119.6718277922196</c:v>
                </c:pt>
                <c:pt idx="3345">
                  <c:v>3119.6718277922196</c:v>
                </c:pt>
                <c:pt idx="3346">
                  <c:v>3119.6718277922196</c:v>
                </c:pt>
                <c:pt idx="3347">
                  <c:v>3119.6718277922196</c:v>
                </c:pt>
                <c:pt idx="3348">
                  <c:v>3119.6718277922196</c:v>
                </c:pt>
                <c:pt idx="3349">
                  <c:v>3119.6718277922196</c:v>
                </c:pt>
                <c:pt idx="3350">
                  <c:v>3119.6718277922196</c:v>
                </c:pt>
                <c:pt idx="3351">
                  <c:v>3119.6718277922196</c:v>
                </c:pt>
                <c:pt idx="3352">
                  <c:v>3119.6718277922196</c:v>
                </c:pt>
                <c:pt idx="3353">
                  <c:v>3119.6718277922196</c:v>
                </c:pt>
                <c:pt idx="3354">
                  <c:v>3119.6718277922196</c:v>
                </c:pt>
                <c:pt idx="3355">
                  <c:v>3119.6718277922196</c:v>
                </c:pt>
                <c:pt idx="3356">
                  <c:v>3119.6718277922196</c:v>
                </c:pt>
                <c:pt idx="3357">
                  <c:v>3119.6718277922196</c:v>
                </c:pt>
                <c:pt idx="3358">
                  <c:v>3119.6718277922196</c:v>
                </c:pt>
                <c:pt idx="3359">
                  <c:v>3119.6718277922196</c:v>
                </c:pt>
                <c:pt idx="3360">
                  <c:v>3119.6718277922196</c:v>
                </c:pt>
                <c:pt idx="3361">
                  <c:v>3119.6718277922196</c:v>
                </c:pt>
                <c:pt idx="3362">
                  <c:v>3119.6718277922196</c:v>
                </c:pt>
                <c:pt idx="3363">
                  <c:v>3119.6718277922196</c:v>
                </c:pt>
                <c:pt idx="3364">
                  <c:v>3119.6718277922196</c:v>
                </c:pt>
                <c:pt idx="3365">
                  <c:v>3119.6718277922196</c:v>
                </c:pt>
                <c:pt idx="3366">
                  <c:v>3119.6718277922196</c:v>
                </c:pt>
                <c:pt idx="3367">
                  <c:v>3119.6718277922196</c:v>
                </c:pt>
                <c:pt idx="3368">
                  <c:v>3119.6718277922196</c:v>
                </c:pt>
                <c:pt idx="3369">
                  <c:v>3129.6169420548349</c:v>
                </c:pt>
                <c:pt idx="3370">
                  <c:v>3129.6169420548349</c:v>
                </c:pt>
                <c:pt idx="3371">
                  <c:v>3129.6169420548349</c:v>
                </c:pt>
                <c:pt idx="3372">
                  <c:v>3129.6169420548349</c:v>
                </c:pt>
                <c:pt idx="3373">
                  <c:v>3129.6169420548349</c:v>
                </c:pt>
                <c:pt idx="3374">
                  <c:v>3129.6169420548349</c:v>
                </c:pt>
                <c:pt idx="3375">
                  <c:v>3149.3238872711322</c:v>
                </c:pt>
                <c:pt idx="3376">
                  <c:v>3149.3238872711322</c:v>
                </c:pt>
                <c:pt idx="3377">
                  <c:v>3149.3238872711322</c:v>
                </c:pt>
                <c:pt idx="3378">
                  <c:v>3149.3238872711322</c:v>
                </c:pt>
                <c:pt idx="3379">
                  <c:v>3149.3238872711322</c:v>
                </c:pt>
                <c:pt idx="3380">
                  <c:v>3149.3238872711322</c:v>
                </c:pt>
                <c:pt idx="3381">
                  <c:v>3149.3238872711322</c:v>
                </c:pt>
                <c:pt idx="3382">
                  <c:v>3149.3238872711322</c:v>
                </c:pt>
                <c:pt idx="3383">
                  <c:v>3149.3238872711322</c:v>
                </c:pt>
                <c:pt idx="3384">
                  <c:v>3149.3238872711322</c:v>
                </c:pt>
                <c:pt idx="3385">
                  <c:v>3149.3238872711322</c:v>
                </c:pt>
                <c:pt idx="3386">
                  <c:v>3149.3238872711322</c:v>
                </c:pt>
                <c:pt idx="3387">
                  <c:v>3149.3238872711322</c:v>
                </c:pt>
                <c:pt idx="3388">
                  <c:v>3149.3238872711322</c:v>
                </c:pt>
                <c:pt idx="3389">
                  <c:v>3149.3238872711322</c:v>
                </c:pt>
                <c:pt idx="3390">
                  <c:v>#N/A</c:v>
                </c:pt>
                <c:pt idx="3391">
                  <c:v>#N/A</c:v>
                </c:pt>
                <c:pt idx="3392">
                  <c:v>#N/A</c:v>
                </c:pt>
                <c:pt idx="3393">
                  <c:v>#N/A</c:v>
                </c:pt>
                <c:pt idx="3394">
                  <c:v>#N/A</c:v>
                </c:pt>
                <c:pt idx="3395">
                  <c:v>#N/A</c:v>
                </c:pt>
                <c:pt idx="3396">
                  <c:v>#N/A</c:v>
                </c:pt>
                <c:pt idx="3397">
                  <c:v>#N/A</c:v>
                </c:pt>
                <c:pt idx="3398">
                  <c:v>#N/A</c:v>
                </c:pt>
                <c:pt idx="3399">
                  <c:v>#N/A</c:v>
                </c:pt>
                <c:pt idx="3400">
                  <c:v>#N/A</c:v>
                </c:pt>
                <c:pt idx="3401">
                  <c:v>#N/A</c:v>
                </c:pt>
                <c:pt idx="3402">
                  <c:v>#N/A</c:v>
                </c:pt>
                <c:pt idx="3403">
                  <c:v>#N/A</c:v>
                </c:pt>
                <c:pt idx="3404">
                  <c:v>3160.5492972109878</c:v>
                </c:pt>
                <c:pt idx="3405">
                  <c:v>3160.5492972109878</c:v>
                </c:pt>
                <c:pt idx="3406">
                  <c:v>3160.5492972109878</c:v>
                </c:pt>
                <c:pt idx="3407">
                  <c:v>3160.5492972109878</c:v>
                </c:pt>
                <c:pt idx="3408">
                  <c:v>3160.5492972109878</c:v>
                </c:pt>
                <c:pt idx="3409">
                  <c:v>3160.5492972109878</c:v>
                </c:pt>
                <c:pt idx="3410">
                  <c:v>3160.5492972109878</c:v>
                </c:pt>
                <c:pt idx="3411">
                  <c:v>3160.5492972109878</c:v>
                </c:pt>
                <c:pt idx="3412">
                  <c:v>3160.5492972109878</c:v>
                </c:pt>
                <c:pt idx="3413">
                  <c:v>3160.5492972109878</c:v>
                </c:pt>
                <c:pt idx="3414">
                  <c:v>3160.5492972109878</c:v>
                </c:pt>
                <c:pt idx="3415">
                  <c:v>3160.5492972109878</c:v>
                </c:pt>
                <c:pt idx="3416">
                  <c:v>3160.5492972109878</c:v>
                </c:pt>
                <c:pt idx="3417">
                  <c:v>3160.5492972109878</c:v>
                </c:pt>
                <c:pt idx="3418">
                  <c:v>3160.5492972109878</c:v>
                </c:pt>
                <c:pt idx="3419">
                  <c:v>3160.5492972109878</c:v>
                </c:pt>
                <c:pt idx="3420">
                  <c:v>3160.5492972109878</c:v>
                </c:pt>
                <c:pt idx="3421">
                  <c:v>3160.5492972109878</c:v>
                </c:pt>
                <c:pt idx="3422">
                  <c:v>3160.5492972109878</c:v>
                </c:pt>
                <c:pt idx="3423">
                  <c:v>3160.5492972109878</c:v>
                </c:pt>
                <c:pt idx="3424">
                  <c:v>3160.5492972109878</c:v>
                </c:pt>
                <c:pt idx="3425">
                  <c:v>3160.5492972109878</c:v>
                </c:pt>
                <c:pt idx="3426">
                  <c:v>3160.5492972109878</c:v>
                </c:pt>
                <c:pt idx="3427">
                  <c:v>3160.5492972109878</c:v>
                </c:pt>
                <c:pt idx="3428">
                  <c:v>3160.5492972109878</c:v>
                </c:pt>
                <c:pt idx="3429">
                  <c:v>3160.5492972109878</c:v>
                </c:pt>
                <c:pt idx="3430">
                  <c:v>3160.5492972109878</c:v>
                </c:pt>
                <c:pt idx="3431">
                  <c:v>3160.5492972109878</c:v>
                </c:pt>
                <c:pt idx="3432">
                  <c:v>3160.5492972109878</c:v>
                </c:pt>
                <c:pt idx="3433">
                  <c:v>3160.5492972109878</c:v>
                </c:pt>
                <c:pt idx="3434">
                  <c:v>3160.5492972109878</c:v>
                </c:pt>
                <c:pt idx="3435">
                  <c:v>3160.5492972109878</c:v>
                </c:pt>
                <c:pt idx="3436">
                  <c:v>3160.5492972109878</c:v>
                </c:pt>
                <c:pt idx="3437">
                  <c:v>3160.5492972109878</c:v>
                </c:pt>
                <c:pt idx="3438">
                  <c:v>3160.5492972109878</c:v>
                </c:pt>
                <c:pt idx="3439">
                  <c:v>3160.5492972109878</c:v>
                </c:pt>
                <c:pt idx="3440">
                  <c:v>3160.5492972109878</c:v>
                </c:pt>
                <c:pt idx="3441">
                  <c:v>3160.5492972109878</c:v>
                </c:pt>
                <c:pt idx="3442">
                  <c:v>3160.5492972109878</c:v>
                </c:pt>
                <c:pt idx="3443">
                  <c:v>3160.5492972109878</c:v>
                </c:pt>
                <c:pt idx="3444">
                  <c:v>3160.5492972109878</c:v>
                </c:pt>
                <c:pt idx="3445">
                  <c:v>3160.5492972109878</c:v>
                </c:pt>
                <c:pt idx="3446">
                  <c:v>#N/A</c:v>
                </c:pt>
                <c:pt idx="3447">
                  <c:v>#N/A</c:v>
                </c:pt>
                <c:pt idx="3448">
                  <c:v>#N/A</c:v>
                </c:pt>
                <c:pt idx="3449">
                  <c:v>#N/A</c:v>
                </c:pt>
                <c:pt idx="3450">
                  <c:v>#N/A</c:v>
                </c:pt>
                <c:pt idx="3451">
                  <c:v>#N/A</c:v>
                </c:pt>
                <c:pt idx="3452">
                  <c:v>#N/A</c:v>
                </c:pt>
                <c:pt idx="3453">
                  <c:v>#N/A</c:v>
                </c:pt>
                <c:pt idx="3454">
                  <c:v>#N/A</c:v>
                </c:pt>
                <c:pt idx="3455">
                  <c:v>3197.8472419043392</c:v>
                </c:pt>
                <c:pt idx="3456">
                  <c:v>3197.8472419043392</c:v>
                </c:pt>
                <c:pt idx="3457">
                  <c:v>3197.8472419043392</c:v>
                </c:pt>
                <c:pt idx="3458">
                  <c:v>3197.8472419043392</c:v>
                </c:pt>
                <c:pt idx="3459">
                  <c:v>3197.8472419043392</c:v>
                </c:pt>
                <c:pt idx="3460">
                  <c:v>3197.8472419043392</c:v>
                </c:pt>
                <c:pt idx="3461">
                  <c:v>3236.8120911711762</c:v>
                </c:pt>
                <c:pt idx="3462">
                  <c:v>3236.8120911711762</c:v>
                </c:pt>
                <c:pt idx="3463">
                  <c:v>3236.8120911711762</c:v>
                </c:pt>
                <c:pt idx="3464">
                  <c:v>3247.1042659667282</c:v>
                </c:pt>
                <c:pt idx="3465">
                  <c:v>3247.1042659667282</c:v>
                </c:pt>
                <c:pt idx="3466">
                  <c:v>3247.1042659667282</c:v>
                </c:pt>
                <c:pt idx="3467">
                  <c:v>3247.1042659667282</c:v>
                </c:pt>
                <c:pt idx="3468">
                  <c:v>3247.1042659667282</c:v>
                </c:pt>
                <c:pt idx="3469">
                  <c:v>3247.1042659667282</c:v>
                </c:pt>
                <c:pt idx="3470">
                  <c:v>3247.1042659667282</c:v>
                </c:pt>
                <c:pt idx="3471">
                  <c:v>3247.1042659667282</c:v>
                </c:pt>
                <c:pt idx="3472">
                  <c:v>3247.1042659667282</c:v>
                </c:pt>
                <c:pt idx="3473">
                  <c:v>3247.1042659667282</c:v>
                </c:pt>
                <c:pt idx="3474">
                  <c:v>3247.1042659667282</c:v>
                </c:pt>
                <c:pt idx="3475">
                  <c:v>3247.1042659667282</c:v>
                </c:pt>
                <c:pt idx="3476">
                  <c:v>3247.1042659667282</c:v>
                </c:pt>
                <c:pt idx="3477">
                  <c:v>3247.1042659667282</c:v>
                </c:pt>
                <c:pt idx="3478">
                  <c:v>3247.1042659667282</c:v>
                </c:pt>
                <c:pt idx="3479">
                  <c:v>3247.1042659667282</c:v>
                </c:pt>
                <c:pt idx="3480">
                  <c:v>3259.2798743887997</c:v>
                </c:pt>
                <c:pt idx="3481">
                  <c:v>3259.2798743887997</c:v>
                </c:pt>
                <c:pt idx="3482">
                  <c:v>3259.2798743887997</c:v>
                </c:pt>
                <c:pt idx="3483">
                  <c:v>3259.2798743887997</c:v>
                </c:pt>
                <c:pt idx="3484">
                  <c:v>3259.2798743887997</c:v>
                </c:pt>
                <c:pt idx="3485">
                  <c:v>3259.2798743887997</c:v>
                </c:pt>
                <c:pt idx="3486">
                  <c:v>3259.2798743887997</c:v>
                </c:pt>
                <c:pt idx="3487">
                  <c:v>3259.2798743887997</c:v>
                </c:pt>
                <c:pt idx="3488">
                  <c:v>3259.2798743887997</c:v>
                </c:pt>
                <c:pt idx="3489">
                  <c:v>#N/A</c:v>
                </c:pt>
                <c:pt idx="3490">
                  <c:v>#N/A</c:v>
                </c:pt>
                <c:pt idx="3491">
                  <c:v>#N/A</c:v>
                </c:pt>
                <c:pt idx="3492">
                  <c:v>#N/A</c:v>
                </c:pt>
                <c:pt idx="3493">
                  <c:v>#N/A</c:v>
                </c:pt>
                <c:pt idx="3494">
                  <c:v>#N/A</c:v>
                </c:pt>
                <c:pt idx="3495">
                  <c:v>#N/A</c:v>
                </c:pt>
                <c:pt idx="3496">
                  <c:v>#N/A</c:v>
                </c:pt>
                <c:pt idx="3497">
                  <c:v>#N/A</c:v>
                </c:pt>
                <c:pt idx="3498">
                  <c:v>#N/A</c:v>
                </c:pt>
                <c:pt idx="3499">
                  <c:v>#N/A</c:v>
                </c:pt>
                <c:pt idx="3500">
                  <c:v>#N/A</c:v>
                </c:pt>
                <c:pt idx="3501">
                  <c:v>#N/A</c:v>
                </c:pt>
                <c:pt idx="3502">
                  <c:v>#N/A</c:v>
                </c:pt>
                <c:pt idx="3503">
                  <c:v>#N/A</c:v>
                </c:pt>
                <c:pt idx="3504">
                  <c:v>#N/A</c:v>
                </c:pt>
                <c:pt idx="3505">
                  <c:v>#N/A</c:v>
                </c:pt>
                <c:pt idx="3506">
                  <c:v>#N/A</c:v>
                </c:pt>
                <c:pt idx="3507">
                  <c:v>#N/A</c:v>
                </c:pt>
                <c:pt idx="3508">
                  <c:v>#N/A</c:v>
                </c:pt>
                <c:pt idx="3509">
                  <c:v>#N/A</c:v>
                </c:pt>
                <c:pt idx="3510">
                  <c:v>#N/A</c:v>
                </c:pt>
                <c:pt idx="3511">
                  <c:v>#N/A</c:v>
                </c:pt>
                <c:pt idx="3512">
                  <c:v>#N/A</c:v>
                </c:pt>
                <c:pt idx="3513">
                  <c:v>#N/A</c:v>
                </c:pt>
                <c:pt idx="3514">
                  <c:v>#N/A</c:v>
                </c:pt>
                <c:pt idx="3515">
                  <c:v>#N/A</c:v>
                </c:pt>
                <c:pt idx="3516">
                  <c:v>#N/A</c:v>
                </c:pt>
                <c:pt idx="3517">
                  <c:v>#N/A</c:v>
                </c:pt>
                <c:pt idx="3518">
                  <c:v>#N/A</c:v>
                </c:pt>
                <c:pt idx="3519">
                  <c:v>#N/A</c:v>
                </c:pt>
                <c:pt idx="3520">
                  <c:v>#N/A</c:v>
                </c:pt>
                <c:pt idx="3521">
                  <c:v>#N/A</c:v>
                </c:pt>
                <c:pt idx="3522">
                  <c:v>#N/A</c:v>
                </c:pt>
                <c:pt idx="3523">
                  <c:v>#N/A</c:v>
                </c:pt>
                <c:pt idx="3524">
                  <c:v>#N/A</c:v>
                </c:pt>
                <c:pt idx="3525">
                  <c:v>#N/A</c:v>
                </c:pt>
                <c:pt idx="3526">
                  <c:v>#N/A</c:v>
                </c:pt>
                <c:pt idx="3527">
                  <c:v>#N/A</c:v>
                </c:pt>
                <c:pt idx="3528">
                  <c:v>#N/A</c:v>
                </c:pt>
                <c:pt idx="3529">
                  <c:v>#N/A</c:v>
                </c:pt>
                <c:pt idx="3530">
                  <c:v>#N/A</c:v>
                </c:pt>
                <c:pt idx="3531">
                  <c:v>#N/A</c:v>
                </c:pt>
                <c:pt idx="3532">
                  <c:v>#N/A</c:v>
                </c:pt>
                <c:pt idx="3533">
                  <c:v>#N/A</c:v>
                </c:pt>
                <c:pt idx="3534">
                  <c:v>#N/A</c:v>
                </c:pt>
                <c:pt idx="3535">
                  <c:v>#N/A</c:v>
                </c:pt>
                <c:pt idx="3536">
                  <c:v>#N/A</c:v>
                </c:pt>
                <c:pt idx="3537">
                  <c:v>#N/A</c:v>
                </c:pt>
                <c:pt idx="3538">
                  <c:v>#N/A</c:v>
                </c:pt>
                <c:pt idx="3539">
                  <c:v>#N/A</c:v>
                </c:pt>
                <c:pt idx="3540">
                  <c:v>#N/A</c:v>
                </c:pt>
                <c:pt idx="3541">
                  <c:v>#N/A</c:v>
                </c:pt>
                <c:pt idx="3542">
                  <c:v>#N/A</c:v>
                </c:pt>
                <c:pt idx="3543">
                  <c:v>#N/A</c:v>
                </c:pt>
                <c:pt idx="3544">
                  <c:v>3299.2444573580747</c:v>
                </c:pt>
                <c:pt idx="3545">
                  <c:v>3299.2444573580747</c:v>
                </c:pt>
                <c:pt idx="3546">
                  <c:v>3299.2444573580747</c:v>
                </c:pt>
                <c:pt idx="3547">
                  <c:v>3299.2444573580747</c:v>
                </c:pt>
                <c:pt idx="3548">
                  <c:v>3306.2715075438846</c:v>
                </c:pt>
                <c:pt idx="3549">
                  <c:v>3306.2715075438846</c:v>
                </c:pt>
                <c:pt idx="3550">
                  <c:v>3306.2715075438846</c:v>
                </c:pt>
                <c:pt idx="3551">
                  <c:v>3306.2715075438846</c:v>
                </c:pt>
                <c:pt idx="3552">
                  <c:v>3306.2715075438846</c:v>
                </c:pt>
                <c:pt idx="3553">
                  <c:v>3306.2715075438846</c:v>
                </c:pt>
                <c:pt idx="3554">
                  <c:v>3306.2715075438846</c:v>
                </c:pt>
                <c:pt idx="3555">
                  <c:v>3306.2715075438846</c:v>
                </c:pt>
                <c:pt idx="3556">
                  <c:v>3306.2715075438846</c:v>
                </c:pt>
                <c:pt idx="3557">
                  <c:v>3306.2715075438846</c:v>
                </c:pt>
                <c:pt idx="3558">
                  <c:v>3306.2715075438846</c:v>
                </c:pt>
                <c:pt idx="3559">
                  <c:v>3306.2715075438846</c:v>
                </c:pt>
                <c:pt idx="3560">
                  <c:v>3306.2715075438846</c:v>
                </c:pt>
                <c:pt idx="3561">
                  <c:v>3307.0688811885593</c:v>
                </c:pt>
                <c:pt idx="3562">
                  <c:v>3307.0688811885593</c:v>
                </c:pt>
                <c:pt idx="3563">
                  <c:v>3307.0688811885593</c:v>
                </c:pt>
                <c:pt idx="3564">
                  <c:v>3307.0688811885593</c:v>
                </c:pt>
                <c:pt idx="3565">
                  <c:v>3307.0688811885593</c:v>
                </c:pt>
                <c:pt idx="3566">
                  <c:v>3307.0688811885593</c:v>
                </c:pt>
                <c:pt idx="3567">
                  <c:v>3307.0688811885593</c:v>
                </c:pt>
                <c:pt idx="3568">
                  <c:v>3307.0688811885593</c:v>
                </c:pt>
                <c:pt idx="3569">
                  <c:v>3307.0688811885593</c:v>
                </c:pt>
                <c:pt idx="3570">
                  <c:v>3307.0688811885593</c:v>
                </c:pt>
                <c:pt idx="3571">
                  <c:v>3307.0688811885593</c:v>
                </c:pt>
                <c:pt idx="3572">
                  <c:v>3307.0688811885593</c:v>
                </c:pt>
                <c:pt idx="3573">
                  <c:v>3313.0178601543307</c:v>
                </c:pt>
                <c:pt idx="3574">
                  <c:v>3313.0178601543307</c:v>
                </c:pt>
                <c:pt idx="3575">
                  <c:v>3313.0178601543307</c:v>
                </c:pt>
                <c:pt idx="3576">
                  <c:v>3313.0178601543307</c:v>
                </c:pt>
                <c:pt idx="3577">
                  <c:v>3313.0178601543307</c:v>
                </c:pt>
                <c:pt idx="3578">
                  <c:v>3313.0178601543307</c:v>
                </c:pt>
                <c:pt idx="3579">
                  <c:v>3313.0178601543307</c:v>
                </c:pt>
                <c:pt idx="3580">
                  <c:v>3313.0178601543307</c:v>
                </c:pt>
                <c:pt idx="3581">
                  <c:v>3313.0178601543307</c:v>
                </c:pt>
                <c:pt idx="3582">
                  <c:v>3313.0178601543307</c:v>
                </c:pt>
                <c:pt idx="3583">
                  <c:v>3313.0178601543307</c:v>
                </c:pt>
                <c:pt idx="3584">
                  <c:v>3313.0178601543307</c:v>
                </c:pt>
                <c:pt idx="3585">
                  <c:v>3313.0178601543307</c:v>
                </c:pt>
                <c:pt idx="3586">
                  <c:v>3313.0178601543307</c:v>
                </c:pt>
                <c:pt idx="3587">
                  <c:v>3313.0178601543307</c:v>
                </c:pt>
                <c:pt idx="3588">
                  <c:v>3313.0178601543307</c:v>
                </c:pt>
                <c:pt idx="3589">
                  <c:v>3322.514850842686</c:v>
                </c:pt>
                <c:pt idx="3590">
                  <c:v>3322.514850842686</c:v>
                </c:pt>
                <c:pt idx="3591">
                  <c:v>3322.514850842686</c:v>
                </c:pt>
                <c:pt idx="3592">
                  <c:v>3322.514850842686</c:v>
                </c:pt>
                <c:pt idx="3593">
                  <c:v>3322.514850842686</c:v>
                </c:pt>
                <c:pt idx="3594">
                  <c:v>3322.514850842686</c:v>
                </c:pt>
                <c:pt idx="3595">
                  <c:v>3322.514850842686</c:v>
                </c:pt>
                <c:pt idx="3596">
                  <c:v>3322.514850842686</c:v>
                </c:pt>
                <c:pt idx="3597">
                  <c:v>3322.514850842686</c:v>
                </c:pt>
                <c:pt idx="3598">
                  <c:v>3322.514850842686</c:v>
                </c:pt>
                <c:pt idx="3599">
                  <c:v>3322.514850842686</c:v>
                </c:pt>
                <c:pt idx="3600">
                  <c:v>3322.514850842686</c:v>
                </c:pt>
                <c:pt idx="3601">
                  <c:v>3322.514850842686</c:v>
                </c:pt>
                <c:pt idx="3602">
                  <c:v>3322.514850842686</c:v>
                </c:pt>
                <c:pt idx="3603">
                  <c:v>3322.514850842686</c:v>
                </c:pt>
                <c:pt idx="3604">
                  <c:v>3322.514850842686</c:v>
                </c:pt>
                <c:pt idx="3605">
                  <c:v>3322.514850842686</c:v>
                </c:pt>
                <c:pt idx="3606">
                  <c:v>3322.514850842686</c:v>
                </c:pt>
                <c:pt idx="3607">
                  <c:v>3322.514850842686</c:v>
                </c:pt>
                <c:pt idx="3608">
                  <c:v>3322.514850842686</c:v>
                </c:pt>
                <c:pt idx="3609">
                  <c:v>3322.514850842686</c:v>
                </c:pt>
                <c:pt idx="3610">
                  <c:v>3322.514850842686</c:v>
                </c:pt>
                <c:pt idx="3611">
                  <c:v>3322.514850842686</c:v>
                </c:pt>
                <c:pt idx="3612">
                  <c:v>3373.7283352791792</c:v>
                </c:pt>
                <c:pt idx="3613">
                  <c:v>3373.7283352791792</c:v>
                </c:pt>
                <c:pt idx="3614">
                  <c:v>3380.500192751761</c:v>
                </c:pt>
                <c:pt idx="3615">
                  <c:v>3380.500192751761</c:v>
                </c:pt>
                <c:pt idx="3616">
                  <c:v>3380.500192751761</c:v>
                </c:pt>
                <c:pt idx="3617">
                  <c:v>3380.500192751761</c:v>
                </c:pt>
                <c:pt idx="3618">
                  <c:v>3380.500192751761</c:v>
                </c:pt>
                <c:pt idx="3619">
                  <c:v>3380.500192751761</c:v>
                </c:pt>
                <c:pt idx="3620">
                  <c:v>3380.500192751761</c:v>
                </c:pt>
                <c:pt idx="3621">
                  <c:v>3494.3203159497102</c:v>
                </c:pt>
                <c:pt idx="3622">
                  <c:v>3494.3203159497102</c:v>
                </c:pt>
                <c:pt idx="3623">
                  <c:v>3494.3203159497102</c:v>
                </c:pt>
                <c:pt idx="3624">
                  <c:v>3494.3203159497102</c:v>
                </c:pt>
                <c:pt idx="3625">
                  <c:v>3494.3203159497102</c:v>
                </c:pt>
                <c:pt idx="3626">
                  <c:v>3494.3203159497102</c:v>
                </c:pt>
                <c:pt idx="3627">
                  <c:v>3494.3203159497102</c:v>
                </c:pt>
                <c:pt idx="3628">
                  <c:v>3494.3203159497102</c:v>
                </c:pt>
                <c:pt idx="3629">
                  <c:v>3494.3203159497102</c:v>
                </c:pt>
                <c:pt idx="3630">
                  <c:v>3494.3203159497102</c:v>
                </c:pt>
                <c:pt idx="3631">
                  <c:v>3494.3203159497102</c:v>
                </c:pt>
                <c:pt idx="3632">
                  <c:v>3496.2855587396307</c:v>
                </c:pt>
                <c:pt idx="3633">
                  <c:v>3496.2855587396307</c:v>
                </c:pt>
                <c:pt idx="3634">
                  <c:v>3496.2855587396307</c:v>
                </c:pt>
                <c:pt idx="3635">
                  <c:v>3496.2855587396307</c:v>
                </c:pt>
                <c:pt idx="3636">
                  <c:v>3496.2855587396307</c:v>
                </c:pt>
                <c:pt idx="3637">
                  <c:v>3496.2855587396307</c:v>
                </c:pt>
                <c:pt idx="3638">
                  <c:v>3496.2855587396307</c:v>
                </c:pt>
                <c:pt idx="3639">
                  <c:v>3496.2855587396307</c:v>
                </c:pt>
                <c:pt idx="3640">
                  <c:v>3496.2855587396307</c:v>
                </c:pt>
                <c:pt idx="3641">
                  <c:v>3496.2855587396307</c:v>
                </c:pt>
                <c:pt idx="3642">
                  <c:v>3496.2855587396307</c:v>
                </c:pt>
                <c:pt idx="3643">
                  <c:v>3496.2855587396307</c:v>
                </c:pt>
                <c:pt idx="3644">
                  <c:v>3496.2855587396307</c:v>
                </c:pt>
                <c:pt idx="3645">
                  <c:v>3496.2855587396307</c:v>
                </c:pt>
                <c:pt idx="3646">
                  <c:v>3496.2855587396307</c:v>
                </c:pt>
                <c:pt idx="3647">
                  <c:v>3496.2855587396307</c:v>
                </c:pt>
                <c:pt idx="3648">
                  <c:v>3496.2855587396307</c:v>
                </c:pt>
                <c:pt idx="3649">
                  <c:v>3496.2855587396307</c:v>
                </c:pt>
                <c:pt idx="3650">
                  <c:v>3496.2855587396307</c:v>
                </c:pt>
                <c:pt idx="3651">
                  <c:v>3496.2855587396307</c:v>
                </c:pt>
                <c:pt idx="3652">
                  <c:v>3509.9205178970906</c:v>
                </c:pt>
                <c:pt idx="3653">
                  <c:v>3509.9205178970906</c:v>
                </c:pt>
                <c:pt idx="3654">
                  <c:v>#N/A</c:v>
                </c:pt>
                <c:pt idx="3655">
                  <c:v>#N/A</c:v>
                </c:pt>
                <c:pt idx="3656">
                  <c:v>#N/A</c:v>
                </c:pt>
                <c:pt idx="3657">
                  <c:v>#N/A</c:v>
                </c:pt>
                <c:pt idx="3658">
                  <c:v>#N/A</c:v>
                </c:pt>
                <c:pt idx="3659">
                  <c:v>#N/A</c:v>
                </c:pt>
                <c:pt idx="3660">
                  <c:v>#N/A</c:v>
                </c:pt>
                <c:pt idx="3661">
                  <c:v>#N/A</c:v>
                </c:pt>
                <c:pt idx="3662">
                  <c:v>#N/A</c:v>
                </c:pt>
                <c:pt idx="3663">
                  <c:v>#N/A</c:v>
                </c:pt>
                <c:pt idx="3664">
                  <c:v>#N/A</c:v>
                </c:pt>
                <c:pt idx="3665">
                  <c:v>#N/A</c:v>
                </c:pt>
                <c:pt idx="3666">
                  <c:v>3544.3972133137222</c:v>
                </c:pt>
                <c:pt idx="3667">
                  <c:v>3544.3972133137222</c:v>
                </c:pt>
                <c:pt idx="3668">
                  <c:v>3544.3972133137222</c:v>
                </c:pt>
                <c:pt idx="3669">
                  <c:v>3544.3972133137222</c:v>
                </c:pt>
                <c:pt idx="3670">
                  <c:v>#N/A</c:v>
                </c:pt>
                <c:pt idx="3671">
                  <c:v>#N/A</c:v>
                </c:pt>
                <c:pt idx="3672">
                  <c:v>#N/A</c:v>
                </c:pt>
                <c:pt idx="3673">
                  <c:v>#N/A</c:v>
                </c:pt>
                <c:pt idx="3674">
                  <c:v>#N/A</c:v>
                </c:pt>
                <c:pt idx="3675">
                  <c:v>#N/A</c:v>
                </c:pt>
                <c:pt idx="3676">
                  <c:v>#N/A</c:v>
                </c:pt>
                <c:pt idx="3677">
                  <c:v>#N/A</c:v>
                </c:pt>
                <c:pt idx="3678">
                  <c:v>#N/A</c:v>
                </c:pt>
                <c:pt idx="3679">
                  <c:v>#N/A</c:v>
                </c:pt>
                <c:pt idx="3680">
                  <c:v>#N/A</c:v>
                </c:pt>
                <c:pt idx="3681">
                  <c:v>#N/A</c:v>
                </c:pt>
                <c:pt idx="3682">
                  <c:v>#N/A</c:v>
                </c:pt>
                <c:pt idx="3683">
                  <c:v>#N/A</c:v>
                </c:pt>
                <c:pt idx="3684">
                  <c:v>#N/A</c:v>
                </c:pt>
                <c:pt idx="3685">
                  <c:v>#N/A</c:v>
                </c:pt>
                <c:pt idx="3686">
                  <c:v>#N/A</c:v>
                </c:pt>
                <c:pt idx="3687">
                  <c:v>#N/A</c:v>
                </c:pt>
                <c:pt idx="3688">
                  <c:v>#N/A</c:v>
                </c:pt>
                <c:pt idx="3689">
                  <c:v>#N/A</c:v>
                </c:pt>
                <c:pt idx="3690">
                  <c:v>#N/A</c:v>
                </c:pt>
                <c:pt idx="3691">
                  <c:v>#N/A</c:v>
                </c:pt>
                <c:pt idx="3692">
                  <c:v>#N/A</c:v>
                </c:pt>
                <c:pt idx="3693">
                  <c:v>#N/A</c:v>
                </c:pt>
                <c:pt idx="3694">
                  <c:v>#N/A</c:v>
                </c:pt>
                <c:pt idx="3695">
                  <c:v>#N/A</c:v>
                </c:pt>
                <c:pt idx="3696">
                  <c:v>#N/A</c:v>
                </c:pt>
                <c:pt idx="3697">
                  <c:v>#N/A</c:v>
                </c:pt>
                <c:pt idx="3698">
                  <c:v>#N/A</c:v>
                </c:pt>
                <c:pt idx="3699">
                  <c:v>#N/A</c:v>
                </c:pt>
                <c:pt idx="3700">
                  <c:v>#N/A</c:v>
                </c:pt>
                <c:pt idx="3701">
                  <c:v>#N/A</c:v>
                </c:pt>
                <c:pt idx="3702">
                  <c:v>#N/A</c:v>
                </c:pt>
                <c:pt idx="3703">
                  <c:v>#N/A</c:v>
                </c:pt>
                <c:pt idx="3704">
                  <c:v>#N/A</c:v>
                </c:pt>
                <c:pt idx="3705">
                  <c:v>#N/A</c:v>
                </c:pt>
                <c:pt idx="3706">
                  <c:v>#N/A</c:v>
                </c:pt>
                <c:pt idx="3707">
                  <c:v>#N/A</c:v>
                </c:pt>
                <c:pt idx="3708">
                  <c:v>#N/A</c:v>
                </c:pt>
                <c:pt idx="3709">
                  <c:v>#N/A</c:v>
                </c:pt>
                <c:pt idx="3710">
                  <c:v>#N/A</c:v>
                </c:pt>
                <c:pt idx="3711">
                  <c:v>#N/A</c:v>
                </c:pt>
                <c:pt idx="3712">
                  <c:v>#N/A</c:v>
                </c:pt>
                <c:pt idx="3713">
                  <c:v>#N/A</c:v>
                </c:pt>
                <c:pt idx="3714">
                  <c:v>#N/A</c:v>
                </c:pt>
                <c:pt idx="3715">
                  <c:v>#N/A</c:v>
                </c:pt>
                <c:pt idx="3716">
                  <c:v>#N/A</c:v>
                </c:pt>
                <c:pt idx="3717">
                  <c:v>#N/A</c:v>
                </c:pt>
                <c:pt idx="3718">
                  <c:v>#N/A</c:v>
                </c:pt>
                <c:pt idx="3719">
                  <c:v>#N/A</c:v>
                </c:pt>
                <c:pt idx="3720">
                  <c:v>#N/A</c:v>
                </c:pt>
                <c:pt idx="3721">
                  <c:v>#N/A</c:v>
                </c:pt>
                <c:pt idx="3722">
                  <c:v>#N/A</c:v>
                </c:pt>
                <c:pt idx="3723">
                  <c:v>#N/A</c:v>
                </c:pt>
                <c:pt idx="3724">
                  <c:v>#N/A</c:v>
                </c:pt>
                <c:pt idx="3725">
                  <c:v>#N/A</c:v>
                </c:pt>
                <c:pt idx="3726">
                  <c:v>3569.2689962722575</c:v>
                </c:pt>
                <c:pt idx="3727">
                  <c:v>3569.2689962722575</c:v>
                </c:pt>
                <c:pt idx="3728">
                  <c:v>3569.2689962722575</c:v>
                </c:pt>
                <c:pt idx="3729">
                  <c:v>3569.2689962722575</c:v>
                </c:pt>
                <c:pt idx="3730">
                  <c:v>3569.2689962722575</c:v>
                </c:pt>
                <c:pt idx="3731">
                  <c:v>3569.2689962722575</c:v>
                </c:pt>
                <c:pt idx="3732">
                  <c:v>3569.2689962722575</c:v>
                </c:pt>
                <c:pt idx="3733">
                  <c:v>3569.2689962722575</c:v>
                </c:pt>
                <c:pt idx="3734">
                  <c:v>3569.2689962722575</c:v>
                </c:pt>
                <c:pt idx="3735">
                  <c:v>3569.2689962722575</c:v>
                </c:pt>
                <c:pt idx="3736">
                  <c:v>3569.2689962722575</c:v>
                </c:pt>
                <c:pt idx="3737">
                  <c:v>3569.2689962722575</c:v>
                </c:pt>
                <c:pt idx="3738">
                  <c:v>3569.2689962722575</c:v>
                </c:pt>
                <c:pt idx="3739">
                  <c:v>3569.2689962722575</c:v>
                </c:pt>
                <c:pt idx="3740">
                  <c:v>3569.2689962722575</c:v>
                </c:pt>
                <c:pt idx="3741">
                  <c:v>3569.2689962722575</c:v>
                </c:pt>
                <c:pt idx="3742">
                  <c:v>3569.2689962722575</c:v>
                </c:pt>
                <c:pt idx="3743">
                  <c:v>3569.2689962722575</c:v>
                </c:pt>
                <c:pt idx="3744">
                  <c:v>3569.2689962722575</c:v>
                </c:pt>
                <c:pt idx="3745">
                  <c:v>3569.2689962722575</c:v>
                </c:pt>
                <c:pt idx="3746">
                  <c:v>3569.2689962722575</c:v>
                </c:pt>
                <c:pt idx="3747">
                  <c:v>3569.2689962722575</c:v>
                </c:pt>
                <c:pt idx="3748">
                  <c:v>3569.2689962722575</c:v>
                </c:pt>
                <c:pt idx="3749">
                  <c:v>3569.2689962722575</c:v>
                </c:pt>
                <c:pt idx="3750">
                  <c:v>3569.2689962722575</c:v>
                </c:pt>
                <c:pt idx="3751">
                  <c:v>3569.2689962722575</c:v>
                </c:pt>
                <c:pt idx="3752">
                  <c:v>3569.2689962722575</c:v>
                </c:pt>
                <c:pt idx="3753">
                  <c:v>3569.2689962722575</c:v>
                </c:pt>
                <c:pt idx="3754">
                  <c:v>3569.2689962722575</c:v>
                </c:pt>
                <c:pt idx="3755">
                  <c:v>3569.2689962722575</c:v>
                </c:pt>
                <c:pt idx="3756">
                  <c:v>3569.2689962722575</c:v>
                </c:pt>
                <c:pt idx="3757">
                  <c:v>3569.2689962722575</c:v>
                </c:pt>
                <c:pt idx="3758">
                  <c:v>3569.2689962722575</c:v>
                </c:pt>
                <c:pt idx="3759">
                  <c:v>3569.2689962722575</c:v>
                </c:pt>
                <c:pt idx="3760">
                  <c:v>3569.2689962722575</c:v>
                </c:pt>
                <c:pt idx="3761">
                  <c:v>3569.2689962722575</c:v>
                </c:pt>
                <c:pt idx="3762">
                  <c:v>3569.2689962722575</c:v>
                </c:pt>
                <c:pt idx="3763">
                  <c:v>3569.2689962722575</c:v>
                </c:pt>
                <c:pt idx="3764">
                  <c:v>3569.2689962722575</c:v>
                </c:pt>
                <c:pt idx="3765">
                  <c:v>3569.2689962722575</c:v>
                </c:pt>
                <c:pt idx="3766">
                  <c:v>3569.2689962722575</c:v>
                </c:pt>
                <c:pt idx="3767">
                  <c:v>3569.2689962722575</c:v>
                </c:pt>
                <c:pt idx="3768">
                  <c:v>3569.2689962722575</c:v>
                </c:pt>
                <c:pt idx="3769">
                  <c:v>#N/A</c:v>
                </c:pt>
                <c:pt idx="3770">
                  <c:v>#N/A</c:v>
                </c:pt>
                <c:pt idx="3771">
                  <c:v>#N/A</c:v>
                </c:pt>
                <c:pt idx="3772">
                  <c:v>#N/A</c:v>
                </c:pt>
                <c:pt idx="3773">
                  <c:v>#N/A</c:v>
                </c:pt>
                <c:pt idx="3774">
                  <c:v>#N/A</c:v>
                </c:pt>
                <c:pt idx="3775">
                  <c:v>#N/A</c:v>
                </c:pt>
                <c:pt idx="3776">
                  <c:v>#N/A</c:v>
                </c:pt>
                <c:pt idx="3777">
                  <c:v>#N/A</c:v>
                </c:pt>
                <c:pt idx="3778">
                  <c:v>#N/A</c:v>
                </c:pt>
                <c:pt idx="3779">
                  <c:v>#N/A</c:v>
                </c:pt>
                <c:pt idx="3780">
                  <c:v>#N/A</c:v>
                </c:pt>
                <c:pt idx="3781">
                  <c:v>#N/A</c:v>
                </c:pt>
                <c:pt idx="3782">
                  <c:v>#N/A</c:v>
                </c:pt>
                <c:pt idx="3783">
                  <c:v>#N/A</c:v>
                </c:pt>
                <c:pt idx="3784">
                  <c:v>#N/A</c:v>
                </c:pt>
                <c:pt idx="3785">
                  <c:v>#N/A</c:v>
                </c:pt>
                <c:pt idx="3786">
                  <c:v>#N/A</c:v>
                </c:pt>
                <c:pt idx="3787">
                  <c:v>#N/A</c:v>
                </c:pt>
                <c:pt idx="3788">
                  <c:v>#N/A</c:v>
                </c:pt>
                <c:pt idx="3789">
                  <c:v>#N/A</c:v>
                </c:pt>
                <c:pt idx="3790">
                  <c:v>#N/A</c:v>
                </c:pt>
                <c:pt idx="3791">
                  <c:v>#N/A</c:v>
                </c:pt>
                <c:pt idx="3792">
                  <c:v>#N/A</c:v>
                </c:pt>
                <c:pt idx="3793">
                  <c:v>#N/A</c:v>
                </c:pt>
                <c:pt idx="3794">
                  <c:v>#N/A</c:v>
                </c:pt>
                <c:pt idx="3795">
                  <c:v>#N/A</c:v>
                </c:pt>
                <c:pt idx="3796">
                  <c:v>#N/A</c:v>
                </c:pt>
                <c:pt idx="3797">
                  <c:v>#N/A</c:v>
                </c:pt>
                <c:pt idx="3798">
                  <c:v>#N/A</c:v>
                </c:pt>
                <c:pt idx="3799">
                  <c:v>#N/A</c:v>
                </c:pt>
                <c:pt idx="3800">
                  <c:v>#N/A</c:v>
                </c:pt>
                <c:pt idx="3801">
                  <c:v>#N/A</c:v>
                </c:pt>
                <c:pt idx="3802">
                  <c:v>#N/A</c:v>
                </c:pt>
                <c:pt idx="3803">
                  <c:v>#N/A</c:v>
                </c:pt>
                <c:pt idx="3804">
                  <c:v>#N/A</c:v>
                </c:pt>
                <c:pt idx="3805">
                  <c:v>#N/A</c:v>
                </c:pt>
                <c:pt idx="3806">
                  <c:v>#N/A</c:v>
                </c:pt>
                <c:pt idx="3807">
                  <c:v>#N/A</c:v>
                </c:pt>
                <c:pt idx="3808">
                  <c:v>#N/A</c:v>
                </c:pt>
                <c:pt idx="3809">
                  <c:v>#N/A</c:v>
                </c:pt>
                <c:pt idx="3810">
                  <c:v>#N/A</c:v>
                </c:pt>
                <c:pt idx="3811">
                  <c:v>#N/A</c:v>
                </c:pt>
                <c:pt idx="3812">
                  <c:v>#N/A</c:v>
                </c:pt>
                <c:pt idx="3813">
                  <c:v>#N/A</c:v>
                </c:pt>
                <c:pt idx="3814">
                  <c:v>#N/A</c:v>
                </c:pt>
                <c:pt idx="3815">
                  <c:v>#N/A</c:v>
                </c:pt>
                <c:pt idx="3816">
                  <c:v>#N/A</c:v>
                </c:pt>
                <c:pt idx="3817">
                  <c:v>3700.6059503495212</c:v>
                </c:pt>
                <c:pt idx="3818">
                  <c:v>3700.6059503495212</c:v>
                </c:pt>
                <c:pt idx="3819">
                  <c:v>3700.6059503495212</c:v>
                </c:pt>
                <c:pt idx="3820">
                  <c:v>3700.6059503495212</c:v>
                </c:pt>
                <c:pt idx="3821">
                  <c:v>3700.6059503495212</c:v>
                </c:pt>
                <c:pt idx="3822">
                  <c:v>3700.6059503495212</c:v>
                </c:pt>
                <c:pt idx="3823">
                  <c:v>3700.6059503495212</c:v>
                </c:pt>
                <c:pt idx="3824">
                  <c:v>3700.6059503495212</c:v>
                </c:pt>
                <c:pt idx="3825">
                  <c:v>3700.6059503495212</c:v>
                </c:pt>
                <c:pt idx="3826">
                  <c:v>#N/A</c:v>
                </c:pt>
                <c:pt idx="3827">
                  <c:v>#N/A</c:v>
                </c:pt>
                <c:pt idx="3828">
                  <c:v>#N/A</c:v>
                </c:pt>
                <c:pt idx="3829">
                  <c:v>#N/A</c:v>
                </c:pt>
                <c:pt idx="3830">
                  <c:v>#N/A</c:v>
                </c:pt>
                <c:pt idx="3831">
                  <c:v>#N/A</c:v>
                </c:pt>
                <c:pt idx="3832">
                  <c:v>#N/A</c:v>
                </c:pt>
                <c:pt idx="3833">
                  <c:v>#N/A</c:v>
                </c:pt>
                <c:pt idx="3834">
                  <c:v>#N/A</c:v>
                </c:pt>
                <c:pt idx="3835">
                  <c:v>3711.3517389166022</c:v>
                </c:pt>
                <c:pt idx="3836">
                  <c:v>3711.3517389166022</c:v>
                </c:pt>
                <c:pt idx="3837">
                  <c:v>3711.3517389166022</c:v>
                </c:pt>
                <c:pt idx="3838">
                  <c:v>3711.3517389166022</c:v>
                </c:pt>
                <c:pt idx="3839">
                  <c:v>3711.3517389166022</c:v>
                </c:pt>
                <c:pt idx="3840">
                  <c:v>3711.3517389166022</c:v>
                </c:pt>
                <c:pt idx="3841">
                  <c:v>3711.3517389166022</c:v>
                </c:pt>
                <c:pt idx="3842">
                  <c:v>3711.3517389166022</c:v>
                </c:pt>
                <c:pt idx="3843">
                  <c:v>3711.3517389166022</c:v>
                </c:pt>
                <c:pt idx="3844">
                  <c:v>3711.3517389166022</c:v>
                </c:pt>
                <c:pt idx="3845">
                  <c:v>3711.3517389166022</c:v>
                </c:pt>
                <c:pt idx="3846">
                  <c:v>3711.3517389166022</c:v>
                </c:pt>
                <c:pt idx="3847">
                  <c:v>3711.3517389166022</c:v>
                </c:pt>
                <c:pt idx="3848">
                  <c:v>3711.3517389166022</c:v>
                </c:pt>
                <c:pt idx="3849">
                  <c:v>3711.3517389166022</c:v>
                </c:pt>
                <c:pt idx="3850">
                  <c:v>3711.3517389166022</c:v>
                </c:pt>
                <c:pt idx="3851">
                  <c:v>3711.3517389166022</c:v>
                </c:pt>
                <c:pt idx="3852">
                  <c:v>3711.3517389166022</c:v>
                </c:pt>
                <c:pt idx="3853">
                  <c:v>3711.3517389166022</c:v>
                </c:pt>
                <c:pt idx="3854">
                  <c:v>3711.3517389166022</c:v>
                </c:pt>
                <c:pt idx="3855">
                  <c:v>3711.3517389166022</c:v>
                </c:pt>
                <c:pt idx="3856">
                  <c:v>3711.3517389166022</c:v>
                </c:pt>
                <c:pt idx="3857">
                  <c:v>3711.3517389166022</c:v>
                </c:pt>
                <c:pt idx="3858">
                  <c:v>3711.3517389166022</c:v>
                </c:pt>
                <c:pt idx="3859">
                  <c:v>3711.3517389166022</c:v>
                </c:pt>
                <c:pt idx="3860">
                  <c:v>3711.3517389166022</c:v>
                </c:pt>
                <c:pt idx="3861">
                  <c:v>3711.3517389166022</c:v>
                </c:pt>
                <c:pt idx="3862">
                  <c:v>3762.4932680622396</c:v>
                </c:pt>
                <c:pt idx="3863">
                  <c:v>3762.4932680622396</c:v>
                </c:pt>
                <c:pt idx="3864">
                  <c:v>3762.4932680622396</c:v>
                </c:pt>
                <c:pt idx="3865">
                  <c:v>3762.4932680622396</c:v>
                </c:pt>
                <c:pt idx="3866">
                  <c:v>3762.4932680622396</c:v>
                </c:pt>
                <c:pt idx="3867">
                  <c:v>3762.4932680622396</c:v>
                </c:pt>
                <c:pt idx="3868">
                  <c:v>3762.4932680622396</c:v>
                </c:pt>
                <c:pt idx="3869">
                  <c:v>3762.4932680622396</c:v>
                </c:pt>
                <c:pt idx="3870">
                  <c:v>3762.4932680622396</c:v>
                </c:pt>
                <c:pt idx="3871">
                  <c:v>3762.4932680622396</c:v>
                </c:pt>
                <c:pt idx="3872">
                  <c:v>3762.4932680622396</c:v>
                </c:pt>
                <c:pt idx="3873">
                  <c:v>3762.4932680622396</c:v>
                </c:pt>
                <c:pt idx="3874">
                  <c:v>3762.4932680622396</c:v>
                </c:pt>
                <c:pt idx="3875">
                  <c:v>3762.4932680622396</c:v>
                </c:pt>
                <c:pt idx="3876">
                  <c:v>3762.4932680622396</c:v>
                </c:pt>
                <c:pt idx="3877">
                  <c:v>3762.4932680622396</c:v>
                </c:pt>
                <c:pt idx="3878">
                  <c:v>3762.4932680622396</c:v>
                </c:pt>
                <c:pt idx="3879">
                  <c:v>3762.4932680622396</c:v>
                </c:pt>
                <c:pt idx="3880">
                  <c:v>3762.4932680622396</c:v>
                </c:pt>
                <c:pt idx="3881">
                  <c:v>3762.4932680622396</c:v>
                </c:pt>
                <c:pt idx="3882">
                  <c:v>3762.4932680622396</c:v>
                </c:pt>
                <c:pt idx="3883">
                  <c:v>3762.4932680622396</c:v>
                </c:pt>
                <c:pt idx="3884">
                  <c:v>3762.4932680622396</c:v>
                </c:pt>
                <c:pt idx="3885">
                  <c:v>3762.4932680622396</c:v>
                </c:pt>
                <c:pt idx="3886">
                  <c:v>3762.4932680622396</c:v>
                </c:pt>
                <c:pt idx="3887">
                  <c:v>3762.4932680622396</c:v>
                </c:pt>
                <c:pt idx="3888">
                  <c:v>3762.4932680622396</c:v>
                </c:pt>
                <c:pt idx="3889">
                  <c:v>3762.4932680622396</c:v>
                </c:pt>
                <c:pt idx="3890">
                  <c:v>3762.4932680622396</c:v>
                </c:pt>
                <c:pt idx="3891">
                  <c:v>3762.4932680622396</c:v>
                </c:pt>
                <c:pt idx="3892">
                  <c:v>3769.3957300439561</c:v>
                </c:pt>
                <c:pt idx="3893">
                  <c:v>3769.3957300439561</c:v>
                </c:pt>
                <c:pt idx="3894">
                  <c:v>3769.3957300439561</c:v>
                </c:pt>
                <c:pt idx="3895">
                  <c:v>3776.6137317615226</c:v>
                </c:pt>
                <c:pt idx="3896">
                  <c:v>3776.6137317615226</c:v>
                </c:pt>
                <c:pt idx="3897">
                  <c:v>3776.6137317615226</c:v>
                </c:pt>
                <c:pt idx="3898">
                  <c:v>3789.792089433703</c:v>
                </c:pt>
                <c:pt idx="3899">
                  <c:v>3789.792089433703</c:v>
                </c:pt>
                <c:pt idx="3900">
                  <c:v>3789.792089433703</c:v>
                </c:pt>
                <c:pt idx="3901">
                  <c:v>3789.792089433703</c:v>
                </c:pt>
                <c:pt idx="3902">
                  <c:v>3789.792089433703</c:v>
                </c:pt>
                <c:pt idx="3903">
                  <c:v>3827.6700062023756</c:v>
                </c:pt>
                <c:pt idx="3904">
                  <c:v>3827.6700062023756</c:v>
                </c:pt>
                <c:pt idx="3905">
                  <c:v>3827.6700062023756</c:v>
                </c:pt>
                <c:pt idx="3906">
                  <c:v>3827.6700062023756</c:v>
                </c:pt>
                <c:pt idx="3907">
                  <c:v>3827.6700062023756</c:v>
                </c:pt>
                <c:pt idx="3908">
                  <c:v>#N/A</c:v>
                </c:pt>
                <c:pt idx="3909">
                  <c:v>#N/A</c:v>
                </c:pt>
                <c:pt idx="3910">
                  <c:v>#N/A</c:v>
                </c:pt>
                <c:pt idx="3911">
                  <c:v>#N/A</c:v>
                </c:pt>
                <c:pt idx="3912">
                  <c:v>#N/A</c:v>
                </c:pt>
                <c:pt idx="3913">
                  <c:v>#N/A</c:v>
                </c:pt>
                <c:pt idx="3914">
                  <c:v>#N/A</c:v>
                </c:pt>
                <c:pt idx="3915">
                  <c:v>#N/A</c:v>
                </c:pt>
                <c:pt idx="3916">
                  <c:v>#N/A</c:v>
                </c:pt>
                <c:pt idx="3917">
                  <c:v>#N/A</c:v>
                </c:pt>
                <c:pt idx="3918">
                  <c:v>#N/A</c:v>
                </c:pt>
                <c:pt idx="3919">
                  <c:v>#N/A</c:v>
                </c:pt>
                <c:pt idx="3920">
                  <c:v>#N/A</c:v>
                </c:pt>
                <c:pt idx="3921">
                  <c:v>#N/A</c:v>
                </c:pt>
                <c:pt idx="3922">
                  <c:v>#N/A</c:v>
                </c:pt>
                <c:pt idx="3923">
                  <c:v>#N/A</c:v>
                </c:pt>
                <c:pt idx="3924">
                  <c:v>#N/A</c:v>
                </c:pt>
                <c:pt idx="3925">
                  <c:v>#N/A</c:v>
                </c:pt>
                <c:pt idx="3926">
                  <c:v>#N/A</c:v>
                </c:pt>
                <c:pt idx="3927">
                  <c:v>#N/A</c:v>
                </c:pt>
                <c:pt idx="3928">
                  <c:v>#N/A</c:v>
                </c:pt>
                <c:pt idx="3929">
                  <c:v>#N/A</c:v>
                </c:pt>
                <c:pt idx="3930">
                  <c:v>#N/A</c:v>
                </c:pt>
                <c:pt idx="3931">
                  <c:v>#N/A</c:v>
                </c:pt>
                <c:pt idx="3932">
                  <c:v>#N/A</c:v>
                </c:pt>
                <c:pt idx="3933">
                  <c:v>#N/A</c:v>
                </c:pt>
                <c:pt idx="3934">
                  <c:v>#N/A</c:v>
                </c:pt>
                <c:pt idx="3935">
                  <c:v>#N/A</c:v>
                </c:pt>
                <c:pt idx="3936">
                  <c:v>#N/A</c:v>
                </c:pt>
                <c:pt idx="3937">
                  <c:v>#N/A</c:v>
                </c:pt>
                <c:pt idx="3938">
                  <c:v>#N/A</c:v>
                </c:pt>
                <c:pt idx="3939">
                  <c:v>#N/A</c:v>
                </c:pt>
                <c:pt idx="3940">
                  <c:v>#N/A</c:v>
                </c:pt>
                <c:pt idx="3941">
                  <c:v>#N/A</c:v>
                </c:pt>
                <c:pt idx="3942">
                  <c:v>#N/A</c:v>
                </c:pt>
                <c:pt idx="3943">
                  <c:v>#N/A</c:v>
                </c:pt>
                <c:pt idx="3944">
                  <c:v>#N/A</c:v>
                </c:pt>
                <c:pt idx="3945">
                  <c:v>#N/A</c:v>
                </c:pt>
                <c:pt idx="3946">
                  <c:v>#N/A</c:v>
                </c:pt>
                <c:pt idx="3947">
                  <c:v>#N/A</c:v>
                </c:pt>
                <c:pt idx="3948">
                  <c:v>#N/A</c:v>
                </c:pt>
                <c:pt idx="3949">
                  <c:v>#N/A</c:v>
                </c:pt>
                <c:pt idx="3950">
                  <c:v>#N/A</c:v>
                </c:pt>
                <c:pt idx="3951">
                  <c:v>#N/A</c:v>
                </c:pt>
                <c:pt idx="3952">
                  <c:v>#N/A</c:v>
                </c:pt>
                <c:pt idx="3953">
                  <c:v>#N/A</c:v>
                </c:pt>
                <c:pt idx="3954">
                  <c:v>#N/A</c:v>
                </c:pt>
                <c:pt idx="3955">
                  <c:v>#N/A</c:v>
                </c:pt>
                <c:pt idx="3956">
                  <c:v>#N/A</c:v>
                </c:pt>
                <c:pt idx="3957">
                  <c:v>#N/A</c:v>
                </c:pt>
                <c:pt idx="3958">
                  <c:v>3904.3822263785323</c:v>
                </c:pt>
                <c:pt idx="3959">
                  <c:v>3904.3822263785323</c:v>
                </c:pt>
                <c:pt idx="3960">
                  <c:v>3904.3822263785323</c:v>
                </c:pt>
                <c:pt idx="3961">
                  <c:v>3904.3822263785323</c:v>
                </c:pt>
                <c:pt idx="3962">
                  <c:v>3904.3822263785323</c:v>
                </c:pt>
                <c:pt idx="3963">
                  <c:v>3904.3822263785323</c:v>
                </c:pt>
                <c:pt idx="3964">
                  <c:v>3904.3822263785323</c:v>
                </c:pt>
                <c:pt idx="3965">
                  <c:v>3904.3822263785323</c:v>
                </c:pt>
                <c:pt idx="3966">
                  <c:v>3904.3822263785323</c:v>
                </c:pt>
                <c:pt idx="3967">
                  <c:v>3904.3822263785323</c:v>
                </c:pt>
                <c:pt idx="3968">
                  <c:v>#N/A</c:v>
                </c:pt>
                <c:pt idx="3969">
                  <c:v>#N/A</c:v>
                </c:pt>
                <c:pt idx="3970">
                  <c:v>#N/A</c:v>
                </c:pt>
                <c:pt idx="3971">
                  <c:v>#N/A</c:v>
                </c:pt>
                <c:pt idx="3972">
                  <c:v>#N/A</c:v>
                </c:pt>
                <c:pt idx="3973">
                  <c:v>#N/A</c:v>
                </c:pt>
                <c:pt idx="3974">
                  <c:v>#N/A</c:v>
                </c:pt>
                <c:pt idx="3975">
                  <c:v>#N/A</c:v>
                </c:pt>
                <c:pt idx="3976">
                  <c:v>#N/A</c:v>
                </c:pt>
                <c:pt idx="3977">
                  <c:v>#N/A</c:v>
                </c:pt>
                <c:pt idx="3978">
                  <c:v>#N/A</c:v>
                </c:pt>
                <c:pt idx="3979">
                  <c:v>4012.3480444674497</c:v>
                </c:pt>
                <c:pt idx="3980">
                  <c:v>4012.3480444674497</c:v>
                </c:pt>
                <c:pt idx="3981">
                  <c:v>4012.3480444674497</c:v>
                </c:pt>
                <c:pt idx="3982">
                  <c:v>4012.3480444674497</c:v>
                </c:pt>
                <c:pt idx="3983">
                  <c:v>4012.3480444674497</c:v>
                </c:pt>
                <c:pt idx="3984">
                  <c:v>4012.3480444674497</c:v>
                </c:pt>
                <c:pt idx="3985">
                  <c:v>4012.3480444674497</c:v>
                </c:pt>
                <c:pt idx="3986">
                  <c:v>4012.3480444674497</c:v>
                </c:pt>
                <c:pt idx="3987">
                  <c:v>4012.3480444674497</c:v>
                </c:pt>
                <c:pt idx="3988">
                  <c:v>4012.3480444674497</c:v>
                </c:pt>
                <c:pt idx="3989">
                  <c:v>4012.3480444674497</c:v>
                </c:pt>
                <c:pt idx="3990">
                  <c:v>4012.3480444674497</c:v>
                </c:pt>
                <c:pt idx="3991">
                  <c:v>4012.3480444674497</c:v>
                </c:pt>
                <c:pt idx="3992">
                  <c:v>4012.3480444674497</c:v>
                </c:pt>
                <c:pt idx="3993">
                  <c:v>4012.3480444674497</c:v>
                </c:pt>
                <c:pt idx="3994">
                  <c:v>4012.3480444674497</c:v>
                </c:pt>
                <c:pt idx="3995">
                  <c:v>4012.3480444674497</c:v>
                </c:pt>
                <c:pt idx="3996">
                  <c:v>4012.3480444674497</c:v>
                </c:pt>
                <c:pt idx="3997">
                  <c:v>4012.3480444674497</c:v>
                </c:pt>
                <c:pt idx="3998">
                  <c:v>4012.3480444674497</c:v>
                </c:pt>
                <c:pt idx="3999">
                  <c:v>4029.0617856774425</c:v>
                </c:pt>
                <c:pt idx="4000">
                  <c:v>4029.0617856774425</c:v>
                </c:pt>
                <c:pt idx="4001">
                  <c:v>4029.0617856774425</c:v>
                </c:pt>
                <c:pt idx="4002">
                  <c:v>4029.0617856774425</c:v>
                </c:pt>
                <c:pt idx="4003">
                  <c:v>4029.0617856774425</c:v>
                </c:pt>
                <c:pt idx="4004">
                  <c:v>4029.0617856774425</c:v>
                </c:pt>
                <c:pt idx="4005">
                  <c:v>4029.0617856774425</c:v>
                </c:pt>
                <c:pt idx="4006">
                  <c:v>4042.9163704952102</c:v>
                </c:pt>
                <c:pt idx="4007">
                  <c:v>4042.9163704952102</c:v>
                </c:pt>
                <c:pt idx="4008">
                  <c:v>4042.9163704952102</c:v>
                </c:pt>
                <c:pt idx="4009">
                  <c:v>4042.9163704952102</c:v>
                </c:pt>
                <c:pt idx="4010">
                  <c:v>4042.9163704952102</c:v>
                </c:pt>
                <c:pt idx="4011">
                  <c:v>4042.9163704952102</c:v>
                </c:pt>
                <c:pt idx="4012">
                  <c:v>4042.9163704952102</c:v>
                </c:pt>
                <c:pt idx="4013">
                  <c:v>4042.9163704952102</c:v>
                </c:pt>
                <c:pt idx="4014">
                  <c:v>4042.9163704952102</c:v>
                </c:pt>
                <c:pt idx="4015">
                  <c:v>4042.9163704952102</c:v>
                </c:pt>
                <c:pt idx="4016">
                  <c:v>4042.9163704952102</c:v>
                </c:pt>
                <c:pt idx="4017">
                  <c:v>4042.9163704952102</c:v>
                </c:pt>
                <c:pt idx="4018">
                  <c:v>4053.2174828382772</c:v>
                </c:pt>
                <c:pt idx="4019">
                  <c:v>4053.2174828382772</c:v>
                </c:pt>
                <c:pt idx="4020">
                  <c:v>4053.2174828382772</c:v>
                </c:pt>
                <c:pt idx="4021">
                  <c:v>4053.2174828382772</c:v>
                </c:pt>
                <c:pt idx="4022">
                  <c:v>4053.2174828382772</c:v>
                </c:pt>
                <c:pt idx="4023">
                  <c:v>4053.2174828382772</c:v>
                </c:pt>
                <c:pt idx="4024">
                  <c:v>4053.2174828382772</c:v>
                </c:pt>
                <c:pt idx="4025">
                  <c:v>4053.2174828382772</c:v>
                </c:pt>
                <c:pt idx="4026">
                  <c:v>4053.2174828382772</c:v>
                </c:pt>
                <c:pt idx="4027">
                  <c:v>4053.2174828382772</c:v>
                </c:pt>
                <c:pt idx="4028">
                  <c:v>4053.2174828382772</c:v>
                </c:pt>
                <c:pt idx="4029">
                  <c:v>4053.2174828382772</c:v>
                </c:pt>
                <c:pt idx="4030">
                  <c:v>4053.2174828382772</c:v>
                </c:pt>
                <c:pt idx="4031">
                  <c:v>4053.2174828382772</c:v>
                </c:pt>
                <c:pt idx="4032">
                  <c:v>4053.2174828382772</c:v>
                </c:pt>
                <c:pt idx="4033">
                  <c:v>4053.2174828382772</c:v>
                </c:pt>
                <c:pt idx="4034">
                  <c:v>4053.2174828382772</c:v>
                </c:pt>
                <c:pt idx="4035">
                  <c:v>4053.2174828382772</c:v>
                </c:pt>
                <c:pt idx="4036">
                  <c:v>4053.2174828382772</c:v>
                </c:pt>
                <c:pt idx="4037">
                  <c:v>4053.2174828382772</c:v>
                </c:pt>
                <c:pt idx="4038">
                  <c:v>4053.2174828382772</c:v>
                </c:pt>
                <c:pt idx="4039">
                  <c:v>4053.2174828382772</c:v>
                </c:pt>
                <c:pt idx="4040">
                  <c:v>4053.2174828382772</c:v>
                </c:pt>
                <c:pt idx="4041">
                  <c:v>4053.2174828382772</c:v>
                </c:pt>
                <c:pt idx="4042">
                  <c:v>4053.2174828382772</c:v>
                </c:pt>
                <c:pt idx="4043">
                  <c:v>4053.2174828382772</c:v>
                </c:pt>
                <c:pt idx="4044">
                  <c:v>4053.2174828382772</c:v>
                </c:pt>
                <c:pt idx="4045">
                  <c:v>4053.2174828382772</c:v>
                </c:pt>
                <c:pt idx="4046">
                  <c:v>4053.2174828382772</c:v>
                </c:pt>
                <c:pt idx="4047">
                  <c:v>4053.2174828382772</c:v>
                </c:pt>
                <c:pt idx="4048">
                  <c:v>4053.2174828382772</c:v>
                </c:pt>
                <c:pt idx="4049">
                  <c:v>4053.2174828382772</c:v>
                </c:pt>
                <c:pt idx="4050">
                  <c:v>4053.3200767551402</c:v>
                </c:pt>
                <c:pt idx="4051">
                  <c:v>4053.3200767551402</c:v>
                </c:pt>
                <c:pt idx="4052">
                  <c:v>4053.3200767551402</c:v>
                </c:pt>
                <c:pt idx="4053">
                  <c:v>4053.3200767551402</c:v>
                </c:pt>
                <c:pt idx="4054">
                  <c:v>4053.3200767551402</c:v>
                </c:pt>
                <c:pt idx="4055">
                  <c:v>4053.3200767551402</c:v>
                </c:pt>
                <c:pt idx="4056">
                  <c:v>4053.3200767551402</c:v>
                </c:pt>
                <c:pt idx="4057">
                  <c:v>4053.3200767551402</c:v>
                </c:pt>
                <c:pt idx="4058">
                  <c:v>4053.3200767551402</c:v>
                </c:pt>
                <c:pt idx="4059">
                  <c:v>4053.3200767551402</c:v>
                </c:pt>
                <c:pt idx="4060">
                  <c:v>4053.3200767551402</c:v>
                </c:pt>
                <c:pt idx="4061">
                  <c:v>4068.0254984023227</c:v>
                </c:pt>
                <c:pt idx="4062">
                  <c:v>4068.0254984023227</c:v>
                </c:pt>
                <c:pt idx="4063">
                  <c:v>4068.0254984023227</c:v>
                </c:pt>
                <c:pt idx="4064">
                  <c:v>4107.9174124778247</c:v>
                </c:pt>
                <c:pt idx="4065">
                  <c:v>4107.9174124778247</c:v>
                </c:pt>
                <c:pt idx="4066">
                  <c:v>4107.9174124778247</c:v>
                </c:pt>
                <c:pt idx="4067">
                  <c:v>4107.9174124778247</c:v>
                </c:pt>
                <c:pt idx="4068">
                  <c:v>4107.9174124778247</c:v>
                </c:pt>
                <c:pt idx="4069">
                  <c:v>4107.9174124778247</c:v>
                </c:pt>
                <c:pt idx="4070">
                  <c:v>4107.9174124778247</c:v>
                </c:pt>
                <c:pt idx="4071">
                  <c:v>4119.042575627971</c:v>
                </c:pt>
                <c:pt idx="4072">
                  <c:v>4119.042575627971</c:v>
                </c:pt>
                <c:pt idx="4073">
                  <c:v>4119.042575627971</c:v>
                </c:pt>
                <c:pt idx="4074">
                  <c:v>4119.042575627971</c:v>
                </c:pt>
                <c:pt idx="4075">
                  <c:v>4119.042575627971</c:v>
                </c:pt>
                <c:pt idx="4076">
                  <c:v>4119.042575627971</c:v>
                </c:pt>
                <c:pt idx="4077">
                  <c:v>4119.042575627971</c:v>
                </c:pt>
                <c:pt idx="4078">
                  <c:v>4119.042575627971</c:v>
                </c:pt>
                <c:pt idx="4079">
                  <c:v>4119.042575627971</c:v>
                </c:pt>
                <c:pt idx="4080">
                  <c:v>4119.042575627971</c:v>
                </c:pt>
                <c:pt idx="4081">
                  <c:v>4119.042575627971</c:v>
                </c:pt>
                <c:pt idx="4082">
                  <c:v>4119.042575627971</c:v>
                </c:pt>
                <c:pt idx="4083">
                  <c:v>4119.042575627971</c:v>
                </c:pt>
                <c:pt idx="4084">
                  <c:v>4124.7120110319511</c:v>
                </c:pt>
                <c:pt idx="4085">
                  <c:v>4124.7120110319511</c:v>
                </c:pt>
                <c:pt idx="4086">
                  <c:v>4124.7120110319511</c:v>
                </c:pt>
                <c:pt idx="4087">
                  <c:v>4124.7120110319511</c:v>
                </c:pt>
                <c:pt idx="4088">
                  <c:v>4124.7120110319511</c:v>
                </c:pt>
                <c:pt idx="4089">
                  <c:v>4124.7120110319511</c:v>
                </c:pt>
                <c:pt idx="4090">
                  <c:v>4124.7120110319511</c:v>
                </c:pt>
                <c:pt idx="4091">
                  <c:v>4124.7120110319511</c:v>
                </c:pt>
                <c:pt idx="4092">
                  <c:v>4124.7120110319511</c:v>
                </c:pt>
                <c:pt idx="4093">
                  <c:v>4124.7120110319511</c:v>
                </c:pt>
                <c:pt idx="4094">
                  <c:v>4124.7120110319511</c:v>
                </c:pt>
                <c:pt idx="4095">
                  <c:v>4124.7120110319511</c:v>
                </c:pt>
                <c:pt idx="4096">
                  <c:v>4124.7120110319511</c:v>
                </c:pt>
                <c:pt idx="4097">
                  <c:v>4133.0911548880613</c:v>
                </c:pt>
                <c:pt idx="4098">
                  <c:v>4133.0911548880613</c:v>
                </c:pt>
                <c:pt idx="4099">
                  <c:v>4133.0911548880613</c:v>
                </c:pt>
                <c:pt idx="4100">
                  <c:v>4133.0911548880613</c:v>
                </c:pt>
                <c:pt idx="4101">
                  <c:v>4133.0911548880613</c:v>
                </c:pt>
                <c:pt idx="4102">
                  <c:v>4134.9835347880535</c:v>
                </c:pt>
                <c:pt idx="4103">
                  <c:v>4134.9835347880535</c:v>
                </c:pt>
                <c:pt idx="4104">
                  <c:v>4134.9835347880535</c:v>
                </c:pt>
                <c:pt idx="4105">
                  <c:v>4134.9835347880535</c:v>
                </c:pt>
                <c:pt idx="4106">
                  <c:v>4134.9835347880535</c:v>
                </c:pt>
                <c:pt idx="4107">
                  <c:v>4134.9835347880535</c:v>
                </c:pt>
                <c:pt idx="4108">
                  <c:v>4134.9835347880535</c:v>
                </c:pt>
                <c:pt idx="4109">
                  <c:v>4134.9835347880535</c:v>
                </c:pt>
                <c:pt idx="4110">
                  <c:v>4134.9835347880535</c:v>
                </c:pt>
                <c:pt idx="4111">
                  <c:v>4134.9835347880535</c:v>
                </c:pt>
                <c:pt idx="4112">
                  <c:v>4134.9835347880535</c:v>
                </c:pt>
                <c:pt idx="4113">
                  <c:v>#N/A</c:v>
                </c:pt>
                <c:pt idx="4114">
                  <c:v>#N/A</c:v>
                </c:pt>
                <c:pt idx="4115">
                  <c:v>#N/A</c:v>
                </c:pt>
                <c:pt idx="4116">
                  <c:v>#N/A</c:v>
                </c:pt>
                <c:pt idx="4117">
                  <c:v>#N/A</c:v>
                </c:pt>
                <c:pt idx="4118">
                  <c:v>#N/A</c:v>
                </c:pt>
                <c:pt idx="4119">
                  <c:v>#N/A</c:v>
                </c:pt>
                <c:pt idx="4120">
                  <c:v>#N/A</c:v>
                </c:pt>
                <c:pt idx="4121">
                  <c:v>#N/A</c:v>
                </c:pt>
                <c:pt idx="4122">
                  <c:v>#N/A</c:v>
                </c:pt>
                <c:pt idx="4123">
                  <c:v>#N/A</c:v>
                </c:pt>
                <c:pt idx="4124">
                  <c:v>#N/A</c:v>
                </c:pt>
                <c:pt idx="4125">
                  <c:v>#N/A</c:v>
                </c:pt>
                <c:pt idx="4126">
                  <c:v>#N/A</c:v>
                </c:pt>
                <c:pt idx="4127">
                  <c:v>#N/A</c:v>
                </c:pt>
                <c:pt idx="4128">
                  <c:v>#N/A</c:v>
                </c:pt>
                <c:pt idx="4129">
                  <c:v>#N/A</c:v>
                </c:pt>
                <c:pt idx="4130">
                  <c:v>#N/A</c:v>
                </c:pt>
                <c:pt idx="4131">
                  <c:v>#N/A</c:v>
                </c:pt>
                <c:pt idx="4132">
                  <c:v>#N/A</c:v>
                </c:pt>
                <c:pt idx="4133">
                  <c:v>#N/A</c:v>
                </c:pt>
                <c:pt idx="4134">
                  <c:v>#N/A</c:v>
                </c:pt>
                <c:pt idx="4135">
                  <c:v>#N/A</c:v>
                </c:pt>
                <c:pt idx="4136">
                  <c:v>#N/A</c:v>
                </c:pt>
                <c:pt idx="4137">
                  <c:v>#N/A</c:v>
                </c:pt>
                <c:pt idx="4138">
                  <c:v>#N/A</c:v>
                </c:pt>
                <c:pt idx="4139">
                  <c:v>#N/A</c:v>
                </c:pt>
                <c:pt idx="4140">
                  <c:v>#N/A</c:v>
                </c:pt>
                <c:pt idx="4141">
                  <c:v>#N/A</c:v>
                </c:pt>
                <c:pt idx="4142">
                  <c:v>#N/A</c:v>
                </c:pt>
                <c:pt idx="4143">
                  <c:v>#N/A</c:v>
                </c:pt>
                <c:pt idx="4144">
                  <c:v>#N/A</c:v>
                </c:pt>
                <c:pt idx="4145">
                  <c:v>#N/A</c:v>
                </c:pt>
                <c:pt idx="4146">
                  <c:v>#N/A</c:v>
                </c:pt>
                <c:pt idx="4147">
                  <c:v>#N/A</c:v>
                </c:pt>
                <c:pt idx="4148">
                  <c:v>#N/A</c:v>
                </c:pt>
                <c:pt idx="4149">
                  <c:v>#N/A</c:v>
                </c:pt>
                <c:pt idx="4150">
                  <c:v>#N/A</c:v>
                </c:pt>
                <c:pt idx="4151">
                  <c:v>#N/A</c:v>
                </c:pt>
                <c:pt idx="4152">
                  <c:v>#N/A</c:v>
                </c:pt>
                <c:pt idx="4153">
                  <c:v>#N/A</c:v>
                </c:pt>
                <c:pt idx="4154">
                  <c:v>#N/A</c:v>
                </c:pt>
                <c:pt idx="4155">
                  <c:v>#N/A</c:v>
                </c:pt>
                <c:pt idx="4156">
                  <c:v>#N/A</c:v>
                </c:pt>
                <c:pt idx="4157">
                  <c:v>4260.3253858137214</c:v>
                </c:pt>
                <c:pt idx="4158">
                  <c:v>4260.3253858137214</c:v>
                </c:pt>
                <c:pt idx="4159">
                  <c:v>4260.3253858137214</c:v>
                </c:pt>
                <c:pt idx="4160">
                  <c:v>4260.3253858137214</c:v>
                </c:pt>
                <c:pt idx="4161">
                  <c:v>4260.3253858137214</c:v>
                </c:pt>
                <c:pt idx="4162">
                  <c:v>4260.3253858137214</c:v>
                </c:pt>
                <c:pt idx="4163">
                  <c:v>4260.3253858137214</c:v>
                </c:pt>
                <c:pt idx="4164">
                  <c:v>4260.3253858137214</c:v>
                </c:pt>
                <c:pt idx="4165">
                  <c:v>4260.3253858137214</c:v>
                </c:pt>
                <c:pt idx="4166">
                  <c:v>4260.3253858137214</c:v>
                </c:pt>
                <c:pt idx="4167">
                  <c:v>4260.3253858137214</c:v>
                </c:pt>
                <c:pt idx="4168">
                  <c:v>4260.3253858137214</c:v>
                </c:pt>
                <c:pt idx="4169">
                  <c:v>4260.3253858137214</c:v>
                </c:pt>
                <c:pt idx="4170">
                  <c:v>4260.3253858137214</c:v>
                </c:pt>
                <c:pt idx="4171">
                  <c:v>4260.3253858137214</c:v>
                </c:pt>
                <c:pt idx="4172">
                  <c:v>4260.3253858137214</c:v>
                </c:pt>
                <c:pt idx="4173">
                  <c:v>4260.3253858137214</c:v>
                </c:pt>
                <c:pt idx="4174">
                  <c:v>4260.3253858137214</c:v>
                </c:pt>
                <c:pt idx="4175">
                  <c:v>4260.3253858137214</c:v>
                </c:pt>
                <c:pt idx="4176">
                  <c:v>4260.3253858137214</c:v>
                </c:pt>
                <c:pt idx="4177">
                  <c:v>4265.6392940252435</c:v>
                </c:pt>
                <c:pt idx="4178">
                  <c:v>4265.6392940252435</c:v>
                </c:pt>
                <c:pt idx="4179">
                  <c:v>4265.6392940252435</c:v>
                </c:pt>
                <c:pt idx="4180">
                  <c:v>#N/A</c:v>
                </c:pt>
                <c:pt idx="4181">
                  <c:v>#N/A</c:v>
                </c:pt>
                <c:pt idx="4182">
                  <c:v>#N/A</c:v>
                </c:pt>
                <c:pt idx="4183">
                  <c:v>#N/A</c:v>
                </c:pt>
                <c:pt idx="4184">
                  <c:v>#N/A</c:v>
                </c:pt>
                <c:pt idx="4185">
                  <c:v>#N/A</c:v>
                </c:pt>
                <c:pt idx="4186">
                  <c:v>#N/A</c:v>
                </c:pt>
                <c:pt idx="4187">
                  <c:v>#N/A</c:v>
                </c:pt>
                <c:pt idx="4188">
                  <c:v>#N/A</c:v>
                </c:pt>
                <c:pt idx="4189">
                  <c:v>4299.1985826734644</c:v>
                </c:pt>
                <c:pt idx="4190">
                  <c:v>4299.1985826734644</c:v>
                </c:pt>
                <c:pt idx="4191">
                  <c:v>4299.1985826734644</c:v>
                </c:pt>
                <c:pt idx="4192">
                  <c:v>4299.1985826734644</c:v>
                </c:pt>
                <c:pt idx="4193">
                  <c:v>4299.1985826734644</c:v>
                </c:pt>
                <c:pt idx="4194">
                  <c:v>4299.1985826734644</c:v>
                </c:pt>
                <c:pt idx="4195">
                  <c:v>4299.1985826734644</c:v>
                </c:pt>
                <c:pt idx="4196">
                  <c:v>4299.1985826734644</c:v>
                </c:pt>
                <c:pt idx="4197">
                  <c:v>4299.1985826734644</c:v>
                </c:pt>
                <c:pt idx="4198">
                  <c:v>4299.1985826734644</c:v>
                </c:pt>
                <c:pt idx="4199">
                  <c:v>4299.1985826734644</c:v>
                </c:pt>
                <c:pt idx="4200">
                  <c:v>4299.1985826734644</c:v>
                </c:pt>
                <c:pt idx="4201">
                  <c:v>4299.1985826734644</c:v>
                </c:pt>
                <c:pt idx="4202">
                  <c:v>4299.1985826734644</c:v>
                </c:pt>
                <c:pt idx="4203">
                  <c:v>4299.1985826734644</c:v>
                </c:pt>
                <c:pt idx="4204">
                  <c:v>4299.1985826734644</c:v>
                </c:pt>
                <c:pt idx="4205">
                  <c:v>4299.1985826734644</c:v>
                </c:pt>
                <c:pt idx="4206">
                  <c:v>4299.1985826734644</c:v>
                </c:pt>
                <c:pt idx="4207">
                  <c:v>4299.1985826734644</c:v>
                </c:pt>
                <c:pt idx="4208">
                  <c:v>4299.1985826734644</c:v>
                </c:pt>
                <c:pt idx="4209">
                  <c:v>4299.1985826734644</c:v>
                </c:pt>
                <c:pt idx="4210">
                  <c:v>4299.1985826734644</c:v>
                </c:pt>
                <c:pt idx="4211">
                  <c:v>4299.1985826734644</c:v>
                </c:pt>
                <c:pt idx="4212">
                  <c:v>4301.0012346931098</c:v>
                </c:pt>
                <c:pt idx="4213">
                  <c:v>4301.0012346931098</c:v>
                </c:pt>
                <c:pt idx="4214">
                  <c:v>4301.0012346931098</c:v>
                </c:pt>
                <c:pt idx="4215">
                  <c:v>4301.0012346931098</c:v>
                </c:pt>
                <c:pt idx="4216">
                  <c:v>4301.0012346931098</c:v>
                </c:pt>
                <c:pt idx="4217">
                  <c:v>4301.0012346931098</c:v>
                </c:pt>
                <c:pt idx="4218">
                  <c:v>4301.0012346931098</c:v>
                </c:pt>
                <c:pt idx="4219">
                  <c:v>4301.0012346931098</c:v>
                </c:pt>
                <c:pt idx="4220">
                  <c:v>#N/A</c:v>
                </c:pt>
                <c:pt idx="4221">
                  <c:v>#N/A</c:v>
                </c:pt>
                <c:pt idx="4222">
                  <c:v>#N/A</c:v>
                </c:pt>
                <c:pt idx="4223">
                  <c:v>#N/A</c:v>
                </c:pt>
                <c:pt idx="4224">
                  <c:v>#N/A</c:v>
                </c:pt>
                <c:pt idx="4225">
                  <c:v>#N/A</c:v>
                </c:pt>
                <c:pt idx="4226">
                  <c:v>#N/A</c:v>
                </c:pt>
                <c:pt idx="4227">
                  <c:v>#N/A</c:v>
                </c:pt>
                <c:pt idx="4228">
                  <c:v>4429.2243857265485</c:v>
                </c:pt>
                <c:pt idx="4229">
                  <c:v>4429.2243857265485</c:v>
                </c:pt>
                <c:pt idx="4230">
                  <c:v>4429.2243857265485</c:v>
                </c:pt>
                <c:pt idx="4231">
                  <c:v>4429.2243857265485</c:v>
                </c:pt>
                <c:pt idx="4232">
                  <c:v>4429.2243857265485</c:v>
                </c:pt>
                <c:pt idx="4233">
                  <c:v>4429.2243857265485</c:v>
                </c:pt>
                <c:pt idx="4234">
                  <c:v>4429.2243857265485</c:v>
                </c:pt>
                <c:pt idx="4235">
                  <c:v>4429.2243857265485</c:v>
                </c:pt>
                <c:pt idx="4236">
                  <c:v>4429.2243857265485</c:v>
                </c:pt>
                <c:pt idx="4237">
                  <c:v>4429.2243857265485</c:v>
                </c:pt>
                <c:pt idx="4238">
                  <c:v>4429.2243857265485</c:v>
                </c:pt>
                <c:pt idx="4239">
                  <c:v>4429.2243857265485</c:v>
                </c:pt>
                <c:pt idx="4240">
                  <c:v>4429.2243857265485</c:v>
                </c:pt>
                <c:pt idx="4241">
                  <c:v>4429.2243857265485</c:v>
                </c:pt>
                <c:pt idx="4242">
                  <c:v>4429.2243857265485</c:v>
                </c:pt>
                <c:pt idx="4243">
                  <c:v>4429.2243857265485</c:v>
                </c:pt>
                <c:pt idx="4244">
                  <c:v>4429.2243857265485</c:v>
                </c:pt>
                <c:pt idx="4245">
                  <c:v>4429.2243857265485</c:v>
                </c:pt>
                <c:pt idx="4246">
                  <c:v>4429.2243857265485</c:v>
                </c:pt>
                <c:pt idx="4247">
                  <c:v>4429.2243857265485</c:v>
                </c:pt>
                <c:pt idx="4248">
                  <c:v>4429.2243857265485</c:v>
                </c:pt>
                <c:pt idx="4249">
                  <c:v>4429.2243857265485</c:v>
                </c:pt>
                <c:pt idx="4250">
                  <c:v>4429.2243857265485</c:v>
                </c:pt>
                <c:pt idx="4251">
                  <c:v>4429.2243857265485</c:v>
                </c:pt>
                <c:pt idx="4252">
                  <c:v>4429.2243857265485</c:v>
                </c:pt>
                <c:pt idx="4253">
                  <c:v>4429.2243857265485</c:v>
                </c:pt>
                <c:pt idx="4254">
                  <c:v>4429.2243857265485</c:v>
                </c:pt>
                <c:pt idx="4255">
                  <c:v>4429.2243857265485</c:v>
                </c:pt>
                <c:pt idx="4256">
                  <c:v>4429.2243857265485</c:v>
                </c:pt>
                <c:pt idx="4257">
                  <c:v>4429.2243857265485</c:v>
                </c:pt>
                <c:pt idx="4258">
                  <c:v>4429.2243857265485</c:v>
                </c:pt>
                <c:pt idx="4259">
                  <c:v>4429.2243857265485</c:v>
                </c:pt>
                <c:pt idx="4260">
                  <c:v>4429.2243857265485</c:v>
                </c:pt>
                <c:pt idx="4261">
                  <c:v>4429.2243857265485</c:v>
                </c:pt>
                <c:pt idx="4262">
                  <c:v>4429.2243857265485</c:v>
                </c:pt>
                <c:pt idx="4263">
                  <c:v>4429.2243857265485</c:v>
                </c:pt>
                <c:pt idx="4264">
                  <c:v>4429.2243857265485</c:v>
                </c:pt>
                <c:pt idx="4265">
                  <c:v>4429.2243857265485</c:v>
                </c:pt>
                <c:pt idx="4266">
                  <c:v>4429.2243857265485</c:v>
                </c:pt>
                <c:pt idx="4267">
                  <c:v>4429.2243857265485</c:v>
                </c:pt>
                <c:pt idx="4268">
                  <c:v>4429.2243857265485</c:v>
                </c:pt>
                <c:pt idx="4269">
                  <c:v>4429.2243857265485</c:v>
                </c:pt>
                <c:pt idx="4270">
                  <c:v>4429.2243857265485</c:v>
                </c:pt>
                <c:pt idx="4271">
                  <c:v>4429.2243857265485</c:v>
                </c:pt>
                <c:pt idx="4272">
                  <c:v>4429.2243857265485</c:v>
                </c:pt>
                <c:pt idx="4273">
                  <c:v>4429.2243857265485</c:v>
                </c:pt>
                <c:pt idx="4274">
                  <c:v>4429.2243857265485</c:v>
                </c:pt>
                <c:pt idx="4275">
                  <c:v>4429.2243857265485</c:v>
                </c:pt>
                <c:pt idx="4276">
                  <c:v>4429.2243857265485</c:v>
                </c:pt>
                <c:pt idx="4277">
                  <c:v>4429.2243857265485</c:v>
                </c:pt>
                <c:pt idx="4278">
                  <c:v>4429.2243857265485</c:v>
                </c:pt>
                <c:pt idx="4279">
                  <c:v>4429.2243857265485</c:v>
                </c:pt>
                <c:pt idx="4280">
                  <c:v>4429.2243857265485</c:v>
                </c:pt>
                <c:pt idx="4281">
                  <c:v>#N/A</c:v>
                </c:pt>
                <c:pt idx="4282">
                  <c:v>#N/A</c:v>
                </c:pt>
                <c:pt idx="4283">
                  <c:v>#N/A</c:v>
                </c:pt>
                <c:pt idx="4284">
                  <c:v>#N/A</c:v>
                </c:pt>
                <c:pt idx="4285">
                  <c:v>#N/A</c:v>
                </c:pt>
                <c:pt idx="4286">
                  <c:v>4514.3811203411024</c:v>
                </c:pt>
                <c:pt idx="4287">
                  <c:v>4514.3811203411024</c:v>
                </c:pt>
                <c:pt idx="4288">
                  <c:v>4514.3811203411024</c:v>
                </c:pt>
                <c:pt idx="4289">
                  <c:v>4514.3811203411024</c:v>
                </c:pt>
                <c:pt idx="4290">
                  <c:v>4514.3811203411024</c:v>
                </c:pt>
                <c:pt idx="4291">
                  <c:v>4514.3811203411024</c:v>
                </c:pt>
                <c:pt idx="4292">
                  <c:v>4514.3811203411024</c:v>
                </c:pt>
                <c:pt idx="4293">
                  <c:v>4514.3811203411024</c:v>
                </c:pt>
                <c:pt idx="4294">
                  <c:v>4514.3811203411024</c:v>
                </c:pt>
                <c:pt idx="4295">
                  <c:v>4514.3811203411024</c:v>
                </c:pt>
                <c:pt idx="4296">
                  <c:v>4514.3811203411024</c:v>
                </c:pt>
                <c:pt idx="4297">
                  <c:v>4514.3811203411024</c:v>
                </c:pt>
                <c:pt idx="4298">
                  <c:v>4514.3811203411024</c:v>
                </c:pt>
                <c:pt idx="4299">
                  <c:v>4514.3811203411024</c:v>
                </c:pt>
                <c:pt idx="4300">
                  <c:v>4514.3811203411024</c:v>
                </c:pt>
                <c:pt idx="4301">
                  <c:v>4514.3811203411024</c:v>
                </c:pt>
                <c:pt idx="4302">
                  <c:v>4514.3811203411024</c:v>
                </c:pt>
                <c:pt idx="4303">
                  <c:v>4514.3811203411024</c:v>
                </c:pt>
                <c:pt idx="4304">
                  <c:v>4514.3811203411024</c:v>
                </c:pt>
                <c:pt idx="4305">
                  <c:v>4514.3811203411024</c:v>
                </c:pt>
                <c:pt idx="4306">
                  <c:v>4514.3811203411024</c:v>
                </c:pt>
                <c:pt idx="4307">
                  <c:v>4514.3811203411024</c:v>
                </c:pt>
                <c:pt idx="4308">
                  <c:v>4517.7384420712415</c:v>
                </c:pt>
                <c:pt idx="4309">
                  <c:v>4517.7384420712415</c:v>
                </c:pt>
                <c:pt idx="4310">
                  <c:v>4517.7384420712415</c:v>
                </c:pt>
                <c:pt idx="4311">
                  <c:v>4517.7384420712415</c:v>
                </c:pt>
                <c:pt idx="4312">
                  <c:v>4517.7384420712415</c:v>
                </c:pt>
                <c:pt idx="4313">
                  <c:v>4517.7384420712415</c:v>
                </c:pt>
                <c:pt idx="4314">
                  <c:v>4517.7384420712415</c:v>
                </c:pt>
                <c:pt idx="4315">
                  <c:v>#N/A</c:v>
                </c:pt>
                <c:pt idx="4316">
                  <c:v>#N/A</c:v>
                </c:pt>
                <c:pt idx="4317">
                  <c:v>#N/A</c:v>
                </c:pt>
                <c:pt idx="4318">
                  <c:v>#N/A</c:v>
                </c:pt>
                <c:pt idx="4319">
                  <c:v>#N/A</c:v>
                </c:pt>
                <c:pt idx="4320">
                  <c:v>#N/A</c:v>
                </c:pt>
                <c:pt idx="4321">
                  <c:v>#N/A</c:v>
                </c:pt>
                <c:pt idx="4322">
                  <c:v>#N/A</c:v>
                </c:pt>
                <c:pt idx="4323">
                  <c:v>#N/A</c:v>
                </c:pt>
                <c:pt idx="4324">
                  <c:v>#N/A</c:v>
                </c:pt>
                <c:pt idx="4325">
                  <c:v>#N/A</c:v>
                </c:pt>
                <c:pt idx="4326">
                  <c:v>#N/A</c:v>
                </c:pt>
                <c:pt idx="4327">
                  <c:v>#N/A</c:v>
                </c:pt>
                <c:pt idx="4328">
                  <c:v>#N/A</c:v>
                </c:pt>
                <c:pt idx="4329">
                  <c:v>#N/A</c:v>
                </c:pt>
                <c:pt idx="4330">
                  <c:v>#N/A</c:v>
                </c:pt>
                <c:pt idx="4331">
                  <c:v>#N/A</c:v>
                </c:pt>
                <c:pt idx="4332">
                  <c:v>#N/A</c:v>
                </c:pt>
                <c:pt idx="4333">
                  <c:v>#N/A</c:v>
                </c:pt>
                <c:pt idx="4334">
                  <c:v>#N/A</c:v>
                </c:pt>
                <c:pt idx="4335">
                  <c:v>#N/A</c:v>
                </c:pt>
                <c:pt idx="4336">
                  <c:v>#N/A</c:v>
                </c:pt>
                <c:pt idx="4337">
                  <c:v>#N/A</c:v>
                </c:pt>
                <c:pt idx="4338">
                  <c:v>#N/A</c:v>
                </c:pt>
                <c:pt idx="4339">
                  <c:v>#N/A</c:v>
                </c:pt>
                <c:pt idx="4340">
                  <c:v>#N/A</c:v>
                </c:pt>
                <c:pt idx="4341">
                  <c:v>#N/A</c:v>
                </c:pt>
                <c:pt idx="4342">
                  <c:v>#N/A</c:v>
                </c:pt>
                <c:pt idx="4343">
                  <c:v>#N/A</c:v>
                </c:pt>
                <c:pt idx="4344">
                  <c:v>#N/A</c:v>
                </c:pt>
                <c:pt idx="4345">
                  <c:v>#N/A</c:v>
                </c:pt>
                <c:pt idx="4346">
                  <c:v>#N/A</c:v>
                </c:pt>
                <c:pt idx="4347">
                  <c:v>#N/A</c:v>
                </c:pt>
                <c:pt idx="4348">
                  <c:v>#N/A</c:v>
                </c:pt>
                <c:pt idx="4349">
                  <c:v>#N/A</c:v>
                </c:pt>
                <c:pt idx="4350">
                  <c:v>#N/A</c:v>
                </c:pt>
                <c:pt idx="4351">
                  <c:v>#N/A</c:v>
                </c:pt>
                <c:pt idx="4352">
                  <c:v>#N/A</c:v>
                </c:pt>
                <c:pt idx="4353">
                  <c:v>#N/A</c:v>
                </c:pt>
                <c:pt idx="4354">
                  <c:v>#N/A</c:v>
                </c:pt>
                <c:pt idx="4355">
                  <c:v>#N/A</c:v>
                </c:pt>
                <c:pt idx="4356">
                  <c:v>#N/A</c:v>
                </c:pt>
                <c:pt idx="4357">
                  <c:v>#N/A</c:v>
                </c:pt>
                <c:pt idx="4358">
                  <c:v>#N/A</c:v>
                </c:pt>
                <c:pt idx="4359">
                  <c:v>4570.7922566141424</c:v>
                </c:pt>
                <c:pt idx="4360">
                  <c:v>4570.7922566141424</c:v>
                </c:pt>
                <c:pt idx="4361">
                  <c:v>4570.7922566141424</c:v>
                </c:pt>
                <c:pt idx="4362">
                  <c:v>4570.7922566141424</c:v>
                </c:pt>
                <c:pt idx="4363">
                  <c:v>4623.3775288487095</c:v>
                </c:pt>
                <c:pt idx="4364">
                  <c:v>4623.3775288487095</c:v>
                </c:pt>
                <c:pt idx="4365">
                  <c:v>4632.8221953753418</c:v>
                </c:pt>
                <c:pt idx="4366">
                  <c:v>4632.8221953753418</c:v>
                </c:pt>
                <c:pt idx="4367">
                  <c:v>4632.8221953753418</c:v>
                </c:pt>
                <c:pt idx="4368">
                  <c:v>4632.8221953753418</c:v>
                </c:pt>
                <c:pt idx="4369">
                  <c:v>4632.8221953753418</c:v>
                </c:pt>
                <c:pt idx="4370">
                  <c:v>4632.8221953753418</c:v>
                </c:pt>
                <c:pt idx="4371">
                  <c:v>4632.8221953753418</c:v>
                </c:pt>
                <c:pt idx="4372">
                  <c:v>4632.8221953753418</c:v>
                </c:pt>
                <c:pt idx="4373">
                  <c:v>4632.8221953753418</c:v>
                </c:pt>
                <c:pt idx="4374">
                  <c:v>4632.8221953753418</c:v>
                </c:pt>
                <c:pt idx="4375">
                  <c:v>4632.8221953753418</c:v>
                </c:pt>
                <c:pt idx="4376">
                  <c:v>4637.995569070531</c:v>
                </c:pt>
                <c:pt idx="4377">
                  <c:v>4637.995569070531</c:v>
                </c:pt>
                <c:pt idx="4378">
                  <c:v>4637.995569070531</c:v>
                </c:pt>
                <c:pt idx="4379">
                  <c:v>4637.995569070531</c:v>
                </c:pt>
                <c:pt idx="4380">
                  <c:v>4637.995569070531</c:v>
                </c:pt>
                <c:pt idx="4381">
                  <c:v>4637.995569070531</c:v>
                </c:pt>
                <c:pt idx="4382">
                  <c:v>4637.995569070531</c:v>
                </c:pt>
                <c:pt idx="4383">
                  <c:v>4637.995569070531</c:v>
                </c:pt>
                <c:pt idx="4384">
                  <c:v>4637.995569070531</c:v>
                </c:pt>
                <c:pt idx="4385">
                  <c:v>4637.995569070531</c:v>
                </c:pt>
                <c:pt idx="4386">
                  <c:v>4637.995569070531</c:v>
                </c:pt>
                <c:pt idx="4387">
                  <c:v>4637.995569070531</c:v>
                </c:pt>
                <c:pt idx="4388">
                  <c:v>4637.995569070531</c:v>
                </c:pt>
                <c:pt idx="4389">
                  <c:v>4653.3462632667861</c:v>
                </c:pt>
                <c:pt idx="4390">
                  <c:v>4653.3462632667861</c:v>
                </c:pt>
                <c:pt idx="4391">
                  <c:v>4653.3462632667861</c:v>
                </c:pt>
                <c:pt idx="4392">
                  <c:v>4653.3462632667861</c:v>
                </c:pt>
                <c:pt idx="4393">
                  <c:v>4653.3462632667861</c:v>
                </c:pt>
                <c:pt idx="4394">
                  <c:v>4653.3462632667861</c:v>
                </c:pt>
                <c:pt idx="4395">
                  <c:v>4653.3462632667861</c:v>
                </c:pt>
                <c:pt idx="4396">
                  <c:v>#N/A</c:v>
                </c:pt>
                <c:pt idx="4397">
                  <c:v>#N/A</c:v>
                </c:pt>
                <c:pt idx="4398">
                  <c:v>#N/A</c:v>
                </c:pt>
                <c:pt idx="4399">
                  <c:v>#N/A</c:v>
                </c:pt>
                <c:pt idx="4400">
                  <c:v>#N/A</c:v>
                </c:pt>
                <c:pt idx="4401">
                  <c:v>#N/A</c:v>
                </c:pt>
                <c:pt idx="4402">
                  <c:v>#N/A</c:v>
                </c:pt>
                <c:pt idx="4403">
                  <c:v>#N/A</c:v>
                </c:pt>
                <c:pt idx="4404">
                  <c:v>#N/A</c:v>
                </c:pt>
                <c:pt idx="4405">
                  <c:v>#N/A</c:v>
                </c:pt>
                <c:pt idx="4406">
                  <c:v>#N/A</c:v>
                </c:pt>
                <c:pt idx="4407">
                  <c:v>#N/A</c:v>
                </c:pt>
                <c:pt idx="4408">
                  <c:v>#N/A</c:v>
                </c:pt>
                <c:pt idx="4409">
                  <c:v>#N/A</c:v>
                </c:pt>
                <c:pt idx="4410">
                  <c:v>#N/A</c:v>
                </c:pt>
                <c:pt idx="4411">
                  <c:v>#N/A</c:v>
                </c:pt>
                <c:pt idx="4412">
                  <c:v>#N/A</c:v>
                </c:pt>
                <c:pt idx="4413">
                  <c:v>#N/A</c:v>
                </c:pt>
                <c:pt idx="4414">
                  <c:v>#N/A</c:v>
                </c:pt>
                <c:pt idx="4415">
                  <c:v>#N/A</c:v>
                </c:pt>
                <c:pt idx="4416">
                  <c:v>#N/A</c:v>
                </c:pt>
                <c:pt idx="4417">
                  <c:v>4676.350926709888</c:v>
                </c:pt>
                <c:pt idx="4418">
                  <c:v>4676.350926709888</c:v>
                </c:pt>
                <c:pt idx="4419">
                  <c:v>4676.350926709888</c:v>
                </c:pt>
                <c:pt idx="4420">
                  <c:v>4676.350926709888</c:v>
                </c:pt>
                <c:pt idx="4421">
                  <c:v>4676.350926709888</c:v>
                </c:pt>
                <c:pt idx="4422">
                  <c:v>4676.350926709888</c:v>
                </c:pt>
                <c:pt idx="4423">
                  <c:v>4676.350926709888</c:v>
                </c:pt>
                <c:pt idx="4424">
                  <c:v>4676.350926709888</c:v>
                </c:pt>
                <c:pt idx="4425">
                  <c:v>4676.350926709888</c:v>
                </c:pt>
                <c:pt idx="4426">
                  <c:v>4676.350926709888</c:v>
                </c:pt>
                <c:pt idx="4427">
                  <c:v>4676.350926709888</c:v>
                </c:pt>
                <c:pt idx="4428">
                  <c:v>4676.350926709888</c:v>
                </c:pt>
                <c:pt idx="4429">
                  <c:v>4778.2926276420194</c:v>
                </c:pt>
                <c:pt idx="4430">
                  <c:v>4778.2926276420194</c:v>
                </c:pt>
                <c:pt idx="4431">
                  <c:v>4778.2926276420194</c:v>
                </c:pt>
                <c:pt idx="4432">
                  <c:v>#N/A</c:v>
                </c:pt>
                <c:pt idx="4433">
                  <c:v>#N/A</c:v>
                </c:pt>
                <c:pt idx="4434">
                  <c:v>#N/A</c:v>
                </c:pt>
                <c:pt idx="4435">
                  <c:v>#N/A</c:v>
                </c:pt>
                <c:pt idx="4436">
                  <c:v>#N/A</c:v>
                </c:pt>
                <c:pt idx="4437">
                  <c:v>#N/A</c:v>
                </c:pt>
                <c:pt idx="4438">
                  <c:v>#N/A</c:v>
                </c:pt>
                <c:pt idx="4439">
                  <c:v>#N/A</c:v>
                </c:pt>
                <c:pt idx="4440">
                  <c:v>#N/A</c:v>
                </c:pt>
                <c:pt idx="4441">
                  <c:v>#N/A</c:v>
                </c:pt>
                <c:pt idx="4442">
                  <c:v>#N/A</c:v>
                </c:pt>
                <c:pt idx="4443">
                  <c:v>#N/A</c:v>
                </c:pt>
                <c:pt idx="4444">
                  <c:v>#N/A</c:v>
                </c:pt>
                <c:pt idx="4445">
                  <c:v>#N/A</c:v>
                </c:pt>
                <c:pt idx="4446">
                  <c:v>4866.779122180983</c:v>
                </c:pt>
                <c:pt idx="4447">
                  <c:v>4866.779122180983</c:v>
                </c:pt>
                <c:pt idx="4448">
                  <c:v>4866.779122180983</c:v>
                </c:pt>
                <c:pt idx="4449">
                  <c:v>4866.779122180983</c:v>
                </c:pt>
                <c:pt idx="4450">
                  <c:v>4866.779122180983</c:v>
                </c:pt>
                <c:pt idx="4451">
                  <c:v>4866.779122180983</c:v>
                </c:pt>
                <c:pt idx="4452">
                  <c:v>4866.779122180983</c:v>
                </c:pt>
                <c:pt idx="4453">
                  <c:v>4866.779122180983</c:v>
                </c:pt>
                <c:pt idx="4454">
                  <c:v>4866.779122180983</c:v>
                </c:pt>
                <c:pt idx="4455">
                  <c:v>4879.4164524250791</c:v>
                </c:pt>
                <c:pt idx="4456">
                  <c:v>4879.4164524250791</c:v>
                </c:pt>
                <c:pt idx="4457">
                  <c:v>4879.4164524250791</c:v>
                </c:pt>
                <c:pt idx="4458">
                  <c:v>4879.4164524250791</c:v>
                </c:pt>
                <c:pt idx="4459">
                  <c:v>4879.4164524250791</c:v>
                </c:pt>
                <c:pt idx="4460">
                  <c:v>4879.4164524250791</c:v>
                </c:pt>
                <c:pt idx="4461">
                  <c:v>4879.4164524250791</c:v>
                </c:pt>
                <c:pt idx="4462">
                  <c:v>4879.4164524250791</c:v>
                </c:pt>
                <c:pt idx="4463">
                  <c:v>4879.4164524250791</c:v>
                </c:pt>
                <c:pt idx="4464">
                  <c:v>4879.4164524250791</c:v>
                </c:pt>
                <c:pt idx="4465">
                  <c:v>4915.350098641471</c:v>
                </c:pt>
                <c:pt idx="4466">
                  <c:v>4915.350098641471</c:v>
                </c:pt>
                <c:pt idx="4467">
                  <c:v>4915.350098641471</c:v>
                </c:pt>
                <c:pt idx="4468">
                  <c:v>4915.350098641471</c:v>
                </c:pt>
                <c:pt idx="4469">
                  <c:v>4915.350098641471</c:v>
                </c:pt>
                <c:pt idx="4470">
                  <c:v>4915.350098641471</c:v>
                </c:pt>
                <c:pt idx="4471">
                  <c:v>4948.0780450723869</c:v>
                </c:pt>
                <c:pt idx="4472">
                  <c:v>4948.0780450723869</c:v>
                </c:pt>
                <c:pt idx="4473">
                  <c:v>4948.0780450723869</c:v>
                </c:pt>
                <c:pt idx="4474">
                  <c:v>4948.0780450723869</c:v>
                </c:pt>
                <c:pt idx="4475">
                  <c:v>4948.0780450723869</c:v>
                </c:pt>
                <c:pt idx="4476">
                  <c:v>4948.0780450723869</c:v>
                </c:pt>
                <c:pt idx="4477">
                  <c:v>4948.0780450723869</c:v>
                </c:pt>
                <c:pt idx="4478">
                  <c:v>4948.0780450723869</c:v>
                </c:pt>
                <c:pt idx="4479">
                  <c:v>4948.0780450723869</c:v>
                </c:pt>
                <c:pt idx="4480">
                  <c:v>4948.0780450723869</c:v>
                </c:pt>
                <c:pt idx="4481">
                  <c:v>4948.0780450723869</c:v>
                </c:pt>
                <c:pt idx="4482">
                  <c:v>4948.0780450723869</c:v>
                </c:pt>
                <c:pt idx="4483">
                  <c:v>4948.0780450723869</c:v>
                </c:pt>
                <c:pt idx="4484">
                  <c:v>4948.0780450723869</c:v>
                </c:pt>
                <c:pt idx="4485">
                  <c:v>#N/A</c:v>
                </c:pt>
                <c:pt idx="4486">
                  <c:v>#N/A</c:v>
                </c:pt>
                <c:pt idx="4487">
                  <c:v>#N/A</c:v>
                </c:pt>
                <c:pt idx="4488">
                  <c:v>#N/A</c:v>
                </c:pt>
                <c:pt idx="4489">
                  <c:v>#N/A</c:v>
                </c:pt>
                <c:pt idx="4490">
                  <c:v>#N/A</c:v>
                </c:pt>
                <c:pt idx="4491">
                  <c:v>#N/A</c:v>
                </c:pt>
                <c:pt idx="4492">
                  <c:v>#N/A</c:v>
                </c:pt>
                <c:pt idx="4493">
                  <c:v>#N/A</c:v>
                </c:pt>
                <c:pt idx="4494">
                  <c:v>#N/A</c:v>
                </c:pt>
                <c:pt idx="4495">
                  <c:v>#N/A</c:v>
                </c:pt>
                <c:pt idx="4496">
                  <c:v>#N/A</c:v>
                </c:pt>
                <c:pt idx="4497">
                  <c:v>#N/A</c:v>
                </c:pt>
                <c:pt idx="4498">
                  <c:v>#N/A</c:v>
                </c:pt>
                <c:pt idx="4499">
                  <c:v>#N/A</c:v>
                </c:pt>
                <c:pt idx="4500">
                  <c:v>#N/A</c:v>
                </c:pt>
                <c:pt idx="4501">
                  <c:v>#N/A</c:v>
                </c:pt>
                <c:pt idx="4502">
                  <c:v>#N/A</c:v>
                </c:pt>
                <c:pt idx="4503">
                  <c:v>#N/A</c:v>
                </c:pt>
                <c:pt idx="4504">
                  <c:v>#N/A</c:v>
                </c:pt>
                <c:pt idx="4505">
                  <c:v>#N/A</c:v>
                </c:pt>
                <c:pt idx="4506">
                  <c:v>#N/A</c:v>
                </c:pt>
                <c:pt idx="4507">
                  <c:v>#N/A</c:v>
                </c:pt>
                <c:pt idx="4508">
                  <c:v>#N/A</c:v>
                </c:pt>
                <c:pt idx="4509">
                  <c:v>#N/A</c:v>
                </c:pt>
                <c:pt idx="4510">
                  <c:v>#N/A</c:v>
                </c:pt>
                <c:pt idx="4511">
                  <c:v>#N/A</c:v>
                </c:pt>
                <c:pt idx="4512">
                  <c:v>#N/A</c:v>
                </c:pt>
                <c:pt idx="4513">
                  <c:v>#N/A</c:v>
                </c:pt>
                <c:pt idx="4514">
                  <c:v>#N/A</c:v>
                </c:pt>
                <c:pt idx="4515">
                  <c:v>#N/A</c:v>
                </c:pt>
                <c:pt idx="4516">
                  <c:v>#N/A</c:v>
                </c:pt>
                <c:pt idx="4517">
                  <c:v>#N/A</c:v>
                </c:pt>
                <c:pt idx="4518">
                  <c:v>#N/A</c:v>
                </c:pt>
                <c:pt idx="4519">
                  <c:v>#N/A</c:v>
                </c:pt>
                <c:pt idx="4520">
                  <c:v>#N/A</c:v>
                </c:pt>
                <c:pt idx="4521">
                  <c:v>#N/A</c:v>
                </c:pt>
                <c:pt idx="4522">
                  <c:v>#N/A</c:v>
                </c:pt>
                <c:pt idx="4523">
                  <c:v>#N/A</c:v>
                </c:pt>
                <c:pt idx="4524">
                  <c:v>#N/A</c:v>
                </c:pt>
                <c:pt idx="4525">
                  <c:v>#N/A</c:v>
                </c:pt>
                <c:pt idx="4526">
                  <c:v>#N/A</c:v>
                </c:pt>
                <c:pt idx="4527">
                  <c:v>#N/A</c:v>
                </c:pt>
                <c:pt idx="4528">
                  <c:v>#N/A</c:v>
                </c:pt>
                <c:pt idx="4529">
                  <c:v>#N/A</c:v>
                </c:pt>
                <c:pt idx="4530">
                  <c:v>#N/A</c:v>
                </c:pt>
                <c:pt idx="4531">
                  <c:v>#N/A</c:v>
                </c:pt>
                <c:pt idx="4532">
                  <c:v>#N/A</c:v>
                </c:pt>
                <c:pt idx="4533">
                  <c:v>#N/A</c:v>
                </c:pt>
                <c:pt idx="4534">
                  <c:v>#N/A</c:v>
                </c:pt>
                <c:pt idx="4535">
                  <c:v>#N/A</c:v>
                </c:pt>
                <c:pt idx="4536">
                  <c:v>#N/A</c:v>
                </c:pt>
                <c:pt idx="4537">
                  <c:v>#N/A</c:v>
                </c:pt>
                <c:pt idx="4538">
                  <c:v>#N/A</c:v>
                </c:pt>
                <c:pt idx="4539">
                  <c:v>#N/A</c:v>
                </c:pt>
                <c:pt idx="4540">
                  <c:v>#N/A</c:v>
                </c:pt>
                <c:pt idx="4541">
                  <c:v>#N/A</c:v>
                </c:pt>
                <c:pt idx="4542">
                  <c:v>#N/A</c:v>
                </c:pt>
                <c:pt idx="4543">
                  <c:v>4985.3426821014154</c:v>
                </c:pt>
                <c:pt idx="4544">
                  <c:v>4985.3426821014154</c:v>
                </c:pt>
                <c:pt idx="4545">
                  <c:v>4985.3426821014154</c:v>
                </c:pt>
                <c:pt idx="4546">
                  <c:v>4985.3426821014154</c:v>
                </c:pt>
                <c:pt idx="4547">
                  <c:v>4985.3426821014154</c:v>
                </c:pt>
                <c:pt idx="4548">
                  <c:v>4985.3426821014154</c:v>
                </c:pt>
                <c:pt idx="4549">
                  <c:v>4985.3426821014154</c:v>
                </c:pt>
                <c:pt idx="4550">
                  <c:v>4985.3426821014154</c:v>
                </c:pt>
                <c:pt idx="4551">
                  <c:v>4985.3426821014154</c:v>
                </c:pt>
                <c:pt idx="4552">
                  <c:v>4985.3426821014154</c:v>
                </c:pt>
                <c:pt idx="4553">
                  <c:v>4985.3426821014154</c:v>
                </c:pt>
                <c:pt idx="4554">
                  <c:v>4985.3426821014154</c:v>
                </c:pt>
                <c:pt idx="4555">
                  <c:v>4985.3426821014154</c:v>
                </c:pt>
                <c:pt idx="4556">
                  <c:v>4985.3426821014154</c:v>
                </c:pt>
                <c:pt idx="4557">
                  <c:v>4985.3426821014154</c:v>
                </c:pt>
                <c:pt idx="4558">
                  <c:v>4985.3426821014154</c:v>
                </c:pt>
                <c:pt idx="4559">
                  <c:v>4985.3426821014154</c:v>
                </c:pt>
                <c:pt idx="4560">
                  <c:v>4985.3426821014154</c:v>
                </c:pt>
                <c:pt idx="4561">
                  <c:v>4985.3426821014154</c:v>
                </c:pt>
                <c:pt idx="4562">
                  <c:v>#N/A</c:v>
                </c:pt>
                <c:pt idx="4563">
                  <c:v>#N/A</c:v>
                </c:pt>
                <c:pt idx="4564">
                  <c:v>#N/A</c:v>
                </c:pt>
                <c:pt idx="4565">
                  <c:v>#N/A</c:v>
                </c:pt>
                <c:pt idx="4566">
                  <c:v>#N/A</c:v>
                </c:pt>
                <c:pt idx="4567">
                  <c:v>#N/A</c:v>
                </c:pt>
                <c:pt idx="4568">
                  <c:v>#N/A</c:v>
                </c:pt>
                <c:pt idx="4569">
                  <c:v>#N/A</c:v>
                </c:pt>
                <c:pt idx="4570">
                  <c:v>#N/A</c:v>
                </c:pt>
                <c:pt idx="4571">
                  <c:v>#N/A</c:v>
                </c:pt>
                <c:pt idx="4572">
                  <c:v>#N/A</c:v>
                </c:pt>
                <c:pt idx="4573">
                  <c:v>5002.6863791749702</c:v>
                </c:pt>
                <c:pt idx="4574">
                  <c:v>5002.6863791749702</c:v>
                </c:pt>
                <c:pt idx="4575">
                  <c:v>5002.6863791749702</c:v>
                </c:pt>
                <c:pt idx="4576">
                  <c:v>5002.6863791749702</c:v>
                </c:pt>
                <c:pt idx="4577">
                  <c:v>5030.5906382844514</c:v>
                </c:pt>
                <c:pt idx="4578">
                  <c:v>5030.5906382844514</c:v>
                </c:pt>
                <c:pt idx="4579">
                  <c:v>5030.5906382844514</c:v>
                </c:pt>
                <c:pt idx="4580">
                  <c:v>5038.0958476197547</c:v>
                </c:pt>
                <c:pt idx="4581">
                  <c:v>5038.0958476197547</c:v>
                </c:pt>
                <c:pt idx="4582">
                  <c:v>5038.0958476197547</c:v>
                </c:pt>
                <c:pt idx="4583">
                  <c:v>5038.0958476197547</c:v>
                </c:pt>
                <c:pt idx="4584">
                  <c:v>5068.9024169297863</c:v>
                </c:pt>
                <c:pt idx="4585">
                  <c:v>5068.9024169297863</c:v>
                </c:pt>
                <c:pt idx="4586">
                  <c:v>5068.9024169297863</c:v>
                </c:pt>
                <c:pt idx="4587">
                  <c:v>5068.9024169297863</c:v>
                </c:pt>
                <c:pt idx="4588">
                  <c:v>5068.9024169297863</c:v>
                </c:pt>
                <c:pt idx="4589">
                  <c:v>5068.9024169297863</c:v>
                </c:pt>
                <c:pt idx="4590">
                  <c:v>5073.763179030534</c:v>
                </c:pt>
                <c:pt idx="4591">
                  <c:v>5073.763179030534</c:v>
                </c:pt>
                <c:pt idx="4592">
                  <c:v>5073.763179030534</c:v>
                </c:pt>
                <c:pt idx="4593">
                  <c:v>5073.763179030534</c:v>
                </c:pt>
                <c:pt idx="4594">
                  <c:v>5073.763179030534</c:v>
                </c:pt>
                <c:pt idx="4595">
                  <c:v>5073.763179030534</c:v>
                </c:pt>
                <c:pt idx="4596">
                  <c:v>5073.763179030534</c:v>
                </c:pt>
                <c:pt idx="4597">
                  <c:v>5073.763179030534</c:v>
                </c:pt>
                <c:pt idx="4598">
                  <c:v>5073.763179030534</c:v>
                </c:pt>
                <c:pt idx="4599">
                  <c:v>5073.763179030534</c:v>
                </c:pt>
                <c:pt idx="4600">
                  <c:v>5073.763179030534</c:v>
                </c:pt>
                <c:pt idx="4601">
                  <c:v>5073.763179030534</c:v>
                </c:pt>
                <c:pt idx="4602">
                  <c:v>5073.763179030534</c:v>
                </c:pt>
                <c:pt idx="4603">
                  <c:v>5073.763179030534</c:v>
                </c:pt>
                <c:pt idx="4604">
                  <c:v>5073.763179030534</c:v>
                </c:pt>
                <c:pt idx="4605">
                  <c:v>5073.763179030534</c:v>
                </c:pt>
                <c:pt idx="4606">
                  <c:v>5073.763179030534</c:v>
                </c:pt>
                <c:pt idx="4607">
                  <c:v>5073.763179030534</c:v>
                </c:pt>
                <c:pt idx="4608">
                  <c:v>5073.763179030534</c:v>
                </c:pt>
                <c:pt idx="4609">
                  <c:v>5073.763179030534</c:v>
                </c:pt>
                <c:pt idx="4610">
                  <c:v>5073.763179030534</c:v>
                </c:pt>
                <c:pt idx="4611">
                  <c:v>5073.763179030534</c:v>
                </c:pt>
                <c:pt idx="4612">
                  <c:v>5073.763179030534</c:v>
                </c:pt>
                <c:pt idx="4613">
                  <c:v>5073.763179030534</c:v>
                </c:pt>
                <c:pt idx="4614">
                  <c:v>5073.763179030534</c:v>
                </c:pt>
                <c:pt idx="4615">
                  <c:v>5073.763179030534</c:v>
                </c:pt>
                <c:pt idx="4616">
                  <c:v>5073.763179030534</c:v>
                </c:pt>
                <c:pt idx="4617">
                  <c:v>5073.763179030534</c:v>
                </c:pt>
                <c:pt idx="4618">
                  <c:v>5073.763179030534</c:v>
                </c:pt>
                <c:pt idx="4619">
                  <c:v>5073.763179030534</c:v>
                </c:pt>
                <c:pt idx="4620">
                  <c:v>5073.763179030534</c:v>
                </c:pt>
                <c:pt idx="4621">
                  <c:v>5073.763179030534</c:v>
                </c:pt>
                <c:pt idx="4622">
                  <c:v>5073.763179030534</c:v>
                </c:pt>
                <c:pt idx="4623">
                  <c:v>5073.763179030534</c:v>
                </c:pt>
                <c:pt idx="4624">
                  <c:v>5073.763179030534</c:v>
                </c:pt>
                <c:pt idx="4625">
                  <c:v>5073.763179030534</c:v>
                </c:pt>
                <c:pt idx="4626">
                  <c:v>5073.763179030534</c:v>
                </c:pt>
                <c:pt idx="4627">
                  <c:v>5073.763179030534</c:v>
                </c:pt>
                <c:pt idx="4628">
                  <c:v>5073.763179030534</c:v>
                </c:pt>
                <c:pt idx="4629">
                  <c:v>5073.763179030534</c:v>
                </c:pt>
                <c:pt idx="4630">
                  <c:v>5073.763179030534</c:v>
                </c:pt>
                <c:pt idx="4631">
                  <c:v>5073.763179030534</c:v>
                </c:pt>
                <c:pt idx="4632">
                  <c:v>5073.763179030534</c:v>
                </c:pt>
                <c:pt idx="4633">
                  <c:v>5073.763179030534</c:v>
                </c:pt>
                <c:pt idx="4634">
                  <c:v>5073.763179030534</c:v>
                </c:pt>
                <c:pt idx="4635">
                  <c:v>5215.0459554007612</c:v>
                </c:pt>
                <c:pt idx="4636">
                  <c:v>5215.0459554007612</c:v>
                </c:pt>
                <c:pt idx="4637">
                  <c:v>5215.0459554007612</c:v>
                </c:pt>
                <c:pt idx="4638">
                  <c:v>5215.0459554007612</c:v>
                </c:pt>
                <c:pt idx="4639">
                  <c:v>5215.0459554007612</c:v>
                </c:pt>
                <c:pt idx="4640">
                  <c:v>5215.0459554007612</c:v>
                </c:pt>
                <c:pt idx="4641">
                  <c:v>5215.0459554007612</c:v>
                </c:pt>
                <c:pt idx="4642">
                  <c:v>5220.2051718575667</c:v>
                </c:pt>
                <c:pt idx="4643">
                  <c:v>5220.2051718575667</c:v>
                </c:pt>
                <c:pt idx="4644">
                  <c:v>5220.2051718575667</c:v>
                </c:pt>
                <c:pt idx="4645">
                  <c:v>5220.2051718575667</c:v>
                </c:pt>
                <c:pt idx="4646">
                  <c:v>5220.2051718575667</c:v>
                </c:pt>
                <c:pt idx="4647">
                  <c:v>5220.2051718575667</c:v>
                </c:pt>
                <c:pt idx="4648">
                  <c:v>5220.2051718575667</c:v>
                </c:pt>
                <c:pt idx="4649">
                  <c:v>5220.2051718575667</c:v>
                </c:pt>
                <c:pt idx="4650">
                  <c:v>5220.2051718575667</c:v>
                </c:pt>
                <c:pt idx="4651">
                  <c:v>5220.2051718575667</c:v>
                </c:pt>
                <c:pt idx="4652">
                  <c:v>5220.2051718575667</c:v>
                </c:pt>
                <c:pt idx="4653">
                  <c:v>5220.2051718575667</c:v>
                </c:pt>
                <c:pt idx="4654">
                  <c:v>5220.2051718575667</c:v>
                </c:pt>
                <c:pt idx="4655">
                  <c:v>#N/A</c:v>
                </c:pt>
                <c:pt idx="4656">
                  <c:v>#N/A</c:v>
                </c:pt>
                <c:pt idx="4657">
                  <c:v>#N/A</c:v>
                </c:pt>
                <c:pt idx="4658">
                  <c:v>#N/A</c:v>
                </c:pt>
                <c:pt idx="4659">
                  <c:v>#N/A</c:v>
                </c:pt>
                <c:pt idx="4660">
                  <c:v>#N/A</c:v>
                </c:pt>
                <c:pt idx="4661">
                  <c:v>#N/A</c:v>
                </c:pt>
                <c:pt idx="4662">
                  <c:v>#N/A</c:v>
                </c:pt>
                <c:pt idx="4663">
                  <c:v>#N/A</c:v>
                </c:pt>
                <c:pt idx="4664">
                  <c:v>5226.6219267625011</c:v>
                </c:pt>
                <c:pt idx="4665">
                  <c:v>5226.6219267625011</c:v>
                </c:pt>
                <c:pt idx="4666">
                  <c:v>5226.6219267625011</c:v>
                </c:pt>
                <c:pt idx="4667">
                  <c:v>5226.6219267625011</c:v>
                </c:pt>
                <c:pt idx="4668">
                  <c:v>5250.3319857419629</c:v>
                </c:pt>
                <c:pt idx="4669">
                  <c:v>5265.325621760403</c:v>
                </c:pt>
                <c:pt idx="4670">
                  <c:v>5265.325621760403</c:v>
                </c:pt>
                <c:pt idx="4671">
                  <c:v>5265.325621760403</c:v>
                </c:pt>
                <c:pt idx="4672">
                  <c:v>5265.325621760403</c:v>
                </c:pt>
                <c:pt idx="4673">
                  <c:v>5265.325621760403</c:v>
                </c:pt>
                <c:pt idx="4674">
                  <c:v>5328.2545403943905</c:v>
                </c:pt>
                <c:pt idx="4675">
                  <c:v>5328.2545403943905</c:v>
                </c:pt>
                <c:pt idx="4676">
                  <c:v>5328.2545403943905</c:v>
                </c:pt>
                <c:pt idx="4677">
                  <c:v>5328.2545403943905</c:v>
                </c:pt>
                <c:pt idx="4678">
                  <c:v>5328.2545403943905</c:v>
                </c:pt>
                <c:pt idx="4679">
                  <c:v>5328.2545403943905</c:v>
                </c:pt>
                <c:pt idx="4680">
                  <c:v>#N/A</c:v>
                </c:pt>
                <c:pt idx="4681">
                  <c:v>#N/A</c:v>
                </c:pt>
                <c:pt idx="4682">
                  <c:v>#N/A</c:v>
                </c:pt>
                <c:pt idx="4683">
                  <c:v>#N/A</c:v>
                </c:pt>
                <c:pt idx="4684">
                  <c:v>#N/A</c:v>
                </c:pt>
                <c:pt idx="4685">
                  <c:v>#N/A</c:v>
                </c:pt>
                <c:pt idx="4686">
                  <c:v>#N/A</c:v>
                </c:pt>
                <c:pt idx="4687">
                  <c:v>#N/A</c:v>
                </c:pt>
                <c:pt idx="4688">
                  <c:v>#N/A</c:v>
                </c:pt>
                <c:pt idx="4689">
                  <c:v>#N/A</c:v>
                </c:pt>
                <c:pt idx="4690">
                  <c:v>#N/A</c:v>
                </c:pt>
                <c:pt idx="4691">
                  <c:v>#N/A</c:v>
                </c:pt>
                <c:pt idx="4692">
                  <c:v>#N/A</c:v>
                </c:pt>
                <c:pt idx="4693">
                  <c:v>#N/A</c:v>
                </c:pt>
                <c:pt idx="4694">
                  <c:v>5410.4676374502151</c:v>
                </c:pt>
                <c:pt idx="4695">
                  <c:v>5410.4676374502151</c:v>
                </c:pt>
                <c:pt idx="4696">
                  <c:v>5410.4676374502151</c:v>
                </c:pt>
                <c:pt idx="4697">
                  <c:v>5410.4676374502151</c:v>
                </c:pt>
                <c:pt idx="4698">
                  <c:v>5410.4676374502151</c:v>
                </c:pt>
                <c:pt idx="4699">
                  <c:v>5410.4676374502151</c:v>
                </c:pt>
                <c:pt idx="4700">
                  <c:v>5410.4676374502151</c:v>
                </c:pt>
                <c:pt idx="4701">
                  <c:v>5410.4676374502151</c:v>
                </c:pt>
                <c:pt idx="4702">
                  <c:v>5410.4676374502151</c:v>
                </c:pt>
                <c:pt idx="4703">
                  <c:v>5410.4676374502151</c:v>
                </c:pt>
                <c:pt idx="4704">
                  <c:v>5410.4676374502151</c:v>
                </c:pt>
                <c:pt idx="4705">
                  <c:v>5410.4676374502151</c:v>
                </c:pt>
                <c:pt idx="4706">
                  <c:v>5410.4676374502151</c:v>
                </c:pt>
                <c:pt idx="4707">
                  <c:v>5559.7869117429727</c:v>
                </c:pt>
                <c:pt idx="4708">
                  <c:v>5559.7869117429727</c:v>
                </c:pt>
                <c:pt idx="4709">
                  <c:v>5559.7869117429727</c:v>
                </c:pt>
                <c:pt idx="4710">
                  <c:v>5559.7869117429727</c:v>
                </c:pt>
                <c:pt idx="4711">
                  <c:v>#N/A</c:v>
                </c:pt>
                <c:pt idx="4712">
                  <c:v>#N/A</c:v>
                </c:pt>
                <c:pt idx="4713">
                  <c:v>#N/A</c:v>
                </c:pt>
                <c:pt idx="4714">
                  <c:v>#N/A</c:v>
                </c:pt>
                <c:pt idx="4715">
                  <c:v>#N/A</c:v>
                </c:pt>
                <c:pt idx="4716">
                  <c:v>#N/A</c:v>
                </c:pt>
                <c:pt idx="4717">
                  <c:v>#N/A</c:v>
                </c:pt>
                <c:pt idx="4718">
                  <c:v>#N/A</c:v>
                </c:pt>
                <c:pt idx="4719">
                  <c:v>#N/A</c:v>
                </c:pt>
                <c:pt idx="4720">
                  <c:v>5697.7658848379124</c:v>
                </c:pt>
                <c:pt idx="4721">
                  <c:v>5697.7658848379124</c:v>
                </c:pt>
                <c:pt idx="4722">
                  <c:v>5697.7658848379124</c:v>
                </c:pt>
                <c:pt idx="4723">
                  <c:v>5697.7658848379124</c:v>
                </c:pt>
                <c:pt idx="4724">
                  <c:v>5697.7658848379124</c:v>
                </c:pt>
                <c:pt idx="4725">
                  <c:v>5697.7658848379124</c:v>
                </c:pt>
                <c:pt idx="4726">
                  <c:v>5697.7658848379124</c:v>
                </c:pt>
                <c:pt idx="4727">
                  <c:v>5697.7658848379124</c:v>
                </c:pt>
                <c:pt idx="4728">
                  <c:v>5697.7658848379124</c:v>
                </c:pt>
                <c:pt idx="4729">
                  <c:v>5697.7658848379124</c:v>
                </c:pt>
                <c:pt idx="4730">
                  <c:v>5697.7658848379124</c:v>
                </c:pt>
                <c:pt idx="4731">
                  <c:v>5697.7658848379124</c:v>
                </c:pt>
                <c:pt idx="4732">
                  <c:v>5697.7658848379124</c:v>
                </c:pt>
                <c:pt idx="4733">
                  <c:v>5697.7658848379124</c:v>
                </c:pt>
                <c:pt idx="4734">
                  <c:v>5730.2110902838158</c:v>
                </c:pt>
                <c:pt idx="4735">
                  <c:v>5730.2110902838158</c:v>
                </c:pt>
                <c:pt idx="4736">
                  <c:v>5730.2110902838158</c:v>
                </c:pt>
                <c:pt idx="4737">
                  <c:v>5730.2110902838158</c:v>
                </c:pt>
                <c:pt idx="4738">
                  <c:v>5730.2110902838158</c:v>
                </c:pt>
                <c:pt idx="4739">
                  <c:v>5730.2110902838158</c:v>
                </c:pt>
                <c:pt idx="4740">
                  <c:v>5730.2110902838158</c:v>
                </c:pt>
                <c:pt idx="4741">
                  <c:v>5730.2110902838158</c:v>
                </c:pt>
                <c:pt idx="4742">
                  <c:v>5730.2110902838158</c:v>
                </c:pt>
                <c:pt idx="4743">
                  <c:v>5749.9868983037904</c:v>
                </c:pt>
                <c:pt idx="4744">
                  <c:v>5749.9868983037904</c:v>
                </c:pt>
                <c:pt idx="4745">
                  <c:v>5749.9868983037904</c:v>
                </c:pt>
                <c:pt idx="4746">
                  <c:v>5749.9868983037904</c:v>
                </c:pt>
                <c:pt idx="4747">
                  <c:v>#N/A</c:v>
                </c:pt>
                <c:pt idx="4748">
                  <c:v>#N/A</c:v>
                </c:pt>
                <c:pt idx="4749">
                  <c:v>5812.2356248036249</c:v>
                </c:pt>
                <c:pt idx="4750">
                  <c:v>5812.2356248036249</c:v>
                </c:pt>
                <c:pt idx="4751">
                  <c:v>5812.2356248036249</c:v>
                </c:pt>
                <c:pt idx="4752">
                  <c:v>5812.2356248036249</c:v>
                </c:pt>
                <c:pt idx="4753">
                  <c:v>5812.2356248036249</c:v>
                </c:pt>
                <c:pt idx="4754">
                  <c:v>5812.2356248036249</c:v>
                </c:pt>
                <c:pt idx="4755">
                  <c:v>5812.2356248036249</c:v>
                </c:pt>
                <c:pt idx="4756">
                  <c:v>5812.2356248036249</c:v>
                </c:pt>
                <c:pt idx="4757">
                  <c:v>5812.2356248036249</c:v>
                </c:pt>
                <c:pt idx="4758">
                  <c:v>5812.2356248036249</c:v>
                </c:pt>
                <c:pt idx="4759">
                  <c:v>5812.2356248036249</c:v>
                </c:pt>
                <c:pt idx="4760">
                  <c:v>#N/A</c:v>
                </c:pt>
                <c:pt idx="4761">
                  <c:v>#N/A</c:v>
                </c:pt>
                <c:pt idx="4762">
                  <c:v>#N/A</c:v>
                </c:pt>
                <c:pt idx="4763">
                  <c:v>#N/A</c:v>
                </c:pt>
                <c:pt idx="4764">
                  <c:v>6217.1605247370717</c:v>
                </c:pt>
                <c:pt idx="4765">
                  <c:v>6217.1605247370717</c:v>
                </c:pt>
                <c:pt idx="4766">
                  <c:v>6217.1605247370717</c:v>
                </c:pt>
                <c:pt idx="4767">
                  <c:v>6217.1605247370717</c:v>
                </c:pt>
                <c:pt idx="4768">
                  <c:v>6217.1605247370717</c:v>
                </c:pt>
                <c:pt idx="4769">
                  <c:v>6217.1605247370717</c:v>
                </c:pt>
                <c:pt idx="4770">
                  <c:v>#N/A</c:v>
                </c:pt>
                <c:pt idx="4771">
                  <c:v>#N/A</c:v>
                </c:pt>
                <c:pt idx="4772">
                  <c:v>#N/A</c:v>
                </c:pt>
                <c:pt idx="4773">
                  <c:v>#N/A</c:v>
                </c:pt>
                <c:pt idx="4774">
                  <c:v>#N/A</c:v>
                </c:pt>
                <c:pt idx="4775">
                  <c:v>#N/A</c:v>
                </c:pt>
                <c:pt idx="4776">
                  <c:v>#N/A</c:v>
                </c:pt>
                <c:pt idx="4777">
                  <c:v>#N/A</c:v>
                </c:pt>
                <c:pt idx="4778">
                  <c:v>#N/A</c:v>
                </c:pt>
                <c:pt idx="4779">
                  <c:v>#N/A</c:v>
                </c:pt>
                <c:pt idx="4780">
                  <c:v>#N/A</c:v>
                </c:pt>
                <c:pt idx="4781">
                  <c:v>#N/A</c:v>
                </c:pt>
                <c:pt idx="4782">
                  <c:v>#N/A</c:v>
                </c:pt>
                <c:pt idx="4783">
                  <c:v>#N/A</c:v>
                </c:pt>
                <c:pt idx="4784">
                  <c:v>#N/A</c:v>
                </c:pt>
                <c:pt idx="4785">
                  <c:v>#N/A</c:v>
                </c:pt>
                <c:pt idx="4786">
                  <c:v>#N/A</c:v>
                </c:pt>
                <c:pt idx="4787">
                  <c:v>#N/A</c:v>
                </c:pt>
                <c:pt idx="4788">
                  <c:v>#N/A</c:v>
                </c:pt>
                <c:pt idx="4789">
                  <c:v>#N/A</c:v>
                </c:pt>
                <c:pt idx="4790">
                  <c:v>#N/A</c:v>
                </c:pt>
                <c:pt idx="4791">
                  <c:v>#N/A</c:v>
                </c:pt>
                <c:pt idx="4792">
                  <c:v>#N/A</c:v>
                </c:pt>
                <c:pt idx="4793">
                  <c:v>#N/A</c:v>
                </c:pt>
                <c:pt idx="4794">
                  <c:v>#N/A</c:v>
                </c:pt>
                <c:pt idx="4795">
                  <c:v>#N/A</c:v>
                </c:pt>
                <c:pt idx="4796">
                  <c:v>#N/A</c:v>
                </c:pt>
                <c:pt idx="4797">
                  <c:v>#N/A</c:v>
                </c:pt>
                <c:pt idx="4798">
                  <c:v>#N/A</c:v>
                </c:pt>
                <c:pt idx="4799">
                  <c:v>#N/A</c:v>
                </c:pt>
                <c:pt idx="4800">
                  <c:v>#N/A</c:v>
                </c:pt>
                <c:pt idx="4801">
                  <c:v>#N/A</c:v>
                </c:pt>
                <c:pt idx="4802">
                  <c:v>#N/A</c:v>
                </c:pt>
                <c:pt idx="4803">
                  <c:v>#N/A</c:v>
                </c:pt>
                <c:pt idx="4804">
                  <c:v>#N/A</c:v>
                </c:pt>
                <c:pt idx="4805">
                  <c:v>#N/A</c:v>
                </c:pt>
                <c:pt idx="4806">
                  <c:v>#N/A</c:v>
                </c:pt>
                <c:pt idx="4807">
                  <c:v>#N/A</c:v>
                </c:pt>
                <c:pt idx="4808">
                  <c:v>#N/A</c:v>
                </c:pt>
                <c:pt idx="4809">
                  <c:v>#N/A</c:v>
                </c:pt>
                <c:pt idx="4810">
                  <c:v>#N/A</c:v>
                </c:pt>
                <c:pt idx="4811">
                  <c:v>#N/A</c:v>
                </c:pt>
                <c:pt idx="4812">
                  <c:v>#N/A</c:v>
                </c:pt>
                <c:pt idx="4813">
                  <c:v>#N/A</c:v>
                </c:pt>
                <c:pt idx="4814">
                  <c:v>#N/A</c:v>
                </c:pt>
                <c:pt idx="4815">
                  <c:v>7022.5716249219386</c:v>
                </c:pt>
                <c:pt idx="4816">
                  <c:v>#N/A</c:v>
                </c:pt>
                <c:pt idx="4817">
                  <c:v>#N/A</c:v>
                </c:pt>
                <c:pt idx="4818">
                  <c:v>#N/A</c:v>
                </c:pt>
                <c:pt idx="4819">
                  <c:v>#N/A</c:v>
                </c:pt>
                <c:pt idx="4820">
                  <c:v>#N/A</c:v>
                </c:pt>
                <c:pt idx="4821">
                  <c:v>#N/A</c:v>
                </c:pt>
                <c:pt idx="4822">
                  <c:v>#N/A</c:v>
                </c:pt>
                <c:pt idx="4823">
                  <c:v>#N/A</c:v>
                </c:pt>
                <c:pt idx="4824">
                  <c:v>#N/A</c:v>
                </c:pt>
                <c:pt idx="4825">
                  <c:v>#N/A</c:v>
                </c:pt>
                <c:pt idx="4826">
                  <c:v>#N/A</c:v>
                </c:pt>
                <c:pt idx="4827">
                  <c:v>#N/A</c:v>
                </c:pt>
                <c:pt idx="4828">
                  <c:v>#N/A</c:v>
                </c:pt>
                <c:pt idx="4829">
                  <c:v>#N/A</c:v>
                </c:pt>
                <c:pt idx="4830">
                  <c:v>7107.3467869295155</c:v>
                </c:pt>
                <c:pt idx="4831">
                  <c:v>7107.3467869295155</c:v>
                </c:pt>
                <c:pt idx="4832">
                  <c:v>7107.3467869295155</c:v>
                </c:pt>
                <c:pt idx="4833">
                  <c:v>7107.3467869295155</c:v>
                </c:pt>
                <c:pt idx="4834">
                  <c:v>7107.3467869295155</c:v>
                </c:pt>
                <c:pt idx="4835">
                  <c:v>7107.3467869295155</c:v>
                </c:pt>
                <c:pt idx="4836">
                  <c:v>7107.3467869295155</c:v>
                </c:pt>
                <c:pt idx="4837">
                  <c:v>7107.3467869295155</c:v>
                </c:pt>
                <c:pt idx="4838">
                  <c:v>7107.3467869295155</c:v>
                </c:pt>
                <c:pt idx="4839">
                  <c:v>7107.3467869295155</c:v>
                </c:pt>
                <c:pt idx="4840">
                  <c:v>7107.3467869295155</c:v>
                </c:pt>
                <c:pt idx="4841">
                  <c:v>7107.3467869295155</c:v>
                </c:pt>
                <c:pt idx="4842">
                  <c:v>7107.3467869295155</c:v>
                </c:pt>
                <c:pt idx="4843">
                  <c:v>7107.3467869295155</c:v>
                </c:pt>
                <c:pt idx="4844">
                  <c:v>7107.3467869295155</c:v>
                </c:pt>
                <c:pt idx="4845">
                  <c:v>7107.3467869295155</c:v>
                </c:pt>
                <c:pt idx="4846">
                  <c:v>7107.3467869295155</c:v>
                </c:pt>
                <c:pt idx="4847">
                  <c:v>7107.3467869295155</c:v>
                </c:pt>
                <c:pt idx="4848">
                  <c:v>7107.3467869295155</c:v>
                </c:pt>
                <c:pt idx="4849">
                  <c:v>7107.3467869295155</c:v>
                </c:pt>
                <c:pt idx="4850">
                  <c:v>7107.3467869295155</c:v>
                </c:pt>
                <c:pt idx="4851">
                  <c:v>7127.9527386511354</c:v>
                </c:pt>
                <c:pt idx="4852">
                  <c:v>7127.9527386511354</c:v>
                </c:pt>
                <c:pt idx="4853">
                  <c:v>7127.9527386511354</c:v>
                </c:pt>
                <c:pt idx="4854">
                  <c:v>7127.9527386511354</c:v>
                </c:pt>
                <c:pt idx="4855">
                  <c:v>7127.9527386511354</c:v>
                </c:pt>
                <c:pt idx="4856">
                  <c:v>7127.9527386511354</c:v>
                </c:pt>
                <c:pt idx="4857">
                  <c:v>7127.9527386511354</c:v>
                </c:pt>
                <c:pt idx="4858">
                  <c:v>7127.9527386511354</c:v>
                </c:pt>
                <c:pt idx="4859">
                  <c:v>7127.9527386511354</c:v>
                </c:pt>
                <c:pt idx="4860">
                  <c:v>#N/A</c:v>
                </c:pt>
                <c:pt idx="4861">
                  <c:v>#N/A</c:v>
                </c:pt>
                <c:pt idx="4862">
                  <c:v>#N/A</c:v>
                </c:pt>
                <c:pt idx="4863">
                  <c:v>#N/A</c:v>
                </c:pt>
                <c:pt idx="4864">
                  <c:v>#N/A</c:v>
                </c:pt>
                <c:pt idx="4865">
                  <c:v>#N/A</c:v>
                </c:pt>
                <c:pt idx="4866">
                  <c:v>#N/A</c:v>
                </c:pt>
                <c:pt idx="4867">
                  <c:v>#N/A</c:v>
                </c:pt>
                <c:pt idx="4868">
                  <c:v>#N/A</c:v>
                </c:pt>
                <c:pt idx="4869">
                  <c:v>#N/A</c:v>
                </c:pt>
                <c:pt idx="4870">
                  <c:v>#N/A</c:v>
                </c:pt>
                <c:pt idx="4871">
                  <c:v>#N/A</c:v>
                </c:pt>
                <c:pt idx="4872">
                  <c:v>#N/A</c:v>
                </c:pt>
                <c:pt idx="4873">
                  <c:v>#N/A</c:v>
                </c:pt>
                <c:pt idx="4874">
                  <c:v>#N/A</c:v>
                </c:pt>
                <c:pt idx="4875">
                  <c:v>#N/A</c:v>
                </c:pt>
                <c:pt idx="4876">
                  <c:v>#N/A</c:v>
                </c:pt>
                <c:pt idx="4877">
                  <c:v>#N/A</c:v>
                </c:pt>
                <c:pt idx="4878">
                  <c:v>#N/A</c:v>
                </c:pt>
                <c:pt idx="4879">
                  <c:v>#N/A</c:v>
                </c:pt>
                <c:pt idx="4880">
                  <c:v>#N/A</c:v>
                </c:pt>
                <c:pt idx="4881">
                  <c:v>#N/A</c:v>
                </c:pt>
                <c:pt idx="4882">
                  <c:v>#N/A</c:v>
                </c:pt>
                <c:pt idx="4883">
                  <c:v>#N/A</c:v>
                </c:pt>
                <c:pt idx="4884">
                  <c:v>#N/A</c:v>
                </c:pt>
                <c:pt idx="4885">
                  <c:v>#N/A</c:v>
                </c:pt>
                <c:pt idx="4886">
                  <c:v>#N/A</c:v>
                </c:pt>
                <c:pt idx="4887">
                  <c:v>#N/A</c:v>
                </c:pt>
                <c:pt idx="4888">
                  <c:v>#N/A</c:v>
                </c:pt>
                <c:pt idx="4889">
                  <c:v>#N/A</c:v>
                </c:pt>
                <c:pt idx="4890">
                  <c:v>#N/A</c:v>
                </c:pt>
                <c:pt idx="4891">
                  <c:v>#N/A</c:v>
                </c:pt>
                <c:pt idx="4892">
                  <c:v>#N/A</c:v>
                </c:pt>
                <c:pt idx="4893">
                  <c:v>#N/A</c:v>
                </c:pt>
                <c:pt idx="4894">
                  <c:v>#N/A</c:v>
                </c:pt>
                <c:pt idx="4895">
                  <c:v>#N/A</c:v>
                </c:pt>
                <c:pt idx="4896">
                  <c:v>#N/A</c:v>
                </c:pt>
                <c:pt idx="4897">
                  <c:v>#N/A</c:v>
                </c:pt>
                <c:pt idx="4898">
                  <c:v>7399.9061406071132</c:v>
                </c:pt>
                <c:pt idx="4899">
                  <c:v>7399.9061406071132</c:v>
                </c:pt>
                <c:pt idx="4900">
                  <c:v>7399.9061406071132</c:v>
                </c:pt>
                <c:pt idx="4901">
                  <c:v>7399.9061406071132</c:v>
                </c:pt>
                <c:pt idx="4902">
                  <c:v>#N/A</c:v>
                </c:pt>
                <c:pt idx="4903">
                  <c:v>#N/A</c:v>
                </c:pt>
                <c:pt idx="4904">
                  <c:v>#N/A</c:v>
                </c:pt>
                <c:pt idx="4905">
                  <c:v>#N/A</c:v>
                </c:pt>
                <c:pt idx="4906">
                  <c:v>#N/A</c:v>
                </c:pt>
                <c:pt idx="4907">
                  <c:v>#N/A</c:v>
                </c:pt>
                <c:pt idx="4908">
                  <c:v>#N/A</c:v>
                </c:pt>
                <c:pt idx="4909">
                  <c:v>#N/A</c:v>
                </c:pt>
                <c:pt idx="4910">
                  <c:v>#N/A</c:v>
                </c:pt>
                <c:pt idx="4911">
                  <c:v>#N/A</c:v>
                </c:pt>
                <c:pt idx="4912">
                  <c:v>#N/A</c:v>
                </c:pt>
                <c:pt idx="4913">
                  <c:v>#N/A</c:v>
                </c:pt>
                <c:pt idx="4914">
                  <c:v>#N/A</c:v>
                </c:pt>
                <c:pt idx="4915">
                  <c:v>#N/A</c:v>
                </c:pt>
                <c:pt idx="4916">
                  <c:v>#N/A</c:v>
                </c:pt>
                <c:pt idx="4917">
                  <c:v>#N/A</c:v>
                </c:pt>
                <c:pt idx="4918">
                  <c:v>#N/A</c:v>
                </c:pt>
                <c:pt idx="4919">
                  <c:v>#N/A</c:v>
                </c:pt>
                <c:pt idx="4920">
                  <c:v>7476.1677714861244</c:v>
                </c:pt>
                <c:pt idx="4921">
                  <c:v>#N/A</c:v>
                </c:pt>
                <c:pt idx="4922">
                  <c:v>#N/A</c:v>
                </c:pt>
                <c:pt idx="4923">
                  <c:v>#N/A</c:v>
                </c:pt>
                <c:pt idx="4924">
                  <c:v>#N/A</c:v>
                </c:pt>
                <c:pt idx="4925">
                  <c:v>#N/A</c:v>
                </c:pt>
                <c:pt idx="4926">
                  <c:v>#N/A</c:v>
                </c:pt>
                <c:pt idx="4927">
                  <c:v>#N/A</c:v>
                </c:pt>
                <c:pt idx="4928">
                  <c:v>#N/A</c:v>
                </c:pt>
                <c:pt idx="4929">
                  <c:v>#N/A</c:v>
                </c:pt>
                <c:pt idx="4930">
                  <c:v>#N/A</c:v>
                </c:pt>
                <c:pt idx="4931">
                  <c:v>#N/A</c:v>
                </c:pt>
                <c:pt idx="4932">
                  <c:v>#N/A</c:v>
                </c:pt>
                <c:pt idx="4933">
                  <c:v>#N/A</c:v>
                </c:pt>
                <c:pt idx="4934">
                  <c:v>#N/A</c:v>
                </c:pt>
                <c:pt idx="4935">
                  <c:v>#N/A</c:v>
                </c:pt>
                <c:pt idx="4936">
                  <c:v>#N/A</c:v>
                </c:pt>
                <c:pt idx="4937">
                  <c:v>#N/A</c:v>
                </c:pt>
                <c:pt idx="4938">
                  <c:v>#N/A</c:v>
                </c:pt>
                <c:pt idx="4939">
                  <c:v>#N/A</c:v>
                </c:pt>
                <c:pt idx="4940">
                  <c:v>#N/A</c:v>
                </c:pt>
                <c:pt idx="4941">
                  <c:v>#N/A</c:v>
                </c:pt>
                <c:pt idx="4942">
                  <c:v>#N/A</c:v>
                </c:pt>
                <c:pt idx="4943">
                  <c:v>#N/A</c:v>
                </c:pt>
                <c:pt idx="4944">
                  <c:v>#N/A</c:v>
                </c:pt>
                <c:pt idx="4945">
                  <c:v>#N/A</c:v>
                </c:pt>
                <c:pt idx="4946">
                  <c:v>#N/A</c:v>
                </c:pt>
                <c:pt idx="4947">
                  <c:v>#N/A</c:v>
                </c:pt>
                <c:pt idx="4948">
                  <c:v>#N/A</c:v>
                </c:pt>
                <c:pt idx="4949">
                  <c:v>#N/A</c:v>
                </c:pt>
                <c:pt idx="4950">
                  <c:v>#N/A</c:v>
                </c:pt>
                <c:pt idx="4951">
                  <c:v>#N/A</c:v>
                </c:pt>
                <c:pt idx="4952">
                  <c:v>#N/A</c:v>
                </c:pt>
                <c:pt idx="4953">
                  <c:v>#N/A</c:v>
                </c:pt>
                <c:pt idx="4954">
                  <c:v>#N/A</c:v>
                </c:pt>
                <c:pt idx="4955">
                  <c:v>#N/A</c:v>
                </c:pt>
                <c:pt idx="4956">
                  <c:v>#N/A</c:v>
                </c:pt>
                <c:pt idx="4957">
                  <c:v>#N/A</c:v>
                </c:pt>
                <c:pt idx="4958">
                  <c:v>#N/A</c:v>
                </c:pt>
                <c:pt idx="4959">
                  <c:v>#N/A</c:v>
                </c:pt>
                <c:pt idx="4960">
                  <c:v>#N/A</c:v>
                </c:pt>
                <c:pt idx="4961">
                  <c:v>#N/A</c:v>
                </c:pt>
                <c:pt idx="4962">
                  <c:v>#N/A</c:v>
                </c:pt>
                <c:pt idx="4963">
                  <c:v>#N/A</c:v>
                </c:pt>
                <c:pt idx="4964">
                  <c:v>#N/A</c:v>
                </c:pt>
                <c:pt idx="4965">
                  <c:v>#N/A</c:v>
                </c:pt>
                <c:pt idx="4966">
                  <c:v>#N/A</c:v>
                </c:pt>
                <c:pt idx="4967">
                  <c:v>#N/A</c:v>
                </c:pt>
                <c:pt idx="4968">
                  <c:v>#N/A</c:v>
                </c:pt>
                <c:pt idx="4969">
                  <c:v>#N/A</c:v>
                </c:pt>
                <c:pt idx="4970">
                  <c:v>#N/A</c:v>
                </c:pt>
                <c:pt idx="4971">
                  <c:v>#N/A</c:v>
                </c:pt>
                <c:pt idx="4972">
                  <c:v>#N/A</c:v>
                </c:pt>
                <c:pt idx="4973">
                  <c:v>#N/A</c:v>
                </c:pt>
                <c:pt idx="4974">
                  <c:v>#N/A</c:v>
                </c:pt>
                <c:pt idx="4975">
                  <c:v>#N/A</c:v>
                </c:pt>
                <c:pt idx="4976">
                  <c:v>#N/A</c:v>
                </c:pt>
                <c:pt idx="4977">
                  <c:v>#N/A</c:v>
                </c:pt>
                <c:pt idx="4978">
                  <c:v>#N/A</c:v>
                </c:pt>
                <c:pt idx="4979">
                  <c:v>#N/A</c:v>
                </c:pt>
                <c:pt idx="4980">
                  <c:v>#N/A</c:v>
                </c:pt>
                <c:pt idx="4981">
                  <c:v>#N/A</c:v>
                </c:pt>
                <c:pt idx="4982">
                  <c:v>#N/A</c:v>
                </c:pt>
                <c:pt idx="4983">
                  <c:v>#N/A</c:v>
                </c:pt>
                <c:pt idx="4984">
                  <c:v>#N/A</c:v>
                </c:pt>
                <c:pt idx="4985">
                  <c:v>9007.2274964387598</c:v>
                </c:pt>
                <c:pt idx="4986">
                  <c:v>9007.2274964387598</c:v>
                </c:pt>
                <c:pt idx="4987">
                  <c:v>9094.7109471228559</c:v>
                </c:pt>
                <c:pt idx="4988">
                  <c:v>9094.7109471228559</c:v>
                </c:pt>
                <c:pt idx="4989">
                  <c:v>#N/A</c:v>
                </c:pt>
                <c:pt idx="4990">
                  <c:v>#N/A</c:v>
                </c:pt>
                <c:pt idx="4991">
                  <c:v>#N/A</c:v>
                </c:pt>
                <c:pt idx="4992">
                  <c:v>#N/A</c:v>
                </c:pt>
                <c:pt idx="4993">
                  <c:v>#N/A</c:v>
                </c:pt>
                <c:pt idx="4994">
                  <c:v>#N/A</c:v>
                </c:pt>
                <c:pt idx="4995">
                  <c:v>#N/A</c:v>
                </c:pt>
                <c:pt idx="4996">
                  <c:v>#N/A</c:v>
                </c:pt>
                <c:pt idx="4997">
                  <c:v>#N/A</c:v>
                </c:pt>
                <c:pt idx="4998">
                  <c:v>9438.5867226269711</c:v>
                </c:pt>
                <c:pt idx="4999">
                  <c:v>9438.5867226269711</c:v>
                </c:pt>
              </c:numCache>
            </c:numRef>
          </c:val>
        </c:ser>
        <c:axId val="99087104"/>
        <c:axId val="99088640"/>
      </c:barChart>
      <c:catAx>
        <c:axId val="99087104"/>
        <c:scaling>
          <c:orientation val="minMax"/>
        </c:scaling>
        <c:axPos val="b"/>
        <c:numFmt formatCode="#,##0.0,;\-#,##0.0," sourceLinked="0"/>
        <c:majorTickMark val="none"/>
        <c:tickLblPos val="low"/>
        <c:txPr>
          <a:bodyPr/>
          <a:lstStyle/>
          <a:p>
            <a:pPr>
              <a:defRPr lang="en-GB" sz="1200" b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pPr>
            <a:endParaRPr lang="zh-CN"/>
          </a:p>
        </c:txPr>
        <c:crossAx val="99088640"/>
        <c:crosses val="autoZero"/>
        <c:auto val="1"/>
        <c:lblAlgn val="ctr"/>
        <c:lblOffset val="100"/>
        <c:tickLblSkip val="1249"/>
        <c:tickMarkSkip val="1249"/>
      </c:catAx>
      <c:valAx>
        <c:axId val="99088640"/>
        <c:scaling>
          <c:orientation val="minMax"/>
          <c:max val="10000"/>
          <c:min val="-2500"/>
        </c:scaling>
        <c:axPos val="l"/>
        <c:numFmt formatCode="#,##0" sourceLinked="0"/>
        <c:tickLblPos val="nextTo"/>
        <c:txPr>
          <a:bodyPr/>
          <a:lstStyle/>
          <a:p>
            <a:pPr>
              <a:defRPr lang="en-GB" sz="1200">
                <a:latin typeface="Arial" pitchFamily="34" charset="0"/>
                <a:cs typeface="Arial" pitchFamily="34" charset="0"/>
              </a:defRPr>
            </a:pPr>
            <a:endParaRPr lang="zh-CN"/>
          </a:p>
        </c:txPr>
        <c:crossAx val="99087104"/>
        <c:crosses val="autoZero"/>
        <c:crossBetween val="between"/>
        <c:majorUnit val="2500"/>
      </c:valAx>
    </c:plotArea>
    <c:legend>
      <c:legendPos val="r"/>
      <c:layout>
        <c:manualLayout>
          <c:xMode val="edge"/>
          <c:yMode val="edge"/>
          <c:x val="6.4085826771653559E-2"/>
          <c:y val="4.8828571428571464E-2"/>
          <c:w val="0.23372391732283471"/>
          <c:h val="5.5284814398200224E-2"/>
        </c:manualLayout>
      </c:layout>
      <c:txPr>
        <a:bodyPr/>
        <a:lstStyle/>
        <a:p>
          <a:pPr>
            <a:defRPr lang="en-GB" sz="1200">
              <a:latin typeface="Arial" pitchFamily="34" charset="0"/>
              <a:cs typeface="Arial" pitchFamily="34" charset="0"/>
            </a:defRPr>
          </a:pPr>
          <a:endParaRPr lang="zh-CN"/>
        </a:p>
      </c:txPr>
    </c:legend>
    <c:plotVisOnly val="1"/>
    <c:dispBlanksAs val="zero"/>
  </c:chart>
  <c:externalData r:id="rId1"/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CN"/>
  <c:chart>
    <c:plotArea>
      <c:layout>
        <c:manualLayout>
          <c:layoutTarget val="inner"/>
          <c:xMode val="edge"/>
          <c:yMode val="edge"/>
          <c:x val="6.1052460629921534E-2"/>
          <c:y val="0.11240944881889738"/>
          <c:w val="0.86183070866141764"/>
          <c:h val="0.76325061867266664"/>
        </c:manualLayout>
      </c:layout>
      <c:barChart>
        <c:barDir val="col"/>
        <c:grouping val="clustered"/>
        <c:ser>
          <c:idx val="0"/>
          <c:order val="0"/>
          <c:tx>
            <c:strRef>
              <c:f>Chart_1!$O$11</c:f>
              <c:strCache>
                <c:ptCount val="1"/>
                <c:pt idx="0">
                  <c:v>Chile</c:v>
                </c:pt>
              </c:strCache>
            </c:strRef>
          </c:tx>
          <c:spPr>
            <a:solidFill>
              <a:srgbClr val="C9DEFB"/>
            </a:solidFill>
            <a:ln w="9525">
              <a:noFill/>
              <a:prstDash val="solid"/>
            </a:ln>
          </c:spPr>
          <c:cat>
            <c:numRef>
              <c:f>Chart_1!$N$12:$N$5011</c:f>
              <c:numCache>
                <c:formatCode>0.00</c:formatCode>
                <c:ptCount val="5000"/>
                <c:pt idx="0" formatCode="0">
                  <c:v>0</c:v>
                </c:pt>
                <c:pt idx="1">
                  <c:v>7</c:v>
                </c:pt>
                <c:pt idx="2">
                  <c:v>10</c:v>
                </c:pt>
                <c:pt idx="3">
                  <c:v>13</c:v>
                </c:pt>
                <c:pt idx="4">
                  <c:v>17</c:v>
                </c:pt>
                <c:pt idx="5">
                  <c:v>20</c:v>
                </c:pt>
                <c:pt idx="6">
                  <c:v>23</c:v>
                </c:pt>
                <c:pt idx="7">
                  <c:v>27</c:v>
                </c:pt>
                <c:pt idx="8">
                  <c:v>30</c:v>
                </c:pt>
                <c:pt idx="9">
                  <c:v>33</c:v>
                </c:pt>
                <c:pt idx="10">
                  <c:v>37</c:v>
                </c:pt>
                <c:pt idx="11">
                  <c:v>40</c:v>
                </c:pt>
                <c:pt idx="12">
                  <c:v>43</c:v>
                </c:pt>
                <c:pt idx="13">
                  <c:v>47</c:v>
                </c:pt>
                <c:pt idx="14">
                  <c:v>50</c:v>
                </c:pt>
                <c:pt idx="15">
                  <c:v>53</c:v>
                </c:pt>
                <c:pt idx="16">
                  <c:v>57</c:v>
                </c:pt>
                <c:pt idx="17">
                  <c:v>60</c:v>
                </c:pt>
                <c:pt idx="18">
                  <c:v>63</c:v>
                </c:pt>
                <c:pt idx="19">
                  <c:v>67</c:v>
                </c:pt>
                <c:pt idx="20">
                  <c:v>70</c:v>
                </c:pt>
                <c:pt idx="21">
                  <c:v>73</c:v>
                </c:pt>
                <c:pt idx="22">
                  <c:v>77</c:v>
                </c:pt>
                <c:pt idx="23">
                  <c:v>80</c:v>
                </c:pt>
                <c:pt idx="24">
                  <c:v>83</c:v>
                </c:pt>
                <c:pt idx="25">
                  <c:v>87</c:v>
                </c:pt>
                <c:pt idx="26">
                  <c:v>90</c:v>
                </c:pt>
                <c:pt idx="27">
                  <c:v>93</c:v>
                </c:pt>
                <c:pt idx="28">
                  <c:v>96</c:v>
                </c:pt>
                <c:pt idx="29">
                  <c:v>100</c:v>
                </c:pt>
                <c:pt idx="30">
                  <c:v>103</c:v>
                </c:pt>
                <c:pt idx="31">
                  <c:v>106</c:v>
                </c:pt>
                <c:pt idx="32">
                  <c:v>110</c:v>
                </c:pt>
                <c:pt idx="33">
                  <c:v>113</c:v>
                </c:pt>
                <c:pt idx="34">
                  <c:v>116</c:v>
                </c:pt>
                <c:pt idx="35">
                  <c:v>120</c:v>
                </c:pt>
                <c:pt idx="36">
                  <c:v>123</c:v>
                </c:pt>
                <c:pt idx="37">
                  <c:v>126</c:v>
                </c:pt>
                <c:pt idx="38">
                  <c:v>130</c:v>
                </c:pt>
                <c:pt idx="39">
                  <c:v>133</c:v>
                </c:pt>
                <c:pt idx="40">
                  <c:v>136</c:v>
                </c:pt>
                <c:pt idx="41">
                  <c:v>140</c:v>
                </c:pt>
                <c:pt idx="42">
                  <c:v>143</c:v>
                </c:pt>
                <c:pt idx="43">
                  <c:v>146</c:v>
                </c:pt>
                <c:pt idx="44">
                  <c:v>150</c:v>
                </c:pt>
                <c:pt idx="45">
                  <c:v>153</c:v>
                </c:pt>
                <c:pt idx="46">
                  <c:v>156</c:v>
                </c:pt>
                <c:pt idx="47">
                  <c:v>160</c:v>
                </c:pt>
                <c:pt idx="48">
                  <c:v>163</c:v>
                </c:pt>
                <c:pt idx="49">
                  <c:v>166</c:v>
                </c:pt>
                <c:pt idx="50">
                  <c:v>170</c:v>
                </c:pt>
                <c:pt idx="51">
                  <c:v>173</c:v>
                </c:pt>
                <c:pt idx="52">
                  <c:v>176</c:v>
                </c:pt>
                <c:pt idx="53">
                  <c:v>180</c:v>
                </c:pt>
                <c:pt idx="54">
                  <c:v>183</c:v>
                </c:pt>
                <c:pt idx="55">
                  <c:v>186</c:v>
                </c:pt>
                <c:pt idx="56">
                  <c:v>190</c:v>
                </c:pt>
                <c:pt idx="57">
                  <c:v>193</c:v>
                </c:pt>
                <c:pt idx="58">
                  <c:v>196</c:v>
                </c:pt>
                <c:pt idx="59">
                  <c:v>200</c:v>
                </c:pt>
                <c:pt idx="60">
                  <c:v>203</c:v>
                </c:pt>
                <c:pt idx="61">
                  <c:v>206</c:v>
                </c:pt>
                <c:pt idx="62">
                  <c:v>210</c:v>
                </c:pt>
                <c:pt idx="63">
                  <c:v>213</c:v>
                </c:pt>
                <c:pt idx="64">
                  <c:v>216</c:v>
                </c:pt>
                <c:pt idx="65">
                  <c:v>220</c:v>
                </c:pt>
                <c:pt idx="66">
                  <c:v>223</c:v>
                </c:pt>
                <c:pt idx="67">
                  <c:v>226</c:v>
                </c:pt>
                <c:pt idx="68">
                  <c:v>230</c:v>
                </c:pt>
                <c:pt idx="69">
                  <c:v>233</c:v>
                </c:pt>
                <c:pt idx="70">
                  <c:v>236</c:v>
                </c:pt>
                <c:pt idx="71">
                  <c:v>240</c:v>
                </c:pt>
                <c:pt idx="72">
                  <c:v>243</c:v>
                </c:pt>
                <c:pt idx="73">
                  <c:v>246</c:v>
                </c:pt>
                <c:pt idx="74">
                  <c:v>250</c:v>
                </c:pt>
                <c:pt idx="75">
                  <c:v>253</c:v>
                </c:pt>
                <c:pt idx="76">
                  <c:v>256</c:v>
                </c:pt>
                <c:pt idx="77">
                  <c:v>260</c:v>
                </c:pt>
                <c:pt idx="78">
                  <c:v>263</c:v>
                </c:pt>
                <c:pt idx="79">
                  <c:v>266</c:v>
                </c:pt>
                <c:pt idx="80">
                  <c:v>270</c:v>
                </c:pt>
                <c:pt idx="81">
                  <c:v>273</c:v>
                </c:pt>
                <c:pt idx="82">
                  <c:v>276</c:v>
                </c:pt>
                <c:pt idx="83">
                  <c:v>279</c:v>
                </c:pt>
                <c:pt idx="84">
                  <c:v>283</c:v>
                </c:pt>
                <c:pt idx="85">
                  <c:v>286</c:v>
                </c:pt>
                <c:pt idx="86">
                  <c:v>289</c:v>
                </c:pt>
                <c:pt idx="87">
                  <c:v>293</c:v>
                </c:pt>
                <c:pt idx="88">
                  <c:v>296</c:v>
                </c:pt>
                <c:pt idx="89">
                  <c:v>299</c:v>
                </c:pt>
                <c:pt idx="90">
                  <c:v>303</c:v>
                </c:pt>
                <c:pt idx="91">
                  <c:v>306</c:v>
                </c:pt>
                <c:pt idx="92">
                  <c:v>309</c:v>
                </c:pt>
                <c:pt idx="93">
                  <c:v>313</c:v>
                </c:pt>
                <c:pt idx="94">
                  <c:v>316</c:v>
                </c:pt>
                <c:pt idx="95">
                  <c:v>319</c:v>
                </c:pt>
                <c:pt idx="96">
                  <c:v>323</c:v>
                </c:pt>
                <c:pt idx="97">
                  <c:v>326</c:v>
                </c:pt>
                <c:pt idx="98">
                  <c:v>329</c:v>
                </c:pt>
                <c:pt idx="99">
                  <c:v>333</c:v>
                </c:pt>
                <c:pt idx="100">
                  <c:v>336</c:v>
                </c:pt>
                <c:pt idx="101">
                  <c:v>339</c:v>
                </c:pt>
                <c:pt idx="102">
                  <c:v>343</c:v>
                </c:pt>
                <c:pt idx="103">
                  <c:v>346</c:v>
                </c:pt>
                <c:pt idx="104">
                  <c:v>349</c:v>
                </c:pt>
                <c:pt idx="105">
                  <c:v>353</c:v>
                </c:pt>
                <c:pt idx="106">
                  <c:v>356</c:v>
                </c:pt>
                <c:pt idx="107">
                  <c:v>359</c:v>
                </c:pt>
                <c:pt idx="108">
                  <c:v>363</c:v>
                </c:pt>
                <c:pt idx="109">
                  <c:v>366</c:v>
                </c:pt>
                <c:pt idx="110">
                  <c:v>369</c:v>
                </c:pt>
                <c:pt idx="111">
                  <c:v>373</c:v>
                </c:pt>
                <c:pt idx="112">
                  <c:v>376</c:v>
                </c:pt>
                <c:pt idx="113">
                  <c:v>379</c:v>
                </c:pt>
                <c:pt idx="114">
                  <c:v>383</c:v>
                </c:pt>
                <c:pt idx="115">
                  <c:v>386</c:v>
                </c:pt>
                <c:pt idx="116">
                  <c:v>389</c:v>
                </c:pt>
                <c:pt idx="117">
                  <c:v>393</c:v>
                </c:pt>
                <c:pt idx="118">
                  <c:v>396</c:v>
                </c:pt>
                <c:pt idx="119">
                  <c:v>399</c:v>
                </c:pt>
                <c:pt idx="120">
                  <c:v>403</c:v>
                </c:pt>
                <c:pt idx="121">
                  <c:v>406</c:v>
                </c:pt>
                <c:pt idx="122">
                  <c:v>409</c:v>
                </c:pt>
                <c:pt idx="123">
                  <c:v>413</c:v>
                </c:pt>
                <c:pt idx="124">
                  <c:v>416</c:v>
                </c:pt>
                <c:pt idx="125">
                  <c:v>419</c:v>
                </c:pt>
                <c:pt idx="126">
                  <c:v>423</c:v>
                </c:pt>
                <c:pt idx="127">
                  <c:v>426</c:v>
                </c:pt>
                <c:pt idx="128">
                  <c:v>429</c:v>
                </c:pt>
                <c:pt idx="129">
                  <c:v>433</c:v>
                </c:pt>
                <c:pt idx="130">
                  <c:v>436</c:v>
                </c:pt>
                <c:pt idx="131">
                  <c:v>439</c:v>
                </c:pt>
                <c:pt idx="132">
                  <c:v>443</c:v>
                </c:pt>
                <c:pt idx="133">
                  <c:v>446</c:v>
                </c:pt>
                <c:pt idx="134">
                  <c:v>449</c:v>
                </c:pt>
                <c:pt idx="135">
                  <c:v>453</c:v>
                </c:pt>
                <c:pt idx="136">
                  <c:v>456</c:v>
                </c:pt>
                <c:pt idx="137">
                  <c:v>459</c:v>
                </c:pt>
                <c:pt idx="138">
                  <c:v>462</c:v>
                </c:pt>
                <c:pt idx="139">
                  <c:v>466</c:v>
                </c:pt>
                <c:pt idx="140">
                  <c:v>469</c:v>
                </c:pt>
                <c:pt idx="141">
                  <c:v>472</c:v>
                </c:pt>
                <c:pt idx="142">
                  <c:v>476</c:v>
                </c:pt>
                <c:pt idx="143">
                  <c:v>479</c:v>
                </c:pt>
                <c:pt idx="144">
                  <c:v>482</c:v>
                </c:pt>
                <c:pt idx="145">
                  <c:v>486</c:v>
                </c:pt>
                <c:pt idx="146">
                  <c:v>489</c:v>
                </c:pt>
                <c:pt idx="147">
                  <c:v>492</c:v>
                </c:pt>
                <c:pt idx="148">
                  <c:v>496</c:v>
                </c:pt>
                <c:pt idx="149">
                  <c:v>499</c:v>
                </c:pt>
                <c:pt idx="150">
                  <c:v>502</c:v>
                </c:pt>
                <c:pt idx="151">
                  <c:v>506</c:v>
                </c:pt>
                <c:pt idx="152">
                  <c:v>509</c:v>
                </c:pt>
                <c:pt idx="153">
                  <c:v>512</c:v>
                </c:pt>
                <c:pt idx="154">
                  <c:v>516</c:v>
                </c:pt>
                <c:pt idx="155">
                  <c:v>519</c:v>
                </c:pt>
                <c:pt idx="156">
                  <c:v>522</c:v>
                </c:pt>
                <c:pt idx="157">
                  <c:v>526</c:v>
                </c:pt>
                <c:pt idx="158">
                  <c:v>529</c:v>
                </c:pt>
                <c:pt idx="159">
                  <c:v>532</c:v>
                </c:pt>
                <c:pt idx="160">
                  <c:v>536</c:v>
                </c:pt>
                <c:pt idx="161">
                  <c:v>539</c:v>
                </c:pt>
                <c:pt idx="162">
                  <c:v>542</c:v>
                </c:pt>
                <c:pt idx="163">
                  <c:v>546</c:v>
                </c:pt>
                <c:pt idx="164">
                  <c:v>549</c:v>
                </c:pt>
                <c:pt idx="165">
                  <c:v>552</c:v>
                </c:pt>
                <c:pt idx="166">
                  <c:v>556</c:v>
                </c:pt>
                <c:pt idx="167">
                  <c:v>559</c:v>
                </c:pt>
                <c:pt idx="168">
                  <c:v>562</c:v>
                </c:pt>
                <c:pt idx="169">
                  <c:v>566</c:v>
                </c:pt>
                <c:pt idx="170">
                  <c:v>569</c:v>
                </c:pt>
                <c:pt idx="171">
                  <c:v>572</c:v>
                </c:pt>
                <c:pt idx="172">
                  <c:v>576</c:v>
                </c:pt>
                <c:pt idx="173">
                  <c:v>579</c:v>
                </c:pt>
                <c:pt idx="174">
                  <c:v>582</c:v>
                </c:pt>
                <c:pt idx="175">
                  <c:v>586</c:v>
                </c:pt>
                <c:pt idx="176">
                  <c:v>589</c:v>
                </c:pt>
                <c:pt idx="177">
                  <c:v>592</c:v>
                </c:pt>
                <c:pt idx="178">
                  <c:v>596</c:v>
                </c:pt>
                <c:pt idx="179">
                  <c:v>599</c:v>
                </c:pt>
                <c:pt idx="180">
                  <c:v>602</c:v>
                </c:pt>
                <c:pt idx="181">
                  <c:v>606</c:v>
                </c:pt>
                <c:pt idx="182">
                  <c:v>609</c:v>
                </c:pt>
                <c:pt idx="183">
                  <c:v>612</c:v>
                </c:pt>
                <c:pt idx="184">
                  <c:v>616</c:v>
                </c:pt>
                <c:pt idx="185">
                  <c:v>619</c:v>
                </c:pt>
                <c:pt idx="186">
                  <c:v>622</c:v>
                </c:pt>
                <c:pt idx="187">
                  <c:v>626</c:v>
                </c:pt>
                <c:pt idx="188">
                  <c:v>629</c:v>
                </c:pt>
                <c:pt idx="189">
                  <c:v>632</c:v>
                </c:pt>
                <c:pt idx="190">
                  <c:v>636</c:v>
                </c:pt>
                <c:pt idx="191">
                  <c:v>639</c:v>
                </c:pt>
                <c:pt idx="192">
                  <c:v>642</c:v>
                </c:pt>
                <c:pt idx="193">
                  <c:v>645</c:v>
                </c:pt>
                <c:pt idx="194">
                  <c:v>649</c:v>
                </c:pt>
                <c:pt idx="195">
                  <c:v>652</c:v>
                </c:pt>
                <c:pt idx="196">
                  <c:v>655</c:v>
                </c:pt>
                <c:pt idx="197">
                  <c:v>659</c:v>
                </c:pt>
                <c:pt idx="198">
                  <c:v>662</c:v>
                </c:pt>
                <c:pt idx="199">
                  <c:v>665</c:v>
                </c:pt>
                <c:pt idx="200">
                  <c:v>669</c:v>
                </c:pt>
                <c:pt idx="201">
                  <c:v>672</c:v>
                </c:pt>
                <c:pt idx="202">
                  <c:v>675</c:v>
                </c:pt>
                <c:pt idx="203">
                  <c:v>679</c:v>
                </c:pt>
                <c:pt idx="204">
                  <c:v>682</c:v>
                </c:pt>
                <c:pt idx="205">
                  <c:v>685</c:v>
                </c:pt>
                <c:pt idx="206">
                  <c:v>689</c:v>
                </c:pt>
                <c:pt idx="207">
                  <c:v>692</c:v>
                </c:pt>
                <c:pt idx="208">
                  <c:v>695</c:v>
                </c:pt>
                <c:pt idx="209">
                  <c:v>699</c:v>
                </c:pt>
                <c:pt idx="210">
                  <c:v>702</c:v>
                </c:pt>
                <c:pt idx="211">
                  <c:v>705</c:v>
                </c:pt>
                <c:pt idx="212">
                  <c:v>709</c:v>
                </c:pt>
                <c:pt idx="213">
                  <c:v>712</c:v>
                </c:pt>
                <c:pt idx="214">
                  <c:v>715</c:v>
                </c:pt>
                <c:pt idx="215">
                  <c:v>719</c:v>
                </c:pt>
                <c:pt idx="216">
                  <c:v>722</c:v>
                </c:pt>
                <c:pt idx="217">
                  <c:v>725</c:v>
                </c:pt>
                <c:pt idx="218">
                  <c:v>729</c:v>
                </c:pt>
                <c:pt idx="219">
                  <c:v>732</c:v>
                </c:pt>
                <c:pt idx="220">
                  <c:v>735</c:v>
                </c:pt>
                <c:pt idx="221">
                  <c:v>739</c:v>
                </c:pt>
                <c:pt idx="222">
                  <c:v>742</c:v>
                </c:pt>
                <c:pt idx="223">
                  <c:v>745</c:v>
                </c:pt>
                <c:pt idx="224">
                  <c:v>749</c:v>
                </c:pt>
                <c:pt idx="225">
                  <c:v>752</c:v>
                </c:pt>
                <c:pt idx="226">
                  <c:v>755</c:v>
                </c:pt>
                <c:pt idx="227">
                  <c:v>759</c:v>
                </c:pt>
                <c:pt idx="228">
                  <c:v>762</c:v>
                </c:pt>
                <c:pt idx="229">
                  <c:v>765</c:v>
                </c:pt>
                <c:pt idx="230">
                  <c:v>769</c:v>
                </c:pt>
                <c:pt idx="231">
                  <c:v>772</c:v>
                </c:pt>
                <c:pt idx="232">
                  <c:v>775</c:v>
                </c:pt>
                <c:pt idx="233">
                  <c:v>779</c:v>
                </c:pt>
                <c:pt idx="234">
                  <c:v>782</c:v>
                </c:pt>
                <c:pt idx="235">
                  <c:v>785</c:v>
                </c:pt>
                <c:pt idx="236">
                  <c:v>789</c:v>
                </c:pt>
                <c:pt idx="237">
                  <c:v>792</c:v>
                </c:pt>
                <c:pt idx="238">
                  <c:v>795</c:v>
                </c:pt>
                <c:pt idx="239">
                  <c:v>799</c:v>
                </c:pt>
                <c:pt idx="240">
                  <c:v>802</c:v>
                </c:pt>
                <c:pt idx="241">
                  <c:v>805</c:v>
                </c:pt>
                <c:pt idx="242">
                  <c:v>809</c:v>
                </c:pt>
                <c:pt idx="243">
                  <c:v>812</c:v>
                </c:pt>
                <c:pt idx="244">
                  <c:v>815</c:v>
                </c:pt>
                <c:pt idx="245">
                  <c:v>819</c:v>
                </c:pt>
                <c:pt idx="246">
                  <c:v>822</c:v>
                </c:pt>
                <c:pt idx="247">
                  <c:v>825</c:v>
                </c:pt>
                <c:pt idx="248">
                  <c:v>828</c:v>
                </c:pt>
                <c:pt idx="249">
                  <c:v>832</c:v>
                </c:pt>
                <c:pt idx="250">
                  <c:v>835</c:v>
                </c:pt>
                <c:pt idx="251">
                  <c:v>838</c:v>
                </c:pt>
                <c:pt idx="252">
                  <c:v>842</c:v>
                </c:pt>
                <c:pt idx="253">
                  <c:v>845</c:v>
                </c:pt>
                <c:pt idx="254">
                  <c:v>848</c:v>
                </c:pt>
                <c:pt idx="255">
                  <c:v>852</c:v>
                </c:pt>
                <c:pt idx="256">
                  <c:v>855</c:v>
                </c:pt>
                <c:pt idx="257">
                  <c:v>858</c:v>
                </c:pt>
                <c:pt idx="258">
                  <c:v>862</c:v>
                </c:pt>
                <c:pt idx="259">
                  <c:v>865</c:v>
                </c:pt>
                <c:pt idx="260">
                  <c:v>868</c:v>
                </c:pt>
                <c:pt idx="261">
                  <c:v>872</c:v>
                </c:pt>
                <c:pt idx="262">
                  <c:v>875</c:v>
                </c:pt>
                <c:pt idx="263">
                  <c:v>878</c:v>
                </c:pt>
                <c:pt idx="264">
                  <c:v>882</c:v>
                </c:pt>
                <c:pt idx="265">
                  <c:v>885</c:v>
                </c:pt>
                <c:pt idx="266">
                  <c:v>888</c:v>
                </c:pt>
                <c:pt idx="267">
                  <c:v>892</c:v>
                </c:pt>
                <c:pt idx="268">
                  <c:v>895</c:v>
                </c:pt>
                <c:pt idx="269">
                  <c:v>898</c:v>
                </c:pt>
                <c:pt idx="270">
                  <c:v>902</c:v>
                </c:pt>
                <c:pt idx="271">
                  <c:v>905</c:v>
                </c:pt>
                <c:pt idx="272">
                  <c:v>908</c:v>
                </c:pt>
                <c:pt idx="273">
                  <c:v>912</c:v>
                </c:pt>
                <c:pt idx="274">
                  <c:v>915</c:v>
                </c:pt>
                <c:pt idx="275">
                  <c:v>918</c:v>
                </c:pt>
                <c:pt idx="276">
                  <c:v>922</c:v>
                </c:pt>
                <c:pt idx="277">
                  <c:v>925</c:v>
                </c:pt>
                <c:pt idx="278">
                  <c:v>928</c:v>
                </c:pt>
                <c:pt idx="279">
                  <c:v>932</c:v>
                </c:pt>
                <c:pt idx="280">
                  <c:v>935</c:v>
                </c:pt>
                <c:pt idx="281">
                  <c:v>938</c:v>
                </c:pt>
                <c:pt idx="282">
                  <c:v>942</c:v>
                </c:pt>
                <c:pt idx="283">
                  <c:v>945</c:v>
                </c:pt>
                <c:pt idx="284">
                  <c:v>948</c:v>
                </c:pt>
                <c:pt idx="285">
                  <c:v>952</c:v>
                </c:pt>
                <c:pt idx="286">
                  <c:v>955</c:v>
                </c:pt>
                <c:pt idx="287">
                  <c:v>958</c:v>
                </c:pt>
                <c:pt idx="288">
                  <c:v>962</c:v>
                </c:pt>
                <c:pt idx="289">
                  <c:v>965</c:v>
                </c:pt>
                <c:pt idx="290">
                  <c:v>968</c:v>
                </c:pt>
                <c:pt idx="291">
                  <c:v>972</c:v>
                </c:pt>
                <c:pt idx="292">
                  <c:v>975</c:v>
                </c:pt>
                <c:pt idx="293">
                  <c:v>978</c:v>
                </c:pt>
                <c:pt idx="294">
                  <c:v>982</c:v>
                </c:pt>
                <c:pt idx="295">
                  <c:v>985</c:v>
                </c:pt>
                <c:pt idx="296">
                  <c:v>988</c:v>
                </c:pt>
                <c:pt idx="297">
                  <c:v>992</c:v>
                </c:pt>
                <c:pt idx="298">
                  <c:v>995</c:v>
                </c:pt>
                <c:pt idx="299">
                  <c:v>998</c:v>
                </c:pt>
                <c:pt idx="300">
                  <c:v>1002</c:v>
                </c:pt>
                <c:pt idx="301">
                  <c:v>1005</c:v>
                </c:pt>
                <c:pt idx="302">
                  <c:v>1008</c:v>
                </c:pt>
                <c:pt idx="303">
                  <c:v>1011</c:v>
                </c:pt>
                <c:pt idx="304">
                  <c:v>1015</c:v>
                </c:pt>
                <c:pt idx="305">
                  <c:v>1018</c:v>
                </c:pt>
                <c:pt idx="306">
                  <c:v>1021</c:v>
                </c:pt>
                <c:pt idx="307">
                  <c:v>1025</c:v>
                </c:pt>
                <c:pt idx="308">
                  <c:v>1028</c:v>
                </c:pt>
                <c:pt idx="309">
                  <c:v>1031</c:v>
                </c:pt>
                <c:pt idx="310">
                  <c:v>1035</c:v>
                </c:pt>
                <c:pt idx="311">
                  <c:v>1038</c:v>
                </c:pt>
                <c:pt idx="312">
                  <c:v>1041</c:v>
                </c:pt>
                <c:pt idx="313">
                  <c:v>1045</c:v>
                </c:pt>
                <c:pt idx="314">
                  <c:v>1048</c:v>
                </c:pt>
                <c:pt idx="315">
                  <c:v>1051</c:v>
                </c:pt>
                <c:pt idx="316">
                  <c:v>1055</c:v>
                </c:pt>
                <c:pt idx="317">
                  <c:v>1058</c:v>
                </c:pt>
                <c:pt idx="318">
                  <c:v>1061</c:v>
                </c:pt>
                <c:pt idx="319">
                  <c:v>1065</c:v>
                </c:pt>
                <c:pt idx="320">
                  <c:v>1068</c:v>
                </c:pt>
                <c:pt idx="321">
                  <c:v>1071</c:v>
                </c:pt>
                <c:pt idx="322">
                  <c:v>1075</c:v>
                </c:pt>
                <c:pt idx="323">
                  <c:v>1078</c:v>
                </c:pt>
                <c:pt idx="324">
                  <c:v>1081</c:v>
                </c:pt>
                <c:pt idx="325">
                  <c:v>1085</c:v>
                </c:pt>
                <c:pt idx="326">
                  <c:v>1088</c:v>
                </c:pt>
                <c:pt idx="327">
                  <c:v>1091</c:v>
                </c:pt>
                <c:pt idx="328">
                  <c:v>1095</c:v>
                </c:pt>
                <c:pt idx="329">
                  <c:v>1098</c:v>
                </c:pt>
                <c:pt idx="330">
                  <c:v>1101</c:v>
                </c:pt>
                <c:pt idx="331">
                  <c:v>1105</c:v>
                </c:pt>
                <c:pt idx="332">
                  <c:v>1108</c:v>
                </c:pt>
                <c:pt idx="333">
                  <c:v>1111</c:v>
                </c:pt>
                <c:pt idx="334">
                  <c:v>1115</c:v>
                </c:pt>
                <c:pt idx="335">
                  <c:v>1118</c:v>
                </c:pt>
                <c:pt idx="336">
                  <c:v>1121</c:v>
                </c:pt>
                <c:pt idx="337">
                  <c:v>1125</c:v>
                </c:pt>
                <c:pt idx="338">
                  <c:v>1128</c:v>
                </c:pt>
                <c:pt idx="339">
                  <c:v>1131</c:v>
                </c:pt>
                <c:pt idx="340">
                  <c:v>1135</c:v>
                </c:pt>
                <c:pt idx="341">
                  <c:v>1138</c:v>
                </c:pt>
                <c:pt idx="342">
                  <c:v>1141</c:v>
                </c:pt>
                <c:pt idx="343">
                  <c:v>1145</c:v>
                </c:pt>
                <c:pt idx="344">
                  <c:v>1148</c:v>
                </c:pt>
                <c:pt idx="345">
                  <c:v>1151</c:v>
                </c:pt>
                <c:pt idx="346">
                  <c:v>1155</c:v>
                </c:pt>
                <c:pt idx="347">
                  <c:v>1158</c:v>
                </c:pt>
                <c:pt idx="348">
                  <c:v>1161</c:v>
                </c:pt>
                <c:pt idx="349">
                  <c:v>1165</c:v>
                </c:pt>
                <c:pt idx="350">
                  <c:v>1168</c:v>
                </c:pt>
                <c:pt idx="351">
                  <c:v>1171</c:v>
                </c:pt>
                <c:pt idx="352">
                  <c:v>1175</c:v>
                </c:pt>
                <c:pt idx="353">
                  <c:v>1178</c:v>
                </c:pt>
                <c:pt idx="354">
                  <c:v>1181</c:v>
                </c:pt>
                <c:pt idx="355">
                  <c:v>1185</c:v>
                </c:pt>
                <c:pt idx="356">
                  <c:v>1188</c:v>
                </c:pt>
                <c:pt idx="357">
                  <c:v>1191</c:v>
                </c:pt>
                <c:pt idx="358">
                  <c:v>1194</c:v>
                </c:pt>
                <c:pt idx="359">
                  <c:v>1198</c:v>
                </c:pt>
                <c:pt idx="360">
                  <c:v>1201</c:v>
                </c:pt>
                <c:pt idx="361">
                  <c:v>1204</c:v>
                </c:pt>
                <c:pt idx="362">
                  <c:v>1208</c:v>
                </c:pt>
                <c:pt idx="363">
                  <c:v>1211</c:v>
                </c:pt>
                <c:pt idx="364">
                  <c:v>1214</c:v>
                </c:pt>
                <c:pt idx="365">
                  <c:v>1218</c:v>
                </c:pt>
                <c:pt idx="366">
                  <c:v>1221</c:v>
                </c:pt>
                <c:pt idx="367">
                  <c:v>1224</c:v>
                </c:pt>
                <c:pt idx="368">
                  <c:v>1228</c:v>
                </c:pt>
                <c:pt idx="369">
                  <c:v>1231</c:v>
                </c:pt>
                <c:pt idx="370">
                  <c:v>1234</c:v>
                </c:pt>
                <c:pt idx="371">
                  <c:v>1238</c:v>
                </c:pt>
                <c:pt idx="372">
                  <c:v>1241</c:v>
                </c:pt>
                <c:pt idx="373">
                  <c:v>1244</c:v>
                </c:pt>
                <c:pt idx="374">
                  <c:v>1248</c:v>
                </c:pt>
                <c:pt idx="375">
                  <c:v>1251</c:v>
                </c:pt>
                <c:pt idx="376">
                  <c:v>1254</c:v>
                </c:pt>
                <c:pt idx="377">
                  <c:v>1258</c:v>
                </c:pt>
                <c:pt idx="378">
                  <c:v>1261</c:v>
                </c:pt>
                <c:pt idx="379">
                  <c:v>1264</c:v>
                </c:pt>
                <c:pt idx="380">
                  <c:v>1268</c:v>
                </c:pt>
                <c:pt idx="381">
                  <c:v>1271</c:v>
                </c:pt>
                <c:pt idx="382">
                  <c:v>1274</c:v>
                </c:pt>
                <c:pt idx="383">
                  <c:v>1278</c:v>
                </c:pt>
                <c:pt idx="384">
                  <c:v>1281</c:v>
                </c:pt>
                <c:pt idx="385">
                  <c:v>1284</c:v>
                </c:pt>
                <c:pt idx="386">
                  <c:v>1288</c:v>
                </c:pt>
                <c:pt idx="387">
                  <c:v>1291</c:v>
                </c:pt>
                <c:pt idx="388">
                  <c:v>1294</c:v>
                </c:pt>
                <c:pt idx="389">
                  <c:v>1298</c:v>
                </c:pt>
                <c:pt idx="390">
                  <c:v>1301</c:v>
                </c:pt>
                <c:pt idx="391">
                  <c:v>1304</c:v>
                </c:pt>
                <c:pt idx="392">
                  <c:v>1308</c:v>
                </c:pt>
                <c:pt idx="393">
                  <c:v>1311</c:v>
                </c:pt>
                <c:pt idx="394">
                  <c:v>1314</c:v>
                </c:pt>
                <c:pt idx="395">
                  <c:v>1318</c:v>
                </c:pt>
                <c:pt idx="396">
                  <c:v>1321</c:v>
                </c:pt>
                <c:pt idx="397">
                  <c:v>1324</c:v>
                </c:pt>
                <c:pt idx="398">
                  <c:v>1328</c:v>
                </c:pt>
                <c:pt idx="399">
                  <c:v>1331</c:v>
                </c:pt>
                <c:pt idx="400">
                  <c:v>1334</c:v>
                </c:pt>
                <c:pt idx="401">
                  <c:v>1338</c:v>
                </c:pt>
                <c:pt idx="402">
                  <c:v>1341</c:v>
                </c:pt>
                <c:pt idx="403">
                  <c:v>1344</c:v>
                </c:pt>
                <c:pt idx="404">
                  <c:v>1348</c:v>
                </c:pt>
                <c:pt idx="405">
                  <c:v>1351</c:v>
                </c:pt>
                <c:pt idx="406">
                  <c:v>1354</c:v>
                </c:pt>
                <c:pt idx="407">
                  <c:v>1358</c:v>
                </c:pt>
                <c:pt idx="408">
                  <c:v>1361</c:v>
                </c:pt>
                <c:pt idx="409">
                  <c:v>1364</c:v>
                </c:pt>
                <c:pt idx="410">
                  <c:v>1368</c:v>
                </c:pt>
                <c:pt idx="411">
                  <c:v>1371</c:v>
                </c:pt>
                <c:pt idx="412">
                  <c:v>1374</c:v>
                </c:pt>
                <c:pt idx="413">
                  <c:v>1377</c:v>
                </c:pt>
                <c:pt idx="414">
                  <c:v>1381</c:v>
                </c:pt>
                <c:pt idx="415">
                  <c:v>1384</c:v>
                </c:pt>
                <c:pt idx="416">
                  <c:v>1387</c:v>
                </c:pt>
                <c:pt idx="417">
                  <c:v>1391</c:v>
                </c:pt>
                <c:pt idx="418">
                  <c:v>1394</c:v>
                </c:pt>
                <c:pt idx="419">
                  <c:v>1397</c:v>
                </c:pt>
                <c:pt idx="420">
                  <c:v>1401</c:v>
                </c:pt>
                <c:pt idx="421">
                  <c:v>1404</c:v>
                </c:pt>
                <c:pt idx="422">
                  <c:v>1407</c:v>
                </c:pt>
                <c:pt idx="423">
                  <c:v>1411</c:v>
                </c:pt>
                <c:pt idx="424">
                  <c:v>1414</c:v>
                </c:pt>
                <c:pt idx="425">
                  <c:v>1417</c:v>
                </c:pt>
                <c:pt idx="426">
                  <c:v>1421</c:v>
                </c:pt>
                <c:pt idx="427">
                  <c:v>1424</c:v>
                </c:pt>
                <c:pt idx="428">
                  <c:v>1427</c:v>
                </c:pt>
                <c:pt idx="429">
                  <c:v>1431</c:v>
                </c:pt>
                <c:pt idx="430">
                  <c:v>1434</c:v>
                </c:pt>
                <c:pt idx="431">
                  <c:v>1437</c:v>
                </c:pt>
                <c:pt idx="432">
                  <c:v>1441</c:v>
                </c:pt>
                <c:pt idx="433">
                  <c:v>1444</c:v>
                </c:pt>
                <c:pt idx="434">
                  <c:v>1447</c:v>
                </c:pt>
                <c:pt idx="435">
                  <c:v>1451</c:v>
                </c:pt>
                <c:pt idx="436">
                  <c:v>1454</c:v>
                </c:pt>
                <c:pt idx="437">
                  <c:v>1457</c:v>
                </c:pt>
                <c:pt idx="438">
                  <c:v>1461</c:v>
                </c:pt>
                <c:pt idx="439">
                  <c:v>1464</c:v>
                </c:pt>
                <c:pt idx="440">
                  <c:v>1467</c:v>
                </c:pt>
                <c:pt idx="441">
                  <c:v>1471</c:v>
                </c:pt>
                <c:pt idx="442">
                  <c:v>1474</c:v>
                </c:pt>
                <c:pt idx="443">
                  <c:v>1477</c:v>
                </c:pt>
                <c:pt idx="444">
                  <c:v>1481</c:v>
                </c:pt>
                <c:pt idx="445">
                  <c:v>1484</c:v>
                </c:pt>
                <c:pt idx="446">
                  <c:v>1487</c:v>
                </c:pt>
                <c:pt idx="447">
                  <c:v>1491</c:v>
                </c:pt>
                <c:pt idx="448">
                  <c:v>1494</c:v>
                </c:pt>
                <c:pt idx="449">
                  <c:v>1497</c:v>
                </c:pt>
                <c:pt idx="450">
                  <c:v>1501</c:v>
                </c:pt>
                <c:pt idx="451">
                  <c:v>1504</c:v>
                </c:pt>
                <c:pt idx="452">
                  <c:v>1507</c:v>
                </c:pt>
                <c:pt idx="453">
                  <c:v>1511</c:v>
                </c:pt>
                <c:pt idx="454">
                  <c:v>1514</c:v>
                </c:pt>
                <c:pt idx="455">
                  <c:v>1517</c:v>
                </c:pt>
                <c:pt idx="456">
                  <c:v>1521</c:v>
                </c:pt>
                <c:pt idx="457">
                  <c:v>1524</c:v>
                </c:pt>
                <c:pt idx="458">
                  <c:v>1527</c:v>
                </c:pt>
                <c:pt idx="459">
                  <c:v>1531</c:v>
                </c:pt>
                <c:pt idx="460">
                  <c:v>1534</c:v>
                </c:pt>
                <c:pt idx="461">
                  <c:v>1537</c:v>
                </c:pt>
                <c:pt idx="462">
                  <c:v>1541</c:v>
                </c:pt>
                <c:pt idx="463">
                  <c:v>1544</c:v>
                </c:pt>
                <c:pt idx="464">
                  <c:v>1547</c:v>
                </c:pt>
                <c:pt idx="465">
                  <c:v>1551</c:v>
                </c:pt>
                <c:pt idx="466">
                  <c:v>1554</c:v>
                </c:pt>
                <c:pt idx="467">
                  <c:v>1557</c:v>
                </c:pt>
                <c:pt idx="468">
                  <c:v>1560</c:v>
                </c:pt>
                <c:pt idx="469">
                  <c:v>1564</c:v>
                </c:pt>
                <c:pt idx="470">
                  <c:v>1567</c:v>
                </c:pt>
                <c:pt idx="471">
                  <c:v>1570</c:v>
                </c:pt>
                <c:pt idx="472">
                  <c:v>1574</c:v>
                </c:pt>
                <c:pt idx="473">
                  <c:v>1577</c:v>
                </c:pt>
                <c:pt idx="474">
                  <c:v>1580</c:v>
                </c:pt>
                <c:pt idx="475">
                  <c:v>1584</c:v>
                </c:pt>
                <c:pt idx="476">
                  <c:v>1587</c:v>
                </c:pt>
                <c:pt idx="477">
                  <c:v>1590</c:v>
                </c:pt>
                <c:pt idx="478">
                  <c:v>1594</c:v>
                </c:pt>
                <c:pt idx="479">
                  <c:v>1597</c:v>
                </c:pt>
                <c:pt idx="480">
                  <c:v>1600</c:v>
                </c:pt>
                <c:pt idx="481">
                  <c:v>1604</c:v>
                </c:pt>
                <c:pt idx="482">
                  <c:v>1607</c:v>
                </c:pt>
                <c:pt idx="483">
                  <c:v>1610</c:v>
                </c:pt>
                <c:pt idx="484">
                  <c:v>1614</c:v>
                </c:pt>
                <c:pt idx="485">
                  <c:v>1617</c:v>
                </c:pt>
                <c:pt idx="486">
                  <c:v>1620</c:v>
                </c:pt>
                <c:pt idx="487">
                  <c:v>1624</c:v>
                </c:pt>
                <c:pt idx="488">
                  <c:v>1627</c:v>
                </c:pt>
                <c:pt idx="489">
                  <c:v>1630</c:v>
                </c:pt>
                <c:pt idx="490">
                  <c:v>1634</c:v>
                </c:pt>
                <c:pt idx="491">
                  <c:v>1637</c:v>
                </c:pt>
                <c:pt idx="492">
                  <c:v>1640</c:v>
                </c:pt>
                <c:pt idx="493">
                  <c:v>1644</c:v>
                </c:pt>
                <c:pt idx="494">
                  <c:v>1647</c:v>
                </c:pt>
                <c:pt idx="495">
                  <c:v>1650</c:v>
                </c:pt>
                <c:pt idx="496">
                  <c:v>1654</c:v>
                </c:pt>
                <c:pt idx="497">
                  <c:v>1657</c:v>
                </c:pt>
                <c:pt idx="498">
                  <c:v>1660</c:v>
                </c:pt>
                <c:pt idx="499">
                  <c:v>1664</c:v>
                </c:pt>
                <c:pt idx="500">
                  <c:v>1667</c:v>
                </c:pt>
                <c:pt idx="501">
                  <c:v>1670</c:v>
                </c:pt>
                <c:pt idx="502">
                  <c:v>1674</c:v>
                </c:pt>
                <c:pt idx="503">
                  <c:v>1677</c:v>
                </c:pt>
                <c:pt idx="504">
                  <c:v>1680</c:v>
                </c:pt>
                <c:pt idx="505">
                  <c:v>1684</c:v>
                </c:pt>
                <c:pt idx="506">
                  <c:v>1687</c:v>
                </c:pt>
                <c:pt idx="507">
                  <c:v>1690</c:v>
                </c:pt>
                <c:pt idx="508">
                  <c:v>1694</c:v>
                </c:pt>
                <c:pt idx="509">
                  <c:v>1697</c:v>
                </c:pt>
                <c:pt idx="510">
                  <c:v>1700</c:v>
                </c:pt>
                <c:pt idx="511">
                  <c:v>1704</c:v>
                </c:pt>
                <c:pt idx="512">
                  <c:v>1707</c:v>
                </c:pt>
                <c:pt idx="513">
                  <c:v>1710</c:v>
                </c:pt>
                <c:pt idx="514">
                  <c:v>1714</c:v>
                </c:pt>
                <c:pt idx="515">
                  <c:v>1717</c:v>
                </c:pt>
                <c:pt idx="516">
                  <c:v>1720</c:v>
                </c:pt>
                <c:pt idx="517">
                  <c:v>1724</c:v>
                </c:pt>
                <c:pt idx="518">
                  <c:v>1727</c:v>
                </c:pt>
                <c:pt idx="519">
                  <c:v>1730</c:v>
                </c:pt>
                <c:pt idx="520">
                  <c:v>1734</c:v>
                </c:pt>
                <c:pt idx="521">
                  <c:v>1737</c:v>
                </c:pt>
                <c:pt idx="522">
                  <c:v>1740</c:v>
                </c:pt>
                <c:pt idx="523">
                  <c:v>1743</c:v>
                </c:pt>
                <c:pt idx="524">
                  <c:v>1747</c:v>
                </c:pt>
                <c:pt idx="525">
                  <c:v>1750</c:v>
                </c:pt>
                <c:pt idx="526">
                  <c:v>1753</c:v>
                </c:pt>
                <c:pt idx="527">
                  <c:v>1757</c:v>
                </c:pt>
                <c:pt idx="528">
                  <c:v>1760</c:v>
                </c:pt>
                <c:pt idx="529">
                  <c:v>1763</c:v>
                </c:pt>
                <c:pt idx="530">
                  <c:v>1767</c:v>
                </c:pt>
                <c:pt idx="531">
                  <c:v>1770</c:v>
                </c:pt>
                <c:pt idx="532">
                  <c:v>1773</c:v>
                </c:pt>
                <c:pt idx="533">
                  <c:v>1777</c:v>
                </c:pt>
                <c:pt idx="534">
                  <c:v>1780</c:v>
                </c:pt>
                <c:pt idx="535">
                  <c:v>1783</c:v>
                </c:pt>
                <c:pt idx="536">
                  <c:v>1787</c:v>
                </c:pt>
                <c:pt idx="537">
                  <c:v>1790</c:v>
                </c:pt>
                <c:pt idx="538">
                  <c:v>1793</c:v>
                </c:pt>
                <c:pt idx="539">
                  <c:v>1797</c:v>
                </c:pt>
                <c:pt idx="540">
                  <c:v>1800</c:v>
                </c:pt>
                <c:pt idx="541">
                  <c:v>1803</c:v>
                </c:pt>
                <c:pt idx="542">
                  <c:v>1807</c:v>
                </c:pt>
                <c:pt idx="543">
                  <c:v>1810</c:v>
                </c:pt>
                <c:pt idx="544">
                  <c:v>1813</c:v>
                </c:pt>
                <c:pt idx="545">
                  <c:v>1817</c:v>
                </c:pt>
                <c:pt idx="546">
                  <c:v>1820</c:v>
                </c:pt>
                <c:pt idx="547">
                  <c:v>1823</c:v>
                </c:pt>
                <c:pt idx="548">
                  <c:v>1827</c:v>
                </c:pt>
                <c:pt idx="549">
                  <c:v>1830</c:v>
                </c:pt>
                <c:pt idx="550">
                  <c:v>1833</c:v>
                </c:pt>
                <c:pt idx="551">
                  <c:v>1837</c:v>
                </c:pt>
                <c:pt idx="552">
                  <c:v>1840</c:v>
                </c:pt>
                <c:pt idx="553">
                  <c:v>1843</c:v>
                </c:pt>
                <c:pt idx="554">
                  <c:v>1847</c:v>
                </c:pt>
                <c:pt idx="555">
                  <c:v>1850</c:v>
                </c:pt>
                <c:pt idx="556">
                  <c:v>1853</c:v>
                </c:pt>
                <c:pt idx="557">
                  <c:v>1857</c:v>
                </c:pt>
                <c:pt idx="558">
                  <c:v>1860</c:v>
                </c:pt>
                <c:pt idx="559">
                  <c:v>1863</c:v>
                </c:pt>
                <c:pt idx="560">
                  <c:v>1867</c:v>
                </c:pt>
                <c:pt idx="561">
                  <c:v>1870</c:v>
                </c:pt>
                <c:pt idx="562">
                  <c:v>1873</c:v>
                </c:pt>
                <c:pt idx="563">
                  <c:v>1877</c:v>
                </c:pt>
                <c:pt idx="564">
                  <c:v>1880</c:v>
                </c:pt>
                <c:pt idx="565">
                  <c:v>1883</c:v>
                </c:pt>
                <c:pt idx="566">
                  <c:v>1887</c:v>
                </c:pt>
                <c:pt idx="567">
                  <c:v>1890</c:v>
                </c:pt>
                <c:pt idx="568">
                  <c:v>1893</c:v>
                </c:pt>
                <c:pt idx="569">
                  <c:v>1897</c:v>
                </c:pt>
                <c:pt idx="570">
                  <c:v>1900</c:v>
                </c:pt>
                <c:pt idx="571">
                  <c:v>1903</c:v>
                </c:pt>
                <c:pt idx="572">
                  <c:v>1907</c:v>
                </c:pt>
                <c:pt idx="573">
                  <c:v>1910</c:v>
                </c:pt>
                <c:pt idx="574">
                  <c:v>1913</c:v>
                </c:pt>
                <c:pt idx="575">
                  <c:v>1917</c:v>
                </c:pt>
                <c:pt idx="576">
                  <c:v>1920</c:v>
                </c:pt>
                <c:pt idx="577">
                  <c:v>1923</c:v>
                </c:pt>
                <c:pt idx="578">
                  <c:v>1926</c:v>
                </c:pt>
                <c:pt idx="579">
                  <c:v>1930</c:v>
                </c:pt>
                <c:pt idx="580">
                  <c:v>1933</c:v>
                </c:pt>
                <c:pt idx="581">
                  <c:v>1936</c:v>
                </c:pt>
                <c:pt idx="582">
                  <c:v>1940</c:v>
                </c:pt>
                <c:pt idx="583">
                  <c:v>1943</c:v>
                </c:pt>
                <c:pt idx="584">
                  <c:v>1946</c:v>
                </c:pt>
                <c:pt idx="585">
                  <c:v>1950</c:v>
                </c:pt>
                <c:pt idx="586">
                  <c:v>1953</c:v>
                </c:pt>
                <c:pt idx="587">
                  <c:v>1956</c:v>
                </c:pt>
                <c:pt idx="588">
                  <c:v>1960</c:v>
                </c:pt>
                <c:pt idx="589">
                  <c:v>1963</c:v>
                </c:pt>
                <c:pt idx="590">
                  <c:v>1966</c:v>
                </c:pt>
                <c:pt idx="591">
                  <c:v>1970</c:v>
                </c:pt>
                <c:pt idx="592">
                  <c:v>1973</c:v>
                </c:pt>
                <c:pt idx="593">
                  <c:v>1976</c:v>
                </c:pt>
                <c:pt idx="594">
                  <c:v>1980</c:v>
                </c:pt>
                <c:pt idx="595">
                  <c:v>1983</c:v>
                </c:pt>
                <c:pt idx="596">
                  <c:v>1986</c:v>
                </c:pt>
                <c:pt idx="597">
                  <c:v>1990</c:v>
                </c:pt>
                <c:pt idx="598">
                  <c:v>1993</c:v>
                </c:pt>
                <c:pt idx="599">
                  <c:v>1996</c:v>
                </c:pt>
                <c:pt idx="600">
                  <c:v>2000</c:v>
                </c:pt>
                <c:pt idx="601">
                  <c:v>2003</c:v>
                </c:pt>
                <c:pt idx="602">
                  <c:v>2006</c:v>
                </c:pt>
                <c:pt idx="603">
                  <c:v>2010</c:v>
                </c:pt>
                <c:pt idx="604">
                  <c:v>2013</c:v>
                </c:pt>
                <c:pt idx="605">
                  <c:v>2016</c:v>
                </c:pt>
                <c:pt idx="606">
                  <c:v>2020</c:v>
                </c:pt>
                <c:pt idx="607">
                  <c:v>2023</c:v>
                </c:pt>
                <c:pt idx="608">
                  <c:v>2026</c:v>
                </c:pt>
                <c:pt idx="609">
                  <c:v>2030</c:v>
                </c:pt>
                <c:pt idx="610">
                  <c:v>2033</c:v>
                </c:pt>
                <c:pt idx="611">
                  <c:v>2036</c:v>
                </c:pt>
                <c:pt idx="612">
                  <c:v>2040</c:v>
                </c:pt>
                <c:pt idx="613">
                  <c:v>2043</c:v>
                </c:pt>
                <c:pt idx="614">
                  <c:v>2046</c:v>
                </c:pt>
                <c:pt idx="615">
                  <c:v>2050</c:v>
                </c:pt>
                <c:pt idx="616">
                  <c:v>2053</c:v>
                </c:pt>
                <c:pt idx="617">
                  <c:v>2056</c:v>
                </c:pt>
                <c:pt idx="618">
                  <c:v>2060</c:v>
                </c:pt>
                <c:pt idx="619">
                  <c:v>2063</c:v>
                </c:pt>
                <c:pt idx="620">
                  <c:v>2066</c:v>
                </c:pt>
                <c:pt idx="621">
                  <c:v>2070</c:v>
                </c:pt>
                <c:pt idx="622">
                  <c:v>2073</c:v>
                </c:pt>
                <c:pt idx="623">
                  <c:v>2076</c:v>
                </c:pt>
                <c:pt idx="624">
                  <c:v>2080</c:v>
                </c:pt>
                <c:pt idx="625">
                  <c:v>2083</c:v>
                </c:pt>
                <c:pt idx="626">
                  <c:v>2086</c:v>
                </c:pt>
                <c:pt idx="627">
                  <c:v>2090</c:v>
                </c:pt>
                <c:pt idx="628">
                  <c:v>2093</c:v>
                </c:pt>
                <c:pt idx="629">
                  <c:v>2096</c:v>
                </c:pt>
                <c:pt idx="630">
                  <c:v>2100</c:v>
                </c:pt>
                <c:pt idx="631">
                  <c:v>2103</c:v>
                </c:pt>
                <c:pt idx="632">
                  <c:v>2106</c:v>
                </c:pt>
                <c:pt idx="633">
                  <c:v>2109</c:v>
                </c:pt>
                <c:pt idx="634">
                  <c:v>2113</c:v>
                </c:pt>
                <c:pt idx="635">
                  <c:v>2116</c:v>
                </c:pt>
                <c:pt idx="636">
                  <c:v>2119</c:v>
                </c:pt>
                <c:pt idx="637">
                  <c:v>2123</c:v>
                </c:pt>
                <c:pt idx="638">
                  <c:v>2126</c:v>
                </c:pt>
                <c:pt idx="639">
                  <c:v>2129</c:v>
                </c:pt>
                <c:pt idx="640">
                  <c:v>2133</c:v>
                </c:pt>
                <c:pt idx="641">
                  <c:v>2136</c:v>
                </c:pt>
                <c:pt idx="642">
                  <c:v>2139</c:v>
                </c:pt>
                <c:pt idx="643">
                  <c:v>2143</c:v>
                </c:pt>
                <c:pt idx="644">
                  <c:v>2146</c:v>
                </c:pt>
                <c:pt idx="645">
                  <c:v>2149</c:v>
                </c:pt>
                <c:pt idx="646">
                  <c:v>2153</c:v>
                </c:pt>
                <c:pt idx="647">
                  <c:v>2156</c:v>
                </c:pt>
                <c:pt idx="648">
                  <c:v>2159</c:v>
                </c:pt>
                <c:pt idx="649">
                  <c:v>2163</c:v>
                </c:pt>
                <c:pt idx="650">
                  <c:v>2166</c:v>
                </c:pt>
                <c:pt idx="651">
                  <c:v>2169</c:v>
                </c:pt>
                <c:pt idx="652">
                  <c:v>2173</c:v>
                </c:pt>
                <c:pt idx="653">
                  <c:v>2176</c:v>
                </c:pt>
                <c:pt idx="654">
                  <c:v>2179</c:v>
                </c:pt>
                <c:pt idx="655">
                  <c:v>2183</c:v>
                </c:pt>
                <c:pt idx="656">
                  <c:v>2186</c:v>
                </c:pt>
                <c:pt idx="657">
                  <c:v>2189</c:v>
                </c:pt>
                <c:pt idx="658">
                  <c:v>2193</c:v>
                </c:pt>
                <c:pt idx="659">
                  <c:v>2196</c:v>
                </c:pt>
                <c:pt idx="660">
                  <c:v>2199</c:v>
                </c:pt>
                <c:pt idx="661">
                  <c:v>2203</c:v>
                </c:pt>
                <c:pt idx="662">
                  <c:v>2206</c:v>
                </c:pt>
                <c:pt idx="663">
                  <c:v>2209</c:v>
                </c:pt>
                <c:pt idx="664">
                  <c:v>2213</c:v>
                </c:pt>
                <c:pt idx="665">
                  <c:v>2216</c:v>
                </c:pt>
                <c:pt idx="666">
                  <c:v>2219</c:v>
                </c:pt>
                <c:pt idx="667">
                  <c:v>2223</c:v>
                </c:pt>
                <c:pt idx="668">
                  <c:v>2226</c:v>
                </c:pt>
                <c:pt idx="669">
                  <c:v>2229</c:v>
                </c:pt>
                <c:pt idx="670">
                  <c:v>2233</c:v>
                </c:pt>
                <c:pt idx="671">
                  <c:v>2236</c:v>
                </c:pt>
                <c:pt idx="672">
                  <c:v>2239</c:v>
                </c:pt>
                <c:pt idx="673">
                  <c:v>2243</c:v>
                </c:pt>
                <c:pt idx="674">
                  <c:v>2246</c:v>
                </c:pt>
                <c:pt idx="675">
                  <c:v>2249</c:v>
                </c:pt>
                <c:pt idx="676">
                  <c:v>2253</c:v>
                </c:pt>
                <c:pt idx="677">
                  <c:v>2256</c:v>
                </c:pt>
                <c:pt idx="678">
                  <c:v>2259</c:v>
                </c:pt>
                <c:pt idx="679">
                  <c:v>2263</c:v>
                </c:pt>
                <c:pt idx="680">
                  <c:v>2266</c:v>
                </c:pt>
                <c:pt idx="681">
                  <c:v>2269</c:v>
                </c:pt>
                <c:pt idx="682">
                  <c:v>2273</c:v>
                </c:pt>
                <c:pt idx="683">
                  <c:v>2276</c:v>
                </c:pt>
                <c:pt idx="684">
                  <c:v>2279</c:v>
                </c:pt>
                <c:pt idx="685">
                  <c:v>2283</c:v>
                </c:pt>
                <c:pt idx="686">
                  <c:v>2286</c:v>
                </c:pt>
                <c:pt idx="687">
                  <c:v>2289</c:v>
                </c:pt>
                <c:pt idx="688">
                  <c:v>2292</c:v>
                </c:pt>
                <c:pt idx="689">
                  <c:v>2296</c:v>
                </c:pt>
                <c:pt idx="690">
                  <c:v>2299</c:v>
                </c:pt>
                <c:pt idx="691">
                  <c:v>2302</c:v>
                </c:pt>
                <c:pt idx="692">
                  <c:v>2306</c:v>
                </c:pt>
                <c:pt idx="693">
                  <c:v>2309</c:v>
                </c:pt>
                <c:pt idx="694">
                  <c:v>2312</c:v>
                </c:pt>
                <c:pt idx="695">
                  <c:v>2316</c:v>
                </c:pt>
                <c:pt idx="696">
                  <c:v>2319</c:v>
                </c:pt>
                <c:pt idx="697">
                  <c:v>2322</c:v>
                </c:pt>
                <c:pt idx="698">
                  <c:v>2326</c:v>
                </c:pt>
                <c:pt idx="699">
                  <c:v>2329</c:v>
                </c:pt>
                <c:pt idx="700">
                  <c:v>2332</c:v>
                </c:pt>
                <c:pt idx="701">
                  <c:v>2336</c:v>
                </c:pt>
                <c:pt idx="702">
                  <c:v>2339</c:v>
                </c:pt>
                <c:pt idx="703">
                  <c:v>2342</c:v>
                </c:pt>
                <c:pt idx="704">
                  <c:v>2346</c:v>
                </c:pt>
                <c:pt idx="705">
                  <c:v>2349</c:v>
                </c:pt>
                <c:pt idx="706">
                  <c:v>2352</c:v>
                </c:pt>
                <c:pt idx="707">
                  <c:v>2356</c:v>
                </c:pt>
                <c:pt idx="708">
                  <c:v>2359</c:v>
                </c:pt>
                <c:pt idx="709">
                  <c:v>2362</c:v>
                </c:pt>
                <c:pt idx="710">
                  <c:v>2366</c:v>
                </c:pt>
                <c:pt idx="711">
                  <c:v>2369</c:v>
                </c:pt>
                <c:pt idx="712">
                  <c:v>2372</c:v>
                </c:pt>
                <c:pt idx="713">
                  <c:v>2376</c:v>
                </c:pt>
                <c:pt idx="714">
                  <c:v>2379</c:v>
                </c:pt>
                <c:pt idx="715">
                  <c:v>2382</c:v>
                </c:pt>
                <c:pt idx="716">
                  <c:v>2386</c:v>
                </c:pt>
                <c:pt idx="717">
                  <c:v>2389</c:v>
                </c:pt>
                <c:pt idx="718">
                  <c:v>2392</c:v>
                </c:pt>
                <c:pt idx="719">
                  <c:v>2396</c:v>
                </c:pt>
                <c:pt idx="720">
                  <c:v>2399</c:v>
                </c:pt>
                <c:pt idx="721">
                  <c:v>2402</c:v>
                </c:pt>
                <c:pt idx="722">
                  <c:v>2406</c:v>
                </c:pt>
                <c:pt idx="723">
                  <c:v>2409</c:v>
                </c:pt>
                <c:pt idx="724">
                  <c:v>2412</c:v>
                </c:pt>
                <c:pt idx="725">
                  <c:v>2416</c:v>
                </c:pt>
                <c:pt idx="726">
                  <c:v>2419</c:v>
                </c:pt>
                <c:pt idx="727">
                  <c:v>2422</c:v>
                </c:pt>
                <c:pt idx="728">
                  <c:v>2426</c:v>
                </c:pt>
                <c:pt idx="729">
                  <c:v>2429</c:v>
                </c:pt>
                <c:pt idx="730">
                  <c:v>2432</c:v>
                </c:pt>
                <c:pt idx="731">
                  <c:v>2436</c:v>
                </c:pt>
                <c:pt idx="732">
                  <c:v>2439</c:v>
                </c:pt>
                <c:pt idx="733">
                  <c:v>2442</c:v>
                </c:pt>
                <c:pt idx="734">
                  <c:v>2446</c:v>
                </c:pt>
                <c:pt idx="735">
                  <c:v>2449</c:v>
                </c:pt>
                <c:pt idx="736">
                  <c:v>2452</c:v>
                </c:pt>
                <c:pt idx="737">
                  <c:v>2456</c:v>
                </c:pt>
                <c:pt idx="738">
                  <c:v>2459</c:v>
                </c:pt>
                <c:pt idx="739">
                  <c:v>2462</c:v>
                </c:pt>
                <c:pt idx="740">
                  <c:v>2466</c:v>
                </c:pt>
                <c:pt idx="741">
                  <c:v>2469</c:v>
                </c:pt>
                <c:pt idx="742">
                  <c:v>2472</c:v>
                </c:pt>
                <c:pt idx="743">
                  <c:v>2475</c:v>
                </c:pt>
                <c:pt idx="744">
                  <c:v>2479</c:v>
                </c:pt>
                <c:pt idx="745">
                  <c:v>2482</c:v>
                </c:pt>
                <c:pt idx="746">
                  <c:v>2485</c:v>
                </c:pt>
                <c:pt idx="747">
                  <c:v>2489</c:v>
                </c:pt>
                <c:pt idx="748">
                  <c:v>2492</c:v>
                </c:pt>
                <c:pt idx="749">
                  <c:v>2495</c:v>
                </c:pt>
                <c:pt idx="750">
                  <c:v>2499</c:v>
                </c:pt>
                <c:pt idx="751">
                  <c:v>2502</c:v>
                </c:pt>
                <c:pt idx="752">
                  <c:v>2505</c:v>
                </c:pt>
                <c:pt idx="753">
                  <c:v>2509</c:v>
                </c:pt>
                <c:pt idx="754">
                  <c:v>2512</c:v>
                </c:pt>
                <c:pt idx="755">
                  <c:v>2515</c:v>
                </c:pt>
                <c:pt idx="756">
                  <c:v>2519</c:v>
                </c:pt>
                <c:pt idx="757">
                  <c:v>2522</c:v>
                </c:pt>
                <c:pt idx="758">
                  <c:v>2525</c:v>
                </c:pt>
                <c:pt idx="759">
                  <c:v>2529</c:v>
                </c:pt>
                <c:pt idx="760">
                  <c:v>2532</c:v>
                </c:pt>
                <c:pt idx="761">
                  <c:v>2535</c:v>
                </c:pt>
                <c:pt idx="762">
                  <c:v>2539</c:v>
                </c:pt>
                <c:pt idx="763">
                  <c:v>2542</c:v>
                </c:pt>
                <c:pt idx="764">
                  <c:v>2545</c:v>
                </c:pt>
                <c:pt idx="765">
                  <c:v>2549</c:v>
                </c:pt>
                <c:pt idx="766">
                  <c:v>2552</c:v>
                </c:pt>
                <c:pt idx="767">
                  <c:v>2555</c:v>
                </c:pt>
                <c:pt idx="768">
                  <c:v>2559</c:v>
                </c:pt>
                <c:pt idx="769">
                  <c:v>2562</c:v>
                </c:pt>
                <c:pt idx="770">
                  <c:v>2565</c:v>
                </c:pt>
                <c:pt idx="771">
                  <c:v>2569</c:v>
                </c:pt>
                <c:pt idx="772">
                  <c:v>2572</c:v>
                </c:pt>
                <c:pt idx="773">
                  <c:v>2575</c:v>
                </c:pt>
                <c:pt idx="774">
                  <c:v>2579</c:v>
                </c:pt>
                <c:pt idx="775">
                  <c:v>2582</c:v>
                </c:pt>
                <c:pt idx="776">
                  <c:v>2585</c:v>
                </c:pt>
                <c:pt idx="777">
                  <c:v>2589</c:v>
                </c:pt>
                <c:pt idx="778">
                  <c:v>2592</c:v>
                </c:pt>
                <c:pt idx="779">
                  <c:v>2595</c:v>
                </c:pt>
                <c:pt idx="780">
                  <c:v>2599</c:v>
                </c:pt>
                <c:pt idx="781">
                  <c:v>2602</c:v>
                </c:pt>
                <c:pt idx="782">
                  <c:v>2605</c:v>
                </c:pt>
                <c:pt idx="783">
                  <c:v>2609</c:v>
                </c:pt>
                <c:pt idx="784">
                  <c:v>2612</c:v>
                </c:pt>
                <c:pt idx="785">
                  <c:v>2615</c:v>
                </c:pt>
                <c:pt idx="786">
                  <c:v>2619</c:v>
                </c:pt>
                <c:pt idx="787">
                  <c:v>2622</c:v>
                </c:pt>
                <c:pt idx="788">
                  <c:v>2625</c:v>
                </c:pt>
                <c:pt idx="789">
                  <c:v>2629</c:v>
                </c:pt>
                <c:pt idx="790">
                  <c:v>2632</c:v>
                </c:pt>
                <c:pt idx="791">
                  <c:v>2635</c:v>
                </c:pt>
                <c:pt idx="792">
                  <c:v>2639</c:v>
                </c:pt>
                <c:pt idx="793">
                  <c:v>2642</c:v>
                </c:pt>
                <c:pt idx="794">
                  <c:v>2645</c:v>
                </c:pt>
                <c:pt idx="795">
                  <c:v>2649</c:v>
                </c:pt>
                <c:pt idx="796">
                  <c:v>2652</c:v>
                </c:pt>
                <c:pt idx="797">
                  <c:v>2655</c:v>
                </c:pt>
                <c:pt idx="798">
                  <c:v>2658</c:v>
                </c:pt>
                <c:pt idx="799">
                  <c:v>2662</c:v>
                </c:pt>
                <c:pt idx="800">
                  <c:v>2665</c:v>
                </c:pt>
                <c:pt idx="801">
                  <c:v>2668</c:v>
                </c:pt>
                <c:pt idx="802">
                  <c:v>2672</c:v>
                </c:pt>
                <c:pt idx="803">
                  <c:v>2675</c:v>
                </c:pt>
                <c:pt idx="804">
                  <c:v>2678</c:v>
                </c:pt>
                <c:pt idx="805">
                  <c:v>2682</c:v>
                </c:pt>
                <c:pt idx="806">
                  <c:v>2685</c:v>
                </c:pt>
                <c:pt idx="807">
                  <c:v>2688</c:v>
                </c:pt>
                <c:pt idx="808">
                  <c:v>2692</c:v>
                </c:pt>
                <c:pt idx="809">
                  <c:v>2695</c:v>
                </c:pt>
                <c:pt idx="810">
                  <c:v>2698</c:v>
                </c:pt>
                <c:pt idx="811">
                  <c:v>2702</c:v>
                </c:pt>
                <c:pt idx="812">
                  <c:v>2705</c:v>
                </c:pt>
                <c:pt idx="813">
                  <c:v>2708</c:v>
                </c:pt>
                <c:pt idx="814">
                  <c:v>2712</c:v>
                </c:pt>
                <c:pt idx="815">
                  <c:v>2715</c:v>
                </c:pt>
                <c:pt idx="816">
                  <c:v>2718</c:v>
                </c:pt>
                <c:pt idx="817">
                  <c:v>2722</c:v>
                </c:pt>
                <c:pt idx="818">
                  <c:v>2725</c:v>
                </c:pt>
                <c:pt idx="819">
                  <c:v>2728</c:v>
                </c:pt>
                <c:pt idx="820">
                  <c:v>2732</c:v>
                </c:pt>
                <c:pt idx="821">
                  <c:v>2735</c:v>
                </c:pt>
                <c:pt idx="822">
                  <c:v>2738</c:v>
                </c:pt>
                <c:pt idx="823">
                  <c:v>2742</c:v>
                </c:pt>
                <c:pt idx="824">
                  <c:v>2745</c:v>
                </c:pt>
                <c:pt idx="825">
                  <c:v>2748</c:v>
                </c:pt>
                <c:pt idx="826">
                  <c:v>2752</c:v>
                </c:pt>
                <c:pt idx="827">
                  <c:v>2755</c:v>
                </c:pt>
                <c:pt idx="828">
                  <c:v>2758</c:v>
                </c:pt>
                <c:pt idx="829">
                  <c:v>2762</c:v>
                </c:pt>
                <c:pt idx="830">
                  <c:v>2765</c:v>
                </c:pt>
                <c:pt idx="831">
                  <c:v>2768</c:v>
                </c:pt>
                <c:pt idx="832">
                  <c:v>2772</c:v>
                </c:pt>
                <c:pt idx="833">
                  <c:v>2775</c:v>
                </c:pt>
                <c:pt idx="834">
                  <c:v>2778</c:v>
                </c:pt>
                <c:pt idx="835">
                  <c:v>2782</c:v>
                </c:pt>
                <c:pt idx="836">
                  <c:v>2785</c:v>
                </c:pt>
                <c:pt idx="837">
                  <c:v>2788</c:v>
                </c:pt>
                <c:pt idx="838">
                  <c:v>2792</c:v>
                </c:pt>
                <c:pt idx="839">
                  <c:v>2795</c:v>
                </c:pt>
                <c:pt idx="840">
                  <c:v>2798</c:v>
                </c:pt>
                <c:pt idx="841">
                  <c:v>2802</c:v>
                </c:pt>
                <c:pt idx="842">
                  <c:v>2805</c:v>
                </c:pt>
                <c:pt idx="843">
                  <c:v>2808</c:v>
                </c:pt>
                <c:pt idx="844">
                  <c:v>2812</c:v>
                </c:pt>
                <c:pt idx="845">
                  <c:v>2815</c:v>
                </c:pt>
                <c:pt idx="846">
                  <c:v>2818</c:v>
                </c:pt>
                <c:pt idx="847">
                  <c:v>2822</c:v>
                </c:pt>
                <c:pt idx="848">
                  <c:v>2825</c:v>
                </c:pt>
                <c:pt idx="849">
                  <c:v>2828</c:v>
                </c:pt>
                <c:pt idx="850">
                  <c:v>2832</c:v>
                </c:pt>
                <c:pt idx="851">
                  <c:v>2835</c:v>
                </c:pt>
                <c:pt idx="852">
                  <c:v>2838</c:v>
                </c:pt>
                <c:pt idx="853">
                  <c:v>2841</c:v>
                </c:pt>
                <c:pt idx="854">
                  <c:v>2845</c:v>
                </c:pt>
                <c:pt idx="855">
                  <c:v>2848</c:v>
                </c:pt>
                <c:pt idx="856">
                  <c:v>2851</c:v>
                </c:pt>
                <c:pt idx="857">
                  <c:v>2855</c:v>
                </c:pt>
                <c:pt idx="858">
                  <c:v>2858</c:v>
                </c:pt>
                <c:pt idx="859">
                  <c:v>2861</c:v>
                </c:pt>
                <c:pt idx="860">
                  <c:v>2865</c:v>
                </c:pt>
                <c:pt idx="861">
                  <c:v>2868</c:v>
                </c:pt>
                <c:pt idx="862">
                  <c:v>2871</c:v>
                </c:pt>
                <c:pt idx="863">
                  <c:v>2875</c:v>
                </c:pt>
                <c:pt idx="864">
                  <c:v>2878</c:v>
                </c:pt>
                <c:pt idx="865">
                  <c:v>2881</c:v>
                </c:pt>
                <c:pt idx="866">
                  <c:v>2885</c:v>
                </c:pt>
                <c:pt idx="867">
                  <c:v>2888</c:v>
                </c:pt>
                <c:pt idx="868">
                  <c:v>2891</c:v>
                </c:pt>
                <c:pt idx="869">
                  <c:v>2895</c:v>
                </c:pt>
                <c:pt idx="870">
                  <c:v>2898</c:v>
                </c:pt>
                <c:pt idx="871">
                  <c:v>2901</c:v>
                </c:pt>
                <c:pt idx="872">
                  <c:v>2905</c:v>
                </c:pt>
                <c:pt idx="873">
                  <c:v>2908</c:v>
                </c:pt>
                <c:pt idx="874">
                  <c:v>2911</c:v>
                </c:pt>
                <c:pt idx="875">
                  <c:v>2915</c:v>
                </c:pt>
                <c:pt idx="876">
                  <c:v>2918</c:v>
                </c:pt>
                <c:pt idx="877">
                  <c:v>2921</c:v>
                </c:pt>
                <c:pt idx="878">
                  <c:v>2925</c:v>
                </c:pt>
                <c:pt idx="879">
                  <c:v>2928</c:v>
                </c:pt>
                <c:pt idx="880">
                  <c:v>2931</c:v>
                </c:pt>
                <c:pt idx="881">
                  <c:v>2935</c:v>
                </c:pt>
                <c:pt idx="882">
                  <c:v>2938</c:v>
                </c:pt>
                <c:pt idx="883">
                  <c:v>2941</c:v>
                </c:pt>
                <c:pt idx="884">
                  <c:v>2945</c:v>
                </c:pt>
                <c:pt idx="885">
                  <c:v>2948</c:v>
                </c:pt>
                <c:pt idx="886">
                  <c:v>2951</c:v>
                </c:pt>
                <c:pt idx="887">
                  <c:v>2955</c:v>
                </c:pt>
                <c:pt idx="888">
                  <c:v>2958</c:v>
                </c:pt>
                <c:pt idx="889">
                  <c:v>2961</c:v>
                </c:pt>
                <c:pt idx="890">
                  <c:v>2965</c:v>
                </c:pt>
                <c:pt idx="891">
                  <c:v>2968</c:v>
                </c:pt>
                <c:pt idx="892">
                  <c:v>2971</c:v>
                </c:pt>
                <c:pt idx="893">
                  <c:v>2975</c:v>
                </c:pt>
                <c:pt idx="894">
                  <c:v>2978</c:v>
                </c:pt>
                <c:pt idx="895">
                  <c:v>2981</c:v>
                </c:pt>
                <c:pt idx="896">
                  <c:v>2985</c:v>
                </c:pt>
                <c:pt idx="897">
                  <c:v>2988</c:v>
                </c:pt>
                <c:pt idx="898">
                  <c:v>2991</c:v>
                </c:pt>
                <c:pt idx="899">
                  <c:v>2995</c:v>
                </c:pt>
                <c:pt idx="900">
                  <c:v>2998</c:v>
                </c:pt>
                <c:pt idx="901">
                  <c:v>3001</c:v>
                </c:pt>
                <c:pt idx="902">
                  <c:v>3005</c:v>
                </c:pt>
                <c:pt idx="903">
                  <c:v>3008</c:v>
                </c:pt>
                <c:pt idx="904">
                  <c:v>3011</c:v>
                </c:pt>
                <c:pt idx="905">
                  <c:v>3015</c:v>
                </c:pt>
                <c:pt idx="906">
                  <c:v>3018</c:v>
                </c:pt>
                <c:pt idx="907">
                  <c:v>3021</c:v>
                </c:pt>
                <c:pt idx="908">
                  <c:v>3024</c:v>
                </c:pt>
                <c:pt idx="909">
                  <c:v>3028</c:v>
                </c:pt>
                <c:pt idx="910">
                  <c:v>3031</c:v>
                </c:pt>
                <c:pt idx="911">
                  <c:v>3034</c:v>
                </c:pt>
                <c:pt idx="912">
                  <c:v>3038</c:v>
                </c:pt>
                <c:pt idx="913">
                  <c:v>3041</c:v>
                </c:pt>
                <c:pt idx="914">
                  <c:v>3044</c:v>
                </c:pt>
                <c:pt idx="915">
                  <c:v>3048</c:v>
                </c:pt>
                <c:pt idx="916">
                  <c:v>3051</c:v>
                </c:pt>
                <c:pt idx="917">
                  <c:v>3054</c:v>
                </c:pt>
                <c:pt idx="918">
                  <c:v>3058</c:v>
                </c:pt>
                <c:pt idx="919">
                  <c:v>3061</c:v>
                </c:pt>
                <c:pt idx="920">
                  <c:v>3064</c:v>
                </c:pt>
                <c:pt idx="921">
                  <c:v>3068</c:v>
                </c:pt>
                <c:pt idx="922">
                  <c:v>3071</c:v>
                </c:pt>
                <c:pt idx="923">
                  <c:v>3074</c:v>
                </c:pt>
                <c:pt idx="924">
                  <c:v>3078</c:v>
                </c:pt>
                <c:pt idx="925">
                  <c:v>3081</c:v>
                </c:pt>
                <c:pt idx="926">
                  <c:v>3084</c:v>
                </c:pt>
                <c:pt idx="927">
                  <c:v>3088</c:v>
                </c:pt>
                <c:pt idx="928">
                  <c:v>3091</c:v>
                </c:pt>
                <c:pt idx="929">
                  <c:v>3094</c:v>
                </c:pt>
                <c:pt idx="930">
                  <c:v>3098</c:v>
                </c:pt>
                <c:pt idx="931">
                  <c:v>3101</c:v>
                </c:pt>
                <c:pt idx="932">
                  <c:v>3104</c:v>
                </c:pt>
                <c:pt idx="933">
                  <c:v>3108</c:v>
                </c:pt>
                <c:pt idx="934">
                  <c:v>3111</c:v>
                </c:pt>
                <c:pt idx="935">
                  <c:v>3114</c:v>
                </c:pt>
                <c:pt idx="936">
                  <c:v>3118</c:v>
                </c:pt>
                <c:pt idx="937">
                  <c:v>3121</c:v>
                </c:pt>
                <c:pt idx="938">
                  <c:v>3124</c:v>
                </c:pt>
                <c:pt idx="939">
                  <c:v>3128</c:v>
                </c:pt>
                <c:pt idx="940">
                  <c:v>3131</c:v>
                </c:pt>
                <c:pt idx="941">
                  <c:v>3134</c:v>
                </c:pt>
                <c:pt idx="942">
                  <c:v>3138</c:v>
                </c:pt>
                <c:pt idx="943">
                  <c:v>3141</c:v>
                </c:pt>
                <c:pt idx="944">
                  <c:v>3144</c:v>
                </c:pt>
                <c:pt idx="945">
                  <c:v>3148</c:v>
                </c:pt>
                <c:pt idx="946">
                  <c:v>3151</c:v>
                </c:pt>
                <c:pt idx="947">
                  <c:v>3154</c:v>
                </c:pt>
                <c:pt idx="948">
                  <c:v>3158</c:v>
                </c:pt>
                <c:pt idx="949">
                  <c:v>3161</c:v>
                </c:pt>
                <c:pt idx="950">
                  <c:v>3164</c:v>
                </c:pt>
                <c:pt idx="951">
                  <c:v>3168</c:v>
                </c:pt>
                <c:pt idx="952">
                  <c:v>3171</c:v>
                </c:pt>
                <c:pt idx="953">
                  <c:v>3174</c:v>
                </c:pt>
                <c:pt idx="954">
                  <c:v>3178</c:v>
                </c:pt>
                <c:pt idx="955">
                  <c:v>3181</c:v>
                </c:pt>
                <c:pt idx="956">
                  <c:v>3184</c:v>
                </c:pt>
                <c:pt idx="957">
                  <c:v>3188</c:v>
                </c:pt>
                <c:pt idx="958">
                  <c:v>3191</c:v>
                </c:pt>
                <c:pt idx="959">
                  <c:v>3194</c:v>
                </c:pt>
                <c:pt idx="960">
                  <c:v>3198</c:v>
                </c:pt>
                <c:pt idx="961">
                  <c:v>3201</c:v>
                </c:pt>
                <c:pt idx="962">
                  <c:v>3204</c:v>
                </c:pt>
                <c:pt idx="963">
                  <c:v>3207</c:v>
                </c:pt>
                <c:pt idx="964">
                  <c:v>3211</c:v>
                </c:pt>
                <c:pt idx="965">
                  <c:v>3214</c:v>
                </c:pt>
                <c:pt idx="966">
                  <c:v>3217</c:v>
                </c:pt>
                <c:pt idx="967">
                  <c:v>3221</c:v>
                </c:pt>
                <c:pt idx="968">
                  <c:v>3224</c:v>
                </c:pt>
                <c:pt idx="969">
                  <c:v>3227</c:v>
                </c:pt>
                <c:pt idx="970">
                  <c:v>3231</c:v>
                </c:pt>
                <c:pt idx="971">
                  <c:v>3234</c:v>
                </c:pt>
                <c:pt idx="972">
                  <c:v>3237</c:v>
                </c:pt>
                <c:pt idx="973">
                  <c:v>3241</c:v>
                </c:pt>
                <c:pt idx="974">
                  <c:v>3244</c:v>
                </c:pt>
                <c:pt idx="975">
                  <c:v>3247</c:v>
                </c:pt>
                <c:pt idx="976">
                  <c:v>3251</c:v>
                </c:pt>
                <c:pt idx="977">
                  <c:v>3254</c:v>
                </c:pt>
                <c:pt idx="978">
                  <c:v>3257</c:v>
                </c:pt>
                <c:pt idx="979">
                  <c:v>3261</c:v>
                </c:pt>
                <c:pt idx="980">
                  <c:v>3264</c:v>
                </c:pt>
                <c:pt idx="981">
                  <c:v>3267</c:v>
                </c:pt>
                <c:pt idx="982">
                  <c:v>3271</c:v>
                </c:pt>
                <c:pt idx="983">
                  <c:v>3274</c:v>
                </c:pt>
                <c:pt idx="984">
                  <c:v>3277</c:v>
                </c:pt>
                <c:pt idx="985">
                  <c:v>3281</c:v>
                </c:pt>
                <c:pt idx="986">
                  <c:v>3284</c:v>
                </c:pt>
                <c:pt idx="987">
                  <c:v>3287</c:v>
                </c:pt>
                <c:pt idx="988">
                  <c:v>3291</c:v>
                </c:pt>
                <c:pt idx="989">
                  <c:v>3294</c:v>
                </c:pt>
                <c:pt idx="990">
                  <c:v>3297</c:v>
                </c:pt>
                <c:pt idx="991">
                  <c:v>3301</c:v>
                </c:pt>
                <c:pt idx="992">
                  <c:v>3304</c:v>
                </c:pt>
                <c:pt idx="993">
                  <c:v>3307</c:v>
                </c:pt>
                <c:pt idx="994">
                  <c:v>3311</c:v>
                </c:pt>
                <c:pt idx="995">
                  <c:v>3314</c:v>
                </c:pt>
                <c:pt idx="996">
                  <c:v>3317</c:v>
                </c:pt>
                <c:pt idx="997">
                  <c:v>3321</c:v>
                </c:pt>
                <c:pt idx="998">
                  <c:v>3324</c:v>
                </c:pt>
                <c:pt idx="999">
                  <c:v>3327</c:v>
                </c:pt>
                <c:pt idx="1000">
                  <c:v>3331</c:v>
                </c:pt>
                <c:pt idx="1001">
                  <c:v>3334</c:v>
                </c:pt>
                <c:pt idx="1002">
                  <c:v>3337</c:v>
                </c:pt>
                <c:pt idx="1003">
                  <c:v>3341</c:v>
                </c:pt>
                <c:pt idx="1004">
                  <c:v>3344</c:v>
                </c:pt>
                <c:pt idx="1005">
                  <c:v>3347</c:v>
                </c:pt>
                <c:pt idx="1006">
                  <c:v>3351</c:v>
                </c:pt>
                <c:pt idx="1007">
                  <c:v>3354</c:v>
                </c:pt>
                <c:pt idx="1008">
                  <c:v>3357</c:v>
                </c:pt>
                <c:pt idx="1009">
                  <c:v>3361</c:v>
                </c:pt>
                <c:pt idx="1010">
                  <c:v>3364</c:v>
                </c:pt>
                <c:pt idx="1011">
                  <c:v>3367</c:v>
                </c:pt>
                <c:pt idx="1012">
                  <c:v>3371</c:v>
                </c:pt>
                <c:pt idx="1013">
                  <c:v>3374</c:v>
                </c:pt>
                <c:pt idx="1014">
                  <c:v>3377</c:v>
                </c:pt>
                <c:pt idx="1015">
                  <c:v>3381</c:v>
                </c:pt>
                <c:pt idx="1016">
                  <c:v>3384</c:v>
                </c:pt>
                <c:pt idx="1017">
                  <c:v>3387</c:v>
                </c:pt>
                <c:pt idx="1018">
                  <c:v>3390</c:v>
                </c:pt>
                <c:pt idx="1019">
                  <c:v>3394</c:v>
                </c:pt>
                <c:pt idx="1020">
                  <c:v>3397</c:v>
                </c:pt>
                <c:pt idx="1021">
                  <c:v>3400</c:v>
                </c:pt>
                <c:pt idx="1022">
                  <c:v>3404</c:v>
                </c:pt>
                <c:pt idx="1023">
                  <c:v>3407</c:v>
                </c:pt>
                <c:pt idx="1024">
                  <c:v>3410</c:v>
                </c:pt>
                <c:pt idx="1025">
                  <c:v>3414</c:v>
                </c:pt>
                <c:pt idx="1026">
                  <c:v>3417</c:v>
                </c:pt>
                <c:pt idx="1027">
                  <c:v>3420</c:v>
                </c:pt>
                <c:pt idx="1028">
                  <c:v>3424</c:v>
                </c:pt>
                <c:pt idx="1029">
                  <c:v>3427</c:v>
                </c:pt>
                <c:pt idx="1030">
                  <c:v>3430</c:v>
                </c:pt>
                <c:pt idx="1031">
                  <c:v>3434</c:v>
                </c:pt>
                <c:pt idx="1032">
                  <c:v>3437</c:v>
                </c:pt>
                <c:pt idx="1033">
                  <c:v>3440</c:v>
                </c:pt>
                <c:pt idx="1034">
                  <c:v>3444</c:v>
                </c:pt>
                <c:pt idx="1035">
                  <c:v>3447</c:v>
                </c:pt>
                <c:pt idx="1036">
                  <c:v>3450</c:v>
                </c:pt>
                <c:pt idx="1037">
                  <c:v>3454</c:v>
                </c:pt>
                <c:pt idx="1038">
                  <c:v>3457</c:v>
                </c:pt>
                <c:pt idx="1039">
                  <c:v>3460</c:v>
                </c:pt>
                <c:pt idx="1040">
                  <c:v>3464</c:v>
                </c:pt>
                <c:pt idx="1041">
                  <c:v>3467</c:v>
                </c:pt>
                <c:pt idx="1042">
                  <c:v>3470</c:v>
                </c:pt>
                <c:pt idx="1043">
                  <c:v>3474</c:v>
                </c:pt>
                <c:pt idx="1044">
                  <c:v>3477</c:v>
                </c:pt>
                <c:pt idx="1045">
                  <c:v>3480</c:v>
                </c:pt>
                <c:pt idx="1046">
                  <c:v>3484</c:v>
                </c:pt>
                <c:pt idx="1047">
                  <c:v>3487</c:v>
                </c:pt>
                <c:pt idx="1048">
                  <c:v>3490</c:v>
                </c:pt>
                <c:pt idx="1049">
                  <c:v>3494</c:v>
                </c:pt>
                <c:pt idx="1050">
                  <c:v>3497</c:v>
                </c:pt>
                <c:pt idx="1051">
                  <c:v>3500</c:v>
                </c:pt>
                <c:pt idx="1052">
                  <c:v>3504</c:v>
                </c:pt>
                <c:pt idx="1053">
                  <c:v>3507</c:v>
                </c:pt>
                <c:pt idx="1054">
                  <c:v>3510</c:v>
                </c:pt>
                <c:pt idx="1055">
                  <c:v>3514</c:v>
                </c:pt>
                <c:pt idx="1056">
                  <c:v>3517</c:v>
                </c:pt>
                <c:pt idx="1057">
                  <c:v>3520</c:v>
                </c:pt>
                <c:pt idx="1058">
                  <c:v>3524</c:v>
                </c:pt>
                <c:pt idx="1059">
                  <c:v>3527</c:v>
                </c:pt>
                <c:pt idx="1060">
                  <c:v>3530</c:v>
                </c:pt>
                <c:pt idx="1061">
                  <c:v>3534</c:v>
                </c:pt>
                <c:pt idx="1062">
                  <c:v>3537</c:v>
                </c:pt>
                <c:pt idx="1063">
                  <c:v>3540</c:v>
                </c:pt>
                <c:pt idx="1064">
                  <c:v>3544</c:v>
                </c:pt>
                <c:pt idx="1065">
                  <c:v>3547</c:v>
                </c:pt>
                <c:pt idx="1066">
                  <c:v>3550</c:v>
                </c:pt>
                <c:pt idx="1067">
                  <c:v>3554</c:v>
                </c:pt>
                <c:pt idx="1068">
                  <c:v>3557</c:v>
                </c:pt>
                <c:pt idx="1069">
                  <c:v>3560</c:v>
                </c:pt>
                <c:pt idx="1070">
                  <c:v>3564</c:v>
                </c:pt>
                <c:pt idx="1071">
                  <c:v>3567</c:v>
                </c:pt>
                <c:pt idx="1072">
                  <c:v>3570</c:v>
                </c:pt>
                <c:pt idx="1073">
                  <c:v>3573</c:v>
                </c:pt>
                <c:pt idx="1074">
                  <c:v>3577</c:v>
                </c:pt>
                <c:pt idx="1075">
                  <c:v>3580</c:v>
                </c:pt>
                <c:pt idx="1076">
                  <c:v>3583</c:v>
                </c:pt>
                <c:pt idx="1077">
                  <c:v>3587</c:v>
                </c:pt>
                <c:pt idx="1078">
                  <c:v>3590</c:v>
                </c:pt>
                <c:pt idx="1079">
                  <c:v>3593</c:v>
                </c:pt>
                <c:pt idx="1080">
                  <c:v>3597</c:v>
                </c:pt>
                <c:pt idx="1081">
                  <c:v>3600</c:v>
                </c:pt>
                <c:pt idx="1082">
                  <c:v>3603</c:v>
                </c:pt>
                <c:pt idx="1083">
                  <c:v>3607</c:v>
                </c:pt>
                <c:pt idx="1084">
                  <c:v>3610</c:v>
                </c:pt>
                <c:pt idx="1085">
                  <c:v>3613</c:v>
                </c:pt>
                <c:pt idx="1086">
                  <c:v>3617</c:v>
                </c:pt>
                <c:pt idx="1087">
                  <c:v>3620</c:v>
                </c:pt>
                <c:pt idx="1088">
                  <c:v>3623</c:v>
                </c:pt>
                <c:pt idx="1089">
                  <c:v>3627</c:v>
                </c:pt>
                <c:pt idx="1090">
                  <c:v>3630</c:v>
                </c:pt>
                <c:pt idx="1091">
                  <c:v>3633</c:v>
                </c:pt>
                <c:pt idx="1092">
                  <c:v>3637</c:v>
                </c:pt>
                <c:pt idx="1093">
                  <c:v>3640</c:v>
                </c:pt>
                <c:pt idx="1094">
                  <c:v>3643</c:v>
                </c:pt>
                <c:pt idx="1095">
                  <c:v>3647</c:v>
                </c:pt>
                <c:pt idx="1096">
                  <c:v>3650</c:v>
                </c:pt>
                <c:pt idx="1097">
                  <c:v>3653</c:v>
                </c:pt>
                <c:pt idx="1098">
                  <c:v>3657</c:v>
                </c:pt>
                <c:pt idx="1099">
                  <c:v>3660</c:v>
                </c:pt>
                <c:pt idx="1100">
                  <c:v>3663</c:v>
                </c:pt>
                <c:pt idx="1101">
                  <c:v>3667</c:v>
                </c:pt>
                <c:pt idx="1102">
                  <c:v>3670</c:v>
                </c:pt>
                <c:pt idx="1103">
                  <c:v>3673</c:v>
                </c:pt>
                <c:pt idx="1104">
                  <c:v>3677</c:v>
                </c:pt>
                <c:pt idx="1105">
                  <c:v>3680</c:v>
                </c:pt>
                <c:pt idx="1106">
                  <c:v>3683</c:v>
                </c:pt>
                <c:pt idx="1107">
                  <c:v>3687</c:v>
                </c:pt>
                <c:pt idx="1108">
                  <c:v>3690</c:v>
                </c:pt>
                <c:pt idx="1109">
                  <c:v>3693</c:v>
                </c:pt>
                <c:pt idx="1110">
                  <c:v>3697</c:v>
                </c:pt>
                <c:pt idx="1111">
                  <c:v>3700</c:v>
                </c:pt>
                <c:pt idx="1112">
                  <c:v>3703</c:v>
                </c:pt>
                <c:pt idx="1113">
                  <c:v>3707</c:v>
                </c:pt>
                <c:pt idx="1114">
                  <c:v>3710</c:v>
                </c:pt>
                <c:pt idx="1115">
                  <c:v>3713</c:v>
                </c:pt>
                <c:pt idx="1116">
                  <c:v>3717</c:v>
                </c:pt>
                <c:pt idx="1117">
                  <c:v>3720</c:v>
                </c:pt>
                <c:pt idx="1118">
                  <c:v>3723</c:v>
                </c:pt>
                <c:pt idx="1119">
                  <c:v>3727</c:v>
                </c:pt>
                <c:pt idx="1120">
                  <c:v>3730</c:v>
                </c:pt>
                <c:pt idx="1121">
                  <c:v>3733</c:v>
                </c:pt>
                <c:pt idx="1122">
                  <c:v>3737</c:v>
                </c:pt>
                <c:pt idx="1123">
                  <c:v>3740</c:v>
                </c:pt>
                <c:pt idx="1124">
                  <c:v>3743</c:v>
                </c:pt>
                <c:pt idx="1125">
                  <c:v>3747</c:v>
                </c:pt>
                <c:pt idx="1126">
                  <c:v>3750</c:v>
                </c:pt>
                <c:pt idx="1127">
                  <c:v>3753</c:v>
                </c:pt>
                <c:pt idx="1128">
                  <c:v>3756</c:v>
                </c:pt>
                <c:pt idx="1129">
                  <c:v>3760</c:v>
                </c:pt>
                <c:pt idx="1130">
                  <c:v>3763</c:v>
                </c:pt>
                <c:pt idx="1131">
                  <c:v>3766</c:v>
                </c:pt>
                <c:pt idx="1132">
                  <c:v>3770</c:v>
                </c:pt>
                <c:pt idx="1133">
                  <c:v>3773</c:v>
                </c:pt>
                <c:pt idx="1134">
                  <c:v>3776</c:v>
                </c:pt>
                <c:pt idx="1135">
                  <c:v>3780</c:v>
                </c:pt>
                <c:pt idx="1136">
                  <c:v>3783</c:v>
                </c:pt>
                <c:pt idx="1137">
                  <c:v>3786</c:v>
                </c:pt>
                <c:pt idx="1138">
                  <c:v>3790</c:v>
                </c:pt>
                <c:pt idx="1139">
                  <c:v>3793</c:v>
                </c:pt>
                <c:pt idx="1140">
                  <c:v>3796</c:v>
                </c:pt>
                <c:pt idx="1141">
                  <c:v>3800</c:v>
                </c:pt>
                <c:pt idx="1142">
                  <c:v>3803</c:v>
                </c:pt>
                <c:pt idx="1143">
                  <c:v>3806</c:v>
                </c:pt>
                <c:pt idx="1144">
                  <c:v>3810</c:v>
                </c:pt>
                <c:pt idx="1145">
                  <c:v>3813</c:v>
                </c:pt>
                <c:pt idx="1146">
                  <c:v>3816</c:v>
                </c:pt>
                <c:pt idx="1147">
                  <c:v>3820</c:v>
                </c:pt>
                <c:pt idx="1148">
                  <c:v>3823</c:v>
                </c:pt>
                <c:pt idx="1149">
                  <c:v>3826</c:v>
                </c:pt>
                <c:pt idx="1150">
                  <c:v>3830</c:v>
                </c:pt>
                <c:pt idx="1151">
                  <c:v>3833</c:v>
                </c:pt>
                <c:pt idx="1152">
                  <c:v>3836</c:v>
                </c:pt>
                <c:pt idx="1153">
                  <c:v>3840</c:v>
                </c:pt>
                <c:pt idx="1154">
                  <c:v>3843</c:v>
                </c:pt>
                <c:pt idx="1155">
                  <c:v>3846</c:v>
                </c:pt>
                <c:pt idx="1156">
                  <c:v>3850</c:v>
                </c:pt>
                <c:pt idx="1157">
                  <c:v>3853</c:v>
                </c:pt>
                <c:pt idx="1158">
                  <c:v>3856</c:v>
                </c:pt>
                <c:pt idx="1159">
                  <c:v>3860</c:v>
                </c:pt>
                <c:pt idx="1160">
                  <c:v>3863</c:v>
                </c:pt>
                <c:pt idx="1161">
                  <c:v>3866</c:v>
                </c:pt>
                <c:pt idx="1162">
                  <c:v>3870</c:v>
                </c:pt>
                <c:pt idx="1163">
                  <c:v>3873</c:v>
                </c:pt>
                <c:pt idx="1164">
                  <c:v>3876</c:v>
                </c:pt>
                <c:pt idx="1165">
                  <c:v>3880</c:v>
                </c:pt>
                <c:pt idx="1166">
                  <c:v>3883</c:v>
                </c:pt>
                <c:pt idx="1167">
                  <c:v>3886</c:v>
                </c:pt>
                <c:pt idx="1168">
                  <c:v>3890</c:v>
                </c:pt>
                <c:pt idx="1169">
                  <c:v>3893</c:v>
                </c:pt>
                <c:pt idx="1170">
                  <c:v>3896</c:v>
                </c:pt>
                <c:pt idx="1171">
                  <c:v>3900</c:v>
                </c:pt>
                <c:pt idx="1172">
                  <c:v>3903</c:v>
                </c:pt>
                <c:pt idx="1173">
                  <c:v>3906</c:v>
                </c:pt>
                <c:pt idx="1174">
                  <c:v>3910</c:v>
                </c:pt>
                <c:pt idx="1175">
                  <c:v>3913</c:v>
                </c:pt>
                <c:pt idx="1176">
                  <c:v>3916</c:v>
                </c:pt>
                <c:pt idx="1177">
                  <c:v>3920</c:v>
                </c:pt>
                <c:pt idx="1178">
                  <c:v>3923</c:v>
                </c:pt>
                <c:pt idx="1179">
                  <c:v>3926</c:v>
                </c:pt>
                <c:pt idx="1180">
                  <c:v>3930</c:v>
                </c:pt>
                <c:pt idx="1181">
                  <c:v>3933</c:v>
                </c:pt>
                <c:pt idx="1182">
                  <c:v>3936</c:v>
                </c:pt>
                <c:pt idx="1183">
                  <c:v>3939</c:v>
                </c:pt>
                <c:pt idx="1184">
                  <c:v>3943</c:v>
                </c:pt>
                <c:pt idx="1185">
                  <c:v>3946</c:v>
                </c:pt>
                <c:pt idx="1186">
                  <c:v>3949</c:v>
                </c:pt>
                <c:pt idx="1187">
                  <c:v>3953</c:v>
                </c:pt>
                <c:pt idx="1188">
                  <c:v>3956</c:v>
                </c:pt>
                <c:pt idx="1189">
                  <c:v>3959</c:v>
                </c:pt>
                <c:pt idx="1190">
                  <c:v>3963</c:v>
                </c:pt>
                <c:pt idx="1191">
                  <c:v>3966</c:v>
                </c:pt>
                <c:pt idx="1192">
                  <c:v>3969</c:v>
                </c:pt>
                <c:pt idx="1193">
                  <c:v>3973</c:v>
                </c:pt>
                <c:pt idx="1194">
                  <c:v>3976</c:v>
                </c:pt>
                <c:pt idx="1195">
                  <c:v>3979</c:v>
                </c:pt>
                <c:pt idx="1196">
                  <c:v>3983</c:v>
                </c:pt>
                <c:pt idx="1197">
                  <c:v>3986</c:v>
                </c:pt>
                <c:pt idx="1198">
                  <c:v>3989</c:v>
                </c:pt>
                <c:pt idx="1199">
                  <c:v>3993</c:v>
                </c:pt>
                <c:pt idx="1200">
                  <c:v>3996</c:v>
                </c:pt>
                <c:pt idx="1201">
                  <c:v>3999</c:v>
                </c:pt>
                <c:pt idx="1202">
                  <c:v>4003</c:v>
                </c:pt>
                <c:pt idx="1203">
                  <c:v>4006</c:v>
                </c:pt>
                <c:pt idx="1204">
                  <c:v>4009</c:v>
                </c:pt>
                <c:pt idx="1205">
                  <c:v>4013</c:v>
                </c:pt>
                <c:pt idx="1206">
                  <c:v>4016</c:v>
                </c:pt>
                <c:pt idx="1207">
                  <c:v>4019</c:v>
                </c:pt>
                <c:pt idx="1208">
                  <c:v>4023</c:v>
                </c:pt>
                <c:pt idx="1209">
                  <c:v>4026</c:v>
                </c:pt>
                <c:pt idx="1210">
                  <c:v>4029</c:v>
                </c:pt>
                <c:pt idx="1211">
                  <c:v>4033</c:v>
                </c:pt>
                <c:pt idx="1212">
                  <c:v>4036</c:v>
                </c:pt>
                <c:pt idx="1213">
                  <c:v>4039</c:v>
                </c:pt>
                <c:pt idx="1214">
                  <c:v>4043</c:v>
                </c:pt>
                <c:pt idx="1215">
                  <c:v>4046</c:v>
                </c:pt>
                <c:pt idx="1216">
                  <c:v>4049</c:v>
                </c:pt>
                <c:pt idx="1217">
                  <c:v>4053</c:v>
                </c:pt>
                <c:pt idx="1218">
                  <c:v>4056</c:v>
                </c:pt>
                <c:pt idx="1219">
                  <c:v>4059</c:v>
                </c:pt>
                <c:pt idx="1220">
                  <c:v>4063</c:v>
                </c:pt>
                <c:pt idx="1221">
                  <c:v>4066</c:v>
                </c:pt>
                <c:pt idx="1222">
                  <c:v>4069</c:v>
                </c:pt>
                <c:pt idx="1223">
                  <c:v>4073</c:v>
                </c:pt>
                <c:pt idx="1224">
                  <c:v>4076</c:v>
                </c:pt>
                <c:pt idx="1225">
                  <c:v>4079</c:v>
                </c:pt>
                <c:pt idx="1226">
                  <c:v>4083</c:v>
                </c:pt>
                <c:pt idx="1227">
                  <c:v>4086</c:v>
                </c:pt>
                <c:pt idx="1228">
                  <c:v>4089</c:v>
                </c:pt>
                <c:pt idx="1229">
                  <c:v>4093</c:v>
                </c:pt>
                <c:pt idx="1230">
                  <c:v>4096</c:v>
                </c:pt>
                <c:pt idx="1231">
                  <c:v>4099</c:v>
                </c:pt>
                <c:pt idx="1232">
                  <c:v>4103</c:v>
                </c:pt>
                <c:pt idx="1233">
                  <c:v>4106</c:v>
                </c:pt>
                <c:pt idx="1234">
                  <c:v>4109</c:v>
                </c:pt>
                <c:pt idx="1235">
                  <c:v>4113</c:v>
                </c:pt>
                <c:pt idx="1236">
                  <c:v>4116</c:v>
                </c:pt>
                <c:pt idx="1237">
                  <c:v>4119</c:v>
                </c:pt>
                <c:pt idx="1238">
                  <c:v>4122</c:v>
                </c:pt>
                <c:pt idx="1239">
                  <c:v>4126</c:v>
                </c:pt>
                <c:pt idx="1240">
                  <c:v>4129</c:v>
                </c:pt>
                <c:pt idx="1241">
                  <c:v>4132</c:v>
                </c:pt>
                <c:pt idx="1242">
                  <c:v>4136</c:v>
                </c:pt>
                <c:pt idx="1243">
                  <c:v>4139</c:v>
                </c:pt>
                <c:pt idx="1244">
                  <c:v>4142</c:v>
                </c:pt>
                <c:pt idx="1245">
                  <c:v>4146</c:v>
                </c:pt>
                <c:pt idx="1246">
                  <c:v>4149</c:v>
                </c:pt>
                <c:pt idx="1247">
                  <c:v>4152</c:v>
                </c:pt>
                <c:pt idx="1248">
                  <c:v>4156</c:v>
                </c:pt>
                <c:pt idx="1249">
                  <c:v>4159</c:v>
                </c:pt>
                <c:pt idx="1250">
                  <c:v>4162</c:v>
                </c:pt>
                <c:pt idx="1251">
                  <c:v>4166</c:v>
                </c:pt>
                <c:pt idx="1252">
                  <c:v>4169</c:v>
                </c:pt>
                <c:pt idx="1253">
                  <c:v>4172</c:v>
                </c:pt>
                <c:pt idx="1254">
                  <c:v>4176</c:v>
                </c:pt>
                <c:pt idx="1255">
                  <c:v>4179</c:v>
                </c:pt>
                <c:pt idx="1256">
                  <c:v>4182</c:v>
                </c:pt>
                <c:pt idx="1257">
                  <c:v>4186</c:v>
                </c:pt>
                <c:pt idx="1258">
                  <c:v>4189</c:v>
                </c:pt>
                <c:pt idx="1259">
                  <c:v>4192</c:v>
                </c:pt>
                <c:pt idx="1260">
                  <c:v>4196</c:v>
                </c:pt>
                <c:pt idx="1261">
                  <c:v>4199</c:v>
                </c:pt>
                <c:pt idx="1262">
                  <c:v>4202</c:v>
                </c:pt>
                <c:pt idx="1263">
                  <c:v>4206</c:v>
                </c:pt>
                <c:pt idx="1264">
                  <c:v>4209</c:v>
                </c:pt>
                <c:pt idx="1265">
                  <c:v>4212</c:v>
                </c:pt>
                <c:pt idx="1266">
                  <c:v>4216</c:v>
                </c:pt>
                <c:pt idx="1267">
                  <c:v>4219</c:v>
                </c:pt>
                <c:pt idx="1268">
                  <c:v>4222</c:v>
                </c:pt>
                <c:pt idx="1269">
                  <c:v>4226</c:v>
                </c:pt>
                <c:pt idx="1270">
                  <c:v>4229</c:v>
                </c:pt>
                <c:pt idx="1271">
                  <c:v>4232</c:v>
                </c:pt>
                <c:pt idx="1272">
                  <c:v>4236</c:v>
                </c:pt>
                <c:pt idx="1273">
                  <c:v>4239</c:v>
                </c:pt>
                <c:pt idx="1274">
                  <c:v>4242</c:v>
                </c:pt>
                <c:pt idx="1275">
                  <c:v>4246</c:v>
                </c:pt>
                <c:pt idx="1276">
                  <c:v>4249</c:v>
                </c:pt>
                <c:pt idx="1277">
                  <c:v>4252</c:v>
                </c:pt>
                <c:pt idx="1278">
                  <c:v>4256</c:v>
                </c:pt>
                <c:pt idx="1279">
                  <c:v>4259</c:v>
                </c:pt>
                <c:pt idx="1280">
                  <c:v>4262</c:v>
                </c:pt>
                <c:pt idx="1281">
                  <c:v>4266</c:v>
                </c:pt>
                <c:pt idx="1282">
                  <c:v>4269</c:v>
                </c:pt>
                <c:pt idx="1283">
                  <c:v>4272</c:v>
                </c:pt>
                <c:pt idx="1284">
                  <c:v>4276</c:v>
                </c:pt>
                <c:pt idx="1285">
                  <c:v>4279</c:v>
                </c:pt>
                <c:pt idx="1286">
                  <c:v>4282</c:v>
                </c:pt>
                <c:pt idx="1287">
                  <c:v>4286</c:v>
                </c:pt>
                <c:pt idx="1288">
                  <c:v>4289</c:v>
                </c:pt>
                <c:pt idx="1289">
                  <c:v>4292</c:v>
                </c:pt>
                <c:pt idx="1290">
                  <c:v>4296</c:v>
                </c:pt>
                <c:pt idx="1291">
                  <c:v>4299</c:v>
                </c:pt>
                <c:pt idx="1292">
                  <c:v>4302</c:v>
                </c:pt>
                <c:pt idx="1293">
                  <c:v>4305</c:v>
                </c:pt>
                <c:pt idx="1294">
                  <c:v>4309</c:v>
                </c:pt>
                <c:pt idx="1295">
                  <c:v>4312</c:v>
                </c:pt>
                <c:pt idx="1296">
                  <c:v>4315</c:v>
                </c:pt>
                <c:pt idx="1297">
                  <c:v>4319</c:v>
                </c:pt>
                <c:pt idx="1298">
                  <c:v>4322</c:v>
                </c:pt>
                <c:pt idx="1299">
                  <c:v>4325</c:v>
                </c:pt>
                <c:pt idx="1300">
                  <c:v>4329</c:v>
                </c:pt>
                <c:pt idx="1301">
                  <c:v>4332</c:v>
                </c:pt>
                <c:pt idx="1302">
                  <c:v>4335</c:v>
                </c:pt>
                <c:pt idx="1303">
                  <c:v>4339</c:v>
                </c:pt>
                <c:pt idx="1304">
                  <c:v>4342</c:v>
                </c:pt>
                <c:pt idx="1305">
                  <c:v>4345</c:v>
                </c:pt>
                <c:pt idx="1306">
                  <c:v>4349</c:v>
                </c:pt>
                <c:pt idx="1307">
                  <c:v>4352</c:v>
                </c:pt>
                <c:pt idx="1308">
                  <c:v>4355</c:v>
                </c:pt>
                <c:pt idx="1309">
                  <c:v>4359</c:v>
                </c:pt>
                <c:pt idx="1310">
                  <c:v>4362</c:v>
                </c:pt>
                <c:pt idx="1311">
                  <c:v>4365</c:v>
                </c:pt>
                <c:pt idx="1312">
                  <c:v>4369</c:v>
                </c:pt>
                <c:pt idx="1313">
                  <c:v>4372</c:v>
                </c:pt>
                <c:pt idx="1314">
                  <c:v>4375</c:v>
                </c:pt>
                <c:pt idx="1315">
                  <c:v>4379</c:v>
                </c:pt>
                <c:pt idx="1316">
                  <c:v>4382</c:v>
                </c:pt>
                <c:pt idx="1317">
                  <c:v>4385</c:v>
                </c:pt>
                <c:pt idx="1318">
                  <c:v>4389</c:v>
                </c:pt>
                <c:pt idx="1319">
                  <c:v>4392</c:v>
                </c:pt>
                <c:pt idx="1320">
                  <c:v>4395</c:v>
                </c:pt>
                <c:pt idx="1321">
                  <c:v>4399</c:v>
                </c:pt>
                <c:pt idx="1322">
                  <c:v>4402</c:v>
                </c:pt>
                <c:pt idx="1323">
                  <c:v>4405</c:v>
                </c:pt>
                <c:pt idx="1324">
                  <c:v>4409</c:v>
                </c:pt>
                <c:pt idx="1325">
                  <c:v>4412</c:v>
                </c:pt>
                <c:pt idx="1326">
                  <c:v>4415</c:v>
                </c:pt>
                <c:pt idx="1327">
                  <c:v>4419</c:v>
                </c:pt>
                <c:pt idx="1328">
                  <c:v>4422</c:v>
                </c:pt>
                <c:pt idx="1329">
                  <c:v>4425</c:v>
                </c:pt>
                <c:pt idx="1330">
                  <c:v>4429</c:v>
                </c:pt>
                <c:pt idx="1331">
                  <c:v>4432</c:v>
                </c:pt>
                <c:pt idx="1332">
                  <c:v>4435</c:v>
                </c:pt>
                <c:pt idx="1333">
                  <c:v>4439</c:v>
                </c:pt>
                <c:pt idx="1334">
                  <c:v>4442</c:v>
                </c:pt>
                <c:pt idx="1335">
                  <c:v>4445</c:v>
                </c:pt>
                <c:pt idx="1336">
                  <c:v>4449</c:v>
                </c:pt>
                <c:pt idx="1337">
                  <c:v>4452</c:v>
                </c:pt>
                <c:pt idx="1338">
                  <c:v>4455</c:v>
                </c:pt>
                <c:pt idx="1339">
                  <c:v>4459</c:v>
                </c:pt>
                <c:pt idx="1340">
                  <c:v>4462</c:v>
                </c:pt>
                <c:pt idx="1341">
                  <c:v>4465</c:v>
                </c:pt>
                <c:pt idx="1342">
                  <c:v>4469</c:v>
                </c:pt>
                <c:pt idx="1343">
                  <c:v>4472</c:v>
                </c:pt>
                <c:pt idx="1344">
                  <c:v>4475</c:v>
                </c:pt>
                <c:pt idx="1345">
                  <c:v>4479</c:v>
                </c:pt>
                <c:pt idx="1346">
                  <c:v>4482</c:v>
                </c:pt>
                <c:pt idx="1347">
                  <c:v>4485</c:v>
                </c:pt>
                <c:pt idx="1348">
                  <c:v>4488</c:v>
                </c:pt>
                <c:pt idx="1349">
                  <c:v>4492</c:v>
                </c:pt>
                <c:pt idx="1350">
                  <c:v>4495</c:v>
                </c:pt>
                <c:pt idx="1351">
                  <c:v>4498</c:v>
                </c:pt>
                <c:pt idx="1352">
                  <c:v>4502</c:v>
                </c:pt>
                <c:pt idx="1353">
                  <c:v>4505</c:v>
                </c:pt>
                <c:pt idx="1354">
                  <c:v>4508</c:v>
                </c:pt>
                <c:pt idx="1355">
                  <c:v>4512</c:v>
                </c:pt>
                <c:pt idx="1356">
                  <c:v>4515</c:v>
                </c:pt>
                <c:pt idx="1357">
                  <c:v>4518</c:v>
                </c:pt>
                <c:pt idx="1358">
                  <c:v>4522</c:v>
                </c:pt>
                <c:pt idx="1359">
                  <c:v>4525</c:v>
                </c:pt>
                <c:pt idx="1360">
                  <c:v>4528</c:v>
                </c:pt>
                <c:pt idx="1361">
                  <c:v>4532</c:v>
                </c:pt>
                <c:pt idx="1362">
                  <c:v>4535</c:v>
                </c:pt>
                <c:pt idx="1363">
                  <c:v>4538</c:v>
                </c:pt>
                <c:pt idx="1364">
                  <c:v>4542</c:v>
                </c:pt>
                <c:pt idx="1365">
                  <c:v>4545</c:v>
                </c:pt>
                <c:pt idx="1366">
                  <c:v>4548</c:v>
                </c:pt>
                <c:pt idx="1367">
                  <c:v>4552</c:v>
                </c:pt>
                <c:pt idx="1368">
                  <c:v>4555</c:v>
                </c:pt>
                <c:pt idx="1369">
                  <c:v>4558</c:v>
                </c:pt>
                <c:pt idx="1370">
                  <c:v>4562</c:v>
                </c:pt>
                <c:pt idx="1371">
                  <c:v>4565</c:v>
                </c:pt>
                <c:pt idx="1372">
                  <c:v>4568</c:v>
                </c:pt>
                <c:pt idx="1373">
                  <c:v>4572</c:v>
                </c:pt>
                <c:pt idx="1374">
                  <c:v>4575</c:v>
                </c:pt>
                <c:pt idx="1375">
                  <c:v>4578</c:v>
                </c:pt>
                <c:pt idx="1376">
                  <c:v>4582</c:v>
                </c:pt>
                <c:pt idx="1377">
                  <c:v>4585</c:v>
                </c:pt>
                <c:pt idx="1378">
                  <c:v>4588</c:v>
                </c:pt>
                <c:pt idx="1379">
                  <c:v>4592</c:v>
                </c:pt>
                <c:pt idx="1380">
                  <c:v>4595</c:v>
                </c:pt>
                <c:pt idx="1381">
                  <c:v>4598</c:v>
                </c:pt>
                <c:pt idx="1382">
                  <c:v>4602</c:v>
                </c:pt>
                <c:pt idx="1383">
                  <c:v>4605</c:v>
                </c:pt>
                <c:pt idx="1384">
                  <c:v>4608</c:v>
                </c:pt>
                <c:pt idx="1385">
                  <c:v>4612</c:v>
                </c:pt>
                <c:pt idx="1386">
                  <c:v>4615</c:v>
                </c:pt>
                <c:pt idx="1387">
                  <c:v>4618</c:v>
                </c:pt>
                <c:pt idx="1388">
                  <c:v>4622</c:v>
                </c:pt>
                <c:pt idx="1389">
                  <c:v>4625</c:v>
                </c:pt>
                <c:pt idx="1390">
                  <c:v>4628</c:v>
                </c:pt>
                <c:pt idx="1391">
                  <c:v>4632</c:v>
                </c:pt>
                <c:pt idx="1392">
                  <c:v>4635</c:v>
                </c:pt>
                <c:pt idx="1393">
                  <c:v>4638</c:v>
                </c:pt>
                <c:pt idx="1394">
                  <c:v>4642</c:v>
                </c:pt>
                <c:pt idx="1395">
                  <c:v>4645</c:v>
                </c:pt>
                <c:pt idx="1396">
                  <c:v>4648</c:v>
                </c:pt>
                <c:pt idx="1397">
                  <c:v>4652</c:v>
                </c:pt>
                <c:pt idx="1398">
                  <c:v>4655</c:v>
                </c:pt>
                <c:pt idx="1399">
                  <c:v>4658</c:v>
                </c:pt>
                <c:pt idx="1400">
                  <c:v>4662</c:v>
                </c:pt>
                <c:pt idx="1401">
                  <c:v>4665</c:v>
                </c:pt>
                <c:pt idx="1402">
                  <c:v>4668</c:v>
                </c:pt>
                <c:pt idx="1403">
                  <c:v>4671</c:v>
                </c:pt>
                <c:pt idx="1404">
                  <c:v>4675</c:v>
                </c:pt>
                <c:pt idx="1405">
                  <c:v>4678</c:v>
                </c:pt>
                <c:pt idx="1406">
                  <c:v>4681</c:v>
                </c:pt>
                <c:pt idx="1407">
                  <c:v>4685</c:v>
                </c:pt>
                <c:pt idx="1408">
                  <c:v>4688</c:v>
                </c:pt>
                <c:pt idx="1409">
                  <c:v>4691</c:v>
                </c:pt>
                <c:pt idx="1410">
                  <c:v>4695</c:v>
                </c:pt>
                <c:pt idx="1411">
                  <c:v>4698</c:v>
                </c:pt>
                <c:pt idx="1412">
                  <c:v>4701</c:v>
                </c:pt>
                <c:pt idx="1413">
                  <c:v>4705</c:v>
                </c:pt>
                <c:pt idx="1414">
                  <c:v>4708</c:v>
                </c:pt>
                <c:pt idx="1415">
                  <c:v>4711</c:v>
                </c:pt>
                <c:pt idx="1416">
                  <c:v>4715</c:v>
                </c:pt>
                <c:pt idx="1417">
                  <c:v>4718</c:v>
                </c:pt>
                <c:pt idx="1418">
                  <c:v>4721</c:v>
                </c:pt>
                <c:pt idx="1419">
                  <c:v>4725</c:v>
                </c:pt>
                <c:pt idx="1420">
                  <c:v>4728</c:v>
                </c:pt>
                <c:pt idx="1421">
                  <c:v>4731</c:v>
                </c:pt>
                <c:pt idx="1422">
                  <c:v>4735</c:v>
                </c:pt>
                <c:pt idx="1423">
                  <c:v>4738</c:v>
                </c:pt>
                <c:pt idx="1424">
                  <c:v>4741</c:v>
                </c:pt>
                <c:pt idx="1425">
                  <c:v>4745</c:v>
                </c:pt>
                <c:pt idx="1426">
                  <c:v>4748</c:v>
                </c:pt>
                <c:pt idx="1427">
                  <c:v>4751</c:v>
                </c:pt>
                <c:pt idx="1428">
                  <c:v>4755</c:v>
                </c:pt>
                <c:pt idx="1429">
                  <c:v>4758</c:v>
                </c:pt>
                <c:pt idx="1430">
                  <c:v>4761</c:v>
                </c:pt>
                <c:pt idx="1431">
                  <c:v>4765</c:v>
                </c:pt>
                <c:pt idx="1432">
                  <c:v>4768</c:v>
                </c:pt>
                <c:pt idx="1433">
                  <c:v>4771</c:v>
                </c:pt>
                <c:pt idx="1434">
                  <c:v>4775</c:v>
                </c:pt>
                <c:pt idx="1435">
                  <c:v>4778</c:v>
                </c:pt>
                <c:pt idx="1436">
                  <c:v>4781</c:v>
                </c:pt>
                <c:pt idx="1437">
                  <c:v>4785</c:v>
                </c:pt>
                <c:pt idx="1438">
                  <c:v>4788</c:v>
                </c:pt>
                <c:pt idx="1439">
                  <c:v>4791</c:v>
                </c:pt>
                <c:pt idx="1440">
                  <c:v>4795</c:v>
                </c:pt>
                <c:pt idx="1441">
                  <c:v>4798</c:v>
                </c:pt>
                <c:pt idx="1442">
                  <c:v>4801</c:v>
                </c:pt>
                <c:pt idx="1443">
                  <c:v>4805</c:v>
                </c:pt>
                <c:pt idx="1444">
                  <c:v>4808</c:v>
                </c:pt>
                <c:pt idx="1445">
                  <c:v>4811</c:v>
                </c:pt>
                <c:pt idx="1446">
                  <c:v>4815</c:v>
                </c:pt>
                <c:pt idx="1447">
                  <c:v>4818</c:v>
                </c:pt>
                <c:pt idx="1448">
                  <c:v>4821</c:v>
                </c:pt>
                <c:pt idx="1449">
                  <c:v>4825</c:v>
                </c:pt>
                <c:pt idx="1450">
                  <c:v>4828</c:v>
                </c:pt>
                <c:pt idx="1451">
                  <c:v>4831</c:v>
                </c:pt>
                <c:pt idx="1452">
                  <c:v>4835</c:v>
                </c:pt>
                <c:pt idx="1453">
                  <c:v>4838</c:v>
                </c:pt>
                <c:pt idx="1454">
                  <c:v>4841</c:v>
                </c:pt>
                <c:pt idx="1455">
                  <c:v>4845</c:v>
                </c:pt>
                <c:pt idx="1456">
                  <c:v>4848</c:v>
                </c:pt>
                <c:pt idx="1457">
                  <c:v>4851</c:v>
                </c:pt>
                <c:pt idx="1458">
                  <c:v>4854</c:v>
                </c:pt>
                <c:pt idx="1459">
                  <c:v>4858</c:v>
                </c:pt>
                <c:pt idx="1460">
                  <c:v>4861</c:v>
                </c:pt>
                <c:pt idx="1461">
                  <c:v>4864</c:v>
                </c:pt>
                <c:pt idx="1462">
                  <c:v>4868</c:v>
                </c:pt>
                <c:pt idx="1463">
                  <c:v>4871</c:v>
                </c:pt>
                <c:pt idx="1464">
                  <c:v>4874</c:v>
                </c:pt>
                <c:pt idx="1465">
                  <c:v>4878</c:v>
                </c:pt>
                <c:pt idx="1466">
                  <c:v>4881</c:v>
                </c:pt>
                <c:pt idx="1467">
                  <c:v>4884</c:v>
                </c:pt>
                <c:pt idx="1468">
                  <c:v>4888</c:v>
                </c:pt>
                <c:pt idx="1469">
                  <c:v>4891</c:v>
                </c:pt>
                <c:pt idx="1470">
                  <c:v>4894</c:v>
                </c:pt>
                <c:pt idx="1471">
                  <c:v>4898</c:v>
                </c:pt>
                <c:pt idx="1472">
                  <c:v>4901</c:v>
                </c:pt>
                <c:pt idx="1473">
                  <c:v>4904</c:v>
                </c:pt>
                <c:pt idx="1474">
                  <c:v>4908</c:v>
                </c:pt>
                <c:pt idx="1475">
                  <c:v>4911</c:v>
                </c:pt>
                <c:pt idx="1476">
                  <c:v>4914</c:v>
                </c:pt>
                <c:pt idx="1477">
                  <c:v>4918</c:v>
                </c:pt>
                <c:pt idx="1478">
                  <c:v>4921</c:v>
                </c:pt>
                <c:pt idx="1479">
                  <c:v>4924</c:v>
                </c:pt>
                <c:pt idx="1480">
                  <c:v>4928</c:v>
                </c:pt>
                <c:pt idx="1481">
                  <c:v>4931</c:v>
                </c:pt>
                <c:pt idx="1482">
                  <c:v>4934</c:v>
                </c:pt>
                <c:pt idx="1483">
                  <c:v>4938</c:v>
                </c:pt>
                <c:pt idx="1484">
                  <c:v>4941</c:v>
                </c:pt>
                <c:pt idx="1485">
                  <c:v>4944</c:v>
                </c:pt>
                <c:pt idx="1486">
                  <c:v>4948</c:v>
                </c:pt>
                <c:pt idx="1487">
                  <c:v>4951</c:v>
                </c:pt>
                <c:pt idx="1488">
                  <c:v>4954</c:v>
                </c:pt>
                <c:pt idx="1489">
                  <c:v>4958</c:v>
                </c:pt>
                <c:pt idx="1490">
                  <c:v>4961</c:v>
                </c:pt>
                <c:pt idx="1491">
                  <c:v>4964</c:v>
                </c:pt>
                <c:pt idx="1492">
                  <c:v>4968</c:v>
                </c:pt>
                <c:pt idx="1493">
                  <c:v>4971</c:v>
                </c:pt>
                <c:pt idx="1494">
                  <c:v>4974</c:v>
                </c:pt>
                <c:pt idx="1495">
                  <c:v>4978</c:v>
                </c:pt>
                <c:pt idx="1496">
                  <c:v>4981</c:v>
                </c:pt>
                <c:pt idx="1497">
                  <c:v>4984</c:v>
                </c:pt>
                <c:pt idx="1498">
                  <c:v>4988</c:v>
                </c:pt>
                <c:pt idx="1499">
                  <c:v>4991</c:v>
                </c:pt>
                <c:pt idx="1500">
                  <c:v>4994</c:v>
                </c:pt>
                <c:pt idx="1501">
                  <c:v>4998</c:v>
                </c:pt>
                <c:pt idx="1502">
                  <c:v>5001</c:v>
                </c:pt>
                <c:pt idx="1503">
                  <c:v>5004</c:v>
                </c:pt>
                <c:pt idx="1504">
                  <c:v>5008</c:v>
                </c:pt>
                <c:pt idx="1505">
                  <c:v>5011</c:v>
                </c:pt>
                <c:pt idx="1506">
                  <c:v>5014</c:v>
                </c:pt>
                <c:pt idx="1507">
                  <c:v>5018</c:v>
                </c:pt>
                <c:pt idx="1508">
                  <c:v>5021</c:v>
                </c:pt>
                <c:pt idx="1509">
                  <c:v>5024</c:v>
                </c:pt>
                <c:pt idx="1510">
                  <c:v>5028</c:v>
                </c:pt>
                <c:pt idx="1511">
                  <c:v>5031</c:v>
                </c:pt>
                <c:pt idx="1512">
                  <c:v>5034</c:v>
                </c:pt>
                <c:pt idx="1513">
                  <c:v>5037</c:v>
                </c:pt>
                <c:pt idx="1514">
                  <c:v>5041</c:v>
                </c:pt>
                <c:pt idx="1515">
                  <c:v>5044</c:v>
                </c:pt>
                <c:pt idx="1516">
                  <c:v>5047</c:v>
                </c:pt>
                <c:pt idx="1517">
                  <c:v>5051</c:v>
                </c:pt>
                <c:pt idx="1518">
                  <c:v>5054</c:v>
                </c:pt>
                <c:pt idx="1519">
                  <c:v>5057</c:v>
                </c:pt>
                <c:pt idx="1520">
                  <c:v>5061</c:v>
                </c:pt>
                <c:pt idx="1521">
                  <c:v>5064</c:v>
                </c:pt>
                <c:pt idx="1522">
                  <c:v>5067</c:v>
                </c:pt>
                <c:pt idx="1523">
                  <c:v>5071</c:v>
                </c:pt>
                <c:pt idx="1524">
                  <c:v>5074</c:v>
                </c:pt>
                <c:pt idx="1525">
                  <c:v>5077</c:v>
                </c:pt>
                <c:pt idx="1526">
                  <c:v>5081</c:v>
                </c:pt>
                <c:pt idx="1527">
                  <c:v>5084</c:v>
                </c:pt>
                <c:pt idx="1528">
                  <c:v>5087</c:v>
                </c:pt>
                <c:pt idx="1529">
                  <c:v>5091</c:v>
                </c:pt>
                <c:pt idx="1530">
                  <c:v>5094</c:v>
                </c:pt>
                <c:pt idx="1531">
                  <c:v>5097</c:v>
                </c:pt>
                <c:pt idx="1532">
                  <c:v>5101</c:v>
                </c:pt>
                <c:pt idx="1533">
                  <c:v>5104</c:v>
                </c:pt>
                <c:pt idx="1534">
                  <c:v>5107</c:v>
                </c:pt>
                <c:pt idx="1535">
                  <c:v>5111</c:v>
                </c:pt>
                <c:pt idx="1536">
                  <c:v>5114</c:v>
                </c:pt>
                <c:pt idx="1537">
                  <c:v>5117</c:v>
                </c:pt>
                <c:pt idx="1538">
                  <c:v>5121</c:v>
                </c:pt>
                <c:pt idx="1539">
                  <c:v>5124</c:v>
                </c:pt>
                <c:pt idx="1540">
                  <c:v>5127</c:v>
                </c:pt>
                <c:pt idx="1541">
                  <c:v>5131</c:v>
                </c:pt>
                <c:pt idx="1542">
                  <c:v>5134</c:v>
                </c:pt>
                <c:pt idx="1543">
                  <c:v>5137</c:v>
                </c:pt>
                <c:pt idx="1544">
                  <c:v>5141</c:v>
                </c:pt>
                <c:pt idx="1545">
                  <c:v>5144</c:v>
                </c:pt>
                <c:pt idx="1546">
                  <c:v>5147</c:v>
                </c:pt>
                <c:pt idx="1547">
                  <c:v>5151</c:v>
                </c:pt>
                <c:pt idx="1548">
                  <c:v>5154</c:v>
                </c:pt>
                <c:pt idx="1549">
                  <c:v>5157</c:v>
                </c:pt>
                <c:pt idx="1550">
                  <c:v>5161</c:v>
                </c:pt>
                <c:pt idx="1551">
                  <c:v>5164</c:v>
                </c:pt>
                <c:pt idx="1552">
                  <c:v>5167</c:v>
                </c:pt>
                <c:pt idx="1553">
                  <c:v>5171</c:v>
                </c:pt>
                <c:pt idx="1554">
                  <c:v>5174</c:v>
                </c:pt>
                <c:pt idx="1555">
                  <c:v>5177</c:v>
                </c:pt>
                <c:pt idx="1556">
                  <c:v>5181</c:v>
                </c:pt>
                <c:pt idx="1557">
                  <c:v>5184</c:v>
                </c:pt>
                <c:pt idx="1558">
                  <c:v>5187</c:v>
                </c:pt>
                <c:pt idx="1559">
                  <c:v>5191</c:v>
                </c:pt>
                <c:pt idx="1560">
                  <c:v>5194</c:v>
                </c:pt>
                <c:pt idx="1561">
                  <c:v>5197</c:v>
                </c:pt>
                <c:pt idx="1562">
                  <c:v>5201</c:v>
                </c:pt>
                <c:pt idx="1563">
                  <c:v>5204</c:v>
                </c:pt>
                <c:pt idx="1564">
                  <c:v>5207</c:v>
                </c:pt>
                <c:pt idx="1565">
                  <c:v>5211</c:v>
                </c:pt>
                <c:pt idx="1566">
                  <c:v>5214</c:v>
                </c:pt>
                <c:pt idx="1567">
                  <c:v>5217</c:v>
                </c:pt>
                <c:pt idx="1568">
                  <c:v>5220</c:v>
                </c:pt>
                <c:pt idx="1569">
                  <c:v>5224</c:v>
                </c:pt>
                <c:pt idx="1570">
                  <c:v>5227</c:v>
                </c:pt>
                <c:pt idx="1571">
                  <c:v>5230</c:v>
                </c:pt>
                <c:pt idx="1572">
                  <c:v>5234</c:v>
                </c:pt>
                <c:pt idx="1573">
                  <c:v>5237</c:v>
                </c:pt>
                <c:pt idx="1574">
                  <c:v>5240</c:v>
                </c:pt>
                <c:pt idx="1575">
                  <c:v>5244</c:v>
                </c:pt>
                <c:pt idx="1576">
                  <c:v>5247</c:v>
                </c:pt>
                <c:pt idx="1577">
                  <c:v>5250</c:v>
                </c:pt>
                <c:pt idx="1578">
                  <c:v>5254</c:v>
                </c:pt>
                <c:pt idx="1579">
                  <c:v>5257</c:v>
                </c:pt>
                <c:pt idx="1580">
                  <c:v>5260</c:v>
                </c:pt>
                <c:pt idx="1581">
                  <c:v>5264</c:v>
                </c:pt>
                <c:pt idx="1582">
                  <c:v>5267</c:v>
                </c:pt>
                <c:pt idx="1583">
                  <c:v>5270</c:v>
                </c:pt>
                <c:pt idx="1584">
                  <c:v>5274</c:v>
                </c:pt>
                <c:pt idx="1585">
                  <c:v>5277</c:v>
                </c:pt>
                <c:pt idx="1586">
                  <c:v>5280</c:v>
                </c:pt>
                <c:pt idx="1587">
                  <c:v>5284</c:v>
                </c:pt>
                <c:pt idx="1588">
                  <c:v>5287</c:v>
                </c:pt>
                <c:pt idx="1589">
                  <c:v>5290</c:v>
                </c:pt>
                <c:pt idx="1590">
                  <c:v>5294</c:v>
                </c:pt>
                <c:pt idx="1591">
                  <c:v>5297</c:v>
                </c:pt>
                <c:pt idx="1592">
                  <c:v>5300</c:v>
                </c:pt>
                <c:pt idx="1593">
                  <c:v>5304</c:v>
                </c:pt>
                <c:pt idx="1594">
                  <c:v>5307</c:v>
                </c:pt>
                <c:pt idx="1595">
                  <c:v>5310</c:v>
                </c:pt>
                <c:pt idx="1596">
                  <c:v>5314</c:v>
                </c:pt>
                <c:pt idx="1597">
                  <c:v>5317</c:v>
                </c:pt>
                <c:pt idx="1598">
                  <c:v>5320</c:v>
                </c:pt>
                <c:pt idx="1599">
                  <c:v>5324</c:v>
                </c:pt>
                <c:pt idx="1600">
                  <c:v>5327</c:v>
                </c:pt>
                <c:pt idx="1601">
                  <c:v>5330</c:v>
                </c:pt>
                <c:pt idx="1602">
                  <c:v>5334</c:v>
                </c:pt>
                <c:pt idx="1603">
                  <c:v>5337</c:v>
                </c:pt>
                <c:pt idx="1604">
                  <c:v>5340</c:v>
                </c:pt>
                <c:pt idx="1605">
                  <c:v>5344</c:v>
                </c:pt>
                <c:pt idx="1606">
                  <c:v>5347</c:v>
                </c:pt>
                <c:pt idx="1607">
                  <c:v>5350</c:v>
                </c:pt>
                <c:pt idx="1608">
                  <c:v>5354</c:v>
                </c:pt>
                <c:pt idx="1609">
                  <c:v>5357</c:v>
                </c:pt>
                <c:pt idx="1610">
                  <c:v>5360</c:v>
                </c:pt>
                <c:pt idx="1611">
                  <c:v>5364</c:v>
                </c:pt>
                <c:pt idx="1612">
                  <c:v>5367</c:v>
                </c:pt>
                <c:pt idx="1613">
                  <c:v>5370</c:v>
                </c:pt>
                <c:pt idx="1614">
                  <c:v>5374</c:v>
                </c:pt>
                <c:pt idx="1615">
                  <c:v>5377</c:v>
                </c:pt>
                <c:pt idx="1616">
                  <c:v>5380</c:v>
                </c:pt>
                <c:pt idx="1617">
                  <c:v>5384</c:v>
                </c:pt>
                <c:pt idx="1618">
                  <c:v>5387</c:v>
                </c:pt>
                <c:pt idx="1619">
                  <c:v>5390</c:v>
                </c:pt>
                <c:pt idx="1620">
                  <c:v>5394</c:v>
                </c:pt>
                <c:pt idx="1621">
                  <c:v>5397</c:v>
                </c:pt>
                <c:pt idx="1622">
                  <c:v>5400</c:v>
                </c:pt>
                <c:pt idx="1623">
                  <c:v>5403</c:v>
                </c:pt>
                <c:pt idx="1624">
                  <c:v>5407</c:v>
                </c:pt>
                <c:pt idx="1625">
                  <c:v>5410</c:v>
                </c:pt>
                <c:pt idx="1626">
                  <c:v>5413</c:v>
                </c:pt>
                <c:pt idx="1627">
                  <c:v>5417</c:v>
                </c:pt>
                <c:pt idx="1628">
                  <c:v>5420</c:v>
                </c:pt>
                <c:pt idx="1629">
                  <c:v>5423</c:v>
                </c:pt>
                <c:pt idx="1630">
                  <c:v>5427</c:v>
                </c:pt>
                <c:pt idx="1631">
                  <c:v>5430</c:v>
                </c:pt>
                <c:pt idx="1632">
                  <c:v>5433</c:v>
                </c:pt>
                <c:pt idx="1633">
                  <c:v>5437</c:v>
                </c:pt>
                <c:pt idx="1634">
                  <c:v>5440</c:v>
                </c:pt>
                <c:pt idx="1635">
                  <c:v>5443</c:v>
                </c:pt>
                <c:pt idx="1636">
                  <c:v>5447</c:v>
                </c:pt>
                <c:pt idx="1637">
                  <c:v>5450</c:v>
                </c:pt>
                <c:pt idx="1638">
                  <c:v>5453</c:v>
                </c:pt>
                <c:pt idx="1639">
                  <c:v>5457</c:v>
                </c:pt>
                <c:pt idx="1640">
                  <c:v>5460</c:v>
                </c:pt>
                <c:pt idx="1641">
                  <c:v>5463</c:v>
                </c:pt>
                <c:pt idx="1642">
                  <c:v>5467</c:v>
                </c:pt>
                <c:pt idx="1643">
                  <c:v>5470</c:v>
                </c:pt>
                <c:pt idx="1644">
                  <c:v>5473</c:v>
                </c:pt>
                <c:pt idx="1645">
                  <c:v>5477</c:v>
                </c:pt>
                <c:pt idx="1646">
                  <c:v>5480</c:v>
                </c:pt>
                <c:pt idx="1647">
                  <c:v>5483</c:v>
                </c:pt>
                <c:pt idx="1648">
                  <c:v>5487</c:v>
                </c:pt>
                <c:pt idx="1649">
                  <c:v>5490</c:v>
                </c:pt>
                <c:pt idx="1650">
                  <c:v>5493</c:v>
                </c:pt>
                <c:pt idx="1651">
                  <c:v>5497</c:v>
                </c:pt>
                <c:pt idx="1652">
                  <c:v>5500</c:v>
                </c:pt>
                <c:pt idx="1653">
                  <c:v>5503</c:v>
                </c:pt>
                <c:pt idx="1654">
                  <c:v>5507</c:v>
                </c:pt>
                <c:pt idx="1655">
                  <c:v>5510</c:v>
                </c:pt>
                <c:pt idx="1656">
                  <c:v>5513</c:v>
                </c:pt>
                <c:pt idx="1657">
                  <c:v>5517</c:v>
                </c:pt>
                <c:pt idx="1658">
                  <c:v>5520</c:v>
                </c:pt>
                <c:pt idx="1659">
                  <c:v>5523</c:v>
                </c:pt>
                <c:pt idx="1660">
                  <c:v>5527</c:v>
                </c:pt>
                <c:pt idx="1661">
                  <c:v>5530</c:v>
                </c:pt>
                <c:pt idx="1662">
                  <c:v>5533</c:v>
                </c:pt>
                <c:pt idx="1663">
                  <c:v>5537</c:v>
                </c:pt>
                <c:pt idx="1664">
                  <c:v>5540</c:v>
                </c:pt>
                <c:pt idx="1665">
                  <c:v>5543</c:v>
                </c:pt>
                <c:pt idx="1666">
                  <c:v>5547</c:v>
                </c:pt>
                <c:pt idx="1667">
                  <c:v>5550</c:v>
                </c:pt>
                <c:pt idx="1668">
                  <c:v>5553</c:v>
                </c:pt>
                <c:pt idx="1669">
                  <c:v>5557</c:v>
                </c:pt>
                <c:pt idx="1670">
                  <c:v>5560</c:v>
                </c:pt>
                <c:pt idx="1671">
                  <c:v>5563</c:v>
                </c:pt>
                <c:pt idx="1672">
                  <c:v>5567</c:v>
                </c:pt>
                <c:pt idx="1673">
                  <c:v>5570</c:v>
                </c:pt>
                <c:pt idx="1674">
                  <c:v>5573</c:v>
                </c:pt>
                <c:pt idx="1675">
                  <c:v>5577</c:v>
                </c:pt>
                <c:pt idx="1676">
                  <c:v>5580</c:v>
                </c:pt>
                <c:pt idx="1677">
                  <c:v>5583</c:v>
                </c:pt>
                <c:pt idx="1678">
                  <c:v>5586</c:v>
                </c:pt>
                <c:pt idx="1679">
                  <c:v>5590</c:v>
                </c:pt>
                <c:pt idx="1680">
                  <c:v>5593</c:v>
                </c:pt>
                <c:pt idx="1681">
                  <c:v>5596</c:v>
                </c:pt>
                <c:pt idx="1682">
                  <c:v>5600</c:v>
                </c:pt>
                <c:pt idx="1683">
                  <c:v>5603</c:v>
                </c:pt>
                <c:pt idx="1684">
                  <c:v>5606</c:v>
                </c:pt>
                <c:pt idx="1685">
                  <c:v>5610</c:v>
                </c:pt>
                <c:pt idx="1686">
                  <c:v>5613</c:v>
                </c:pt>
                <c:pt idx="1687">
                  <c:v>5616</c:v>
                </c:pt>
                <c:pt idx="1688">
                  <c:v>5620</c:v>
                </c:pt>
                <c:pt idx="1689">
                  <c:v>5623</c:v>
                </c:pt>
                <c:pt idx="1690">
                  <c:v>5626</c:v>
                </c:pt>
                <c:pt idx="1691">
                  <c:v>5630</c:v>
                </c:pt>
                <c:pt idx="1692">
                  <c:v>5633</c:v>
                </c:pt>
                <c:pt idx="1693">
                  <c:v>5636</c:v>
                </c:pt>
                <c:pt idx="1694">
                  <c:v>5640</c:v>
                </c:pt>
                <c:pt idx="1695">
                  <c:v>5643</c:v>
                </c:pt>
                <c:pt idx="1696">
                  <c:v>5646</c:v>
                </c:pt>
                <c:pt idx="1697">
                  <c:v>5650</c:v>
                </c:pt>
                <c:pt idx="1698">
                  <c:v>5653</c:v>
                </c:pt>
                <c:pt idx="1699">
                  <c:v>5656</c:v>
                </c:pt>
                <c:pt idx="1700">
                  <c:v>5660</c:v>
                </c:pt>
                <c:pt idx="1701">
                  <c:v>5663</c:v>
                </c:pt>
                <c:pt idx="1702">
                  <c:v>5666</c:v>
                </c:pt>
                <c:pt idx="1703">
                  <c:v>5670</c:v>
                </c:pt>
                <c:pt idx="1704">
                  <c:v>5673</c:v>
                </c:pt>
                <c:pt idx="1705">
                  <c:v>5676</c:v>
                </c:pt>
                <c:pt idx="1706">
                  <c:v>5680</c:v>
                </c:pt>
                <c:pt idx="1707">
                  <c:v>5683</c:v>
                </c:pt>
                <c:pt idx="1708">
                  <c:v>5686</c:v>
                </c:pt>
                <c:pt idx="1709">
                  <c:v>5690</c:v>
                </c:pt>
                <c:pt idx="1710">
                  <c:v>5693</c:v>
                </c:pt>
                <c:pt idx="1711">
                  <c:v>5696</c:v>
                </c:pt>
                <c:pt idx="1712">
                  <c:v>5700</c:v>
                </c:pt>
                <c:pt idx="1713">
                  <c:v>5703</c:v>
                </c:pt>
                <c:pt idx="1714">
                  <c:v>5706</c:v>
                </c:pt>
                <c:pt idx="1715">
                  <c:v>5710</c:v>
                </c:pt>
                <c:pt idx="1716">
                  <c:v>5713</c:v>
                </c:pt>
                <c:pt idx="1717">
                  <c:v>5716</c:v>
                </c:pt>
                <c:pt idx="1718">
                  <c:v>5720</c:v>
                </c:pt>
                <c:pt idx="1719">
                  <c:v>5723</c:v>
                </c:pt>
                <c:pt idx="1720">
                  <c:v>5726</c:v>
                </c:pt>
                <c:pt idx="1721">
                  <c:v>5730</c:v>
                </c:pt>
                <c:pt idx="1722">
                  <c:v>5733</c:v>
                </c:pt>
                <c:pt idx="1723">
                  <c:v>5736</c:v>
                </c:pt>
                <c:pt idx="1724">
                  <c:v>5740</c:v>
                </c:pt>
                <c:pt idx="1725">
                  <c:v>5743</c:v>
                </c:pt>
                <c:pt idx="1726">
                  <c:v>5746</c:v>
                </c:pt>
                <c:pt idx="1727">
                  <c:v>5750</c:v>
                </c:pt>
                <c:pt idx="1728">
                  <c:v>5753</c:v>
                </c:pt>
                <c:pt idx="1729">
                  <c:v>5756</c:v>
                </c:pt>
                <c:pt idx="1730">
                  <c:v>5760</c:v>
                </c:pt>
                <c:pt idx="1731">
                  <c:v>5763</c:v>
                </c:pt>
                <c:pt idx="1732">
                  <c:v>5766</c:v>
                </c:pt>
                <c:pt idx="1733">
                  <c:v>5769</c:v>
                </c:pt>
                <c:pt idx="1734">
                  <c:v>5773</c:v>
                </c:pt>
                <c:pt idx="1735">
                  <c:v>5776</c:v>
                </c:pt>
                <c:pt idx="1736">
                  <c:v>5779</c:v>
                </c:pt>
                <c:pt idx="1737">
                  <c:v>5783</c:v>
                </c:pt>
                <c:pt idx="1738">
                  <c:v>5786</c:v>
                </c:pt>
                <c:pt idx="1739">
                  <c:v>5789</c:v>
                </c:pt>
                <c:pt idx="1740">
                  <c:v>5793</c:v>
                </c:pt>
                <c:pt idx="1741">
                  <c:v>5796</c:v>
                </c:pt>
                <c:pt idx="1742">
                  <c:v>5799</c:v>
                </c:pt>
                <c:pt idx="1743">
                  <c:v>5803</c:v>
                </c:pt>
                <c:pt idx="1744">
                  <c:v>5806</c:v>
                </c:pt>
                <c:pt idx="1745">
                  <c:v>5809</c:v>
                </c:pt>
                <c:pt idx="1746">
                  <c:v>5813</c:v>
                </c:pt>
                <c:pt idx="1747">
                  <c:v>5816</c:v>
                </c:pt>
                <c:pt idx="1748">
                  <c:v>5819</c:v>
                </c:pt>
                <c:pt idx="1749">
                  <c:v>5823</c:v>
                </c:pt>
                <c:pt idx="1750">
                  <c:v>5826</c:v>
                </c:pt>
                <c:pt idx="1751">
                  <c:v>5829</c:v>
                </c:pt>
                <c:pt idx="1752">
                  <c:v>5833</c:v>
                </c:pt>
                <c:pt idx="1753">
                  <c:v>5836</c:v>
                </c:pt>
                <c:pt idx="1754">
                  <c:v>5839</c:v>
                </c:pt>
                <c:pt idx="1755">
                  <c:v>5843</c:v>
                </c:pt>
                <c:pt idx="1756">
                  <c:v>5846</c:v>
                </c:pt>
                <c:pt idx="1757">
                  <c:v>5849</c:v>
                </c:pt>
                <c:pt idx="1758">
                  <c:v>5853</c:v>
                </c:pt>
                <c:pt idx="1759">
                  <c:v>5856</c:v>
                </c:pt>
                <c:pt idx="1760">
                  <c:v>5859</c:v>
                </c:pt>
                <c:pt idx="1761">
                  <c:v>5863</c:v>
                </c:pt>
                <c:pt idx="1762">
                  <c:v>5866</c:v>
                </c:pt>
                <c:pt idx="1763">
                  <c:v>5869</c:v>
                </c:pt>
                <c:pt idx="1764">
                  <c:v>5873</c:v>
                </c:pt>
                <c:pt idx="1765">
                  <c:v>5876</c:v>
                </c:pt>
                <c:pt idx="1766">
                  <c:v>5879</c:v>
                </c:pt>
                <c:pt idx="1767">
                  <c:v>5883</c:v>
                </c:pt>
                <c:pt idx="1768">
                  <c:v>5886</c:v>
                </c:pt>
                <c:pt idx="1769">
                  <c:v>5889</c:v>
                </c:pt>
                <c:pt idx="1770">
                  <c:v>5893</c:v>
                </c:pt>
                <c:pt idx="1771">
                  <c:v>5896</c:v>
                </c:pt>
                <c:pt idx="1772">
                  <c:v>5899</c:v>
                </c:pt>
                <c:pt idx="1773">
                  <c:v>5903</c:v>
                </c:pt>
                <c:pt idx="1774">
                  <c:v>5906</c:v>
                </c:pt>
                <c:pt idx="1775">
                  <c:v>5909</c:v>
                </c:pt>
                <c:pt idx="1776">
                  <c:v>5913</c:v>
                </c:pt>
                <c:pt idx="1777">
                  <c:v>5916</c:v>
                </c:pt>
                <c:pt idx="1778">
                  <c:v>5919</c:v>
                </c:pt>
                <c:pt idx="1779">
                  <c:v>5923</c:v>
                </c:pt>
                <c:pt idx="1780">
                  <c:v>5926</c:v>
                </c:pt>
                <c:pt idx="1781">
                  <c:v>5929</c:v>
                </c:pt>
                <c:pt idx="1782">
                  <c:v>5933</c:v>
                </c:pt>
                <c:pt idx="1783">
                  <c:v>5936</c:v>
                </c:pt>
                <c:pt idx="1784">
                  <c:v>5939</c:v>
                </c:pt>
                <c:pt idx="1785">
                  <c:v>5943</c:v>
                </c:pt>
                <c:pt idx="1786">
                  <c:v>5946</c:v>
                </c:pt>
                <c:pt idx="1787">
                  <c:v>5949</c:v>
                </c:pt>
                <c:pt idx="1788">
                  <c:v>5952</c:v>
                </c:pt>
                <c:pt idx="1789">
                  <c:v>5956</c:v>
                </c:pt>
                <c:pt idx="1790">
                  <c:v>5959</c:v>
                </c:pt>
                <c:pt idx="1791">
                  <c:v>5962</c:v>
                </c:pt>
                <c:pt idx="1792">
                  <c:v>5966</c:v>
                </c:pt>
                <c:pt idx="1793">
                  <c:v>5969</c:v>
                </c:pt>
                <c:pt idx="1794">
                  <c:v>5972</c:v>
                </c:pt>
                <c:pt idx="1795">
                  <c:v>5976</c:v>
                </c:pt>
                <c:pt idx="1796">
                  <c:v>5979</c:v>
                </c:pt>
                <c:pt idx="1797">
                  <c:v>5982</c:v>
                </c:pt>
                <c:pt idx="1798">
                  <c:v>5986</c:v>
                </c:pt>
                <c:pt idx="1799">
                  <c:v>5989</c:v>
                </c:pt>
                <c:pt idx="1800">
                  <c:v>5992</c:v>
                </c:pt>
                <c:pt idx="1801">
                  <c:v>5996</c:v>
                </c:pt>
                <c:pt idx="1802">
                  <c:v>5999</c:v>
                </c:pt>
                <c:pt idx="1803">
                  <c:v>6002</c:v>
                </c:pt>
                <c:pt idx="1804">
                  <c:v>6006</c:v>
                </c:pt>
                <c:pt idx="1805">
                  <c:v>6009</c:v>
                </c:pt>
                <c:pt idx="1806">
                  <c:v>6012</c:v>
                </c:pt>
                <c:pt idx="1807">
                  <c:v>6016</c:v>
                </c:pt>
                <c:pt idx="1808">
                  <c:v>6019</c:v>
                </c:pt>
                <c:pt idx="1809">
                  <c:v>6022</c:v>
                </c:pt>
                <c:pt idx="1810">
                  <c:v>6026</c:v>
                </c:pt>
                <c:pt idx="1811">
                  <c:v>6029</c:v>
                </c:pt>
                <c:pt idx="1812">
                  <c:v>6032</c:v>
                </c:pt>
                <c:pt idx="1813">
                  <c:v>6036</c:v>
                </c:pt>
                <c:pt idx="1814">
                  <c:v>6039</c:v>
                </c:pt>
                <c:pt idx="1815">
                  <c:v>6042</c:v>
                </c:pt>
                <c:pt idx="1816">
                  <c:v>6046</c:v>
                </c:pt>
                <c:pt idx="1817">
                  <c:v>6049</c:v>
                </c:pt>
                <c:pt idx="1818">
                  <c:v>6052</c:v>
                </c:pt>
                <c:pt idx="1819">
                  <c:v>6056</c:v>
                </c:pt>
                <c:pt idx="1820">
                  <c:v>6059</c:v>
                </c:pt>
                <c:pt idx="1821">
                  <c:v>6062</c:v>
                </c:pt>
                <c:pt idx="1822">
                  <c:v>6066</c:v>
                </c:pt>
                <c:pt idx="1823">
                  <c:v>6069</c:v>
                </c:pt>
                <c:pt idx="1824">
                  <c:v>6072</c:v>
                </c:pt>
                <c:pt idx="1825">
                  <c:v>6076</c:v>
                </c:pt>
                <c:pt idx="1826">
                  <c:v>6079</c:v>
                </c:pt>
                <c:pt idx="1827">
                  <c:v>6082</c:v>
                </c:pt>
                <c:pt idx="1828">
                  <c:v>6086</c:v>
                </c:pt>
                <c:pt idx="1829">
                  <c:v>6089</c:v>
                </c:pt>
                <c:pt idx="1830">
                  <c:v>6092</c:v>
                </c:pt>
                <c:pt idx="1831">
                  <c:v>6096</c:v>
                </c:pt>
                <c:pt idx="1832">
                  <c:v>6099</c:v>
                </c:pt>
                <c:pt idx="1833">
                  <c:v>6102</c:v>
                </c:pt>
                <c:pt idx="1834">
                  <c:v>6106</c:v>
                </c:pt>
                <c:pt idx="1835">
                  <c:v>6109</c:v>
                </c:pt>
                <c:pt idx="1836">
                  <c:v>6112</c:v>
                </c:pt>
                <c:pt idx="1837">
                  <c:v>6116</c:v>
                </c:pt>
                <c:pt idx="1838">
                  <c:v>6119</c:v>
                </c:pt>
                <c:pt idx="1839">
                  <c:v>6122</c:v>
                </c:pt>
                <c:pt idx="1840">
                  <c:v>6126</c:v>
                </c:pt>
                <c:pt idx="1841">
                  <c:v>6129</c:v>
                </c:pt>
                <c:pt idx="1842">
                  <c:v>6132</c:v>
                </c:pt>
                <c:pt idx="1843">
                  <c:v>6135</c:v>
                </c:pt>
                <c:pt idx="1844">
                  <c:v>6139</c:v>
                </c:pt>
                <c:pt idx="1845">
                  <c:v>6142</c:v>
                </c:pt>
                <c:pt idx="1846">
                  <c:v>6145</c:v>
                </c:pt>
                <c:pt idx="1847">
                  <c:v>6149</c:v>
                </c:pt>
                <c:pt idx="1848">
                  <c:v>6152</c:v>
                </c:pt>
                <c:pt idx="1849">
                  <c:v>6155</c:v>
                </c:pt>
                <c:pt idx="1850">
                  <c:v>6159</c:v>
                </c:pt>
                <c:pt idx="1851">
                  <c:v>6162</c:v>
                </c:pt>
                <c:pt idx="1852">
                  <c:v>6165</c:v>
                </c:pt>
                <c:pt idx="1853">
                  <c:v>6169</c:v>
                </c:pt>
                <c:pt idx="1854">
                  <c:v>6172</c:v>
                </c:pt>
                <c:pt idx="1855">
                  <c:v>6175</c:v>
                </c:pt>
                <c:pt idx="1856">
                  <c:v>6179</c:v>
                </c:pt>
                <c:pt idx="1857">
                  <c:v>6182</c:v>
                </c:pt>
                <c:pt idx="1858">
                  <c:v>6185</c:v>
                </c:pt>
                <c:pt idx="1859">
                  <c:v>6189</c:v>
                </c:pt>
                <c:pt idx="1860">
                  <c:v>6192</c:v>
                </c:pt>
                <c:pt idx="1861">
                  <c:v>6195</c:v>
                </c:pt>
                <c:pt idx="1862">
                  <c:v>6199</c:v>
                </c:pt>
                <c:pt idx="1863">
                  <c:v>6202</c:v>
                </c:pt>
                <c:pt idx="1864">
                  <c:v>6205</c:v>
                </c:pt>
                <c:pt idx="1865">
                  <c:v>6209</c:v>
                </c:pt>
                <c:pt idx="1866">
                  <c:v>6212</c:v>
                </c:pt>
                <c:pt idx="1867">
                  <c:v>6215</c:v>
                </c:pt>
                <c:pt idx="1868">
                  <c:v>6219</c:v>
                </c:pt>
                <c:pt idx="1869">
                  <c:v>6222</c:v>
                </c:pt>
                <c:pt idx="1870">
                  <c:v>6225</c:v>
                </c:pt>
                <c:pt idx="1871">
                  <c:v>6229</c:v>
                </c:pt>
                <c:pt idx="1872">
                  <c:v>6232</c:v>
                </c:pt>
                <c:pt idx="1873">
                  <c:v>6235</c:v>
                </c:pt>
                <c:pt idx="1874">
                  <c:v>6239</c:v>
                </c:pt>
                <c:pt idx="1875">
                  <c:v>6242</c:v>
                </c:pt>
                <c:pt idx="1876">
                  <c:v>6245</c:v>
                </c:pt>
                <c:pt idx="1877">
                  <c:v>6249</c:v>
                </c:pt>
                <c:pt idx="1878">
                  <c:v>6252</c:v>
                </c:pt>
                <c:pt idx="1879">
                  <c:v>6255</c:v>
                </c:pt>
                <c:pt idx="1880">
                  <c:v>6259</c:v>
                </c:pt>
                <c:pt idx="1881">
                  <c:v>6262</c:v>
                </c:pt>
                <c:pt idx="1882">
                  <c:v>6265</c:v>
                </c:pt>
                <c:pt idx="1883">
                  <c:v>6269</c:v>
                </c:pt>
                <c:pt idx="1884">
                  <c:v>6272</c:v>
                </c:pt>
                <c:pt idx="1885">
                  <c:v>6275</c:v>
                </c:pt>
                <c:pt idx="1886">
                  <c:v>6279</c:v>
                </c:pt>
                <c:pt idx="1887">
                  <c:v>6282</c:v>
                </c:pt>
                <c:pt idx="1888">
                  <c:v>6285</c:v>
                </c:pt>
                <c:pt idx="1889">
                  <c:v>6289</c:v>
                </c:pt>
                <c:pt idx="1890">
                  <c:v>6292</c:v>
                </c:pt>
                <c:pt idx="1891">
                  <c:v>6295</c:v>
                </c:pt>
                <c:pt idx="1892">
                  <c:v>6299</c:v>
                </c:pt>
                <c:pt idx="1893">
                  <c:v>6302</c:v>
                </c:pt>
                <c:pt idx="1894">
                  <c:v>6305</c:v>
                </c:pt>
                <c:pt idx="1895">
                  <c:v>6309</c:v>
                </c:pt>
                <c:pt idx="1896">
                  <c:v>6312</c:v>
                </c:pt>
                <c:pt idx="1897">
                  <c:v>6315</c:v>
                </c:pt>
                <c:pt idx="1898">
                  <c:v>6318</c:v>
                </c:pt>
                <c:pt idx="1899">
                  <c:v>6322</c:v>
                </c:pt>
                <c:pt idx="1900">
                  <c:v>6325</c:v>
                </c:pt>
                <c:pt idx="1901">
                  <c:v>6328</c:v>
                </c:pt>
                <c:pt idx="1902">
                  <c:v>6332</c:v>
                </c:pt>
                <c:pt idx="1903">
                  <c:v>6335</c:v>
                </c:pt>
                <c:pt idx="1904">
                  <c:v>6338</c:v>
                </c:pt>
                <c:pt idx="1905">
                  <c:v>6342</c:v>
                </c:pt>
                <c:pt idx="1906">
                  <c:v>6345</c:v>
                </c:pt>
                <c:pt idx="1907">
                  <c:v>6348</c:v>
                </c:pt>
                <c:pt idx="1908">
                  <c:v>6352</c:v>
                </c:pt>
                <c:pt idx="1909">
                  <c:v>6355</c:v>
                </c:pt>
                <c:pt idx="1910">
                  <c:v>6358</c:v>
                </c:pt>
                <c:pt idx="1911">
                  <c:v>6362</c:v>
                </c:pt>
                <c:pt idx="1912">
                  <c:v>6365</c:v>
                </c:pt>
                <c:pt idx="1913">
                  <c:v>6368</c:v>
                </c:pt>
                <c:pt idx="1914">
                  <c:v>6372</c:v>
                </c:pt>
                <c:pt idx="1915">
                  <c:v>6375</c:v>
                </c:pt>
                <c:pt idx="1916">
                  <c:v>6378</c:v>
                </c:pt>
                <c:pt idx="1917">
                  <c:v>6382</c:v>
                </c:pt>
                <c:pt idx="1918">
                  <c:v>6385</c:v>
                </c:pt>
                <c:pt idx="1919">
                  <c:v>6388</c:v>
                </c:pt>
                <c:pt idx="1920">
                  <c:v>6392</c:v>
                </c:pt>
                <c:pt idx="1921">
                  <c:v>6395</c:v>
                </c:pt>
                <c:pt idx="1922">
                  <c:v>6398</c:v>
                </c:pt>
                <c:pt idx="1923">
                  <c:v>6402</c:v>
                </c:pt>
                <c:pt idx="1924">
                  <c:v>6405</c:v>
                </c:pt>
                <c:pt idx="1925">
                  <c:v>6408</c:v>
                </c:pt>
                <c:pt idx="1926">
                  <c:v>6412</c:v>
                </c:pt>
                <c:pt idx="1927">
                  <c:v>6415</c:v>
                </c:pt>
                <c:pt idx="1928">
                  <c:v>6418</c:v>
                </c:pt>
                <c:pt idx="1929">
                  <c:v>6422</c:v>
                </c:pt>
                <c:pt idx="1930">
                  <c:v>6425</c:v>
                </c:pt>
                <c:pt idx="1931">
                  <c:v>6428</c:v>
                </c:pt>
                <c:pt idx="1932">
                  <c:v>6432</c:v>
                </c:pt>
                <c:pt idx="1933">
                  <c:v>6435</c:v>
                </c:pt>
                <c:pt idx="1934">
                  <c:v>6438</c:v>
                </c:pt>
                <c:pt idx="1935">
                  <c:v>6442</c:v>
                </c:pt>
                <c:pt idx="1936">
                  <c:v>6445</c:v>
                </c:pt>
                <c:pt idx="1937">
                  <c:v>6448</c:v>
                </c:pt>
                <c:pt idx="1938">
                  <c:v>6452</c:v>
                </c:pt>
                <c:pt idx="1939">
                  <c:v>6455</c:v>
                </c:pt>
                <c:pt idx="1940">
                  <c:v>6458</c:v>
                </c:pt>
                <c:pt idx="1941">
                  <c:v>6462</c:v>
                </c:pt>
                <c:pt idx="1942">
                  <c:v>6465</c:v>
                </c:pt>
                <c:pt idx="1943">
                  <c:v>6468</c:v>
                </c:pt>
                <c:pt idx="1944">
                  <c:v>6472</c:v>
                </c:pt>
                <c:pt idx="1945">
                  <c:v>6475</c:v>
                </c:pt>
                <c:pt idx="1946">
                  <c:v>6478</c:v>
                </c:pt>
                <c:pt idx="1947">
                  <c:v>6482</c:v>
                </c:pt>
                <c:pt idx="1948">
                  <c:v>6485</c:v>
                </c:pt>
                <c:pt idx="1949">
                  <c:v>6488</c:v>
                </c:pt>
                <c:pt idx="1950">
                  <c:v>6492</c:v>
                </c:pt>
                <c:pt idx="1951">
                  <c:v>6495</c:v>
                </c:pt>
                <c:pt idx="1952">
                  <c:v>6498</c:v>
                </c:pt>
                <c:pt idx="1953">
                  <c:v>6501</c:v>
                </c:pt>
                <c:pt idx="1954">
                  <c:v>6505</c:v>
                </c:pt>
                <c:pt idx="1955">
                  <c:v>6508</c:v>
                </c:pt>
                <c:pt idx="1956">
                  <c:v>6511</c:v>
                </c:pt>
                <c:pt idx="1957">
                  <c:v>6515</c:v>
                </c:pt>
                <c:pt idx="1958">
                  <c:v>6518</c:v>
                </c:pt>
                <c:pt idx="1959">
                  <c:v>6521</c:v>
                </c:pt>
                <c:pt idx="1960">
                  <c:v>6525</c:v>
                </c:pt>
                <c:pt idx="1961">
                  <c:v>6528</c:v>
                </c:pt>
                <c:pt idx="1962">
                  <c:v>6531</c:v>
                </c:pt>
                <c:pt idx="1963">
                  <c:v>6535</c:v>
                </c:pt>
                <c:pt idx="1964">
                  <c:v>6538</c:v>
                </c:pt>
                <c:pt idx="1965">
                  <c:v>6541</c:v>
                </c:pt>
                <c:pt idx="1966">
                  <c:v>6545</c:v>
                </c:pt>
                <c:pt idx="1967">
                  <c:v>6548</c:v>
                </c:pt>
                <c:pt idx="1968">
                  <c:v>6551</c:v>
                </c:pt>
                <c:pt idx="1969">
                  <c:v>6555</c:v>
                </c:pt>
                <c:pt idx="1970">
                  <c:v>6558</c:v>
                </c:pt>
                <c:pt idx="1971">
                  <c:v>6561</c:v>
                </c:pt>
                <c:pt idx="1972">
                  <c:v>6565</c:v>
                </c:pt>
                <c:pt idx="1973">
                  <c:v>6568</c:v>
                </c:pt>
                <c:pt idx="1974">
                  <c:v>6571</c:v>
                </c:pt>
                <c:pt idx="1975">
                  <c:v>6575</c:v>
                </c:pt>
                <c:pt idx="1976">
                  <c:v>6578</c:v>
                </c:pt>
                <c:pt idx="1977">
                  <c:v>6581</c:v>
                </c:pt>
                <c:pt idx="1978">
                  <c:v>6585</c:v>
                </c:pt>
                <c:pt idx="1979">
                  <c:v>6588</c:v>
                </c:pt>
                <c:pt idx="1980">
                  <c:v>6591</c:v>
                </c:pt>
                <c:pt idx="1981">
                  <c:v>6595</c:v>
                </c:pt>
                <c:pt idx="1982">
                  <c:v>6598</c:v>
                </c:pt>
                <c:pt idx="1983">
                  <c:v>6601</c:v>
                </c:pt>
                <c:pt idx="1984">
                  <c:v>6605</c:v>
                </c:pt>
                <c:pt idx="1985">
                  <c:v>6608</c:v>
                </c:pt>
                <c:pt idx="1986">
                  <c:v>6611</c:v>
                </c:pt>
                <c:pt idx="1987">
                  <c:v>6615</c:v>
                </c:pt>
                <c:pt idx="1988">
                  <c:v>6618</c:v>
                </c:pt>
                <c:pt idx="1989">
                  <c:v>6621</c:v>
                </c:pt>
                <c:pt idx="1990">
                  <c:v>6625</c:v>
                </c:pt>
                <c:pt idx="1991">
                  <c:v>6628</c:v>
                </c:pt>
                <c:pt idx="1992">
                  <c:v>6631</c:v>
                </c:pt>
                <c:pt idx="1993">
                  <c:v>6635</c:v>
                </c:pt>
                <c:pt idx="1994">
                  <c:v>6638</c:v>
                </c:pt>
                <c:pt idx="1995">
                  <c:v>6641</c:v>
                </c:pt>
                <c:pt idx="1996">
                  <c:v>6645</c:v>
                </c:pt>
                <c:pt idx="1997">
                  <c:v>6648</c:v>
                </c:pt>
                <c:pt idx="1998">
                  <c:v>6651</c:v>
                </c:pt>
                <c:pt idx="1999">
                  <c:v>6655</c:v>
                </c:pt>
                <c:pt idx="2000">
                  <c:v>6658</c:v>
                </c:pt>
                <c:pt idx="2001">
                  <c:v>6661</c:v>
                </c:pt>
                <c:pt idx="2002">
                  <c:v>6665</c:v>
                </c:pt>
                <c:pt idx="2003">
                  <c:v>6668</c:v>
                </c:pt>
                <c:pt idx="2004">
                  <c:v>6671</c:v>
                </c:pt>
                <c:pt idx="2005">
                  <c:v>6675</c:v>
                </c:pt>
                <c:pt idx="2006">
                  <c:v>6678</c:v>
                </c:pt>
                <c:pt idx="2007">
                  <c:v>6681</c:v>
                </c:pt>
                <c:pt idx="2008">
                  <c:v>6684</c:v>
                </c:pt>
                <c:pt idx="2009">
                  <c:v>6688</c:v>
                </c:pt>
                <c:pt idx="2010">
                  <c:v>6691</c:v>
                </c:pt>
                <c:pt idx="2011">
                  <c:v>6694</c:v>
                </c:pt>
                <c:pt idx="2012">
                  <c:v>6698</c:v>
                </c:pt>
                <c:pt idx="2013">
                  <c:v>6701</c:v>
                </c:pt>
                <c:pt idx="2014">
                  <c:v>6704</c:v>
                </c:pt>
                <c:pt idx="2015">
                  <c:v>6708</c:v>
                </c:pt>
                <c:pt idx="2016">
                  <c:v>6711</c:v>
                </c:pt>
                <c:pt idx="2017">
                  <c:v>6714</c:v>
                </c:pt>
                <c:pt idx="2018">
                  <c:v>6718</c:v>
                </c:pt>
                <c:pt idx="2019">
                  <c:v>6721</c:v>
                </c:pt>
                <c:pt idx="2020">
                  <c:v>6724</c:v>
                </c:pt>
                <c:pt idx="2021">
                  <c:v>6728</c:v>
                </c:pt>
                <c:pt idx="2022">
                  <c:v>6731</c:v>
                </c:pt>
                <c:pt idx="2023">
                  <c:v>6734</c:v>
                </c:pt>
                <c:pt idx="2024">
                  <c:v>6738</c:v>
                </c:pt>
                <c:pt idx="2025">
                  <c:v>6741</c:v>
                </c:pt>
                <c:pt idx="2026">
                  <c:v>6744</c:v>
                </c:pt>
                <c:pt idx="2027">
                  <c:v>6748</c:v>
                </c:pt>
                <c:pt idx="2028">
                  <c:v>6751</c:v>
                </c:pt>
                <c:pt idx="2029">
                  <c:v>6754</c:v>
                </c:pt>
                <c:pt idx="2030">
                  <c:v>6758</c:v>
                </c:pt>
                <c:pt idx="2031">
                  <c:v>6761</c:v>
                </c:pt>
                <c:pt idx="2032">
                  <c:v>6764</c:v>
                </c:pt>
                <c:pt idx="2033">
                  <c:v>6768</c:v>
                </c:pt>
                <c:pt idx="2034">
                  <c:v>6771</c:v>
                </c:pt>
                <c:pt idx="2035">
                  <c:v>6774</c:v>
                </c:pt>
                <c:pt idx="2036">
                  <c:v>6778</c:v>
                </c:pt>
                <c:pt idx="2037">
                  <c:v>6781</c:v>
                </c:pt>
                <c:pt idx="2038">
                  <c:v>6784</c:v>
                </c:pt>
                <c:pt idx="2039">
                  <c:v>6788</c:v>
                </c:pt>
                <c:pt idx="2040">
                  <c:v>6791</c:v>
                </c:pt>
                <c:pt idx="2041">
                  <c:v>6794</c:v>
                </c:pt>
                <c:pt idx="2042">
                  <c:v>6798</c:v>
                </c:pt>
                <c:pt idx="2043">
                  <c:v>6801</c:v>
                </c:pt>
                <c:pt idx="2044">
                  <c:v>6804</c:v>
                </c:pt>
                <c:pt idx="2045">
                  <c:v>6808</c:v>
                </c:pt>
                <c:pt idx="2046">
                  <c:v>6811</c:v>
                </c:pt>
                <c:pt idx="2047">
                  <c:v>6814</c:v>
                </c:pt>
                <c:pt idx="2048">
                  <c:v>6818</c:v>
                </c:pt>
                <c:pt idx="2049">
                  <c:v>6821</c:v>
                </c:pt>
                <c:pt idx="2050">
                  <c:v>6824</c:v>
                </c:pt>
                <c:pt idx="2051">
                  <c:v>6828</c:v>
                </c:pt>
                <c:pt idx="2052">
                  <c:v>6831</c:v>
                </c:pt>
                <c:pt idx="2053">
                  <c:v>6834</c:v>
                </c:pt>
                <c:pt idx="2054">
                  <c:v>6838</c:v>
                </c:pt>
                <c:pt idx="2055">
                  <c:v>6841</c:v>
                </c:pt>
                <c:pt idx="2056">
                  <c:v>6844</c:v>
                </c:pt>
                <c:pt idx="2057">
                  <c:v>6848</c:v>
                </c:pt>
                <c:pt idx="2058">
                  <c:v>6851</c:v>
                </c:pt>
                <c:pt idx="2059">
                  <c:v>6854</c:v>
                </c:pt>
                <c:pt idx="2060">
                  <c:v>6858</c:v>
                </c:pt>
                <c:pt idx="2061">
                  <c:v>6861</c:v>
                </c:pt>
                <c:pt idx="2062">
                  <c:v>6864</c:v>
                </c:pt>
                <c:pt idx="2063">
                  <c:v>6867</c:v>
                </c:pt>
                <c:pt idx="2064">
                  <c:v>6871</c:v>
                </c:pt>
                <c:pt idx="2065">
                  <c:v>6874</c:v>
                </c:pt>
                <c:pt idx="2066">
                  <c:v>6877</c:v>
                </c:pt>
                <c:pt idx="2067">
                  <c:v>6881</c:v>
                </c:pt>
                <c:pt idx="2068">
                  <c:v>6884</c:v>
                </c:pt>
                <c:pt idx="2069">
                  <c:v>6887</c:v>
                </c:pt>
                <c:pt idx="2070">
                  <c:v>6891</c:v>
                </c:pt>
                <c:pt idx="2071">
                  <c:v>6894</c:v>
                </c:pt>
                <c:pt idx="2072">
                  <c:v>6897</c:v>
                </c:pt>
                <c:pt idx="2073">
                  <c:v>6901</c:v>
                </c:pt>
                <c:pt idx="2074">
                  <c:v>6904</c:v>
                </c:pt>
                <c:pt idx="2075">
                  <c:v>6907</c:v>
                </c:pt>
                <c:pt idx="2076">
                  <c:v>6911</c:v>
                </c:pt>
                <c:pt idx="2077">
                  <c:v>6914</c:v>
                </c:pt>
                <c:pt idx="2078">
                  <c:v>6917</c:v>
                </c:pt>
                <c:pt idx="2079">
                  <c:v>6921</c:v>
                </c:pt>
                <c:pt idx="2080">
                  <c:v>6924</c:v>
                </c:pt>
                <c:pt idx="2081">
                  <c:v>6927</c:v>
                </c:pt>
                <c:pt idx="2082">
                  <c:v>6931</c:v>
                </c:pt>
                <c:pt idx="2083">
                  <c:v>6934</c:v>
                </c:pt>
                <c:pt idx="2084">
                  <c:v>6937</c:v>
                </c:pt>
                <c:pt idx="2085">
                  <c:v>6941</c:v>
                </c:pt>
                <c:pt idx="2086">
                  <c:v>6944</c:v>
                </c:pt>
                <c:pt idx="2087">
                  <c:v>6947</c:v>
                </c:pt>
                <c:pt idx="2088">
                  <c:v>6951</c:v>
                </c:pt>
                <c:pt idx="2089">
                  <c:v>6954</c:v>
                </c:pt>
                <c:pt idx="2090">
                  <c:v>6957</c:v>
                </c:pt>
                <c:pt idx="2091">
                  <c:v>6961</c:v>
                </c:pt>
                <c:pt idx="2092">
                  <c:v>6964</c:v>
                </c:pt>
                <c:pt idx="2093">
                  <c:v>6967</c:v>
                </c:pt>
                <c:pt idx="2094">
                  <c:v>6971</c:v>
                </c:pt>
                <c:pt idx="2095">
                  <c:v>6974</c:v>
                </c:pt>
                <c:pt idx="2096">
                  <c:v>6977</c:v>
                </c:pt>
                <c:pt idx="2097">
                  <c:v>6981</c:v>
                </c:pt>
                <c:pt idx="2098">
                  <c:v>6984</c:v>
                </c:pt>
                <c:pt idx="2099">
                  <c:v>6987</c:v>
                </c:pt>
                <c:pt idx="2100">
                  <c:v>6991</c:v>
                </c:pt>
                <c:pt idx="2101">
                  <c:v>6994</c:v>
                </c:pt>
                <c:pt idx="2102">
                  <c:v>6997</c:v>
                </c:pt>
                <c:pt idx="2103">
                  <c:v>7001</c:v>
                </c:pt>
                <c:pt idx="2104">
                  <c:v>7004</c:v>
                </c:pt>
                <c:pt idx="2105">
                  <c:v>7007</c:v>
                </c:pt>
                <c:pt idx="2106">
                  <c:v>7011</c:v>
                </c:pt>
                <c:pt idx="2107">
                  <c:v>7014</c:v>
                </c:pt>
                <c:pt idx="2108">
                  <c:v>7017</c:v>
                </c:pt>
                <c:pt idx="2109">
                  <c:v>7021</c:v>
                </c:pt>
                <c:pt idx="2110">
                  <c:v>7024</c:v>
                </c:pt>
                <c:pt idx="2111">
                  <c:v>7027</c:v>
                </c:pt>
                <c:pt idx="2112">
                  <c:v>7031</c:v>
                </c:pt>
                <c:pt idx="2113">
                  <c:v>7034</c:v>
                </c:pt>
                <c:pt idx="2114">
                  <c:v>7037</c:v>
                </c:pt>
                <c:pt idx="2115">
                  <c:v>7041</c:v>
                </c:pt>
                <c:pt idx="2116">
                  <c:v>7044</c:v>
                </c:pt>
                <c:pt idx="2117">
                  <c:v>7047</c:v>
                </c:pt>
                <c:pt idx="2118">
                  <c:v>7050</c:v>
                </c:pt>
                <c:pt idx="2119">
                  <c:v>7054</c:v>
                </c:pt>
                <c:pt idx="2120">
                  <c:v>7057</c:v>
                </c:pt>
                <c:pt idx="2121">
                  <c:v>7060</c:v>
                </c:pt>
                <c:pt idx="2122">
                  <c:v>7064</c:v>
                </c:pt>
                <c:pt idx="2123">
                  <c:v>7067</c:v>
                </c:pt>
                <c:pt idx="2124">
                  <c:v>7070</c:v>
                </c:pt>
                <c:pt idx="2125">
                  <c:v>7074</c:v>
                </c:pt>
                <c:pt idx="2126">
                  <c:v>7077</c:v>
                </c:pt>
                <c:pt idx="2127">
                  <c:v>7080</c:v>
                </c:pt>
                <c:pt idx="2128">
                  <c:v>7084</c:v>
                </c:pt>
                <c:pt idx="2129">
                  <c:v>7087</c:v>
                </c:pt>
                <c:pt idx="2130">
                  <c:v>7090</c:v>
                </c:pt>
                <c:pt idx="2131">
                  <c:v>7094</c:v>
                </c:pt>
                <c:pt idx="2132">
                  <c:v>7097</c:v>
                </c:pt>
                <c:pt idx="2133">
                  <c:v>7100</c:v>
                </c:pt>
                <c:pt idx="2134">
                  <c:v>7104</c:v>
                </c:pt>
                <c:pt idx="2135">
                  <c:v>7107</c:v>
                </c:pt>
                <c:pt idx="2136">
                  <c:v>7110</c:v>
                </c:pt>
                <c:pt idx="2137">
                  <c:v>7114</c:v>
                </c:pt>
                <c:pt idx="2138">
                  <c:v>7117</c:v>
                </c:pt>
                <c:pt idx="2139">
                  <c:v>7120</c:v>
                </c:pt>
                <c:pt idx="2140">
                  <c:v>7124</c:v>
                </c:pt>
                <c:pt idx="2141">
                  <c:v>7127</c:v>
                </c:pt>
                <c:pt idx="2142">
                  <c:v>7130</c:v>
                </c:pt>
                <c:pt idx="2143">
                  <c:v>7134</c:v>
                </c:pt>
                <c:pt idx="2144">
                  <c:v>7137</c:v>
                </c:pt>
                <c:pt idx="2145">
                  <c:v>7140</c:v>
                </c:pt>
                <c:pt idx="2146">
                  <c:v>7144</c:v>
                </c:pt>
                <c:pt idx="2147">
                  <c:v>7147</c:v>
                </c:pt>
                <c:pt idx="2148">
                  <c:v>7150</c:v>
                </c:pt>
                <c:pt idx="2149">
                  <c:v>7154</c:v>
                </c:pt>
                <c:pt idx="2150">
                  <c:v>7157</c:v>
                </c:pt>
                <c:pt idx="2151">
                  <c:v>7160</c:v>
                </c:pt>
                <c:pt idx="2152">
                  <c:v>7164</c:v>
                </c:pt>
                <c:pt idx="2153">
                  <c:v>7167</c:v>
                </c:pt>
                <c:pt idx="2154">
                  <c:v>7170</c:v>
                </c:pt>
                <c:pt idx="2155">
                  <c:v>7174</c:v>
                </c:pt>
                <c:pt idx="2156">
                  <c:v>7177</c:v>
                </c:pt>
                <c:pt idx="2157">
                  <c:v>7180</c:v>
                </c:pt>
                <c:pt idx="2158">
                  <c:v>7184</c:v>
                </c:pt>
                <c:pt idx="2159">
                  <c:v>7187</c:v>
                </c:pt>
                <c:pt idx="2160">
                  <c:v>7190</c:v>
                </c:pt>
                <c:pt idx="2161">
                  <c:v>7194</c:v>
                </c:pt>
                <c:pt idx="2162">
                  <c:v>7197</c:v>
                </c:pt>
                <c:pt idx="2163">
                  <c:v>7200</c:v>
                </c:pt>
                <c:pt idx="2164">
                  <c:v>7204</c:v>
                </c:pt>
                <c:pt idx="2165">
                  <c:v>7207</c:v>
                </c:pt>
                <c:pt idx="2166">
                  <c:v>7210</c:v>
                </c:pt>
                <c:pt idx="2167">
                  <c:v>7214</c:v>
                </c:pt>
                <c:pt idx="2168">
                  <c:v>7217</c:v>
                </c:pt>
                <c:pt idx="2169">
                  <c:v>7220</c:v>
                </c:pt>
                <c:pt idx="2170">
                  <c:v>7224</c:v>
                </c:pt>
                <c:pt idx="2171">
                  <c:v>7227</c:v>
                </c:pt>
                <c:pt idx="2172">
                  <c:v>7230</c:v>
                </c:pt>
                <c:pt idx="2173">
                  <c:v>7233</c:v>
                </c:pt>
                <c:pt idx="2174">
                  <c:v>7237</c:v>
                </c:pt>
                <c:pt idx="2175">
                  <c:v>7240</c:v>
                </c:pt>
                <c:pt idx="2176">
                  <c:v>7243</c:v>
                </c:pt>
                <c:pt idx="2177">
                  <c:v>7247</c:v>
                </c:pt>
                <c:pt idx="2178">
                  <c:v>7250</c:v>
                </c:pt>
                <c:pt idx="2179">
                  <c:v>7253</c:v>
                </c:pt>
                <c:pt idx="2180">
                  <c:v>7257</c:v>
                </c:pt>
                <c:pt idx="2181">
                  <c:v>7260</c:v>
                </c:pt>
                <c:pt idx="2182">
                  <c:v>7263</c:v>
                </c:pt>
                <c:pt idx="2183">
                  <c:v>7267</c:v>
                </c:pt>
                <c:pt idx="2184">
                  <c:v>7270</c:v>
                </c:pt>
                <c:pt idx="2185">
                  <c:v>7273</c:v>
                </c:pt>
                <c:pt idx="2186">
                  <c:v>7277</c:v>
                </c:pt>
                <c:pt idx="2187">
                  <c:v>7280</c:v>
                </c:pt>
                <c:pt idx="2188">
                  <c:v>7283</c:v>
                </c:pt>
                <c:pt idx="2189">
                  <c:v>7287</c:v>
                </c:pt>
                <c:pt idx="2190">
                  <c:v>7290</c:v>
                </c:pt>
                <c:pt idx="2191">
                  <c:v>7293</c:v>
                </c:pt>
                <c:pt idx="2192">
                  <c:v>7297</c:v>
                </c:pt>
                <c:pt idx="2193">
                  <c:v>7300</c:v>
                </c:pt>
                <c:pt idx="2194">
                  <c:v>7303</c:v>
                </c:pt>
                <c:pt idx="2195">
                  <c:v>7307</c:v>
                </c:pt>
                <c:pt idx="2196">
                  <c:v>7310</c:v>
                </c:pt>
                <c:pt idx="2197">
                  <c:v>7313</c:v>
                </c:pt>
                <c:pt idx="2198">
                  <c:v>7317</c:v>
                </c:pt>
                <c:pt idx="2199">
                  <c:v>7320</c:v>
                </c:pt>
                <c:pt idx="2200">
                  <c:v>7323</c:v>
                </c:pt>
                <c:pt idx="2201">
                  <c:v>7327</c:v>
                </c:pt>
                <c:pt idx="2202">
                  <c:v>7330</c:v>
                </c:pt>
                <c:pt idx="2203">
                  <c:v>7333</c:v>
                </c:pt>
                <c:pt idx="2204">
                  <c:v>7337</c:v>
                </c:pt>
                <c:pt idx="2205">
                  <c:v>7340</c:v>
                </c:pt>
                <c:pt idx="2206">
                  <c:v>7343</c:v>
                </c:pt>
                <c:pt idx="2207">
                  <c:v>7347</c:v>
                </c:pt>
                <c:pt idx="2208">
                  <c:v>7350</c:v>
                </c:pt>
                <c:pt idx="2209">
                  <c:v>7353</c:v>
                </c:pt>
                <c:pt idx="2210">
                  <c:v>7357</c:v>
                </c:pt>
                <c:pt idx="2211">
                  <c:v>7360</c:v>
                </c:pt>
                <c:pt idx="2212">
                  <c:v>7363</c:v>
                </c:pt>
                <c:pt idx="2213">
                  <c:v>7367</c:v>
                </c:pt>
                <c:pt idx="2214">
                  <c:v>7370</c:v>
                </c:pt>
                <c:pt idx="2215">
                  <c:v>7373</c:v>
                </c:pt>
                <c:pt idx="2216">
                  <c:v>7377</c:v>
                </c:pt>
                <c:pt idx="2217">
                  <c:v>7380</c:v>
                </c:pt>
                <c:pt idx="2218">
                  <c:v>7383</c:v>
                </c:pt>
                <c:pt idx="2219">
                  <c:v>7387</c:v>
                </c:pt>
                <c:pt idx="2220">
                  <c:v>7390</c:v>
                </c:pt>
                <c:pt idx="2221">
                  <c:v>7393</c:v>
                </c:pt>
                <c:pt idx="2222">
                  <c:v>7397</c:v>
                </c:pt>
                <c:pt idx="2223">
                  <c:v>7400</c:v>
                </c:pt>
                <c:pt idx="2224">
                  <c:v>7403</c:v>
                </c:pt>
                <c:pt idx="2225">
                  <c:v>7407</c:v>
                </c:pt>
                <c:pt idx="2226">
                  <c:v>7410</c:v>
                </c:pt>
                <c:pt idx="2227">
                  <c:v>7413</c:v>
                </c:pt>
                <c:pt idx="2228">
                  <c:v>7416</c:v>
                </c:pt>
                <c:pt idx="2229">
                  <c:v>7420</c:v>
                </c:pt>
                <c:pt idx="2230">
                  <c:v>7423</c:v>
                </c:pt>
                <c:pt idx="2231">
                  <c:v>7426</c:v>
                </c:pt>
                <c:pt idx="2232">
                  <c:v>7430</c:v>
                </c:pt>
                <c:pt idx="2233">
                  <c:v>7433</c:v>
                </c:pt>
                <c:pt idx="2234">
                  <c:v>7436</c:v>
                </c:pt>
                <c:pt idx="2235">
                  <c:v>7440</c:v>
                </c:pt>
                <c:pt idx="2236">
                  <c:v>7443</c:v>
                </c:pt>
                <c:pt idx="2237">
                  <c:v>7446</c:v>
                </c:pt>
                <c:pt idx="2238">
                  <c:v>7450</c:v>
                </c:pt>
                <c:pt idx="2239">
                  <c:v>7453</c:v>
                </c:pt>
                <c:pt idx="2240">
                  <c:v>7456</c:v>
                </c:pt>
                <c:pt idx="2241">
                  <c:v>7460</c:v>
                </c:pt>
                <c:pt idx="2242">
                  <c:v>7463</c:v>
                </c:pt>
                <c:pt idx="2243">
                  <c:v>7466</c:v>
                </c:pt>
                <c:pt idx="2244">
                  <c:v>7470</c:v>
                </c:pt>
                <c:pt idx="2245">
                  <c:v>7473</c:v>
                </c:pt>
                <c:pt idx="2246">
                  <c:v>7476</c:v>
                </c:pt>
                <c:pt idx="2247">
                  <c:v>7480</c:v>
                </c:pt>
                <c:pt idx="2248">
                  <c:v>7483</c:v>
                </c:pt>
                <c:pt idx="2249">
                  <c:v>7486</c:v>
                </c:pt>
                <c:pt idx="2250">
                  <c:v>7490</c:v>
                </c:pt>
                <c:pt idx="2251">
                  <c:v>7493</c:v>
                </c:pt>
                <c:pt idx="2252">
                  <c:v>7496</c:v>
                </c:pt>
                <c:pt idx="2253">
                  <c:v>7500</c:v>
                </c:pt>
                <c:pt idx="2254">
                  <c:v>7503</c:v>
                </c:pt>
                <c:pt idx="2255">
                  <c:v>7506</c:v>
                </c:pt>
                <c:pt idx="2256">
                  <c:v>7510</c:v>
                </c:pt>
                <c:pt idx="2257">
                  <c:v>7513</c:v>
                </c:pt>
                <c:pt idx="2258">
                  <c:v>7516</c:v>
                </c:pt>
                <c:pt idx="2259">
                  <c:v>7520</c:v>
                </c:pt>
                <c:pt idx="2260">
                  <c:v>7523</c:v>
                </c:pt>
                <c:pt idx="2261">
                  <c:v>7526</c:v>
                </c:pt>
                <c:pt idx="2262">
                  <c:v>7530</c:v>
                </c:pt>
                <c:pt idx="2263">
                  <c:v>7533</c:v>
                </c:pt>
                <c:pt idx="2264">
                  <c:v>7536</c:v>
                </c:pt>
                <c:pt idx="2265">
                  <c:v>7540</c:v>
                </c:pt>
                <c:pt idx="2266">
                  <c:v>7543</c:v>
                </c:pt>
                <c:pt idx="2267">
                  <c:v>7546</c:v>
                </c:pt>
                <c:pt idx="2268">
                  <c:v>7550</c:v>
                </c:pt>
                <c:pt idx="2269">
                  <c:v>7553</c:v>
                </c:pt>
                <c:pt idx="2270">
                  <c:v>7556</c:v>
                </c:pt>
                <c:pt idx="2271">
                  <c:v>7560</c:v>
                </c:pt>
                <c:pt idx="2272">
                  <c:v>7563</c:v>
                </c:pt>
                <c:pt idx="2273">
                  <c:v>7566</c:v>
                </c:pt>
                <c:pt idx="2274">
                  <c:v>7570</c:v>
                </c:pt>
                <c:pt idx="2275">
                  <c:v>7573</c:v>
                </c:pt>
                <c:pt idx="2276">
                  <c:v>7576</c:v>
                </c:pt>
                <c:pt idx="2277">
                  <c:v>7580</c:v>
                </c:pt>
                <c:pt idx="2278">
                  <c:v>7583</c:v>
                </c:pt>
                <c:pt idx="2279">
                  <c:v>7586</c:v>
                </c:pt>
                <c:pt idx="2280">
                  <c:v>7590</c:v>
                </c:pt>
                <c:pt idx="2281">
                  <c:v>7593</c:v>
                </c:pt>
                <c:pt idx="2282">
                  <c:v>7596</c:v>
                </c:pt>
                <c:pt idx="2283">
                  <c:v>7599</c:v>
                </c:pt>
                <c:pt idx="2284">
                  <c:v>7603</c:v>
                </c:pt>
                <c:pt idx="2285">
                  <c:v>7606</c:v>
                </c:pt>
                <c:pt idx="2286">
                  <c:v>7609</c:v>
                </c:pt>
                <c:pt idx="2287">
                  <c:v>7613</c:v>
                </c:pt>
                <c:pt idx="2288">
                  <c:v>7616</c:v>
                </c:pt>
                <c:pt idx="2289">
                  <c:v>7619</c:v>
                </c:pt>
                <c:pt idx="2290">
                  <c:v>7623</c:v>
                </c:pt>
                <c:pt idx="2291">
                  <c:v>7626</c:v>
                </c:pt>
                <c:pt idx="2292">
                  <c:v>7629</c:v>
                </c:pt>
                <c:pt idx="2293">
                  <c:v>7633</c:v>
                </c:pt>
                <c:pt idx="2294">
                  <c:v>7636</c:v>
                </c:pt>
                <c:pt idx="2295">
                  <c:v>7639</c:v>
                </c:pt>
                <c:pt idx="2296">
                  <c:v>7643</c:v>
                </c:pt>
                <c:pt idx="2297">
                  <c:v>7646</c:v>
                </c:pt>
                <c:pt idx="2298">
                  <c:v>7649</c:v>
                </c:pt>
                <c:pt idx="2299">
                  <c:v>7653</c:v>
                </c:pt>
                <c:pt idx="2300">
                  <c:v>7656</c:v>
                </c:pt>
                <c:pt idx="2301">
                  <c:v>7659</c:v>
                </c:pt>
                <c:pt idx="2302">
                  <c:v>7663</c:v>
                </c:pt>
                <c:pt idx="2303">
                  <c:v>7666</c:v>
                </c:pt>
                <c:pt idx="2304">
                  <c:v>7669</c:v>
                </c:pt>
                <c:pt idx="2305">
                  <c:v>7673</c:v>
                </c:pt>
                <c:pt idx="2306">
                  <c:v>7676</c:v>
                </c:pt>
                <c:pt idx="2307">
                  <c:v>7679</c:v>
                </c:pt>
                <c:pt idx="2308">
                  <c:v>7683</c:v>
                </c:pt>
                <c:pt idx="2309">
                  <c:v>7686</c:v>
                </c:pt>
                <c:pt idx="2310">
                  <c:v>7689</c:v>
                </c:pt>
                <c:pt idx="2311">
                  <c:v>7693</c:v>
                </c:pt>
                <c:pt idx="2312">
                  <c:v>7696</c:v>
                </c:pt>
                <c:pt idx="2313">
                  <c:v>7699</c:v>
                </c:pt>
                <c:pt idx="2314">
                  <c:v>7703</c:v>
                </c:pt>
                <c:pt idx="2315">
                  <c:v>7706</c:v>
                </c:pt>
                <c:pt idx="2316">
                  <c:v>7709</c:v>
                </c:pt>
                <c:pt idx="2317">
                  <c:v>7713</c:v>
                </c:pt>
                <c:pt idx="2318">
                  <c:v>7716</c:v>
                </c:pt>
                <c:pt idx="2319">
                  <c:v>7719</c:v>
                </c:pt>
                <c:pt idx="2320">
                  <c:v>7723</c:v>
                </c:pt>
                <c:pt idx="2321">
                  <c:v>7726</c:v>
                </c:pt>
                <c:pt idx="2322">
                  <c:v>7729</c:v>
                </c:pt>
                <c:pt idx="2323">
                  <c:v>7733</c:v>
                </c:pt>
                <c:pt idx="2324">
                  <c:v>7736</c:v>
                </c:pt>
                <c:pt idx="2325">
                  <c:v>7739</c:v>
                </c:pt>
                <c:pt idx="2326">
                  <c:v>7743</c:v>
                </c:pt>
                <c:pt idx="2327">
                  <c:v>7746</c:v>
                </c:pt>
                <c:pt idx="2328">
                  <c:v>7749</c:v>
                </c:pt>
                <c:pt idx="2329">
                  <c:v>7753</c:v>
                </c:pt>
                <c:pt idx="2330">
                  <c:v>7756</c:v>
                </c:pt>
                <c:pt idx="2331">
                  <c:v>7759</c:v>
                </c:pt>
                <c:pt idx="2332">
                  <c:v>7763</c:v>
                </c:pt>
                <c:pt idx="2333">
                  <c:v>7766</c:v>
                </c:pt>
                <c:pt idx="2334">
                  <c:v>7769</c:v>
                </c:pt>
                <c:pt idx="2335">
                  <c:v>7773</c:v>
                </c:pt>
                <c:pt idx="2336">
                  <c:v>7776</c:v>
                </c:pt>
                <c:pt idx="2337">
                  <c:v>7779</c:v>
                </c:pt>
                <c:pt idx="2338">
                  <c:v>7782</c:v>
                </c:pt>
                <c:pt idx="2339">
                  <c:v>7786</c:v>
                </c:pt>
                <c:pt idx="2340">
                  <c:v>7789</c:v>
                </c:pt>
                <c:pt idx="2341">
                  <c:v>7792</c:v>
                </c:pt>
                <c:pt idx="2342">
                  <c:v>7796</c:v>
                </c:pt>
                <c:pt idx="2343">
                  <c:v>7799</c:v>
                </c:pt>
                <c:pt idx="2344">
                  <c:v>7802</c:v>
                </c:pt>
                <c:pt idx="2345">
                  <c:v>7806</c:v>
                </c:pt>
                <c:pt idx="2346">
                  <c:v>7809</c:v>
                </c:pt>
                <c:pt idx="2347">
                  <c:v>7812</c:v>
                </c:pt>
                <c:pt idx="2348">
                  <c:v>7816</c:v>
                </c:pt>
                <c:pt idx="2349">
                  <c:v>7819</c:v>
                </c:pt>
                <c:pt idx="2350">
                  <c:v>7822</c:v>
                </c:pt>
                <c:pt idx="2351">
                  <c:v>7826</c:v>
                </c:pt>
                <c:pt idx="2352">
                  <c:v>7829</c:v>
                </c:pt>
                <c:pt idx="2353">
                  <c:v>7832</c:v>
                </c:pt>
                <c:pt idx="2354">
                  <c:v>7836</c:v>
                </c:pt>
                <c:pt idx="2355">
                  <c:v>7839</c:v>
                </c:pt>
                <c:pt idx="2356">
                  <c:v>7842</c:v>
                </c:pt>
                <c:pt idx="2357">
                  <c:v>7846</c:v>
                </c:pt>
                <c:pt idx="2358">
                  <c:v>7849</c:v>
                </c:pt>
                <c:pt idx="2359">
                  <c:v>7852</c:v>
                </c:pt>
                <c:pt idx="2360">
                  <c:v>7856</c:v>
                </c:pt>
                <c:pt idx="2361">
                  <c:v>7859</c:v>
                </c:pt>
                <c:pt idx="2362">
                  <c:v>7862</c:v>
                </c:pt>
                <c:pt idx="2363">
                  <c:v>7866</c:v>
                </c:pt>
                <c:pt idx="2364">
                  <c:v>7869</c:v>
                </c:pt>
                <c:pt idx="2365">
                  <c:v>7872</c:v>
                </c:pt>
                <c:pt idx="2366">
                  <c:v>7876</c:v>
                </c:pt>
                <c:pt idx="2367">
                  <c:v>7879</c:v>
                </c:pt>
                <c:pt idx="2368">
                  <c:v>7882</c:v>
                </c:pt>
                <c:pt idx="2369">
                  <c:v>7886</c:v>
                </c:pt>
                <c:pt idx="2370">
                  <c:v>7889</c:v>
                </c:pt>
                <c:pt idx="2371">
                  <c:v>7892</c:v>
                </c:pt>
                <c:pt idx="2372">
                  <c:v>7896</c:v>
                </c:pt>
                <c:pt idx="2373">
                  <c:v>7899</c:v>
                </c:pt>
                <c:pt idx="2374">
                  <c:v>7902</c:v>
                </c:pt>
                <c:pt idx="2375">
                  <c:v>7906</c:v>
                </c:pt>
                <c:pt idx="2376">
                  <c:v>7909</c:v>
                </c:pt>
                <c:pt idx="2377">
                  <c:v>7912</c:v>
                </c:pt>
                <c:pt idx="2378">
                  <c:v>7916</c:v>
                </c:pt>
                <c:pt idx="2379">
                  <c:v>7919</c:v>
                </c:pt>
                <c:pt idx="2380">
                  <c:v>7922</c:v>
                </c:pt>
                <c:pt idx="2381">
                  <c:v>7926</c:v>
                </c:pt>
                <c:pt idx="2382">
                  <c:v>7929</c:v>
                </c:pt>
                <c:pt idx="2383">
                  <c:v>7932</c:v>
                </c:pt>
                <c:pt idx="2384">
                  <c:v>7936</c:v>
                </c:pt>
                <c:pt idx="2385">
                  <c:v>7939</c:v>
                </c:pt>
                <c:pt idx="2386">
                  <c:v>7942</c:v>
                </c:pt>
                <c:pt idx="2387">
                  <c:v>7946</c:v>
                </c:pt>
                <c:pt idx="2388">
                  <c:v>7949</c:v>
                </c:pt>
                <c:pt idx="2389">
                  <c:v>7952</c:v>
                </c:pt>
                <c:pt idx="2390">
                  <c:v>7956</c:v>
                </c:pt>
                <c:pt idx="2391">
                  <c:v>7959</c:v>
                </c:pt>
                <c:pt idx="2392">
                  <c:v>7962</c:v>
                </c:pt>
                <c:pt idx="2393">
                  <c:v>7965</c:v>
                </c:pt>
                <c:pt idx="2394">
                  <c:v>7969</c:v>
                </c:pt>
                <c:pt idx="2395">
                  <c:v>7972</c:v>
                </c:pt>
                <c:pt idx="2396">
                  <c:v>7975</c:v>
                </c:pt>
                <c:pt idx="2397">
                  <c:v>7979</c:v>
                </c:pt>
                <c:pt idx="2398">
                  <c:v>7982</c:v>
                </c:pt>
                <c:pt idx="2399">
                  <c:v>7985</c:v>
                </c:pt>
                <c:pt idx="2400">
                  <c:v>7989</c:v>
                </c:pt>
                <c:pt idx="2401">
                  <c:v>7992</c:v>
                </c:pt>
                <c:pt idx="2402">
                  <c:v>7995</c:v>
                </c:pt>
                <c:pt idx="2403">
                  <c:v>7999</c:v>
                </c:pt>
                <c:pt idx="2404">
                  <c:v>8002</c:v>
                </c:pt>
                <c:pt idx="2405">
                  <c:v>8005</c:v>
                </c:pt>
                <c:pt idx="2406">
                  <c:v>8009</c:v>
                </c:pt>
                <c:pt idx="2407">
                  <c:v>8012</c:v>
                </c:pt>
                <c:pt idx="2408">
                  <c:v>8015</c:v>
                </c:pt>
                <c:pt idx="2409">
                  <c:v>8019</c:v>
                </c:pt>
                <c:pt idx="2410">
                  <c:v>8022</c:v>
                </c:pt>
                <c:pt idx="2411">
                  <c:v>8025</c:v>
                </c:pt>
                <c:pt idx="2412">
                  <c:v>8029</c:v>
                </c:pt>
                <c:pt idx="2413">
                  <c:v>8032</c:v>
                </c:pt>
                <c:pt idx="2414">
                  <c:v>8035</c:v>
                </c:pt>
                <c:pt idx="2415">
                  <c:v>8039</c:v>
                </c:pt>
                <c:pt idx="2416">
                  <c:v>8042</c:v>
                </c:pt>
                <c:pt idx="2417">
                  <c:v>8045</c:v>
                </c:pt>
                <c:pt idx="2418">
                  <c:v>8049</c:v>
                </c:pt>
                <c:pt idx="2419">
                  <c:v>8052</c:v>
                </c:pt>
                <c:pt idx="2420">
                  <c:v>8055</c:v>
                </c:pt>
                <c:pt idx="2421">
                  <c:v>8059</c:v>
                </c:pt>
                <c:pt idx="2422">
                  <c:v>8062</c:v>
                </c:pt>
                <c:pt idx="2423">
                  <c:v>8065</c:v>
                </c:pt>
                <c:pt idx="2424">
                  <c:v>8069</c:v>
                </c:pt>
                <c:pt idx="2425">
                  <c:v>8072</c:v>
                </c:pt>
                <c:pt idx="2426">
                  <c:v>8075</c:v>
                </c:pt>
                <c:pt idx="2427">
                  <c:v>8079</c:v>
                </c:pt>
                <c:pt idx="2428">
                  <c:v>8082</c:v>
                </c:pt>
                <c:pt idx="2429">
                  <c:v>8085</c:v>
                </c:pt>
                <c:pt idx="2430">
                  <c:v>8089</c:v>
                </c:pt>
                <c:pt idx="2431">
                  <c:v>8092</c:v>
                </c:pt>
                <c:pt idx="2432">
                  <c:v>8095</c:v>
                </c:pt>
                <c:pt idx="2433">
                  <c:v>8099</c:v>
                </c:pt>
                <c:pt idx="2434">
                  <c:v>8102</c:v>
                </c:pt>
                <c:pt idx="2435">
                  <c:v>8105</c:v>
                </c:pt>
                <c:pt idx="2436">
                  <c:v>8109</c:v>
                </c:pt>
                <c:pt idx="2437">
                  <c:v>8112</c:v>
                </c:pt>
                <c:pt idx="2438">
                  <c:v>8115</c:v>
                </c:pt>
                <c:pt idx="2439">
                  <c:v>8119</c:v>
                </c:pt>
                <c:pt idx="2440">
                  <c:v>8122</c:v>
                </c:pt>
                <c:pt idx="2441">
                  <c:v>8125</c:v>
                </c:pt>
                <c:pt idx="2442">
                  <c:v>8129</c:v>
                </c:pt>
                <c:pt idx="2443">
                  <c:v>8132</c:v>
                </c:pt>
                <c:pt idx="2444">
                  <c:v>8135</c:v>
                </c:pt>
                <c:pt idx="2445">
                  <c:v>8139</c:v>
                </c:pt>
                <c:pt idx="2446">
                  <c:v>8142</c:v>
                </c:pt>
                <c:pt idx="2447">
                  <c:v>8145</c:v>
                </c:pt>
                <c:pt idx="2448">
                  <c:v>8148</c:v>
                </c:pt>
                <c:pt idx="2449">
                  <c:v>8152</c:v>
                </c:pt>
                <c:pt idx="2450">
                  <c:v>8155</c:v>
                </c:pt>
                <c:pt idx="2451">
                  <c:v>8158</c:v>
                </c:pt>
                <c:pt idx="2452">
                  <c:v>8162</c:v>
                </c:pt>
                <c:pt idx="2453">
                  <c:v>8165</c:v>
                </c:pt>
                <c:pt idx="2454">
                  <c:v>8168</c:v>
                </c:pt>
                <c:pt idx="2455">
                  <c:v>8172</c:v>
                </c:pt>
                <c:pt idx="2456">
                  <c:v>8175</c:v>
                </c:pt>
                <c:pt idx="2457">
                  <c:v>8178</c:v>
                </c:pt>
                <c:pt idx="2458">
                  <c:v>8182</c:v>
                </c:pt>
                <c:pt idx="2459">
                  <c:v>8185</c:v>
                </c:pt>
                <c:pt idx="2460">
                  <c:v>8188</c:v>
                </c:pt>
                <c:pt idx="2461">
                  <c:v>8192</c:v>
                </c:pt>
                <c:pt idx="2462">
                  <c:v>8195</c:v>
                </c:pt>
                <c:pt idx="2463">
                  <c:v>8198</c:v>
                </c:pt>
                <c:pt idx="2464">
                  <c:v>8202</c:v>
                </c:pt>
                <c:pt idx="2465">
                  <c:v>8205</c:v>
                </c:pt>
                <c:pt idx="2466">
                  <c:v>8208</c:v>
                </c:pt>
                <c:pt idx="2467">
                  <c:v>8212</c:v>
                </c:pt>
                <c:pt idx="2468">
                  <c:v>8215</c:v>
                </c:pt>
                <c:pt idx="2469">
                  <c:v>8218</c:v>
                </c:pt>
                <c:pt idx="2470">
                  <c:v>8222</c:v>
                </c:pt>
                <c:pt idx="2471">
                  <c:v>8225</c:v>
                </c:pt>
                <c:pt idx="2472">
                  <c:v>8228</c:v>
                </c:pt>
                <c:pt idx="2473">
                  <c:v>8232</c:v>
                </c:pt>
                <c:pt idx="2474">
                  <c:v>8235</c:v>
                </c:pt>
                <c:pt idx="2475">
                  <c:v>8238</c:v>
                </c:pt>
                <c:pt idx="2476">
                  <c:v>8242</c:v>
                </c:pt>
                <c:pt idx="2477">
                  <c:v>8245</c:v>
                </c:pt>
                <c:pt idx="2478">
                  <c:v>8248</c:v>
                </c:pt>
                <c:pt idx="2479">
                  <c:v>8252</c:v>
                </c:pt>
                <c:pt idx="2480">
                  <c:v>8255</c:v>
                </c:pt>
                <c:pt idx="2481">
                  <c:v>8258</c:v>
                </c:pt>
                <c:pt idx="2482">
                  <c:v>8262</c:v>
                </c:pt>
                <c:pt idx="2483">
                  <c:v>8265</c:v>
                </c:pt>
                <c:pt idx="2484">
                  <c:v>8268</c:v>
                </c:pt>
                <c:pt idx="2485">
                  <c:v>8272</c:v>
                </c:pt>
                <c:pt idx="2486">
                  <c:v>8275</c:v>
                </c:pt>
                <c:pt idx="2487">
                  <c:v>8278</c:v>
                </c:pt>
                <c:pt idx="2488">
                  <c:v>8282</c:v>
                </c:pt>
                <c:pt idx="2489">
                  <c:v>8285</c:v>
                </c:pt>
                <c:pt idx="2490">
                  <c:v>8288</c:v>
                </c:pt>
                <c:pt idx="2491">
                  <c:v>8292</c:v>
                </c:pt>
                <c:pt idx="2492">
                  <c:v>8295</c:v>
                </c:pt>
                <c:pt idx="2493">
                  <c:v>8298</c:v>
                </c:pt>
                <c:pt idx="2494">
                  <c:v>8302</c:v>
                </c:pt>
                <c:pt idx="2495">
                  <c:v>8305</c:v>
                </c:pt>
                <c:pt idx="2496">
                  <c:v>8308</c:v>
                </c:pt>
                <c:pt idx="2497">
                  <c:v>8312</c:v>
                </c:pt>
                <c:pt idx="2498">
                  <c:v>8315</c:v>
                </c:pt>
                <c:pt idx="2499">
                  <c:v>8318</c:v>
                </c:pt>
                <c:pt idx="2500">
                  <c:v>8322</c:v>
                </c:pt>
                <c:pt idx="2501">
                  <c:v>8325</c:v>
                </c:pt>
                <c:pt idx="2502">
                  <c:v>8328</c:v>
                </c:pt>
                <c:pt idx="2503">
                  <c:v>8331</c:v>
                </c:pt>
                <c:pt idx="2504">
                  <c:v>8335</c:v>
                </c:pt>
                <c:pt idx="2505">
                  <c:v>8338</c:v>
                </c:pt>
                <c:pt idx="2506">
                  <c:v>8341</c:v>
                </c:pt>
                <c:pt idx="2507">
                  <c:v>8345</c:v>
                </c:pt>
                <c:pt idx="2508">
                  <c:v>8348</c:v>
                </c:pt>
                <c:pt idx="2509">
                  <c:v>8351</c:v>
                </c:pt>
                <c:pt idx="2510">
                  <c:v>8355</c:v>
                </c:pt>
                <c:pt idx="2511">
                  <c:v>8358</c:v>
                </c:pt>
                <c:pt idx="2512">
                  <c:v>8361</c:v>
                </c:pt>
                <c:pt idx="2513">
                  <c:v>8365</c:v>
                </c:pt>
                <c:pt idx="2514">
                  <c:v>8368</c:v>
                </c:pt>
                <c:pt idx="2515">
                  <c:v>8371</c:v>
                </c:pt>
                <c:pt idx="2516">
                  <c:v>8375</c:v>
                </c:pt>
                <c:pt idx="2517">
                  <c:v>8378</c:v>
                </c:pt>
                <c:pt idx="2518">
                  <c:v>8381</c:v>
                </c:pt>
                <c:pt idx="2519">
                  <c:v>8385</c:v>
                </c:pt>
                <c:pt idx="2520">
                  <c:v>8388</c:v>
                </c:pt>
                <c:pt idx="2521">
                  <c:v>8391</c:v>
                </c:pt>
                <c:pt idx="2522">
                  <c:v>8395</c:v>
                </c:pt>
                <c:pt idx="2523">
                  <c:v>8398</c:v>
                </c:pt>
                <c:pt idx="2524">
                  <c:v>8401</c:v>
                </c:pt>
                <c:pt idx="2525">
                  <c:v>8405</c:v>
                </c:pt>
                <c:pt idx="2526">
                  <c:v>8408</c:v>
                </c:pt>
                <c:pt idx="2527">
                  <c:v>8411</c:v>
                </c:pt>
                <c:pt idx="2528">
                  <c:v>8415</c:v>
                </c:pt>
                <c:pt idx="2529">
                  <c:v>8418</c:v>
                </c:pt>
                <c:pt idx="2530">
                  <c:v>8421</c:v>
                </c:pt>
                <c:pt idx="2531">
                  <c:v>8425</c:v>
                </c:pt>
                <c:pt idx="2532">
                  <c:v>8428</c:v>
                </c:pt>
                <c:pt idx="2533">
                  <c:v>8431</c:v>
                </c:pt>
                <c:pt idx="2534">
                  <c:v>8435</c:v>
                </c:pt>
                <c:pt idx="2535">
                  <c:v>8438</c:v>
                </c:pt>
                <c:pt idx="2536">
                  <c:v>8441</c:v>
                </c:pt>
                <c:pt idx="2537">
                  <c:v>8445</c:v>
                </c:pt>
                <c:pt idx="2538">
                  <c:v>8448</c:v>
                </c:pt>
                <c:pt idx="2539">
                  <c:v>8451</c:v>
                </c:pt>
                <c:pt idx="2540">
                  <c:v>8455</c:v>
                </c:pt>
                <c:pt idx="2541">
                  <c:v>8458</c:v>
                </c:pt>
                <c:pt idx="2542">
                  <c:v>8461</c:v>
                </c:pt>
                <c:pt idx="2543">
                  <c:v>8465</c:v>
                </c:pt>
                <c:pt idx="2544">
                  <c:v>8468</c:v>
                </c:pt>
                <c:pt idx="2545">
                  <c:v>8471</c:v>
                </c:pt>
                <c:pt idx="2546">
                  <c:v>8475</c:v>
                </c:pt>
                <c:pt idx="2547">
                  <c:v>8478</c:v>
                </c:pt>
                <c:pt idx="2548">
                  <c:v>8481</c:v>
                </c:pt>
                <c:pt idx="2549">
                  <c:v>8485</c:v>
                </c:pt>
                <c:pt idx="2550">
                  <c:v>8488</c:v>
                </c:pt>
                <c:pt idx="2551">
                  <c:v>8491</c:v>
                </c:pt>
                <c:pt idx="2552">
                  <c:v>8495</c:v>
                </c:pt>
                <c:pt idx="2553">
                  <c:v>8498</c:v>
                </c:pt>
                <c:pt idx="2554">
                  <c:v>8501</c:v>
                </c:pt>
                <c:pt idx="2555">
                  <c:v>8505</c:v>
                </c:pt>
                <c:pt idx="2556">
                  <c:v>8508</c:v>
                </c:pt>
                <c:pt idx="2557">
                  <c:v>8511</c:v>
                </c:pt>
                <c:pt idx="2558">
                  <c:v>8514</c:v>
                </c:pt>
                <c:pt idx="2559">
                  <c:v>8518</c:v>
                </c:pt>
                <c:pt idx="2560">
                  <c:v>8521</c:v>
                </c:pt>
                <c:pt idx="2561">
                  <c:v>8524</c:v>
                </c:pt>
                <c:pt idx="2562">
                  <c:v>8528</c:v>
                </c:pt>
                <c:pt idx="2563">
                  <c:v>8531</c:v>
                </c:pt>
                <c:pt idx="2564">
                  <c:v>8534</c:v>
                </c:pt>
                <c:pt idx="2565">
                  <c:v>8538</c:v>
                </c:pt>
                <c:pt idx="2566">
                  <c:v>8541</c:v>
                </c:pt>
                <c:pt idx="2567">
                  <c:v>8544</c:v>
                </c:pt>
                <c:pt idx="2568">
                  <c:v>8548</c:v>
                </c:pt>
                <c:pt idx="2569">
                  <c:v>8551</c:v>
                </c:pt>
                <c:pt idx="2570">
                  <c:v>8554</c:v>
                </c:pt>
                <c:pt idx="2571">
                  <c:v>8558</c:v>
                </c:pt>
                <c:pt idx="2572">
                  <c:v>8561</c:v>
                </c:pt>
                <c:pt idx="2573">
                  <c:v>8564</c:v>
                </c:pt>
                <c:pt idx="2574">
                  <c:v>8568</c:v>
                </c:pt>
                <c:pt idx="2575">
                  <c:v>8571</c:v>
                </c:pt>
                <c:pt idx="2576">
                  <c:v>8574</c:v>
                </c:pt>
                <c:pt idx="2577">
                  <c:v>8578</c:v>
                </c:pt>
                <c:pt idx="2578">
                  <c:v>8581</c:v>
                </c:pt>
                <c:pt idx="2579">
                  <c:v>8584</c:v>
                </c:pt>
                <c:pt idx="2580">
                  <c:v>8588</c:v>
                </c:pt>
                <c:pt idx="2581">
                  <c:v>8591</c:v>
                </c:pt>
                <c:pt idx="2582">
                  <c:v>8594</c:v>
                </c:pt>
                <c:pt idx="2583">
                  <c:v>8598</c:v>
                </c:pt>
                <c:pt idx="2584">
                  <c:v>8601</c:v>
                </c:pt>
                <c:pt idx="2585">
                  <c:v>8604</c:v>
                </c:pt>
                <c:pt idx="2586">
                  <c:v>8608</c:v>
                </c:pt>
                <c:pt idx="2587">
                  <c:v>8611</c:v>
                </c:pt>
                <c:pt idx="2588">
                  <c:v>8614</c:v>
                </c:pt>
                <c:pt idx="2589">
                  <c:v>8618</c:v>
                </c:pt>
                <c:pt idx="2590">
                  <c:v>8621</c:v>
                </c:pt>
                <c:pt idx="2591">
                  <c:v>8624</c:v>
                </c:pt>
                <c:pt idx="2592">
                  <c:v>8628</c:v>
                </c:pt>
                <c:pt idx="2593">
                  <c:v>8631</c:v>
                </c:pt>
                <c:pt idx="2594">
                  <c:v>8634</c:v>
                </c:pt>
                <c:pt idx="2595">
                  <c:v>8638</c:v>
                </c:pt>
                <c:pt idx="2596">
                  <c:v>8641</c:v>
                </c:pt>
                <c:pt idx="2597">
                  <c:v>8644</c:v>
                </c:pt>
                <c:pt idx="2598">
                  <c:v>8648</c:v>
                </c:pt>
                <c:pt idx="2599">
                  <c:v>8651</c:v>
                </c:pt>
                <c:pt idx="2600">
                  <c:v>8654</c:v>
                </c:pt>
                <c:pt idx="2601">
                  <c:v>8658</c:v>
                </c:pt>
                <c:pt idx="2602">
                  <c:v>8661</c:v>
                </c:pt>
                <c:pt idx="2603">
                  <c:v>8664</c:v>
                </c:pt>
                <c:pt idx="2604">
                  <c:v>8668</c:v>
                </c:pt>
                <c:pt idx="2605">
                  <c:v>8671</c:v>
                </c:pt>
                <c:pt idx="2606">
                  <c:v>8674</c:v>
                </c:pt>
                <c:pt idx="2607">
                  <c:v>8678</c:v>
                </c:pt>
                <c:pt idx="2608">
                  <c:v>8681</c:v>
                </c:pt>
                <c:pt idx="2609">
                  <c:v>8684</c:v>
                </c:pt>
                <c:pt idx="2610">
                  <c:v>8688</c:v>
                </c:pt>
                <c:pt idx="2611">
                  <c:v>8691</c:v>
                </c:pt>
                <c:pt idx="2612">
                  <c:v>8694</c:v>
                </c:pt>
                <c:pt idx="2613">
                  <c:v>8697</c:v>
                </c:pt>
                <c:pt idx="2614">
                  <c:v>8701</c:v>
                </c:pt>
                <c:pt idx="2615">
                  <c:v>8704</c:v>
                </c:pt>
                <c:pt idx="2616">
                  <c:v>8707</c:v>
                </c:pt>
                <c:pt idx="2617">
                  <c:v>8711</c:v>
                </c:pt>
                <c:pt idx="2618">
                  <c:v>8714</c:v>
                </c:pt>
                <c:pt idx="2619">
                  <c:v>8717</c:v>
                </c:pt>
                <c:pt idx="2620">
                  <c:v>8721</c:v>
                </c:pt>
                <c:pt idx="2621">
                  <c:v>8724</c:v>
                </c:pt>
                <c:pt idx="2622">
                  <c:v>8727</c:v>
                </c:pt>
                <c:pt idx="2623">
                  <c:v>8731</c:v>
                </c:pt>
                <c:pt idx="2624">
                  <c:v>8734</c:v>
                </c:pt>
                <c:pt idx="2625">
                  <c:v>8737</c:v>
                </c:pt>
                <c:pt idx="2626">
                  <c:v>8741</c:v>
                </c:pt>
                <c:pt idx="2627">
                  <c:v>8744</c:v>
                </c:pt>
                <c:pt idx="2628">
                  <c:v>8747</c:v>
                </c:pt>
                <c:pt idx="2629">
                  <c:v>8751</c:v>
                </c:pt>
                <c:pt idx="2630">
                  <c:v>8754</c:v>
                </c:pt>
                <c:pt idx="2631">
                  <c:v>8757</c:v>
                </c:pt>
                <c:pt idx="2632">
                  <c:v>8761</c:v>
                </c:pt>
                <c:pt idx="2633">
                  <c:v>8764</c:v>
                </c:pt>
                <c:pt idx="2634">
                  <c:v>8767</c:v>
                </c:pt>
                <c:pt idx="2635">
                  <c:v>8771</c:v>
                </c:pt>
                <c:pt idx="2636">
                  <c:v>8774</c:v>
                </c:pt>
                <c:pt idx="2637">
                  <c:v>8777</c:v>
                </c:pt>
                <c:pt idx="2638">
                  <c:v>8781</c:v>
                </c:pt>
                <c:pt idx="2639">
                  <c:v>8784</c:v>
                </c:pt>
                <c:pt idx="2640">
                  <c:v>8787</c:v>
                </c:pt>
                <c:pt idx="2641">
                  <c:v>8791</c:v>
                </c:pt>
                <c:pt idx="2642">
                  <c:v>8794</c:v>
                </c:pt>
                <c:pt idx="2643">
                  <c:v>8797</c:v>
                </c:pt>
                <c:pt idx="2644">
                  <c:v>8801</c:v>
                </c:pt>
                <c:pt idx="2645">
                  <c:v>8804</c:v>
                </c:pt>
                <c:pt idx="2646">
                  <c:v>8807</c:v>
                </c:pt>
                <c:pt idx="2647">
                  <c:v>8811</c:v>
                </c:pt>
                <c:pt idx="2648">
                  <c:v>8814</c:v>
                </c:pt>
                <c:pt idx="2649">
                  <c:v>8817</c:v>
                </c:pt>
                <c:pt idx="2650">
                  <c:v>8821</c:v>
                </c:pt>
                <c:pt idx="2651">
                  <c:v>8824</c:v>
                </c:pt>
                <c:pt idx="2652">
                  <c:v>8827</c:v>
                </c:pt>
                <c:pt idx="2653">
                  <c:v>8831</c:v>
                </c:pt>
                <c:pt idx="2654">
                  <c:v>8834</c:v>
                </c:pt>
                <c:pt idx="2655">
                  <c:v>8837</c:v>
                </c:pt>
                <c:pt idx="2656">
                  <c:v>8841</c:v>
                </c:pt>
                <c:pt idx="2657">
                  <c:v>8844</c:v>
                </c:pt>
                <c:pt idx="2658">
                  <c:v>8847</c:v>
                </c:pt>
                <c:pt idx="2659">
                  <c:v>8851</c:v>
                </c:pt>
                <c:pt idx="2660">
                  <c:v>8854</c:v>
                </c:pt>
                <c:pt idx="2661">
                  <c:v>8857</c:v>
                </c:pt>
                <c:pt idx="2662">
                  <c:v>8861</c:v>
                </c:pt>
                <c:pt idx="2663">
                  <c:v>8864</c:v>
                </c:pt>
                <c:pt idx="2664">
                  <c:v>8867</c:v>
                </c:pt>
                <c:pt idx="2665">
                  <c:v>8871</c:v>
                </c:pt>
                <c:pt idx="2666">
                  <c:v>8874</c:v>
                </c:pt>
                <c:pt idx="2667">
                  <c:v>8877</c:v>
                </c:pt>
                <c:pt idx="2668">
                  <c:v>8880</c:v>
                </c:pt>
                <c:pt idx="2669">
                  <c:v>8884</c:v>
                </c:pt>
                <c:pt idx="2670">
                  <c:v>8887</c:v>
                </c:pt>
                <c:pt idx="2671">
                  <c:v>8890</c:v>
                </c:pt>
                <c:pt idx="2672">
                  <c:v>8894</c:v>
                </c:pt>
                <c:pt idx="2673">
                  <c:v>8897</c:v>
                </c:pt>
                <c:pt idx="2674">
                  <c:v>8900</c:v>
                </c:pt>
                <c:pt idx="2675">
                  <c:v>8904</c:v>
                </c:pt>
                <c:pt idx="2676">
                  <c:v>8907</c:v>
                </c:pt>
                <c:pt idx="2677">
                  <c:v>8910</c:v>
                </c:pt>
                <c:pt idx="2678">
                  <c:v>8914</c:v>
                </c:pt>
                <c:pt idx="2679">
                  <c:v>8917</c:v>
                </c:pt>
                <c:pt idx="2680">
                  <c:v>8920</c:v>
                </c:pt>
                <c:pt idx="2681">
                  <c:v>8924</c:v>
                </c:pt>
                <c:pt idx="2682">
                  <c:v>8927</c:v>
                </c:pt>
                <c:pt idx="2683">
                  <c:v>8930</c:v>
                </c:pt>
                <c:pt idx="2684">
                  <c:v>8934</c:v>
                </c:pt>
                <c:pt idx="2685">
                  <c:v>8937</c:v>
                </c:pt>
                <c:pt idx="2686">
                  <c:v>8940</c:v>
                </c:pt>
                <c:pt idx="2687">
                  <c:v>8944</c:v>
                </c:pt>
                <c:pt idx="2688">
                  <c:v>8947</c:v>
                </c:pt>
                <c:pt idx="2689">
                  <c:v>8950</c:v>
                </c:pt>
                <c:pt idx="2690">
                  <c:v>8954</c:v>
                </c:pt>
                <c:pt idx="2691">
                  <c:v>8957</c:v>
                </c:pt>
                <c:pt idx="2692">
                  <c:v>8960</c:v>
                </c:pt>
                <c:pt idx="2693">
                  <c:v>8964</c:v>
                </c:pt>
                <c:pt idx="2694">
                  <c:v>8967</c:v>
                </c:pt>
                <c:pt idx="2695">
                  <c:v>8970</c:v>
                </c:pt>
                <c:pt idx="2696">
                  <c:v>8974</c:v>
                </c:pt>
                <c:pt idx="2697">
                  <c:v>8977</c:v>
                </c:pt>
                <c:pt idx="2698">
                  <c:v>8980</c:v>
                </c:pt>
                <c:pt idx="2699">
                  <c:v>8984</c:v>
                </c:pt>
                <c:pt idx="2700">
                  <c:v>8987</c:v>
                </c:pt>
                <c:pt idx="2701">
                  <c:v>8990</c:v>
                </c:pt>
                <c:pt idx="2702">
                  <c:v>8994</c:v>
                </c:pt>
                <c:pt idx="2703">
                  <c:v>8997</c:v>
                </c:pt>
                <c:pt idx="2704">
                  <c:v>9000</c:v>
                </c:pt>
                <c:pt idx="2705">
                  <c:v>9004</c:v>
                </c:pt>
                <c:pt idx="2706">
                  <c:v>9007</c:v>
                </c:pt>
                <c:pt idx="2707">
                  <c:v>9010</c:v>
                </c:pt>
                <c:pt idx="2708">
                  <c:v>9014</c:v>
                </c:pt>
                <c:pt idx="2709">
                  <c:v>9017</c:v>
                </c:pt>
                <c:pt idx="2710">
                  <c:v>9020</c:v>
                </c:pt>
                <c:pt idx="2711">
                  <c:v>9024</c:v>
                </c:pt>
                <c:pt idx="2712">
                  <c:v>9027</c:v>
                </c:pt>
                <c:pt idx="2713">
                  <c:v>9030</c:v>
                </c:pt>
                <c:pt idx="2714">
                  <c:v>9034</c:v>
                </c:pt>
                <c:pt idx="2715">
                  <c:v>9037</c:v>
                </c:pt>
                <c:pt idx="2716">
                  <c:v>9040</c:v>
                </c:pt>
                <c:pt idx="2717">
                  <c:v>9044</c:v>
                </c:pt>
                <c:pt idx="2718">
                  <c:v>9047</c:v>
                </c:pt>
                <c:pt idx="2719">
                  <c:v>9050</c:v>
                </c:pt>
                <c:pt idx="2720">
                  <c:v>9054</c:v>
                </c:pt>
                <c:pt idx="2721">
                  <c:v>9057</c:v>
                </c:pt>
                <c:pt idx="2722">
                  <c:v>9060</c:v>
                </c:pt>
                <c:pt idx="2723">
                  <c:v>9063</c:v>
                </c:pt>
                <c:pt idx="2724">
                  <c:v>9067</c:v>
                </c:pt>
                <c:pt idx="2725">
                  <c:v>9070</c:v>
                </c:pt>
                <c:pt idx="2726">
                  <c:v>9073</c:v>
                </c:pt>
                <c:pt idx="2727">
                  <c:v>9077</c:v>
                </c:pt>
                <c:pt idx="2728">
                  <c:v>9080</c:v>
                </c:pt>
                <c:pt idx="2729">
                  <c:v>9083</c:v>
                </c:pt>
                <c:pt idx="2730">
                  <c:v>9087</c:v>
                </c:pt>
                <c:pt idx="2731">
                  <c:v>9090</c:v>
                </c:pt>
                <c:pt idx="2732">
                  <c:v>9093</c:v>
                </c:pt>
                <c:pt idx="2733">
                  <c:v>9097</c:v>
                </c:pt>
                <c:pt idx="2734">
                  <c:v>9100</c:v>
                </c:pt>
                <c:pt idx="2735">
                  <c:v>9103</c:v>
                </c:pt>
                <c:pt idx="2736">
                  <c:v>9107</c:v>
                </c:pt>
                <c:pt idx="2737">
                  <c:v>9110</c:v>
                </c:pt>
                <c:pt idx="2738">
                  <c:v>9113</c:v>
                </c:pt>
                <c:pt idx="2739">
                  <c:v>9117</c:v>
                </c:pt>
                <c:pt idx="2740">
                  <c:v>9120</c:v>
                </c:pt>
                <c:pt idx="2741">
                  <c:v>9123</c:v>
                </c:pt>
                <c:pt idx="2742">
                  <c:v>9127</c:v>
                </c:pt>
                <c:pt idx="2743">
                  <c:v>9130</c:v>
                </c:pt>
                <c:pt idx="2744">
                  <c:v>9133</c:v>
                </c:pt>
                <c:pt idx="2745">
                  <c:v>9137</c:v>
                </c:pt>
                <c:pt idx="2746">
                  <c:v>9140</c:v>
                </c:pt>
                <c:pt idx="2747">
                  <c:v>9143</c:v>
                </c:pt>
                <c:pt idx="2748">
                  <c:v>9147</c:v>
                </c:pt>
                <c:pt idx="2749">
                  <c:v>9150</c:v>
                </c:pt>
                <c:pt idx="2750">
                  <c:v>9153</c:v>
                </c:pt>
                <c:pt idx="2751">
                  <c:v>9157</c:v>
                </c:pt>
                <c:pt idx="2752">
                  <c:v>9160</c:v>
                </c:pt>
                <c:pt idx="2753">
                  <c:v>9163</c:v>
                </c:pt>
                <c:pt idx="2754">
                  <c:v>9167</c:v>
                </c:pt>
                <c:pt idx="2755">
                  <c:v>9170</c:v>
                </c:pt>
                <c:pt idx="2756">
                  <c:v>9173</c:v>
                </c:pt>
                <c:pt idx="2757">
                  <c:v>9177</c:v>
                </c:pt>
                <c:pt idx="2758">
                  <c:v>9180</c:v>
                </c:pt>
                <c:pt idx="2759">
                  <c:v>9183</c:v>
                </c:pt>
                <c:pt idx="2760">
                  <c:v>9187</c:v>
                </c:pt>
                <c:pt idx="2761">
                  <c:v>9190</c:v>
                </c:pt>
                <c:pt idx="2762">
                  <c:v>9193</c:v>
                </c:pt>
                <c:pt idx="2763">
                  <c:v>9197</c:v>
                </c:pt>
                <c:pt idx="2764">
                  <c:v>9200</c:v>
                </c:pt>
                <c:pt idx="2765">
                  <c:v>9203</c:v>
                </c:pt>
                <c:pt idx="2766">
                  <c:v>9207</c:v>
                </c:pt>
                <c:pt idx="2767">
                  <c:v>9210</c:v>
                </c:pt>
                <c:pt idx="2768">
                  <c:v>9213</c:v>
                </c:pt>
                <c:pt idx="2769">
                  <c:v>9217</c:v>
                </c:pt>
                <c:pt idx="2770">
                  <c:v>9220</c:v>
                </c:pt>
                <c:pt idx="2771">
                  <c:v>9223</c:v>
                </c:pt>
                <c:pt idx="2772">
                  <c:v>9227</c:v>
                </c:pt>
                <c:pt idx="2773">
                  <c:v>9230</c:v>
                </c:pt>
                <c:pt idx="2774">
                  <c:v>9233</c:v>
                </c:pt>
                <c:pt idx="2775">
                  <c:v>9237</c:v>
                </c:pt>
                <c:pt idx="2776">
                  <c:v>9240</c:v>
                </c:pt>
                <c:pt idx="2777">
                  <c:v>9243</c:v>
                </c:pt>
                <c:pt idx="2778">
                  <c:v>9246</c:v>
                </c:pt>
                <c:pt idx="2779">
                  <c:v>9250</c:v>
                </c:pt>
                <c:pt idx="2780">
                  <c:v>9253</c:v>
                </c:pt>
                <c:pt idx="2781">
                  <c:v>9256</c:v>
                </c:pt>
                <c:pt idx="2782">
                  <c:v>9260</c:v>
                </c:pt>
                <c:pt idx="2783">
                  <c:v>9263</c:v>
                </c:pt>
                <c:pt idx="2784">
                  <c:v>9266</c:v>
                </c:pt>
                <c:pt idx="2785">
                  <c:v>9270</c:v>
                </c:pt>
                <c:pt idx="2786">
                  <c:v>9273</c:v>
                </c:pt>
                <c:pt idx="2787">
                  <c:v>9276</c:v>
                </c:pt>
                <c:pt idx="2788">
                  <c:v>9280</c:v>
                </c:pt>
                <c:pt idx="2789">
                  <c:v>9283</c:v>
                </c:pt>
                <c:pt idx="2790">
                  <c:v>9286</c:v>
                </c:pt>
                <c:pt idx="2791">
                  <c:v>9290</c:v>
                </c:pt>
                <c:pt idx="2792">
                  <c:v>9293</c:v>
                </c:pt>
                <c:pt idx="2793">
                  <c:v>9296</c:v>
                </c:pt>
                <c:pt idx="2794">
                  <c:v>9300</c:v>
                </c:pt>
                <c:pt idx="2795">
                  <c:v>9303</c:v>
                </c:pt>
                <c:pt idx="2796">
                  <c:v>9306</c:v>
                </c:pt>
                <c:pt idx="2797">
                  <c:v>9310</c:v>
                </c:pt>
                <c:pt idx="2798">
                  <c:v>9313</c:v>
                </c:pt>
                <c:pt idx="2799">
                  <c:v>9316</c:v>
                </c:pt>
                <c:pt idx="2800">
                  <c:v>9320</c:v>
                </c:pt>
                <c:pt idx="2801">
                  <c:v>9323</c:v>
                </c:pt>
                <c:pt idx="2802">
                  <c:v>9326</c:v>
                </c:pt>
                <c:pt idx="2803">
                  <c:v>9330</c:v>
                </c:pt>
                <c:pt idx="2804">
                  <c:v>9333</c:v>
                </c:pt>
                <c:pt idx="2805">
                  <c:v>9336</c:v>
                </c:pt>
                <c:pt idx="2806">
                  <c:v>9340</c:v>
                </c:pt>
                <c:pt idx="2807">
                  <c:v>9343</c:v>
                </c:pt>
                <c:pt idx="2808">
                  <c:v>9346</c:v>
                </c:pt>
                <c:pt idx="2809">
                  <c:v>9350</c:v>
                </c:pt>
                <c:pt idx="2810">
                  <c:v>9353</c:v>
                </c:pt>
                <c:pt idx="2811">
                  <c:v>9356</c:v>
                </c:pt>
                <c:pt idx="2812">
                  <c:v>9360</c:v>
                </c:pt>
                <c:pt idx="2813">
                  <c:v>9363</c:v>
                </c:pt>
                <c:pt idx="2814">
                  <c:v>9366</c:v>
                </c:pt>
                <c:pt idx="2815">
                  <c:v>9370</c:v>
                </c:pt>
                <c:pt idx="2816">
                  <c:v>9373</c:v>
                </c:pt>
                <c:pt idx="2817">
                  <c:v>9376</c:v>
                </c:pt>
                <c:pt idx="2818">
                  <c:v>9380</c:v>
                </c:pt>
                <c:pt idx="2819">
                  <c:v>9383</c:v>
                </c:pt>
                <c:pt idx="2820">
                  <c:v>9386</c:v>
                </c:pt>
                <c:pt idx="2821">
                  <c:v>9390</c:v>
                </c:pt>
                <c:pt idx="2822">
                  <c:v>9393</c:v>
                </c:pt>
                <c:pt idx="2823">
                  <c:v>9396</c:v>
                </c:pt>
                <c:pt idx="2824">
                  <c:v>9400</c:v>
                </c:pt>
                <c:pt idx="2825">
                  <c:v>9403</c:v>
                </c:pt>
                <c:pt idx="2826">
                  <c:v>9406</c:v>
                </c:pt>
                <c:pt idx="2827">
                  <c:v>9410</c:v>
                </c:pt>
                <c:pt idx="2828">
                  <c:v>9413</c:v>
                </c:pt>
                <c:pt idx="2829">
                  <c:v>9416</c:v>
                </c:pt>
                <c:pt idx="2830">
                  <c:v>9420</c:v>
                </c:pt>
                <c:pt idx="2831">
                  <c:v>9423</c:v>
                </c:pt>
                <c:pt idx="2832">
                  <c:v>9426</c:v>
                </c:pt>
                <c:pt idx="2833">
                  <c:v>9429</c:v>
                </c:pt>
                <c:pt idx="2834">
                  <c:v>9433</c:v>
                </c:pt>
                <c:pt idx="2835">
                  <c:v>9436</c:v>
                </c:pt>
                <c:pt idx="2836">
                  <c:v>9439</c:v>
                </c:pt>
                <c:pt idx="2837">
                  <c:v>9443</c:v>
                </c:pt>
                <c:pt idx="2838">
                  <c:v>9446</c:v>
                </c:pt>
                <c:pt idx="2839">
                  <c:v>9449</c:v>
                </c:pt>
                <c:pt idx="2840">
                  <c:v>9453</c:v>
                </c:pt>
                <c:pt idx="2841">
                  <c:v>9456</c:v>
                </c:pt>
                <c:pt idx="2842">
                  <c:v>9459</c:v>
                </c:pt>
                <c:pt idx="2843">
                  <c:v>9463</c:v>
                </c:pt>
                <c:pt idx="2844">
                  <c:v>9466</c:v>
                </c:pt>
                <c:pt idx="2845">
                  <c:v>9469</c:v>
                </c:pt>
                <c:pt idx="2846">
                  <c:v>9473</c:v>
                </c:pt>
                <c:pt idx="2847">
                  <c:v>9476</c:v>
                </c:pt>
                <c:pt idx="2848">
                  <c:v>9479</c:v>
                </c:pt>
                <c:pt idx="2849">
                  <c:v>9483</c:v>
                </c:pt>
                <c:pt idx="2850">
                  <c:v>9486</c:v>
                </c:pt>
                <c:pt idx="2851">
                  <c:v>9489</c:v>
                </c:pt>
                <c:pt idx="2852">
                  <c:v>9493</c:v>
                </c:pt>
                <c:pt idx="2853">
                  <c:v>9496</c:v>
                </c:pt>
                <c:pt idx="2854">
                  <c:v>9499</c:v>
                </c:pt>
                <c:pt idx="2855">
                  <c:v>9503</c:v>
                </c:pt>
                <c:pt idx="2856">
                  <c:v>9506</c:v>
                </c:pt>
                <c:pt idx="2857">
                  <c:v>9509</c:v>
                </c:pt>
                <c:pt idx="2858">
                  <c:v>9513</c:v>
                </c:pt>
                <c:pt idx="2859">
                  <c:v>9516</c:v>
                </c:pt>
                <c:pt idx="2860">
                  <c:v>9519</c:v>
                </c:pt>
                <c:pt idx="2861">
                  <c:v>9523</c:v>
                </c:pt>
                <c:pt idx="2862">
                  <c:v>9526</c:v>
                </c:pt>
                <c:pt idx="2863">
                  <c:v>9529</c:v>
                </c:pt>
                <c:pt idx="2864">
                  <c:v>9533</c:v>
                </c:pt>
                <c:pt idx="2865">
                  <c:v>9536</c:v>
                </c:pt>
                <c:pt idx="2866">
                  <c:v>9539</c:v>
                </c:pt>
                <c:pt idx="2867">
                  <c:v>9543</c:v>
                </c:pt>
                <c:pt idx="2868">
                  <c:v>9546</c:v>
                </c:pt>
                <c:pt idx="2869">
                  <c:v>9549</c:v>
                </c:pt>
                <c:pt idx="2870">
                  <c:v>9553</c:v>
                </c:pt>
                <c:pt idx="2871">
                  <c:v>9556</c:v>
                </c:pt>
                <c:pt idx="2872">
                  <c:v>9559</c:v>
                </c:pt>
                <c:pt idx="2873">
                  <c:v>9563</c:v>
                </c:pt>
                <c:pt idx="2874">
                  <c:v>9566</c:v>
                </c:pt>
                <c:pt idx="2875">
                  <c:v>9569</c:v>
                </c:pt>
                <c:pt idx="2876">
                  <c:v>9573</c:v>
                </c:pt>
                <c:pt idx="2877">
                  <c:v>9576</c:v>
                </c:pt>
                <c:pt idx="2878">
                  <c:v>9579</c:v>
                </c:pt>
                <c:pt idx="2879">
                  <c:v>9583</c:v>
                </c:pt>
                <c:pt idx="2880">
                  <c:v>9586</c:v>
                </c:pt>
                <c:pt idx="2881">
                  <c:v>9589</c:v>
                </c:pt>
                <c:pt idx="2882">
                  <c:v>9593</c:v>
                </c:pt>
                <c:pt idx="2883">
                  <c:v>9596</c:v>
                </c:pt>
                <c:pt idx="2884">
                  <c:v>9599</c:v>
                </c:pt>
                <c:pt idx="2885">
                  <c:v>9603</c:v>
                </c:pt>
                <c:pt idx="2886">
                  <c:v>9606</c:v>
                </c:pt>
                <c:pt idx="2887">
                  <c:v>9609</c:v>
                </c:pt>
                <c:pt idx="2888">
                  <c:v>9612</c:v>
                </c:pt>
                <c:pt idx="2889">
                  <c:v>9616</c:v>
                </c:pt>
                <c:pt idx="2890">
                  <c:v>9619</c:v>
                </c:pt>
                <c:pt idx="2891">
                  <c:v>9622</c:v>
                </c:pt>
                <c:pt idx="2892">
                  <c:v>9626</c:v>
                </c:pt>
                <c:pt idx="2893">
                  <c:v>9629</c:v>
                </c:pt>
                <c:pt idx="2894">
                  <c:v>9632</c:v>
                </c:pt>
                <c:pt idx="2895">
                  <c:v>9636</c:v>
                </c:pt>
                <c:pt idx="2896">
                  <c:v>9639</c:v>
                </c:pt>
                <c:pt idx="2897">
                  <c:v>9642</c:v>
                </c:pt>
                <c:pt idx="2898">
                  <c:v>9646</c:v>
                </c:pt>
                <c:pt idx="2899">
                  <c:v>9649</c:v>
                </c:pt>
                <c:pt idx="2900">
                  <c:v>9652</c:v>
                </c:pt>
                <c:pt idx="2901">
                  <c:v>9656</c:v>
                </c:pt>
                <c:pt idx="2902">
                  <c:v>9659</c:v>
                </c:pt>
                <c:pt idx="2903">
                  <c:v>9662</c:v>
                </c:pt>
                <c:pt idx="2904">
                  <c:v>9666</c:v>
                </c:pt>
                <c:pt idx="2905">
                  <c:v>9669</c:v>
                </c:pt>
                <c:pt idx="2906">
                  <c:v>9672</c:v>
                </c:pt>
                <c:pt idx="2907">
                  <c:v>9676</c:v>
                </c:pt>
                <c:pt idx="2908">
                  <c:v>9679</c:v>
                </c:pt>
                <c:pt idx="2909">
                  <c:v>9682</c:v>
                </c:pt>
                <c:pt idx="2910">
                  <c:v>9686</c:v>
                </c:pt>
                <c:pt idx="2911">
                  <c:v>9689</c:v>
                </c:pt>
                <c:pt idx="2912">
                  <c:v>9692</c:v>
                </c:pt>
                <c:pt idx="2913">
                  <c:v>9696</c:v>
                </c:pt>
                <c:pt idx="2914">
                  <c:v>9699</c:v>
                </c:pt>
                <c:pt idx="2915">
                  <c:v>9702</c:v>
                </c:pt>
                <c:pt idx="2916">
                  <c:v>9706</c:v>
                </c:pt>
                <c:pt idx="2917">
                  <c:v>9709</c:v>
                </c:pt>
                <c:pt idx="2918">
                  <c:v>9712</c:v>
                </c:pt>
                <c:pt idx="2919">
                  <c:v>9716</c:v>
                </c:pt>
                <c:pt idx="2920">
                  <c:v>9719</c:v>
                </c:pt>
                <c:pt idx="2921">
                  <c:v>9722</c:v>
                </c:pt>
                <c:pt idx="2922">
                  <c:v>9726</c:v>
                </c:pt>
                <c:pt idx="2923">
                  <c:v>9729</c:v>
                </c:pt>
                <c:pt idx="2924">
                  <c:v>9732</c:v>
                </c:pt>
                <c:pt idx="2925">
                  <c:v>9736</c:v>
                </c:pt>
                <c:pt idx="2926">
                  <c:v>9739</c:v>
                </c:pt>
                <c:pt idx="2927">
                  <c:v>9742</c:v>
                </c:pt>
                <c:pt idx="2928">
                  <c:v>9746</c:v>
                </c:pt>
                <c:pt idx="2929">
                  <c:v>9749</c:v>
                </c:pt>
                <c:pt idx="2930">
                  <c:v>9752</c:v>
                </c:pt>
                <c:pt idx="2931">
                  <c:v>9756</c:v>
                </c:pt>
                <c:pt idx="2932">
                  <c:v>9759</c:v>
                </c:pt>
                <c:pt idx="2933">
                  <c:v>9762</c:v>
                </c:pt>
                <c:pt idx="2934">
                  <c:v>9766</c:v>
                </c:pt>
                <c:pt idx="2935">
                  <c:v>9769</c:v>
                </c:pt>
                <c:pt idx="2936">
                  <c:v>9772</c:v>
                </c:pt>
                <c:pt idx="2937">
                  <c:v>9776</c:v>
                </c:pt>
                <c:pt idx="2938">
                  <c:v>9779</c:v>
                </c:pt>
                <c:pt idx="2939">
                  <c:v>9782</c:v>
                </c:pt>
                <c:pt idx="2940">
                  <c:v>9786</c:v>
                </c:pt>
                <c:pt idx="2941">
                  <c:v>9789</c:v>
                </c:pt>
                <c:pt idx="2942">
                  <c:v>9792</c:v>
                </c:pt>
                <c:pt idx="2943">
                  <c:v>9795</c:v>
                </c:pt>
                <c:pt idx="2944">
                  <c:v>9799</c:v>
                </c:pt>
                <c:pt idx="2945">
                  <c:v>9802</c:v>
                </c:pt>
                <c:pt idx="2946">
                  <c:v>9805</c:v>
                </c:pt>
                <c:pt idx="2947">
                  <c:v>9809</c:v>
                </c:pt>
                <c:pt idx="2948">
                  <c:v>9812</c:v>
                </c:pt>
                <c:pt idx="2949">
                  <c:v>9815</c:v>
                </c:pt>
                <c:pt idx="2950">
                  <c:v>9819</c:v>
                </c:pt>
                <c:pt idx="2951">
                  <c:v>9822</c:v>
                </c:pt>
                <c:pt idx="2952">
                  <c:v>9825</c:v>
                </c:pt>
                <c:pt idx="2953">
                  <c:v>9829</c:v>
                </c:pt>
                <c:pt idx="2954">
                  <c:v>9832</c:v>
                </c:pt>
                <c:pt idx="2955">
                  <c:v>9835</c:v>
                </c:pt>
                <c:pt idx="2956">
                  <c:v>9839</c:v>
                </c:pt>
                <c:pt idx="2957">
                  <c:v>9842</c:v>
                </c:pt>
                <c:pt idx="2958">
                  <c:v>9845</c:v>
                </c:pt>
                <c:pt idx="2959">
                  <c:v>9849</c:v>
                </c:pt>
                <c:pt idx="2960">
                  <c:v>9852</c:v>
                </c:pt>
                <c:pt idx="2961">
                  <c:v>9855</c:v>
                </c:pt>
                <c:pt idx="2962">
                  <c:v>9859</c:v>
                </c:pt>
                <c:pt idx="2963">
                  <c:v>9862</c:v>
                </c:pt>
                <c:pt idx="2964">
                  <c:v>9865</c:v>
                </c:pt>
                <c:pt idx="2965">
                  <c:v>9869</c:v>
                </c:pt>
                <c:pt idx="2966">
                  <c:v>9872</c:v>
                </c:pt>
                <c:pt idx="2967">
                  <c:v>9875</c:v>
                </c:pt>
                <c:pt idx="2968">
                  <c:v>9879</c:v>
                </c:pt>
                <c:pt idx="2969">
                  <c:v>9882</c:v>
                </c:pt>
                <c:pt idx="2970">
                  <c:v>9885</c:v>
                </c:pt>
                <c:pt idx="2971">
                  <c:v>9889</c:v>
                </c:pt>
                <c:pt idx="2972">
                  <c:v>9892</c:v>
                </c:pt>
                <c:pt idx="2973">
                  <c:v>9895</c:v>
                </c:pt>
                <c:pt idx="2974">
                  <c:v>9899</c:v>
                </c:pt>
                <c:pt idx="2975">
                  <c:v>9902</c:v>
                </c:pt>
                <c:pt idx="2976">
                  <c:v>9905</c:v>
                </c:pt>
                <c:pt idx="2977">
                  <c:v>9909</c:v>
                </c:pt>
                <c:pt idx="2978">
                  <c:v>9912</c:v>
                </c:pt>
                <c:pt idx="2979">
                  <c:v>9915</c:v>
                </c:pt>
                <c:pt idx="2980">
                  <c:v>9919</c:v>
                </c:pt>
                <c:pt idx="2981">
                  <c:v>9922</c:v>
                </c:pt>
                <c:pt idx="2982">
                  <c:v>9925</c:v>
                </c:pt>
                <c:pt idx="2983">
                  <c:v>9929</c:v>
                </c:pt>
                <c:pt idx="2984">
                  <c:v>9932</c:v>
                </c:pt>
                <c:pt idx="2985">
                  <c:v>9935</c:v>
                </c:pt>
                <c:pt idx="2986">
                  <c:v>9939</c:v>
                </c:pt>
                <c:pt idx="2987">
                  <c:v>9942</c:v>
                </c:pt>
                <c:pt idx="2988">
                  <c:v>9945</c:v>
                </c:pt>
                <c:pt idx="2989">
                  <c:v>9949</c:v>
                </c:pt>
                <c:pt idx="2990">
                  <c:v>9952</c:v>
                </c:pt>
                <c:pt idx="2991">
                  <c:v>9955</c:v>
                </c:pt>
                <c:pt idx="2992">
                  <c:v>9959</c:v>
                </c:pt>
                <c:pt idx="2993">
                  <c:v>9962</c:v>
                </c:pt>
                <c:pt idx="2994">
                  <c:v>9965</c:v>
                </c:pt>
                <c:pt idx="2995">
                  <c:v>9969</c:v>
                </c:pt>
                <c:pt idx="2996">
                  <c:v>9972</c:v>
                </c:pt>
                <c:pt idx="2997">
                  <c:v>9975</c:v>
                </c:pt>
                <c:pt idx="2998">
                  <c:v>9978</c:v>
                </c:pt>
                <c:pt idx="2999">
                  <c:v>9982</c:v>
                </c:pt>
                <c:pt idx="3000">
                  <c:v>9985</c:v>
                </c:pt>
                <c:pt idx="3001">
                  <c:v>9988</c:v>
                </c:pt>
                <c:pt idx="3002">
                  <c:v>9992</c:v>
                </c:pt>
                <c:pt idx="3003">
                  <c:v>9995</c:v>
                </c:pt>
                <c:pt idx="3004">
                  <c:v>9998</c:v>
                </c:pt>
                <c:pt idx="3005">
                  <c:v>10002</c:v>
                </c:pt>
                <c:pt idx="3006">
                  <c:v>10005</c:v>
                </c:pt>
                <c:pt idx="3007">
                  <c:v>10008</c:v>
                </c:pt>
                <c:pt idx="3008">
                  <c:v>10012</c:v>
                </c:pt>
                <c:pt idx="3009">
                  <c:v>10015</c:v>
                </c:pt>
                <c:pt idx="3010">
                  <c:v>10018</c:v>
                </c:pt>
                <c:pt idx="3011">
                  <c:v>10022</c:v>
                </c:pt>
                <c:pt idx="3012">
                  <c:v>10025</c:v>
                </c:pt>
                <c:pt idx="3013">
                  <c:v>10028</c:v>
                </c:pt>
                <c:pt idx="3014">
                  <c:v>10032</c:v>
                </c:pt>
                <c:pt idx="3015">
                  <c:v>10035</c:v>
                </c:pt>
                <c:pt idx="3016">
                  <c:v>10038</c:v>
                </c:pt>
                <c:pt idx="3017">
                  <c:v>10042</c:v>
                </c:pt>
                <c:pt idx="3018">
                  <c:v>10045</c:v>
                </c:pt>
                <c:pt idx="3019">
                  <c:v>10048</c:v>
                </c:pt>
                <c:pt idx="3020">
                  <c:v>10052</c:v>
                </c:pt>
                <c:pt idx="3021">
                  <c:v>10055</c:v>
                </c:pt>
                <c:pt idx="3022">
                  <c:v>10058</c:v>
                </c:pt>
                <c:pt idx="3023">
                  <c:v>10062</c:v>
                </c:pt>
                <c:pt idx="3024">
                  <c:v>10065</c:v>
                </c:pt>
                <c:pt idx="3025">
                  <c:v>10068</c:v>
                </c:pt>
                <c:pt idx="3026">
                  <c:v>10072</c:v>
                </c:pt>
                <c:pt idx="3027">
                  <c:v>10075</c:v>
                </c:pt>
                <c:pt idx="3028">
                  <c:v>10078</c:v>
                </c:pt>
                <c:pt idx="3029">
                  <c:v>10082</c:v>
                </c:pt>
                <c:pt idx="3030">
                  <c:v>10085</c:v>
                </c:pt>
                <c:pt idx="3031">
                  <c:v>10088</c:v>
                </c:pt>
                <c:pt idx="3032">
                  <c:v>10092</c:v>
                </c:pt>
                <c:pt idx="3033">
                  <c:v>10095</c:v>
                </c:pt>
                <c:pt idx="3034">
                  <c:v>10098</c:v>
                </c:pt>
                <c:pt idx="3035">
                  <c:v>10102</c:v>
                </c:pt>
                <c:pt idx="3036">
                  <c:v>10105</c:v>
                </c:pt>
                <c:pt idx="3037">
                  <c:v>10108</c:v>
                </c:pt>
                <c:pt idx="3038">
                  <c:v>10112</c:v>
                </c:pt>
                <c:pt idx="3039">
                  <c:v>10115</c:v>
                </c:pt>
                <c:pt idx="3040">
                  <c:v>10118</c:v>
                </c:pt>
                <c:pt idx="3041">
                  <c:v>10122</c:v>
                </c:pt>
                <c:pt idx="3042">
                  <c:v>10125</c:v>
                </c:pt>
                <c:pt idx="3043">
                  <c:v>10128</c:v>
                </c:pt>
                <c:pt idx="3044">
                  <c:v>10132</c:v>
                </c:pt>
                <c:pt idx="3045">
                  <c:v>10135</c:v>
                </c:pt>
                <c:pt idx="3046">
                  <c:v>10138</c:v>
                </c:pt>
                <c:pt idx="3047">
                  <c:v>10142</c:v>
                </c:pt>
                <c:pt idx="3048">
                  <c:v>10145</c:v>
                </c:pt>
                <c:pt idx="3049">
                  <c:v>10148</c:v>
                </c:pt>
                <c:pt idx="3050">
                  <c:v>10152</c:v>
                </c:pt>
                <c:pt idx="3051">
                  <c:v>10155</c:v>
                </c:pt>
                <c:pt idx="3052">
                  <c:v>10158</c:v>
                </c:pt>
                <c:pt idx="3053">
                  <c:v>10161</c:v>
                </c:pt>
                <c:pt idx="3054">
                  <c:v>10165</c:v>
                </c:pt>
                <c:pt idx="3055">
                  <c:v>10168</c:v>
                </c:pt>
                <c:pt idx="3056">
                  <c:v>10171</c:v>
                </c:pt>
                <c:pt idx="3057">
                  <c:v>10175</c:v>
                </c:pt>
                <c:pt idx="3058">
                  <c:v>10178</c:v>
                </c:pt>
                <c:pt idx="3059">
                  <c:v>10181</c:v>
                </c:pt>
                <c:pt idx="3060">
                  <c:v>10185</c:v>
                </c:pt>
                <c:pt idx="3061">
                  <c:v>10188</c:v>
                </c:pt>
                <c:pt idx="3062">
                  <c:v>10191</c:v>
                </c:pt>
                <c:pt idx="3063">
                  <c:v>10195</c:v>
                </c:pt>
                <c:pt idx="3064">
                  <c:v>10198</c:v>
                </c:pt>
                <c:pt idx="3065">
                  <c:v>10201</c:v>
                </c:pt>
                <c:pt idx="3066">
                  <c:v>10205</c:v>
                </c:pt>
                <c:pt idx="3067">
                  <c:v>10208</c:v>
                </c:pt>
                <c:pt idx="3068">
                  <c:v>10211</c:v>
                </c:pt>
                <c:pt idx="3069">
                  <c:v>10215</c:v>
                </c:pt>
                <c:pt idx="3070">
                  <c:v>10218</c:v>
                </c:pt>
                <c:pt idx="3071">
                  <c:v>10221</c:v>
                </c:pt>
                <c:pt idx="3072">
                  <c:v>10225</c:v>
                </c:pt>
                <c:pt idx="3073">
                  <c:v>10228</c:v>
                </c:pt>
                <c:pt idx="3074">
                  <c:v>10231</c:v>
                </c:pt>
                <c:pt idx="3075">
                  <c:v>10235</c:v>
                </c:pt>
                <c:pt idx="3076">
                  <c:v>10238</c:v>
                </c:pt>
                <c:pt idx="3077">
                  <c:v>10241</c:v>
                </c:pt>
                <c:pt idx="3078">
                  <c:v>10245</c:v>
                </c:pt>
                <c:pt idx="3079">
                  <c:v>10248</c:v>
                </c:pt>
                <c:pt idx="3080">
                  <c:v>10251</c:v>
                </c:pt>
                <c:pt idx="3081">
                  <c:v>10255</c:v>
                </c:pt>
                <c:pt idx="3082">
                  <c:v>10258</c:v>
                </c:pt>
                <c:pt idx="3083">
                  <c:v>10261</c:v>
                </c:pt>
                <c:pt idx="3084">
                  <c:v>10265</c:v>
                </c:pt>
                <c:pt idx="3085">
                  <c:v>10268</c:v>
                </c:pt>
                <c:pt idx="3086">
                  <c:v>10271</c:v>
                </c:pt>
                <c:pt idx="3087">
                  <c:v>10275</c:v>
                </c:pt>
                <c:pt idx="3088">
                  <c:v>10278</c:v>
                </c:pt>
                <c:pt idx="3089">
                  <c:v>10281</c:v>
                </c:pt>
                <c:pt idx="3090">
                  <c:v>10285</c:v>
                </c:pt>
                <c:pt idx="3091">
                  <c:v>10288</c:v>
                </c:pt>
                <c:pt idx="3092">
                  <c:v>10291</c:v>
                </c:pt>
                <c:pt idx="3093">
                  <c:v>10295</c:v>
                </c:pt>
                <c:pt idx="3094">
                  <c:v>10298</c:v>
                </c:pt>
                <c:pt idx="3095">
                  <c:v>10301</c:v>
                </c:pt>
                <c:pt idx="3096">
                  <c:v>10305</c:v>
                </c:pt>
                <c:pt idx="3097">
                  <c:v>10308</c:v>
                </c:pt>
                <c:pt idx="3098">
                  <c:v>10311</c:v>
                </c:pt>
                <c:pt idx="3099">
                  <c:v>10315</c:v>
                </c:pt>
                <c:pt idx="3100">
                  <c:v>10318</c:v>
                </c:pt>
                <c:pt idx="3101">
                  <c:v>10321</c:v>
                </c:pt>
                <c:pt idx="3102">
                  <c:v>10325</c:v>
                </c:pt>
                <c:pt idx="3103">
                  <c:v>10328</c:v>
                </c:pt>
                <c:pt idx="3104">
                  <c:v>10331</c:v>
                </c:pt>
                <c:pt idx="3105">
                  <c:v>10335</c:v>
                </c:pt>
                <c:pt idx="3106">
                  <c:v>10338</c:v>
                </c:pt>
                <c:pt idx="3107">
                  <c:v>10341</c:v>
                </c:pt>
                <c:pt idx="3108">
                  <c:v>10344</c:v>
                </c:pt>
                <c:pt idx="3109">
                  <c:v>10348</c:v>
                </c:pt>
                <c:pt idx="3110">
                  <c:v>10351</c:v>
                </c:pt>
                <c:pt idx="3111">
                  <c:v>10354</c:v>
                </c:pt>
                <c:pt idx="3112">
                  <c:v>10358</c:v>
                </c:pt>
                <c:pt idx="3113">
                  <c:v>10361</c:v>
                </c:pt>
                <c:pt idx="3114">
                  <c:v>10364</c:v>
                </c:pt>
                <c:pt idx="3115">
                  <c:v>10368</c:v>
                </c:pt>
                <c:pt idx="3116">
                  <c:v>10371</c:v>
                </c:pt>
                <c:pt idx="3117">
                  <c:v>10374</c:v>
                </c:pt>
                <c:pt idx="3118">
                  <c:v>10378</c:v>
                </c:pt>
                <c:pt idx="3119">
                  <c:v>10381</c:v>
                </c:pt>
                <c:pt idx="3120">
                  <c:v>10384</c:v>
                </c:pt>
                <c:pt idx="3121">
                  <c:v>10388</c:v>
                </c:pt>
                <c:pt idx="3122">
                  <c:v>10391</c:v>
                </c:pt>
                <c:pt idx="3123">
                  <c:v>10394</c:v>
                </c:pt>
                <c:pt idx="3124">
                  <c:v>10398</c:v>
                </c:pt>
                <c:pt idx="3125">
                  <c:v>10401</c:v>
                </c:pt>
                <c:pt idx="3126">
                  <c:v>10404</c:v>
                </c:pt>
                <c:pt idx="3127">
                  <c:v>10408</c:v>
                </c:pt>
                <c:pt idx="3128">
                  <c:v>10411</c:v>
                </c:pt>
                <c:pt idx="3129">
                  <c:v>10414</c:v>
                </c:pt>
                <c:pt idx="3130">
                  <c:v>10418</c:v>
                </c:pt>
                <c:pt idx="3131">
                  <c:v>10421</c:v>
                </c:pt>
                <c:pt idx="3132">
                  <c:v>10424</c:v>
                </c:pt>
                <c:pt idx="3133">
                  <c:v>10428</c:v>
                </c:pt>
                <c:pt idx="3134">
                  <c:v>10431</c:v>
                </c:pt>
                <c:pt idx="3135">
                  <c:v>10434</c:v>
                </c:pt>
                <c:pt idx="3136">
                  <c:v>10438</c:v>
                </c:pt>
                <c:pt idx="3137">
                  <c:v>10441</c:v>
                </c:pt>
                <c:pt idx="3138">
                  <c:v>10444</c:v>
                </c:pt>
                <c:pt idx="3139">
                  <c:v>10448</c:v>
                </c:pt>
                <c:pt idx="3140">
                  <c:v>10451</c:v>
                </c:pt>
                <c:pt idx="3141">
                  <c:v>10454</c:v>
                </c:pt>
                <c:pt idx="3142">
                  <c:v>10458</c:v>
                </c:pt>
                <c:pt idx="3143">
                  <c:v>10461</c:v>
                </c:pt>
                <c:pt idx="3144">
                  <c:v>10464</c:v>
                </c:pt>
                <c:pt idx="3145">
                  <c:v>10468</c:v>
                </c:pt>
                <c:pt idx="3146">
                  <c:v>10471</c:v>
                </c:pt>
                <c:pt idx="3147">
                  <c:v>10474</c:v>
                </c:pt>
                <c:pt idx="3148">
                  <c:v>10478</c:v>
                </c:pt>
                <c:pt idx="3149">
                  <c:v>10481</c:v>
                </c:pt>
                <c:pt idx="3150">
                  <c:v>10484</c:v>
                </c:pt>
                <c:pt idx="3151">
                  <c:v>10488</c:v>
                </c:pt>
                <c:pt idx="3152">
                  <c:v>10491</c:v>
                </c:pt>
                <c:pt idx="3153">
                  <c:v>10494</c:v>
                </c:pt>
                <c:pt idx="3154">
                  <c:v>10498</c:v>
                </c:pt>
                <c:pt idx="3155">
                  <c:v>10501</c:v>
                </c:pt>
                <c:pt idx="3156">
                  <c:v>10504</c:v>
                </c:pt>
                <c:pt idx="3157">
                  <c:v>10508</c:v>
                </c:pt>
                <c:pt idx="3158">
                  <c:v>10511</c:v>
                </c:pt>
                <c:pt idx="3159">
                  <c:v>10514</c:v>
                </c:pt>
                <c:pt idx="3160">
                  <c:v>10518</c:v>
                </c:pt>
                <c:pt idx="3161">
                  <c:v>10521</c:v>
                </c:pt>
                <c:pt idx="3162">
                  <c:v>10524</c:v>
                </c:pt>
                <c:pt idx="3163">
                  <c:v>10527</c:v>
                </c:pt>
                <c:pt idx="3164">
                  <c:v>10531</c:v>
                </c:pt>
                <c:pt idx="3165">
                  <c:v>10534</c:v>
                </c:pt>
                <c:pt idx="3166">
                  <c:v>10537</c:v>
                </c:pt>
                <c:pt idx="3167">
                  <c:v>10541</c:v>
                </c:pt>
                <c:pt idx="3168">
                  <c:v>10544</c:v>
                </c:pt>
                <c:pt idx="3169">
                  <c:v>10547</c:v>
                </c:pt>
                <c:pt idx="3170">
                  <c:v>10551</c:v>
                </c:pt>
                <c:pt idx="3171">
                  <c:v>10554</c:v>
                </c:pt>
                <c:pt idx="3172">
                  <c:v>10557</c:v>
                </c:pt>
                <c:pt idx="3173">
                  <c:v>10561</c:v>
                </c:pt>
                <c:pt idx="3174">
                  <c:v>10564</c:v>
                </c:pt>
                <c:pt idx="3175">
                  <c:v>10567</c:v>
                </c:pt>
                <c:pt idx="3176">
                  <c:v>10571</c:v>
                </c:pt>
                <c:pt idx="3177">
                  <c:v>10574</c:v>
                </c:pt>
                <c:pt idx="3178">
                  <c:v>10577</c:v>
                </c:pt>
                <c:pt idx="3179">
                  <c:v>10581</c:v>
                </c:pt>
                <c:pt idx="3180">
                  <c:v>10584</c:v>
                </c:pt>
                <c:pt idx="3181">
                  <c:v>10587</c:v>
                </c:pt>
                <c:pt idx="3182">
                  <c:v>10591</c:v>
                </c:pt>
                <c:pt idx="3183">
                  <c:v>10594</c:v>
                </c:pt>
                <c:pt idx="3184">
                  <c:v>10597</c:v>
                </c:pt>
                <c:pt idx="3185">
                  <c:v>10601</c:v>
                </c:pt>
                <c:pt idx="3186">
                  <c:v>10604</c:v>
                </c:pt>
                <c:pt idx="3187">
                  <c:v>10607</c:v>
                </c:pt>
                <c:pt idx="3188">
                  <c:v>10611</c:v>
                </c:pt>
                <c:pt idx="3189">
                  <c:v>10614</c:v>
                </c:pt>
                <c:pt idx="3190">
                  <c:v>10617</c:v>
                </c:pt>
                <c:pt idx="3191">
                  <c:v>10621</c:v>
                </c:pt>
                <c:pt idx="3192">
                  <c:v>10624</c:v>
                </c:pt>
                <c:pt idx="3193">
                  <c:v>10627</c:v>
                </c:pt>
                <c:pt idx="3194">
                  <c:v>10631</c:v>
                </c:pt>
                <c:pt idx="3195">
                  <c:v>10634</c:v>
                </c:pt>
                <c:pt idx="3196">
                  <c:v>10637</c:v>
                </c:pt>
                <c:pt idx="3197">
                  <c:v>10641</c:v>
                </c:pt>
                <c:pt idx="3198">
                  <c:v>10644</c:v>
                </c:pt>
                <c:pt idx="3199">
                  <c:v>10647</c:v>
                </c:pt>
                <c:pt idx="3200">
                  <c:v>10651</c:v>
                </c:pt>
                <c:pt idx="3201">
                  <c:v>10654</c:v>
                </c:pt>
                <c:pt idx="3202">
                  <c:v>10657</c:v>
                </c:pt>
                <c:pt idx="3203">
                  <c:v>10661</c:v>
                </c:pt>
                <c:pt idx="3204">
                  <c:v>10664</c:v>
                </c:pt>
                <c:pt idx="3205">
                  <c:v>10667</c:v>
                </c:pt>
                <c:pt idx="3206">
                  <c:v>10671</c:v>
                </c:pt>
                <c:pt idx="3207">
                  <c:v>10674</c:v>
                </c:pt>
                <c:pt idx="3208">
                  <c:v>10677</c:v>
                </c:pt>
                <c:pt idx="3209">
                  <c:v>10681</c:v>
                </c:pt>
                <c:pt idx="3210">
                  <c:v>10684</c:v>
                </c:pt>
                <c:pt idx="3211">
                  <c:v>10687</c:v>
                </c:pt>
                <c:pt idx="3212">
                  <c:v>10691</c:v>
                </c:pt>
                <c:pt idx="3213">
                  <c:v>10694</c:v>
                </c:pt>
                <c:pt idx="3214">
                  <c:v>10697</c:v>
                </c:pt>
                <c:pt idx="3215">
                  <c:v>10701</c:v>
                </c:pt>
                <c:pt idx="3216">
                  <c:v>10704</c:v>
                </c:pt>
                <c:pt idx="3217">
                  <c:v>10707</c:v>
                </c:pt>
                <c:pt idx="3218">
                  <c:v>10710</c:v>
                </c:pt>
                <c:pt idx="3219">
                  <c:v>10714</c:v>
                </c:pt>
                <c:pt idx="3220">
                  <c:v>10717</c:v>
                </c:pt>
                <c:pt idx="3221">
                  <c:v>10720</c:v>
                </c:pt>
                <c:pt idx="3222">
                  <c:v>10724</c:v>
                </c:pt>
                <c:pt idx="3223">
                  <c:v>10727</c:v>
                </c:pt>
                <c:pt idx="3224">
                  <c:v>10730</c:v>
                </c:pt>
                <c:pt idx="3225">
                  <c:v>10734</c:v>
                </c:pt>
                <c:pt idx="3226">
                  <c:v>10737</c:v>
                </c:pt>
                <c:pt idx="3227">
                  <c:v>10740</c:v>
                </c:pt>
                <c:pt idx="3228">
                  <c:v>10744</c:v>
                </c:pt>
                <c:pt idx="3229">
                  <c:v>10747</c:v>
                </c:pt>
                <c:pt idx="3230">
                  <c:v>10750</c:v>
                </c:pt>
                <c:pt idx="3231">
                  <c:v>10754</c:v>
                </c:pt>
                <c:pt idx="3232">
                  <c:v>10757</c:v>
                </c:pt>
                <c:pt idx="3233">
                  <c:v>10760</c:v>
                </c:pt>
                <c:pt idx="3234">
                  <c:v>10764</c:v>
                </c:pt>
                <c:pt idx="3235">
                  <c:v>10767</c:v>
                </c:pt>
                <c:pt idx="3236">
                  <c:v>10770</c:v>
                </c:pt>
                <c:pt idx="3237">
                  <c:v>10774</c:v>
                </c:pt>
                <c:pt idx="3238">
                  <c:v>10777</c:v>
                </c:pt>
                <c:pt idx="3239">
                  <c:v>10780</c:v>
                </c:pt>
                <c:pt idx="3240">
                  <c:v>10784</c:v>
                </c:pt>
                <c:pt idx="3241">
                  <c:v>10787</c:v>
                </c:pt>
                <c:pt idx="3242">
                  <c:v>10790</c:v>
                </c:pt>
                <c:pt idx="3243">
                  <c:v>10794</c:v>
                </c:pt>
                <c:pt idx="3244">
                  <c:v>10797</c:v>
                </c:pt>
                <c:pt idx="3245">
                  <c:v>10800</c:v>
                </c:pt>
                <c:pt idx="3246">
                  <c:v>10804</c:v>
                </c:pt>
                <c:pt idx="3247">
                  <c:v>10807</c:v>
                </c:pt>
                <c:pt idx="3248">
                  <c:v>10810</c:v>
                </c:pt>
                <c:pt idx="3249">
                  <c:v>10814</c:v>
                </c:pt>
                <c:pt idx="3250">
                  <c:v>10817</c:v>
                </c:pt>
                <c:pt idx="3251">
                  <c:v>10820</c:v>
                </c:pt>
                <c:pt idx="3252">
                  <c:v>10824</c:v>
                </c:pt>
                <c:pt idx="3253">
                  <c:v>10827</c:v>
                </c:pt>
                <c:pt idx="3254">
                  <c:v>10830</c:v>
                </c:pt>
                <c:pt idx="3255">
                  <c:v>10834</c:v>
                </c:pt>
                <c:pt idx="3256">
                  <c:v>10837</c:v>
                </c:pt>
                <c:pt idx="3257">
                  <c:v>10840</c:v>
                </c:pt>
                <c:pt idx="3258">
                  <c:v>10844</c:v>
                </c:pt>
                <c:pt idx="3259">
                  <c:v>10847</c:v>
                </c:pt>
                <c:pt idx="3260">
                  <c:v>10850</c:v>
                </c:pt>
                <c:pt idx="3261">
                  <c:v>10854</c:v>
                </c:pt>
                <c:pt idx="3262">
                  <c:v>10857</c:v>
                </c:pt>
                <c:pt idx="3263">
                  <c:v>10860</c:v>
                </c:pt>
                <c:pt idx="3264">
                  <c:v>10864</c:v>
                </c:pt>
                <c:pt idx="3265">
                  <c:v>10867</c:v>
                </c:pt>
                <c:pt idx="3266">
                  <c:v>10870</c:v>
                </c:pt>
                <c:pt idx="3267">
                  <c:v>10874</c:v>
                </c:pt>
                <c:pt idx="3268">
                  <c:v>10877</c:v>
                </c:pt>
                <c:pt idx="3269">
                  <c:v>10880</c:v>
                </c:pt>
                <c:pt idx="3270">
                  <c:v>10884</c:v>
                </c:pt>
                <c:pt idx="3271">
                  <c:v>10887</c:v>
                </c:pt>
                <c:pt idx="3272">
                  <c:v>10890</c:v>
                </c:pt>
                <c:pt idx="3273">
                  <c:v>10893</c:v>
                </c:pt>
                <c:pt idx="3274">
                  <c:v>10897</c:v>
                </c:pt>
                <c:pt idx="3275">
                  <c:v>10900</c:v>
                </c:pt>
                <c:pt idx="3276">
                  <c:v>10903</c:v>
                </c:pt>
                <c:pt idx="3277">
                  <c:v>10907</c:v>
                </c:pt>
                <c:pt idx="3278">
                  <c:v>10910</c:v>
                </c:pt>
                <c:pt idx="3279">
                  <c:v>10913</c:v>
                </c:pt>
                <c:pt idx="3280">
                  <c:v>10917</c:v>
                </c:pt>
                <c:pt idx="3281">
                  <c:v>10920</c:v>
                </c:pt>
                <c:pt idx="3282">
                  <c:v>10923</c:v>
                </c:pt>
                <c:pt idx="3283">
                  <c:v>10927</c:v>
                </c:pt>
                <c:pt idx="3284">
                  <c:v>10930</c:v>
                </c:pt>
                <c:pt idx="3285">
                  <c:v>10933</c:v>
                </c:pt>
                <c:pt idx="3286">
                  <c:v>10937</c:v>
                </c:pt>
                <c:pt idx="3287">
                  <c:v>10940</c:v>
                </c:pt>
                <c:pt idx="3288">
                  <c:v>10943</c:v>
                </c:pt>
                <c:pt idx="3289">
                  <c:v>10947</c:v>
                </c:pt>
                <c:pt idx="3290">
                  <c:v>10950</c:v>
                </c:pt>
                <c:pt idx="3291">
                  <c:v>10953</c:v>
                </c:pt>
                <c:pt idx="3292">
                  <c:v>10957</c:v>
                </c:pt>
                <c:pt idx="3293">
                  <c:v>10960</c:v>
                </c:pt>
                <c:pt idx="3294">
                  <c:v>10963</c:v>
                </c:pt>
                <c:pt idx="3295">
                  <c:v>10967</c:v>
                </c:pt>
                <c:pt idx="3296">
                  <c:v>10970</c:v>
                </c:pt>
                <c:pt idx="3297">
                  <c:v>10973</c:v>
                </c:pt>
                <c:pt idx="3298">
                  <c:v>10977</c:v>
                </c:pt>
                <c:pt idx="3299">
                  <c:v>10980</c:v>
                </c:pt>
                <c:pt idx="3300">
                  <c:v>10983</c:v>
                </c:pt>
                <c:pt idx="3301">
                  <c:v>10987</c:v>
                </c:pt>
                <c:pt idx="3302">
                  <c:v>10990</c:v>
                </c:pt>
                <c:pt idx="3303">
                  <c:v>10993</c:v>
                </c:pt>
                <c:pt idx="3304">
                  <c:v>10997</c:v>
                </c:pt>
                <c:pt idx="3305">
                  <c:v>11000</c:v>
                </c:pt>
                <c:pt idx="3306">
                  <c:v>11003</c:v>
                </c:pt>
                <c:pt idx="3307">
                  <c:v>11007</c:v>
                </c:pt>
                <c:pt idx="3308">
                  <c:v>11010</c:v>
                </c:pt>
                <c:pt idx="3309">
                  <c:v>11013</c:v>
                </c:pt>
                <c:pt idx="3310">
                  <c:v>11017</c:v>
                </c:pt>
                <c:pt idx="3311">
                  <c:v>11020</c:v>
                </c:pt>
                <c:pt idx="3312">
                  <c:v>11023</c:v>
                </c:pt>
                <c:pt idx="3313">
                  <c:v>11027</c:v>
                </c:pt>
                <c:pt idx="3314">
                  <c:v>11030</c:v>
                </c:pt>
                <c:pt idx="3315">
                  <c:v>11033</c:v>
                </c:pt>
                <c:pt idx="3316">
                  <c:v>11037</c:v>
                </c:pt>
                <c:pt idx="3317">
                  <c:v>11040</c:v>
                </c:pt>
                <c:pt idx="3318">
                  <c:v>11043</c:v>
                </c:pt>
                <c:pt idx="3319">
                  <c:v>11047</c:v>
                </c:pt>
                <c:pt idx="3320">
                  <c:v>11050</c:v>
                </c:pt>
                <c:pt idx="3321">
                  <c:v>11053</c:v>
                </c:pt>
                <c:pt idx="3322">
                  <c:v>11057</c:v>
                </c:pt>
                <c:pt idx="3323">
                  <c:v>11060</c:v>
                </c:pt>
                <c:pt idx="3324">
                  <c:v>11063</c:v>
                </c:pt>
                <c:pt idx="3325">
                  <c:v>11067</c:v>
                </c:pt>
                <c:pt idx="3326">
                  <c:v>11070</c:v>
                </c:pt>
                <c:pt idx="3327">
                  <c:v>11073</c:v>
                </c:pt>
                <c:pt idx="3328">
                  <c:v>11076</c:v>
                </c:pt>
                <c:pt idx="3329">
                  <c:v>11080</c:v>
                </c:pt>
                <c:pt idx="3330">
                  <c:v>11083</c:v>
                </c:pt>
                <c:pt idx="3331">
                  <c:v>11086</c:v>
                </c:pt>
                <c:pt idx="3332">
                  <c:v>11090</c:v>
                </c:pt>
                <c:pt idx="3333">
                  <c:v>11093</c:v>
                </c:pt>
                <c:pt idx="3334">
                  <c:v>11096</c:v>
                </c:pt>
                <c:pt idx="3335">
                  <c:v>11100</c:v>
                </c:pt>
                <c:pt idx="3336">
                  <c:v>11103</c:v>
                </c:pt>
                <c:pt idx="3337">
                  <c:v>11106</c:v>
                </c:pt>
                <c:pt idx="3338">
                  <c:v>11110</c:v>
                </c:pt>
                <c:pt idx="3339">
                  <c:v>11113</c:v>
                </c:pt>
                <c:pt idx="3340">
                  <c:v>11116</c:v>
                </c:pt>
                <c:pt idx="3341">
                  <c:v>11120</c:v>
                </c:pt>
                <c:pt idx="3342">
                  <c:v>11123</c:v>
                </c:pt>
                <c:pt idx="3343">
                  <c:v>11126</c:v>
                </c:pt>
                <c:pt idx="3344">
                  <c:v>11130</c:v>
                </c:pt>
                <c:pt idx="3345">
                  <c:v>11133</c:v>
                </c:pt>
                <c:pt idx="3346">
                  <c:v>11136</c:v>
                </c:pt>
                <c:pt idx="3347">
                  <c:v>11140</c:v>
                </c:pt>
                <c:pt idx="3348">
                  <c:v>11143</c:v>
                </c:pt>
                <c:pt idx="3349">
                  <c:v>11146</c:v>
                </c:pt>
                <c:pt idx="3350">
                  <c:v>11150</c:v>
                </c:pt>
                <c:pt idx="3351">
                  <c:v>11153</c:v>
                </c:pt>
                <c:pt idx="3352">
                  <c:v>11156</c:v>
                </c:pt>
                <c:pt idx="3353">
                  <c:v>11160</c:v>
                </c:pt>
                <c:pt idx="3354">
                  <c:v>11163</c:v>
                </c:pt>
                <c:pt idx="3355">
                  <c:v>11166</c:v>
                </c:pt>
                <c:pt idx="3356">
                  <c:v>11170</c:v>
                </c:pt>
                <c:pt idx="3357">
                  <c:v>11173</c:v>
                </c:pt>
                <c:pt idx="3358">
                  <c:v>11176</c:v>
                </c:pt>
                <c:pt idx="3359">
                  <c:v>11180</c:v>
                </c:pt>
                <c:pt idx="3360">
                  <c:v>11183</c:v>
                </c:pt>
                <c:pt idx="3361">
                  <c:v>11186</c:v>
                </c:pt>
                <c:pt idx="3362">
                  <c:v>11190</c:v>
                </c:pt>
                <c:pt idx="3363">
                  <c:v>11193</c:v>
                </c:pt>
                <c:pt idx="3364">
                  <c:v>11196</c:v>
                </c:pt>
                <c:pt idx="3365">
                  <c:v>11200</c:v>
                </c:pt>
                <c:pt idx="3366">
                  <c:v>11203</c:v>
                </c:pt>
                <c:pt idx="3367">
                  <c:v>11206</c:v>
                </c:pt>
                <c:pt idx="3368">
                  <c:v>11210</c:v>
                </c:pt>
                <c:pt idx="3369">
                  <c:v>11213</c:v>
                </c:pt>
                <c:pt idx="3370">
                  <c:v>11216</c:v>
                </c:pt>
                <c:pt idx="3371">
                  <c:v>11220</c:v>
                </c:pt>
                <c:pt idx="3372">
                  <c:v>11223</c:v>
                </c:pt>
                <c:pt idx="3373">
                  <c:v>11226</c:v>
                </c:pt>
                <c:pt idx="3374">
                  <c:v>11230</c:v>
                </c:pt>
                <c:pt idx="3375">
                  <c:v>11233</c:v>
                </c:pt>
                <c:pt idx="3376">
                  <c:v>11236</c:v>
                </c:pt>
                <c:pt idx="3377">
                  <c:v>11240</c:v>
                </c:pt>
                <c:pt idx="3378">
                  <c:v>11243</c:v>
                </c:pt>
                <c:pt idx="3379">
                  <c:v>11246</c:v>
                </c:pt>
                <c:pt idx="3380">
                  <c:v>11250</c:v>
                </c:pt>
                <c:pt idx="3381">
                  <c:v>11253</c:v>
                </c:pt>
                <c:pt idx="3382">
                  <c:v>11256</c:v>
                </c:pt>
                <c:pt idx="3383">
                  <c:v>11259</c:v>
                </c:pt>
                <c:pt idx="3384">
                  <c:v>11263</c:v>
                </c:pt>
                <c:pt idx="3385">
                  <c:v>11266</c:v>
                </c:pt>
                <c:pt idx="3386">
                  <c:v>11269</c:v>
                </c:pt>
                <c:pt idx="3387">
                  <c:v>11273</c:v>
                </c:pt>
                <c:pt idx="3388">
                  <c:v>11276</c:v>
                </c:pt>
                <c:pt idx="3389">
                  <c:v>11279</c:v>
                </c:pt>
                <c:pt idx="3390">
                  <c:v>11283</c:v>
                </c:pt>
                <c:pt idx="3391">
                  <c:v>11286</c:v>
                </c:pt>
                <c:pt idx="3392">
                  <c:v>11289</c:v>
                </c:pt>
                <c:pt idx="3393">
                  <c:v>11293</c:v>
                </c:pt>
                <c:pt idx="3394">
                  <c:v>11296</c:v>
                </c:pt>
                <c:pt idx="3395">
                  <c:v>11299</c:v>
                </c:pt>
                <c:pt idx="3396">
                  <c:v>11303</c:v>
                </c:pt>
                <c:pt idx="3397">
                  <c:v>11306</c:v>
                </c:pt>
                <c:pt idx="3398">
                  <c:v>11309</c:v>
                </c:pt>
                <c:pt idx="3399">
                  <c:v>11313</c:v>
                </c:pt>
                <c:pt idx="3400">
                  <c:v>11316</c:v>
                </c:pt>
                <c:pt idx="3401">
                  <c:v>11319</c:v>
                </c:pt>
                <c:pt idx="3402">
                  <c:v>11323</c:v>
                </c:pt>
                <c:pt idx="3403">
                  <c:v>11326</c:v>
                </c:pt>
                <c:pt idx="3404">
                  <c:v>11329</c:v>
                </c:pt>
                <c:pt idx="3405">
                  <c:v>11333</c:v>
                </c:pt>
                <c:pt idx="3406">
                  <c:v>11336</c:v>
                </c:pt>
                <c:pt idx="3407">
                  <c:v>11339</c:v>
                </c:pt>
                <c:pt idx="3408">
                  <c:v>11343</c:v>
                </c:pt>
                <c:pt idx="3409">
                  <c:v>11346</c:v>
                </c:pt>
                <c:pt idx="3410">
                  <c:v>11349</c:v>
                </c:pt>
                <c:pt idx="3411">
                  <c:v>11353</c:v>
                </c:pt>
                <c:pt idx="3412">
                  <c:v>11356</c:v>
                </c:pt>
                <c:pt idx="3413">
                  <c:v>11359</c:v>
                </c:pt>
                <c:pt idx="3414">
                  <c:v>11363</c:v>
                </c:pt>
                <c:pt idx="3415">
                  <c:v>11366</c:v>
                </c:pt>
                <c:pt idx="3416">
                  <c:v>11369</c:v>
                </c:pt>
                <c:pt idx="3417">
                  <c:v>11373</c:v>
                </c:pt>
                <c:pt idx="3418">
                  <c:v>11376</c:v>
                </c:pt>
                <c:pt idx="3419">
                  <c:v>11379</c:v>
                </c:pt>
                <c:pt idx="3420">
                  <c:v>11383</c:v>
                </c:pt>
                <c:pt idx="3421">
                  <c:v>11386</c:v>
                </c:pt>
                <c:pt idx="3422">
                  <c:v>11389</c:v>
                </c:pt>
                <c:pt idx="3423">
                  <c:v>11393</c:v>
                </c:pt>
                <c:pt idx="3424">
                  <c:v>11396</c:v>
                </c:pt>
                <c:pt idx="3425">
                  <c:v>11399</c:v>
                </c:pt>
                <c:pt idx="3426">
                  <c:v>11403</c:v>
                </c:pt>
                <c:pt idx="3427">
                  <c:v>11406</c:v>
                </c:pt>
                <c:pt idx="3428">
                  <c:v>11409</c:v>
                </c:pt>
                <c:pt idx="3429">
                  <c:v>11413</c:v>
                </c:pt>
                <c:pt idx="3430">
                  <c:v>11416</c:v>
                </c:pt>
                <c:pt idx="3431">
                  <c:v>11419</c:v>
                </c:pt>
                <c:pt idx="3432">
                  <c:v>11423</c:v>
                </c:pt>
                <c:pt idx="3433">
                  <c:v>11426</c:v>
                </c:pt>
                <c:pt idx="3434">
                  <c:v>11429</c:v>
                </c:pt>
                <c:pt idx="3435">
                  <c:v>11433</c:v>
                </c:pt>
                <c:pt idx="3436">
                  <c:v>11436</c:v>
                </c:pt>
                <c:pt idx="3437">
                  <c:v>11439</c:v>
                </c:pt>
                <c:pt idx="3438">
                  <c:v>11442</c:v>
                </c:pt>
                <c:pt idx="3439">
                  <c:v>11446</c:v>
                </c:pt>
                <c:pt idx="3440">
                  <c:v>11449</c:v>
                </c:pt>
                <c:pt idx="3441">
                  <c:v>11452</c:v>
                </c:pt>
                <c:pt idx="3442">
                  <c:v>11456</c:v>
                </c:pt>
                <c:pt idx="3443">
                  <c:v>11459</c:v>
                </c:pt>
                <c:pt idx="3444">
                  <c:v>11462</c:v>
                </c:pt>
                <c:pt idx="3445">
                  <c:v>11466</c:v>
                </c:pt>
                <c:pt idx="3446">
                  <c:v>11469</c:v>
                </c:pt>
                <c:pt idx="3447">
                  <c:v>11472</c:v>
                </c:pt>
                <c:pt idx="3448">
                  <c:v>11476</c:v>
                </c:pt>
                <c:pt idx="3449">
                  <c:v>11479</c:v>
                </c:pt>
                <c:pt idx="3450">
                  <c:v>11482</c:v>
                </c:pt>
                <c:pt idx="3451">
                  <c:v>11486</c:v>
                </c:pt>
                <c:pt idx="3452">
                  <c:v>11489</c:v>
                </c:pt>
                <c:pt idx="3453">
                  <c:v>11492</c:v>
                </c:pt>
                <c:pt idx="3454">
                  <c:v>11496</c:v>
                </c:pt>
                <c:pt idx="3455">
                  <c:v>11499</c:v>
                </c:pt>
                <c:pt idx="3456">
                  <c:v>11502</c:v>
                </c:pt>
                <c:pt idx="3457">
                  <c:v>11506</c:v>
                </c:pt>
                <c:pt idx="3458">
                  <c:v>11509</c:v>
                </c:pt>
                <c:pt idx="3459">
                  <c:v>11512</c:v>
                </c:pt>
                <c:pt idx="3460">
                  <c:v>11516</c:v>
                </c:pt>
                <c:pt idx="3461">
                  <c:v>11519</c:v>
                </c:pt>
                <c:pt idx="3462">
                  <c:v>11522</c:v>
                </c:pt>
                <c:pt idx="3463">
                  <c:v>11526</c:v>
                </c:pt>
                <c:pt idx="3464">
                  <c:v>11529</c:v>
                </c:pt>
                <c:pt idx="3465">
                  <c:v>11532</c:v>
                </c:pt>
                <c:pt idx="3466">
                  <c:v>11536</c:v>
                </c:pt>
                <c:pt idx="3467">
                  <c:v>11539</c:v>
                </c:pt>
                <c:pt idx="3468">
                  <c:v>11542</c:v>
                </c:pt>
                <c:pt idx="3469">
                  <c:v>11546</c:v>
                </c:pt>
                <c:pt idx="3470">
                  <c:v>11549</c:v>
                </c:pt>
                <c:pt idx="3471">
                  <c:v>11552</c:v>
                </c:pt>
                <c:pt idx="3472">
                  <c:v>11556</c:v>
                </c:pt>
                <c:pt idx="3473">
                  <c:v>11559</c:v>
                </c:pt>
                <c:pt idx="3474">
                  <c:v>11562</c:v>
                </c:pt>
                <c:pt idx="3475">
                  <c:v>11566</c:v>
                </c:pt>
                <c:pt idx="3476">
                  <c:v>11569</c:v>
                </c:pt>
                <c:pt idx="3477">
                  <c:v>11572</c:v>
                </c:pt>
                <c:pt idx="3478">
                  <c:v>11576</c:v>
                </c:pt>
                <c:pt idx="3479">
                  <c:v>11579</c:v>
                </c:pt>
                <c:pt idx="3480">
                  <c:v>11582</c:v>
                </c:pt>
                <c:pt idx="3481">
                  <c:v>11586</c:v>
                </c:pt>
                <c:pt idx="3482">
                  <c:v>11589</c:v>
                </c:pt>
                <c:pt idx="3483">
                  <c:v>11592</c:v>
                </c:pt>
                <c:pt idx="3484">
                  <c:v>11596</c:v>
                </c:pt>
                <c:pt idx="3485">
                  <c:v>11599</c:v>
                </c:pt>
                <c:pt idx="3486">
                  <c:v>11602</c:v>
                </c:pt>
                <c:pt idx="3487">
                  <c:v>11606</c:v>
                </c:pt>
                <c:pt idx="3488">
                  <c:v>11609</c:v>
                </c:pt>
                <c:pt idx="3489">
                  <c:v>11612</c:v>
                </c:pt>
                <c:pt idx="3490">
                  <c:v>11616</c:v>
                </c:pt>
                <c:pt idx="3491">
                  <c:v>11619</c:v>
                </c:pt>
                <c:pt idx="3492">
                  <c:v>11622</c:v>
                </c:pt>
                <c:pt idx="3493">
                  <c:v>11625</c:v>
                </c:pt>
                <c:pt idx="3494">
                  <c:v>11629</c:v>
                </c:pt>
                <c:pt idx="3495">
                  <c:v>11632</c:v>
                </c:pt>
                <c:pt idx="3496">
                  <c:v>11635</c:v>
                </c:pt>
                <c:pt idx="3497">
                  <c:v>11639</c:v>
                </c:pt>
                <c:pt idx="3498">
                  <c:v>11642</c:v>
                </c:pt>
                <c:pt idx="3499">
                  <c:v>11645</c:v>
                </c:pt>
                <c:pt idx="3500">
                  <c:v>11649</c:v>
                </c:pt>
                <c:pt idx="3501">
                  <c:v>11652</c:v>
                </c:pt>
                <c:pt idx="3502">
                  <c:v>11655</c:v>
                </c:pt>
                <c:pt idx="3503">
                  <c:v>11659</c:v>
                </c:pt>
                <c:pt idx="3504">
                  <c:v>11662</c:v>
                </c:pt>
                <c:pt idx="3505">
                  <c:v>11665</c:v>
                </c:pt>
                <c:pt idx="3506">
                  <c:v>11669</c:v>
                </c:pt>
                <c:pt idx="3507">
                  <c:v>11672</c:v>
                </c:pt>
                <c:pt idx="3508">
                  <c:v>11675</c:v>
                </c:pt>
                <c:pt idx="3509">
                  <c:v>11679</c:v>
                </c:pt>
                <c:pt idx="3510">
                  <c:v>11682</c:v>
                </c:pt>
                <c:pt idx="3511">
                  <c:v>11685</c:v>
                </c:pt>
                <c:pt idx="3512">
                  <c:v>11689</c:v>
                </c:pt>
                <c:pt idx="3513">
                  <c:v>11692</c:v>
                </c:pt>
                <c:pt idx="3514">
                  <c:v>11695</c:v>
                </c:pt>
                <c:pt idx="3515">
                  <c:v>11699</c:v>
                </c:pt>
                <c:pt idx="3516">
                  <c:v>11702</c:v>
                </c:pt>
                <c:pt idx="3517">
                  <c:v>11705</c:v>
                </c:pt>
                <c:pt idx="3518">
                  <c:v>11709</c:v>
                </c:pt>
                <c:pt idx="3519">
                  <c:v>11712</c:v>
                </c:pt>
                <c:pt idx="3520">
                  <c:v>11715</c:v>
                </c:pt>
                <c:pt idx="3521">
                  <c:v>11719</c:v>
                </c:pt>
                <c:pt idx="3522">
                  <c:v>11722</c:v>
                </c:pt>
                <c:pt idx="3523">
                  <c:v>11725</c:v>
                </c:pt>
                <c:pt idx="3524">
                  <c:v>11729</c:v>
                </c:pt>
                <c:pt idx="3525">
                  <c:v>11732</c:v>
                </c:pt>
                <c:pt idx="3526">
                  <c:v>11735</c:v>
                </c:pt>
                <c:pt idx="3527">
                  <c:v>11739</c:v>
                </c:pt>
                <c:pt idx="3528">
                  <c:v>11742</c:v>
                </c:pt>
                <c:pt idx="3529">
                  <c:v>11745</c:v>
                </c:pt>
                <c:pt idx="3530">
                  <c:v>11749</c:v>
                </c:pt>
                <c:pt idx="3531">
                  <c:v>11752</c:v>
                </c:pt>
                <c:pt idx="3532">
                  <c:v>11755</c:v>
                </c:pt>
                <c:pt idx="3533">
                  <c:v>11759</c:v>
                </c:pt>
                <c:pt idx="3534">
                  <c:v>11762</c:v>
                </c:pt>
                <c:pt idx="3535">
                  <c:v>11765</c:v>
                </c:pt>
                <c:pt idx="3536">
                  <c:v>11769</c:v>
                </c:pt>
                <c:pt idx="3537">
                  <c:v>11772</c:v>
                </c:pt>
                <c:pt idx="3538">
                  <c:v>11775</c:v>
                </c:pt>
                <c:pt idx="3539">
                  <c:v>11779</c:v>
                </c:pt>
                <c:pt idx="3540">
                  <c:v>11782</c:v>
                </c:pt>
                <c:pt idx="3541">
                  <c:v>11785</c:v>
                </c:pt>
                <c:pt idx="3542">
                  <c:v>11789</c:v>
                </c:pt>
                <c:pt idx="3543">
                  <c:v>11792</c:v>
                </c:pt>
                <c:pt idx="3544">
                  <c:v>11795</c:v>
                </c:pt>
                <c:pt idx="3545">
                  <c:v>11799</c:v>
                </c:pt>
                <c:pt idx="3546">
                  <c:v>11802</c:v>
                </c:pt>
                <c:pt idx="3547">
                  <c:v>11805</c:v>
                </c:pt>
                <c:pt idx="3548">
                  <c:v>11808</c:v>
                </c:pt>
                <c:pt idx="3549">
                  <c:v>11812</c:v>
                </c:pt>
                <c:pt idx="3550">
                  <c:v>11815</c:v>
                </c:pt>
                <c:pt idx="3551">
                  <c:v>11818</c:v>
                </c:pt>
                <c:pt idx="3552">
                  <c:v>11822</c:v>
                </c:pt>
                <c:pt idx="3553">
                  <c:v>11825</c:v>
                </c:pt>
                <c:pt idx="3554">
                  <c:v>11828</c:v>
                </c:pt>
                <c:pt idx="3555">
                  <c:v>11832</c:v>
                </c:pt>
                <c:pt idx="3556">
                  <c:v>11835</c:v>
                </c:pt>
                <c:pt idx="3557">
                  <c:v>11838</c:v>
                </c:pt>
                <c:pt idx="3558">
                  <c:v>11842</c:v>
                </c:pt>
                <c:pt idx="3559">
                  <c:v>11845</c:v>
                </c:pt>
                <c:pt idx="3560">
                  <c:v>11848</c:v>
                </c:pt>
                <c:pt idx="3561">
                  <c:v>11852</c:v>
                </c:pt>
                <c:pt idx="3562">
                  <c:v>11855</c:v>
                </c:pt>
                <c:pt idx="3563">
                  <c:v>11858</c:v>
                </c:pt>
                <c:pt idx="3564">
                  <c:v>11862</c:v>
                </c:pt>
                <c:pt idx="3565">
                  <c:v>11865</c:v>
                </c:pt>
                <c:pt idx="3566">
                  <c:v>11868</c:v>
                </c:pt>
                <c:pt idx="3567">
                  <c:v>11872</c:v>
                </c:pt>
                <c:pt idx="3568">
                  <c:v>11875</c:v>
                </c:pt>
                <c:pt idx="3569">
                  <c:v>11878</c:v>
                </c:pt>
                <c:pt idx="3570">
                  <c:v>11882</c:v>
                </c:pt>
                <c:pt idx="3571">
                  <c:v>11885</c:v>
                </c:pt>
                <c:pt idx="3572">
                  <c:v>11888</c:v>
                </c:pt>
                <c:pt idx="3573">
                  <c:v>11892</c:v>
                </c:pt>
                <c:pt idx="3574">
                  <c:v>11895</c:v>
                </c:pt>
                <c:pt idx="3575">
                  <c:v>11898</c:v>
                </c:pt>
                <c:pt idx="3576">
                  <c:v>11902</c:v>
                </c:pt>
                <c:pt idx="3577">
                  <c:v>11905</c:v>
                </c:pt>
                <c:pt idx="3578">
                  <c:v>11908</c:v>
                </c:pt>
                <c:pt idx="3579">
                  <c:v>11912</c:v>
                </c:pt>
                <c:pt idx="3580">
                  <c:v>11915</c:v>
                </c:pt>
                <c:pt idx="3581">
                  <c:v>11918</c:v>
                </c:pt>
                <c:pt idx="3582">
                  <c:v>11922</c:v>
                </c:pt>
                <c:pt idx="3583">
                  <c:v>11925</c:v>
                </c:pt>
                <c:pt idx="3584">
                  <c:v>11928</c:v>
                </c:pt>
                <c:pt idx="3585">
                  <c:v>11932</c:v>
                </c:pt>
                <c:pt idx="3586">
                  <c:v>11935</c:v>
                </c:pt>
                <c:pt idx="3587">
                  <c:v>11938</c:v>
                </c:pt>
                <c:pt idx="3588">
                  <c:v>11942</c:v>
                </c:pt>
                <c:pt idx="3589">
                  <c:v>11945</c:v>
                </c:pt>
                <c:pt idx="3590">
                  <c:v>11948</c:v>
                </c:pt>
                <c:pt idx="3591">
                  <c:v>11952</c:v>
                </c:pt>
                <c:pt idx="3592">
                  <c:v>11955</c:v>
                </c:pt>
                <c:pt idx="3593">
                  <c:v>11958</c:v>
                </c:pt>
                <c:pt idx="3594">
                  <c:v>11962</c:v>
                </c:pt>
                <c:pt idx="3595">
                  <c:v>11965</c:v>
                </c:pt>
                <c:pt idx="3596">
                  <c:v>11968</c:v>
                </c:pt>
                <c:pt idx="3597">
                  <c:v>11972</c:v>
                </c:pt>
                <c:pt idx="3598">
                  <c:v>11975</c:v>
                </c:pt>
                <c:pt idx="3599">
                  <c:v>11978</c:v>
                </c:pt>
                <c:pt idx="3600">
                  <c:v>11982</c:v>
                </c:pt>
                <c:pt idx="3601">
                  <c:v>11985</c:v>
                </c:pt>
                <c:pt idx="3602">
                  <c:v>11988</c:v>
                </c:pt>
                <c:pt idx="3603">
                  <c:v>11991</c:v>
                </c:pt>
                <c:pt idx="3604">
                  <c:v>11995</c:v>
                </c:pt>
                <c:pt idx="3605">
                  <c:v>11998</c:v>
                </c:pt>
                <c:pt idx="3606">
                  <c:v>12001</c:v>
                </c:pt>
                <c:pt idx="3607">
                  <c:v>12005</c:v>
                </c:pt>
                <c:pt idx="3608">
                  <c:v>12008</c:v>
                </c:pt>
                <c:pt idx="3609">
                  <c:v>12011</c:v>
                </c:pt>
                <c:pt idx="3610">
                  <c:v>12015</c:v>
                </c:pt>
                <c:pt idx="3611">
                  <c:v>12018</c:v>
                </c:pt>
                <c:pt idx="3612">
                  <c:v>12021</c:v>
                </c:pt>
                <c:pt idx="3613">
                  <c:v>12025</c:v>
                </c:pt>
                <c:pt idx="3614">
                  <c:v>12028</c:v>
                </c:pt>
                <c:pt idx="3615">
                  <c:v>12031</c:v>
                </c:pt>
                <c:pt idx="3616">
                  <c:v>12035</c:v>
                </c:pt>
                <c:pt idx="3617">
                  <c:v>12038</c:v>
                </c:pt>
                <c:pt idx="3618">
                  <c:v>12041</c:v>
                </c:pt>
                <c:pt idx="3619">
                  <c:v>12045</c:v>
                </c:pt>
                <c:pt idx="3620">
                  <c:v>12048</c:v>
                </c:pt>
                <c:pt idx="3621">
                  <c:v>12051</c:v>
                </c:pt>
                <c:pt idx="3622">
                  <c:v>12055</c:v>
                </c:pt>
                <c:pt idx="3623">
                  <c:v>12058</c:v>
                </c:pt>
                <c:pt idx="3624">
                  <c:v>12061</c:v>
                </c:pt>
                <c:pt idx="3625">
                  <c:v>12065</c:v>
                </c:pt>
                <c:pt idx="3626">
                  <c:v>12068</c:v>
                </c:pt>
                <c:pt idx="3627">
                  <c:v>12071</c:v>
                </c:pt>
                <c:pt idx="3628">
                  <c:v>12075</c:v>
                </c:pt>
                <c:pt idx="3629">
                  <c:v>12078</c:v>
                </c:pt>
                <c:pt idx="3630">
                  <c:v>12081</c:v>
                </c:pt>
                <c:pt idx="3631">
                  <c:v>12085</c:v>
                </c:pt>
                <c:pt idx="3632">
                  <c:v>12088</c:v>
                </c:pt>
                <c:pt idx="3633">
                  <c:v>12091</c:v>
                </c:pt>
                <c:pt idx="3634">
                  <c:v>12095</c:v>
                </c:pt>
                <c:pt idx="3635">
                  <c:v>12098</c:v>
                </c:pt>
                <c:pt idx="3636">
                  <c:v>12101</c:v>
                </c:pt>
                <c:pt idx="3637">
                  <c:v>12105</c:v>
                </c:pt>
                <c:pt idx="3638">
                  <c:v>12108</c:v>
                </c:pt>
                <c:pt idx="3639">
                  <c:v>12111</c:v>
                </c:pt>
                <c:pt idx="3640">
                  <c:v>12115</c:v>
                </c:pt>
                <c:pt idx="3641">
                  <c:v>12118</c:v>
                </c:pt>
                <c:pt idx="3642">
                  <c:v>12121</c:v>
                </c:pt>
                <c:pt idx="3643">
                  <c:v>12125</c:v>
                </c:pt>
                <c:pt idx="3644">
                  <c:v>12128</c:v>
                </c:pt>
                <c:pt idx="3645">
                  <c:v>12131</c:v>
                </c:pt>
                <c:pt idx="3646">
                  <c:v>12135</c:v>
                </c:pt>
                <c:pt idx="3647">
                  <c:v>12138</c:v>
                </c:pt>
                <c:pt idx="3648">
                  <c:v>12141</c:v>
                </c:pt>
                <c:pt idx="3649">
                  <c:v>12145</c:v>
                </c:pt>
                <c:pt idx="3650">
                  <c:v>12148</c:v>
                </c:pt>
                <c:pt idx="3651">
                  <c:v>12151</c:v>
                </c:pt>
                <c:pt idx="3652">
                  <c:v>12155</c:v>
                </c:pt>
                <c:pt idx="3653">
                  <c:v>12158</c:v>
                </c:pt>
                <c:pt idx="3654">
                  <c:v>12161</c:v>
                </c:pt>
                <c:pt idx="3655">
                  <c:v>12165</c:v>
                </c:pt>
                <c:pt idx="3656">
                  <c:v>12168</c:v>
                </c:pt>
                <c:pt idx="3657">
                  <c:v>12171</c:v>
                </c:pt>
                <c:pt idx="3658">
                  <c:v>12174</c:v>
                </c:pt>
                <c:pt idx="3659">
                  <c:v>12178</c:v>
                </c:pt>
                <c:pt idx="3660">
                  <c:v>12181</c:v>
                </c:pt>
                <c:pt idx="3661">
                  <c:v>12184</c:v>
                </c:pt>
                <c:pt idx="3662">
                  <c:v>12188</c:v>
                </c:pt>
                <c:pt idx="3663">
                  <c:v>12191</c:v>
                </c:pt>
                <c:pt idx="3664">
                  <c:v>12194</c:v>
                </c:pt>
                <c:pt idx="3665">
                  <c:v>12198</c:v>
                </c:pt>
                <c:pt idx="3666">
                  <c:v>12201</c:v>
                </c:pt>
                <c:pt idx="3667">
                  <c:v>12204</c:v>
                </c:pt>
                <c:pt idx="3668">
                  <c:v>12208</c:v>
                </c:pt>
                <c:pt idx="3669">
                  <c:v>12211</c:v>
                </c:pt>
                <c:pt idx="3670">
                  <c:v>12214</c:v>
                </c:pt>
                <c:pt idx="3671">
                  <c:v>12218</c:v>
                </c:pt>
                <c:pt idx="3672">
                  <c:v>12221</c:v>
                </c:pt>
                <c:pt idx="3673">
                  <c:v>12224</c:v>
                </c:pt>
                <c:pt idx="3674">
                  <c:v>12228</c:v>
                </c:pt>
                <c:pt idx="3675">
                  <c:v>12231</c:v>
                </c:pt>
                <c:pt idx="3676">
                  <c:v>12234</c:v>
                </c:pt>
                <c:pt idx="3677">
                  <c:v>12238</c:v>
                </c:pt>
                <c:pt idx="3678">
                  <c:v>12241</c:v>
                </c:pt>
                <c:pt idx="3679">
                  <c:v>12244</c:v>
                </c:pt>
                <c:pt idx="3680">
                  <c:v>12248</c:v>
                </c:pt>
                <c:pt idx="3681">
                  <c:v>12251</c:v>
                </c:pt>
                <c:pt idx="3682">
                  <c:v>12254</c:v>
                </c:pt>
                <c:pt idx="3683">
                  <c:v>12258</c:v>
                </c:pt>
                <c:pt idx="3684">
                  <c:v>12261</c:v>
                </c:pt>
                <c:pt idx="3685">
                  <c:v>12264</c:v>
                </c:pt>
                <c:pt idx="3686">
                  <c:v>12268</c:v>
                </c:pt>
                <c:pt idx="3687">
                  <c:v>12271</c:v>
                </c:pt>
                <c:pt idx="3688">
                  <c:v>12274</c:v>
                </c:pt>
                <c:pt idx="3689">
                  <c:v>12278</c:v>
                </c:pt>
                <c:pt idx="3690">
                  <c:v>12281</c:v>
                </c:pt>
                <c:pt idx="3691">
                  <c:v>12284</c:v>
                </c:pt>
                <c:pt idx="3692">
                  <c:v>12288</c:v>
                </c:pt>
                <c:pt idx="3693">
                  <c:v>12291</c:v>
                </c:pt>
                <c:pt idx="3694">
                  <c:v>12294</c:v>
                </c:pt>
                <c:pt idx="3695">
                  <c:v>12298</c:v>
                </c:pt>
                <c:pt idx="3696">
                  <c:v>12301</c:v>
                </c:pt>
                <c:pt idx="3697">
                  <c:v>12304</c:v>
                </c:pt>
                <c:pt idx="3698">
                  <c:v>12308</c:v>
                </c:pt>
                <c:pt idx="3699">
                  <c:v>12311</c:v>
                </c:pt>
                <c:pt idx="3700">
                  <c:v>12314</c:v>
                </c:pt>
                <c:pt idx="3701">
                  <c:v>12318</c:v>
                </c:pt>
                <c:pt idx="3702">
                  <c:v>12321</c:v>
                </c:pt>
                <c:pt idx="3703">
                  <c:v>12324</c:v>
                </c:pt>
                <c:pt idx="3704">
                  <c:v>12328</c:v>
                </c:pt>
                <c:pt idx="3705">
                  <c:v>12331</c:v>
                </c:pt>
                <c:pt idx="3706">
                  <c:v>12334</c:v>
                </c:pt>
                <c:pt idx="3707">
                  <c:v>12338</c:v>
                </c:pt>
                <c:pt idx="3708">
                  <c:v>12341</c:v>
                </c:pt>
                <c:pt idx="3709">
                  <c:v>12344</c:v>
                </c:pt>
                <c:pt idx="3710">
                  <c:v>12348</c:v>
                </c:pt>
                <c:pt idx="3711">
                  <c:v>12351</c:v>
                </c:pt>
                <c:pt idx="3712">
                  <c:v>12354</c:v>
                </c:pt>
                <c:pt idx="3713">
                  <c:v>12357</c:v>
                </c:pt>
                <c:pt idx="3714">
                  <c:v>12361</c:v>
                </c:pt>
                <c:pt idx="3715">
                  <c:v>12364</c:v>
                </c:pt>
                <c:pt idx="3716">
                  <c:v>12367</c:v>
                </c:pt>
                <c:pt idx="3717">
                  <c:v>12371</c:v>
                </c:pt>
                <c:pt idx="3718">
                  <c:v>12374</c:v>
                </c:pt>
                <c:pt idx="3719">
                  <c:v>12377</c:v>
                </c:pt>
                <c:pt idx="3720">
                  <c:v>12381</c:v>
                </c:pt>
                <c:pt idx="3721">
                  <c:v>12384</c:v>
                </c:pt>
                <c:pt idx="3722">
                  <c:v>12387</c:v>
                </c:pt>
                <c:pt idx="3723">
                  <c:v>12391</c:v>
                </c:pt>
                <c:pt idx="3724">
                  <c:v>12394</c:v>
                </c:pt>
                <c:pt idx="3725">
                  <c:v>12397</c:v>
                </c:pt>
                <c:pt idx="3726">
                  <c:v>12401</c:v>
                </c:pt>
                <c:pt idx="3727">
                  <c:v>12404</c:v>
                </c:pt>
                <c:pt idx="3728">
                  <c:v>12407</c:v>
                </c:pt>
                <c:pt idx="3729">
                  <c:v>12411</c:v>
                </c:pt>
                <c:pt idx="3730">
                  <c:v>12414</c:v>
                </c:pt>
                <c:pt idx="3731">
                  <c:v>12417</c:v>
                </c:pt>
                <c:pt idx="3732">
                  <c:v>12421</c:v>
                </c:pt>
                <c:pt idx="3733">
                  <c:v>12424</c:v>
                </c:pt>
                <c:pt idx="3734">
                  <c:v>12427</c:v>
                </c:pt>
                <c:pt idx="3735">
                  <c:v>12431</c:v>
                </c:pt>
                <c:pt idx="3736">
                  <c:v>12434</c:v>
                </c:pt>
                <c:pt idx="3737">
                  <c:v>12437</c:v>
                </c:pt>
                <c:pt idx="3738">
                  <c:v>12441</c:v>
                </c:pt>
                <c:pt idx="3739">
                  <c:v>12444</c:v>
                </c:pt>
                <c:pt idx="3740">
                  <c:v>12447</c:v>
                </c:pt>
                <c:pt idx="3741">
                  <c:v>12451</c:v>
                </c:pt>
                <c:pt idx="3742">
                  <c:v>12454</c:v>
                </c:pt>
                <c:pt idx="3743">
                  <c:v>12457</c:v>
                </c:pt>
                <c:pt idx="3744">
                  <c:v>12461</c:v>
                </c:pt>
                <c:pt idx="3745">
                  <c:v>12464</c:v>
                </c:pt>
                <c:pt idx="3746">
                  <c:v>12467</c:v>
                </c:pt>
                <c:pt idx="3747">
                  <c:v>12471</c:v>
                </c:pt>
                <c:pt idx="3748">
                  <c:v>12474</c:v>
                </c:pt>
                <c:pt idx="3749">
                  <c:v>12477</c:v>
                </c:pt>
                <c:pt idx="3750">
                  <c:v>12481</c:v>
                </c:pt>
                <c:pt idx="3751">
                  <c:v>12484</c:v>
                </c:pt>
                <c:pt idx="3752">
                  <c:v>12487</c:v>
                </c:pt>
                <c:pt idx="3753">
                  <c:v>12491</c:v>
                </c:pt>
                <c:pt idx="3754">
                  <c:v>12494</c:v>
                </c:pt>
                <c:pt idx="3755">
                  <c:v>12497</c:v>
                </c:pt>
                <c:pt idx="3756">
                  <c:v>12501</c:v>
                </c:pt>
                <c:pt idx="3757">
                  <c:v>12504</c:v>
                </c:pt>
                <c:pt idx="3758">
                  <c:v>12507</c:v>
                </c:pt>
                <c:pt idx="3759">
                  <c:v>12511</c:v>
                </c:pt>
                <c:pt idx="3760">
                  <c:v>12514</c:v>
                </c:pt>
                <c:pt idx="3761">
                  <c:v>12517</c:v>
                </c:pt>
                <c:pt idx="3762">
                  <c:v>12521</c:v>
                </c:pt>
                <c:pt idx="3763">
                  <c:v>12524</c:v>
                </c:pt>
                <c:pt idx="3764">
                  <c:v>12527</c:v>
                </c:pt>
                <c:pt idx="3765">
                  <c:v>12531</c:v>
                </c:pt>
                <c:pt idx="3766">
                  <c:v>12534</c:v>
                </c:pt>
                <c:pt idx="3767">
                  <c:v>12537</c:v>
                </c:pt>
                <c:pt idx="3768">
                  <c:v>12540</c:v>
                </c:pt>
                <c:pt idx="3769">
                  <c:v>12544</c:v>
                </c:pt>
                <c:pt idx="3770">
                  <c:v>12547</c:v>
                </c:pt>
                <c:pt idx="3771">
                  <c:v>12550</c:v>
                </c:pt>
                <c:pt idx="3772">
                  <c:v>12554</c:v>
                </c:pt>
                <c:pt idx="3773">
                  <c:v>12557</c:v>
                </c:pt>
                <c:pt idx="3774">
                  <c:v>12560</c:v>
                </c:pt>
                <c:pt idx="3775">
                  <c:v>12564</c:v>
                </c:pt>
                <c:pt idx="3776">
                  <c:v>12567</c:v>
                </c:pt>
                <c:pt idx="3777">
                  <c:v>12570</c:v>
                </c:pt>
                <c:pt idx="3778">
                  <c:v>12574</c:v>
                </c:pt>
                <c:pt idx="3779">
                  <c:v>12577</c:v>
                </c:pt>
                <c:pt idx="3780">
                  <c:v>12580</c:v>
                </c:pt>
                <c:pt idx="3781">
                  <c:v>12584</c:v>
                </c:pt>
                <c:pt idx="3782">
                  <c:v>12587</c:v>
                </c:pt>
                <c:pt idx="3783">
                  <c:v>12590</c:v>
                </c:pt>
                <c:pt idx="3784">
                  <c:v>12594</c:v>
                </c:pt>
                <c:pt idx="3785">
                  <c:v>12597</c:v>
                </c:pt>
                <c:pt idx="3786">
                  <c:v>12600</c:v>
                </c:pt>
                <c:pt idx="3787">
                  <c:v>12604</c:v>
                </c:pt>
                <c:pt idx="3788">
                  <c:v>12607</c:v>
                </c:pt>
                <c:pt idx="3789">
                  <c:v>12610</c:v>
                </c:pt>
                <c:pt idx="3790">
                  <c:v>12614</c:v>
                </c:pt>
                <c:pt idx="3791">
                  <c:v>12617</c:v>
                </c:pt>
                <c:pt idx="3792">
                  <c:v>12620</c:v>
                </c:pt>
                <c:pt idx="3793">
                  <c:v>12624</c:v>
                </c:pt>
                <c:pt idx="3794">
                  <c:v>12627</c:v>
                </c:pt>
                <c:pt idx="3795">
                  <c:v>12630</c:v>
                </c:pt>
                <c:pt idx="3796">
                  <c:v>12634</c:v>
                </c:pt>
                <c:pt idx="3797">
                  <c:v>12637</c:v>
                </c:pt>
                <c:pt idx="3798">
                  <c:v>12640</c:v>
                </c:pt>
                <c:pt idx="3799">
                  <c:v>12644</c:v>
                </c:pt>
                <c:pt idx="3800">
                  <c:v>12647</c:v>
                </c:pt>
                <c:pt idx="3801">
                  <c:v>12650</c:v>
                </c:pt>
                <c:pt idx="3802">
                  <c:v>12654</c:v>
                </c:pt>
                <c:pt idx="3803">
                  <c:v>12657</c:v>
                </c:pt>
                <c:pt idx="3804">
                  <c:v>12660</c:v>
                </c:pt>
                <c:pt idx="3805">
                  <c:v>12664</c:v>
                </c:pt>
                <c:pt idx="3806">
                  <c:v>12667</c:v>
                </c:pt>
                <c:pt idx="3807">
                  <c:v>12670</c:v>
                </c:pt>
                <c:pt idx="3808">
                  <c:v>12674</c:v>
                </c:pt>
                <c:pt idx="3809">
                  <c:v>12677</c:v>
                </c:pt>
                <c:pt idx="3810">
                  <c:v>12680</c:v>
                </c:pt>
                <c:pt idx="3811">
                  <c:v>12684</c:v>
                </c:pt>
                <c:pt idx="3812">
                  <c:v>12687</c:v>
                </c:pt>
                <c:pt idx="3813">
                  <c:v>12690</c:v>
                </c:pt>
                <c:pt idx="3814">
                  <c:v>12694</c:v>
                </c:pt>
                <c:pt idx="3815">
                  <c:v>12697</c:v>
                </c:pt>
                <c:pt idx="3816">
                  <c:v>12700</c:v>
                </c:pt>
                <c:pt idx="3817">
                  <c:v>12704</c:v>
                </c:pt>
                <c:pt idx="3818">
                  <c:v>12707</c:v>
                </c:pt>
                <c:pt idx="3819">
                  <c:v>12710</c:v>
                </c:pt>
                <c:pt idx="3820">
                  <c:v>12714</c:v>
                </c:pt>
                <c:pt idx="3821">
                  <c:v>12717</c:v>
                </c:pt>
                <c:pt idx="3822">
                  <c:v>12720</c:v>
                </c:pt>
                <c:pt idx="3823">
                  <c:v>12723</c:v>
                </c:pt>
                <c:pt idx="3824">
                  <c:v>12727</c:v>
                </c:pt>
                <c:pt idx="3825">
                  <c:v>12730</c:v>
                </c:pt>
                <c:pt idx="3826">
                  <c:v>12733</c:v>
                </c:pt>
                <c:pt idx="3827">
                  <c:v>12737</c:v>
                </c:pt>
                <c:pt idx="3828">
                  <c:v>12740</c:v>
                </c:pt>
                <c:pt idx="3829">
                  <c:v>12743</c:v>
                </c:pt>
                <c:pt idx="3830">
                  <c:v>12747</c:v>
                </c:pt>
                <c:pt idx="3831">
                  <c:v>12750</c:v>
                </c:pt>
                <c:pt idx="3832">
                  <c:v>12753</c:v>
                </c:pt>
                <c:pt idx="3833">
                  <c:v>12757</c:v>
                </c:pt>
                <c:pt idx="3834">
                  <c:v>12760</c:v>
                </c:pt>
                <c:pt idx="3835">
                  <c:v>12763</c:v>
                </c:pt>
                <c:pt idx="3836">
                  <c:v>12767</c:v>
                </c:pt>
                <c:pt idx="3837">
                  <c:v>12770</c:v>
                </c:pt>
                <c:pt idx="3838">
                  <c:v>12773</c:v>
                </c:pt>
                <c:pt idx="3839">
                  <c:v>12777</c:v>
                </c:pt>
                <c:pt idx="3840">
                  <c:v>12780</c:v>
                </c:pt>
                <c:pt idx="3841">
                  <c:v>12783</c:v>
                </c:pt>
                <c:pt idx="3842">
                  <c:v>12787</c:v>
                </c:pt>
                <c:pt idx="3843">
                  <c:v>12790</c:v>
                </c:pt>
                <c:pt idx="3844">
                  <c:v>12793</c:v>
                </c:pt>
                <c:pt idx="3845">
                  <c:v>12797</c:v>
                </c:pt>
                <c:pt idx="3846">
                  <c:v>12800</c:v>
                </c:pt>
                <c:pt idx="3847">
                  <c:v>12803</c:v>
                </c:pt>
                <c:pt idx="3848">
                  <c:v>12807</c:v>
                </c:pt>
                <c:pt idx="3849">
                  <c:v>12810</c:v>
                </c:pt>
                <c:pt idx="3850">
                  <c:v>12813</c:v>
                </c:pt>
                <c:pt idx="3851">
                  <c:v>12817</c:v>
                </c:pt>
                <c:pt idx="3852">
                  <c:v>12820</c:v>
                </c:pt>
                <c:pt idx="3853">
                  <c:v>12823</c:v>
                </c:pt>
                <c:pt idx="3854">
                  <c:v>12827</c:v>
                </c:pt>
                <c:pt idx="3855">
                  <c:v>12830</c:v>
                </c:pt>
                <c:pt idx="3856">
                  <c:v>12833</c:v>
                </c:pt>
                <c:pt idx="3857">
                  <c:v>12837</c:v>
                </c:pt>
                <c:pt idx="3858">
                  <c:v>12840</c:v>
                </c:pt>
                <c:pt idx="3859">
                  <c:v>12843</c:v>
                </c:pt>
                <c:pt idx="3860">
                  <c:v>12847</c:v>
                </c:pt>
                <c:pt idx="3861">
                  <c:v>12850</c:v>
                </c:pt>
                <c:pt idx="3862">
                  <c:v>12853</c:v>
                </c:pt>
                <c:pt idx="3863">
                  <c:v>12857</c:v>
                </c:pt>
                <c:pt idx="3864">
                  <c:v>12860</c:v>
                </c:pt>
                <c:pt idx="3865">
                  <c:v>12863</c:v>
                </c:pt>
                <c:pt idx="3866">
                  <c:v>12867</c:v>
                </c:pt>
                <c:pt idx="3867">
                  <c:v>12870</c:v>
                </c:pt>
                <c:pt idx="3868">
                  <c:v>12873</c:v>
                </c:pt>
                <c:pt idx="3869">
                  <c:v>12877</c:v>
                </c:pt>
                <c:pt idx="3870">
                  <c:v>12880</c:v>
                </c:pt>
                <c:pt idx="3871">
                  <c:v>12883</c:v>
                </c:pt>
                <c:pt idx="3872">
                  <c:v>12887</c:v>
                </c:pt>
                <c:pt idx="3873">
                  <c:v>12890</c:v>
                </c:pt>
                <c:pt idx="3874">
                  <c:v>12893</c:v>
                </c:pt>
                <c:pt idx="3875">
                  <c:v>12897</c:v>
                </c:pt>
                <c:pt idx="3876">
                  <c:v>12900</c:v>
                </c:pt>
                <c:pt idx="3877">
                  <c:v>12903</c:v>
                </c:pt>
                <c:pt idx="3878">
                  <c:v>12906</c:v>
                </c:pt>
                <c:pt idx="3879">
                  <c:v>12910</c:v>
                </c:pt>
                <c:pt idx="3880">
                  <c:v>12913</c:v>
                </c:pt>
                <c:pt idx="3881">
                  <c:v>12916</c:v>
                </c:pt>
                <c:pt idx="3882">
                  <c:v>12920</c:v>
                </c:pt>
                <c:pt idx="3883">
                  <c:v>12923</c:v>
                </c:pt>
                <c:pt idx="3884">
                  <c:v>12926</c:v>
                </c:pt>
                <c:pt idx="3885">
                  <c:v>12930</c:v>
                </c:pt>
                <c:pt idx="3886">
                  <c:v>12933</c:v>
                </c:pt>
                <c:pt idx="3887">
                  <c:v>12936</c:v>
                </c:pt>
                <c:pt idx="3888">
                  <c:v>12940</c:v>
                </c:pt>
                <c:pt idx="3889">
                  <c:v>12943</c:v>
                </c:pt>
                <c:pt idx="3890">
                  <c:v>12946</c:v>
                </c:pt>
                <c:pt idx="3891">
                  <c:v>12950</c:v>
                </c:pt>
                <c:pt idx="3892">
                  <c:v>12953</c:v>
                </c:pt>
                <c:pt idx="3893">
                  <c:v>12956</c:v>
                </c:pt>
                <c:pt idx="3894">
                  <c:v>12960</c:v>
                </c:pt>
                <c:pt idx="3895">
                  <c:v>12963</c:v>
                </c:pt>
                <c:pt idx="3896">
                  <c:v>12966</c:v>
                </c:pt>
                <c:pt idx="3897">
                  <c:v>12970</c:v>
                </c:pt>
                <c:pt idx="3898">
                  <c:v>12973</c:v>
                </c:pt>
                <c:pt idx="3899">
                  <c:v>12976</c:v>
                </c:pt>
                <c:pt idx="3900">
                  <c:v>12980</c:v>
                </c:pt>
                <c:pt idx="3901">
                  <c:v>12983</c:v>
                </c:pt>
                <c:pt idx="3902">
                  <c:v>12986</c:v>
                </c:pt>
                <c:pt idx="3903">
                  <c:v>12990</c:v>
                </c:pt>
                <c:pt idx="3904">
                  <c:v>12993</c:v>
                </c:pt>
                <c:pt idx="3905">
                  <c:v>12996</c:v>
                </c:pt>
                <c:pt idx="3906">
                  <c:v>13000</c:v>
                </c:pt>
                <c:pt idx="3907">
                  <c:v>13003</c:v>
                </c:pt>
                <c:pt idx="3908">
                  <c:v>13006</c:v>
                </c:pt>
                <c:pt idx="3909">
                  <c:v>13010</c:v>
                </c:pt>
                <c:pt idx="3910">
                  <c:v>13013</c:v>
                </c:pt>
                <c:pt idx="3911">
                  <c:v>13016</c:v>
                </c:pt>
                <c:pt idx="3912">
                  <c:v>13020</c:v>
                </c:pt>
                <c:pt idx="3913">
                  <c:v>13023</c:v>
                </c:pt>
                <c:pt idx="3914">
                  <c:v>13026</c:v>
                </c:pt>
                <c:pt idx="3915">
                  <c:v>13030</c:v>
                </c:pt>
                <c:pt idx="3916">
                  <c:v>13033</c:v>
                </c:pt>
                <c:pt idx="3917">
                  <c:v>13036</c:v>
                </c:pt>
                <c:pt idx="3918">
                  <c:v>13040</c:v>
                </c:pt>
                <c:pt idx="3919">
                  <c:v>13043</c:v>
                </c:pt>
                <c:pt idx="3920">
                  <c:v>13046</c:v>
                </c:pt>
                <c:pt idx="3921">
                  <c:v>13050</c:v>
                </c:pt>
                <c:pt idx="3922">
                  <c:v>13053</c:v>
                </c:pt>
                <c:pt idx="3923">
                  <c:v>13056</c:v>
                </c:pt>
                <c:pt idx="3924">
                  <c:v>13060</c:v>
                </c:pt>
                <c:pt idx="3925">
                  <c:v>13063</c:v>
                </c:pt>
                <c:pt idx="3926">
                  <c:v>13066</c:v>
                </c:pt>
                <c:pt idx="3927">
                  <c:v>13070</c:v>
                </c:pt>
                <c:pt idx="3928">
                  <c:v>13073</c:v>
                </c:pt>
                <c:pt idx="3929">
                  <c:v>13076</c:v>
                </c:pt>
                <c:pt idx="3930">
                  <c:v>13080</c:v>
                </c:pt>
                <c:pt idx="3931">
                  <c:v>13083</c:v>
                </c:pt>
                <c:pt idx="3932">
                  <c:v>13086</c:v>
                </c:pt>
                <c:pt idx="3933">
                  <c:v>13089</c:v>
                </c:pt>
                <c:pt idx="3934">
                  <c:v>13093</c:v>
                </c:pt>
                <c:pt idx="3935">
                  <c:v>13096</c:v>
                </c:pt>
                <c:pt idx="3936">
                  <c:v>13099</c:v>
                </c:pt>
                <c:pt idx="3937">
                  <c:v>13103</c:v>
                </c:pt>
                <c:pt idx="3938">
                  <c:v>13106</c:v>
                </c:pt>
                <c:pt idx="3939">
                  <c:v>13109</c:v>
                </c:pt>
                <c:pt idx="3940">
                  <c:v>13113</c:v>
                </c:pt>
                <c:pt idx="3941">
                  <c:v>13116</c:v>
                </c:pt>
                <c:pt idx="3942">
                  <c:v>13119</c:v>
                </c:pt>
                <c:pt idx="3943">
                  <c:v>13123</c:v>
                </c:pt>
                <c:pt idx="3944">
                  <c:v>13126</c:v>
                </c:pt>
                <c:pt idx="3945">
                  <c:v>13129</c:v>
                </c:pt>
                <c:pt idx="3946">
                  <c:v>13133</c:v>
                </c:pt>
                <c:pt idx="3947">
                  <c:v>13136</c:v>
                </c:pt>
                <c:pt idx="3948">
                  <c:v>13139</c:v>
                </c:pt>
                <c:pt idx="3949">
                  <c:v>13143</c:v>
                </c:pt>
                <c:pt idx="3950">
                  <c:v>13146</c:v>
                </c:pt>
                <c:pt idx="3951">
                  <c:v>13149</c:v>
                </c:pt>
                <c:pt idx="3952">
                  <c:v>13153</c:v>
                </c:pt>
                <c:pt idx="3953">
                  <c:v>13156</c:v>
                </c:pt>
                <c:pt idx="3954">
                  <c:v>13159</c:v>
                </c:pt>
                <c:pt idx="3955">
                  <c:v>13163</c:v>
                </c:pt>
                <c:pt idx="3956">
                  <c:v>13166</c:v>
                </c:pt>
                <c:pt idx="3957">
                  <c:v>13169</c:v>
                </c:pt>
                <c:pt idx="3958">
                  <c:v>13173</c:v>
                </c:pt>
                <c:pt idx="3959">
                  <c:v>13176</c:v>
                </c:pt>
                <c:pt idx="3960">
                  <c:v>13179</c:v>
                </c:pt>
                <c:pt idx="3961">
                  <c:v>13183</c:v>
                </c:pt>
                <c:pt idx="3962">
                  <c:v>13186</c:v>
                </c:pt>
                <c:pt idx="3963">
                  <c:v>13189</c:v>
                </c:pt>
                <c:pt idx="3964">
                  <c:v>13193</c:v>
                </c:pt>
                <c:pt idx="3965">
                  <c:v>13196</c:v>
                </c:pt>
                <c:pt idx="3966">
                  <c:v>13199</c:v>
                </c:pt>
                <c:pt idx="3967">
                  <c:v>13203</c:v>
                </c:pt>
                <c:pt idx="3968">
                  <c:v>13206</c:v>
                </c:pt>
                <c:pt idx="3969">
                  <c:v>13209</c:v>
                </c:pt>
                <c:pt idx="3970">
                  <c:v>13213</c:v>
                </c:pt>
                <c:pt idx="3971">
                  <c:v>13216</c:v>
                </c:pt>
                <c:pt idx="3972">
                  <c:v>13219</c:v>
                </c:pt>
                <c:pt idx="3973">
                  <c:v>13223</c:v>
                </c:pt>
                <c:pt idx="3974">
                  <c:v>13226</c:v>
                </c:pt>
                <c:pt idx="3975">
                  <c:v>13229</c:v>
                </c:pt>
                <c:pt idx="3976">
                  <c:v>13233</c:v>
                </c:pt>
                <c:pt idx="3977">
                  <c:v>13236</c:v>
                </c:pt>
                <c:pt idx="3978">
                  <c:v>13239</c:v>
                </c:pt>
                <c:pt idx="3979">
                  <c:v>13243</c:v>
                </c:pt>
                <c:pt idx="3980">
                  <c:v>13246</c:v>
                </c:pt>
                <c:pt idx="3981">
                  <c:v>13249</c:v>
                </c:pt>
                <c:pt idx="3982">
                  <c:v>13253</c:v>
                </c:pt>
                <c:pt idx="3983">
                  <c:v>13256</c:v>
                </c:pt>
                <c:pt idx="3984">
                  <c:v>13259</c:v>
                </c:pt>
                <c:pt idx="3985">
                  <c:v>13263</c:v>
                </c:pt>
                <c:pt idx="3986">
                  <c:v>13266</c:v>
                </c:pt>
                <c:pt idx="3987">
                  <c:v>13269</c:v>
                </c:pt>
                <c:pt idx="3988">
                  <c:v>13272</c:v>
                </c:pt>
                <c:pt idx="3989">
                  <c:v>13276</c:v>
                </c:pt>
                <c:pt idx="3990">
                  <c:v>13279</c:v>
                </c:pt>
                <c:pt idx="3991">
                  <c:v>13282</c:v>
                </c:pt>
                <c:pt idx="3992">
                  <c:v>13286</c:v>
                </c:pt>
                <c:pt idx="3993">
                  <c:v>13289</c:v>
                </c:pt>
                <c:pt idx="3994">
                  <c:v>13292</c:v>
                </c:pt>
                <c:pt idx="3995">
                  <c:v>13296</c:v>
                </c:pt>
                <c:pt idx="3996">
                  <c:v>13299</c:v>
                </c:pt>
                <c:pt idx="3997">
                  <c:v>13302</c:v>
                </c:pt>
                <c:pt idx="3998">
                  <c:v>13306</c:v>
                </c:pt>
                <c:pt idx="3999">
                  <c:v>13309</c:v>
                </c:pt>
                <c:pt idx="4000">
                  <c:v>13312</c:v>
                </c:pt>
                <c:pt idx="4001">
                  <c:v>13316</c:v>
                </c:pt>
                <c:pt idx="4002">
                  <c:v>13319</c:v>
                </c:pt>
                <c:pt idx="4003">
                  <c:v>13322</c:v>
                </c:pt>
                <c:pt idx="4004">
                  <c:v>13326</c:v>
                </c:pt>
                <c:pt idx="4005">
                  <c:v>13329</c:v>
                </c:pt>
                <c:pt idx="4006">
                  <c:v>13332</c:v>
                </c:pt>
                <c:pt idx="4007">
                  <c:v>13336</c:v>
                </c:pt>
                <c:pt idx="4008">
                  <c:v>13339</c:v>
                </c:pt>
                <c:pt idx="4009">
                  <c:v>13342</c:v>
                </c:pt>
                <c:pt idx="4010">
                  <c:v>13346</c:v>
                </c:pt>
                <c:pt idx="4011">
                  <c:v>13349</c:v>
                </c:pt>
                <c:pt idx="4012">
                  <c:v>13352</c:v>
                </c:pt>
                <c:pt idx="4013">
                  <c:v>13356</c:v>
                </c:pt>
                <c:pt idx="4014">
                  <c:v>13359</c:v>
                </c:pt>
                <c:pt idx="4015">
                  <c:v>13362</c:v>
                </c:pt>
                <c:pt idx="4016">
                  <c:v>13366</c:v>
                </c:pt>
                <c:pt idx="4017">
                  <c:v>13369</c:v>
                </c:pt>
                <c:pt idx="4018">
                  <c:v>13372</c:v>
                </c:pt>
                <c:pt idx="4019">
                  <c:v>13376</c:v>
                </c:pt>
                <c:pt idx="4020">
                  <c:v>13379</c:v>
                </c:pt>
                <c:pt idx="4021">
                  <c:v>13382</c:v>
                </c:pt>
                <c:pt idx="4022">
                  <c:v>13386</c:v>
                </c:pt>
                <c:pt idx="4023">
                  <c:v>13389</c:v>
                </c:pt>
                <c:pt idx="4024">
                  <c:v>13392</c:v>
                </c:pt>
                <c:pt idx="4025">
                  <c:v>13396</c:v>
                </c:pt>
                <c:pt idx="4026">
                  <c:v>13399</c:v>
                </c:pt>
                <c:pt idx="4027">
                  <c:v>13402</c:v>
                </c:pt>
                <c:pt idx="4028">
                  <c:v>13406</c:v>
                </c:pt>
                <c:pt idx="4029">
                  <c:v>13409</c:v>
                </c:pt>
                <c:pt idx="4030">
                  <c:v>13412</c:v>
                </c:pt>
                <c:pt idx="4031">
                  <c:v>13416</c:v>
                </c:pt>
                <c:pt idx="4032">
                  <c:v>13419</c:v>
                </c:pt>
                <c:pt idx="4033">
                  <c:v>13422</c:v>
                </c:pt>
                <c:pt idx="4034">
                  <c:v>13426</c:v>
                </c:pt>
                <c:pt idx="4035">
                  <c:v>13429</c:v>
                </c:pt>
                <c:pt idx="4036">
                  <c:v>13432</c:v>
                </c:pt>
                <c:pt idx="4037">
                  <c:v>13436</c:v>
                </c:pt>
                <c:pt idx="4038">
                  <c:v>13439</c:v>
                </c:pt>
                <c:pt idx="4039">
                  <c:v>13442</c:v>
                </c:pt>
                <c:pt idx="4040">
                  <c:v>13446</c:v>
                </c:pt>
                <c:pt idx="4041">
                  <c:v>13449</c:v>
                </c:pt>
                <c:pt idx="4042">
                  <c:v>13452</c:v>
                </c:pt>
                <c:pt idx="4043">
                  <c:v>13455</c:v>
                </c:pt>
                <c:pt idx="4044">
                  <c:v>13459</c:v>
                </c:pt>
                <c:pt idx="4045">
                  <c:v>13462</c:v>
                </c:pt>
                <c:pt idx="4046">
                  <c:v>13465</c:v>
                </c:pt>
                <c:pt idx="4047">
                  <c:v>13469</c:v>
                </c:pt>
                <c:pt idx="4048">
                  <c:v>13472</c:v>
                </c:pt>
                <c:pt idx="4049">
                  <c:v>13475</c:v>
                </c:pt>
                <c:pt idx="4050">
                  <c:v>13479</c:v>
                </c:pt>
                <c:pt idx="4051">
                  <c:v>13482</c:v>
                </c:pt>
                <c:pt idx="4052">
                  <c:v>13485</c:v>
                </c:pt>
                <c:pt idx="4053">
                  <c:v>13489</c:v>
                </c:pt>
                <c:pt idx="4054">
                  <c:v>13492</c:v>
                </c:pt>
                <c:pt idx="4055">
                  <c:v>13495</c:v>
                </c:pt>
                <c:pt idx="4056">
                  <c:v>13499</c:v>
                </c:pt>
                <c:pt idx="4057">
                  <c:v>13502</c:v>
                </c:pt>
                <c:pt idx="4058">
                  <c:v>13505</c:v>
                </c:pt>
                <c:pt idx="4059">
                  <c:v>13509</c:v>
                </c:pt>
                <c:pt idx="4060">
                  <c:v>13512</c:v>
                </c:pt>
                <c:pt idx="4061">
                  <c:v>13515</c:v>
                </c:pt>
                <c:pt idx="4062">
                  <c:v>13519</c:v>
                </c:pt>
                <c:pt idx="4063">
                  <c:v>13522</c:v>
                </c:pt>
                <c:pt idx="4064">
                  <c:v>13525</c:v>
                </c:pt>
                <c:pt idx="4065">
                  <c:v>13529</c:v>
                </c:pt>
                <c:pt idx="4066">
                  <c:v>13532</c:v>
                </c:pt>
                <c:pt idx="4067">
                  <c:v>13535</c:v>
                </c:pt>
                <c:pt idx="4068">
                  <c:v>13539</c:v>
                </c:pt>
                <c:pt idx="4069">
                  <c:v>13542</c:v>
                </c:pt>
                <c:pt idx="4070">
                  <c:v>13545</c:v>
                </c:pt>
                <c:pt idx="4071">
                  <c:v>13549</c:v>
                </c:pt>
                <c:pt idx="4072">
                  <c:v>13552</c:v>
                </c:pt>
                <c:pt idx="4073">
                  <c:v>13555</c:v>
                </c:pt>
                <c:pt idx="4074">
                  <c:v>13559</c:v>
                </c:pt>
                <c:pt idx="4075">
                  <c:v>13562</c:v>
                </c:pt>
                <c:pt idx="4076">
                  <c:v>13565</c:v>
                </c:pt>
                <c:pt idx="4077">
                  <c:v>13569</c:v>
                </c:pt>
                <c:pt idx="4078">
                  <c:v>13572</c:v>
                </c:pt>
                <c:pt idx="4079">
                  <c:v>13575</c:v>
                </c:pt>
                <c:pt idx="4080">
                  <c:v>13579</c:v>
                </c:pt>
                <c:pt idx="4081">
                  <c:v>13582</c:v>
                </c:pt>
                <c:pt idx="4082">
                  <c:v>13585</c:v>
                </c:pt>
                <c:pt idx="4083">
                  <c:v>13589</c:v>
                </c:pt>
                <c:pt idx="4084">
                  <c:v>13592</c:v>
                </c:pt>
                <c:pt idx="4085">
                  <c:v>13595</c:v>
                </c:pt>
                <c:pt idx="4086">
                  <c:v>13599</c:v>
                </c:pt>
                <c:pt idx="4087">
                  <c:v>13602</c:v>
                </c:pt>
                <c:pt idx="4088">
                  <c:v>13605</c:v>
                </c:pt>
                <c:pt idx="4089">
                  <c:v>13609</c:v>
                </c:pt>
                <c:pt idx="4090">
                  <c:v>13612</c:v>
                </c:pt>
                <c:pt idx="4091">
                  <c:v>13615</c:v>
                </c:pt>
                <c:pt idx="4092">
                  <c:v>13619</c:v>
                </c:pt>
                <c:pt idx="4093">
                  <c:v>13622</c:v>
                </c:pt>
                <c:pt idx="4094">
                  <c:v>13625</c:v>
                </c:pt>
                <c:pt idx="4095">
                  <c:v>13629</c:v>
                </c:pt>
                <c:pt idx="4096">
                  <c:v>13632</c:v>
                </c:pt>
                <c:pt idx="4097">
                  <c:v>13635</c:v>
                </c:pt>
                <c:pt idx="4098">
                  <c:v>13638</c:v>
                </c:pt>
                <c:pt idx="4099">
                  <c:v>13642</c:v>
                </c:pt>
                <c:pt idx="4100">
                  <c:v>13645</c:v>
                </c:pt>
                <c:pt idx="4101">
                  <c:v>13648</c:v>
                </c:pt>
                <c:pt idx="4102">
                  <c:v>13652</c:v>
                </c:pt>
                <c:pt idx="4103">
                  <c:v>13655</c:v>
                </c:pt>
                <c:pt idx="4104">
                  <c:v>13658</c:v>
                </c:pt>
                <c:pt idx="4105">
                  <c:v>13662</c:v>
                </c:pt>
                <c:pt idx="4106">
                  <c:v>13665</c:v>
                </c:pt>
                <c:pt idx="4107">
                  <c:v>13668</c:v>
                </c:pt>
                <c:pt idx="4108">
                  <c:v>13672</c:v>
                </c:pt>
                <c:pt idx="4109">
                  <c:v>13675</c:v>
                </c:pt>
                <c:pt idx="4110">
                  <c:v>13678</c:v>
                </c:pt>
                <c:pt idx="4111">
                  <c:v>13682</c:v>
                </c:pt>
                <c:pt idx="4112">
                  <c:v>13685</c:v>
                </c:pt>
                <c:pt idx="4113">
                  <c:v>13688</c:v>
                </c:pt>
                <c:pt idx="4114">
                  <c:v>13692</c:v>
                </c:pt>
                <c:pt idx="4115">
                  <c:v>13695</c:v>
                </c:pt>
                <c:pt idx="4116">
                  <c:v>13698</c:v>
                </c:pt>
                <c:pt idx="4117">
                  <c:v>13702</c:v>
                </c:pt>
                <c:pt idx="4118">
                  <c:v>13705</c:v>
                </c:pt>
                <c:pt idx="4119">
                  <c:v>13708</c:v>
                </c:pt>
                <c:pt idx="4120">
                  <c:v>13712</c:v>
                </c:pt>
                <c:pt idx="4121">
                  <c:v>13715</c:v>
                </c:pt>
                <c:pt idx="4122">
                  <c:v>13718</c:v>
                </c:pt>
                <c:pt idx="4123">
                  <c:v>13722</c:v>
                </c:pt>
                <c:pt idx="4124">
                  <c:v>13725</c:v>
                </c:pt>
                <c:pt idx="4125">
                  <c:v>13728</c:v>
                </c:pt>
                <c:pt idx="4126">
                  <c:v>13732</c:v>
                </c:pt>
                <c:pt idx="4127">
                  <c:v>13735</c:v>
                </c:pt>
                <c:pt idx="4128">
                  <c:v>13738</c:v>
                </c:pt>
                <c:pt idx="4129">
                  <c:v>13742</c:v>
                </c:pt>
                <c:pt idx="4130">
                  <c:v>13745</c:v>
                </c:pt>
                <c:pt idx="4131">
                  <c:v>13748</c:v>
                </c:pt>
                <c:pt idx="4132">
                  <c:v>13752</c:v>
                </c:pt>
                <c:pt idx="4133">
                  <c:v>13755</c:v>
                </c:pt>
                <c:pt idx="4134">
                  <c:v>13758</c:v>
                </c:pt>
                <c:pt idx="4135">
                  <c:v>13762</c:v>
                </c:pt>
                <c:pt idx="4136">
                  <c:v>13765</c:v>
                </c:pt>
                <c:pt idx="4137">
                  <c:v>13768</c:v>
                </c:pt>
                <c:pt idx="4138">
                  <c:v>13772</c:v>
                </c:pt>
                <c:pt idx="4139">
                  <c:v>13775</c:v>
                </c:pt>
                <c:pt idx="4140">
                  <c:v>13778</c:v>
                </c:pt>
                <c:pt idx="4141">
                  <c:v>13782</c:v>
                </c:pt>
                <c:pt idx="4142">
                  <c:v>13785</c:v>
                </c:pt>
                <c:pt idx="4143">
                  <c:v>13788</c:v>
                </c:pt>
                <c:pt idx="4144">
                  <c:v>13792</c:v>
                </c:pt>
                <c:pt idx="4145">
                  <c:v>13795</c:v>
                </c:pt>
                <c:pt idx="4146">
                  <c:v>13798</c:v>
                </c:pt>
                <c:pt idx="4147">
                  <c:v>13802</c:v>
                </c:pt>
                <c:pt idx="4148">
                  <c:v>13805</c:v>
                </c:pt>
                <c:pt idx="4149">
                  <c:v>13808</c:v>
                </c:pt>
                <c:pt idx="4150">
                  <c:v>13812</c:v>
                </c:pt>
                <c:pt idx="4151">
                  <c:v>13815</c:v>
                </c:pt>
                <c:pt idx="4152">
                  <c:v>13818</c:v>
                </c:pt>
                <c:pt idx="4153">
                  <c:v>13821</c:v>
                </c:pt>
                <c:pt idx="4154">
                  <c:v>13825</c:v>
                </c:pt>
                <c:pt idx="4155">
                  <c:v>13828</c:v>
                </c:pt>
                <c:pt idx="4156">
                  <c:v>13831</c:v>
                </c:pt>
                <c:pt idx="4157">
                  <c:v>13835</c:v>
                </c:pt>
                <c:pt idx="4158">
                  <c:v>13838</c:v>
                </c:pt>
                <c:pt idx="4159">
                  <c:v>13841</c:v>
                </c:pt>
                <c:pt idx="4160">
                  <c:v>13845</c:v>
                </c:pt>
                <c:pt idx="4161">
                  <c:v>13848</c:v>
                </c:pt>
                <c:pt idx="4162">
                  <c:v>13851</c:v>
                </c:pt>
                <c:pt idx="4163">
                  <c:v>13855</c:v>
                </c:pt>
                <c:pt idx="4164">
                  <c:v>13858</c:v>
                </c:pt>
                <c:pt idx="4165">
                  <c:v>13861</c:v>
                </c:pt>
                <c:pt idx="4166">
                  <c:v>13865</c:v>
                </c:pt>
                <c:pt idx="4167">
                  <c:v>13868</c:v>
                </c:pt>
                <c:pt idx="4168">
                  <c:v>13871</c:v>
                </c:pt>
                <c:pt idx="4169">
                  <c:v>13875</c:v>
                </c:pt>
                <c:pt idx="4170">
                  <c:v>13878</c:v>
                </c:pt>
                <c:pt idx="4171">
                  <c:v>13881</c:v>
                </c:pt>
                <c:pt idx="4172">
                  <c:v>13885</c:v>
                </c:pt>
                <c:pt idx="4173">
                  <c:v>13888</c:v>
                </c:pt>
                <c:pt idx="4174">
                  <c:v>13891</c:v>
                </c:pt>
                <c:pt idx="4175">
                  <c:v>13895</c:v>
                </c:pt>
                <c:pt idx="4176">
                  <c:v>13898</c:v>
                </c:pt>
                <c:pt idx="4177">
                  <c:v>13901</c:v>
                </c:pt>
                <c:pt idx="4178">
                  <c:v>13905</c:v>
                </c:pt>
                <c:pt idx="4179">
                  <c:v>13908</c:v>
                </c:pt>
                <c:pt idx="4180">
                  <c:v>13911</c:v>
                </c:pt>
                <c:pt idx="4181">
                  <c:v>13915</c:v>
                </c:pt>
                <c:pt idx="4182">
                  <c:v>13918</c:v>
                </c:pt>
                <c:pt idx="4183">
                  <c:v>13921</c:v>
                </c:pt>
                <c:pt idx="4184">
                  <c:v>13925</c:v>
                </c:pt>
                <c:pt idx="4185">
                  <c:v>13928</c:v>
                </c:pt>
                <c:pt idx="4186">
                  <c:v>13931</c:v>
                </c:pt>
                <c:pt idx="4187">
                  <c:v>13935</c:v>
                </c:pt>
                <c:pt idx="4188">
                  <c:v>13938</c:v>
                </c:pt>
                <c:pt idx="4189">
                  <c:v>13941</c:v>
                </c:pt>
                <c:pt idx="4190">
                  <c:v>13945</c:v>
                </c:pt>
                <c:pt idx="4191">
                  <c:v>13948</c:v>
                </c:pt>
                <c:pt idx="4192">
                  <c:v>13951</c:v>
                </c:pt>
                <c:pt idx="4193">
                  <c:v>13955</c:v>
                </c:pt>
                <c:pt idx="4194">
                  <c:v>13958</c:v>
                </c:pt>
                <c:pt idx="4195">
                  <c:v>13961</c:v>
                </c:pt>
                <c:pt idx="4196">
                  <c:v>13965</c:v>
                </c:pt>
                <c:pt idx="4197">
                  <c:v>13968</c:v>
                </c:pt>
                <c:pt idx="4198">
                  <c:v>13971</c:v>
                </c:pt>
                <c:pt idx="4199">
                  <c:v>13975</c:v>
                </c:pt>
                <c:pt idx="4200">
                  <c:v>13978</c:v>
                </c:pt>
                <c:pt idx="4201">
                  <c:v>13981</c:v>
                </c:pt>
                <c:pt idx="4202">
                  <c:v>13985</c:v>
                </c:pt>
                <c:pt idx="4203">
                  <c:v>13988</c:v>
                </c:pt>
                <c:pt idx="4204">
                  <c:v>13991</c:v>
                </c:pt>
                <c:pt idx="4205">
                  <c:v>13995</c:v>
                </c:pt>
                <c:pt idx="4206">
                  <c:v>13998</c:v>
                </c:pt>
                <c:pt idx="4207">
                  <c:v>14001</c:v>
                </c:pt>
                <c:pt idx="4208">
                  <c:v>14004</c:v>
                </c:pt>
                <c:pt idx="4209">
                  <c:v>14008</c:v>
                </c:pt>
                <c:pt idx="4210">
                  <c:v>14011</c:v>
                </c:pt>
                <c:pt idx="4211">
                  <c:v>14014</c:v>
                </c:pt>
                <c:pt idx="4212">
                  <c:v>14018</c:v>
                </c:pt>
                <c:pt idx="4213">
                  <c:v>14021</c:v>
                </c:pt>
                <c:pt idx="4214">
                  <c:v>14024</c:v>
                </c:pt>
                <c:pt idx="4215">
                  <c:v>14028</c:v>
                </c:pt>
                <c:pt idx="4216">
                  <c:v>14031</c:v>
                </c:pt>
                <c:pt idx="4217">
                  <c:v>14034</c:v>
                </c:pt>
                <c:pt idx="4218">
                  <c:v>14038</c:v>
                </c:pt>
                <c:pt idx="4219">
                  <c:v>14041</c:v>
                </c:pt>
                <c:pt idx="4220">
                  <c:v>14044</c:v>
                </c:pt>
                <c:pt idx="4221">
                  <c:v>14048</c:v>
                </c:pt>
                <c:pt idx="4222">
                  <c:v>14051</c:v>
                </c:pt>
                <c:pt idx="4223">
                  <c:v>14054</c:v>
                </c:pt>
                <c:pt idx="4224">
                  <c:v>14058</c:v>
                </c:pt>
                <c:pt idx="4225">
                  <c:v>14061</c:v>
                </c:pt>
                <c:pt idx="4226">
                  <c:v>14064</c:v>
                </c:pt>
                <c:pt idx="4227">
                  <c:v>14068</c:v>
                </c:pt>
                <c:pt idx="4228">
                  <c:v>14071</c:v>
                </c:pt>
                <c:pt idx="4229">
                  <c:v>14074</c:v>
                </c:pt>
                <c:pt idx="4230">
                  <c:v>14078</c:v>
                </c:pt>
                <c:pt idx="4231">
                  <c:v>14081</c:v>
                </c:pt>
                <c:pt idx="4232">
                  <c:v>14084</c:v>
                </c:pt>
                <c:pt idx="4233">
                  <c:v>14088</c:v>
                </c:pt>
                <c:pt idx="4234">
                  <c:v>14091</c:v>
                </c:pt>
                <c:pt idx="4235">
                  <c:v>14094</c:v>
                </c:pt>
                <c:pt idx="4236">
                  <c:v>14098</c:v>
                </c:pt>
                <c:pt idx="4237">
                  <c:v>14101</c:v>
                </c:pt>
                <c:pt idx="4238">
                  <c:v>14104</c:v>
                </c:pt>
                <c:pt idx="4239">
                  <c:v>14108</c:v>
                </c:pt>
                <c:pt idx="4240">
                  <c:v>14111</c:v>
                </c:pt>
                <c:pt idx="4241">
                  <c:v>14114</c:v>
                </c:pt>
                <c:pt idx="4242">
                  <c:v>14118</c:v>
                </c:pt>
                <c:pt idx="4243">
                  <c:v>14121</c:v>
                </c:pt>
                <c:pt idx="4244">
                  <c:v>14124</c:v>
                </c:pt>
                <c:pt idx="4245">
                  <c:v>14128</c:v>
                </c:pt>
                <c:pt idx="4246">
                  <c:v>14131</c:v>
                </c:pt>
                <c:pt idx="4247">
                  <c:v>14134</c:v>
                </c:pt>
                <c:pt idx="4248">
                  <c:v>14138</c:v>
                </c:pt>
                <c:pt idx="4249">
                  <c:v>14141</c:v>
                </c:pt>
                <c:pt idx="4250">
                  <c:v>14144</c:v>
                </c:pt>
                <c:pt idx="4251">
                  <c:v>14148</c:v>
                </c:pt>
                <c:pt idx="4252">
                  <c:v>14151</c:v>
                </c:pt>
                <c:pt idx="4253">
                  <c:v>14154</c:v>
                </c:pt>
                <c:pt idx="4254">
                  <c:v>14158</c:v>
                </c:pt>
                <c:pt idx="4255">
                  <c:v>14161</c:v>
                </c:pt>
                <c:pt idx="4256">
                  <c:v>14164</c:v>
                </c:pt>
                <c:pt idx="4257">
                  <c:v>14168</c:v>
                </c:pt>
                <c:pt idx="4258">
                  <c:v>14171</c:v>
                </c:pt>
                <c:pt idx="4259">
                  <c:v>14174</c:v>
                </c:pt>
                <c:pt idx="4260">
                  <c:v>14178</c:v>
                </c:pt>
                <c:pt idx="4261">
                  <c:v>14181</c:v>
                </c:pt>
                <c:pt idx="4262">
                  <c:v>14184</c:v>
                </c:pt>
                <c:pt idx="4263">
                  <c:v>14187</c:v>
                </c:pt>
                <c:pt idx="4264">
                  <c:v>14191</c:v>
                </c:pt>
                <c:pt idx="4265">
                  <c:v>14194</c:v>
                </c:pt>
                <c:pt idx="4266">
                  <c:v>14197</c:v>
                </c:pt>
                <c:pt idx="4267">
                  <c:v>14201</c:v>
                </c:pt>
                <c:pt idx="4268">
                  <c:v>14204</c:v>
                </c:pt>
                <c:pt idx="4269">
                  <c:v>14207</c:v>
                </c:pt>
                <c:pt idx="4270">
                  <c:v>14211</c:v>
                </c:pt>
                <c:pt idx="4271">
                  <c:v>14214</c:v>
                </c:pt>
                <c:pt idx="4272">
                  <c:v>14217</c:v>
                </c:pt>
                <c:pt idx="4273">
                  <c:v>14221</c:v>
                </c:pt>
                <c:pt idx="4274">
                  <c:v>14224</c:v>
                </c:pt>
                <c:pt idx="4275">
                  <c:v>14227</c:v>
                </c:pt>
                <c:pt idx="4276">
                  <c:v>14231</c:v>
                </c:pt>
                <c:pt idx="4277">
                  <c:v>14234</c:v>
                </c:pt>
                <c:pt idx="4278">
                  <c:v>14237</c:v>
                </c:pt>
                <c:pt idx="4279">
                  <c:v>14241</c:v>
                </c:pt>
                <c:pt idx="4280">
                  <c:v>14244</c:v>
                </c:pt>
                <c:pt idx="4281">
                  <c:v>14247</c:v>
                </c:pt>
                <c:pt idx="4282">
                  <c:v>14251</c:v>
                </c:pt>
                <c:pt idx="4283">
                  <c:v>14254</c:v>
                </c:pt>
                <c:pt idx="4284">
                  <c:v>14257</c:v>
                </c:pt>
                <c:pt idx="4285">
                  <c:v>14261</c:v>
                </c:pt>
                <c:pt idx="4286">
                  <c:v>14264</c:v>
                </c:pt>
                <c:pt idx="4287">
                  <c:v>14267</c:v>
                </c:pt>
                <c:pt idx="4288">
                  <c:v>14271</c:v>
                </c:pt>
                <c:pt idx="4289">
                  <c:v>14274</c:v>
                </c:pt>
                <c:pt idx="4290">
                  <c:v>14277</c:v>
                </c:pt>
                <c:pt idx="4291">
                  <c:v>14281</c:v>
                </c:pt>
                <c:pt idx="4292">
                  <c:v>14284</c:v>
                </c:pt>
                <c:pt idx="4293">
                  <c:v>14287</c:v>
                </c:pt>
                <c:pt idx="4294">
                  <c:v>14291</c:v>
                </c:pt>
                <c:pt idx="4295">
                  <c:v>14294</c:v>
                </c:pt>
                <c:pt idx="4296">
                  <c:v>14297</c:v>
                </c:pt>
                <c:pt idx="4297">
                  <c:v>14301</c:v>
                </c:pt>
                <c:pt idx="4298">
                  <c:v>14304</c:v>
                </c:pt>
                <c:pt idx="4299">
                  <c:v>14307</c:v>
                </c:pt>
                <c:pt idx="4300">
                  <c:v>14311</c:v>
                </c:pt>
                <c:pt idx="4301">
                  <c:v>14314</c:v>
                </c:pt>
                <c:pt idx="4302">
                  <c:v>14317</c:v>
                </c:pt>
                <c:pt idx="4303">
                  <c:v>14321</c:v>
                </c:pt>
                <c:pt idx="4304">
                  <c:v>14324</c:v>
                </c:pt>
                <c:pt idx="4305">
                  <c:v>14327</c:v>
                </c:pt>
                <c:pt idx="4306">
                  <c:v>14331</c:v>
                </c:pt>
                <c:pt idx="4307">
                  <c:v>14334</c:v>
                </c:pt>
                <c:pt idx="4308">
                  <c:v>14337</c:v>
                </c:pt>
                <c:pt idx="4309">
                  <c:v>14341</c:v>
                </c:pt>
                <c:pt idx="4310">
                  <c:v>14344</c:v>
                </c:pt>
                <c:pt idx="4311">
                  <c:v>14347</c:v>
                </c:pt>
                <c:pt idx="4312">
                  <c:v>14351</c:v>
                </c:pt>
                <c:pt idx="4313">
                  <c:v>14354</c:v>
                </c:pt>
                <c:pt idx="4314">
                  <c:v>14357</c:v>
                </c:pt>
                <c:pt idx="4315">
                  <c:v>14361</c:v>
                </c:pt>
                <c:pt idx="4316">
                  <c:v>14364</c:v>
                </c:pt>
                <c:pt idx="4317">
                  <c:v>14367</c:v>
                </c:pt>
                <c:pt idx="4318">
                  <c:v>14370</c:v>
                </c:pt>
                <c:pt idx="4319">
                  <c:v>14374</c:v>
                </c:pt>
                <c:pt idx="4320">
                  <c:v>14377</c:v>
                </c:pt>
                <c:pt idx="4321">
                  <c:v>14380</c:v>
                </c:pt>
                <c:pt idx="4322">
                  <c:v>14384</c:v>
                </c:pt>
                <c:pt idx="4323">
                  <c:v>14387</c:v>
                </c:pt>
                <c:pt idx="4324">
                  <c:v>14390</c:v>
                </c:pt>
                <c:pt idx="4325">
                  <c:v>14394</c:v>
                </c:pt>
                <c:pt idx="4326">
                  <c:v>14397</c:v>
                </c:pt>
                <c:pt idx="4327">
                  <c:v>14400</c:v>
                </c:pt>
                <c:pt idx="4328">
                  <c:v>14404</c:v>
                </c:pt>
                <c:pt idx="4329">
                  <c:v>14407</c:v>
                </c:pt>
                <c:pt idx="4330">
                  <c:v>14410</c:v>
                </c:pt>
                <c:pt idx="4331">
                  <c:v>14414</c:v>
                </c:pt>
                <c:pt idx="4332">
                  <c:v>14417</c:v>
                </c:pt>
                <c:pt idx="4333">
                  <c:v>14420</c:v>
                </c:pt>
                <c:pt idx="4334">
                  <c:v>14424</c:v>
                </c:pt>
                <c:pt idx="4335">
                  <c:v>14427</c:v>
                </c:pt>
                <c:pt idx="4336">
                  <c:v>14430</c:v>
                </c:pt>
                <c:pt idx="4337">
                  <c:v>14434</c:v>
                </c:pt>
                <c:pt idx="4338">
                  <c:v>14437</c:v>
                </c:pt>
                <c:pt idx="4339">
                  <c:v>14440</c:v>
                </c:pt>
                <c:pt idx="4340">
                  <c:v>14444</c:v>
                </c:pt>
                <c:pt idx="4341">
                  <c:v>14447</c:v>
                </c:pt>
                <c:pt idx="4342">
                  <c:v>14450</c:v>
                </c:pt>
                <c:pt idx="4343">
                  <c:v>14454</c:v>
                </c:pt>
                <c:pt idx="4344">
                  <c:v>14457</c:v>
                </c:pt>
                <c:pt idx="4345">
                  <c:v>14460</c:v>
                </c:pt>
                <c:pt idx="4346">
                  <c:v>14464</c:v>
                </c:pt>
                <c:pt idx="4347">
                  <c:v>14467</c:v>
                </c:pt>
                <c:pt idx="4348">
                  <c:v>14470</c:v>
                </c:pt>
                <c:pt idx="4349">
                  <c:v>14474</c:v>
                </c:pt>
                <c:pt idx="4350">
                  <c:v>14477</c:v>
                </c:pt>
                <c:pt idx="4351">
                  <c:v>14480</c:v>
                </c:pt>
                <c:pt idx="4352">
                  <c:v>14484</c:v>
                </c:pt>
                <c:pt idx="4353">
                  <c:v>14487</c:v>
                </c:pt>
                <c:pt idx="4354">
                  <c:v>14490</c:v>
                </c:pt>
                <c:pt idx="4355">
                  <c:v>14494</c:v>
                </c:pt>
                <c:pt idx="4356">
                  <c:v>14497</c:v>
                </c:pt>
                <c:pt idx="4357">
                  <c:v>14500</c:v>
                </c:pt>
                <c:pt idx="4358">
                  <c:v>14504</c:v>
                </c:pt>
                <c:pt idx="4359">
                  <c:v>14507</c:v>
                </c:pt>
                <c:pt idx="4360">
                  <c:v>14510</c:v>
                </c:pt>
                <c:pt idx="4361">
                  <c:v>14514</c:v>
                </c:pt>
                <c:pt idx="4362">
                  <c:v>14517</c:v>
                </c:pt>
                <c:pt idx="4363">
                  <c:v>14520</c:v>
                </c:pt>
                <c:pt idx="4364">
                  <c:v>14524</c:v>
                </c:pt>
                <c:pt idx="4365">
                  <c:v>14527</c:v>
                </c:pt>
                <c:pt idx="4366">
                  <c:v>14530</c:v>
                </c:pt>
                <c:pt idx="4367">
                  <c:v>14534</c:v>
                </c:pt>
                <c:pt idx="4368">
                  <c:v>14537</c:v>
                </c:pt>
                <c:pt idx="4369">
                  <c:v>14540</c:v>
                </c:pt>
                <c:pt idx="4370">
                  <c:v>14544</c:v>
                </c:pt>
                <c:pt idx="4371">
                  <c:v>14547</c:v>
                </c:pt>
                <c:pt idx="4372">
                  <c:v>14550</c:v>
                </c:pt>
                <c:pt idx="4373">
                  <c:v>14553</c:v>
                </c:pt>
                <c:pt idx="4374">
                  <c:v>14557</c:v>
                </c:pt>
                <c:pt idx="4375">
                  <c:v>14560</c:v>
                </c:pt>
                <c:pt idx="4376">
                  <c:v>14563</c:v>
                </c:pt>
                <c:pt idx="4377">
                  <c:v>14567</c:v>
                </c:pt>
                <c:pt idx="4378">
                  <c:v>14570</c:v>
                </c:pt>
                <c:pt idx="4379">
                  <c:v>14573</c:v>
                </c:pt>
                <c:pt idx="4380">
                  <c:v>14577</c:v>
                </c:pt>
                <c:pt idx="4381">
                  <c:v>14580</c:v>
                </c:pt>
                <c:pt idx="4382">
                  <c:v>14583</c:v>
                </c:pt>
                <c:pt idx="4383">
                  <c:v>14587</c:v>
                </c:pt>
                <c:pt idx="4384">
                  <c:v>14590</c:v>
                </c:pt>
                <c:pt idx="4385">
                  <c:v>14593</c:v>
                </c:pt>
                <c:pt idx="4386">
                  <c:v>14597</c:v>
                </c:pt>
                <c:pt idx="4387">
                  <c:v>14600</c:v>
                </c:pt>
                <c:pt idx="4388">
                  <c:v>14603</c:v>
                </c:pt>
                <c:pt idx="4389">
                  <c:v>14607</c:v>
                </c:pt>
                <c:pt idx="4390">
                  <c:v>14610</c:v>
                </c:pt>
                <c:pt idx="4391">
                  <c:v>14613</c:v>
                </c:pt>
                <c:pt idx="4392">
                  <c:v>14617</c:v>
                </c:pt>
                <c:pt idx="4393">
                  <c:v>14620</c:v>
                </c:pt>
                <c:pt idx="4394">
                  <c:v>14623</c:v>
                </c:pt>
                <c:pt idx="4395">
                  <c:v>14627</c:v>
                </c:pt>
                <c:pt idx="4396">
                  <c:v>14630</c:v>
                </c:pt>
                <c:pt idx="4397">
                  <c:v>14633</c:v>
                </c:pt>
                <c:pt idx="4398">
                  <c:v>14637</c:v>
                </c:pt>
                <c:pt idx="4399">
                  <c:v>14640</c:v>
                </c:pt>
                <c:pt idx="4400">
                  <c:v>14643</c:v>
                </c:pt>
                <c:pt idx="4401">
                  <c:v>14647</c:v>
                </c:pt>
                <c:pt idx="4402">
                  <c:v>14650</c:v>
                </c:pt>
                <c:pt idx="4403">
                  <c:v>14653</c:v>
                </c:pt>
                <c:pt idx="4404">
                  <c:v>14657</c:v>
                </c:pt>
                <c:pt idx="4405">
                  <c:v>14660</c:v>
                </c:pt>
                <c:pt idx="4406">
                  <c:v>14663</c:v>
                </c:pt>
                <c:pt idx="4407">
                  <c:v>14667</c:v>
                </c:pt>
                <c:pt idx="4408">
                  <c:v>14670</c:v>
                </c:pt>
                <c:pt idx="4409">
                  <c:v>14673</c:v>
                </c:pt>
                <c:pt idx="4410">
                  <c:v>14677</c:v>
                </c:pt>
                <c:pt idx="4411">
                  <c:v>14680</c:v>
                </c:pt>
                <c:pt idx="4412">
                  <c:v>14683</c:v>
                </c:pt>
                <c:pt idx="4413">
                  <c:v>14687</c:v>
                </c:pt>
                <c:pt idx="4414">
                  <c:v>14690</c:v>
                </c:pt>
                <c:pt idx="4415">
                  <c:v>14693</c:v>
                </c:pt>
                <c:pt idx="4416">
                  <c:v>14697</c:v>
                </c:pt>
                <c:pt idx="4417">
                  <c:v>14700</c:v>
                </c:pt>
                <c:pt idx="4418">
                  <c:v>14703</c:v>
                </c:pt>
                <c:pt idx="4419">
                  <c:v>14707</c:v>
                </c:pt>
                <c:pt idx="4420">
                  <c:v>14710</c:v>
                </c:pt>
                <c:pt idx="4421">
                  <c:v>14713</c:v>
                </c:pt>
                <c:pt idx="4422">
                  <c:v>14717</c:v>
                </c:pt>
                <c:pt idx="4423">
                  <c:v>14720</c:v>
                </c:pt>
                <c:pt idx="4424">
                  <c:v>14723</c:v>
                </c:pt>
                <c:pt idx="4425">
                  <c:v>14727</c:v>
                </c:pt>
                <c:pt idx="4426">
                  <c:v>14730</c:v>
                </c:pt>
                <c:pt idx="4427">
                  <c:v>14733</c:v>
                </c:pt>
                <c:pt idx="4428">
                  <c:v>14736</c:v>
                </c:pt>
                <c:pt idx="4429">
                  <c:v>14740</c:v>
                </c:pt>
                <c:pt idx="4430">
                  <c:v>14743</c:v>
                </c:pt>
                <c:pt idx="4431">
                  <c:v>14746</c:v>
                </c:pt>
                <c:pt idx="4432">
                  <c:v>14750</c:v>
                </c:pt>
                <c:pt idx="4433">
                  <c:v>14753</c:v>
                </c:pt>
                <c:pt idx="4434">
                  <c:v>14756</c:v>
                </c:pt>
                <c:pt idx="4435">
                  <c:v>14760</c:v>
                </c:pt>
                <c:pt idx="4436">
                  <c:v>14763</c:v>
                </c:pt>
                <c:pt idx="4437">
                  <c:v>14766</c:v>
                </c:pt>
                <c:pt idx="4438">
                  <c:v>14770</c:v>
                </c:pt>
                <c:pt idx="4439">
                  <c:v>14773</c:v>
                </c:pt>
                <c:pt idx="4440">
                  <c:v>14776</c:v>
                </c:pt>
                <c:pt idx="4441">
                  <c:v>14780</c:v>
                </c:pt>
                <c:pt idx="4442">
                  <c:v>14783</c:v>
                </c:pt>
                <c:pt idx="4443">
                  <c:v>14786</c:v>
                </c:pt>
                <c:pt idx="4444">
                  <c:v>14790</c:v>
                </c:pt>
                <c:pt idx="4445">
                  <c:v>14793</c:v>
                </c:pt>
                <c:pt idx="4446">
                  <c:v>14796</c:v>
                </c:pt>
                <c:pt idx="4447">
                  <c:v>14800</c:v>
                </c:pt>
                <c:pt idx="4448">
                  <c:v>14803</c:v>
                </c:pt>
                <c:pt idx="4449">
                  <c:v>14806</c:v>
                </c:pt>
                <c:pt idx="4450">
                  <c:v>14810</c:v>
                </c:pt>
                <c:pt idx="4451">
                  <c:v>14813</c:v>
                </c:pt>
                <c:pt idx="4452">
                  <c:v>14816</c:v>
                </c:pt>
                <c:pt idx="4453">
                  <c:v>14820</c:v>
                </c:pt>
                <c:pt idx="4454">
                  <c:v>14823</c:v>
                </c:pt>
                <c:pt idx="4455">
                  <c:v>14826</c:v>
                </c:pt>
                <c:pt idx="4456">
                  <c:v>14830</c:v>
                </c:pt>
                <c:pt idx="4457">
                  <c:v>14833</c:v>
                </c:pt>
                <c:pt idx="4458">
                  <c:v>14836</c:v>
                </c:pt>
                <c:pt idx="4459">
                  <c:v>14840</c:v>
                </c:pt>
                <c:pt idx="4460">
                  <c:v>14843</c:v>
                </c:pt>
                <c:pt idx="4461">
                  <c:v>14846</c:v>
                </c:pt>
                <c:pt idx="4462">
                  <c:v>14850</c:v>
                </c:pt>
                <c:pt idx="4463">
                  <c:v>14853</c:v>
                </c:pt>
                <c:pt idx="4464">
                  <c:v>14856</c:v>
                </c:pt>
                <c:pt idx="4465">
                  <c:v>14860</c:v>
                </c:pt>
                <c:pt idx="4466">
                  <c:v>14863</c:v>
                </c:pt>
                <c:pt idx="4467">
                  <c:v>14866</c:v>
                </c:pt>
                <c:pt idx="4468">
                  <c:v>14870</c:v>
                </c:pt>
                <c:pt idx="4469">
                  <c:v>14873</c:v>
                </c:pt>
                <c:pt idx="4470">
                  <c:v>14876</c:v>
                </c:pt>
                <c:pt idx="4471">
                  <c:v>14880</c:v>
                </c:pt>
                <c:pt idx="4472">
                  <c:v>14883</c:v>
                </c:pt>
                <c:pt idx="4473">
                  <c:v>14886</c:v>
                </c:pt>
                <c:pt idx="4474">
                  <c:v>14890</c:v>
                </c:pt>
                <c:pt idx="4475">
                  <c:v>14893</c:v>
                </c:pt>
                <c:pt idx="4476">
                  <c:v>14896</c:v>
                </c:pt>
                <c:pt idx="4477">
                  <c:v>14900</c:v>
                </c:pt>
                <c:pt idx="4478">
                  <c:v>14903</c:v>
                </c:pt>
                <c:pt idx="4479">
                  <c:v>14906</c:v>
                </c:pt>
                <c:pt idx="4480">
                  <c:v>14910</c:v>
                </c:pt>
                <c:pt idx="4481">
                  <c:v>14913</c:v>
                </c:pt>
                <c:pt idx="4482">
                  <c:v>14916</c:v>
                </c:pt>
                <c:pt idx="4483">
                  <c:v>14919</c:v>
                </c:pt>
                <c:pt idx="4484">
                  <c:v>14923</c:v>
                </c:pt>
                <c:pt idx="4485">
                  <c:v>14926</c:v>
                </c:pt>
                <c:pt idx="4486">
                  <c:v>14929</c:v>
                </c:pt>
                <c:pt idx="4487">
                  <c:v>14933</c:v>
                </c:pt>
                <c:pt idx="4488">
                  <c:v>14936</c:v>
                </c:pt>
                <c:pt idx="4489">
                  <c:v>14939</c:v>
                </c:pt>
                <c:pt idx="4490">
                  <c:v>14943</c:v>
                </c:pt>
                <c:pt idx="4491">
                  <c:v>14946</c:v>
                </c:pt>
                <c:pt idx="4492">
                  <c:v>14949</c:v>
                </c:pt>
                <c:pt idx="4493">
                  <c:v>14953</c:v>
                </c:pt>
                <c:pt idx="4494">
                  <c:v>14956</c:v>
                </c:pt>
                <c:pt idx="4495">
                  <c:v>14959</c:v>
                </c:pt>
                <c:pt idx="4496">
                  <c:v>14963</c:v>
                </c:pt>
                <c:pt idx="4497">
                  <c:v>14966</c:v>
                </c:pt>
                <c:pt idx="4498">
                  <c:v>14969</c:v>
                </c:pt>
                <c:pt idx="4499">
                  <c:v>14973</c:v>
                </c:pt>
                <c:pt idx="4500">
                  <c:v>14976</c:v>
                </c:pt>
                <c:pt idx="4501">
                  <c:v>14979</c:v>
                </c:pt>
                <c:pt idx="4502">
                  <c:v>14983</c:v>
                </c:pt>
                <c:pt idx="4503">
                  <c:v>14986</c:v>
                </c:pt>
                <c:pt idx="4504">
                  <c:v>14989</c:v>
                </c:pt>
                <c:pt idx="4505">
                  <c:v>14993</c:v>
                </c:pt>
                <c:pt idx="4506">
                  <c:v>14996</c:v>
                </c:pt>
                <c:pt idx="4507">
                  <c:v>14999</c:v>
                </c:pt>
                <c:pt idx="4508">
                  <c:v>15003</c:v>
                </c:pt>
                <c:pt idx="4509">
                  <c:v>15006</c:v>
                </c:pt>
                <c:pt idx="4510">
                  <c:v>15009</c:v>
                </c:pt>
                <c:pt idx="4511">
                  <c:v>15013</c:v>
                </c:pt>
                <c:pt idx="4512">
                  <c:v>15016</c:v>
                </c:pt>
                <c:pt idx="4513">
                  <c:v>15019</c:v>
                </c:pt>
                <c:pt idx="4514">
                  <c:v>15023</c:v>
                </c:pt>
                <c:pt idx="4515">
                  <c:v>15026</c:v>
                </c:pt>
                <c:pt idx="4516">
                  <c:v>15029</c:v>
                </c:pt>
                <c:pt idx="4517">
                  <c:v>15033</c:v>
                </c:pt>
                <c:pt idx="4518">
                  <c:v>15036</c:v>
                </c:pt>
                <c:pt idx="4519">
                  <c:v>15039</c:v>
                </c:pt>
                <c:pt idx="4520">
                  <c:v>15043</c:v>
                </c:pt>
                <c:pt idx="4521">
                  <c:v>15046</c:v>
                </c:pt>
                <c:pt idx="4522">
                  <c:v>15049</c:v>
                </c:pt>
                <c:pt idx="4523">
                  <c:v>15053</c:v>
                </c:pt>
                <c:pt idx="4524">
                  <c:v>15056</c:v>
                </c:pt>
                <c:pt idx="4525">
                  <c:v>15059</c:v>
                </c:pt>
                <c:pt idx="4526">
                  <c:v>15063</c:v>
                </c:pt>
                <c:pt idx="4527">
                  <c:v>15066</c:v>
                </c:pt>
                <c:pt idx="4528">
                  <c:v>15069</c:v>
                </c:pt>
                <c:pt idx="4529">
                  <c:v>15073</c:v>
                </c:pt>
                <c:pt idx="4530">
                  <c:v>15076</c:v>
                </c:pt>
                <c:pt idx="4531">
                  <c:v>15079</c:v>
                </c:pt>
                <c:pt idx="4532">
                  <c:v>15083</c:v>
                </c:pt>
                <c:pt idx="4533">
                  <c:v>15086</c:v>
                </c:pt>
                <c:pt idx="4534">
                  <c:v>15089</c:v>
                </c:pt>
                <c:pt idx="4535">
                  <c:v>15093</c:v>
                </c:pt>
                <c:pt idx="4536">
                  <c:v>15096</c:v>
                </c:pt>
                <c:pt idx="4537">
                  <c:v>15099</c:v>
                </c:pt>
                <c:pt idx="4538">
                  <c:v>15102</c:v>
                </c:pt>
                <c:pt idx="4539">
                  <c:v>15106</c:v>
                </c:pt>
                <c:pt idx="4540">
                  <c:v>15109</c:v>
                </c:pt>
                <c:pt idx="4541">
                  <c:v>15112</c:v>
                </c:pt>
                <c:pt idx="4542">
                  <c:v>15116</c:v>
                </c:pt>
                <c:pt idx="4543">
                  <c:v>15119</c:v>
                </c:pt>
                <c:pt idx="4544">
                  <c:v>15122</c:v>
                </c:pt>
                <c:pt idx="4545">
                  <c:v>15126</c:v>
                </c:pt>
                <c:pt idx="4546">
                  <c:v>15129</c:v>
                </c:pt>
                <c:pt idx="4547">
                  <c:v>15132</c:v>
                </c:pt>
                <c:pt idx="4548">
                  <c:v>15136</c:v>
                </c:pt>
                <c:pt idx="4549">
                  <c:v>15139</c:v>
                </c:pt>
                <c:pt idx="4550">
                  <c:v>15142</c:v>
                </c:pt>
                <c:pt idx="4551">
                  <c:v>15146</c:v>
                </c:pt>
                <c:pt idx="4552">
                  <c:v>15149</c:v>
                </c:pt>
                <c:pt idx="4553">
                  <c:v>15152</c:v>
                </c:pt>
                <c:pt idx="4554">
                  <c:v>15156</c:v>
                </c:pt>
                <c:pt idx="4555">
                  <c:v>15159</c:v>
                </c:pt>
                <c:pt idx="4556">
                  <c:v>15162</c:v>
                </c:pt>
                <c:pt idx="4557">
                  <c:v>15166</c:v>
                </c:pt>
                <c:pt idx="4558">
                  <c:v>15169</c:v>
                </c:pt>
                <c:pt idx="4559">
                  <c:v>15172</c:v>
                </c:pt>
                <c:pt idx="4560">
                  <c:v>15176</c:v>
                </c:pt>
                <c:pt idx="4561">
                  <c:v>15179</c:v>
                </c:pt>
                <c:pt idx="4562">
                  <c:v>15182</c:v>
                </c:pt>
                <c:pt idx="4563">
                  <c:v>15186</c:v>
                </c:pt>
                <c:pt idx="4564">
                  <c:v>15189</c:v>
                </c:pt>
                <c:pt idx="4565">
                  <c:v>15192</c:v>
                </c:pt>
                <c:pt idx="4566">
                  <c:v>15196</c:v>
                </c:pt>
                <c:pt idx="4567">
                  <c:v>15199</c:v>
                </c:pt>
                <c:pt idx="4568">
                  <c:v>15202</c:v>
                </c:pt>
                <c:pt idx="4569">
                  <c:v>15206</c:v>
                </c:pt>
                <c:pt idx="4570">
                  <c:v>15209</c:v>
                </c:pt>
                <c:pt idx="4571">
                  <c:v>15212</c:v>
                </c:pt>
                <c:pt idx="4572">
                  <c:v>15216</c:v>
                </c:pt>
                <c:pt idx="4573">
                  <c:v>15219</c:v>
                </c:pt>
                <c:pt idx="4574">
                  <c:v>15222</c:v>
                </c:pt>
                <c:pt idx="4575">
                  <c:v>15226</c:v>
                </c:pt>
                <c:pt idx="4576">
                  <c:v>15229</c:v>
                </c:pt>
                <c:pt idx="4577">
                  <c:v>15232</c:v>
                </c:pt>
                <c:pt idx="4578">
                  <c:v>15236</c:v>
                </c:pt>
                <c:pt idx="4579">
                  <c:v>15239</c:v>
                </c:pt>
                <c:pt idx="4580">
                  <c:v>15242</c:v>
                </c:pt>
                <c:pt idx="4581">
                  <c:v>15246</c:v>
                </c:pt>
                <c:pt idx="4582">
                  <c:v>15249</c:v>
                </c:pt>
                <c:pt idx="4583">
                  <c:v>15252</c:v>
                </c:pt>
                <c:pt idx="4584">
                  <c:v>15256</c:v>
                </c:pt>
                <c:pt idx="4585">
                  <c:v>15259</c:v>
                </c:pt>
                <c:pt idx="4586">
                  <c:v>15262</c:v>
                </c:pt>
                <c:pt idx="4587">
                  <c:v>15266</c:v>
                </c:pt>
                <c:pt idx="4588">
                  <c:v>15269</c:v>
                </c:pt>
                <c:pt idx="4589">
                  <c:v>15272</c:v>
                </c:pt>
                <c:pt idx="4590">
                  <c:v>15276</c:v>
                </c:pt>
                <c:pt idx="4591">
                  <c:v>15279</c:v>
                </c:pt>
                <c:pt idx="4592">
                  <c:v>15282</c:v>
                </c:pt>
                <c:pt idx="4593">
                  <c:v>15285</c:v>
                </c:pt>
                <c:pt idx="4594">
                  <c:v>15289</c:v>
                </c:pt>
                <c:pt idx="4595">
                  <c:v>15292</c:v>
                </c:pt>
                <c:pt idx="4596">
                  <c:v>15295</c:v>
                </c:pt>
                <c:pt idx="4597">
                  <c:v>15299</c:v>
                </c:pt>
                <c:pt idx="4598">
                  <c:v>15302</c:v>
                </c:pt>
                <c:pt idx="4599">
                  <c:v>15305</c:v>
                </c:pt>
                <c:pt idx="4600">
                  <c:v>15309</c:v>
                </c:pt>
                <c:pt idx="4601">
                  <c:v>15312</c:v>
                </c:pt>
                <c:pt idx="4602">
                  <c:v>15315</c:v>
                </c:pt>
                <c:pt idx="4603">
                  <c:v>15319</c:v>
                </c:pt>
                <c:pt idx="4604">
                  <c:v>15322</c:v>
                </c:pt>
                <c:pt idx="4605">
                  <c:v>15325</c:v>
                </c:pt>
                <c:pt idx="4606">
                  <c:v>15329</c:v>
                </c:pt>
                <c:pt idx="4607">
                  <c:v>15332</c:v>
                </c:pt>
                <c:pt idx="4608">
                  <c:v>15335</c:v>
                </c:pt>
                <c:pt idx="4609">
                  <c:v>15339</c:v>
                </c:pt>
                <c:pt idx="4610">
                  <c:v>15342</c:v>
                </c:pt>
                <c:pt idx="4611">
                  <c:v>15345</c:v>
                </c:pt>
                <c:pt idx="4612">
                  <c:v>15349</c:v>
                </c:pt>
                <c:pt idx="4613">
                  <c:v>15352</c:v>
                </c:pt>
                <c:pt idx="4614">
                  <c:v>15355</c:v>
                </c:pt>
                <c:pt idx="4615">
                  <c:v>15359</c:v>
                </c:pt>
                <c:pt idx="4616">
                  <c:v>15362</c:v>
                </c:pt>
                <c:pt idx="4617">
                  <c:v>15365</c:v>
                </c:pt>
                <c:pt idx="4618">
                  <c:v>15369</c:v>
                </c:pt>
                <c:pt idx="4619">
                  <c:v>15372</c:v>
                </c:pt>
                <c:pt idx="4620">
                  <c:v>15375</c:v>
                </c:pt>
                <c:pt idx="4621">
                  <c:v>15379</c:v>
                </c:pt>
                <c:pt idx="4622">
                  <c:v>15382</c:v>
                </c:pt>
                <c:pt idx="4623">
                  <c:v>15385</c:v>
                </c:pt>
                <c:pt idx="4624">
                  <c:v>15389</c:v>
                </c:pt>
                <c:pt idx="4625">
                  <c:v>15392</c:v>
                </c:pt>
                <c:pt idx="4626">
                  <c:v>15395</c:v>
                </c:pt>
                <c:pt idx="4627">
                  <c:v>15399</c:v>
                </c:pt>
                <c:pt idx="4628">
                  <c:v>15402</c:v>
                </c:pt>
                <c:pt idx="4629">
                  <c:v>15405</c:v>
                </c:pt>
                <c:pt idx="4630">
                  <c:v>15409</c:v>
                </c:pt>
                <c:pt idx="4631">
                  <c:v>15412</c:v>
                </c:pt>
                <c:pt idx="4632">
                  <c:v>15415</c:v>
                </c:pt>
                <c:pt idx="4633">
                  <c:v>15419</c:v>
                </c:pt>
                <c:pt idx="4634">
                  <c:v>15422</c:v>
                </c:pt>
                <c:pt idx="4635">
                  <c:v>15425</c:v>
                </c:pt>
                <c:pt idx="4636">
                  <c:v>15429</c:v>
                </c:pt>
                <c:pt idx="4637">
                  <c:v>15432</c:v>
                </c:pt>
                <c:pt idx="4638">
                  <c:v>15435</c:v>
                </c:pt>
                <c:pt idx="4639">
                  <c:v>15439</c:v>
                </c:pt>
                <c:pt idx="4640">
                  <c:v>15442</c:v>
                </c:pt>
                <c:pt idx="4641">
                  <c:v>15445</c:v>
                </c:pt>
                <c:pt idx="4642">
                  <c:v>15449</c:v>
                </c:pt>
                <c:pt idx="4643">
                  <c:v>15452</c:v>
                </c:pt>
                <c:pt idx="4644">
                  <c:v>15455</c:v>
                </c:pt>
                <c:pt idx="4645">
                  <c:v>15459</c:v>
                </c:pt>
                <c:pt idx="4646">
                  <c:v>15462</c:v>
                </c:pt>
                <c:pt idx="4647">
                  <c:v>15465</c:v>
                </c:pt>
                <c:pt idx="4648">
                  <c:v>15468</c:v>
                </c:pt>
                <c:pt idx="4649">
                  <c:v>15472</c:v>
                </c:pt>
                <c:pt idx="4650">
                  <c:v>15475</c:v>
                </c:pt>
                <c:pt idx="4651">
                  <c:v>15478</c:v>
                </c:pt>
                <c:pt idx="4652">
                  <c:v>15482</c:v>
                </c:pt>
                <c:pt idx="4653">
                  <c:v>15485</c:v>
                </c:pt>
                <c:pt idx="4654">
                  <c:v>15488</c:v>
                </c:pt>
                <c:pt idx="4655">
                  <c:v>15492</c:v>
                </c:pt>
                <c:pt idx="4656">
                  <c:v>15495</c:v>
                </c:pt>
                <c:pt idx="4657">
                  <c:v>15498</c:v>
                </c:pt>
                <c:pt idx="4658">
                  <c:v>15502</c:v>
                </c:pt>
                <c:pt idx="4659">
                  <c:v>15505</c:v>
                </c:pt>
                <c:pt idx="4660">
                  <c:v>15508</c:v>
                </c:pt>
                <c:pt idx="4661">
                  <c:v>15512</c:v>
                </c:pt>
                <c:pt idx="4662">
                  <c:v>15515</c:v>
                </c:pt>
                <c:pt idx="4663">
                  <c:v>15518</c:v>
                </c:pt>
                <c:pt idx="4664">
                  <c:v>15522</c:v>
                </c:pt>
                <c:pt idx="4665">
                  <c:v>15525</c:v>
                </c:pt>
                <c:pt idx="4666">
                  <c:v>15528</c:v>
                </c:pt>
                <c:pt idx="4667">
                  <c:v>15532</c:v>
                </c:pt>
                <c:pt idx="4668">
                  <c:v>15535</c:v>
                </c:pt>
                <c:pt idx="4669">
                  <c:v>15538</c:v>
                </c:pt>
                <c:pt idx="4670">
                  <c:v>15542</c:v>
                </c:pt>
                <c:pt idx="4671">
                  <c:v>15545</c:v>
                </c:pt>
                <c:pt idx="4672">
                  <c:v>15548</c:v>
                </c:pt>
                <c:pt idx="4673">
                  <c:v>15552</c:v>
                </c:pt>
                <c:pt idx="4674">
                  <c:v>15555</c:v>
                </c:pt>
                <c:pt idx="4675">
                  <c:v>15558</c:v>
                </c:pt>
                <c:pt idx="4676">
                  <c:v>15562</c:v>
                </c:pt>
                <c:pt idx="4677">
                  <c:v>15565</c:v>
                </c:pt>
                <c:pt idx="4678">
                  <c:v>15568</c:v>
                </c:pt>
                <c:pt idx="4679">
                  <c:v>15572</c:v>
                </c:pt>
                <c:pt idx="4680">
                  <c:v>15575</c:v>
                </c:pt>
                <c:pt idx="4681">
                  <c:v>15578</c:v>
                </c:pt>
                <c:pt idx="4682">
                  <c:v>15582</c:v>
                </c:pt>
                <c:pt idx="4683">
                  <c:v>15585</c:v>
                </c:pt>
                <c:pt idx="4684">
                  <c:v>15588</c:v>
                </c:pt>
                <c:pt idx="4685">
                  <c:v>15592</c:v>
                </c:pt>
                <c:pt idx="4686">
                  <c:v>15595</c:v>
                </c:pt>
                <c:pt idx="4687">
                  <c:v>15598</c:v>
                </c:pt>
                <c:pt idx="4688">
                  <c:v>15602</c:v>
                </c:pt>
                <c:pt idx="4689">
                  <c:v>15605</c:v>
                </c:pt>
                <c:pt idx="4690">
                  <c:v>15608</c:v>
                </c:pt>
                <c:pt idx="4691">
                  <c:v>15612</c:v>
                </c:pt>
                <c:pt idx="4692">
                  <c:v>15615</c:v>
                </c:pt>
                <c:pt idx="4693">
                  <c:v>15618</c:v>
                </c:pt>
                <c:pt idx="4694">
                  <c:v>15622</c:v>
                </c:pt>
                <c:pt idx="4695">
                  <c:v>15625</c:v>
                </c:pt>
                <c:pt idx="4696">
                  <c:v>15628</c:v>
                </c:pt>
                <c:pt idx="4697">
                  <c:v>15632</c:v>
                </c:pt>
                <c:pt idx="4698">
                  <c:v>15635</c:v>
                </c:pt>
                <c:pt idx="4699">
                  <c:v>15638</c:v>
                </c:pt>
                <c:pt idx="4700">
                  <c:v>15642</c:v>
                </c:pt>
                <c:pt idx="4701">
                  <c:v>15645</c:v>
                </c:pt>
                <c:pt idx="4702">
                  <c:v>15648</c:v>
                </c:pt>
                <c:pt idx="4703">
                  <c:v>15651</c:v>
                </c:pt>
                <c:pt idx="4704">
                  <c:v>15655</c:v>
                </c:pt>
                <c:pt idx="4705">
                  <c:v>15658</c:v>
                </c:pt>
                <c:pt idx="4706">
                  <c:v>15661</c:v>
                </c:pt>
                <c:pt idx="4707">
                  <c:v>15665</c:v>
                </c:pt>
                <c:pt idx="4708">
                  <c:v>15668</c:v>
                </c:pt>
                <c:pt idx="4709">
                  <c:v>15671</c:v>
                </c:pt>
                <c:pt idx="4710">
                  <c:v>15675</c:v>
                </c:pt>
                <c:pt idx="4711">
                  <c:v>15678</c:v>
                </c:pt>
                <c:pt idx="4712">
                  <c:v>15681</c:v>
                </c:pt>
                <c:pt idx="4713">
                  <c:v>15685</c:v>
                </c:pt>
                <c:pt idx="4714">
                  <c:v>15688</c:v>
                </c:pt>
                <c:pt idx="4715">
                  <c:v>15691</c:v>
                </c:pt>
                <c:pt idx="4716">
                  <c:v>15695</c:v>
                </c:pt>
                <c:pt idx="4717">
                  <c:v>15698</c:v>
                </c:pt>
                <c:pt idx="4718">
                  <c:v>15701</c:v>
                </c:pt>
                <c:pt idx="4719">
                  <c:v>15705</c:v>
                </c:pt>
                <c:pt idx="4720">
                  <c:v>15708</c:v>
                </c:pt>
                <c:pt idx="4721">
                  <c:v>15711</c:v>
                </c:pt>
                <c:pt idx="4722">
                  <c:v>15715</c:v>
                </c:pt>
                <c:pt idx="4723">
                  <c:v>15718</c:v>
                </c:pt>
                <c:pt idx="4724">
                  <c:v>15721</c:v>
                </c:pt>
                <c:pt idx="4725">
                  <c:v>15725</c:v>
                </c:pt>
                <c:pt idx="4726">
                  <c:v>15728</c:v>
                </c:pt>
                <c:pt idx="4727">
                  <c:v>15731</c:v>
                </c:pt>
                <c:pt idx="4728">
                  <c:v>15735</c:v>
                </c:pt>
                <c:pt idx="4729">
                  <c:v>15738</c:v>
                </c:pt>
                <c:pt idx="4730">
                  <c:v>15741</c:v>
                </c:pt>
                <c:pt idx="4731">
                  <c:v>15745</c:v>
                </c:pt>
                <c:pt idx="4732">
                  <c:v>15748</c:v>
                </c:pt>
                <c:pt idx="4733">
                  <c:v>15751</c:v>
                </c:pt>
                <c:pt idx="4734">
                  <c:v>15755</c:v>
                </c:pt>
                <c:pt idx="4735">
                  <c:v>15758</c:v>
                </c:pt>
                <c:pt idx="4736">
                  <c:v>15761</c:v>
                </c:pt>
                <c:pt idx="4737">
                  <c:v>15765</c:v>
                </c:pt>
                <c:pt idx="4738">
                  <c:v>15768</c:v>
                </c:pt>
                <c:pt idx="4739">
                  <c:v>15771</c:v>
                </c:pt>
                <c:pt idx="4740">
                  <c:v>15775</c:v>
                </c:pt>
                <c:pt idx="4741">
                  <c:v>15778</c:v>
                </c:pt>
                <c:pt idx="4742">
                  <c:v>15781</c:v>
                </c:pt>
                <c:pt idx="4743">
                  <c:v>15785</c:v>
                </c:pt>
                <c:pt idx="4744">
                  <c:v>15788</c:v>
                </c:pt>
                <c:pt idx="4745">
                  <c:v>15791</c:v>
                </c:pt>
                <c:pt idx="4746">
                  <c:v>15795</c:v>
                </c:pt>
                <c:pt idx="4747">
                  <c:v>15798</c:v>
                </c:pt>
                <c:pt idx="4748">
                  <c:v>15801</c:v>
                </c:pt>
                <c:pt idx="4749">
                  <c:v>15805</c:v>
                </c:pt>
                <c:pt idx="4750">
                  <c:v>15808</c:v>
                </c:pt>
                <c:pt idx="4751">
                  <c:v>15811</c:v>
                </c:pt>
                <c:pt idx="4752">
                  <c:v>15815</c:v>
                </c:pt>
                <c:pt idx="4753">
                  <c:v>15818</c:v>
                </c:pt>
                <c:pt idx="4754">
                  <c:v>15821</c:v>
                </c:pt>
                <c:pt idx="4755">
                  <c:v>15825</c:v>
                </c:pt>
                <c:pt idx="4756">
                  <c:v>15828</c:v>
                </c:pt>
                <c:pt idx="4757">
                  <c:v>15831</c:v>
                </c:pt>
                <c:pt idx="4758">
                  <c:v>15834</c:v>
                </c:pt>
                <c:pt idx="4759">
                  <c:v>15838</c:v>
                </c:pt>
                <c:pt idx="4760">
                  <c:v>15841</c:v>
                </c:pt>
                <c:pt idx="4761">
                  <c:v>15844</c:v>
                </c:pt>
                <c:pt idx="4762">
                  <c:v>15848</c:v>
                </c:pt>
                <c:pt idx="4763">
                  <c:v>15851</c:v>
                </c:pt>
                <c:pt idx="4764">
                  <c:v>15854</c:v>
                </c:pt>
                <c:pt idx="4765">
                  <c:v>15858</c:v>
                </c:pt>
                <c:pt idx="4766">
                  <c:v>15861</c:v>
                </c:pt>
                <c:pt idx="4767">
                  <c:v>15864</c:v>
                </c:pt>
                <c:pt idx="4768">
                  <c:v>15868</c:v>
                </c:pt>
                <c:pt idx="4769">
                  <c:v>15871</c:v>
                </c:pt>
                <c:pt idx="4770">
                  <c:v>15874</c:v>
                </c:pt>
                <c:pt idx="4771">
                  <c:v>15878</c:v>
                </c:pt>
                <c:pt idx="4772">
                  <c:v>15881</c:v>
                </c:pt>
                <c:pt idx="4773">
                  <c:v>15884</c:v>
                </c:pt>
                <c:pt idx="4774">
                  <c:v>15888</c:v>
                </c:pt>
                <c:pt idx="4775">
                  <c:v>15891</c:v>
                </c:pt>
                <c:pt idx="4776">
                  <c:v>15894</c:v>
                </c:pt>
                <c:pt idx="4777">
                  <c:v>15898</c:v>
                </c:pt>
                <c:pt idx="4778">
                  <c:v>15901</c:v>
                </c:pt>
                <c:pt idx="4779">
                  <c:v>15904</c:v>
                </c:pt>
                <c:pt idx="4780">
                  <c:v>15908</c:v>
                </c:pt>
                <c:pt idx="4781">
                  <c:v>15911</c:v>
                </c:pt>
                <c:pt idx="4782">
                  <c:v>15914</c:v>
                </c:pt>
                <c:pt idx="4783">
                  <c:v>15918</c:v>
                </c:pt>
                <c:pt idx="4784">
                  <c:v>15921</c:v>
                </c:pt>
                <c:pt idx="4785">
                  <c:v>15924</c:v>
                </c:pt>
                <c:pt idx="4786">
                  <c:v>15928</c:v>
                </c:pt>
                <c:pt idx="4787">
                  <c:v>15931</c:v>
                </c:pt>
                <c:pt idx="4788">
                  <c:v>15934</c:v>
                </c:pt>
                <c:pt idx="4789">
                  <c:v>15938</c:v>
                </c:pt>
                <c:pt idx="4790">
                  <c:v>15941</c:v>
                </c:pt>
                <c:pt idx="4791">
                  <c:v>15944</c:v>
                </c:pt>
                <c:pt idx="4792">
                  <c:v>15948</c:v>
                </c:pt>
                <c:pt idx="4793">
                  <c:v>15951</c:v>
                </c:pt>
                <c:pt idx="4794">
                  <c:v>15954</c:v>
                </c:pt>
                <c:pt idx="4795">
                  <c:v>15958</c:v>
                </c:pt>
                <c:pt idx="4796">
                  <c:v>15961</c:v>
                </c:pt>
                <c:pt idx="4797">
                  <c:v>15964</c:v>
                </c:pt>
                <c:pt idx="4798">
                  <c:v>15968</c:v>
                </c:pt>
                <c:pt idx="4799">
                  <c:v>15971</c:v>
                </c:pt>
                <c:pt idx="4800">
                  <c:v>15974</c:v>
                </c:pt>
                <c:pt idx="4801">
                  <c:v>15978</c:v>
                </c:pt>
                <c:pt idx="4802">
                  <c:v>15981</c:v>
                </c:pt>
                <c:pt idx="4803">
                  <c:v>15984</c:v>
                </c:pt>
                <c:pt idx="4804">
                  <c:v>15988</c:v>
                </c:pt>
                <c:pt idx="4805">
                  <c:v>15991</c:v>
                </c:pt>
                <c:pt idx="4806">
                  <c:v>15994</c:v>
                </c:pt>
                <c:pt idx="4807">
                  <c:v>15998</c:v>
                </c:pt>
                <c:pt idx="4808">
                  <c:v>16001</c:v>
                </c:pt>
                <c:pt idx="4809">
                  <c:v>16004</c:v>
                </c:pt>
                <c:pt idx="4810">
                  <c:v>16008</c:v>
                </c:pt>
                <c:pt idx="4811">
                  <c:v>16011</c:v>
                </c:pt>
                <c:pt idx="4812">
                  <c:v>16014</c:v>
                </c:pt>
                <c:pt idx="4813">
                  <c:v>16017</c:v>
                </c:pt>
                <c:pt idx="4814">
                  <c:v>16021</c:v>
                </c:pt>
                <c:pt idx="4815">
                  <c:v>16024</c:v>
                </c:pt>
                <c:pt idx="4816">
                  <c:v>16027</c:v>
                </c:pt>
                <c:pt idx="4817">
                  <c:v>16031</c:v>
                </c:pt>
                <c:pt idx="4818">
                  <c:v>16034</c:v>
                </c:pt>
                <c:pt idx="4819">
                  <c:v>16037</c:v>
                </c:pt>
                <c:pt idx="4820">
                  <c:v>16041</c:v>
                </c:pt>
                <c:pt idx="4821">
                  <c:v>16044</c:v>
                </c:pt>
                <c:pt idx="4822">
                  <c:v>16047</c:v>
                </c:pt>
                <c:pt idx="4823">
                  <c:v>16051</c:v>
                </c:pt>
                <c:pt idx="4824">
                  <c:v>16054</c:v>
                </c:pt>
                <c:pt idx="4825">
                  <c:v>16057</c:v>
                </c:pt>
                <c:pt idx="4826">
                  <c:v>16061</c:v>
                </c:pt>
                <c:pt idx="4827">
                  <c:v>16064</c:v>
                </c:pt>
                <c:pt idx="4828">
                  <c:v>16067</c:v>
                </c:pt>
                <c:pt idx="4829">
                  <c:v>16071</c:v>
                </c:pt>
                <c:pt idx="4830">
                  <c:v>16074</c:v>
                </c:pt>
                <c:pt idx="4831">
                  <c:v>16077</c:v>
                </c:pt>
                <c:pt idx="4832">
                  <c:v>16081</c:v>
                </c:pt>
                <c:pt idx="4833">
                  <c:v>16084</c:v>
                </c:pt>
                <c:pt idx="4834">
                  <c:v>16087</c:v>
                </c:pt>
                <c:pt idx="4835">
                  <c:v>16091</c:v>
                </c:pt>
                <c:pt idx="4836">
                  <c:v>16094</c:v>
                </c:pt>
                <c:pt idx="4837">
                  <c:v>16097</c:v>
                </c:pt>
                <c:pt idx="4838">
                  <c:v>16101</c:v>
                </c:pt>
                <c:pt idx="4839">
                  <c:v>16104</c:v>
                </c:pt>
                <c:pt idx="4840">
                  <c:v>16107</c:v>
                </c:pt>
                <c:pt idx="4841">
                  <c:v>16111</c:v>
                </c:pt>
                <c:pt idx="4842">
                  <c:v>16114</c:v>
                </c:pt>
                <c:pt idx="4843">
                  <c:v>16117</c:v>
                </c:pt>
                <c:pt idx="4844">
                  <c:v>16121</c:v>
                </c:pt>
                <c:pt idx="4845">
                  <c:v>16124</c:v>
                </c:pt>
                <c:pt idx="4846">
                  <c:v>16127</c:v>
                </c:pt>
                <c:pt idx="4847">
                  <c:v>16131</c:v>
                </c:pt>
                <c:pt idx="4848">
                  <c:v>16134</c:v>
                </c:pt>
                <c:pt idx="4849">
                  <c:v>16137</c:v>
                </c:pt>
                <c:pt idx="4850">
                  <c:v>16141</c:v>
                </c:pt>
                <c:pt idx="4851">
                  <c:v>16144</c:v>
                </c:pt>
                <c:pt idx="4852">
                  <c:v>16147</c:v>
                </c:pt>
                <c:pt idx="4853">
                  <c:v>16151</c:v>
                </c:pt>
                <c:pt idx="4854">
                  <c:v>16154</c:v>
                </c:pt>
                <c:pt idx="4855">
                  <c:v>16157</c:v>
                </c:pt>
                <c:pt idx="4856">
                  <c:v>16161</c:v>
                </c:pt>
                <c:pt idx="4857">
                  <c:v>16164</c:v>
                </c:pt>
                <c:pt idx="4858">
                  <c:v>16167</c:v>
                </c:pt>
                <c:pt idx="4859">
                  <c:v>16171</c:v>
                </c:pt>
                <c:pt idx="4860">
                  <c:v>16174</c:v>
                </c:pt>
                <c:pt idx="4861">
                  <c:v>16177</c:v>
                </c:pt>
                <c:pt idx="4862">
                  <c:v>16181</c:v>
                </c:pt>
                <c:pt idx="4863">
                  <c:v>16184</c:v>
                </c:pt>
                <c:pt idx="4864">
                  <c:v>16187</c:v>
                </c:pt>
                <c:pt idx="4865">
                  <c:v>16191</c:v>
                </c:pt>
                <c:pt idx="4866">
                  <c:v>16194</c:v>
                </c:pt>
                <c:pt idx="4867">
                  <c:v>16197</c:v>
                </c:pt>
                <c:pt idx="4868">
                  <c:v>16200</c:v>
                </c:pt>
                <c:pt idx="4869">
                  <c:v>16204</c:v>
                </c:pt>
                <c:pt idx="4870">
                  <c:v>16207</c:v>
                </c:pt>
                <c:pt idx="4871">
                  <c:v>16210</c:v>
                </c:pt>
                <c:pt idx="4872">
                  <c:v>16214</c:v>
                </c:pt>
                <c:pt idx="4873">
                  <c:v>16217</c:v>
                </c:pt>
                <c:pt idx="4874">
                  <c:v>16220</c:v>
                </c:pt>
                <c:pt idx="4875">
                  <c:v>16224</c:v>
                </c:pt>
                <c:pt idx="4876">
                  <c:v>16227</c:v>
                </c:pt>
                <c:pt idx="4877">
                  <c:v>16230</c:v>
                </c:pt>
                <c:pt idx="4878">
                  <c:v>16234</c:v>
                </c:pt>
                <c:pt idx="4879">
                  <c:v>16237</c:v>
                </c:pt>
                <c:pt idx="4880">
                  <c:v>16240</c:v>
                </c:pt>
                <c:pt idx="4881">
                  <c:v>16244</c:v>
                </c:pt>
                <c:pt idx="4882">
                  <c:v>16247</c:v>
                </c:pt>
                <c:pt idx="4883">
                  <c:v>16250</c:v>
                </c:pt>
                <c:pt idx="4884">
                  <c:v>16254</c:v>
                </c:pt>
                <c:pt idx="4885">
                  <c:v>16257</c:v>
                </c:pt>
                <c:pt idx="4886">
                  <c:v>16260</c:v>
                </c:pt>
                <c:pt idx="4887">
                  <c:v>16264</c:v>
                </c:pt>
                <c:pt idx="4888">
                  <c:v>16267</c:v>
                </c:pt>
                <c:pt idx="4889">
                  <c:v>16270</c:v>
                </c:pt>
                <c:pt idx="4890">
                  <c:v>16274</c:v>
                </c:pt>
                <c:pt idx="4891">
                  <c:v>16277</c:v>
                </c:pt>
                <c:pt idx="4892">
                  <c:v>16280</c:v>
                </c:pt>
                <c:pt idx="4893">
                  <c:v>16284</c:v>
                </c:pt>
                <c:pt idx="4894">
                  <c:v>16287</c:v>
                </c:pt>
                <c:pt idx="4895">
                  <c:v>16290</c:v>
                </c:pt>
                <c:pt idx="4896">
                  <c:v>16294</c:v>
                </c:pt>
                <c:pt idx="4897">
                  <c:v>16297</c:v>
                </c:pt>
                <c:pt idx="4898">
                  <c:v>16300</c:v>
                </c:pt>
                <c:pt idx="4899">
                  <c:v>16304</c:v>
                </c:pt>
                <c:pt idx="4900">
                  <c:v>16307</c:v>
                </c:pt>
                <c:pt idx="4901">
                  <c:v>16310</c:v>
                </c:pt>
                <c:pt idx="4902">
                  <c:v>16314</c:v>
                </c:pt>
                <c:pt idx="4903">
                  <c:v>16317</c:v>
                </c:pt>
                <c:pt idx="4904">
                  <c:v>16320</c:v>
                </c:pt>
                <c:pt idx="4905">
                  <c:v>16324</c:v>
                </c:pt>
                <c:pt idx="4906">
                  <c:v>16327</c:v>
                </c:pt>
                <c:pt idx="4907">
                  <c:v>16330</c:v>
                </c:pt>
                <c:pt idx="4908">
                  <c:v>16334</c:v>
                </c:pt>
                <c:pt idx="4909">
                  <c:v>16337</c:v>
                </c:pt>
                <c:pt idx="4910">
                  <c:v>16340</c:v>
                </c:pt>
                <c:pt idx="4911">
                  <c:v>16344</c:v>
                </c:pt>
                <c:pt idx="4912">
                  <c:v>16347</c:v>
                </c:pt>
                <c:pt idx="4913">
                  <c:v>16350</c:v>
                </c:pt>
                <c:pt idx="4914">
                  <c:v>16354</c:v>
                </c:pt>
                <c:pt idx="4915">
                  <c:v>16357</c:v>
                </c:pt>
                <c:pt idx="4916">
                  <c:v>16360</c:v>
                </c:pt>
                <c:pt idx="4917">
                  <c:v>16364</c:v>
                </c:pt>
                <c:pt idx="4918">
                  <c:v>16367</c:v>
                </c:pt>
                <c:pt idx="4919">
                  <c:v>16370</c:v>
                </c:pt>
                <c:pt idx="4920">
                  <c:v>16374</c:v>
                </c:pt>
                <c:pt idx="4921">
                  <c:v>16377</c:v>
                </c:pt>
                <c:pt idx="4922">
                  <c:v>16380</c:v>
                </c:pt>
                <c:pt idx="4923">
                  <c:v>16383</c:v>
                </c:pt>
                <c:pt idx="4924">
                  <c:v>16387</c:v>
                </c:pt>
                <c:pt idx="4925">
                  <c:v>16390</c:v>
                </c:pt>
                <c:pt idx="4926">
                  <c:v>16393</c:v>
                </c:pt>
                <c:pt idx="4927">
                  <c:v>16397</c:v>
                </c:pt>
                <c:pt idx="4928">
                  <c:v>16400</c:v>
                </c:pt>
                <c:pt idx="4929">
                  <c:v>16403</c:v>
                </c:pt>
                <c:pt idx="4930">
                  <c:v>16407</c:v>
                </c:pt>
                <c:pt idx="4931">
                  <c:v>16410</c:v>
                </c:pt>
                <c:pt idx="4932">
                  <c:v>16413</c:v>
                </c:pt>
                <c:pt idx="4933">
                  <c:v>16417</c:v>
                </c:pt>
                <c:pt idx="4934">
                  <c:v>16420</c:v>
                </c:pt>
                <c:pt idx="4935">
                  <c:v>16423</c:v>
                </c:pt>
                <c:pt idx="4936">
                  <c:v>16427</c:v>
                </c:pt>
                <c:pt idx="4937">
                  <c:v>16430</c:v>
                </c:pt>
                <c:pt idx="4938">
                  <c:v>16433</c:v>
                </c:pt>
                <c:pt idx="4939">
                  <c:v>16437</c:v>
                </c:pt>
                <c:pt idx="4940">
                  <c:v>16440</c:v>
                </c:pt>
                <c:pt idx="4941">
                  <c:v>16443</c:v>
                </c:pt>
                <c:pt idx="4942">
                  <c:v>16447</c:v>
                </c:pt>
                <c:pt idx="4943">
                  <c:v>16450</c:v>
                </c:pt>
                <c:pt idx="4944">
                  <c:v>16453</c:v>
                </c:pt>
                <c:pt idx="4945">
                  <c:v>16457</c:v>
                </c:pt>
                <c:pt idx="4946">
                  <c:v>16460</c:v>
                </c:pt>
                <c:pt idx="4947">
                  <c:v>16463</c:v>
                </c:pt>
                <c:pt idx="4948">
                  <c:v>16467</c:v>
                </c:pt>
                <c:pt idx="4949">
                  <c:v>16470</c:v>
                </c:pt>
                <c:pt idx="4950">
                  <c:v>16473</c:v>
                </c:pt>
                <c:pt idx="4951">
                  <c:v>16477</c:v>
                </c:pt>
                <c:pt idx="4952">
                  <c:v>16480</c:v>
                </c:pt>
                <c:pt idx="4953">
                  <c:v>16483</c:v>
                </c:pt>
                <c:pt idx="4954">
                  <c:v>16487</c:v>
                </c:pt>
                <c:pt idx="4955">
                  <c:v>16490</c:v>
                </c:pt>
                <c:pt idx="4956">
                  <c:v>16493</c:v>
                </c:pt>
                <c:pt idx="4957">
                  <c:v>16497</c:v>
                </c:pt>
                <c:pt idx="4958">
                  <c:v>16500</c:v>
                </c:pt>
                <c:pt idx="4959">
                  <c:v>16503</c:v>
                </c:pt>
                <c:pt idx="4960">
                  <c:v>16507</c:v>
                </c:pt>
                <c:pt idx="4961">
                  <c:v>16510</c:v>
                </c:pt>
                <c:pt idx="4962">
                  <c:v>16513</c:v>
                </c:pt>
                <c:pt idx="4963">
                  <c:v>16517</c:v>
                </c:pt>
                <c:pt idx="4964">
                  <c:v>16520</c:v>
                </c:pt>
                <c:pt idx="4965">
                  <c:v>16523</c:v>
                </c:pt>
                <c:pt idx="4966">
                  <c:v>16527</c:v>
                </c:pt>
                <c:pt idx="4967">
                  <c:v>16530</c:v>
                </c:pt>
                <c:pt idx="4968">
                  <c:v>16533</c:v>
                </c:pt>
                <c:pt idx="4969">
                  <c:v>16537</c:v>
                </c:pt>
                <c:pt idx="4970">
                  <c:v>16540</c:v>
                </c:pt>
                <c:pt idx="4971">
                  <c:v>16543</c:v>
                </c:pt>
                <c:pt idx="4972">
                  <c:v>16547</c:v>
                </c:pt>
                <c:pt idx="4973">
                  <c:v>16550</c:v>
                </c:pt>
                <c:pt idx="4974">
                  <c:v>16553</c:v>
                </c:pt>
                <c:pt idx="4975">
                  <c:v>16557</c:v>
                </c:pt>
                <c:pt idx="4976">
                  <c:v>16560</c:v>
                </c:pt>
                <c:pt idx="4977">
                  <c:v>16563</c:v>
                </c:pt>
                <c:pt idx="4978">
                  <c:v>16566</c:v>
                </c:pt>
                <c:pt idx="4979">
                  <c:v>16570</c:v>
                </c:pt>
                <c:pt idx="4980">
                  <c:v>16573</c:v>
                </c:pt>
                <c:pt idx="4981">
                  <c:v>16576</c:v>
                </c:pt>
                <c:pt idx="4982">
                  <c:v>16580</c:v>
                </c:pt>
                <c:pt idx="4983">
                  <c:v>16583</c:v>
                </c:pt>
                <c:pt idx="4984">
                  <c:v>16586</c:v>
                </c:pt>
                <c:pt idx="4985">
                  <c:v>16590</c:v>
                </c:pt>
                <c:pt idx="4986">
                  <c:v>16593</c:v>
                </c:pt>
                <c:pt idx="4987">
                  <c:v>16596</c:v>
                </c:pt>
                <c:pt idx="4988">
                  <c:v>16600</c:v>
                </c:pt>
                <c:pt idx="4989">
                  <c:v>16603</c:v>
                </c:pt>
                <c:pt idx="4990">
                  <c:v>16606</c:v>
                </c:pt>
                <c:pt idx="4991">
                  <c:v>16610</c:v>
                </c:pt>
                <c:pt idx="4992">
                  <c:v>16613</c:v>
                </c:pt>
                <c:pt idx="4993">
                  <c:v>16616</c:v>
                </c:pt>
                <c:pt idx="4994">
                  <c:v>16620</c:v>
                </c:pt>
                <c:pt idx="4995">
                  <c:v>16623</c:v>
                </c:pt>
                <c:pt idx="4996">
                  <c:v>16626</c:v>
                </c:pt>
                <c:pt idx="4997">
                  <c:v>16630</c:v>
                </c:pt>
                <c:pt idx="4998">
                  <c:v>16633</c:v>
                </c:pt>
                <c:pt idx="4999">
                  <c:v>16636</c:v>
                </c:pt>
              </c:numCache>
            </c:numRef>
          </c:cat>
          <c:val>
            <c:numRef>
              <c:f>Chart_1!$O$12:$O$5011</c:f>
              <c:numCache>
                <c:formatCode>0.00</c:formatCode>
                <c:ptCount val="5000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  <c:pt idx="65">
                  <c:v>#N/A</c:v>
                </c:pt>
                <c:pt idx="66">
                  <c:v>#N/A</c:v>
                </c:pt>
                <c:pt idx="67">
                  <c:v>#N/A</c:v>
                </c:pt>
                <c:pt idx="68">
                  <c:v>#N/A</c:v>
                </c:pt>
                <c:pt idx="69">
                  <c:v>#N/A</c:v>
                </c:pt>
                <c:pt idx="70">
                  <c:v>#N/A</c:v>
                </c:pt>
                <c:pt idx="71">
                  <c:v>#N/A</c:v>
                </c:pt>
                <c:pt idx="72">
                  <c:v>#N/A</c:v>
                </c:pt>
                <c:pt idx="73">
                  <c:v>#N/A</c:v>
                </c:pt>
                <c:pt idx="74">
                  <c:v>#N/A</c:v>
                </c:pt>
                <c:pt idx="75">
                  <c:v>#N/A</c:v>
                </c:pt>
                <c:pt idx="76">
                  <c:v>#N/A</c:v>
                </c:pt>
                <c:pt idx="77">
                  <c:v>#N/A</c:v>
                </c:pt>
                <c:pt idx="78">
                  <c:v>#N/A</c:v>
                </c:pt>
                <c:pt idx="79">
                  <c:v>#N/A</c:v>
                </c:pt>
                <c:pt idx="80">
                  <c:v>#N/A</c:v>
                </c:pt>
                <c:pt idx="81">
                  <c:v>#N/A</c:v>
                </c:pt>
                <c:pt idx="82">
                  <c:v>#N/A</c:v>
                </c:pt>
                <c:pt idx="83">
                  <c:v>#N/A</c:v>
                </c:pt>
                <c:pt idx="84">
                  <c:v>#N/A</c:v>
                </c:pt>
                <c:pt idx="85">
                  <c:v>#N/A</c:v>
                </c:pt>
                <c:pt idx="86">
                  <c:v>#N/A</c:v>
                </c:pt>
                <c:pt idx="87">
                  <c:v>#N/A</c:v>
                </c:pt>
                <c:pt idx="88">
                  <c:v>#N/A</c:v>
                </c:pt>
                <c:pt idx="89">
                  <c:v>#N/A</c:v>
                </c:pt>
                <c:pt idx="90">
                  <c:v>#N/A</c:v>
                </c:pt>
                <c:pt idx="91">
                  <c:v>#N/A</c:v>
                </c:pt>
                <c:pt idx="92">
                  <c:v>#N/A</c:v>
                </c:pt>
                <c:pt idx="93">
                  <c:v>#N/A</c:v>
                </c:pt>
                <c:pt idx="94">
                  <c:v>#N/A</c:v>
                </c:pt>
                <c:pt idx="95">
                  <c:v>#N/A</c:v>
                </c:pt>
                <c:pt idx="96">
                  <c:v>#N/A</c:v>
                </c:pt>
                <c:pt idx="97">
                  <c:v>#N/A</c:v>
                </c:pt>
                <c:pt idx="98">
                  <c:v>#N/A</c:v>
                </c:pt>
                <c:pt idx="99">
                  <c:v>#N/A</c:v>
                </c:pt>
                <c:pt idx="100">
                  <c:v>#N/A</c:v>
                </c:pt>
                <c:pt idx="101">
                  <c:v>#N/A</c:v>
                </c:pt>
                <c:pt idx="102">
                  <c:v>#N/A</c:v>
                </c:pt>
                <c:pt idx="103">
                  <c:v>#N/A</c:v>
                </c:pt>
                <c:pt idx="104">
                  <c:v>#N/A</c:v>
                </c:pt>
                <c:pt idx="105">
                  <c:v>#N/A</c:v>
                </c:pt>
                <c:pt idx="106">
                  <c:v>#N/A</c:v>
                </c:pt>
                <c:pt idx="107">
                  <c:v>#N/A</c:v>
                </c:pt>
                <c:pt idx="108">
                  <c:v>#N/A</c:v>
                </c:pt>
                <c:pt idx="109">
                  <c:v>#N/A</c:v>
                </c:pt>
                <c:pt idx="110">
                  <c:v>#N/A</c:v>
                </c:pt>
                <c:pt idx="111">
                  <c:v>#N/A</c:v>
                </c:pt>
                <c:pt idx="112">
                  <c:v>#N/A</c:v>
                </c:pt>
                <c:pt idx="113">
                  <c:v>#N/A</c:v>
                </c:pt>
                <c:pt idx="114">
                  <c:v>#N/A</c:v>
                </c:pt>
                <c:pt idx="115">
                  <c:v>#N/A</c:v>
                </c:pt>
                <c:pt idx="116">
                  <c:v>#N/A</c:v>
                </c:pt>
                <c:pt idx="117">
                  <c:v>#N/A</c:v>
                </c:pt>
                <c:pt idx="118">
                  <c:v>#N/A</c:v>
                </c:pt>
                <c:pt idx="119">
                  <c:v>#N/A</c:v>
                </c:pt>
                <c:pt idx="120">
                  <c:v>#N/A</c:v>
                </c:pt>
                <c:pt idx="121">
                  <c:v>#N/A</c:v>
                </c:pt>
                <c:pt idx="122">
                  <c:v>#N/A</c:v>
                </c:pt>
                <c:pt idx="123">
                  <c:v>#N/A</c:v>
                </c:pt>
                <c:pt idx="124">
                  <c:v>#N/A</c:v>
                </c:pt>
                <c:pt idx="125">
                  <c:v>#N/A</c:v>
                </c:pt>
                <c:pt idx="126">
                  <c:v>#N/A</c:v>
                </c:pt>
                <c:pt idx="127">
                  <c:v>#N/A</c:v>
                </c:pt>
                <c:pt idx="128">
                  <c:v>#N/A</c:v>
                </c:pt>
                <c:pt idx="129">
                  <c:v>#N/A</c:v>
                </c:pt>
                <c:pt idx="130">
                  <c:v>#N/A</c:v>
                </c:pt>
                <c:pt idx="131">
                  <c:v>#N/A</c:v>
                </c:pt>
                <c:pt idx="132">
                  <c:v>#N/A</c:v>
                </c:pt>
                <c:pt idx="133">
                  <c:v>#N/A</c:v>
                </c:pt>
                <c:pt idx="134">
                  <c:v>#N/A</c:v>
                </c:pt>
                <c:pt idx="135">
                  <c:v>#N/A</c:v>
                </c:pt>
                <c:pt idx="136">
                  <c:v>#N/A</c:v>
                </c:pt>
                <c:pt idx="137">
                  <c:v>#N/A</c:v>
                </c:pt>
                <c:pt idx="138">
                  <c:v>#N/A</c:v>
                </c:pt>
                <c:pt idx="139">
                  <c:v>#N/A</c:v>
                </c:pt>
                <c:pt idx="140">
                  <c:v>#N/A</c:v>
                </c:pt>
                <c:pt idx="141">
                  <c:v>#N/A</c:v>
                </c:pt>
                <c:pt idx="142">
                  <c:v>#N/A</c:v>
                </c:pt>
                <c:pt idx="143">
                  <c:v>#N/A</c:v>
                </c:pt>
                <c:pt idx="144">
                  <c:v>#N/A</c:v>
                </c:pt>
                <c:pt idx="145">
                  <c:v>#N/A</c:v>
                </c:pt>
                <c:pt idx="146">
                  <c:v>#N/A</c:v>
                </c:pt>
                <c:pt idx="147">
                  <c:v>#N/A</c:v>
                </c:pt>
                <c:pt idx="148">
                  <c:v>#N/A</c:v>
                </c:pt>
                <c:pt idx="149">
                  <c:v>#N/A</c:v>
                </c:pt>
                <c:pt idx="150">
                  <c:v>#N/A</c:v>
                </c:pt>
                <c:pt idx="151">
                  <c:v>#N/A</c:v>
                </c:pt>
                <c:pt idx="152">
                  <c:v>#N/A</c:v>
                </c:pt>
                <c:pt idx="153">
                  <c:v>#N/A</c:v>
                </c:pt>
                <c:pt idx="154">
                  <c:v>#N/A</c:v>
                </c:pt>
                <c:pt idx="155">
                  <c:v>#N/A</c:v>
                </c:pt>
                <c:pt idx="156">
                  <c:v>#N/A</c:v>
                </c:pt>
                <c:pt idx="157">
                  <c:v>#N/A</c:v>
                </c:pt>
                <c:pt idx="158">
                  <c:v>#N/A</c:v>
                </c:pt>
                <c:pt idx="159">
                  <c:v>#N/A</c:v>
                </c:pt>
                <c:pt idx="160">
                  <c:v>#N/A</c:v>
                </c:pt>
                <c:pt idx="161">
                  <c:v>#N/A</c:v>
                </c:pt>
                <c:pt idx="162">
                  <c:v>#N/A</c:v>
                </c:pt>
                <c:pt idx="163">
                  <c:v>#N/A</c:v>
                </c:pt>
                <c:pt idx="164">
                  <c:v>#N/A</c:v>
                </c:pt>
                <c:pt idx="165">
                  <c:v>#N/A</c:v>
                </c:pt>
                <c:pt idx="166">
                  <c:v>#N/A</c:v>
                </c:pt>
                <c:pt idx="167">
                  <c:v>#N/A</c:v>
                </c:pt>
                <c:pt idx="168">
                  <c:v>#N/A</c:v>
                </c:pt>
                <c:pt idx="169">
                  <c:v>#N/A</c:v>
                </c:pt>
                <c:pt idx="170">
                  <c:v>#N/A</c:v>
                </c:pt>
                <c:pt idx="171">
                  <c:v>#N/A</c:v>
                </c:pt>
                <c:pt idx="172">
                  <c:v>#N/A</c:v>
                </c:pt>
                <c:pt idx="173">
                  <c:v>#N/A</c:v>
                </c:pt>
                <c:pt idx="174">
                  <c:v>#N/A</c:v>
                </c:pt>
                <c:pt idx="175">
                  <c:v>#N/A</c:v>
                </c:pt>
                <c:pt idx="176">
                  <c:v>#N/A</c:v>
                </c:pt>
                <c:pt idx="177">
                  <c:v>#N/A</c:v>
                </c:pt>
                <c:pt idx="178">
                  <c:v>#N/A</c:v>
                </c:pt>
                <c:pt idx="179">
                  <c:v>#N/A</c:v>
                </c:pt>
                <c:pt idx="180">
                  <c:v>#N/A</c:v>
                </c:pt>
                <c:pt idx="181">
                  <c:v>#N/A</c:v>
                </c:pt>
                <c:pt idx="182">
                  <c:v>#N/A</c:v>
                </c:pt>
                <c:pt idx="183">
                  <c:v>#N/A</c:v>
                </c:pt>
                <c:pt idx="184">
                  <c:v>#N/A</c:v>
                </c:pt>
                <c:pt idx="185">
                  <c:v>#N/A</c:v>
                </c:pt>
                <c:pt idx="186">
                  <c:v>#N/A</c:v>
                </c:pt>
                <c:pt idx="187">
                  <c:v>#N/A</c:v>
                </c:pt>
                <c:pt idx="188">
                  <c:v>#N/A</c:v>
                </c:pt>
                <c:pt idx="189">
                  <c:v>#N/A</c:v>
                </c:pt>
                <c:pt idx="190">
                  <c:v>#N/A</c:v>
                </c:pt>
                <c:pt idx="191">
                  <c:v>#N/A</c:v>
                </c:pt>
                <c:pt idx="192">
                  <c:v>#N/A</c:v>
                </c:pt>
                <c:pt idx="193">
                  <c:v>#N/A</c:v>
                </c:pt>
                <c:pt idx="194">
                  <c:v>#N/A</c:v>
                </c:pt>
                <c:pt idx="195">
                  <c:v>#N/A</c:v>
                </c:pt>
                <c:pt idx="196">
                  <c:v>#N/A</c:v>
                </c:pt>
                <c:pt idx="197">
                  <c:v>#N/A</c:v>
                </c:pt>
                <c:pt idx="198">
                  <c:v>#N/A</c:v>
                </c:pt>
                <c:pt idx="199">
                  <c:v>#N/A</c:v>
                </c:pt>
                <c:pt idx="200">
                  <c:v>#N/A</c:v>
                </c:pt>
                <c:pt idx="201">
                  <c:v>#N/A</c:v>
                </c:pt>
                <c:pt idx="202">
                  <c:v>#N/A</c:v>
                </c:pt>
                <c:pt idx="203">
                  <c:v>#N/A</c:v>
                </c:pt>
                <c:pt idx="204">
                  <c:v>#N/A</c:v>
                </c:pt>
                <c:pt idx="205">
                  <c:v>#N/A</c:v>
                </c:pt>
                <c:pt idx="206">
                  <c:v>#N/A</c:v>
                </c:pt>
                <c:pt idx="207">
                  <c:v>#N/A</c:v>
                </c:pt>
                <c:pt idx="208">
                  <c:v>#N/A</c:v>
                </c:pt>
                <c:pt idx="209">
                  <c:v>#N/A</c:v>
                </c:pt>
                <c:pt idx="210">
                  <c:v>#N/A</c:v>
                </c:pt>
                <c:pt idx="211">
                  <c:v>#N/A</c:v>
                </c:pt>
                <c:pt idx="212">
                  <c:v>#N/A</c:v>
                </c:pt>
                <c:pt idx="213">
                  <c:v>#N/A</c:v>
                </c:pt>
                <c:pt idx="214">
                  <c:v>#N/A</c:v>
                </c:pt>
                <c:pt idx="215">
                  <c:v>#N/A</c:v>
                </c:pt>
                <c:pt idx="216">
                  <c:v>#N/A</c:v>
                </c:pt>
                <c:pt idx="217">
                  <c:v>#N/A</c:v>
                </c:pt>
                <c:pt idx="218">
                  <c:v>#N/A</c:v>
                </c:pt>
                <c:pt idx="219">
                  <c:v>#N/A</c:v>
                </c:pt>
                <c:pt idx="220">
                  <c:v>#N/A</c:v>
                </c:pt>
                <c:pt idx="221">
                  <c:v>#N/A</c:v>
                </c:pt>
                <c:pt idx="222">
                  <c:v>#N/A</c:v>
                </c:pt>
                <c:pt idx="223">
                  <c:v>#N/A</c:v>
                </c:pt>
                <c:pt idx="224">
                  <c:v>#N/A</c:v>
                </c:pt>
                <c:pt idx="225">
                  <c:v>#N/A</c:v>
                </c:pt>
                <c:pt idx="226">
                  <c:v>#N/A</c:v>
                </c:pt>
                <c:pt idx="227">
                  <c:v>#N/A</c:v>
                </c:pt>
                <c:pt idx="228">
                  <c:v>#N/A</c:v>
                </c:pt>
                <c:pt idx="229">
                  <c:v>#N/A</c:v>
                </c:pt>
                <c:pt idx="230">
                  <c:v>#N/A</c:v>
                </c:pt>
                <c:pt idx="231">
                  <c:v>#N/A</c:v>
                </c:pt>
                <c:pt idx="232">
                  <c:v>#N/A</c:v>
                </c:pt>
                <c:pt idx="233">
                  <c:v>#N/A</c:v>
                </c:pt>
                <c:pt idx="234">
                  <c:v>#N/A</c:v>
                </c:pt>
                <c:pt idx="235">
                  <c:v>#N/A</c:v>
                </c:pt>
                <c:pt idx="236">
                  <c:v>#N/A</c:v>
                </c:pt>
                <c:pt idx="237">
                  <c:v>#N/A</c:v>
                </c:pt>
                <c:pt idx="238">
                  <c:v>#N/A</c:v>
                </c:pt>
                <c:pt idx="239">
                  <c:v>#N/A</c:v>
                </c:pt>
                <c:pt idx="240">
                  <c:v>#N/A</c:v>
                </c:pt>
                <c:pt idx="241">
                  <c:v>#N/A</c:v>
                </c:pt>
                <c:pt idx="242">
                  <c:v>#N/A</c:v>
                </c:pt>
                <c:pt idx="243">
                  <c:v>#N/A</c:v>
                </c:pt>
                <c:pt idx="244">
                  <c:v>#N/A</c:v>
                </c:pt>
                <c:pt idx="245">
                  <c:v>#N/A</c:v>
                </c:pt>
                <c:pt idx="246">
                  <c:v>#N/A</c:v>
                </c:pt>
                <c:pt idx="247">
                  <c:v>#N/A</c:v>
                </c:pt>
                <c:pt idx="248">
                  <c:v>#N/A</c:v>
                </c:pt>
                <c:pt idx="249">
                  <c:v>#N/A</c:v>
                </c:pt>
                <c:pt idx="250">
                  <c:v>#N/A</c:v>
                </c:pt>
                <c:pt idx="251">
                  <c:v>#N/A</c:v>
                </c:pt>
                <c:pt idx="252">
                  <c:v>#N/A</c:v>
                </c:pt>
                <c:pt idx="253">
                  <c:v>#N/A</c:v>
                </c:pt>
                <c:pt idx="254">
                  <c:v>#N/A</c:v>
                </c:pt>
                <c:pt idx="255">
                  <c:v>#N/A</c:v>
                </c:pt>
                <c:pt idx="256">
                  <c:v>#N/A</c:v>
                </c:pt>
                <c:pt idx="257">
                  <c:v>#N/A</c:v>
                </c:pt>
                <c:pt idx="258">
                  <c:v>#N/A</c:v>
                </c:pt>
                <c:pt idx="259">
                  <c:v>#N/A</c:v>
                </c:pt>
                <c:pt idx="260">
                  <c:v>#N/A</c:v>
                </c:pt>
                <c:pt idx="261">
                  <c:v>#N/A</c:v>
                </c:pt>
                <c:pt idx="262">
                  <c:v>#N/A</c:v>
                </c:pt>
                <c:pt idx="263">
                  <c:v>#N/A</c:v>
                </c:pt>
                <c:pt idx="264">
                  <c:v>#N/A</c:v>
                </c:pt>
                <c:pt idx="265">
                  <c:v>#N/A</c:v>
                </c:pt>
                <c:pt idx="266">
                  <c:v>#N/A</c:v>
                </c:pt>
                <c:pt idx="267">
                  <c:v>#N/A</c:v>
                </c:pt>
                <c:pt idx="268">
                  <c:v>#N/A</c:v>
                </c:pt>
                <c:pt idx="269">
                  <c:v>#N/A</c:v>
                </c:pt>
                <c:pt idx="270">
                  <c:v>#N/A</c:v>
                </c:pt>
                <c:pt idx="271">
                  <c:v>#N/A</c:v>
                </c:pt>
                <c:pt idx="272">
                  <c:v>#N/A</c:v>
                </c:pt>
                <c:pt idx="273">
                  <c:v>#N/A</c:v>
                </c:pt>
                <c:pt idx="274">
                  <c:v>#N/A</c:v>
                </c:pt>
                <c:pt idx="275">
                  <c:v>#N/A</c:v>
                </c:pt>
                <c:pt idx="276">
                  <c:v>#N/A</c:v>
                </c:pt>
                <c:pt idx="277">
                  <c:v>#N/A</c:v>
                </c:pt>
                <c:pt idx="278">
                  <c:v>#N/A</c:v>
                </c:pt>
                <c:pt idx="279">
                  <c:v>#N/A</c:v>
                </c:pt>
                <c:pt idx="280">
                  <c:v>#N/A</c:v>
                </c:pt>
                <c:pt idx="281">
                  <c:v>#N/A</c:v>
                </c:pt>
                <c:pt idx="282">
                  <c:v>#N/A</c:v>
                </c:pt>
                <c:pt idx="283">
                  <c:v>#N/A</c:v>
                </c:pt>
                <c:pt idx="284">
                  <c:v>#N/A</c:v>
                </c:pt>
                <c:pt idx="285">
                  <c:v>#N/A</c:v>
                </c:pt>
                <c:pt idx="286">
                  <c:v>#N/A</c:v>
                </c:pt>
                <c:pt idx="287">
                  <c:v>#N/A</c:v>
                </c:pt>
                <c:pt idx="288">
                  <c:v>#N/A</c:v>
                </c:pt>
                <c:pt idx="289">
                  <c:v>#N/A</c:v>
                </c:pt>
                <c:pt idx="290">
                  <c:v>#N/A</c:v>
                </c:pt>
                <c:pt idx="291">
                  <c:v>#N/A</c:v>
                </c:pt>
                <c:pt idx="292">
                  <c:v>#N/A</c:v>
                </c:pt>
                <c:pt idx="293">
                  <c:v>#N/A</c:v>
                </c:pt>
                <c:pt idx="294">
                  <c:v>#N/A</c:v>
                </c:pt>
                <c:pt idx="295">
                  <c:v>#N/A</c:v>
                </c:pt>
                <c:pt idx="296">
                  <c:v>#N/A</c:v>
                </c:pt>
                <c:pt idx="297">
                  <c:v>#N/A</c:v>
                </c:pt>
                <c:pt idx="298">
                  <c:v>#N/A</c:v>
                </c:pt>
                <c:pt idx="299">
                  <c:v>#N/A</c:v>
                </c:pt>
                <c:pt idx="300">
                  <c:v>#N/A</c:v>
                </c:pt>
                <c:pt idx="301">
                  <c:v>#N/A</c:v>
                </c:pt>
                <c:pt idx="302">
                  <c:v>#N/A</c:v>
                </c:pt>
                <c:pt idx="303">
                  <c:v>#N/A</c:v>
                </c:pt>
                <c:pt idx="304">
                  <c:v>#N/A</c:v>
                </c:pt>
                <c:pt idx="305">
                  <c:v>#N/A</c:v>
                </c:pt>
                <c:pt idx="306">
                  <c:v>#N/A</c:v>
                </c:pt>
                <c:pt idx="307">
                  <c:v>#N/A</c:v>
                </c:pt>
                <c:pt idx="308">
                  <c:v>#N/A</c:v>
                </c:pt>
                <c:pt idx="309">
                  <c:v>#N/A</c:v>
                </c:pt>
                <c:pt idx="310">
                  <c:v>#N/A</c:v>
                </c:pt>
                <c:pt idx="311">
                  <c:v>#N/A</c:v>
                </c:pt>
                <c:pt idx="312">
                  <c:v>#N/A</c:v>
                </c:pt>
                <c:pt idx="313">
                  <c:v>#N/A</c:v>
                </c:pt>
                <c:pt idx="314">
                  <c:v>#N/A</c:v>
                </c:pt>
                <c:pt idx="315">
                  <c:v>#N/A</c:v>
                </c:pt>
                <c:pt idx="316">
                  <c:v>#N/A</c:v>
                </c:pt>
                <c:pt idx="317">
                  <c:v>#N/A</c:v>
                </c:pt>
                <c:pt idx="318">
                  <c:v>#N/A</c:v>
                </c:pt>
                <c:pt idx="319">
                  <c:v>#N/A</c:v>
                </c:pt>
                <c:pt idx="320">
                  <c:v>#N/A</c:v>
                </c:pt>
                <c:pt idx="321">
                  <c:v>#N/A</c:v>
                </c:pt>
                <c:pt idx="322">
                  <c:v>#N/A</c:v>
                </c:pt>
                <c:pt idx="323">
                  <c:v>#N/A</c:v>
                </c:pt>
                <c:pt idx="324">
                  <c:v>#N/A</c:v>
                </c:pt>
                <c:pt idx="325">
                  <c:v>#N/A</c:v>
                </c:pt>
                <c:pt idx="326">
                  <c:v>#N/A</c:v>
                </c:pt>
                <c:pt idx="327">
                  <c:v>#N/A</c:v>
                </c:pt>
                <c:pt idx="328">
                  <c:v>#N/A</c:v>
                </c:pt>
                <c:pt idx="329">
                  <c:v>#N/A</c:v>
                </c:pt>
                <c:pt idx="330">
                  <c:v>#N/A</c:v>
                </c:pt>
                <c:pt idx="331">
                  <c:v>#N/A</c:v>
                </c:pt>
                <c:pt idx="332">
                  <c:v>#N/A</c:v>
                </c:pt>
                <c:pt idx="333">
                  <c:v>#N/A</c:v>
                </c:pt>
                <c:pt idx="334">
                  <c:v>#N/A</c:v>
                </c:pt>
                <c:pt idx="335">
                  <c:v>#N/A</c:v>
                </c:pt>
                <c:pt idx="336">
                  <c:v>#N/A</c:v>
                </c:pt>
                <c:pt idx="337">
                  <c:v>#N/A</c:v>
                </c:pt>
                <c:pt idx="338">
                  <c:v>#N/A</c:v>
                </c:pt>
                <c:pt idx="339">
                  <c:v>#N/A</c:v>
                </c:pt>
                <c:pt idx="340">
                  <c:v>#N/A</c:v>
                </c:pt>
                <c:pt idx="341">
                  <c:v>#N/A</c:v>
                </c:pt>
                <c:pt idx="342">
                  <c:v>#N/A</c:v>
                </c:pt>
                <c:pt idx="343">
                  <c:v>#N/A</c:v>
                </c:pt>
                <c:pt idx="344">
                  <c:v>#N/A</c:v>
                </c:pt>
                <c:pt idx="345">
                  <c:v>#N/A</c:v>
                </c:pt>
                <c:pt idx="346">
                  <c:v>#N/A</c:v>
                </c:pt>
                <c:pt idx="347">
                  <c:v>#N/A</c:v>
                </c:pt>
                <c:pt idx="348">
                  <c:v>#N/A</c:v>
                </c:pt>
                <c:pt idx="349">
                  <c:v>#N/A</c:v>
                </c:pt>
                <c:pt idx="350">
                  <c:v>#N/A</c:v>
                </c:pt>
                <c:pt idx="351">
                  <c:v>#N/A</c:v>
                </c:pt>
                <c:pt idx="352">
                  <c:v>#N/A</c:v>
                </c:pt>
                <c:pt idx="353">
                  <c:v>#N/A</c:v>
                </c:pt>
                <c:pt idx="354">
                  <c:v>#N/A</c:v>
                </c:pt>
                <c:pt idx="355">
                  <c:v>#N/A</c:v>
                </c:pt>
                <c:pt idx="356">
                  <c:v>#N/A</c:v>
                </c:pt>
                <c:pt idx="357">
                  <c:v>#N/A</c:v>
                </c:pt>
                <c:pt idx="358">
                  <c:v>#N/A</c:v>
                </c:pt>
                <c:pt idx="359">
                  <c:v>#N/A</c:v>
                </c:pt>
                <c:pt idx="360">
                  <c:v>#N/A</c:v>
                </c:pt>
                <c:pt idx="361">
                  <c:v>#N/A</c:v>
                </c:pt>
                <c:pt idx="362">
                  <c:v>#N/A</c:v>
                </c:pt>
                <c:pt idx="363">
                  <c:v>#N/A</c:v>
                </c:pt>
                <c:pt idx="364">
                  <c:v>#N/A</c:v>
                </c:pt>
                <c:pt idx="365">
                  <c:v>#N/A</c:v>
                </c:pt>
                <c:pt idx="366">
                  <c:v>#N/A</c:v>
                </c:pt>
                <c:pt idx="367">
                  <c:v>#N/A</c:v>
                </c:pt>
                <c:pt idx="368">
                  <c:v>#N/A</c:v>
                </c:pt>
                <c:pt idx="369">
                  <c:v>#N/A</c:v>
                </c:pt>
                <c:pt idx="370">
                  <c:v>#N/A</c:v>
                </c:pt>
                <c:pt idx="371">
                  <c:v>#N/A</c:v>
                </c:pt>
                <c:pt idx="372">
                  <c:v>#N/A</c:v>
                </c:pt>
                <c:pt idx="373">
                  <c:v>#N/A</c:v>
                </c:pt>
                <c:pt idx="374">
                  <c:v>#N/A</c:v>
                </c:pt>
                <c:pt idx="375">
                  <c:v>#N/A</c:v>
                </c:pt>
                <c:pt idx="376">
                  <c:v>#N/A</c:v>
                </c:pt>
                <c:pt idx="377">
                  <c:v>#N/A</c:v>
                </c:pt>
                <c:pt idx="378">
                  <c:v>#N/A</c:v>
                </c:pt>
                <c:pt idx="379">
                  <c:v>#N/A</c:v>
                </c:pt>
                <c:pt idx="380">
                  <c:v>#N/A</c:v>
                </c:pt>
                <c:pt idx="381">
                  <c:v>#N/A</c:v>
                </c:pt>
                <c:pt idx="382">
                  <c:v>#N/A</c:v>
                </c:pt>
                <c:pt idx="383">
                  <c:v>#N/A</c:v>
                </c:pt>
                <c:pt idx="384">
                  <c:v>#N/A</c:v>
                </c:pt>
                <c:pt idx="385">
                  <c:v>#N/A</c:v>
                </c:pt>
                <c:pt idx="386">
                  <c:v>#N/A</c:v>
                </c:pt>
                <c:pt idx="387">
                  <c:v>#N/A</c:v>
                </c:pt>
                <c:pt idx="388">
                  <c:v>#N/A</c:v>
                </c:pt>
                <c:pt idx="389">
                  <c:v>#N/A</c:v>
                </c:pt>
                <c:pt idx="390">
                  <c:v>#N/A</c:v>
                </c:pt>
                <c:pt idx="391">
                  <c:v>#N/A</c:v>
                </c:pt>
                <c:pt idx="392">
                  <c:v>#N/A</c:v>
                </c:pt>
                <c:pt idx="393">
                  <c:v>#N/A</c:v>
                </c:pt>
                <c:pt idx="394">
                  <c:v>#N/A</c:v>
                </c:pt>
                <c:pt idx="395">
                  <c:v>#N/A</c:v>
                </c:pt>
                <c:pt idx="396">
                  <c:v>#N/A</c:v>
                </c:pt>
                <c:pt idx="397">
                  <c:v>#N/A</c:v>
                </c:pt>
                <c:pt idx="398">
                  <c:v>#N/A</c:v>
                </c:pt>
                <c:pt idx="399">
                  <c:v>#N/A</c:v>
                </c:pt>
                <c:pt idx="400">
                  <c:v>#N/A</c:v>
                </c:pt>
                <c:pt idx="401">
                  <c:v>#N/A</c:v>
                </c:pt>
                <c:pt idx="402">
                  <c:v>#N/A</c:v>
                </c:pt>
                <c:pt idx="403">
                  <c:v>#N/A</c:v>
                </c:pt>
                <c:pt idx="404">
                  <c:v>#N/A</c:v>
                </c:pt>
                <c:pt idx="405">
                  <c:v>#N/A</c:v>
                </c:pt>
                <c:pt idx="406">
                  <c:v>#N/A</c:v>
                </c:pt>
                <c:pt idx="407">
                  <c:v>#N/A</c:v>
                </c:pt>
                <c:pt idx="408">
                  <c:v>#N/A</c:v>
                </c:pt>
                <c:pt idx="409">
                  <c:v>#N/A</c:v>
                </c:pt>
                <c:pt idx="410">
                  <c:v>#N/A</c:v>
                </c:pt>
                <c:pt idx="411">
                  <c:v>#N/A</c:v>
                </c:pt>
                <c:pt idx="412">
                  <c:v>#N/A</c:v>
                </c:pt>
                <c:pt idx="413">
                  <c:v>#N/A</c:v>
                </c:pt>
                <c:pt idx="414">
                  <c:v>#N/A</c:v>
                </c:pt>
                <c:pt idx="415">
                  <c:v>#N/A</c:v>
                </c:pt>
                <c:pt idx="416">
                  <c:v>#N/A</c:v>
                </c:pt>
                <c:pt idx="417">
                  <c:v>#N/A</c:v>
                </c:pt>
                <c:pt idx="418">
                  <c:v>#N/A</c:v>
                </c:pt>
                <c:pt idx="419">
                  <c:v>#N/A</c:v>
                </c:pt>
                <c:pt idx="420">
                  <c:v>#N/A</c:v>
                </c:pt>
                <c:pt idx="421">
                  <c:v>#N/A</c:v>
                </c:pt>
                <c:pt idx="422">
                  <c:v>#N/A</c:v>
                </c:pt>
                <c:pt idx="423">
                  <c:v>#N/A</c:v>
                </c:pt>
                <c:pt idx="424">
                  <c:v>#N/A</c:v>
                </c:pt>
                <c:pt idx="425">
                  <c:v>#N/A</c:v>
                </c:pt>
                <c:pt idx="426">
                  <c:v>#N/A</c:v>
                </c:pt>
                <c:pt idx="427">
                  <c:v>#N/A</c:v>
                </c:pt>
                <c:pt idx="428">
                  <c:v>#N/A</c:v>
                </c:pt>
                <c:pt idx="429">
                  <c:v>#N/A</c:v>
                </c:pt>
                <c:pt idx="430">
                  <c:v>#N/A</c:v>
                </c:pt>
                <c:pt idx="431">
                  <c:v>#N/A</c:v>
                </c:pt>
                <c:pt idx="432">
                  <c:v>#N/A</c:v>
                </c:pt>
                <c:pt idx="433">
                  <c:v>#N/A</c:v>
                </c:pt>
                <c:pt idx="434">
                  <c:v>#N/A</c:v>
                </c:pt>
                <c:pt idx="435">
                  <c:v>#N/A</c:v>
                </c:pt>
                <c:pt idx="436">
                  <c:v>#N/A</c:v>
                </c:pt>
                <c:pt idx="437">
                  <c:v>#N/A</c:v>
                </c:pt>
                <c:pt idx="438">
                  <c:v>#N/A</c:v>
                </c:pt>
                <c:pt idx="439">
                  <c:v>#N/A</c:v>
                </c:pt>
                <c:pt idx="440">
                  <c:v>#N/A</c:v>
                </c:pt>
                <c:pt idx="441">
                  <c:v>#N/A</c:v>
                </c:pt>
                <c:pt idx="442">
                  <c:v>#N/A</c:v>
                </c:pt>
                <c:pt idx="443">
                  <c:v>#N/A</c:v>
                </c:pt>
                <c:pt idx="444">
                  <c:v>#N/A</c:v>
                </c:pt>
                <c:pt idx="445">
                  <c:v>#N/A</c:v>
                </c:pt>
                <c:pt idx="446">
                  <c:v>#N/A</c:v>
                </c:pt>
                <c:pt idx="447">
                  <c:v>#N/A</c:v>
                </c:pt>
                <c:pt idx="448">
                  <c:v>#N/A</c:v>
                </c:pt>
                <c:pt idx="449">
                  <c:v>#N/A</c:v>
                </c:pt>
                <c:pt idx="450">
                  <c:v>#N/A</c:v>
                </c:pt>
                <c:pt idx="451">
                  <c:v>#N/A</c:v>
                </c:pt>
                <c:pt idx="452">
                  <c:v>#N/A</c:v>
                </c:pt>
                <c:pt idx="453">
                  <c:v>#N/A</c:v>
                </c:pt>
                <c:pt idx="454">
                  <c:v>#N/A</c:v>
                </c:pt>
                <c:pt idx="455">
                  <c:v>#N/A</c:v>
                </c:pt>
                <c:pt idx="456">
                  <c:v>#N/A</c:v>
                </c:pt>
                <c:pt idx="457">
                  <c:v>#N/A</c:v>
                </c:pt>
                <c:pt idx="458">
                  <c:v>#N/A</c:v>
                </c:pt>
                <c:pt idx="459">
                  <c:v>#N/A</c:v>
                </c:pt>
                <c:pt idx="460">
                  <c:v>#N/A</c:v>
                </c:pt>
                <c:pt idx="461">
                  <c:v>#N/A</c:v>
                </c:pt>
                <c:pt idx="462">
                  <c:v>#N/A</c:v>
                </c:pt>
                <c:pt idx="463">
                  <c:v>#N/A</c:v>
                </c:pt>
                <c:pt idx="464">
                  <c:v>#N/A</c:v>
                </c:pt>
                <c:pt idx="465">
                  <c:v>#N/A</c:v>
                </c:pt>
                <c:pt idx="466">
                  <c:v>#N/A</c:v>
                </c:pt>
                <c:pt idx="467">
                  <c:v>#N/A</c:v>
                </c:pt>
                <c:pt idx="468">
                  <c:v>#N/A</c:v>
                </c:pt>
                <c:pt idx="469">
                  <c:v>#N/A</c:v>
                </c:pt>
                <c:pt idx="470">
                  <c:v>#N/A</c:v>
                </c:pt>
                <c:pt idx="471">
                  <c:v>#N/A</c:v>
                </c:pt>
                <c:pt idx="472">
                  <c:v>#N/A</c:v>
                </c:pt>
                <c:pt idx="473">
                  <c:v>#N/A</c:v>
                </c:pt>
                <c:pt idx="474">
                  <c:v>#N/A</c:v>
                </c:pt>
                <c:pt idx="475">
                  <c:v>#N/A</c:v>
                </c:pt>
                <c:pt idx="476">
                  <c:v>#N/A</c:v>
                </c:pt>
                <c:pt idx="477">
                  <c:v>#N/A</c:v>
                </c:pt>
                <c:pt idx="478">
                  <c:v>#N/A</c:v>
                </c:pt>
                <c:pt idx="479">
                  <c:v>#N/A</c:v>
                </c:pt>
                <c:pt idx="480">
                  <c:v>#N/A</c:v>
                </c:pt>
                <c:pt idx="481">
                  <c:v>#N/A</c:v>
                </c:pt>
                <c:pt idx="482">
                  <c:v>#N/A</c:v>
                </c:pt>
                <c:pt idx="483">
                  <c:v>#N/A</c:v>
                </c:pt>
                <c:pt idx="484">
                  <c:v>#N/A</c:v>
                </c:pt>
                <c:pt idx="485">
                  <c:v>#N/A</c:v>
                </c:pt>
                <c:pt idx="486">
                  <c:v>#N/A</c:v>
                </c:pt>
                <c:pt idx="487">
                  <c:v>#N/A</c:v>
                </c:pt>
                <c:pt idx="488">
                  <c:v>#N/A</c:v>
                </c:pt>
                <c:pt idx="489">
                  <c:v>#N/A</c:v>
                </c:pt>
                <c:pt idx="490">
                  <c:v>#N/A</c:v>
                </c:pt>
                <c:pt idx="491">
                  <c:v>#N/A</c:v>
                </c:pt>
                <c:pt idx="492">
                  <c:v>#N/A</c:v>
                </c:pt>
                <c:pt idx="493">
                  <c:v>#N/A</c:v>
                </c:pt>
                <c:pt idx="494">
                  <c:v>#N/A</c:v>
                </c:pt>
                <c:pt idx="495">
                  <c:v>#N/A</c:v>
                </c:pt>
                <c:pt idx="496">
                  <c:v>#N/A</c:v>
                </c:pt>
                <c:pt idx="497">
                  <c:v>#N/A</c:v>
                </c:pt>
                <c:pt idx="498">
                  <c:v>#N/A</c:v>
                </c:pt>
                <c:pt idx="499">
                  <c:v>#N/A</c:v>
                </c:pt>
                <c:pt idx="500">
                  <c:v>#N/A</c:v>
                </c:pt>
                <c:pt idx="501">
                  <c:v>#N/A</c:v>
                </c:pt>
                <c:pt idx="502">
                  <c:v>#N/A</c:v>
                </c:pt>
                <c:pt idx="503">
                  <c:v>#N/A</c:v>
                </c:pt>
                <c:pt idx="504">
                  <c:v>#N/A</c:v>
                </c:pt>
                <c:pt idx="505">
                  <c:v>#N/A</c:v>
                </c:pt>
                <c:pt idx="506">
                  <c:v>#N/A</c:v>
                </c:pt>
                <c:pt idx="507">
                  <c:v>#N/A</c:v>
                </c:pt>
                <c:pt idx="508">
                  <c:v>#N/A</c:v>
                </c:pt>
                <c:pt idx="509">
                  <c:v>#N/A</c:v>
                </c:pt>
                <c:pt idx="510">
                  <c:v>#N/A</c:v>
                </c:pt>
                <c:pt idx="511">
                  <c:v>#N/A</c:v>
                </c:pt>
                <c:pt idx="512">
                  <c:v>#N/A</c:v>
                </c:pt>
                <c:pt idx="513">
                  <c:v>#N/A</c:v>
                </c:pt>
                <c:pt idx="514">
                  <c:v>#N/A</c:v>
                </c:pt>
                <c:pt idx="515">
                  <c:v>#N/A</c:v>
                </c:pt>
                <c:pt idx="516">
                  <c:v>#N/A</c:v>
                </c:pt>
                <c:pt idx="517">
                  <c:v>#N/A</c:v>
                </c:pt>
                <c:pt idx="518">
                  <c:v>#N/A</c:v>
                </c:pt>
                <c:pt idx="519">
                  <c:v>#N/A</c:v>
                </c:pt>
                <c:pt idx="520">
                  <c:v>#N/A</c:v>
                </c:pt>
                <c:pt idx="521">
                  <c:v>#N/A</c:v>
                </c:pt>
                <c:pt idx="522">
                  <c:v>#N/A</c:v>
                </c:pt>
                <c:pt idx="523">
                  <c:v>#N/A</c:v>
                </c:pt>
                <c:pt idx="524">
                  <c:v>#N/A</c:v>
                </c:pt>
                <c:pt idx="525">
                  <c:v>#N/A</c:v>
                </c:pt>
                <c:pt idx="526">
                  <c:v>#N/A</c:v>
                </c:pt>
                <c:pt idx="527">
                  <c:v>#N/A</c:v>
                </c:pt>
                <c:pt idx="528">
                  <c:v>#N/A</c:v>
                </c:pt>
                <c:pt idx="529">
                  <c:v>#N/A</c:v>
                </c:pt>
                <c:pt idx="530">
                  <c:v>#N/A</c:v>
                </c:pt>
                <c:pt idx="531">
                  <c:v>#N/A</c:v>
                </c:pt>
                <c:pt idx="532">
                  <c:v>#N/A</c:v>
                </c:pt>
                <c:pt idx="533">
                  <c:v>#N/A</c:v>
                </c:pt>
                <c:pt idx="534">
                  <c:v>#N/A</c:v>
                </c:pt>
                <c:pt idx="535">
                  <c:v>#N/A</c:v>
                </c:pt>
                <c:pt idx="536">
                  <c:v>#N/A</c:v>
                </c:pt>
                <c:pt idx="537">
                  <c:v>#N/A</c:v>
                </c:pt>
                <c:pt idx="538">
                  <c:v>#N/A</c:v>
                </c:pt>
                <c:pt idx="539">
                  <c:v>#N/A</c:v>
                </c:pt>
                <c:pt idx="540">
                  <c:v>#N/A</c:v>
                </c:pt>
                <c:pt idx="541">
                  <c:v>#N/A</c:v>
                </c:pt>
                <c:pt idx="542">
                  <c:v>#N/A</c:v>
                </c:pt>
                <c:pt idx="543">
                  <c:v>#N/A</c:v>
                </c:pt>
                <c:pt idx="544">
                  <c:v>#N/A</c:v>
                </c:pt>
                <c:pt idx="545">
                  <c:v>#N/A</c:v>
                </c:pt>
                <c:pt idx="546">
                  <c:v>#N/A</c:v>
                </c:pt>
                <c:pt idx="547">
                  <c:v>#N/A</c:v>
                </c:pt>
                <c:pt idx="548">
                  <c:v>#N/A</c:v>
                </c:pt>
                <c:pt idx="549">
                  <c:v>#N/A</c:v>
                </c:pt>
                <c:pt idx="550">
                  <c:v>#N/A</c:v>
                </c:pt>
                <c:pt idx="551">
                  <c:v>#N/A</c:v>
                </c:pt>
                <c:pt idx="552">
                  <c:v>#N/A</c:v>
                </c:pt>
                <c:pt idx="553">
                  <c:v>#N/A</c:v>
                </c:pt>
                <c:pt idx="554">
                  <c:v>#N/A</c:v>
                </c:pt>
                <c:pt idx="555">
                  <c:v>#N/A</c:v>
                </c:pt>
                <c:pt idx="556">
                  <c:v>#N/A</c:v>
                </c:pt>
                <c:pt idx="557">
                  <c:v>#N/A</c:v>
                </c:pt>
                <c:pt idx="558">
                  <c:v>#N/A</c:v>
                </c:pt>
                <c:pt idx="559">
                  <c:v>#N/A</c:v>
                </c:pt>
                <c:pt idx="560">
                  <c:v>#N/A</c:v>
                </c:pt>
                <c:pt idx="561">
                  <c:v>#N/A</c:v>
                </c:pt>
                <c:pt idx="562">
                  <c:v>#N/A</c:v>
                </c:pt>
                <c:pt idx="563">
                  <c:v>#N/A</c:v>
                </c:pt>
                <c:pt idx="564">
                  <c:v>#N/A</c:v>
                </c:pt>
                <c:pt idx="565">
                  <c:v>#N/A</c:v>
                </c:pt>
                <c:pt idx="566">
                  <c:v>#N/A</c:v>
                </c:pt>
                <c:pt idx="567">
                  <c:v>#N/A</c:v>
                </c:pt>
                <c:pt idx="568">
                  <c:v>#N/A</c:v>
                </c:pt>
                <c:pt idx="569">
                  <c:v>#N/A</c:v>
                </c:pt>
                <c:pt idx="570">
                  <c:v>#N/A</c:v>
                </c:pt>
                <c:pt idx="571">
                  <c:v>#N/A</c:v>
                </c:pt>
                <c:pt idx="572">
                  <c:v>#N/A</c:v>
                </c:pt>
                <c:pt idx="573">
                  <c:v>#N/A</c:v>
                </c:pt>
                <c:pt idx="574">
                  <c:v>#N/A</c:v>
                </c:pt>
                <c:pt idx="575">
                  <c:v>#N/A</c:v>
                </c:pt>
                <c:pt idx="576">
                  <c:v>#N/A</c:v>
                </c:pt>
                <c:pt idx="577">
                  <c:v>#N/A</c:v>
                </c:pt>
                <c:pt idx="578">
                  <c:v>#N/A</c:v>
                </c:pt>
                <c:pt idx="579">
                  <c:v>#N/A</c:v>
                </c:pt>
                <c:pt idx="580">
                  <c:v>#N/A</c:v>
                </c:pt>
                <c:pt idx="581">
                  <c:v>#N/A</c:v>
                </c:pt>
                <c:pt idx="582">
                  <c:v>#N/A</c:v>
                </c:pt>
                <c:pt idx="583">
                  <c:v>#N/A</c:v>
                </c:pt>
                <c:pt idx="584">
                  <c:v>#N/A</c:v>
                </c:pt>
                <c:pt idx="585">
                  <c:v>#N/A</c:v>
                </c:pt>
                <c:pt idx="586">
                  <c:v>#N/A</c:v>
                </c:pt>
                <c:pt idx="587">
                  <c:v>#N/A</c:v>
                </c:pt>
                <c:pt idx="588">
                  <c:v>#N/A</c:v>
                </c:pt>
                <c:pt idx="589">
                  <c:v>#N/A</c:v>
                </c:pt>
                <c:pt idx="590">
                  <c:v>#N/A</c:v>
                </c:pt>
                <c:pt idx="591">
                  <c:v>#N/A</c:v>
                </c:pt>
                <c:pt idx="592">
                  <c:v>#N/A</c:v>
                </c:pt>
                <c:pt idx="593">
                  <c:v>#N/A</c:v>
                </c:pt>
                <c:pt idx="594">
                  <c:v>#N/A</c:v>
                </c:pt>
                <c:pt idx="595">
                  <c:v>#N/A</c:v>
                </c:pt>
                <c:pt idx="596">
                  <c:v>#N/A</c:v>
                </c:pt>
                <c:pt idx="597">
                  <c:v>#N/A</c:v>
                </c:pt>
                <c:pt idx="598">
                  <c:v>#N/A</c:v>
                </c:pt>
                <c:pt idx="599">
                  <c:v>#N/A</c:v>
                </c:pt>
                <c:pt idx="600">
                  <c:v>#N/A</c:v>
                </c:pt>
                <c:pt idx="601">
                  <c:v>#N/A</c:v>
                </c:pt>
                <c:pt idx="602">
                  <c:v>#N/A</c:v>
                </c:pt>
                <c:pt idx="603">
                  <c:v>#N/A</c:v>
                </c:pt>
                <c:pt idx="604">
                  <c:v>#N/A</c:v>
                </c:pt>
                <c:pt idx="605">
                  <c:v>#N/A</c:v>
                </c:pt>
                <c:pt idx="606">
                  <c:v>#N/A</c:v>
                </c:pt>
                <c:pt idx="607">
                  <c:v>#N/A</c:v>
                </c:pt>
                <c:pt idx="608">
                  <c:v>#N/A</c:v>
                </c:pt>
                <c:pt idx="609">
                  <c:v>#N/A</c:v>
                </c:pt>
                <c:pt idx="610">
                  <c:v>#N/A</c:v>
                </c:pt>
                <c:pt idx="611">
                  <c:v>#N/A</c:v>
                </c:pt>
                <c:pt idx="612">
                  <c:v>#N/A</c:v>
                </c:pt>
                <c:pt idx="613">
                  <c:v>#N/A</c:v>
                </c:pt>
                <c:pt idx="614">
                  <c:v>#N/A</c:v>
                </c:pt>
                <c:pt idx="615">
                  <c:v>#N/A</c:v>
                </c:pt>
                <c:pt idx="616">
                  <c:v>#N/A</c:v>
                </c:pt>
                <c:pt idx="617">
                  <c:v>#N/A</c:v>
                </c:pt>
                <c:pt idx="618">
                  <c:v>#N/A</c:v>
                </c:pt>
                <c:pt idx="619">
                  <c:v>#N/A</c:v>
                </c:pt>
                <c:pt idx="620">
                  <c:v>587.38859625540442</c:v>
                </c:pt>
                <c:pt idx="621">
                  <c:v>587.38859625540442</c:v>
                </c:pt>
                <c:pt idx="622">
                  <c:v>587.38859625540442</c:v>
                </c:pt>
                <c:pt idx="623">
                  <c:v>587.38859625540442</c:v>
                </c:pt>
                <c:pt idx="624">
                  <c:v>587.38859625540442</c:v>
                </c:pt>
                <c:pt idx="625">
                  <c:v>587.38859625540442</c:v>
                </c:pt>
                <c:pt idx="626">
                  <c:v>587.38859625540442</c:v>
                </c:pt>
                <c:pt idx="627">
                  <c:v>587.38859625540442</c:v>
                </c:pt>
                <c:pt idx="628">
                  <c:v>587.38859625540442</c:v>
                </c:pt>
                <c:pt idx="629">
                  <c:v>587.38859625540442</c:v>
                </c:pt>
                <c:pt idx="630">
                  <c:v>587.38859625540442</c:v>
                </c:pt>
                <c:pt idx="631">
                  <c:v>587.38859625540442</c:v>
                </c:pt>
                <c:pt idx="632">
                  <c:v>587.38859625540442</c:v>
                </c:pt>
                <c:pt idx="633">
                  <c:v>587.38859625540442</c:v>
                </c:pt>
                <c:pt idx="634">
                  <c:v>587.38859625540442</c:v>
                </c:pt>
                <c:pt idx="635">
                  <c:v>587.38859625540442</c:v>
                </c:pt>
                <c:pt idx="636">
                  <c:v>587.38859625540442</c:v>
                </c:pt>
                <c:pt idx="637">
                  <c:v>587.38859625540442</c:v>
                </c:pt>
                <c:pt idx="638">
                  <c:v>587.38859625540442</c:v>
                </c:pt>
                <c:pt idx="639">
                  <c:v>587.38859625540442</c:v>
                </c:pt>
                <c:pt idx="640">
                  <c:v>587.38859625540442</c:v>
                </c:pt>
                <c:pt idx="641">
                  <c:v>587.38859625540442</c:v>
                </c:pt>
                <c:pt idx="642">
                  <c:v>587.38859625540442</c:v>
                </c:pt>
                <c:pt idx="643">
                  <c:v>587.38859625540442</c:v>
                </c:pt>
                <c:pt idx="644">
                  <c:v>587.38859625540442</c:v>
                </c:pt>
                <c:pt idx="645">
                  <c:v>587.38859625540442</c:v>
                </c:pt>
                <c:pt idx="646">
                  <c:v>587.38859625540442</c:v>
                </c:pt>
                <c:pt idx="647">
                  <c:v>587.38859625540442</c:v>
                </c:pt>
                <c:pt idx="648">
                  <c:v>587.38859625540442</c:v>
                </c:pt>
                <c:pt idx="649">
                  <c:v>587.38859625540442</c:v>
                </c:pt>
                <c:pt idx="650">
                  <c:v>587.38859625540442</c:v>
                </c:pt>
                <c:pt idx="651">
                  <c:v>587.38859625540442</c:v>
                </c:pt>
                <c:pt idx="652">
                  <c:v>587.38859625540442</c:v>
                </c:pt>
                <c:pt idx="653">
                  <c:v>587.38859625540442</c:v>
                </c:pt>
                <c:pt idx="654">
                  <c:v>587.38859625540442</c:v>
                </c:pt>
                <c:pt idx="655">
                  <c:v>587.38859625540442</c:v>
                </c:pt>
                <c:pt idx="656">
                  <c:v>587.38859625540442</c:v>
                </c:pt>
                <c:pt idx="657">
                  <c:v>587.38859625540442</c:v>
                </c:pt>
                <c:pt idx="658">
                  <c:v>587.38859625540442</c:v>
                </c:pt>
                <c:pt idx="659">
                  <c:v>587.38859625540442</c:v>
                </c:pt>
                <c:pt idx="660">
                  <c:v>587.38859625540442</c:v>
                </c:pt>
                <c:pt idx="661">
                  <c:v>587.38859625540442</c:v>
                </c:pt>
                <c:pt idx="662">
                  <c:v>587.38859625540442</c:v>
                </c:pt>
                <c:pt idx="663">
                  <c:v>587.38859625540442</c:v>
                </c:pt>
                <c:pt idx="664">
                  <c:v>587.38859625540442</c:v>
                </c:pt>
                <c:pt idx="665">
                  <c:v>587.38859625540442</c:v>
                </c:pt>
                <c:pt idx="666">
                  <c:v>587.38859625540442</c:v>
                </c:pt>
                <c:pt idx="667">
                  <c:v>587.38859625540442</c:v>
                </c:pt>
                <c:pt idx="668">
                  <c:v>587.38859625540442</c:v>
                </c:pt>
                <c:pt idx="669">
                  <c:v>587.38859625540442</c:v>
                </c:pt>
                <c:pt idx="670">
                  <c:v>#N/A</c:v>
                </c:pt>
                <c:pt idx="671">
                  <c:v>#N/A</c:v>
                </c:pt>
                <c:pt idx="672">
                  <c:v>#N/A</c:v>
                </c:pt>
                <c:pt idx="673">
                  <c:v>#N/A</c:v>
                </c:pt>
                <c:pt idx="674">
                  <c:v>#N/A</c:v>
                </c:pt>
                <c:pt idx="675">
                  <c:v>#N/A</c:v>
                </c:pt>
                <c:pt idx="676">
                  <c:v>#N/A</c:v>
                </c:pt>
                <c:pt idx="677">
                  <c:v>#N/A</c:v>
                </c:pt>
                <c:pt idx="678">
                  <c:v>#N/A</c:v>
                </c:pt>
                <c:pt idx="679">
                  <c:v>#N/A</c:v>
                </c:pt>
                <c:pt idx="680">
                  <c:v>#N/A</c:v>
                </c:pt>
                <c:pt idx="681">
                  <c:v>#N/A</c:v>
                </c:pt>
                <c:pt idx="682">
                  <c:v>#N/A</c:v>
                </c:pt>
                <c:pt idx="683">
                  <c:v>#N/A</c:v>
                </c:pt>
                <c:pt idx="684">
                  <c:v>#N/A</c:v>
                </c:pt>
                <c:pt idx="685">
                  <c:v>#N/A</c:v>
                </c:pt>
                <c:pt idx="686">
                  <c:v>#N/A</c:v>
                </c:pt>
                <c:pt idx="687">
                  <c:v>#N/A</c:v>
                </c:pt>
                <c:pt idx="688">
                  <c:v>#N/A</c:v>
                </c:pt>
                <c:pt idx="689">
                  <c:v>#N/A</c:v>
                </c:pt>
                <c:pt idx="690">
                  <c:v>#N/A</c:v>
                </c:pt>
                <c:pt idx="691">
                  <c:v>#N/A</c:v>
                </c:pt>
                <c:pt idx="692">
                  <c:v>#N/A</c:v>
                </c:pt>
                <c:pt idx="693">
                  <c:v>#N/A</c:v>
                </c:pt>
                <c:pt idx="694">
                  <c:v>#N/A</c:v>
                </c:pt>
                <c:pt idx="695">
                  <c:v>#N/A</c:v>
                </c:pt>
                <c:pt idx="696">
                  <c:v>#N/A</c:v>
                </c:pt>
                <c:pt idx="697">
                  <c:v>#N/A</c:v>
                </c:pt>
                <c:pt idx="698">
                  <c:v>#N/A</c:v>
                </c:pt>
                <c:pt idx="699">
                  <c:v>#N/A</c:v>
                </c:pt>
                <c:pt idx="700">
                  <c:v>#N/A</c:v>
                </c:pt>
                <c:pt idx="701">
                  <c:v>#N/A</c:v>
                </c:pt>
                <c:pt idx="702">
                  <c:v>#N/A</c:v>
                </c:pt>
                <c:pt idx="703">
                  <c:v>#N/A</c:v>
                </c:pt>
                <c:pt idx="704">
                  <c:v>#N/A</c:v>
                </c:pt>
                <c:pt idx="705">
                  <c:v>#N/A</c:v>
                </c:pt>
                <c:pt idx="706">
                  <c:v>#N/A</c:v>
                </c:pt>
                <c:pt idx="707">
                  <c:v>#N/A</c:v>
                </c:pt>
                <c:pt idx="708">
                  <c:v>#N/A</c:v>
                </c:pt>
                <c:pt idx="709">
                  <c:v>#N/A</c:v>
                </c:pt>
                <c:pt idx="710">
                  <c:v>#N/A</c:v>
                </c:pt>
                <c:pt idx="711">
                  <c:v>#N/A</c:v>
                </c:pt>
                <c:pt idx="712">
                  <c:v>#N/A</c:v>
                </c:pt>
                <c:pt idx="713">
                  <c:v>#N/A</c:v>
                </c:pt>
                <c:pt idx="714">
                  <c:v>#N/A</c:v>
                </c:pt>
                <c:pt idx="715">
                  <c:v>#N/A</c:v>
                </c:pt>
                <c:pt idx="716">
                  <c:v>#N/A</c:v>
                </c:pt>
                <c:pt idx="717">
                  <c:v>#N/A</c:v>
                </c:pt>
                <c:pt idx="718">
                  <c:v>#N/A</c:v>
                </c:pt>
                <c:pt idx="719">
                  <c:v>#N/A</c:v>
                </c:pt>
                <c:pt idx="720">
                  <c:v>#N/A</c:v>
                </c:pt>
                <c:pt idx="721">
                  <c:v>#N/A</c:v>
                </c:pt>
                <c:pt idx="722">
                  <c:v>#N/A</c:v>
                </c:pt>
                <c:pt idx="723">
                  <c:v>#N/A</c:v>
                </c:pt>
                <c:pt idx="724">
                  <c:v>#N/A</c:v>
                </c:pt>
                <c:pt idx="725">
                  <c:v>#N/A</c:v>
                </c:pt>
                <c:pt idx="726">
                  <c:v>#N/A</c:v>
                </c:pt>
                <c:pt idx="727">
                  <c:v>#N/A</c:v>
                </c:pt>
                <c:pt idx="728">
                  <c:v>#N/A</c:v>
                </c:pt>
                <c:pt idx="729">
                  <c:v>#N/A</c:v>
                </c:pt>
                <c:pt idx="730">
                  <c:v>#N/A</c:v>
                </c:pt>
                <c:pt idx="731">
                  <c:v>#N/A</c:v>
                </c:pt>
                <c:pt idx="732">
                  <c:v>#N/A</c:v>
                </c:pt>
                <c:pt idx="733">
                  <c:v>#N/A</c:v>
                </c:pt>
                <c:pt idx="734">
                  <c:v>#N/A</c:v>
                </c:pt>
                <c:pt idx="735">
                  <c:v>#N/A</c:v>
                </c:pt>
                <c:pt idx="736">
                  <c:v>#N/A</c:v>
                </c:pt>
                <c:pt idx="737">
                  <c:v>#N/A</c:v>
                </c:pt>
                <c:pt idx="738">
                  <c:v>#N/A</c:v>
                </c:pt>
                <c:pt idx="739">
                  <c:v>#N/A</c:v>
                </c:pt>
                <c:pt idx="740">
                  <c:v>#N/A</c:v>
                </c:pt>
                <c:pt idx="741">
                  <c:v>#N/A</c:v>
                </c:pt>
                <c:pt idx="742">
                  <c:v>#N/A</c:v>
                </c:pt>
                <c:pt idx="743">
                  <c:v>#N/A</c:v>
                </c:pt>
                <c:pt idx="744">
                  <c:v>#N/A</c:v>
                </c:pt>
                <c:pt idx="745">
                  <c:v>#N/A</c:v>
                </c:pt>
                <c:pt idx="746">
                  <c:v>#N/A</c:v>
                </c:pt>
                <c:pt idx="747">
                  <c:v>#N/A</c:v>
                </c:pt>
                <c:pt idx="748">
                  <c:v>#N/A</c:v>
                </c:pt>
                <c:pt idx="749">
                  <c:v>#N/A</c:v>
                </c:pt>
                <c:pt idx="750">
                  <c:v>#N/A</c:v>
                </c:pt>
                <c:pt idx="751">
                  <c:v>#N/A</c:v>
                </c:pt>
                <c:pt idx="752">
                  <c:v>#N/A</c:v>
                </c:pt>
                <c:pt idx="753">
                  <c:v>#N/A</c:v>
                </c:pt>
                <c:pt idx="754">
                  <c:v>#N/A</c:v>
                </c:pt>
                <c:pt idx="755">
                  <c:v>#N/A</c:v>
                </c:pt>
                <c:pt idx="756">
                  <c:v>#N/A</c:v>
                </c:pt>
                <c:pt idx="757">
                  <c:v>#N/A</c:v>
                </c:pt>
                <c:pt idx="758">
                  <c:v>#N/A</c:v>
                </c:pt>
                <c:pt idx="759">
                  <c:v>#N/A</c:v>
                </c:pt>
                <c:pt idx="760">
                  <c:v>#N/A</c:v>
                </c:pt>
                <c:pt idx="761">
                  <c:v>#N/A</c:v>
                </c:pt>
                <c:pt idx="762">
                  <c:v>#N/A</c:v>
                </c:pt>
                <c:pt idx="763">
                  <c:v>#N/A</c:v>
                </c:pt>
                <c:pt idx="764">
                  <c:v>#N/A</c:v>
                </c:pt>
                <c:pt idx="765">
                  <c:v>#N/A</c:v>
                </c:pt>
                <c:pt idx="766">
                  <c:v>#N/A</c:v>
                </c:pt>
                <c:pt idx="767">
                  <c:v>#N/A</c:v>
                </c:pt>
                <c:pt idx="768">
                  <c:v>#N/A</c:v>
                </c:pt>
                <c:pt idx="769">
                  <c:v>#N/A</c:v>
                </c:pt>
                <c:pt idx="770">
                  <c:v>#N/A</c:v>
                </c:pt>
                <c:pt idx="771">
                  <c:v>#N/A</c:v>
                </c:pt>
                <c:pt idx="772">
                  <c:v>#N/A</c:v>
                </c:pt>
                <c:pt idx="773">
                  <c:v>#N/A</c:v>
                </c:pt>
                <c:pt idx="774">
                  <c:v>#N/A</c:v>
                </c:pt>
                <c:pt idx="775">
                  <c:v>#N/A</c:v>
                </c:pt>
                <c:pt idx="776">
                  <c:v>#N/A</c:v>
                </c:pt>
                <c:pt idx="777">
                  <c:v>#N/A</c:v>
                </c:pt>
                <c:pt idx="778">
                  <c:v>#N/A</c:v>
                </c:pt>
                <c:pt idx="779">
                  <c:v>#N/A</c:v>
                </c:pt>
                <c:pt idx="780">
                  <c:v>#N/A</c:v>
                </c:pt>
                <c:pt idx="781">
                  <c:v>#N/A</c:v>
                </c:pt>
                <c:pt idx="782">
                  <c:v>#N/A</c:v>
                </c:pt>
                <c:pt idx="783">
                  <c:v>#N/A</c:v>
                </c:pt>
                <c:pt idx="784">
                  <c:v>#N/A</c:v>
                </c:pt>
                <c:pt idx="785">
                  <c:v>#N/A</c:v>
                </c:pt>
                <c:pt idx="786">
                  <c:v>#N/A</c:v>
                </c:pt>
                <c:pt idx="787">
                  <c:v>#N/A</c:v>
                </c:pt>
                <c:pt idx="788">
                  <c:v>#N/A</c:v>
                </c:pt>
                <c:pt idx="789">
                  <c:v>#N/A</c:v>
                </c:pt>
                <c:pt idx="790">
                  <c:v>#N/A</c:v>
                </c:pt>
                <c:pt idx="791">
                  <c:v>#N/A</c:v>
                </c:pt>
                <c:pt idx="792">
                  <c:v>#N/A</c:v>
                </c:pt>
                <c:pt idx="793">
                  <c:v>#N/A</c:v>
                </c:pt>
                <c:pt idx="794">
                  <c:v>#N/A</c:v>
                </c:pt>
                <c:pt idx="795">
                  <c:v>#N/A</c:v>
                </c:pt>
                <c:pt idx="796">
                  <c:v>#N/A</c:v>
                </c:pt>
                <c:pt idx="797">
                  <c:v>#N/A</c:v>
                </c:pt>
                <c:pt idx="798">
                  <c:v>#N/A</c:v>
                </c:pt>
                <c:pt idx="799">
                  <c:v>#N/A</c:v>
                </c:pt>
                <c:pt idx="800">
                  <c:v>#N/A</c:v>
                </c:pt>
                <c:pt idx="801">
                  <c:v>#N/A</c:v>
                </c:pt>
                <c:pt idx="802">
                  <c:v>#N/A</c:v>
                </c:pt>
                <c:pt idx="803">
                  <c:v>#N/A</c:v>
                </c:pt>
                <c:pt idx="804">
                  <c:v>#N/A</c:v>
                </c:pt>
                <c:pt idx="805">
                  <c:v>#N/A</c:v>
                </c:pt>
                <c:pt idx="806">
                  <c:v>#N/A</c:v>
                </c:pt>
                <c:pt idx="807">
                  <c:v>#N/A</c:v>
                </c:pt>
                <c:pt idx="808">
                  <c:v>#N/A</c:v>
                </c:pt>
                <c:pt idx="809">
                  <c:v>#N/A</c:v>
                </c:pt>
                <c:pt idx="810">
                  <c:v>#N/A</c:v>
                </c:pt>
                <c:pt idx="811">
                  <c:v>#N/A</c:v>
                </c:pt>
                <c:pt idx="812">
                  <c:v>#N/A</c:v>
                </c:pt>
                <c:pt idx="813">
                  <c:v>#N/A</c:v>
                </c:pt>
                <c:pt idx="814">
                  <c:v>#N/A</c:v>
                </c:pt>
                <c:pt idx="815">
                  <c:v>#N/A</c:v>
                </c:pt>
                <c:pt idx="816">
                  <c:v>#N/A</c:v>
                </c:pt>
                <c:pt idx="817">
                  <c:v>#N/A</c:v>
                </c:pt>
                <c:pt idx="818">
                  <c:v>#N/A</c:v>
                </c:pt>
                <c:pt idx="819">
                  <c:v>#N/A</c:v>
                </c:pt>
                <c:pt idx="820">
                  <c:v>#N/A</c:v>
                </c:pt>
                <c:pt idx="821">
                  <c:v>#N/A</c:v>
                </c:pt>
                <c:pt idx="822">
                  <c:v>#N/A</c:v>
                </c:pt>
                <c:pt idx="823">
                  <c:v>#N/A</c:v>
                </c:pt>
                <c:pt idx="824">
                  <c:v>#N/A</c:v>
                </c:pt>
                <c:pt idx="825">
                  <c:v>#N/A</c:v>
                </c:pt>
                <c:pt idx="826">
                  <c:v>#N/A</c:v>
                </c:pt>
                <c:pt idx="827">
                  <c:v>#N/A</c:v>
                </c:pt>
                <c:pt idx="828">
                  <c:v>#N/A</c:v>
                </c:pt>
                <c:pt idx="829">
                  <c:v>#N/A</c:v>
                </c:pt>
                <c:pt idx="830">
                  <c:v>#N/A</c:v>
                </c:pt>
                <c:pt idx="831">
                  <c:v>#N/A</c:v>
                </c:pt>
                <c:pt idx="832">
                  <c:v>#N/A</c:v>
                </c:pt>
                <c:pt idx="833">
                  <c:v>#N/A</c:v>
                </c:pt>
                <c:pt idx="834">
                  <c:v>#N/A</c:v>
                </c:pt>
                <c:pt idx="835">
                  <c:v>#N/A</c:v>
                </c:pt>
                <c:pt idx="836">
                  <c:v>#N/A</c:v>
                </c:pt>
                <c:pt idx="837">
                  <c:v>#N/A</c:v>
                </c:pt>
                <c:pt idx="838">
                  <c:v>#N/A</c:v>
                </c:pt>
                <c:pt idx="839">
                  <c:v>#N/A</c:v>
                </c:pt>
                <c:pt idx="840">
                  <c:v>#N/A</c:v>
                </c:pt>
                <c:pt idx="841">
                  <c:v>#N/A</c:v>
                </c:pt>
                <c:pt idx="842">
                  <c:v>#N/A</c:v>
                </c:pt>
                <c:pt idx="843">
                  <c:v>#N/A</c:v>
                </c:pt>
                <c:pt idx="844">
                  <c:v>#N/A</c:v>
                </c:pt>
                <c:pt idx="845">
                  <c:v>#N/A</c:v>
                </c:pt>
                <c:pt idx="846">
                  <c:v>#N/A</c:v>
                </c:pt>
                <c:pt idx="847">
                  <c:v>#N/A</c:v>
                </c:pt>
                <c:pt idx="848">
                  <c:v>#N/A</c:v>
                </c:pt>
                <c:pt idx="849">
                  <c:v>#N/A</c:v>
                </c:pt>
                <c:pt idx="850">
                  <c:v>#N/A</c:v>
                </c:pt>
                <c:pt idx="851">
                  <c:v>#N/A</c:v>
                </c:pt>
                <c:pt idx="852">
                  <c:v>#N/A</c:v>
                </c:pt>
                <c:pt idx="853">
                  <c:v>#N/A</c:v>
                </c:pt>
                <c:pt idx="854">
                  <c:v>#N/A</c:v>
                </c:pt>
                <c:pt idx="855">
                  <c:v>#N/A</c:v>
                </c:pt>
                <c:pt idx="856">
                  <c:v>#N/A</c:v>
                </c:pt>
                <c:pt idx="857">
                  <c:v>#N/A</c:v>
                </c:pt>
                <c:pt idx="858">
                  <c:v>#N/A</c:v>
                </c:pt>
                <c:pt idx="859">
                  <c:v>#N/A</c:v>
                </c:pt>
                <c:pt idx="860">
                  <c:v>#N/A</c:v>
                </c:pt>
                <c:pt idx="861">
                  <c:v>#N/A</c:v>
                </c:pt>
                <c:pt idx="862">
                  <c:v>#N/A</c:v>
                </c:pt>
                <c:pt idx="863">
                  <c:v>#N/A</c:v>
                </c:pt>
                <c:pt idx="864">
                  <c:v>#N/A</c:v>
                </c:pt>
                <c:pt idx="865">
                  <c:v>#N/A</c:v>
                </c:pt>
                <c:pt idx="866">
                  <c:v>#N/A</c:v>
                </c:pt>
                <c:pt idx="867">
                  <c:v>#N/A</c:v>
                </c:pt>
                <c:pt idx="868">
                  <c:v>#N/A</c:v>
                </c:pt>
                <c:pt idx="869">
                  <c:v>#N/A</c:v>
                </c:pt>
                <c:pt idx="870">
                  <c:v>#N/A</c:v>
                </c:pt>
                <c:pt idx="871">
                  <c:v>#N/A</c:v>
                </c:pt>
                <c:pt idx="872">
                  <c:v>#N/A</c:v>
                </c:pt>
                <c:pt idx="873">
                  <c:v>#N/A</c:v>
                </c:pt>
                <c:pt idx="874">
                  <c:v>#N/A</c:v>
                </c:pt>
                <c:pt idx="875">
                  <c:v>#N/A</c:v>
                </c:pt>
                <c:pt idx="876">
                  <c:v>#N/A</c:v>
                </c:pt>
                <c:pt idx="877">
                  <c:v>#N/A</c:v>
                </c:pt>
                <c:pt idx="878">
                  <c:v>#N/A</c:v>
                </c:pt>
                <c:pt idx="879">
                  <c:v>#N/A</c:v>
                </c:pt>
                <c:pt idx="880">
                  <c:v>#N/A</c:v>
                </c:pt>
                <c:pt idx="881">
                  <c:v>#N/A</c:v>
                </c:pt>
                <c:pt idx="882">
                  <c:v>#N/A</c:v>
                </c:pt>
                <c:pt idx="883">
                  <c:v>#N/A</c:v>
                </c:pt>
                <c:pt idx="884">
                  <c:v>#N/A</c:v>
                </c:pt>
                <c:pt idx="885">
                  <c:v>#N/A</c:v>
                </c:pt>
                <c:pt idx="886">
                  <c:v>#N/A</c:v>
                </c:pt>
                <c:pt idx="887">
                  <c:v>#N/A</c:v>
                </c:pt>
                <c:pt idx="888">
                  <c:v>#N/A</c:v>
                </c:pt>
                <c:pt idx="889">
                  <c:v>#N/A</c:v>
                </c:pt>
                <c:pt idx="890">
                  <c:v>#N/A</c:v>
                </c:pt>
                <c:pt idx="891">
                  <c:v>#N/A</c:v>
                </c:pt>
                <c:pt idx="892">
                  <c:v>#N/A</c:v>
                </c:pt>
                <c:pt idx="893">
                  <c:v>#N/A</c:v>
                </c:pt>
                <c:pt idx="894">
                  <c:v>#N/A</c:v>
                </c:pt>
                <c:pt idx="895">
                  <c:v>#N/A</c:v>
                </c:pt>
                <c:pt idx="896">
                  <c:v>#N/A</c:v>
                </c:pt>
                <c:pt idx="897">
                  <c:v>#N/A</c:v>
                </c:pt>
                <c:pt idx="898">
                  <c:v>#N/A</c:v>
                </c:pt>
                <c:pt idx="899">
                  <c:v>#N/A</c:v>
                </c:pt>
                <c:pt idx="900">
                  <c:v>#N/A</c:v>
                </c:pt>
                <c:pt idx="901">
                  <c:v>#N/A</c:v>
                </c:pt>
                <c:pt idx="902">
                  <c:v>#N/A</c:v>
                </c:pt>
                <c:pt idx="903">
                  <c:v>#N/A</c:v>
                </c:pt>
                <c:pt idx="904">
                  <c:v>#N/A</c:v>
                </c:pt>
                <c:pt idx="905">
                  <c:v>#N/A</c:v>
                </c:pt>
                <c:pt idx="906">
                  <c:v>#N/A</c:v>
                </c:pt>
                <c:pt idx="907">
                  <c:v>#N/A</c:v>
                </c:pt>
                <c:pt idx="908">
                  <c:v>#N/A</c:v>
                </c:pt>
                <c:pt idx="909">
                  <c:v>#N/A</c:v>
                </c:pt>
                <c:pt idx="910">
                  <c:v>#N/A</c:v>
                </c:pt>
                <c:pt idx="911">
                  <c:v>#N/A</c:v>
                </c:pt>
                <c:pt idx="912">
                  <c:v>#N/A</c:v>
                </c:pt>
                <c:pt idx="913">
                  <c:v>#N/A</c:v>
                </c:pt>
                <c:pt idx="914">
                  <c:v>#N/A</c:v>
                </c:pt>
                <c:pt idx="915">
                  <c:v>#N/A</c:v>
                </c:pt>
                <c:pt idx="916">
                  <c:v>#N/A</c:v>
                </c:pt>
                <c:pt idx="917">
                  <c:v>#N/A</c:v>
                </c:pt>
                <c:pt idx="918">
                  <c:v>#N/A</c:v>
                </c:pt>
                <c:pt idx="919">
                  <c:v>#N/A</c:v>
                </c:pt>
                <c:pt idx="920">
                  <c:v>#N/A</c:v>
                </c:pt>
                <c:pt idx="921">
                  <c:v>#N/A</c:v>
                </c:pt>
                <c:pt idx="922">
                  <c:v>#N/A</c:v>
                </c:pt>
                <c:pt idx="923">
                  <c:v>#N/A</c:v>
                </c:pt>
                <c:pt idx="924">
                  <c:v>#N/A</c:v>
                </c:pt>
                <c:pt idx="925">
                  <c:v>#N/A</c:v>
                </c:pt>
                <c:pt idx="926">
                  <c:v>#N/A</c:v>
                </c:pt>
                <c:pt idx="927">
                  <c:v>#N/A</c:v>
                </c:pt>
                <c:pt idx="928">
                  <c:v>#N/A</c:v>
                </c:pt>
                <c:pt idx="929">
                  <c:v>#N/A</c:v>
                </c:pt>
                <c:pt idx="930">
                  <c:v>#N/A</c:v>
                </c:pt>
                <c:pt idx="931">
                  <c:v>#N/A</c:v>
                </c:pt>
                <c:pt idx="932">
                  <c:v>#N/A</c:v>
                </c:pt>
                <c:pt idx="933">
                  <c:v>#N/A</c:v>
                </c:pt>
                <c:pt idx="934">
                  <c:v>#N/A</c:v>
                </c:pt>
                <c:pt idx="935">
                  <c:v>#N/A</c:v>
                </c:pt>
                <c:pt idx="936">
                  <c:v>#N/A</c:v>
                </c:pt>
                <c:pt idx="937">
                  <c:v>#N/A</c:v>
                </c:pt>
                <c:pt idx="938">
                  <c:v>#N/A</c:v>
                </c:pt>
                <c:pt idx="939">
                  <c:v>#N/A</c:v>
                </c:pt>
                <c:pt idx="940">
                  <c:v>#N/A</c:v>
                </c:pt>
                <c:pt idx="941">
                  <c:v>#N/A</c:v>
                </c:pt>
                <c:pt idx="942">
                  <c:v>#N/A</c:v>
                </c:pt>
                <c:pt idx="943">
                  <c:v>#N/A</c:v>
                </c:pt>
                <c:pt idx="944">
                  <c:v>#N/A</c:v>
                </c:pt>
                <c:pt idx="945">
                  <c:v>#N/A</c:v>
                </c:pt>
                <c:pt idx="946">
                  <c:v>#N/A</c:v>
                </c:pt>
                <c:pt idx="947">
                  <c:v>#N/A</c:v>
                </c:pt>
                <c:pt idx="948">
                  <c:v>#N/A</c:v>
                </c:pt>
                <c:pt idx="949">
                  <c:v>#N/A</c:v>
                </c:pt>
                <c:pt idx="950">
                  <c:v>#N/A</c:v>
                </c:pt>
                <c:pt idx="951">
                  <c:v>#N/A</c:v>
                </c:pt>
                <c:pt idx="952">
                  <c:v>#N/A</c:v>
                </c:pt>
                <c:pt idx="953">
                  <c:v>#N/A</c:v>
                </c:pt>
                <c:pt idx="954">
                  <c:v>#N/A</c:v>
                </c:pt>
                <c:pt idx="955">
                  <c:v>#N/A</c:v>
                </c:pt>
                <c:pt idx="956">
                  <c:v>#N/A</c:v>
                </c:pt>
                <c:pt idx="957">
                  <c:v>#N/A</c:v>
                </c:pt>
                <c:pt idx="958">
                  <c:v>#N/A</c:v>
                </c:pt>
                <c:pt idx="959">
                  <c:v>#N/A</c:v>
                </c:pt>
                <c:pt idx="960">
                  <c:v>#N/A</c:v>
                </c:pt>
                <c:pt idx="961">
                  <c:v>#N/A</c:v>
                </c:pt>
                <c:pt idx="962">
                  <c:v>#N/A</c:v>
                </c:pt>
                <c:pt idx="963">
                  <c:v>#N/A</c:v>
                </c:pt>
                <c:pt idx="964">
                  <c:v>#N/A</c:v>
                </c:pt>
                <c:pt idx="965">
                  <c:v>#N/A</c:v>
                </c:pt>
                <c:pt idx="966">
                  <c:v>#N/A</c:v>
                </c:pt>
                <c:pt idx="967">
                  <c:v>#N/A</c:v>
                </c:pt>
                <c:pt idx="968">
                  <c:v>#N/A</c:v>
                </c:pt>
                <c:pt idx="969">
                  <c:v>#N/A</c:v>
                </c:pt>
                <c:pt idx="970">
                  <c:v>#N/A</c:v>
                </c:pt>
                <c:pt idx="971">
                  <c:v>#N/A</c:v>
                </c:pt>
                <c:pt idx="972">
                  <c:v>#N/A</c:v>
                </c:pt>
                <c:pt idx="973">
                  <c:v>#N/A</c:v>
                </c:pt>
                <c:pt idx="974">
                  <c:v>#N/A</c:v>
                </c:pt>
                <c:pt idx="975">
                  <c:v>#N/A</c:v>
                </c:pt>
                <c:pt idx="976">
                  <c:v>#N/A</c:v>
                </c:pt>
                <c:pt idx="977">
                  <c:v>#N/A</c:v>
                </c:pt>
                <c:pt idx="978">
                  <c:v>#N/A</c:v>
                </c:pt>
                <c:pt idx="979">
                  <c:v>#N/A</c:v>
                </c:pt>
                <c:pt idx="980">
                  <c:v>#N/A</c:v>
                </c:pt>
                <c:pt idx="981">
                  <c:v>#N/A</c:v>
                </c:pt>
                <c:pt idx="982">
                  <c:v>#N/A</c:v>
                </c:pt>
                <c:pt idx="983">
                  <c:v>#N/A</c:v>
                </c:pt>
                <c:pt idx="984">
                  <c:v>#N/A</c:v>
                </c:pt>
                <c:pt idx="985">
                  <c:v>#N/A</c:v>
                </c:pt>
                <c:pt idx="986">
                  <c:v>#N/A</c:v>
                </c:pt>
                <c:pt idx="987">
                  <c:v>#N/A</c:v>
                </c:pt>
                <c:pt idx="988">
                  <c:v>#N/A</c:v>
                </c:pt>
                <c:pt idx="989">
                  <c:v>#N/A</c:v>
                </c:pt>
                <c:pt idx="990">
                  <c:v>#N/A</c:v>
                </c:pt>
                <c:pt idx="991">
                  <c:v>#N/A</c:v>
                </c:pt>
                <c:pt idx="992">
                  <c:v>#N/A</c:v>
                </c:pt>
                <c:pt idx="993">
                  <c:v>#N/A</c:v>
                </c:pt>
                <c:pt idx="994">
                  <c:v>#N/A</c:v>
                </c:pt>
                <c:pt idx="995">
                  <c:v>#N/A</c:v>
                </c:pt>
                <c:pt idx="996">
                  <c:v>#N/A</c:v>
                </c:pt>
                <c:pt idx="997">
                  <c:v>#N/A</c:v>
                </c:pt>
                <c:pt idx="998">
                  <c:v>#N/A</c:v>
                </c:pt>
                <c:pt idx="999">
                  <c:v>#N/A</c:v>
                </c:pt>
                <c:pt idx="1000">
                  <c:v>#N/A</c:v>
                </c:pt>
                <c:pt idx="1001">
                  <c:v>#N/A</c:v>
                </c:pt>
                <c:pt idx="1002">
                  <c:v>#N/A</c:v>
                </c:pt>
                <c:pt idx="1003">
                  <c:v>#N/A</c:v>
                </c:pt>
                <c:pt idx="1004">
                  <c:v>#N/A</c:v>
                </c:pt>
                <c:pt idx="1005">
                  <c:v>#N/A</c:v>
                </c:pt>
                <c:pt idx="1006">
                  <c:v>#N/A</c:v>
                </c:pt>
                <c:pt idx="1007">
                  <c:v>#N/A</c:v>
                </c:pt>
                <c:pt idx="1008">
                  <c:v>#N/A</c:v>
                </c:pt>
                <c:pt idx="1009">
                  <c:v>#N/A</c:v>
                </c:pt>
                <c:pt idx="1010">
                  <c:v>#N/A</c:v>
                </c:pt>
                <c:pt idx="1011">
                  <c:v>#N/A</c:v>
                </c:pt>
                <c:pt idx="1012">
                  <c:v>#N/A</c:v>
                </c:pt>
                <c:pt idx="1013">
                  <c:v>#N/A</c:v>
                </c:pt>
                <c:pt idx="1014">
                  <c:v>#N/A</c:v>
                </c:pt>
                <c:pt idx="1015">
                  <c:v>#N/A</c:v>
                </c:pt>
                <c:pt idx="1016">
                  <c:v>#N/A</c:v>
                </c:pt>
                <c:pt idx="1017">
                  <c:v>#N/A</c:v>
                </c:pt>
                <c:pt idx="1018">
                  <c:v>#N/A</c:v>
                </c:pt>
                <c:pt idx="1019">
                  <c:v>#N/A</c:v>
                </c:pt>
                <c:pt idx="1020">
                  <c:v>#N/A</c:v>
                </c:pt>
                <c:pt idx="1021">
                  <c:v>#N/A</c:v>
                </c:pt>
                <c:pt idx="1022">
                  <c:v>#N/A</c:v>
                </c:pt>
                <c:pt idx="1023">
                  <c:v>#N/A</c:v>
                </c:pt>
                <c:pt idx="1024">
                  <c:v>#N/A</c:v>
                </c:pt>
                <c:pt idx="1025">
                  <c:v>#N/A</c:v>
                </c:pt>
                <c:pt idx="1026">
                  <c:v>#N/A</c:v>
                </c:pt>
                <c:pt idx="1027">
                  <c:v>#N/A</c:v>
                </c:pt>
                <c:pt idx="1028">
                  <c:v>#N/A</c:v>
                </c:pt>
                <c:pt idx="1029">
                  <c:v>#N/A</c:v>
                </c:pt>
                <c:pt idx="1030">
                  <c:v>#N/A</c:v>
                </c:pt>
                <c:pt idx="1031">
                  <c:v>#N/A</c:v>
                </c:pt>
                <c:pt idx="1032">
                  <c:v>#N/A</c:v>
                </c:pt>
                <c:pt idx="1033">
                  <c:v>#N/A</c:v>
                </c:pt>
                <c:pt idx="1034">
                  <c:v>#N/A</c:v>
                </c:pt>
                <c:pt idx="1035">
                  <c:v>#N/A</c:v>
                </c:pt>
                <c:pt idx="1036">
                  <c:v>#N/A</c:v>
                </c:pt>
                <c:pt idx="1037">
                  <c:v>#N/A</c:v>
                </c:pt>
                <c:pt idx="1038">
                  <c:v>#N/A</c:v>
                </c:pt>
                <c:pt idx="1039">
                  <c:v>#N/A</c:v>
                </c:pt>
                <c:pt idx="1040">
                  <c:v>#N/A</c:v>
                </c:pt>
                <c:pt idx="1041">
                  <c:v>#N/A</c:v>
                </c:pt>
                <c:pt idx="1042">
                  <c:v>#N/A</c:v>
                </c:pt>
                <c:pt idx="1043">
                  <c:v>#N/A</c:v>
                </c:pt>
                <c:pt idx="1044">
                  <c:v>#N/A</c:v>
                </c:pt>
                <c:pt idx="1045">
                  <c:v>#N/A</c:v>
                </c:pt>
                <c:pt idx="1046">
                  <c:v>#N/A</c:v>
                </c:pt>
                <c:pt idx="1047">
                  <c:v>#N/A</c:v>
                </c:pt>
                <c:pt idx="1048">
                  <c:v>#N/A</c:v>
                </c:pt>
                <c:pt idx="1049">
                  <c:v>#N/A</c:v>
                </c:pt>
                <c:pt idx="1050">
                  <c:v>#N/A</c:v>
                </c:pt>
                <c:pt idx="1051">
                  <c:v>#N/A</c:v>
                </c:pt>
                <c:pt idx="1052">
                  <c:v>#N/A</c:v>
                </c:pt>
                <c:pt idx="1053">
                  <c:v>#N/A</c:v>
                </c:pt>
                <c:pt idx="1054">
                  <c:v>#N/A</c:v>
                </c:pt>
                <c:pt idx="1055">
                  <c:v>#N/A</c:v>
                </c:pt>
                <c:pt idx="1056">
                  <c:v>#N/A</c:v>
                </c:pt>
                <c:pt idx="1057">
                  <c:v>#N/A</c:v>
                </c:pt>
                <c:pt idx="1058">
                  <c:v>#N/A</c:v>
                </c:pt>
                <c:pt idx="1059">
                  <c:v>#N/A</c:v>
                </c:pt>
                <c:pt idx="1060">
                  <c:v>#N/A</c:v>
                </c:pt>
                <c:pt idx="1061">
                  <c:v>#N/A</c:v>
                </c:pt>
                <c:pt idx="1062">
                  <c:v>#N/A</c:v>
                </c:pt>
                <c:pt idx="1063">
                  <c:v>#N/A</c:v>
                </c:pt>
                <c:pt idx="1064">
                  <c:v>#N/A</c:v>
                </c:pt>
                <c:pt idx="1065">
                  <c:v>#N/A</c:v>
                </c:pt>
                <c:pt idx="1066">
                  <c:v>#N/A</c:v>
                </c:pt>
                <c:pt idx="1067">
                  <c:v>#N/A</c:v>
                </c:pt>
                <c:pt idx="1068">
                  <c:v>#N/A</c:v>
                </c:pt>
                <c:pt idx="1069">
                  <c:v>#N/A</c:v>
                </c:pt>
                <c:pt idx="1070">
                  <c:v>#N/A</c:v>
                </c:pt>
                <c:pt idx="1071">
                  <c:v>#N/A</c:v>
                </c:pt>
                <c:pt idx="1072">
                  <c:v>#N/A</c:v>
                </c:pt>
                <c:pt idx="1073">
                  <c:v>#N/A</c:v>
                </c:pt>
                <c:pt idx="1074">
                  <c:v>#N/A</c:v>
                </c:pt>
                <c:pt idx="1075">
                  <c:v>#N/A</c:v>
                </c:pt>
                <c:pt idx="1076">
                  <c:v>#N/A</c:v>
                </c:pt>
                <c:pt idx="1077">
                  <c:v>#N/A</c:v>
                </c:pt>
                <c:pt idx="1078">
                  <c:v>#N/A</c:v>
                </c:pt>
                <c:pt idx="1079">
                  <c:v>#N/A</c:v>
                </c:pt>
                <c:pt idx="1080">
                  <c:v>#N/A</c:v>
                </c:pt>
                <c:pt idx="1081">
                  <c:v>#N/A</c:v>
                </c:pt>
                <c:pt idx="1082">
                  <c:v>#N/A</c:v>
                </c:pt>
                <c:pt idx="1083">
                  <c:v>#N/A</c:v>
                </c:pt>
                <c:pt idx="1084">
                  <c:v>#N/A</c:v>
                </c:pt>
                <c:pt idx="1085">
                  <c:v>#N/A</c:v>
                </c:pt>
                <c:pt idx="1086">
                  <c:v>#N/A</c:v>
                </c:pt>
                <c:pt idx="1087">
                  <c:v>#N/A</c:v>
                </c:pt>
                <c:pt idx="1088">
                  <c:v>#N/A</c:v>
                </c:pt>
                <c:pt idx="1089">
                  <c:v>#N/A</c:v>
                </c:pt>
                <c:pt idx="1090">
                  <c:v>#N/A</c:v>
                </c:pt>
                <c:pt idx="1091">
                  <c:v>#N/A</c:v>
                </c:pt>
                <c:pt idx="1092">
                  <c:v>#N/A</c:v>
                </c:pt>
                <c:pt idx="1093">
                  <c:v>#N/A</c:v>
                </c:pt>
                <c:pt idx="1094">
                  <c:v>#N/A</c:v>
                </c:pt>
                <c:pt idx="1095">
                  <c:v>#N/A</c:v>
                </c:pt>
                <c:pt idx="1096">
                  <c:v>#N/A</c:v>
                </c:pt>
                <c:pt idx="1097">
                  <c:v>#N/A</c:v>
                </c:pt>
                <c:pt idx="1098">
                  <c:v>#N/A</c:v>
                </c:pt>
                <c:pt idx="1099">
                  <c:v>#N/A</c:v>
                </c:pt>
                <c:pt idx="1100">
                  <c:v>#N/A</c:v>
                </c:pt>
                <c:pt idx="1101">
                  <c:v>#N/A</c:v>
                </c:pt>
                <c:pt idx="1102">
                  <c:v>#N/A</c:v>
                </c:pt>
                <c:pt idx="1103">
                  <c:v>1815.9662294368156</c:v>
                </c:pt>
                <c:pt idx="1104">
                  <c:v>1815.9662294368156</c:v>
                </c:pt>
                <c:pt idx="1105">
                  <c:v>1815.9662294368156</c:v>
                </c:pt>
                <c:pt idx="1106">
                  <c:v>1815.9662294368156</c:v>
                </c:pt>
                <c:pt idx="1107">
                  <c:v>1815.9662294368156</c:v>
                </c:pt>
                <c:pt idx="1108">
                  <c:v>1815.9662294368156</c:v>
                </c:pt>
                <c:pt idx="1109">
                  <c:v>1815.9662294368156</c:v>
                </c:pt>
                <c:pt idx="1110">
                  <c:v>1815.9662294368156</c:v>
                </c:pt>
                <c:pt idx="1111">
                  <c:v>1815.9662294368156</c:v>
                </c:pt>
                <c:pt idx="1112">
                  <c:v>1815.9662294368156</c:v>
                </c:pt>
                <c:pt idx="1113">
                  <c:v>1815.9662294368156</c:v>
                </c:pt>
                <c:pt idx="1114">
                  <c:v>1815.9662294368156</c:v>
                </c:pt>
                <c:pt idx="1115">
                  <c:v>1815.9662294368156</c:v>
                </c:pt>
                <c:pt idx="1116">
                  <c:v>1815.9662294368156</c:v>
                </c:pt>
                <c:pt idx="1117">
                  <c:v>1815.9662294368156</c:v>
                </c:pt>
                <c:pt idx="1118">
                  <c:v>1815.9662294368156</c:v>
                </c:pt>
                <c:pt idx="1119">
                  <c:v>1815.9662294368156</c:v>
                </c:pt>
                <c:pt idx="1120">
                  <c:v>1815.9662294368156</c:v>
                </c:pt>
                <c:pt idx="1121">
                  <c:v>1815.9662294368156</c:v>
                </c:pt>
                <c:pt idx="1122">
                  <c:v>1815.9662294368156</c:v>
                </c:pt>
                <c:pt idx="1123">
                  <c:v>1815.9662294368156</c:v>
                </c:pt>
                <c:pt idx="1124">
                  <c:v>1815.9662294368156</c:v>
                </c:pt>
                <c:pt idx="1125">
                  <c:v>1815.9662294368156</c:v>
                </c:pt>
                <c:pt idx="1126">
                  <c:v>1815.9662294368156</c:v>
                </c:pt>
                <c:pt idx="1127">
                  <c:v>1815.9662294368156</c:v>
                </c:pt>
                <c:pt idx="1128">
                  <c:v>1815.9662294368156</c:v>
                </c:pt>
                <c:pt idx="1129">
                  <c:v>1815.9662294368156</c:v>
                </c:pt>
                <c:pt idx="1130">
                  <c:v>1815.9662294368156</c:v>
                </c:pt>
                <c:pt idx="1131">
                  <c:v>1815.9662294368156</c:v>
                </c:pt>
                <c:pt idx="1132">
                  <c:v>1815.9662294368156</c:v>
                </c:pt>
                <c:pt idx="1133">
                  <c:v>1815.9662294368156</c:v>
                </c:pt>
                <c:pt idx="1134">
                  <c:v>1815.9662294368156</c:v>
                </c:pt>
                <c:pt idx="1135">
                  <c:v>1815.9662294368156</c:v>
                </c:pt>
                <c:pt idx="1136">
                  <c:v>1815.9662294368156</c:v>
                </c:pt>
                <c:pt idx="1137">
                  <c:v>1815.9662294368156</c:v>
                </c:pt>
                <c:pt idx="1138">
                  <c:v>1815.9662294368156</c:v>
                </c:pt>
                <c:pt idx="1139">
                  <c:v>1815.9662294368156</c:v>
                </c:pt>
                <c:pt idx="1140">
                  <c:v>1815.9662294368156</c:v>
                </c:pt>
                <c:pt idx="1141">
                  <c:v>1815.9662294368156</c:v>
                </c:pt>
                <c:pt idx="1142">
                  <c:v>1815.9662294368156</c:v>
                </c:pt>
                <c:pt idx="1143">
                  <c:v>1815.9662294368156</c:v>
                </c:pt>
                <c:pt idx="1144">
                  <c:v>1815.9662294368156</c:v>
                </c:pt>
                <c:pt idx="1145">
                  <c:v>1815.9662294368156</c:v>
                </c:pt>
                <c:pt idx="1146">
                  <c:v>1815.9662294368156</c:v>
                </c:pt>
                <c:pt idx="1147">
                  <c:v>1815.9662294368156</c:v>
                </c:pt>
                <c:pt idx="1148">
                  <c:v>1815.9662294368156</c:v>
                </c:pt>
                <c:pt idx="1149">
                  <c:v>1815.9662294368156</c:v>
                </c:pt>
                <c:pt idx="1150">
                  <c:v>1815.9662294368156</c:v>
                </c:pt>
                <c:pt idx="1151">
                  <c:v>1815.9662294368156</c:v>
                </c:pt>
                <c:pt idx="1152">
                  <c:v>1815.9662294368156</c:v>
                </c:pt>
                <c:pt idx="1153">
                  <c:v>1815.9662294368156</c:v>
                </c:pt>
                <c:pt idx="1154">
                  <c:v>1815.9662294368156</c:v>
                </c:pt>
                <c:pt idx="1155">
                  <c:v>1815.9662294368156</c:v>
                </c:pt>
                <c:pt idx="1156">
                  <c:v>1815.9662294368156</c:v>
                </c:pt>
                <c:pt idx="1157">
                  <c:v>1815.9662294368156</c:v>
                </c:pt>
                <c:pt idx="1158">
                  <c:v>1815.9662294368156</c:v>
                </c:pt>
                <c:pt idx="1159">
                  <c:v>1815.9662294368156</c:v>
                </c:pt>
                <c:pt idx="1160">
                  <c:v>1815.9662294368156</c:v>
                </c:pt>
                <c:pt idx="1161">
                  <c:v>1815.9662294368156</c:v>
                </c:pt>
                <c:pt idx="1162">
                  <c:v>1815.9662294368156</c:v>
                </c:pt>
                <c:pt idx="1163">
                  <c:v>1815.9662294368156</c:v>
                </c:pt>
                <c:pt idx="1164">
                  <c:v>1815.9662294368156</c:v>
                </c:pt>
                <c:pt idx="1165">
                  <c:v>1815.9662294368156</c:v>
                </c:pt>
                <c:pt idx="1166">
                  <c:v>1815.9662294368156</c:v>
                </c:pt>
                <c:pt idx="1167">
                  <c:v>1815.9662294368156</c:v>
                </c:pt>
                <c:pt idx="1168">
                  <c:v>1815.9662294368156</c:v>
                </c:pt>
                <c:pt idx="1169">
                  <c:v>1815.9662294368156</c:v>
                </c:pt>
                <c:pt idx="1170">
                  <c:v>1815.9662294368156</c:v>
                </c:pt>
                <c:pt idx="1171">
                  <c:v>1815.9662294368156</c:v>
                </c:pt>
                <c:pt idx="1172">
                  <c:v>1815.9662294368156</c:v>
                </c:pt>
                <c:pt idx="1173">
                  <c:v>1815.9662294368156</c:v>
                </c:pt>
                <c:pt idx="1174">
                  <c:v>1815.9662294368156</c:v>
                </c:pt>
                <c:pt idx="1175">
                  <c:v>1815.9662294368156</c:v>
                </c:pt>
                <c:pt idx="1176">
                  <c:v>1815.9662294368156</c:v>
                </c:pt>
                <c:pt idx="1177">
                  <c:v>1815.9662294368156</c:v>
                </c:pt>
                <c:pt idx="1178">
                  <c:v>1815.9662294368156</c:v>
                </c:pt>
                <c:pt idx="1179">
                  <c:v>1815.9662294368156</c:v>
                </c:pt>
                <c:pt idx="1180">
                  <c:v>1815.9662294368156</c:v>
                </c:pt>
                <c:pt idx="1181">
                  <c:v>1815.9662294368156</c:v>
                </c:pt>
                <c:pt idx="1182">
                  <c:v>1815.9662294368156</c:v>
                </c:pt>
                <c:pt idx="1183">
                  <c:v>1815.9662294368156</c:v>
                </c:pt>
                <c:pt idx="1184">
                  <c:v>1815.9662294368156</c:v>
                </c:pt>
                <c:pt idx="1185">
                  <c:v>1815.9662294368156</c:v>
                </c:pt>
                <c:pt idx="1186">
                  <c:v>1815.9662294368156</c:v>
                </c:pt>
                <c:pt idx="1187">
                  <c:v>1815.9662294368156</c:v>
                </c:pt>
                <c:pt idx="1188">
                  <c:v>1815.9662294368156</c:v>
                </c:pt>
                <c:pt idx="1189">
                  <c:v>1815.9662294368156</c:v>
                </c:pt>
                <c:pt idx="1190">
                  <c:v>1815.9662294368156</c:v>
                </c:pt>
                <c:pt idx="1191">
                  <c:v>1815.9662294368156</c:v>
                </c:pt>
                <c:pt idx="1192">
                  <c:v>1815.9662294368156</c:v>
                </c:pt>
                <c:pt idx="1193">
                  <c:v>1815.9662294368156</c:v>
                </c:pt>
                <c:pt idx="1194">
                  <c:v>1815.9662294368156</c:v>
                </c:pt>
                <c:pt idx="1195">
                  <c:v>1815.9662294368156</c:v>
                </c:pt>
                <c:pt idx="1196">
                  <c:v>1858.9660616095434</c:v>
                </c:pt>
                <c:pt idx="1197">
                  <c:v>1858.9660616095434</c:v>
                </c:pt>
                <c:pt idx="1198">
                  <c:v>1858.9660616095434</c:v>
                </c:pt>
                <c:pt idx="1199">
                  <c:v>1858.9660616095434</c:v>
                </c:pt>
                <c:pt idx="1200">
                  <c:v>1858.9660616095434</c:v>
                </c:pt>
                <c:pt idx="1201">
                  <c:v>1858.9660616095434</c:v>
                </c:pt>
                <c:pt idx="1202">
                  <c:v>1858.9660616095434</c:v>
                </c:pt>
                <c:pt idx="1203">
                  <c:v>1858.9660616095434</c:v>
                </c:pt>
                <c:pt idx="1204">
                  <c:v>1858.9660616095434</c:v>
                </c:pt>
                <c:pt idx="1205">
                  <c:v>1858.9660616095434</c:v>
                </c:pt>
                <c:pt idx="1206">
                  <c:v>1858.9660616095434</c:v>
                </c:pt>
                <c:pt idx="1207">
                  <c:v>1858.9660616095434</c:v>
                </c:pt>
                <c:pt idx="1208">
                  <c:v>1858.9660616095434</c:v>
                </c:pt>
                <c:pt idx="1209">
                  <c:v>1858.9660616095434</c:v>
                </c:pt>
                <c:pt idx="1210">
                  <c:v>1858.9660616095434</c:v>
                </c:pt>
                <c:pt idx="1211">
                  <c:v>1858.9660616095434</c:v>
                </c:pt>
                <c:pt idx="1212">
                  <c:v>1858.9660616095434</c:v>
                </c:pt>
                <c:pt idx="1213">
                  <c:v>1858.9660616095434</c:v>
                </c:pt>
                <c:pt idx="1214">
                  <c:v>1858.9660616095434</c:v>
                </c:pt>
                <c:pt idx="1215">
                  <c:v>1858.9660616095434</c:v>
                </c:pt>
                <c:pt idx="1216">
                  <c:v>1858.9660616095434</c:v>
                </c:pt>
                <c:pt idx="1217">
                  <c:v>1858.9660616095434</c:v>
                </c:pt>
                <c:pt idx="1218">
                  <c:v>1858.9660616095434</c:v>
                </c:pt>
                <c:pt idx="1219">
                  <c:v>1858.9660616095434</c:v>
                </c:pt>
                <c:pt idx="1220">
                  <c:v>1858.9660616095434</c:v>
                </c:pt>
                <c:pt idx="1221">
                  <c:v>1858.9660616095434</c:v>
                </c:pt>
                <c:pt idx="1222">
                  <c:v>1858.9660616095434</c:v>
                </c:pt>
                <c:pt idx="1223">
                  <c:v>1858.9660616095434</c:v>
                </c:pt>
                <c:pt idx="1224">
                  <c:v>1858.9660616095434</c:v>
                </c:pt>
                <c:pt idx="1225">
                  <c:v>1858.9660616095434</c:v>
                </c:pt>
                <c:pt idx="1226">
                  <c:v>1858.9660616095434</c:v>
                </c:pt>
                <c:pt idx="1227">
                  <c:v>1858.9660616095434</c:v>
                </c:pt>
                <c:pt idx="1228">
                  <c:v>1858.9660616095434</c:v>
                </c:pt>
                <c:pt idx="1229">
                  <c:v>1858.9660616095434</c:v>
                </c:pt>
                <c:pt idx="1230">
                  <c:v>1858.9660616095434</c:v>
                </c:pt>
                <c:pt idx="1231">
                  <c:v>1858.9660616095434</c:v>
                </c:pt>
                <c:pt idx="1232">
                  <c:v>1858.9660616095434</c:v>
                </c:pt>
                <c:pt idx="1233">
                  <c:v>1858.9660616095434</c:v>
                </c:pt>
                <c:pt idx="1234">
                  <c:v>1858.9660616095434</c:v>
                </c:pt>
                <c:pt idx="1235">
                  <c:v>1858.9660616095434</c:v>
                </c:pt>
                <c:pt idx="1236">
                  <c:v>1858.9660616095434</c:v>
                </c:pt>
                <c:pt idx="1237">
                  <c:v>1858.9660616095434</c:v>
                </c:pt>
                <c:pt idx="1238">
                  <c:v>1858.9660616095434</c:v>
                </c:pt>
                <c:pt idx="1239">
                  <c:v>1858.9660616095434</c:v>
                </c:pt>
                <c:pt idx="1240">
                  <c:v>1858.9660616095434</c:v>
                </c:pt>
                <c:pt idx="1241">
                  <c:v>1858.9660616095434</c:v>
                </c:pt>
                <c:pt idx="1242">
                  <c:v>1858.9660616095434</c:v>
                </c:pt>
                <c:pt idx="1243">
                  <c:v>1858.9660616095434</c:v>
                </c:pt>
                <c:pt idx="1244">
                  <c:v>1858.9660616095434</c:v>
                </c:pt>
                <c:pt idx="1245">
                  <c:v>1858.9660616095434</c:v>
                </c:pt>
                <c:pt idx="1246">
                  <c:v>1858.9660616095434</c:v>
                </c:pt>
                <c:pt idx="1247">
                  <c:v>1858.9660616095434</c:v>
                </c:pt>
                <c:pt idx="1248">
                  <c:v>1858.9660616095434</c:v>
                </c:pt>
                <c:pt idx="1249">
                  <c:v>1858.9660616095434</c:v>
                </c:pt>
                <c:pt idx="1250">
                  <c:v>1858.9660616095434</c:v>
                </c:pt>
                <c:pt idx="1251">
                  <c:v>1858.9660616095434</c:v>
                </c:pt>
                <c:pt idx="1252">
                  <c:v>1858.9660616095434</c:v>
                </c:pt>
                <c:pt idx="1253">
                  <c:v>1858.9660616095434</c:v>
                </c:pt>
                <c:pt idx="1254">
                  <c:v>1858.9660616095434</c:v>
                </c:pt>
                <c:pt idx="1255">
                  <c:v>1858.9660616095434</c:v>
                </c:pt>
                <c:pt idx="1256">
                  <c:v>1858.9660616095434</c:v>
                </c:pt>
                <c:pt idx="1257">
                  <c:v>1858.9660616095434</c:v>
                </c:pt>
                <c:pt idx="1258">
                  <c:v>1858.9660616095434</c:v>
                </c:pt>
                <c:pt idx="1259">
                  <c:v>1858.9660616095434</c:v>
                </c:pt>
                <c:pt idx="1260">
                  <c:v>1858.9660616095434</c:v>
                </c:pt>
                <c:pt idx="1261">
                  <c:v>1858.9660616095434</c:v>
                </c:pt>
                <c:pt idx="1262">
                  <c:v>1858.9660616095434</c:v>
                </c:pt>
                <c:pt idx="1263">
                  <c:v>1858.9660616095434</c:v>
                </c:pt>
                <c:pt idx="1264">
                  <c:v>1858.9660616095434</c:v>
                </c:pt>
                <c:pt idx="1265">
                  <c:v>1858.9660616095434</c:v>
                </c:pt>
                <c:pt idx="1266">
                  <c:v>1858.9660616095434</c:v>
                </c:pt>
                <c:pt idx="1267">
                  <c:v>1858.9660616095434</c:v>
                </c:pt>
                <c:pt idx="1268">
                  <c:v>1858.9660616095434</c:v>
                </c:pt>
                <c:pt idx="1269">
                  <c:v>1858.9660616095434</c:v>
                </c:pt>
                <c:pt idx="1270">
                  <c:v>1858.9660616095434</c:v>
                </c:pt>
                <c:pt idx="1271">
                  <c:v>1858.9660616095434</c:v>
                </c:pt>
                <c:pt idx="1272">
                  <c:v>#N/A</c:v>
                </c:pt>
                <c:pt idx="1273">
                  <c:v>#N/A</c:v>
                </c:pt>
                <c:pt idx="1274">
                  <c:v>#N/A</c:v>
                </c:pt>
                <c:pt idx="1275">
                  <c:v>#N/A</c:v>
                </c:pt>
                <c:pt idx="1276">
                  <c:v>#N/A</c:v>
                </c:pt>
                <c:pt idx="1277">
                  <c:v>#N/A</c:v>
                </c:pt>
                <c:pt idx="1278">
                  <c:v>#N/A</c:v>
                </c:pt>
                <c:pt idx="1279">
                  <c:v>#N/A</c:v>
                </c:pt>
                <c:pt idx="1280">
                  <c:v>#N/A</c:v>
                </c:pt>
                <c:pt idx="1281">
                  <c:v>#N/A</c:v>
                </c:pt>
                <c:pt idx="1282">
                  <c:v>#N/A</c:v>
                </c:pt>
                <c:pt idx="1283">
                  <c:v>#N/A</c:v>
                </c:pt>
                <c:pt idx="1284">
                  <c:v>#N/A</c:v>
                </c:pt>
                <c:pt idx="1285">
                  <c:v>#N/A</c:v>
                </c:pt>
                <c:pt idx="1286">
                  <c:v>#N/A</c:v>
                </c:pt>
                <c:pt idx="1287">
                  <c:v>#N/A</c:v>
                </c:pt>
                <c:pt idx="1288">
                  <c:v>#N/A</c:v>
                </c:pt>
                <c:pt idx="1289">
                  <c:v>#N/A</c:v>
                </c:pt>
                <c:pt idx="1290">
                  <c:v>#N/A</c:v>
                </c:pt>
                <c:pt idx="1291">
                  <c:v>#N/A</c:v>
                </c:pt>
                <c:pt idx="1292">
                  <c:v>#N/A</c:v>
                </c:pt>
                <c:pt idx="1293">
                  <c:v>#N/A</c:v>
                </c:pt>
                <c:pt idx="1294">
                  <c:v>#N/A</c:v>
                </c:pt>
                <c:pt idx="1295">
                  <c:v>#N/A</c:v>
                </c:pt>
                <c:pt idx="1296">
                  <c:v>#N/A</c:v>
                </c:pt>
                <c:pt idx="1297">
                  <c:v>#N/A</c:v>
                </c:pt>
                <c:pt idx="1298">
                  <c:v>#N/A</c:v>
                </c:pt>
                <c:pt idx="1299">
                  <c:v>#N/A</c:v>
                </c:pt>
                <c:pt idx="1300">
                  <c:v>#N/A</c:v>
                </c:pt>
                <c:pt idx="1301">
                  <c:v>#N/A</c:v>
                </c:pt>
                <c:pt idx="1302">
                  <c:v>#N/A</c:v>
                </c:pt>
                <c:pt idx="1303">
                  <c:v>#N/A</c:v>
                </c:pt>
                <c:pt idx="1304">
                  <c:v>#N/A</c:v>
                </c:pt>
                <c:pt idx="1305">
                  <c:v>#N/A</c:v>
                </c:pt>
                <c:pt idx="1306">
                  <c:v>#N/A</c:v>
                </c:pt>
                <c:pt idx="1307">
                  <c:v>#N/A</c:v>
                </c:pt>
                <c:pt idx="1308">
                  <c:v>#N/A</c:v>
                </c:pt>
                <c:pt idx="1309">
                  <c:v>#N/A</c:v>
                </c:pt>
                <c:pt idx="1310">
                  <c:v>#N/A</c:v>
                </c:pt>
                <c:pt idx="1311">
                  <c:v>#N/A</c:v>
                </c:pt>
                <c:pt idx="1312">
                  <c:v>#N/A</c:v>
                </c:pt>
                <c:pt idx="1313">
                  <c:v>#N/A</c:v>
                </c:pt>
                <c:pt idx="1314">
                  <c:v>#N/A</c:v>
                </c:pt>
                <c:pt idx="1315">
                  <c:v>#N/A</c:v>
                </c:pt>
                <c:pt idx="1316">
                  <c:v>#N/A</c:v>
                </c:pt>
                <c:pt idx="1317">
                  <c:v>#N/A</c:v>
                </c:pt>
                <c:pt idx="1318">
                  <c:v>#N/A</c:v>
                </c:pt>
                <c:pt idx="1319">
                  <c:v>#N/A</c:v>
                </c:pt>
                <c:pt idx="1320">
                  <c:v>#N/A</c:v>
                </c:pt>
                <c:pt idx="1321">
                  <c:v>#N/A</c:v>
                </c:pt>
                <c:pt idx="1322">
                  <c:v>#N/A</c:v>
                </c:pt>
                <c:pt idx="1323">
                  <c:v>#N/A</c:v>
                </c:pt>
                <c:pt idx="1324">
                  <c:v>#N/A</c:v>
                </c:pt>
                <c:pt idx="1325">
                  <c:v>#N/A</c:v>
                </c:pt>
                <c:pt idx="1326">
                  <c:v>#N/A</c:v>
                </c:pt>
                <c:pt idx="1327">
                  <c:v>#N/A</c:v>
                </c:pt>
                <c:pt idx="1328">
                  <c:v>#N/A</c:v>
                </c:pt>
                <c:pt idx="1329">
                  <c:v>#N/A</c:v>
                </c:pt>
                <c:pt idx="1330">
                  <c:v>#N/A</c:v>
                </c:pt>
                <c:pt idx="1331">
                  <c:v>#N/A</c:v>
                </c:pt>
                <c:pt idx="1332">
                  <c:v>#N/A</c:v>
                </c:pt>
                <c:pt idx="1333">
                  <c:v>#N/A</c:v>
                </c:pt>
                <c:pt idx="1334">
                  <c:v>#N/A</c:v>
                </c:pt>
                <c:pt idx="1335">
                  <c:v>#N/A</c:v>
                </c:pt>
                <c:pt idx="1336">
                  <c:v>#N/A</c:v>
                </c:pt>
                <c:pt idx="1337">
                  <c:v>#N/A</c:v>
                </c:pt>
                <c:pt idx="1338">
                  <c:v>#N/A</c:v>
                </c:pt>
                <c:pt idx="1339">
                  <c:v>#N/A</c:v>
                </c:pt>
                <c:pt idx="1340">
                  <c:v>#N/A</c:v>
                </c:pt>
                <c:pt idx="1341">
                  <c:v>#N/A</c:v>
                </c:pt>
                <c:pt idx="1342">
                  <c:v>#N/A</c:v>
                </c:pt>
                <c:pt idx="1343">
                  <c:v>#N/A</c:v>
                </c:pt>
                <c:pt idx="1344">
                  <c:v>#N/A</c:v>
                </c:pt>
                <c:pt idx="1345">
                  <c:v>#N/A</c:v>
                </c:pt>
                <c:pt idx="1346">
                  <c:v>#N/A</c:v>
                </c:pt>
                <c:pt idx="1347">
                  <c:v>#N/A</c:v>
                </c:pt>
                <c:pt idx="1348">
                  <c:v>#N/A</c:v>
                </c:pt>
                <c:pt idx="1349">
                  <c:v>#N/A</c:v>
                </c:pt>
                <c:pt idx="1350">
                  <c:v>#N/A</c:v>
                </c:pt>
                <c:pt idx="1351">
                  <c:v>1945.3443898694343</c:v>
                </c:pt>
                <c:pt idx="1352">
                  <c:v>1945.3443898694343</c:v>
                </c:pt>
                <c:pt idx="1353">
                  <c:v>1945.3443898694343</c:v>
                </c:pt>
                <c:pt idx="1354">
                  <c:v>1945.3443898694343</c:v>
                </c:pt>
                <c:pt idx="1355">
                  <c:v>1945.3443898694343</c:v>
                </c:pt>
                <c:pt idx="1356">
                  <c:v>1945.3443898694343</c:v>
                </c:pt>
                <c:pt idx="1357">
                  <c:v>1945.3443898694343</c:v>
                </c:pt>
                <c:pt idx="1358">
                  <c:v>1945.3443898694343</c:v>
                </c:pt>
                <c:pt idx="1359">
                  <c:v>1945.3443898694343</c:v>
                </c:pt>
                <c:pt idx="1360">
                  <c:v>1945.3443898694343</c:v>
                </c:pt>
                <c:pt idx="1361">
                  <c:v>1945.3443898694343</c:v>
                </c:pt>
                <c:pt idx="1362">
                  <c:v>1945.3443898694343</c:v>
                </c:pt>
                <c:pt idx="1363">
                  <c:v>1945.3443898694343</c:v>
                </c:pt>
                <c:pt idx="1364">
                  <c:v>1945.3443898694343</c:v>
                </c:pt>
                <c:pt idx="1365">
                  <c:v>1945.3443898694343</c:v>
                </c:pt>
                <c:pt idx="1366">
                  <c:v>1945.3443898694343</c:v>
                </c:pt>
                <c:pt idx="1367">
                  <c:v>1945.3443898694343</c:v>
                </c:pt>
                <c:pt idx="1368">
                  <c:v>1945.3443898694343</c:v>
                </c:pt>
                <c:pt idx="1369">
                  <c:v>1945.3443898694343</c:v>
                </c:pt>
                <c:pt idx="1370">
                  <c:v>1945.3443898694343</c:v>
                </c:pt>
                <c:pt idx="1371">
                  <c:v>1945.3443898694343</c:v>
                </c:pt>
                <c:pt idx="1372">
                  <c:v>1945.3443898694343</c:v>
                </c:pt>
                <c:pt idx="1373">
                  <c:v>1945.3443898694343</c:v>
                </c:pt>
                <c:pt idx="1374">
                  <c:v>1945.3443898694343</c:v>
                </c:pt>
                <c:pt idx="1375">
                  <c:v>1945.3443898694343</c:v>
                </c:pt>
                <c:pt idx="1376">
                  <c:v>1945.3443898694343</c:v>
                </c:pt>
                <c:pt idx="1377">
                  <c:v>1945.3443898694343</c:v>
                </c:pt>
                <c:pt idx="1378">
                  <c:v>1945.3443898694343</c:v>
                </c:pt>
                <c:pt idx="1379">
                  <c:v>1945.3443898694343</c:v>
                </c:pt>
                <c:pt idx="1380">
                  <c:v>1945.3443898694343</c:v>
                </c:pt>
                <c:pt idx="1381">
                  <c:v>1945.3443898694343</c:v>
                </c:pt>
                <c:pt idx="1382">
                  <c:v>1945.3443898694343</c:v>
                </c:pt>
                <c:pt idx="1383">
                  <c:v>1945.3443898694343</c:v>
                </c:pt>
                <c:pt idx="1384">
                  <c:v>1945.3443898694343</c:v>
                </c:pt>
                <c:pt idx="1385">
                  <c:v>1945.3443898694343</c:v>
                </c:pt>
                <c:pt idx="1386">
                  <c:v>1945.3443898694343</c:v>
                </c:pt>
                <c:pt idx="1387">
                  <c:v>1945.3443898694343</c:v>
                </c:pt>
                <c:pt idx="1388">
                  <c:v>1945.3443898694343</c:v>
                </c:pt>
                <c:pt idx="1389">
                  <c:v>1945.3443898694343</c:v>
                </c:pt>
                <c:pt idx="1390">
                  <c:v>1945.3443898694343</c:v>
                </c:pt>
                <c:pt idx="1391">
                  <c:v>1945.3443898694343</c:v>
                </c:pt>
                <c:pt idx="1392">
                  <c:v>1945.3443898694343</c:v>
                </c:pt>
                <c:pt idx="1393">
                  <c:v>1945.3443898694343</c:v>
                </c:pt>
                <c:pt idx="1394">
                  <c:v>1945.3443898694343</c:v>
                </c:pt>
                <c:pt idx="1395">
                  <c:v>1945.3443898694343</c:v>
                </c:pt>
                <c:pt idx="1396">
                  <c:v>1945.3443898694343</c:v>
                </c:pt>
                <c:pt idx="1397">
                  <c:v>1945.3443898694343</c:v>
                </c:pt>
                <c:pt idx="1398">
                  <c:v>1945.3443898694343</c:v>
                </c:pt>
                <c:pt idx="1399">
                  <c:v>1945.3443898694343</c:v>
                </c:pt>
                <c:pt idx="1400">
                  <c:v>1945.3443898694343</c:v>
                </c:pt>
                <c:pt idx="1401">
                  <c:v>1945.3443898694343</c:v>
                </c:pt>
                <c:pt idx="1402">
                  <c:v>1945.3443898694343</c:v>
                </c:pt>
                <c:pt idx="1403">
                  <c:v>1945.3443898694343</c:v>
                </c:pt>
                <c:pt idx="1404">
                  <c:v>1945.3443898694343</c:v>
                </c:pt>
                <c:pt idx="1405">
                  <c:v>1945.3443898694343</c:v>
                </c:pt>
                <c:pt idx="1406">
                  <c:v>1945.3443898694343</c:v>
                </c:pt>
                <c:pt idx="1407">
                  <c:v>1945.3443898694343</c:v>
                </c:pt>
                <c:pt idx="1408">
                  <c:v>1945.3443898694343</c:v>
                </c:pt>
                <c:pt idx="1409">
                  <c:v>1945.3443898694343</c:v>
                </c:pt>
                <c:pt idx="1410">
                  <c:v>1945.3443898694343</c:v>
                </c:pt>
                <c:pt idx="1411">
                  <c:v>1945.3443898694343</c:v>
                </c:pt>
                <c:pt idx="1412">
                  <c:v>1945.3443898694343</c:v>
                </c:pt>
                <c:pt idx="1413">
                  <c:v>1945.3443898694343</c:v>
                </c:pt>
                <c:pt idx="1414">
                  <c:v>1945.3443898694343</c:v>
                </c:pt>
                <c:pt idx="1415">
                  <c:v>1945.3443898694343</c:v>
                </c:pt>
                <c:pt idx="1416">
                  <c:v>1945.3443898694343</c:v>
                </c:pt>
                <c:pt idx="1417">
                  <c:v>1945.3443898694343</c:v>
                </c:pt>
                <c:pt idx="1418">
                  <c:v>1945.3443898694343</c:v>
                </c:pt>
                <c:pt idx="1419">
                  <c:v>1945.3443898694343</c:v>
                </c:pt>
                <c:pt idx="1420">
                  <c:v>1945.3443898694343</c:v>
                </c:pt>
                <c:pt idx="1421">
                  <c:v>1945.3443898694343</c:v>
                </c:pt>
                <c:pt idx="1422">
                  <c:v>1945.3443898694343</c:v>
                </c:pt>
                <c:pt idx="1423">
                  <c:v>1945.3443898694343</c:v>
                </c:pt>
                <c:pt idx="1424">
                  <c:v>1945.3443898694343</c:v>
                </c:pt>
                <c:pt idx="1425">
                  <c:v>1945.3443898694343</c:v>
                </c:pt>
                <c:pt idx="1426">
                  <c:v>1945.3443898694343</c:v>
                </c:pt>
                <c:pt idx="1427">
                  <c:v>1945.3443898694343</c:v>
                </c:pt>
                <c:pt idx="1428">
                  <c:v>1945.3443898694343</c:v>
                </c:pt>
                <c:pt idx="1429">
                  <c:v>1945.3443898694343</c:v>
                </c:pt>
                <c:pt idx="1430">
                  <c:v>1945.3443898694343</c:v>
                </c:pt>
                <c:pt idx="1431">
                  <c:v>1945.3443898694343</c:v>
                </c:pt>
                <c:pt idx="1432">
                  <c:v>1945.3443898694343</c:v>
                </c:pt>
                <c:pt idx="1433">
                  <c:v>1945.3443898694343</c:v>
                </c:pt>
                <c:pt idx="1434">
                  <c:v>1945.3443898694343</c:v>
                </c:pt>
                <c:pt idx="1435">
                  <c:v>1945.3443898694343</c:v>
                </c:pt>
                <c:pt idx="1436">
                  <c:v>1945.3443898694343</c:v>
                </c:pt>
                <c:pt idx="1437">
                  <c:v>1945.3443898694343</c:v>
                </c:pt>
                <c:pt idx="1438">
                  <c:v>1945.3443898694343</c:v>
                </c:pt>
                <c:pt idx="1439">
                  <c:v>1945.3443898694343</c:v>
                </c:pt>
                <c:pt idx="1440">
                  <c:v>1945.3443898694343</c:v>
                </c:pt>
                <c:pt idx="1441">
                  <c:v>1945.3443898694343</c:v>
                </c:pt>
                <c:pt idx="1442">
                  <c:v>1945.3443898694343</c:v>
                </c:pt>
                <c:pt idx="1443">
                  <c:v>1945.3443898694343</c:v>
                </c:pt>
                <c:pt idx="1444">
                  <c:v>1945.3443898694343</c:v>
                </c:pt>
                <c:pt idx="1445">
                  <c:v>1945.3443898694343</c:v>
                </c:pt>
                <c:pt idx="1446">
                  <c:v>1945.3443898694343</c:v>
                </c:pt>
                <c:pt idx="1447">
                  <c:v>1945.3443898694343</c:v>
                </c:pt>
                <c:pt idx="1448">
                  <c:v>1945.3443898694343</c:v>
                </c:pt>
                <c:pt idx="1449">
                  <c:v>1945.3443898694343</c:v>
                </c:pt>
                <c:pt idx="1450">
                  <c:v>1945.3443898694343</c:v>
                </c:pt>
                <c:pt idx="1451">
                  <c:v>1945.3443898694343</c:v>
                </c:pt>
                <c:pt idx="1452">
                  <c:v>1945.3443898694343</c:v>
                </c:pt>
                <c:pt idx="1453">
                  <c:v>#N/A</c:v>
                </c:pt>
                <c:pt idx="1454">
                  <c:v>#N/A</c:v>
                </c:pt>
                <c:pt idx="1455">
                  <c:v>#N/A</c:v>
                </c:pt>
                <c:pt idx="1456">
                  <c:v>#N/A</c:v>
                </c:pt>
                <c:pt idx="1457">
                  <c:v>#N/A</c:v>
                </c:pt>
                <c:pt idx="1458">
                  <c:v>#N/A</c:v>
                </c:pt>
                <c:pt idx="1459">
                  <c:v>#N/A</c:v>
                </c:pt>
                <c:pt idx="1460">
                  <c:v>#N/A</c:v>
                </c:pt>
                <c:pt idx="1461">
                  <c:v>#N/A</c:v>
                </c:pt>
                <c:pt idx="1462">
                  <c:v>#N/A</c:v>
                </c:pt>
                <c:pt idx="1463">
                  <c:v>#N/A</c:v>
                </c:pt>
                <c:pt idx="1464">
                  <c:v>#N/A</c:v>
                </c:pt>
                <c:pt idx="1465">
                  <c:v>#N/A</c:v>
                </c:pt>
                <c:pt idx="1466">
                  <c:v>#N/A</c:v>
                </c:pt>
                <c:pt idx="1467">
                  <c:v>#N/A</c:v>
                </c:pt>
                <c:pt idx="1468">
                  <c:v>#N/A</c:v>
                </c:pt>
                <c:pt idx="1469">
                  <c:v>#N/A</c:v>
                </c:pt>
                <c:pt idx="1470">
                  <c:v>#N/A</c:v>
                </c:pt>
                <c:pt idx="1471">
                  <c:v>#N/A</c:v>
                </c:pt>
                <c:pt idx="1472">
                  <c:v>#N/A</c:v>
                </c:pt>
                <c:pt idx="1473">
                  <c:v>#N/A</c:v>
                </c:pt>
                <c:pt idx="1474">
                  <c:v>#N/A</c:v>
                </c:pt>
                <c:pt idx="1475">
                  <c:v>#N/A</c:v>
                </c:pt>
                <c:pt idx="1476">
                  <c:v>#N/A</c:v>
                </c:pt>
                <c:pt idx="1477">
                  <c:v>#N/A</c:v>
                </c:pt>
                <c:pt idx="1478">
                  <c:v>#N/A</c:v>
                </c:pt>
                <c:pt idx="1479">
                  <c:v>#N/A</c:v>
                </c:pt>
                <c:pt idx="1480">
                  <c:v>#N/A</c:v>
                </c:pt>
                <c:pt idx="1481">
                  <c:v>#N/A</c:v>
                </c:pt>
                <c:pt idx="1482">
                  <c:v>#N/A</c:v>
                </c:pt>
                <c:pt idx="1483">
                  <c:v>#N/A</c:v>
                </c:pt>
                <c:pt idx="1484">
                  <c:v>#N/A</c:v>
                </c:pt>
                <c:pt idx="1485">
                  <c:v>#N/A</c:v>
                </c:pt>
                <c:pt idx="1486">
                  <c:v>#N/A</c:v>
                </c:pt>
                <c:pt idx="1487">
                  <c:v>#N/A</c:v>
                </c:pt>
                <c:pt idx="1488">
                  <c:v>#N/A</c:v>
                </c:pt>
                <c:pt idx="1489">
                  <c:v>#N/A</c:v>
                </c:pt>
                <c:pt idx="1490">
                  <c:v>#N/A</c:v>
                </c:pt>
                <c:pt idx="1491">
                  <c:v>#N/A</c:v>
                </c:pt>
                <c:pt idx="1492">
                  <c:v>#N/A</c:v>
                </c:pt>
                <c:pt idx="1493">
                  <c:v>#N/A</c:v>
                </c:pt>
                <c:pt idx="1494">
                  <c:v>#N/A</c:v>
                </c:pt>
                <c:pt idx="1495">
                  <c:v>#N/A</c:v>
                </c:pt>
                <c:pt idx="1496">
                  <c:v>#N/A</c:v>
                </c:pt>
                <c:pt idx="1497">
                  <c:v>#N/A</c:v>
                </c:pt>
                <c:pt idx="1498">
                  <c:v>#N/A</c:v>
                </c:pt>
                <c:pt idx="1499">
                  <c:v>#N/A</c:v>
                </c:pt>
                <c:pt idx="1500">
                  <c:v>#N/A</c:v>
                </c:pt>
                <c:pt idx="1501">
                  <c:v>#N/A</c:v>
                </c:pt>
                <c:pt idx="1502">
                  <c:v>#N/A</c:v>
                </c:pt>
                <c:pt idx="1503">
                  <c:v>#N/A</c:v>
                </c:pt>
                <c:pt idx="1504">
                  <c:v>#N/A</c:v>
                </c:pt>
                <c:pt idx="1505">
                  <c:v>#N/A</c:v>
                </c:pt>
                <c:pt idx="1506">
                  <c:v>#N/A</c:v>
                </c:pt>
                <c:pt idx="1507">
                  <c:v>#N/A</c:v>
                </c:pt>
                <c:pt idx="1508">
                  <c:v>#N/A</c:v>
                </c:pt>
                <c:pt idx="1509">
                  <c:v>#N/A</c:v>
                </c:pt>
                <c:pt idx="1510">
                  <c:v>#N/A</c:v>
                </c:pt>
                <c:pt idx="1511">
                  <c:v>#N/A</c:v>
                </c:pt>
                <c:pt idx="1512">
                  <c:v>#N/A</c:v>
                </c:pt>
                <c:pt idx="1513">
                  <c:v>#N/A</c:v>
                </c:pt>
                <c:pt idx="1514">
                  <c:v>#N/A</c:v>
                </c:pt>
                <c:pt idx="1515">
                  <c:v>#N/A</c:v>
                </c:pt>
                <c:pt idx="1516">
                  <c:v>#N/A</c:v>
                </c:pt>
                <c:pt idx="1517">
                  <c:v>#N/A</c:v>
                </c:pt>
                <c:pt idx="1518">
                  <c:v>#N/A</c:v>
                </c:pt>
                <c:pt idx="1519">
                  <c:v>#N/A</c:v>
                </c:pt>
                <c:pt idx="1520">
                  <c:v>#N/A</c:v>
                </c:pt>
                <c:pt idx="1521">
                  <c:v>2064.7083169849761</c:v>
                </c:pt>
                <c:pt idx="1522">
                  <c:v>2064.7083169849761</c:v>
                </c:pt>
                <c:pt idx="1523">
                  <c:v>2064.7083169849761</c:v>
                </c:pt>
                <c:pt idx="1524">
                  <c:v>2064.7083169849761</c:v>
                </c:pt>
                <c:pt idx="1525">
                  <c:v>2064.7083169849761</c:v>
                </c:pt>
                <c:pt idx="1526">
                  <c:v>2064.7083169849761</c:v>
                </c:pt>
                <c:pt idx="1527">
                  <c:v>2064.7083169849761</c:v>
                </c:pt>
                <c:pt idx="1528">
                  <c:v>2064.7083169849761</c:v>
                </c:pt>
                <c:pt idx="1529">
                  <c:v>2064.7083169849761</c:v>
                </c:pt>
                <c:pt idx="1530">
                  <c:v>2064.7083169849761</c:v>
                </c:pt>
                <c:pt idx="1531">
                  <c:v>2064.7083169849761</c:v>
                </c:pt>
                <c:pt idx="1532">
                  <c:v>2064.7083169849761</c:v>
                </c:pt>
                <c:pt idx="1533">
                  <c:v>2064.7083169849761</c:v>
                </c:pt>
                <c:pt idx="1534">
                  <c:v>2064.7083169849761</c:v>
                </c:pt>
                <c:pt idx="1535">
                  <c:v>2064.7083169849761</c:v>
                </c:pt>
                <c:pt idx="1536">
                  <c:v>2064.7083169849761</c:v>
                </c:pt>
                <c:pt idx="1537">
                  <c:v>2064.7083169849761</c:v>
                </c:pt>
                <c:pt idx="1538">
                  <c:v>2064.7083169849761</c:v>
                </c:pt>
                <c:pt idx="1539">
                  <c:v>2064.7083169849761</c:v>
                </c:pt>
                <c:pt idx="1540">
                  <c:v>2064.7083169849761</c:v>
                </c:pt>
                <c:pt idx="1541">
                  <c:v>2064.7083169849761</c:v>
                </c:pt>
                <c:pt idx="1542">
                  <c:v>2064.7083169849761</c:v>
                </c:pt>
                <c:pt idx="1543">
                  <c:v>2064.7083169849761</c:v>
                </c:pt>
                <c:pt idx="1544">
                  <c:v>2064.7083169849761</c:v>
                </c:pt>
                <c:pt idx="1545">
                  <c:v>2064.7083169849761</c:v>
                </c:pt>
                <c:pt idx="1546">
                  <c:v>2064.7083169849761</c:v>
                </c:pt>
                <c:pt idx="1547">
                  <c:v>2064.7083169849761</c:v>
                </c:pt>
                <c:pt idx="1548">
                  <c:v>2064.7083169849761</c:v>
                </c:pt>
                <c:pt idx="1549">
                  <c:v>2064.7083169849761</c:v>
                </c:pt>
                <c:pt idx="1550">
                  <c:v>2064.7083169849761</c:v>
                </c:pt>
                <c:pt idx="1551">
                  <c:v>2064.7083169849761</c:v>
                </c:pt>
                <c:pt idx="1552">
                  <c:v>2064.7083169849761</c:v>
                </c:pt>
                <c:pt idx="1553">
                  <c:v>2064.7083169849761</c:v>
                </c:pt>
                <c:pt idx="1554">
                  <c:v>2064.7083169849761</c:v>
                </c:pt>
                <c:pt idx="1555">
                  <c:v>2064.7083169849761</c:v>
                </c:pt>
                <c:pt idx="1556">
                  <c:v>2064.7083169849761</c:v>
                </c:pt>
                <c:pt idx="1557">
                  <c:v>2064.7083169849761</c:v>
                </c:pt>
                <c:pt idx="1558">
                  <c:v>2064.7083169849761</c:v>
                </c:pt>
                <c:pt idx="1559">
                  <c:v>2064.7083169849761</c:v>
                </c:pt>
                <c:pt idx="1560">
                  <c:v>2064.7083169849761</c:v>
                </c:pt>
                <c:pt idx="1561">
                  <c:v>2064.7083169849761</c:v>
                </c:pt>
                <c:pt idx="1562">
                  <c:v>2064.7083169849761</c:v>
                </c:pt>
                <c:pt idx="1563">
                  <c:v>2064.7083169849761</c:v>
                </c:pt>
                <c:pt idx="1564">
                  <c:v>2064.7083169849761</c:v>
                </c:pt>
                <c:pt idx="1565">
                  <c:v>2064.7083169849761</c:v>
                </c:pt>
                <c:pt idx="1566">
                  <c:v>2064.7083169849761</c:v>
                </c:pt>
                <c:pt idx="1567">
                  <c:v>2064.7083169849761</c:v>
                </c:pt>
                <c:pt idx="1568">
                  <c:v>2064.7083169849761</c:v>
                </c:pt>
                <c:pt idx="1569">
                  <c:v>2064.7083169849761</c:v>
                </c:pt>
                <c:pt idx="1570">
                  <c:v>2064.7083169849761</c:v>
                </c:pt>
                <c:pt idx="1571">
                  <c:v>2064.7083169849761</c:v>
                </c:pt>
                <c:pt idx="1572">
                  <c:v>2064.7083169849761</c:v>
                </c:pt>
                <c:pt idx="1573">
                  <c:v>2064.7083169849761</c:v>
                </c:pt>
                <c:pt idx="1574">
                  <c:v>2064.7083169849761</c:v>
                </c:pt>
                <c:pt idx="1575">
                  <c:v>2064.7083169849761</c:v>
                </c:pt>
                <c:pt idx="1576">
                  <c:v>2064.7083169849761</c:v>
                </c:pt>
                <c:pt idx="1577">
                  <c:v>2064.7083169849761</c:v>
                </c:pt>
                <c:pt idx="1578">
                  <c:v>2064.7083169849761</c:v>
                </c:pt>
                <c:pt idx="1579">
                  <c:v>2064.7083169849761</c:v>
                </c:pt>
                <c:pt idx="1580">
                  <c:v>2064.7083169849761</c:v>
                </c:pt>
                <c:pt idx="1581">
                  <c:v>2064.7083169849761</c:v>
                </c:pt>
                <c:pt idx="1582">
                  <c:v>2064.7083169849761</c:v>
                </c:pt>
                <c:pt idx="1583">
                  <c:v>2064.7083169849761</c:v>
                </c:pt>
                <c:pt idx="1584">
                  <c:v>2064.7083169849761</c:v>
                </c:pt>
                <c:pt idx="1585">
                  <c:v>2064.7083169849761</c:v>
                </c:pt>
                <c:pt idx="1586">
                  <c:v>2064.7083169849761</c:v>
                </c:pt>
                <c:pt idx="1587">
                  <c:v>2064.7083169849761</c:v>
                </c:pt>
                <c:pt idx="1588">
                  <c:v>2064.7083169849761</c:v>
                </c:pt>
                <c:pt idx="1589">
                  <c:v>2064.7083169849761</c:v>
                </c:pt>
                <c:pt idx="1590">
                  <c:v>2064.7083169849761</c:v>
                </c:pt>
                <c:pt idx="1591">
                  <c:v>2064.7083169849761</c:v>
                </c:pt>
                <c:pt idx="1592">
                  <c:v>2064.7083169849761</c:v>
                </c:pt>
                <c:pt idx="1593">
                  <c:v>2064.7083169849761</c:v>
                </c:pt>
                <c:pt idx="1594">
                  <c:v>2064.7083169849761</c:v>
                </c:pt>
                <c:pt idx="1595">
                  <c:v>2064.7083169849761</c:v>
                </c:pt>
                <c:pt idx="1596">
                  <c:v>2064.7083169849761</c:v>
                </c:pt>
                <c:pt idx="1597">
                  <c:v>2064.7083169849761</c:v>
                </c:pt>
                <c:pt idx="1598">
                  <c:v>2064.7083169849761</c:v>
                </c:pt>
                <c:pt idx="1599">
                  <c:v>2064.7083169849761</c:v>
                </c:pt>
                <c:pt idx="1600">
                  <c:v>2064.7083169849761</c:v>
                </c:pt>
                <c:pt idx="1601">
                  <c:v>2064.7083169849761</c:v>
                </c:pt>
                <c:pt idx="1602">
                  <c:v>2064.7083169849761</c:v>
                </c:pt>
                <c:pt idx="1603">
                  <c:v>2064.7083169849761</c:v>
                </c:pt>
                <c:pt idx="1604">
                  <c:v>2064.7083169849761</c:v>
                </c:pt>
                <c:pt idx="1605">
                  <c:v>2064.7083169849761</c:v>
                </c:pt>
                <c:pt idx="1606">
                  <c:v>2064.7083169849761</c:v>
                </c:pt>
                <c:pt idx="1607">
                  <c:v>2064.7083169849761</c:v>
                </c:pt>
                <c:pt idx="1608">
                  <c:v>2064.7083169849761</c:v>
                </c:pt>
                <c:pt idx="1609">
                  <c:v>2064.7083169849761</c:v>
                </c:pt>
                <c:pt idx="1610">
                  <c:v>2064.7083169849761</c:v>
                </c:pt>
                <c:pt idx="1611">
                  <c:v>2064.7083169849761</c:v>
                </c:pt>
                <c:pt idx="1612">
                  <c:v>2064.7083169849761</c:v>
                </c:pt>
                <c:pt idx="1613">
                  <c:v>2064.7083169849761</c:v>
                </c:pt>
                <c:pt idx="1614">
                  <c:v>2064.7083169849761</c:v>
                </c:pt>
                <c:pt idx="1615">
                  <c:v>2064.7083169849761</c:v>
                </c:pt>
                <c:pt idx="1616">
                  <c:v>2064.7083169849761</c:v>
                </c:pt>
                <c:pt idx="1617">
                  <c:v>2064.7083169849761</c:v>
                </c:pt>
                <c:pt idx="1618">
                  <c:v>2064.7083169849761</c:v>
                </c:pt>
                <c:pt idx="1619">
                  <c:v>2064.7083169849761</c:v>
                </c:pt>
                <c:pt idx="1620">
                  <c:v>2064.7083169849761</c:v>
                </c:pt>
                <c:pt idx="1621">
                  <c:v>2064.7083169849761</c:v>
                </c:pt>
                <c:pt idx="1622">
                  <c:v>2064.7083169849761</c:v>
                </c:pt>
                <c:pt idx="1623">
                  <c:v>2064.7083169849761</c:v>
                </c:pt>
                <c:pt idx="1624">
                  <c:v>2064.7083169849761</c:v>
                </c:pt>
                <c:pt idx="1625">
                  <c:v>2064.7083169849761</c:v>
                </c:pt>
                <c:pt idx="1626">
                  <c:v>2064.7083169849761</c:v>
                </c:pt>
                <c:pt idx="1627">
                  <c:v>2064.7083169849761</c:v>
                </c:pt>
                <c:pt idx="1628">
                  <c:v>2064.7083169849761</c:v>
                </c:pt>
                <c:pt idx="1629">
                  <c:v>2064.7083169849761</c:v>
                </c:pt>
                <c:pt idx="1630">
                  <c:v>2064.7083169849761</c:v>
                </c:pt>
                <c:pt idx="1631">
                  <c:v>2064.7083169849761</c:v>
                </c:pt>
                <c:pt idx="1632">
                  <c:v>2064.7083169849761</c:v>
                </c:pt>
                <c:pt idx="1633">
                  <c:v>2064.7083169849761</c:v>
                </c:pt>
                <c:pt idx="1634">
                  <c:v>2064.7083169849761</c:v>
                </c:pt>
                <c:pt idx="1635">
                  <c:v>2064.7083169849761</c:v>
                </c:pt>
                <c:pt idx="1636">
                  <c:v>2064.7083169849761</c:v>
                </c:pt>
                <c:pt idx="1637">
                  <c:v>2064.7083169849761</c:v>
                </c:pt>
                <c:pt idx="1638">
                  <c:v>2081.2900298075365</c:v>
                </c:pt>
                <c:pt idx="1639">
                  <c:v>2081.2900298075365</c:v>
                </c:pt>
                <c:pt idx="1640">
                  <c:v>2081.2900298075365</c:v>
                </c:pt>
                <c:pt idx="1641">
                  <c:v>2081.2900298075365</c:v>
                </c:pt>
                <c:pt idx="1642">
                  <c:v>2081.2900298075365</c:v>
                </c:pt>
                <c:pt idx="1643">
                  <c:v>2081.2900298075365</c:v>
                </c:pt>
                <c:pt idx="1644">
                  <c:v>2081.2900298075365</c:v>
                </c:pt>
                <c:pt idx="1645">
                  <c:v>2081.2900298075365</c:v>
                </c:pt>
                <c:pt idx="1646">
                  <c:v>2081.2900298075365</c:v>
                </c:pt>
                <c:pt idx="1647">
                  <c:v>2081.2900298075365</c:v>
                </c:pt>
                <c:pt idx="1648">
                  <c:v>2081.2900298075365</c:v>
                </c:pt>
                <c:pt idx="1649">
                  <c:v>2081.2900298075365</c:v>
                </c:pt>
                <c:pt idx="1650">
                  <c:v>2081.2900298075365</c:v>
                </c:pt>
                <c:pt idx="1651">
                  <c:v>2081.2900298075365</c:v>
                </c:pt>
                <c:pt idx="1652">
                  <c:v>2081.2900298075365</c:v>
                </c:pt>
                <c:pt idx="1653">
                  <c:v>2081.2900298075365</c:v>
                </c:pt>
                <c:pt idx="1654">
                  <c:v>2081.2900298075365</c:v>
                </c:pt>
                <c:pt idx="1655">
                  <c:v>2081.2900298075365</c:v>
                </c:pt>
                <c:pt idx="1656">
                  <c:v>2081.2900298075365</c:v>
                </c:pt>
                <c:pt idx="1657">
                  <c:v>2081.2900298075365</c:v>
                </c:pt>
                <c:pt idx="1658">
                  <c:v>2081.2900298075365</c:v>
                </c:pt>
                <c:pt idx="1659">
                  <c:v>2081.2900298075365</c:v>
                </c:pt>
                <c:pt idx="1660">
                  <c:v>2081.2900298075365</c:v>
                </c:pt>
                <c:pt idx="1661">
                  <c:v>2081.2900298075365</c:v>
                </c:pt>
                <c:pt idx="1662">
                  <c:v>2081.2900298075365</c:v>
                </c:pt>
                <c:pt idx="1663">
                  <c:v>2081.2900298075365</c:v>
                </c:pt>
                <c:pt idx="1664">
                  <c:v>2081.2900298075365</c:v>
                </c:pt>
                <c:pt idx="1665">
                  <c:v>2081.2900298075365</c:v>
                </c:pt>
                <c:pt idx="1666">
                  <c:v>2081.2900298075365</c:v>
                </c:pt>
                <c:pt idx="1667">
                  <c:v>2081.2900298075365</c:v>
                </c:pt>
                <c:pt idx="1668">
                  <c:v>2081.2900298075365</c:v>
                </c:pt>
                <c:pt idx="1669">
                  <c:v>2081.2900298075365</c:v>
                </c:pt>
                <c:pt idx="1670">
                  <c:v>2081.2900298075365</c:v>
                </c:pt>
                <c:pt idx="1671">
                  <c:v>2081.2900298075365</c:v>
                </c:pt>
                <c:pt idx="1672">
                  <c:v>2081.2900298075365</c:v>
                </c:pt>
                <c:pt idx="1673">
                  <c:v>2081.2900298075365</c:v>
                </c:pt>
                <c:pt idx="1674">
                  <c:v>2081.2900298075365</c:v>
                </c:pt>
                <c:pt idx="1675">
                  <c:v>2081.2900298075365</c:v>
                </c:pt>
                <c:pt idx="1676">
                  <c:v>2081.2900298075365</c:v>
                </c:pt>
                <c:pt idx="1677">
                  <c:v>2081.2900298075365</c:v>
                </c:pt>
                <c:pt idx="1678">
                  <c:v>2081.2900298075365</c:v>
                </c:pt>
                <c:pt idx="1679">
                  <c:v>2081.2900298075365</c:v>
                </c:pt>
                <c:pt idx="1680">
                  <c:v>2081.2900298075365</c:v>
                </c:pt>
                <c:pt idx="1681">
                  <c:v>2081.2900298075365</c:v>
                </c:pt>
                <c:pt idx="1682">
                  <c:v>2081.2900298075365</c:v>
                </c:pt>
                <c:pt idx="1683">
                  <c:v>2081.2900298075365</c:v>
                </c:pt>
                <c:pt idx="1684">
                  <c:v>2081.2900298075365</c:v>
                </c:pt>
                <c:pt idx="1685">
                  <c:v>2081.2900298075365</c:v>
                </c:pt>
                <c:pt idx="1686">
                  <c:v>2081.2900298075365</c:v>
                </c:pt>
                <c:pt idx="1687">
                  <c:v>2081.2900298075365</c:v>
                </c:pt>
                <c:pt idx="1688">
                  <c:v>2081.2900298075365</c:v>
                </c:pt>
                <c:pt idx="1689">
                  <c:v>2081.2900298075365</c:v>
                </c:pt>
                <c:pt idx="1690">
                  <c:v>2081.2900298075365</c:v>
                </c:pt>
                <c:pt idx="1691">
                  <c:v>2081.2900298075365</c:v>
                </c:pt>
                <c:pt idx="1692">
                  <c:v>2081.2900298075365</c:v>
                </c:pt>
                <c:pt idx="1693">
                  <c:v>2081.2900298075365</c:v>
                </c:pt>
                <c:pt idx="1694">
                  <c:v>2081.2900298075365</c:v>
                </c:pt>
                <c:pt idx="1695">
                  <c:v>2081.2900298075365</c:v>
                </c:pt>
                <c:pt idx="1696">
                  <c:v>2081.2900298075365</c:v>
                </c:pt>
                <c:pt idx="1697">
                  <c:v>2081.2900298075365</c:v>
                </c:pt>
                <c:pt idx="1698">
                  <c:v>2081.2900298075365</c:v>
                </c:pt>
                <c:pt idx="1699">
                  <c:v>2081.2900298075365</c:v>
                </c:pt>
                <c:pt idx="1700">
                  <c:v>2081.2900298075365</c:v>
                </c:pt>
                <c:pt idx="1701">
                  <c:v>2081.2900298075365</c:v>
                </c:pt>
                <c:pt idx="1702">
                  <c:v>2081.2900298075365</c:v>
                </c:pt>
                <c:pt idx="1703">
                  <c:v>2081.2900298075365</c:v>
                </c:pt>
                <c:pt idx="1704">
                  <c:v>2081.2900298075365</c:v>
                </c:pt>
                <c:pt idx="1705">
                  <c:v>2081.2900298075365</c:v>
                </c:pt>
                <c:pt idx="1706">
                  <c:v>2081.2900298075365</c:v>
                </c:pt>
                <c:pt idx="1707">
                  <c:v>2081.2900298075365</c:v>
                </c:pt>
                <c:pt idx="1708">
                  <c:v>2081.2900298075365</c:v>
                </c:pt>
                <c:pt idx="1709">
                  <c:v>2081.2900298075365</c:v>
                </c:pt>
                <c:pt idx="1710">
                  <c:v>2081.2900298075365</c:v>
                </c:pt>
                <c:pt idx="1711">
                  <c:v>2081.2900298075365</c:v>
                </c:pt>
                <c:pt idx="1712">
                  <c:v>2081.2900298075365</c:v>
                </c:pt>
                <c:pt idx="1713">
                  <c:v>2081.2900298075365</c:v>
                </c:pt>
                <c:pt idx="1714">
                  <c:v>2081.2900298075365</c:v>
                </c:pt>
                <c:pt idx="1715">
                  <c:v>2081.2900298075365</c:v>
                </c:pt>
                <c:pt idx="1716">
                  <c:v>2081.2900298075365</c:v>
                </c:pt>
                <c:pt idx="1717">
                  <c:v>2081.2900298075365</c:v>
                </c:pt>
                <c:pt idx="1718">
                  <c:v>2081.2900298075365</c:v>
                </c:pt>
                <c:pt idx="1719">
                  <c:v>2081.2900298075365</c:v>
                </c:pt>
                <c:pt idx="1720">
                  <c:v>2081.2900298075365</c:v>
                </c:pt>
                <c:pt idx="1721">
                  <c:v>2081.2900298075365</c:v>
                </c:pt>
                <c:pt idx="1722">
                  <c:v>2081.2900298075365</c:v>
                </c:pt>
                <c:pt idx="1723">
                  <c:v>2081.2900298075365</c:v>
                </c:pt>
                <c:pt idx="1724">
                  <c:v>2081.2900298075365</c:v>
                </c:pt>
                <c:pt idx="1725">
                  <c:v>2081.2900298075365</c:v>
                </c:pt>
                <c:pt idx="1726">
                  <c:v>2081.2900298075365</c:v>
                </c:pt>
                <c:pt idx="1727">
                  <c:v>2081.2900298075365</c:v>
                </c:pt>
                <c:pt idx="1728">
                  <c:v>2081.2900298075365</c:v>
                </c:pt>
                <c:pt idx="1729">
                  <c:v>2081.2900298075365</c:v>
                </c:pt>
                <c:pt idx="1730">
                  <c:v>2081.2900298075365</c:v>
                </c:pt>
                <c:pt idx="1731">
                  <c:v>2081.2900298075365</c:v>
                </c:pt>
                <c:pt idx="1732">
                  <c:v>2081.2900298075365</c:v>
                </c:pt>
                <c:pt idx="1733">
                  <c:v>2081.2900298075365</c:v>
                </c:pt>
                <c:pt idx="1734">
                  <c:v>2081.2900298075365</c:v>
                </c:pt>
                <c:pt idx="1735">
                  <c:v>2081.2900298075365</c:v>
                </c:pt>
                <c:pt idx="1736">
                  <c:v>2081.2900298075365</c:v>
                </c:pt>
                <c:pt idx="1737">
                  <c:v>2081.2900298075365</c:v>
                </c:pt>
                <c:pt idx="1738">
                  <c:v>2081.2900298075365</c:v>
                </c:pt>
                <c:pt idx="1739">
                  <c:v>2081.2900298075365</c:v>
                </c:pt>
                <c:pt idx="1740">
                  <c:v>2081.2900298075365</c:v>
                </c:pt>
                <c:pt idx="1741">
                  <c:v>2081.2900298075365</c:v>
                </c:pt>
                <c:pt idx="1742">
                  <c:v>2081.2900298075365</c:v>
                </c:pt>
                <c:pt idx="1743">
                  <c:v>2081.2900298075365</c:v>
                </c:pt>
                <c:pt idx="1744">
                  <c:v>2081.2900298075365</c:v>
                </c:pt>
                <c:pt idx="1745">
                  <c:v>2081.2900298075365</c:v>
                </c:pt>
                <c:pt idx="1746">
                  <c:v>2081.2900298075365</c:v>
                </c:pt>
                <c:pt idx="1747">
                  <c:v>2081.2900298075365</c:v>
                </c:pt>
                <c:pt idx="1748">
                  <c:v>2081.2900298075365</c:v>
                </c:pt>
                <c:pt idx="1749">
                  <c:v>2081.2900298075365</c:v>
                </c:pt>
                <c:pt idx="1750">
                  <c:v>2081.2900298075365</c:v>
                </c:pt>
                <c:pt idx="1751">
                  <c:v>2081.2900298075365</c:v>
                </c:pt>
                <c:pt idx="1752">
                  <c:v>2081.2900298075365</c:v>
                </c:pt>
                <c:pt idx="1753">
                  <c:v>2081.2900298075365</c:v>
                </c:pt>
                <c:pt idx="1754">
                  <c:v>2081.2900298075365</c:v>
                </c:pt>
                <c:pt idx="1755">
                  <c:v>2081.2900298075365</c:v>
                </c:pt>
                <c:pt idx="1756">
                  <c:v>2081.2900298075365</c:v>
                </c:pt>
                <c:pt idx="1757">
                  <c:v>2081.2900298075365</c:v>
                </c:pt>
                <c:pt idx="1758">
                  <c:v>2081.2900298075365</c:v>
                </c:pt>
                <c:pt idx="1759">
                  <c:v>2081.2900298075365</c:v>
                </c:pt>
                <c:pt idx="1760">
                  <c:v>2081.2900298075365</c:v>
                </c:pt>
                <c:pt idx="1761">
                  <c:v>2081.2900298075365</c:v>
                </c:pt>
                <c:pt idx="1762">
                  <c:v>2081.2900298075365</c:v>
                </c:pt>
                <c:pt idx="1763">
                  <c:v>2081.2900298075365</c:v>
                </c:pt>
                <c:pt idx="1764">
                  <c:v>2081.2900298075365</c:v>
                </c:pt>
                <c:pt idx="1765">
                  <c:v>2081.2900298075365</c:v>
                </c:pt>
                <c:pt idx="1766">
                  <c:v>2081.2900298075365</c:v>
                </c:pt>
                <c:pt idx="1767">
                  <c:v>2081.2900298075365</c:v>
                </c:pt>
                <c:pt idx="1768">
                  <c:v>2081.2900298075365</c:v>
                </c:pt>
                <c:pt idx="1769">
                  <c:v>2081.2900298075365</c:v>
                </c:pt>
                <c:pt idx="1770">
                  <c:v>2081.2900298075365</c:v>
                </c:pt>
                <c:pt idx="1771">
                  <c:v>2081.2900298075365</c:v>
                </c:pt>
                <c:pt idx="1772">
                  <c:v>2081.2900298075365</c:v>
                </c:pt>
                <c:pt idx="1773">
                  <c:v>2081.2900298075365</c:v>
                </c:pt>
                <c:pt idx="1774">
                  <c:v>2081.2900298075365</c:v>
                </c:pt>
                <c:pt idx="1775">
                  <c:v>2081.2900298075365</c:v>
                </c:pt>
                <c:pt idx="1776">
                  <c:v>2081.2900298075365</c:v>
                </c:pt>
                <c:pt idx="1777">
                  <c:v>2081.2900298075365</c:v>
                </c:pt>
                <c:pt idx="1778">
                  <c:v>2081.2900298075365</c:v>
                </c:pt>
                <c:pt idx="1779">
                  <c:v>2081.2900298075365</c:v>
                </c:pt>
                <c:pt idx="1780">
                  <c:v>2081.2900298075365</c:v>
                </c:pt>
                <c:pt idx="1781">
                  <c:v>2081.2900298075365</c:v>
                </c:pt>
                <c:pt idx="1782">
                  <c:v>2081.2900298075365</c:v>
                </c:pt>
                <c:pt idx="1783">
                  <c:v>2081.2900298075365</c:v>
                </c:pt>
                <c:pt idx="1784">
                  <c:v>2081.2900298075365</c:v>
                </c:pt>
                <c:pt idx="1785">
                  <c:v>2081.2900298075365</c:v>
                </c:pt>
                <c:pt idx="1786">
                  <c:v>2081.2900298075365</c:v>
                </c:pt>
                <c:pt idx="1787">
                  <c:v>2081.2900298075365</c:v>
                </c:pt>
                <c:pt idx="1788">
                  <c:v>2081.2900298075365</c:v>
                </c:pt>
                <c:pt idx="1789">
                  <c:v>2081.2900298075365</c:v>
                </c:pt>
                <c:pt idx="1790">
                  <c:v>2081.2900298075365</c:v>
                </c:pt>
                <c:pt idx="1791">
                  <c:v>2081.2900298075365</c:v>
                </c:pt>
                <c:pt idx="1792">
                  <c:v>2081.2900298075365</c:v>
                </c:pt>
                <c:pt idx="1793">
                  <c:v>2081.2900298075365</c:v>
                </c:pt>
                <c:pt idx="1794">
                  <c:v>2081.2900298075365</c:v>
                </c:pt>
                <c:pt idx="1795">
                  <c:v>2081.2900298075365</c:v>
                </c:pt>
                <c:pt idx="1796">
                  <c:v>2081.2900298075365</c:v>
                </c:pt>
                <c:pt idx="1797">
                  <c:v>2081.2900298075365</c:v>
                </c:pt>
                <c:pt idx="1798">
                  <c:v>2081.2900298075365</c:v>
                </c:pt>
                <c:pt idx="1799">
                  <c:v>2081.2900298075365</c:v>
                </c:pt>
                <c:pt idx="1800">
                  <c:v>2081.2900298075365</c:v>
                </c:pt>
                <c:pt idx="1801">
                  <c:v>2081.2900298075365</c:v>
                </c:pt>
                <c:pt idx="1802">
                  <c:v>2081.2900298075365</c:v>
                </c:pt>
                <c:pt idx="1803">
                  <c:v>2081.2900298075365</c:v>
                </c:pt>
                <c:pt idx="1804">
                  <c:v>2081.2900298075365</c:v>
                </c:pt>
                <c:pt idx="1805">
                  <c:v>2081.2900298075365</c:v>
                </c:pt>
                <c:pt idx="1806">
                  <c:v>2081.2900298075365</c:v>
                </c:pt>
                <c:pt idx="1807">
                  <c:v>2081.2900298075365</c:v>
                </c:pt>
                <c:pt idx="1808">
                  <c:v>2081.2900298075365</c:v>
                </c:pt>
                <c:pt idx="1809">
                  <c:v>2081.2900298075365</c:v>
                </c:pt>
                <c:pt idx="1810">
                  <c:v>2081.2900298075365</c:v>
                </c:pt>
                <c:pt idx="1811">
                  <c:v>2081.2900298075365</c:v>
                </c:pt>
                <c:pt idx="1812">
                  <c:v>2081.2900298075365</c:v>
                </c:pt>
                <c:pt idx="1813">
                  <c:v>2081.2900298075365</c:v>
                </c:pt>
                <c:pt idx="1814">
                  <c:v>2081.2900298075365</c:v>
                </c:pt>
                <c:pt idx="1815">
                  <c:v>2081.2900298075365</c:v>
                </c:pt>
                <c:pt idx="1816">
                  <c:v>2081.2900298075365</c:v>
                </c:pt>
                <c:pt idx="1817">
                  <c:v>2081.2900298075365</c:v>
                </c:pt>
                <c:pt idx="1818">
                  <c:v>2081.2900298075365</c:v>
                </c:pt>
                <c:pt idx="1819">
                  <c:v>2081.2900298075365</c:v>
                </c:pt>
                <c:pt idx="1820">
                  <c:v>2081.2900298075365</c:v>
                </c:pt>
                <c:pt idx="1821">
                  <c:v>2081.2900298075365</c:v>
                </c:pt>
                <c:pt idx="1822">
                  <c:v>2081.2900298075365</c:v>
                </c:pt>
                <c:pt idx="1823">
                  <c:v>2081.2900298075365</c:v>
                </c:pt>
                <c:pt idx="1824">
                  <c:v>2081.2900298075365</c:v>
                </c:pt>
                <c:pt idx="1825">
                  <c:v>2081.2900298075365</c:v>
                </c:pt>
                <c:pt idx="1826">
                  <c:v>2081.2900298075365</c:v>
                </c:pt>
                <c:pt idx="1827">
                  <c:v>2081.2900298075365</c:v>
                </c:pt>
                <c:pt idx="1828">
                  <c:v>2081.2900298075365</c:v>
                </c:pt>
                <c:pt idx="1829">
                  <c:v>2081.2900298075365</c:v>
                </c:pt>
                <c:pt idx="1830">
                  <c:v>2081.2900298075365</c:v>
                </c:pt>
                <c:pt idx="1831">
                  <c:v>2081.2900298075365</c:v>
                </c:pt>
                <c:pt idx="1832">
                  <c:v>2081.2900298075365</c:v>
                </c:pt>
                <c:pt idx="1833">
                  <c:v>2081.2900298075365</c:v>
                </c:pt>
                <c:pt idx="1834">
                  <c:v>2081.2900298075365</c:v>
                </c:pt>
                <c:pt idx="1835">
                  <c:v>2081.2900298075365</c:v>
                </c:pt>
                <c:pt idx="1836">
                  <c:v>2081.2900298075365</c:v>
                </c:pt>
                <c:pt idx="1837">
                  <c:v>2081.2900298075365</c:v>
                </c:pt>
                <c:pt idx="1838">
                  <c:v>2081.2900298075365</c:v>
                </c:pt>
                <c:pt idx="1839">
                  <c:v>2081.2900298075365</c:v>
                </c:pt>
                <c:pt idx="1840">
                  <c:v>2081.2900298075365</c:v>
                </c:pt>
                <c:pt idx="1841">
                  <c:v>2081.2900298075365</c:v>
                </c:pt>
                <c:pt idx="1842">
                  <c:v>2081.2900298075365</c:v>
                </c:pt>
                <c:pt idx="1843">
                  <c:v>2081.2900298075365</c:v>
                </c:pt>
                <c:pt idx="1844">
                  <c:v>2081.2900298075365</c:v>
                </c:pt>
                <c:pt idx="1845">
                  <c:v>2081.2900298075365</c:v>
                </c:pt>
                <c:pt idx="1846">
                  <c:v>2081.2900298075365</c:v>
                </c:pt>
                <c:pt idx="1847">
                  <c:v>2081.2900298075365</c:v>
                </c:pt>
                <c:pt idx="1848">
                  <c:v>2081.2900298075365</c:v>
                </c:pt>
                <c:pt idx="1849">
                  <c:v>2081.2900298075365</c:v>
                </c:pt>
                <c:pt idx="1850">
                  <c:v>2081.2900298075365</c:v>
                </c:pt>
                <c:pt idx="1851">
                  <c:v>2081.2900298075365</c:v>
                </c:pt>
                <c:pt idx="1852">
                  <c:v>2081.2900298075365</c:v>
                </c:pt>
                <c:pt idx="1853">
                  <c:v>2081.2900298075365</c:v>
                </c:pt>
                <c:pt idx="1854">
                  <c:v>2081.2900298075365</c:v>
                </c:pt>
                <c:pt idx="1855">
                  <c:v>2081.2900298075365</c:v>
                </c:pt>
                <c:pt idx="1856">
                  <c:v>2081.2900298075365</c:v>
                </c:pt>
                <c:pt idx="1857">
                  <c:v>2081.2900298075365</c:v>
                </c:pt>
                <c:pt idx="1858">
                  <c:v>2081.2900298075365</c:v>
                </c:pt>
                <c:pt idx="1859">
                  <c:v>2081.2900298075365</c:v>
                </c:pt>
                <c:pt idx="1860">
                  <c:v>2081.2900298075365</c:v>
                </c:pt>
                <c:pt idx="1861">
                  <c:v>2081.2900298075365</c:v>
                </c:pt>
                <c:pt idx="1862">
                  <c:v>2081.2900298075365</c:v>
                </c:pt>
                <c:pt idx="1863">
                  <c:v>2081.2900298075365</c:v>
                </c:pt>
                <c:pt idx="1864">
                  <c:v>2081.2900298075365</c:v>
                </c:pt>
                <c:pt idx="1865">
                  <c:v>2081.2900298075365</c:v>
                </c:pt>
                <c:pt idx="1866">
                  <c:v>2081.2900298075365</c:v>
                </c:pt>
                <c:pt idx="1867">
                  <c:v>2081.2900298075365</c:v>
                </c:pt>
                <c:pt idx="1868">
                  <c:v>2081.2900298075365</c:v>
                </c:pt>
                <c:pt idx="1869">
                  <c:v>2081.2900298075365</c:v>
                </c:pt>
                <c:pt idx="1870">
                  <c:v>#N/A</c:v>
                </c:pt>
                <c:pt idx="1871">
                  <c:v>#N/A</c:v>
                </c:pt>
                <c:pt idx="1872">
                  <c:v>#N/A</c:v>
                </c:pt>
                <c:pt idx="1873">
                  <c:v>#N/A</c:v>
                </c:pt>
                <c:pt idx="1874">
                  <c:v>#N/A</c:v>
                </c:pt>
                <c:pt idx="1875">
                  <c:v>#N/A</c:v>
                </c:pt>
                <c:pt idx="1876">
                  <c:v>2170.719029100519</c:v>
                </c:pt>
                <c:pt idx="1877">
                  <c:v>2170.719029100519</c:v>
                </c:pt>
                <c:pt idx="1878">
                  <c:v>2170.719029100519</c:v>
                </c:pt>
                <c:pt idx="1879">
                  <c:v>2170.719029100519</c:v>
                </c:pt>
                <c:pt idx="1880">
                  <c:v>2170.719029100519</c:v>
                </c:pt>
                <c:pt idx="1881">
                  <c:v>2170.719029100519</c:v>
                </c:pt>
                <c:pt idx="1882">
                  <c:v>2170.719029100519</c:v>
                </c:pt>
                <c:pt idx="1883">
                  <c:v>2170.719029100519</c:v>
                </c:pt>
                <c:pt idx="1884">
                  <c:v>2170.719029100519</c:v>
                </c:pt>
                <c:pt idx="1885">
                  <c:v>2170.719029100519</c:v>
                </c:pt>
                <c:pt idx="1886">
                  <c:v>2170.719029100519</c:v>
                </c:pt>
                <c:pt idx="1887">
                  <c:v>2170.719029100519</c:v>
                </c:pt>
                <c:pt idx="1888">
                  <c:v>2170.719029100519</c:v>
                </c:pt>
                <c:pt idx="1889">
                  <c:v>2170.719029100519</c:v>
                </c:pt>
                <c:pt idx="1890">
                  <c:v>2170.719029100519</c:v>
                </c:pt>
                <c:pt idx="1891">
                  <c:v>2170.719029100519</c:v>
                </c:pt>
                <c:pt idx="1892">
                  <c:v>2170.719029100519</c:v>
                </c:pt>
                <c:pt idx="1893">
                  <c:v>2170.719029100519</c:v>
                </c:pt>
                <c:pt idx="1894">
                  <c:v>2170.719029100519</c:v>
                </c:pt>
                <c:pt idx="1895">
                  <c:v>2170.719029100519</c:v>
                </c:pt>
                <c:pt idx="1896">
                  <c:v>2170.719029100519</c:v>
                </c:pt>
                <c:pt idx="1897">
                  <c:v>2170.719029100519</c:v>
                </c:pt>
                <c:pt idx="1898">
                  <c:v>2170.719029100519</c:v>
                </c:pt>
                <c:pt idx="1899">
                  <c:v>2170.719029100519</c:v>
                </c:pt>
                <c:pt idx="1900">
                  <c:v>2170.719029100519</c:v>
                </c:pt>
                <c:pt idx="1901">
                  <c:v>#N/A</c:v>
                </c:pt>
                <c:pt idx="1902">
                  <c:v>#N/A</c:v>
                </c:pt>
                <c:pt idx="1903">
                  <c:v>#N/A</c:v>
                </c:pt>
                <c:pt idx="1904">
                  <c:v>#N/A</c:v>
                </c:pt>
                <c:pt idx="1905">
                  <c:v>#N/A</c:v>
                </c:pt>
                <c:pt idx="1906">
                  <c:v>#N/A</c:v>
                </c:pt>
                <c:pt idx="1907">
                  <c:v>#N/A</c:v>
                </c:pt>
                <c:pt idx="1908">
                  <c:v>#N/A</c:v>
                </c:pt>
                <c:pt idx="1909">
                  <c:v>#N/A</c:v>
                </c:pt>
                <c:pt idx="1910">
                  <c:v>#N/A</c:v>
                </c:pt>
                <c:pt idx="1911">
                  <c:v>#N/A</c:v>
                </c:pt>
                <c:pt idx="1912">
                  <c:v>#N/A</c:v>
                </c:pt>
                <c:pt idx="1913">
                  <c:v>#N/A</c:v>
                </c:pt>
                <c:pt idx="1914">
                  <c:v>#N/A</c:v>
                </c:pt>
                <c:pt idx="1915">
                  <c:v>#N/A</c:v>
                </c:pt>
                <c:pt idx="1916">
                  <c:v>#N/A</c:v>
                </c:pt>
                <c:pt idx="1917">
                  <c:v>#N/A</c:v>
                </c:pt>
                <c:pt idx="1918">
                  <c:v>#N/A</c:v>
                </c:pt>
                <c:pt idx="1919">
                  <c:v>#N/A</c:v>
                </c:pt>
                <c:pt idx="1920">
                  <c:v>#N/A</c:v>
                </c:pt>
                <c:pt idx="1921">
                  <c:v>#N/A</c:v>
                </c:pt>
                <c:pt idx="1922">
                  <c:v>#N/A</c:v>
                </c:pt>
                <c:pt idx="1923">
                  <c:v>#N/A</c:v>
                </c:pt>
                <c:pt idx="1924">
                  <c:v>#N/A</c:v>
                </c:pt>
                <c:pt idx="1925">
                  <c:v>#N/A</c:v>
                </c:pt>
                <c:pt idx="1926">
                  <c:v>#N/A</c:v>
                </c:pt>
                <c:pt idx="1927">
                  <c:v>#N/A</c:v>
                </c:pt>
                <c:pt idx="1928">
                  <c:v>#N/A</c:v>
                </c:pt>
                <c:pt idx="1929">
                  <c:v>#N/A</c:v>
                </c:pt>
                <c:pt idx="1930">
                  <c:v>#N/A</c:v>
                </c:pt>
                <c:pt idx="1931">
                  <c:v>#N/A</c:v>
                </c:pt>
                <c:pt idx="1932">
                  <c:v>#N/A</c:v>
                </c:pt>
                <c:pt idx="1933">
                  <c:v>#N/A</c:v>
                </c:pt>
                <c:pt idx="1934">
                  <c:v>#N/A</c:v>
                </c:pt>
                <c:pt idx="1935">
                  <c:v>#N/A</c:v>
                </c:pt>
                <c:pt idx="1936">
                  <c:v>#N/A</c:v>
                </c:pt>
                <c:pt idx="1937">
                  <c:v>#N/A</c:v>
                </c:pt>
                <c:pt idx="1938">
                  <c:v>#N/A</c:v>
                </c:pt>
                <c:pt idx="1939">
                  <c:v>2244.3445293048289</c:v>
                </c:pt>
                <c:pt idx="1940">
                  <c:v>2244.3445293048289</c:v>
                </c:pt>
                <c:pt idx="1941">
                  <c:v>2244.3445293048289</c:v>
                </c:pt>
                <c:pt idx="1942">
                  <c:v>2244.3445293048289</c:v>
                </c:pt>
                <c:pt idx="1943">
                  <c:v>2244.3445293048289</c:v>
                </c:pt>
                <c:pt idx="1944">
                  <c:v>2244.3445293048289</c:v>
                </c:pt>
                <c:pt idx="1945">
                  <c:v>2244.3445293048289</c:v>
                </c:pt>
                <c:pt idx="1946">
                  <c:v>2244.3445293048289</c:v>
                </c:pt>
                <c:pt idx="1947">
                  <c:v>2244.3445293048289</c:v>
                </c:pt>
                <c:pt idx="1948">
                  <c:v>2244.3445293048289</c:v>
                </c:pt>
                <c:pt idx="1949">
                  <c:v>2244.3445293048289</c:v>
                </c:pt>
                <c:pt idx="1950">
                  <c:v>2244.3445293048289</c:v>
                </c:pt>
                <c:pt idx="1951">
                  <c:v>2244.3445293048289</c:v>
                </c:pt>
                <c:pt idx="1952">
                  <c:v>2244.3445293048289</c:v>
                </c:pt>
                <c:pt idx="1953">
                  <c:v>2244.3445293048289</c:v>
                </c:pt>
                <c:pt idx="1954">
                  <c:v>2244.3445293048289</c:v>
                </c:pt>
                <c:pt idx="1955">
                  <c:v>2244.3445293048289</c:v>
                </c:pt>
                <c:pt idx="1956">
                  <c:v>2244.3445293048289</c:v>
                </c:pt>
                <c:pt idx="1957">
                  <c:v>2244.3445293048289</c:v>
                </c:pt>
                <c:pt idx="1958">
                  <c:v>2244.3445293048289</c:v>
                </c:pt>
                <c:pt idx="1959">
                  <c:v>2244.3445293048289</c:v>
                </c:pt>
                <c:pt idx="1960">
                  <c:v>2244.3445293048289</c:v>
                </c:pt>
                <c:pt idx="1961">
                  <c:v>2244.3445293048289</c:v>
                </c:pt>
                <c:pt idx="1962">
                  <c:v>2244.3445293048289</c:v>
                </c:pt>
                <c:pt idx="1963">
                  <c:v>2244.3445293048289</c:v>
                </c:pt>
                <c:pt idx="1964">
                  <c:v>2244.3445293048289</c:v>
                </c:pt>
                <c:pt idx="1965">
                  <c:v>2244.3445293048289</c:v>
                </c:pt>
                <c:pt idx="1966">
                  <c:v>2244.3445293048289</c:v>
                </c:pt>
                <c:pt idx="1967">
                  <c:v>2244.3445293048289</c:v>
                </c:pt>
                <c:pt idx="1968">
                  <c:v>2244.3445293048289</c:v>
                </c:pt>
                <c:pt idx="1969">
                  <c:v>2244.3445293048289</c:v>
                </c:pt>
                <c:pt idx="1970">
                  <c:v>2244.3445293048289</c:v>
                </c:pt>
                <c:pt idx="1971">
                  <c:v>2244.3445293048289</c:v>
                </c:pt>
                <c:pt idx="1972">
                  <c:v>2244.3445293048289</c:v>
                </c:pt>
                <c:pt idx="1973">
                  <c:v>2244.3445293048289</c:v>
                </c:pt>
                <c:pt idx="1974">
                  <c:v>2244.3445293048289</c:v>
                </c:pt>
                <c:pt idx="1975">
                  <c:v>2244.3445293048289</c:v>
                </c:pt>
                <c:pt idx="1976">
                  <c:v>2244.3445293048289</c:v>
                </c:pt>
                <c:pt idx="1977">
                  <c:v>#N/A</c:v>
                </c:pt>
                <c:pt idx="1978">
                  <c:v>#N/A</c:v>
                </c:pt>
                <c:pt idx="1979">
                  <c:v>#N/A</c:v>
                </c:pt>
                <c:pt idx="1980">
                  <c:v>#N/A</c:v>
                </c:pt>
                <c:pt idx="1981">
                  <c:v>#N/A</c:v>
                </c:pt>
                <c:pt idx="1982">
                  <c:v>#N/A</c:v>
                </c:pt>
                <c:pt idx="1983">
                  <c:v>#N/A</c:v>
                </c:pt>
                <c:pt idx="1984">
                  <c:v>#N/A</c:v>
                </c:pt>
                <c:pt idx="1985">
                  <c:v>#N/A</c:v>
                </c:pt>
                <c:pt idx="1986">
                  <c:v>#N/A</c:v>
                </c:pt>
                <c:pt idx="1987">
                  <c:v>#N/A</c:v>
                </c:pt>
                <c:pt idx="1988">
                  <c:v>#N/A</c:v>
                </c:pt>
                <c:pt idx="1989">
                  <c:v>#N/A</c:v>
                </c:pt>
                <c:pt idx="1990">
                  <c:v>#N/A</c:v>
                </c:pt>
                <c:pt idx="1991">
                  <c:v>#N/A</c:v>
                </c:pt>
                <c:pt idx="1992">
                  <c:v>#N/A</c:v>
                </c:pt>
                <c:pt idx="1993">
                  <c:v>#N/A</c:v>
                </c:pt>
                <c:pt idx="1994">
                  <c:v>#N/A</c:v>
                </c:pt>
                <c:pt idx="1995">
                  <c:v>#N/A</c:v>
                </c:pt>
                <c:pt idx="1996">
                  <c:v>#N/A</c:v>
                </c:pt>
                <c:pt idx="1997">
                  <c:v>#N/A</c:v>
                </c:pt>
                <c:pt idx="1998">
                  <c:v>#N/A</c:v>
                </c:pt>
                <c:pt idx="1999">
                  <c:v>#N/A</c:v>
                </c:pt>
                <c:pt idx="2000">
                  <c:v>#N/A</c:v>
                </c:pt>
                <c:pt idx="2001">
                  <c:v>#N/A</c:v>
                </c:pt>
                <c:pt idx="2002">
                  <c:v>#N/A</c:v>
                </c:pt>
                <c:pt idx="2003">
                  <c:v>#N/A</c:v>
                </c:pt>
                <c:pt idx="2004">
                  <c:v>#N/A</c:v>
                </c:pt>
                <c:pt idx="2005">
                  <c:v>#N/A</c:v>
                </c:pt>
                <c:pt idx="2006">
                  <c:v>#N/A</c:v>
                </c:pt>
                <c:pt idx="2007">
                  <c:v>#N/A</c:v>
                </c:pt>
                <c:pt idx="2008">
                  <c:v>#N/A</c:v>
                </c:pt>
                <c:pt idx="2009">
                  <c:v>#N/A</c:v>
                </c:pt>
                <c:pt idx="2010">
                  <c:v>#N/A</c:v>
                </c:pt>
                <c:pt idx="2011">
                  <c:v>#N/A</c:v>
                </c:pt>
                <c:pt idx="2012">
                  <c:v>#N/A</c:v>
                </c:pt>
                <c:pt idx="2013">
                  <c:v>#N/A</c:v>
                </c:pt>
                <c:pt idx="2014">
                  <c:v>#N/A</c:v>
                </c:pt>
                <c:pt idx="2015">
                  <c:v>#N/A</c:v>
                </c:pt>
                <c:pt idx="2016">
                  <c:v>#N/A</c:v>
                </c:pt>
                <c:pt idx="2017">
                  <c:v>#N/A</c:v>
                </c:pt>
                <c:pt idx="2018">
                  <c:v>#N/A</c:v>
                </c:pt>
                <c:pt idx="2019">
                  <c:v>#N/A</c:v>
                </c:pt>
                <c:pt idx="2020">
                  <c:v>#N/A</c:v>
                </c:pt>
                <c:pt idx="2021">
                  <c:v>#N/A</c:v>
                </c:pt>
                <c:pt idx="2022">
                  <c:v>#N/A</c:v>
                </c:pt>
                <c:pt idx="2023">
                  <c:v>#N/A</c:v>
                </c:pt>
                <c:pt idx="2024">
                  <c:v>#N/A</c:v>
                </c:pt>
                <c:pt idx="2025">
                  <c:v>2255.3650468080541</c:v>
                </c:pt>
                <c:pt idx="2026">
                  <c:v>2255.3650468080541</c:v>
                </c:pt>
                <c:pt idx="2027">
                  <c:v>2255.3650468080541</c:v>
                </c:pt>
                <c:pt idx="2028">
                  <c:v>2255.3650468080541</c:v>
                </c:pt>
                <c:pt idx="2029">
                  <c:v>2255.3650468080541</c:v>
                </c:pt>
                <c:pt idx="2030">
                  <c:v>2255.3650468080541</c:v>
                </c:pt>
                <c:pt idx="2031">
                  <c:v>2255.3650468080541</c:v>
                </c:pt>
                <c:pt idx="2032">
                  <c:v>2255.3650468080541</c:v>
                </c:pt>
                <c:pt idx="2033">
                  <c:v>2255.3650468080541</c:v>
                </c:pt>
                <c:pt idx="2034">
                  <c:v>2255.3650468080541</c:v>
                </c:pt>
                <c:pt idx="2035">
                  <c:v>2255.3650468080541</c:v>
                </c:pt>
                <c:pt idx="2036">
                  <c:v>2255.3650468080541</c:v>
                </c:pt>
                <c:pt idx="2037">
                  <c:v>2255.3650468080541</c:v>
                </c:pt>
                <c:pt idx="2038">
                  <c:v>2255.3650468080541</c:v>
                </c:pt>
                <c:pt idx="2039">
                  <c:v>2255.3650468080541</c:v>
                </c:pt>
                <c:pt idx="2040">
                  <c:v>2255.3650468080541</c:v>
                </c:pt>
                <c:pt idx="2041">
                  <c:v>2255.3650468080541</c:v>
                </c:pt>
                <c:pt idx="2042">
                  <c:v>2255.3650468080541</c:v>
                </c:pt>
                <c:pt idx="2043">
                  <c:v>2255.3650468080541</c:v>
                </c:pt>
                <c:pt idx="2044">
                  <c:v>2255.3650468080541</c:v>
                </c:pt>
                <c:pt idx="2045">
                  <c:v>2255.3650468080541</c:v>
                </c:pt>
                <c:pt idx="2046">
                  <c:v>2255.3650468080541</c:v>
                </c:pt>
                <c:pt idx="2047">
                  <c:v>2255.3650468080541</c:v>
                </c:pt>
                <c:pt idx="2048">
                  <c:v>2255.3650468080541</c:v>
                </c:pt>
                <c:pt idx="2049">
                  <c:v>2255.3650468080541</c:v>
                </c:pt>
                <c:pt idx="2050">
                  <c:v>2255.3650468080541</c:v>
                </c:pt>
                <c:pt idx="2051">
                  <c:v>2255.3650468080541</c:v>
                </c:pt>
                <c:pt idx="2052">
                  <c:v>2255.3650468080541</c:v>
                </c:pt>
                <c:pt idx="2053">
                  <c:v>2255.3650468080541</c:v>
                </c:pt>
                <c:pt idx="2054">
                  <c:v>2255.3650468080541</c:v>
                </c:pt>
                <c:pt idx="2055">
                  <c:v>2255.3650468080541</c:v>
                </c:pt>
                <c:pt idx="2056">
                  <c:v>2255.3650468080541</c:v>
                </c:pt>
                <c:pt idx="2057">
                  <c:v>2255.3650468080541</c:v>
                </c:pt>
                <c:pt idx="2058">
                  <c:v>2255.3650468080541</c:v>
                </c:pt>
                <c:pt idx="2059">
                  <c:v>2255.3650468080541</c:v>
                </c:pt>
                <c:pt idx="2060">
                  <c:v>2255.3650468080541</c:v>
                </c:pt>
                <c:pt idx="2061">
                  <c:v>2255.3650468080541</c:v>
                </c:pt>
                <c:pt idx="2062">
                  <c:v>2255.3650468080541</c:v>
                </c:pt>
                <c:pt idx="2063">
                  <c:v>2255.3650468080541</c:v>
                </c:pt>
                <c:pt idx="2064">
                  <c:v>2255.3650468080541</c:v>
                </c:pt>
                <c:pt idx="2065">
                  <c:v>2255.3650468080541</c:v>
                </c:pt>
                <c:pt idx="2066">
                  <c:v>2255.3650468080541</c:v>
                </c:pt>
                <c:pt idx="2067">
                  <c:v>2255.3650468080541</c:v>
                </c:pt>
                <c:pt idx="2068">
                  <c:v>2255.3650468080541</c:v>
                </c:pt>
                <c:pt idx="2069">
                  <c:v>2255.3650468080541</c:v>
                </c:pt>
                <c:pt idx="2070">
                  <c:v>2255.3650468080541</c:v>
                </c:pt>
                <c:pt idx="2071">
                  <c:v>2255.3650468080541</c:v>
                </c:pt>
                <c:pt idx="2072">
                  <c:v>2255.3650468080541</c:v>
                </c:pt>
                <c:pt idx="2073">
                  <c:v>2255.3650468080541</c:v>
                </c:pt>
                <c:pt idx="2074">
                  <c:v>2255.3650468080541</c:v>
                </c:pt>
                <c:pt idx="2075">
                  <c:v>2255.3650468080541</c:v>
                </c:pt>
                <c:pt idx="2076">
                  <c:v>2255.3650468080541</c:v>
                </c:pt>
                <c:pt idx="2077">
                  <c:v>2255.3650468080541</c:v>
                </c:pt>
                <c:pt idx="2078">
                  <c:v>2255.3650468080541</c:v>
                </c:pt>
                <c:pt idx="2079">
                  <c:v>2255.3650468080541</c:v>
                </c:pt>
                <c:pt idx="2080">
                  <c:v>2255.3650468080541</c:v>
                </c:pt>
                <c:pt idx="2081">
                  <c:v>2255.3650468080541</c:v>
                </c:pt>
                <c:pt idx="2082">
                  <c:v>2255.3650468080541</c:v>
                </c:pt>
                <c:pt idx="2083">
                  <c:v>2255.3650468080541</c:v>
                </c:pt>
                <c:pt idx="2084">
                  <c:v>2255.3650468080541</c:v>
                </c:pt>
                <c:pt idx="2085">
                  <c:v>2255.3650468080541</c:v>
                </c:pt>
                <c:pt idx="2086">
                  <c:v>2255.3650468080541</c:v>
                </c:pt>
                <c:pt idx="2087">
                  <c:v>2255.3650468080541</c:v>
                </c:pt>
                <c:pt idx="2088">
                  <c:v>2255.3650468080541</c:v>
                </c:pt>
                <c:pt idx="2089">
                  <c:v>2255.3650468080541</c:v>
                </c:pt>
                <c:pt idx="2090">
                  <c:v>2255.3650468080541</c:v>
                </c:pt>
                <c:pt idx="2091">
                  <c:v>2255.3650468080541</c:v>
                </c:pt>
                <c:pt idx="2092">
                  <c:v>2255.3650468080541</c:v>
                </c:pt>
                <c:pt idx="2093">
                  <c:v>2255.3650468080541</c:v>
                </c:pt>
                <c:pt idx="2094">
                  <c:v>2255.3650468080541</c:v>
                </c:pt>
                <c:pt idx="2095">
                  <c:v>2255.3650468080541</c:v>
                </c:pt>
                <c:pt idx="2096">
                  <c:v>2255.3650468080541</c:v>
                </c:pt>
                <c:pt idx="2097">
                  <c:v>2255.3650468080541</c:v>
                </c:pt>
                <c:pt idx="2098">
                  <c:v>2255.3650468080541</c:v>
                </c:pt>
                <c:pt idx="2099">
                  <c:v>2255.3650468080541</c:v>
                </c:pt>
                <c:pt idx="2100">
                  <c:v>2255.3650468080541</c:v>
                </c:pt>
                <c:pt idx="2101">
                  <c:v>2255.3650468080541</c:v>
                </c:pt>
                <c:pt idx="2102">
                  <c:v>2255.3650468080541</c:v>
                </c:pt>
                <c:pt idx="2103">
                  <c:v>2255.3650468080541</c:v>
                </c:pt>
                <c:pt idx="2104">
                  <c:v>2255.3650468080541</c:v>
                </c:pt>
                <c:pt idx="2105">
                  <c:v>2255.3650468080541</c:v>
                </c:pt>
                <c:pt idx="2106">
                  <c:v>2255.3650468080541</c:v>
                </c:pt>
                <c:pt idx="2107">
                  <c:v>2255.3650468080541</c:v>
                </c:pt>
                <c:pt idx="2108">
                  <c:v>2255.3650468080541</c:v>
                </c:pt>
                <c:pt idx="2109">
                  <c:v>2255.3650468080541</c:v>
                </c:pt>
                <c:pt idx="2110">
                  <c:v>2255.3650468080541</c:v>
                </c:pt>
                <c:pt idx="2111">
                  <c:v>2255.3650468080541</c:v>
                </c:pt>
                <c:pt idx="2112">
                  <c:v>2255.3650468080541</c:v>
                </c:pt>
                <c:pt idx="2113">
                  <c:v>2255.3650468080541</c:v>
                </c:pt>
                <c:pt idx="2114">
                  <c:v>2255.3650468080541</c:v>
                </c:pt>
                <c:pt idx="2115">
                  <c:v>2255.3650468080541</c:v>
                </c:pt>
                <c:pt idx="2116">
                  <c:v>2255.3650468080541</c:v>
                </c:pt>
                <c:pt idx="2117">
                  <c:v>2255.3650468080541</c:v>
                </c:pt>
                <c:pt idx="2118">
                  <c:v>2255.3650468080541</c:v>
                </c:pt>
                <c:pt idx="2119">
                  <c:v>2255.3650468080541</c:v>
                </c:pt>
                <c:pt idx="2120">
                  <c:v>2255.3650468080541</c:v>
                </c:pt>
                <c:pt idx="2121">
                  <c:v>2255.3650468080541</c:v>
                </c:pt>
                <c:pt idx="2122">
                  <c:v>2255.3650468080541</c:v>
                </c:pt>
                <c:pt idx="2123">
                  <c:v>2255.3650468080541</c:v>
                </c:pt>
                <c:pt idx="2124">
                  <c:v>2255.3650468080541</c:v>
                </c:pt>
                <c:pt idx="2125">
                  <c:v>2255.3650468080541</c:v>
                </c:pt>
                <c:pt idx="2126">
                  <c:v>2255.3650468080541</c:v>
                </c:pt>
                <c:pt idx="2127">
                  <c:v>2255.3650468080541</c:v>
                </c:pt>
                <c:pt idx="2128">
                  <c:v>2255.3650468080541</c:v>
                </c:pt>
                <c:pt idx="2129">
                  <c:v>2255.3650468080541</c:v>
                </c:pt>
                <c:pt idx="2130">
                  <c:v>2255.3650468080541</c:v>
                </c:pt>
                <c:pt idx="2131">
                  <c:v>2255.3650468080541</c:v>
                </c:pt>
                <c:pt idx="2132">
                  <c:v>2255.3650468080541</c:v>
                </c:pt>
                <c:pt idx="2133">
                  <c:v>2255.3650468080541</c:v>
                </c:pt>
                <c:pt idx="2134">
                  <c:v>2255.3650468080541</c:v>
                </c:pt>
                <c:pt idx="2135">
                  <c:v>2255.3650468080541</c:v>
                </c:pt>
                <c:pt idx="2136">
                  <c:v>2255.3650468080541</c:v>
                </c:pt>
                <c:pt idx="2137">
                  <c:v>2255.3650468080541</c:v>
                </c:pt>
                <c:pt idx="2138">
                  <c:v>2255.3650468080541</c:v>
                </c:pt>
                <c:pt idx="2139">
                  <c:v>2255.3650468080541</c:v>
                </c:pt>
                <c:pt idx="2140">
                  <c:v>2255.3650468080541</c:v>
                </c:pt>
                <c:pt idx="2141">
                  <c:v>2255.3650468080541</c:v>
                </c:pt>
                <c:pt idx="2142">
                  <c:v>2255.3650468080541</c:v>
                </c:pt>
                <c:pt idx="2143">
                  <c:v>2255.3650468080541</c:v>
                </c:pt>
                <c:pt idx="2144">
                  <c:v>2255.3650468080541</c:v>
                </c:pt>
                <c:pt idx="2145">
                  <c:v>2255.3650468080541</c:v>
                </c:pt>
                <c:pt idx="2146">
                  <c:v>2255.3650468080541</c:v>
                </c:pt>
                <c:pt idx="2147">
                  <c:v>2255.3650468080541</c:v>
                </c:pt>
                <c:pt idx="2148">
                  <c:v>#N/A</c:v>
                </c:pt>
                <c:pt idx="2149">
                  <c:v>#N/A</c:v>
                </c:pt>
                <c:pt idx="2150">
                  <c:v>#N/A</c:v>
                </c:pt>
                <c:pt idx="2151">
                  <c:v>#N/A</c:v>
                </c:pt>
                <c:pt idx="2152">
                  <c:v>#N/A</c:v>
                </c:pt>
                <c:pt idx="2153">
                  <c:v>2365.7510271172605</c:v>
                </c:pt>
                <c:pt idx="2154">
                  <c:v>2365.7510271172605</c:v>
                </c:pt>
                <c:pt idx="2155">
                  <c:v>2365.7510271172605</c:v>
                </c:pt>
                <c:pt idx="2156">
                  <c:v>2365.7510271172605</c:v>
                </c:pt>
                <c:pt idx="2157">
                  <c:v>2365.7510271172605</c:v>
                </c:pt>
                <c:pt idx="2158">
                  <c:v>2365.7510271172605</c:v>
                </c:pt>
                <c:pt idx="2159">
                  <c:v>2365.7510271172605</c:v>
                </c:pt>
                <c:pt idx="2160">
                  <c:v>2365.7510271172605</c:v>
                </c:pt>
                <c:pt idx="2161">
                  <c:v>2365.7510271172605</c:v>
                </c:pt>
                <c:pt idx="2162">
                  <c:v>2365.7510271172605</c:v>
                </c:pt>
                <c:pt idx="2163">
                  <c:v>2365.7510271172605</c:v>
                </c:pt>
                <c:pt idx="2164">
                  <c:v>2365.7510271172605</c:v>
                </c:pt>
                <c:pt idx="2165">
                  <c:v>2394.0648369059013</c:v>
                </c:pt>
                <c:pt idx="2166">
                  <c:v>2394.0648369059013</c:v>
                </c:pt>
                <c:pt idx="2167">
                  <c:v>2394.0648369059013</c:v>
                </c:pt>
                <c:pt idx="2168">
                  <c:v>2394.0648369059013</c:v>
                </c:pt>
                <c:pt idx="2169">
                  <c:v>2394.0648369059013</c:v>
                </c:pt>
                <c:pt idx="2170">
                  <c:v>2394.0648369059013</c:v>
                </c:pt>
                <c:pt idx="2171">
                  <c:v>2394.0648369059013</c:v>
                </c:pt>
                <c:pt idx="2172">
                  <c:v>2394.0648369059013</c:v>
                </c:pt>
                <c:pt idx="2173">
                  <c:v>2394.0648369059013</c:v>
                </c:pt>
                <c:pt idx="2174">
                  <c:v>2394.0648369059013</c:v>
                </c:pt>
                <c:pt idx="2175">
                  <c:v>2394.0648369059013</c:v>
                </c:pt>
                <c:pt idx="2176">
                  <c:v>2394.0648369059013</c:v>
                </c:pt>
                <c:pt idx="2177">
                  <c:v>2394.0648369059013</c:v>
                </c:pt>
                <c:pt idx="2178">
                  <c:v>2394.0648369059013</c:v>
                </c:pt>
                <c:pt idx="2179">
                  <c:v>2394.0648369059013</c:v>
                </c:pt>
                <c:pt idx="2180">
                  <c:v>2394.0648369059013</c:v>
                </c:pt>
                <c:pt idx="2181">
                  <c:v>2394.0648369059013</c:v>
                </c:pt>
                <c:pt idx="2182">
                  <c:v>2394.0648369059013</c:v>
                </c:pt>
                <c:pt idx="2183">
                  <c:v>2394.0648369059013</c:v>
                </c:pt>
                <c:pt idx="2184">
                  <c:v>2394.0648369059013</c:v>
                </c:pt>
                <c:pt idx="2185">
                  <c:v>2394.0648369059013</c:v>
                </c:pt>
                <c:pt idx="2186">
                  <c:v>2394.0648369059013</c:v>
                </c:pt>
                <c:pt idx="2187">
                  <c:v>2394.0648369059013</c:v>
                </c:pt>
                <c:pt idx="2188">
                  <c:v>2394.0648369059013</c:v>
                </c:pt>
                <c:pt idx="2189">
                  <c:v>2394.0648369059013</c:v>
                </c:pt>
                <c:pt idx="2190">
                  <c:v>2394.0648369059013</c:v>
                </c:pt>
                <c:pt idx="2191">
                  <c:v>2394.0648369059013</c:v>
                </c:pt>
                <c:pt idx="2192">
                  <c:v>2394.0648369059013</c:v>
                </c:pt>
                <c:pt idx="2193">
                  <c:v>2394.0648369059013</c:v>
                </c:pt>
                <c:pt idx="2194">
                  <c:v>2394.0648369059013</c:v>
                </c:pt>
                <c:pt idx="2195">
                  <c:v>2394.0648369059013</c:v>
                </c:pt>
                <c:pt idx="2196">
                  <c:v>2394.0648369059013</c:v>
                </c:pt>
                <c:pt idx="2197">
                  <c:v>2394.0648369059013</c:v>
                </c:pt>
                <c:pt idx="2198">
                  <c:v>2394.0648369059013</c:v>
                </c:pt>
                <c:pt idx="2199">
                  <c:v>2394.0648369059013</c:v>
                </c:pt>
                <c:pt idx="2200">
                  <c:v>2394.0648369059013</c:v>
                </c:pt>
                <c:pt idx="2201">
                  <c:v>2394.0648369059013</c:v>
                </c:pt>
                <c:pt idx="2202">
                  <c:v>2394.0648369059013</c:v>
                </c:pt>
                <c:pt idx="2203">
                  <c:v>2394.0648369059013</c:v>
                </c:pt>
                <c:pt idx="2204">
                  <c:v>2394.0648369059013</c:v>
                </c:pt>
                <c:pt idx="2205">
                  <c:v>2394.0648369059013</c:v>
                </c:pt>
                <c:pt idx="2206">
                  <c:v>2394.0648369059013</c:v>
                </c:pt>
                <c:pt idx="2207">
                  <c:v>2394.0648369059013</c:v>
                </c:pt>
                <c:pt idx="2208">
                  <c:v>2394.0648369059013</c:v>
                </c:pt>
                <c:pt idx="2209">
                  <c:v>2394.0648369059013</c:v>
                </c:pt>
                <c:pt idx="2210">
                  <c:v>2394.0648369059013</c:v>
                </c:pt>
                <c:pt idx="2211">
                  <c:v>2394.0648369059013</c:v>
                </c:pt>
                <c:pt idx="2212">
                  <c:v>2394.0648369059013</c:v>
                </c:pt>
                <c:pt idx="2213">
                  <c:v>2394.0648369059013</c:v>
                </c:pt>
                <c:pt idx="2214">
                  <c:v>2394.0648369059013</c:v>
                </c:pt>
                <c:pt idx="2215">
                  <c:v>2417.8096331973702</c:v>
                </c:pt>
                <c:pt idx="2216">
                  <c:v>2417.8096331973702</c:v>
                </c:pt>
                <c:pt idx="2217">
                  <c:v>2417.8096331973702</c:v>
                </c:pt>
                <c:pt idx="2218">
                  <c:v>2417.8096331973702</c:v>
                </c:pt>
                <c:pt idx="2219">
                  <c:v>2417.8096331973702</c:v>
                </c:pt>
                <c:pt idx="2220">
                  <c:v>2417.8096331973702</c:v>
                </c:pt>
                <c:pt idx="2221">
                  <c:v>2417.8096331973702</c:v>
                </c:pt>
                <c:pt idx="2222">
                  <c:v>2417.8096331973702</c:v>
                </c:pt>
                <c:pt idx="2223">
                  <c:v>2417.8096331973702</c:v>
                </c:pt>
                <c:pt idx="2224">
                  <c:v>2417.8096331973702</c:v>
                </c:pt>
                <c:pt idx="2225">
                  <c:v>2417.8096331973702</c:v>
                </c:pt>
                <c:pt idx="2226">
                  <c:v>2417.8096331973702</c:v>
                </c:pt>
                <c:pt idx="2227">
                  <c:v>2417.8096331973702</c:v>
                </c:pt>
                <c:pt idx="2228">
                  <c:v>2417.8096331973702</c:v>
                </c:pt>
                <c:pt idx="2229">
                  <c:v>2417.8096331973702</c:v>
                </c:pt>
                <c:pt idx="2230">
                  <c:v>2417.8096331973702</c:v>
                </c:pt>
                <c:pt idx="2231">
                  <c:v>2417.8096331973702</c:v>
                </c:pt>
                <c:pt idx="2232">
                  <c:v>2417.8096331973702</c:v>
                </c:pt>
                <c:pt idx="2233">
                  <c:v>2417.8096331973702</c:v>
                </c:pt>
                <c:pt idx="2234">
                  <c:v>#N/A</c:v>
                </c:pt>
                <c:pt idx="2235">
                  <c:v>#N/A</c:v>
                </c:pt>
                <c:pt idx="2236">
                  <c:v>#N/A</c:v>
                </c:pt>
                <c:pt idx="2237">
                  <c:v>#N/A</c:v>
                </c:pt>
                <c:pt idx="2238">
                  <c:v>#N/A</c:v>
                </c:pt>
                <c:pt idx="2239">
                  <c:v>#N/A</c:v>
                </c:pt>
                <c:pt idx="2240">
                  <c:v>#N/A</c:v>
                </c:pt>
                <c:pt idx="2241">
                  <c:v>#N/A</c:v>
                </c:pt>
                <c:pt idx="2242">
                  <c:v>#N/A</c:v>
                </c:pt>
                <c:pt idx="2243">
                  <c:v>#N/A</c:v>
                </c:pt>
                <c:pt idx="2244">
                  <c:v>#N/A</c:v>
                </c:pt>
                <c:pt idx="2245">
                  <c:v>#N/A</c:v>
                </c:pt>
                <c:pt idx="2246">
                  <c:v>#N/A</c:v>
                </c:pt>
                <c:pt idx="2247">
                  <c:v>#N/A</c:v>
                </c:pt>
                <c:pt idx="2248">
                  <c:v>#N/A</c:v>
                </c:pt>
                <c:pt idx="2249">
                  <c:v>#N/A</c:v>
                </c:pt>
                <c:pt idx="2250">
                  <c:v>#N/A</c:v>
                </c:pt>
                <c:pt idx="2251">
                  <c:v>#N/A</c:v>
                </c:pt>
                <c:pt idx="2252">
                  <c:v>#N/A</c:v>
                </c:pt>
                <c:pt idx="2253">
                  <c:v>#N/A</c:v>
                </c:pt>
                <c:pt idx="2254">
                  <c:v>#N/A</c:v>
                </c:pt>
                <c:pt idx="2255">
                  <c:v>#N/A</c:v>
                </c:pt>
                <c:pt idx="2256">
                  <c:v>#N/A</c:v>
                </c:pt>
                <c:pt idx="2257">
                  <c:v>#N/A</c:v>
                </c:pt>
                <c:pt idx="2258">
                  <c:v>#N/A</c:v>
                </c:pt>
                <c:pt idx="2259">
                  <c:v>#N/A</c:v>
                </c:pt>
                <c:pt idx="2260">
                  <c:v>#N/A</c:v>
                </c:pt>
                <c:pt idx="2261">
                  <c:v>#N/A</c:v>
                </c:pt>
                <c:pt idx="2262">
                  <c:v>#N/A</c:v>
                </c:pt>
                <c:pt idx="2263">
                  <c:v>#N/A</c:v>
                </c:pt>
                <c:pt idx="2264">
                  <c:v>#N/A</c:v>
                </c:pt>
                <c:pt idx="2265">
                  <c:v>#N/A</c:v>
                </c:pt>
                <c:pt idx="2266">
                  <c:v>#N/A</c:v>
                </c:pt>
                <c:pt idx="2267">
                  <c:v>#N/A</c:v>
                </c:pt>
                <c:pt idx="2268">
                  <c:v>#N/A</c:v>
                </c:pt>
                <c:pt idx="2269">
                  <c:v>#N/A</c:v>
                </c:pt>
                <c:pt idx="2270">
                  <c:v>#N/A</c:v>
                </c:pt>
                <c:pt idx="2271">
                  <c:v>#N/A</c:v>
                </c:pt>
                <c:pt idx="2272">
                  <c:v>#N/A</c:v>
                </c:pt>
                <c:pt idx="2273">
                  <c:v>#N/A</c:v>
                </c:pt>
                <c:pt idx="2274">
                  <c:v>#N/A</c:v>
                </c:pt>
                <c:pt idx="2275">
                  <c:v>#N/A</c:v>
                </c:pt>
                <c:pt idx="2276">
                  <c:v>#N/A</c:v>
                </c:pt>
                <c:pt idx="2277">
                  <c:v>#N/A</c:v>
                </c:pt>
                <c:pt idx="2278">
                  <c:v>#N/A</c:v>
                </c:pt>
                <c:pt idx="2279">
                  <c:v>#N/A</c:v>
                </c:pt>
                <c:pt idx="2280">
                  <c:v>#N/A</c:v>
                </c:pt>
                <c:pt idx="2281">
                  <c:v>#N/A</c:v>
                </c:pt>
                <c:pt idx="2282">
                  <c:v>#N/A</c:v>
                </c:pt>
                <c:pt idx="2283">
                  <c:v>#N/A</c:v>
                </c:pt>
                <c:pt idx="2284">
                  <c:v>#N/A</c:v>
                </c:pt>
                <c:pt idx="2285">
                  <c:v>#N/A</c:v>
                </c:pt>
                <c:pt idx="2286">
                  <c:v>#N/A</c:v>
                </c:pt>
                <c:pt idx="2287">
                  <c:v>#N/A</c:v>
                </c:pt>
                <c:pt idx="2288">
                  <c:v>#N/A</c:v>
                </c:pt>
                <c:pt idx="2289">
                  <c:v>#N/A</c:v>
                </c:pt>
                <c:pt idx="2290">
                  <c:v>#N/A</c:v>
                </c:pt>
                <c:pt idx="2291">
                  <c:v>#N/A</c:v>
                </c:pt>
                <c:pt idx="2292">
                  <c:v>#N/A</c:v>
                </c:pt>
                <c:pt idx="2293">
                  <c:v>#N/A</c:v>
                </c:pt>
                <c:pt idx="2294">
                  <c:v>#N/A</c:v>
                </c:pt>
                <c:pt idx="2295">
                  <c:v>#N/A</c:v>
                </c:pt>
                <c:pt idx="2296">
                  <c:v>#N/A</c:v>
                </c:pt>
                <c:pt idx="2297">
                  <c:v>#N/A</c:v>
                </c:pt>
                <c:pt idx="2298">
                  <c:v>#N/A</c:v>
                </c:pt>
                <c:pt idx="2299">
                  <c:v>#N/A</c:v>
                </c:pt>
                <c:pt idx="2300">
                  <c:v>#N/A</c:v>
                </c:pt>
                <c:pt idx="2301">
                  <c:v>#N/A</c:v>
                </c:pt>
                <c:pt idx="2302">
                  <c:v>#N/A</c:v>
                </c:pt>
                <c:pt idx="2303">
                  <c:v>#N/A</c:v>
                </c:pt>
                <c:pt idx="2304">
                  <c:v>#N/A</c:v>
                </c:pt>
                <c:pt idx="2305">
                  <c:v>#N/A</c:v>
                </c:pt>
                <c:pt idx="2306">
                  <c:v>#N/A</c:v>
                </c:pt>
                <c:pt idx="2307">
                  <c:v>#N/A</c:v>
                </c:pt>
                <c:pt idx="2308">
                  <c:v>#N/A</c:v>
                </c:pt>
                <c:pt idx="2309">
                  <c:v>#N/A</c:v>
                </c:pt>
                <c:pt idx="2310">
                  <c:v>#N/A</c:v>
                </c:pt>
                <c:pt idx="2311">
                  <c:v>#N/A</c:v>
                </c:pt>
                <c:pt idx="2312">
                  <c:v>#N/A</c:v>
                </c:pt>
                <c:pt idx="2313">
                  <c:v>#N/A</c:v>
                </c:pt>
                <c:pt idx="2314">
                  <c:v>#N/A</c:v>
                </c:pt>
                <c:pt idx="2315">
                  <c:v>#N/A</c:v>
                </c:pt>
                <c:pt idx="2316">
                  <c:v>#N/A</c:v>
                </c:pt>
                <c:pt idx="2317">
                  <c:v>#N/A</c:v>
                </c:pt>
                <c:pt idx="2318">
                  <c:v>#N/A</c:v>
                </c:pt>
                <c:pt idx="2319">
                  <c:v>#N/A</c:v>
                </c:pt>
                <c:pt idx="2320">
                  <c:v>#N/A</c:v>
                </c:pt>
                <c:pt idx="2321">
                  <c:v>#N/A</c:v>
                </c:pt>
                <c:pt idx="2322">
                  <c:v>#N/A</c:v>
                </c:pt>
                <c:pt idx="2323">
                  <c:v>#N/A</c:v>
                </c:pt>
                <c:pt idx="2324">
                  <c:v>#N/A</c:v>
                </c:pt>
                <c:pt idx="2325">
                  <c:v>#N/A</c:v>
                </c:pt>
                <c:pt idx="2326">
                  <c:v>#N/A</c:v>
                </c:pt>
                <c:pt idx="2327">
                  <c:v>#N/A</c:v>
                </c:pt>
                <c:pt idx="2328">
                  <c:v>#N/A</c:v>
                </c:pt>
                <c:pt idx="2329">
                  <c:v>#N/A</c:v>
                </c:pt>
                <c:pt idx="2330">
                  <c:v>#N/A</c:v>
                </c:pt>
                <c:pt idx="2331">
                  <c:v>#N/A</c:v>
                </c:pt>
                <c:pt idx="2332">
                  <c:v>#N/A</c:v>
                </c:pt>
                <c:pt idx="2333">
                  <c:v>#N/A</c:v>
                </c:pt>
                <c:pt idx="2334">
                  <c:v>#N/A</c:v>
                </c:pt>
                <c:pt idx="2335">
                  <c:v>#N/A</c:v>
                </c:pt>
                <c:pt idx="2336">
                  <c:v>#N/A</c:v>
                </c:pt>
                <c:pt idx="2337">
                  <c:v>#N/A</c:v>
                </c:pt>
                <c:pt idx="2338">
                  <c:v>#N/A</c:v>
                </c:pt>
                <c:pt idx="2339">
                  <c:v>#N/A</c:v>
                </c:pt>
                <c:pt idx="2340">
                  <c:v>#N/A</c:v>
                </c:pt>
                <c:pt idx="2341">
                  <c:v>#N/A</c:v>
                </c:pt>
                <c:pt idx="2342">
                  <c:v>#N/A</c:v>
                </c:pt>
                <c:pt idx="2343">
                  <c:v>#N/A</c:v>
                </c:pt>
                <c:pt idx="2344">
                  <c:v>#N/A</c:v>
                </c:pt>
                <c:pt idx="2345">
                  <c:v>#N/A</c:v>
                </c:pt>
                <c:pt idx="2346">
                  <c:v>#N/A</c:v>
                </c:pt>
                <c:pt idx="2347">
                  <c:v>#N/A</c:v>
                </c:pt>
                <c:pt idx="2348">
                  <c:v>#N/A</c:v>
                </c:pt>
                <c:pt idx="2349">
                  <c:v>#N/A</c:v>
                </c:pt>
                <c:pt idx="2350">
                  <c:v>#N/A</c:v>
                </c:pt>
                <c:pt idx="2351">
                  <c:v>#N/A</c:v>
                </c:pt>
                <c:pt idx="2352">
                  <c:v>#N/A</c:v>
                </c:pt>
                <c:pt idx="2353">
                  <c:v>#N/A</c:v>
                </c:pt>
                <c:pt idx="2354">
                  <c:v>#N/A</c:v>
                </c:pt>
                <c:pt idx="2355">
                  <c:v>#N/A</c:v>
                </c:pt>
                <c:pt idx="2356">
                  <c:v>#N/A</c:v>
                </c:pt>
                <c:pt idx="2357">
                  <c:v>#N/A</c:v>
                </c:pt>
                <c:pt idx="2358">
                  <c:v>2498.5077966916006</c:v>
                </c:pt>
                <c:pt idx="2359">
                  <c:v>2498.5077966916006</c:v>
                </c:pt>
                <c:pt idx="2360">
                  <c:v>2498.5077966916006</c:v>
                </c:pt>
                <c:pt idx="2361">
                  <c:v>2498.5077966916006</c:v>
                </c:pt>
                <c:pt idx="2362">
                  <c:v>2498.5077966916006</c:v>
                </c:pt>
                <c:pt idx="2363">
                  <c:v>2498.5077966916006</c:v>
                </c:pt>
                <c:pt idx="2364">
                  <c:v>2498.5077966916006</c:v>
                </c:pt>
                <c:pt idx="2365">
                  <c:v>2498.5077966916006</c:v>
                </c:pt>
                <c:pt idx="2366">
                  <c:v>2498.5077966916006</c:v>
                </c:pt>
                <c:pt idx="2367">
                  <c:v>2498.5077966916006</c:v>
                </c:pt>
                <c:pt idx="2368">
                  <c:v>2498.5077966916006</c:v>
                </c:pt>
                <c:pt idx="2369">
                  <c:v>2498.5077966916006</c:v>
                </c:pt>
                <c:pt idx="2370">
                  <c:v>2498.5077966916006</c:v>
                </c:pt>
                <c:pt idx="2371">
                  <c:v>2498.5077966916006</c:v>
                </c:pt>
                <c:pt idx="2372">
                  <c:v>2498.5077966916006</c:v>
                </c:pt>
                <c:pt idx="2373">
                  <c:v>2498.5077966916006</c:v>
                </c:pt>
                <c:pt idx="2374">
                  <c:v>2498.5077966916006</c:v>
                </c:pt>
                <c:pt idx="2375">
                  <c:v>2498.5077966916006</c:v>
                </c:pt>
                <c:pt idx="2376">
                  <c:v>2498.5077966916006</c:v>
                </c:pt>
                <c:pt idx="2377">
                  <c:v>2498.5077966916006</c:v>
                </c:pt>
                <c:pt idx="2378">
                  <c:v>2498.5077966916006</c:v>
                </c:pt>
                <c:pt idx="2379">
                  <c:v>2498.5077966916006</c:v>
                </c:pt>
                <c:pt idx="2380">
                  <c:v>2498.5077966916006</c:v>
                </c:pt>
                <c:pt idx="2381">
                  <c:v>2498.5077966916006</c:v>
                </c:pt>
                <c:pt idx="2382">
                  <c:v>2498.5077966916006</c:v>
                </c:pt>
                <c:pt idx="2383">
                  <c:v>2498.5077966916006</c:v>
                </c:pt>
                <c:pt idx="2384">
                  <c:v>2498.5077966916006</c:v>
                </c:pt>
                <c:pt idx="2385">
                  <c:v>2498.5077966916006</c:v>
                </c:pt>
                <c:pt idx="2386">
                  <c:v>2498.5077966916006</c:v>
                </c:pt>
                <c:pt idx="2387">
                  <c:v>2498.5077966916006</c:v>
                </c:pt>
                <c:pt idx="2388">
                  <c:v>2498.5077966916006</c:v>
                </c:pt>
                <c:pt idx="2389">
                  <c:v>2498.5077966916006</c:v>
                </c:pt>
                <c:pt idx="2390">
                  <c:v>2498.5077966916006</c:v>
                </c:pt>
                <c:pt idx="2391">
                  <c:v>2498.5077966916006</c:v>
                </c:pt>
                <c:pt idx="2392">
                  <c:v>2498.5077966916006</c:v>
                </c:pt>
                <c:pt idx="2393">
                  <c:v>2498.5077966916006</c:v>
                </c:pt>
                <c:pt idx="2394">
                  <c:v>2498.5077966916006</c:v>
                </c:pt>
                <c:pt idx="2395">
                  <c:v>2498.5077966916006</c:v>
                </c:pt>
                <c:pt idx="2396">
                  <c:v>2498.5077966916006</c:v>
                </c:pt>
                <c:pt idx="2397">
                  <c:v>2498.5077966916006</c:v>
                </c:pt>
                <c:pt idx="2398">
                  <c:v>2498.5077966916006</c:v>
                </c:pt>
                <c:pt idx="2399">
                  <c:v>2498.5077966916006</c:v>
                </c:pt>
                <c:pt idx="2400">
                  <c:v>2498.5077966916006</c:v>
                </c:pt>
                <c:pt idx="2401">
                  <c:v>2498.5077966916006</c:v>
                </c:pt>
                <c:pt idx="2402">
                  <c:v>2498.5077966916006</c:v>
                </c:pt>
                <c:pt idx="2403">
                  <c:v>2498.5077966916006</c:v>
                </c:pt>
                <c:pt idx="2404">
                  <c:v>2498.5077966916006</c:v>
                </c:pt>
                <c:pt idx="2405">
                  <c:v>2498.5077966916006</c:v>
                </c:pt>
                <c:pt idx="2406">
                  <c:v>2498.5077966916006</c:v>
                </c:pt>
                <c:pt idx="2407">
                  <c:v>2498.5077966916006</c:v>
                </c:pt>
                <c:pt idx="2408">
                  <c:v>2498.5077966916006</c:v>
                </c:pt>
                <c:pt idx="2409">
                  <c:v>2498.5077966916006</c:v>
                </c:pt>
                <c:pt idx="2410">
                  <c:v>2498.5077966916006</c:v>
                </c:pt>
                <c:pt idx="2411">
                  <c:v>2498.5077966916006</c:v>
                </c:pt>
                <c:pt idx="2412">
                  <c:v>2498.5077966916006</c:v>
                </c:pt>
                <c:pt idx="2413">
                  <c:v>2498.5077966916006</c:v>
                </c:pt>
                <c:pt idx="2414">
                  <c:v>2498.5077966916006</c:v>
                </c:pt>
                <c:pt idx="2415">
                  <c:v>2498.5077966916006</c:v>
                </c:pt>
                <c:pt idx="2416">
                  <c:v>2498.5077966916006</c:v>
                </c:pt>
                <c:pt idx="2417">
                  <c:v>2498.5077966916006</c:v>
                </c:pt>
                <c:pt idx="2418">
                  <c:v>2498.5077966916006</c:v>
                </c:pt>
                <c:pt idx="2419">
                  <c:v>2498.5077966916006</c:v>
                </c:pt>
                <c:pt idx="2420">
                  <c:v>2498.5077966916006</c:v>
                </c:pt>
                <c:pt idx="2421">
                  <c:v>2498.5077966916006</c:v>
                </c:pt>
                <c:pt idx="2422">
                  <c:v>2498.5077966916006</c:v>
                </c:pt>
                <c:pt idx="2423">
                  <c:v>2498.5077966916006</c:v>
                </c:pt>
                <c:pt idx="2424">
                  <c:v>2498.5077966916006</c:v>
                </c:pt>
                <c:pt idx="2425">
                  <c:v>2498.5077966916006</c:v>
                </c:pt>
                <c:pt idx="2426">
                  <c:v>2498.5077966916006</c:v>
                </c:pt>
                <c:pt idx="2427">
                  <c:v>2498.5077966916006</c:v>
                </c:pt>
                <c:pt idx="2428">
                  <c:v>2498.5077966916006</c:v>
                </c:pt>
                <c:pt idx="2429">
                  <c:v>2498.5077966916006</c:v>
                </c:pt>
                <c:pt idx="2430">
                  <c:v>2498.5077966916006</c:v>
                </c:pt>
                <c:pt idx="2431">
                  <c:v>2498.5077966916006</c:v>
                </c:pt>
                <c:pt idx="2432">
                  <c:v>2498.5077966916006</c:v>
                </c:pt>
                <c:pt idx="2433">
                  <c:v>2498.5077966916006</c:v>
                </c:pt>
                <c:pt idx="2434">
                  <c:v>2498.5077966916006</c:v>
                </c:pt>
                <c:pt idx="2435">
                  <c:v>2498.5077966916006</c:v>
                </c:pt>
                <c:pt idx="2436">
                  <c:v>2498.5077966916006</c:v>
                </c:pt>
                <c:pt idx="2437">
                  <c:v>#N/A</c:v>
                </c:pt>
                <c:pt idx="2438">
                  <c:v>#N/A</c:v>
                </c:pt>
                <c:pt idx="2439">
                  <c:v>#N/A</c:v>
                </c:pt>
                <c:pt idx="2440">
                  <c:v>#N/A</c:v>
                </c:pt>
                <c:pt idx="2441">
                  <c:v>#N/A</c:v>
                </c:pt>
                <c:pt idx="2442">
                  <c:v>#N/A</c:v>
                </c:pt>
                <c:pt idx="2443">
                  <c:v>#N/A</c:v>
                </c:pt>
                <c:pt idx="2444">
                  <c:v>#N/A</c:v>
                </c:pt>
                <c:pt idx="2445">
                  <c:v>#N/A</c:v>
                </c:pt>
                <c:pt idx="2446">
                  <c:v>#N/A</c:v>
                </c:pt>
                <c:pt idx="2447">
                  <c:v>#N/A</c:v>
                </c:pt>
                <c:pt idx="2448">
                  <c:v>#N/A</c:v>
                </c:pt>
                <c:pt idx="2449">
                  <c:v>#N/A</c:v>
                </c:pt>
                <c:pt idx="2450">
                  <c:v>#N/A</c:v>
                </c:pt>
                <c:pt idx="2451">
                  <c:v>#N/A</c:v>
                </c:pt>
                <c:pt idx="2452">
                  <c:v>#N/A</c:v>
                </c:pt>
                <c:pt idx="2453">
                  <c:v>#N/A</c:v>
                </c:pt>
                <c:pt idx="2454">
                  <c:v>#N/A</c:v>
                </c:pt>
                <c:pt idx="2455">
                  <c:v>#N/A</c:v>
                </c:pt>
                <c:pt idx="2456">
                  <c:v>#N/A</c:v>
                </c:pt>
                <c:pt idx="2457">
                  <c:v>#N/A</c:v>
                </c:pt>
                <c:pt idx="2458">
                  <c:v>#N/A</c:v>
                </c:pt>
                <c:pt idx="2459">
                  <c:v>#N/A</c:v>
                </c:pt>
                <c:pt idx="2460">
                  <c:v>#N/A</c:v>
                </c:pt>
                <c:pt idx="2461">
                  <c:v>#N/A</c:v>
                </c:pt>
                <c:pt idx="2462">
                  <c:v>#N/A</c:v>
                </c:pt>
                <c:pt idx="2463">
                  <c:v>#N/A</c:v>
                </c:pt>
                <c:pt idx="2464">
                  <c:v>#N/A</c:v>
                </c:pt>
                <c:pt idx="2465">
                  <c:v>#N/A</c:v>
                </c:pt>
                <c:pt idx="2466">
                  <c:v>#N/A</c:v>
                </c:pt>
                <c:pt idx="2467">
                  <c:v>#N/A</c:v>
                </c:pt>
                <c:pt idx="2468">
                  <c:v>#N/A</c:v>
                </c:pt>
                <c:pt idx="2469">
                  <c:v>#N/A</c:v>
                </c:pt>
                <c:pt idx="2470">
                  <c:v>#N/A</c:v>
                </c:pt>
                <c:pt idx="2471">
                  <c:v>#N/A</c:v>
                </c:pt>
                <c:pt idx="2472">
                  <c:v>#N/A</c:v>
                </c:pt>
                <c:pt idx="2473">
                  <c:v>#N/A</c:v>
                </c:pt>
                <c:pt idx="2474">
                  <c:v>#N/A</c:v>
                </c:pt>
                <c:pt idx="2475">
                  <c:v>#N/A</c:v>
                </c:pt>
                <c:pt idx="2476">
                  <c:v>#N/A</c:v>
                </c:pt>
                <c:pt idx="2477">
                  <c:v>#N/A</c:v>
                </c:pt>
                <c:pt idx="2478">
                  <c:v>#N/A</c:v>
                </c:pt>
                <c:pt idx="2479">
                  <c:v>#N/A</c:v>
                </c:pt>
                <c:pt idx="2480">
                  <c:v>#N/A</c:v>
                </c:pt>
                <c:pt idx="2481">
                  <c:v>#N/A</c:v>
                </c:pt>
                <c:pt idx="2482">
                  <c:v>#N/A</c:v>
                </c:pt>
                <c:pt idx="2483">
                  <c:v>#N/A</c:v>
                </c:pt>
                <c:pt idx="2484">
                  <c:v>#N/A</c:v>
                </c:pt>
                <c:pt idx="2485">
                  <c:v>#N/A</c:v>
                </c:pt>
                <c:pt idx="2486">
                  <c:v>#N/A</c:v>
                </c:pt>
                <c:pt idx="2487">
                  <c:v>#N/A</c:v>
                </c:pt>
                <c:pt idx="2488">
                  <c:v>#N/A</c:v>
                </c:pt>
                <c:pt idx="2489">
                  <c:v>#N/A</c:v>
                </c:pt>
                <c:pt idx="2490">
                  <c:v>#N/A</c:v>
                </c:pt>
                <c:pt idx="2491">
                  <c:v>#N/A</c:v>
                </c:pt>
                <c:pt idx="2492">
                  <c:v>#N/A</c:v>
                </c:pt>
                <c:pt idx="2493">
                  <c:v>#N/A</c:v>
                </c:pt>
                <c:pt idx="2494">
                  <c:v>#N/A</c:v>
                </c:pt>
                <c:pt idx="2495">
                  <c:v>#N/A</c:v>
                </c:pt>
                <c:pt idx="2496">
                  <c:v>#N/A</c:v>
                </c:pt>
                <c:pt idx="2497">
                  <c:v>#N/A</c:v>
                </c:pt>
                <c:pt idx="2498">
                  <c:v>#N/A</c:v>
                </c:pt>
                <c:pt idx="2499">
                  <c:v>#N/A</c:v>
                </c:pt>
                <c:pt idx="2500">
                  <c:v>2566.89488713019</c:v>
                </c:pt>
                <c:pt idx="2501">
                  <c:v>2566.89488713019</c:v>
                </c:pt>
                <c:pt idx="2502">
                  <c:v>2566.89488713019</c:v>
                </c:pt>
                <c:pt idx="2503">
                  <c:v>2566.89488713019</c:v>
                </c:pt>
                <c:pt idx="2504">
                  <c:v>2566.89488713019</c:v>
                </c:pt>
                <c:pt idx="2505">
                  <c:v>2566.89488713019</c:v>
                </c:pt>
                <c:pt idx="2506">
                  <c:v>2566.89488713019</c:v>
                </c:pt>
                <c:pt idx="2507">
                  <c:v>2566.89488713019</c:v>
                </c:pt>
                <c:pt idx="2508">
                  <c:v>2566.89488713019</c:v>
                </c:pt>
                <c:pt idx="2509">
                  <c:v>2566.89488713019</c:v>
                </c:pt>
                <c:pt idx="2510">
                  <c:v>2566.89488713019</c:v>
                </c:pt>
                <c:pt idx="2511">
                  <c:v>2566.89488713019</c:v>
                </c:pt>
                <c:pt idx="2512">
                  <c:v>2566.89488713019</c:v>
                </c:pt>
                <c:pt idx="2513">
                  <c:v>2566.89488713019</c:v>
                </c:pt>
                <c:pt idx="2514">
                  <c:v>2566.89488713019</c:v>
                </c:pt>
                <c:pt idx="2515">
                  <c:v>2566.89488713019</c:v>
                </c:pt>
                <c:pt idx="2516">
                  <c:v>2566.89488713019</c:v>
                </c:pt>
                <c:pt idx="2517">
                  <c:v>2566.89488713019</c:v>
                </c:pt>
                <c:pt idx="2518">
                  <c:v>2566.89488713019</c:v>
                </c:pt>
                <c:pt idx="2519">
                  <c:v>2566.89488713019</c:v>
                </c:pt>
                <c:pt idx="2520">
                  <c:v>2566.89488713019</c:v>
                </c:pt>
                <c:pt idx="2521">
                  <c:v>2566.89488713019</c:v>
                </c:pt>
                <c:pt idx="2522">
                  <c:v>2566.89488713019</c:v>
                </c:pt>
                <c:pt idx="2523">
                  <c:v>2566.89488713019</c:v>
                </c:pt>
                <c:pt idx="2524">
                  <c:v>2566.89488713019</c:v>
                </c:pt>
                <c:pt idx="2525">
                  <c:v>2566.89488713019</c:v>
                </c:pt>
                <c:pt idx="2526">
                  <c:v>2566.89488713019</c:v>
                </c:pt>
                <c:pt idx="2527">
                  <c:v>2566.89488713019</c:v>
                </c:pt>
                <c:pt idx="2528">
                  <c:v>2566.89488713019</c:v>
                </c:pt>
                <c:pt idx="2529">
                  <c:v>2566.89488713019</c:v>
                </c:pt>
                <c:pt idx="2530">
                  <c:v>2566.89488713019</c:v>
                </c:pt>
                <c:pt idx="2531">
                  <c:v>2566.89488713019</c:v>
                </c:pt>
                <c:pt idx="2532">
                  <c:v>2566.89488713019</c:v>
                </c:pt>
                <c:pt idx="2533">
                  <c:v>2566.89488713019</c:v>
                </c:pt>
                <c:pt idx="2534">
                  <c:v>2566.89488713019</c:v>
                </c:pt>
                <c:pt idx="2535">
                  <c:v>2566.89488713019</c:v>
                </c:pt>
                <c:pt idx="2536">
                  <c:v>2566.89488713019</c:v>
                </c:pt>
                <c:pt idx="2537">
                  <c:v>2566.89488713019</c:v>
                </c:pt>
                <c:pt idx="2538">
                  <c:v>2566.89488713019</c:v>
                </c:pt>
                <c:pt idx="2539">
                  <c:v>2566.89488713019</c:v>
                </c:pt>
                <c:pt idx="2540">
                  <c:v>2566.89488713019</c:v>
                </c:pt>
                <c:pt idx="2541">
                  <c:v>2566.89488713019</c:v>
                </c:pt>
                <c:pt idx="2542">
                  <c:v>2566.89488713019</c:v>
                </c:pt>
                <c:pt idx="2543">
                  <c:v>2566.89488713019</c:v>
                </c:pt>
                <c:pt idx="2544">
                  <c:v>2566.89488713019</c:v>
                </c:pt>
                <c:pt idx="2545">
                  <c:v>2566.89488713019</c:v>
                </c:pt>
                <c:pt idx="2546">
                  <c:v>2566.89488713019</c:v>
                </c:pt>
                <c:pt idx="2547">
                  <c:v>2566.89488713019</c:v>
                </c:pt>
                <c:pt idx="2548">
                  <c:v>2566.89488713019</c:v>
                </c:pt>
                <c:pt idx="2549">
                  <c:v>2566.89488713019</c:v>
                </c:pt>
                <c:pt idx="2550">
                  <c:v>2566.89488713019</c:v>
                </c:pt>
                <c:pt idx="2551">
                  <c:v>2566.89488713019</c:v>
                </c:pt>
                <c:pt idx="2552">
                  <c:v>2566.89488713019</c:v>
                </c:pt>
                <c:pt idx="2553">
                  <c:v>2566.89488713019</c:v>
                </c:pt>
                <c:pt idx="2554">
                  <c:v>2566.89488713019</c:v>
                </c:pt>
                <c:pt idx="2555">
                  <c:v>2566.89488713019</c:v>
                </c:pt>
                <c:pt idx="2556">
                  <c:v>2566.89488713019</c:v>
                </c:pt>
                <c:pt idx="2557">
                  <c:v>2566.89488713019</c:v>
                </c:pt>
                <c:pt idx="2558">
                  <c:v>2566.89488713019</c:v>
                </c:pt>
                <c:pt idx="2559">
                  <c:v>2566.89488713019</c:v>
                </c:pt>
                <c:pt idx="2560">
                  <c:v>2566.89488713019</c:v>
                </c:pt>
                <c:pt idx="2561">
                  <c:v>2566.89488713019</c:v>
                </c:pt>
                <c:pt idx="2562">
                  <c:v>2566.89488713019</c:v>
                </c:pt>
                <c:pt idx="2563">
                  <c:v>2566.89488713019</c:v>
                </c:pt>
                <c:pt idx="2564">
                  <c:v>2566.89488713019</c:v>
                </c:pt>
                <c:pt idx="2565">
                  <c:v>2566.89488713019</c:v>
                </c:pt>
                <c:pt idx="2566">
                  <c:v>2566.89488713019</c:v>
                </c:pt>
                <c:pt idx="2567">
                  <c:v>2566.89488713019</c:v>
                </c:pt>
                <c:pt idx="2568">
                  <c:v>2566.89488713019</c:v>
                </c:pt>
                <c:pt idx="2569">
                  <c:v>2566.89488713019</c:v>
                </c:pt>
                <c:pt idx="2570">
                  <c:v>2566.89488713019</c:v>
                </c:pt>
                <c:pt idx="2571">
                  <c:v>2566.89488713019</c:v>
                </c:pt>
                <c:pt idx="2572">
                  <c:v>2566.89488713019</c:v>
                </c:pt>
                <c:pt idx="2573">
                  <c:v>2566.89488713019</c:v>
                </c:pt>
                <c:pt idx="2574">
                  <c:v>2566.89488713019</c:v>
                </c:pt>
                <c:pt idx="2575">
                  <c:v>2581.3959709406822</c:v>
                </c:pt>
                <c:pt idx="2576">
                  <c:v>2581.3959709406822</c:v>
                </c:pt>
                <c:pt idx="2577">
                  <c:v>2581.3959709406822</c:v>
                </c:pt>
                <c:pt idx="2578">
                  <c:v>2581.3959709406822</c:v>
                </c:pt>
                <c:pt idx="2579">
                  <c:v>2581.3959709406822</c:v>
                </c:pt>
                <c:pt idx="2580">
                  <c:v>2581.3959709406822</c:v>
                </c:pt>
                <c:pt idx="2581">
                  <c:v>2581.3959709406822</c:v>
                </c:pt>
                <c:pt idx="2582">
                  <c:v>2581.3959709406822</c:v>
                </c:pt>
                <c:pt idx="2583">
                  <c:v>2581.3959709406822</c:v>
                </c:pt>
                <c:pt idx="2584">
                  <c:v>#N/A</c:v>
                </c:pt>
                <c:pt idx="2585">
                  <c:v>#N/A</c:v>
                </c:pt>
                <c:pt idx="2586">
                  <c:v>#N/A</c:v>
                </c:pt>
                <c:pt idx="2587">
                  <c:v>#N/A</c:v>
                </c:pt>
                <c:pt idx="2588">
                  <c:v>#N/A</c:v>
                </c:pt>
                <c:pt idx="2589">
                  <c:v>#N/A</c:v>
                </c:pt>
                <c:pt idx="2590">
                  <c:v>#N/A</c:v>
                </c:pt>
                <c:pt idx="2591">
                  <c:v>#N/A</c:v>
                </c:pt>
                <c:pt idx="2592">
                  <c:v>#N/A</c:v>
                </c:pt>
                <c:pt idx="2593">
                  <c:v>#N/A</c:v>
                </c:pt>
                <c:pt idx="2594">
                  <c:v>#N/A</c:v>
                </c:pt>
                <c:pt idx="2595">
                  <c:v>#N/A</c:v>
                </c:pt>
                <c:pt idx="2596">
                  <c:v>#N/A</c:v>
                </c:pt>
                <c:pt idx="2597">
                  <c:v>#N/A</c:v>
                </c:pt>
                <c:pt idx="2598">
                  <c:v>#N/A</c:v>
                </c:pt>
                <c:pt idx="2599">
                  <c:v>#N/A</c:v>
                </c:pt>
                <c:pt idx="2600">
                  <c:v>#N/A</c:v>
                </c:pt>
                <c:pt idx="2601">
                  <c:v>#N/A</c:v>
                </c:pt>
                <c:pt idx="2602">
                  <c:v>#N/A</c:v>
                </c:pt>
                <c:pt idx="2603">
                  <c:v>#N/A</c:v>
                </c:pt>
                <c:pt idx="2604">
                  <c:v>#N/A</c:v>
                </c:pt>
                <c:pt idx="2605">
                  <c:v>#N/A</c:v>
                </c:pt>
                <c:pt idx="2606">
                  <c:v>#N/A</c:v>
                </c:pt>
                <c:pt idx="2607">
                  <c:v>#N/A</c:v>
                </c:pt>
                <c:pt idx="2608">
                  <c:v>#N/A</c:v>
                </c:pt>
                <c:pt idx="2609">
                  <c:v>#N/A</c:v>
                </c:pt>
                <c:pt idx="2610">
                  <c:v>#N/A</c:v>
                </c:pt>
                <c:pt idx="2611">
                  <c:v>#N/A</c:v>
                </c:pt>
                <c:pt idx="2612">
                  <c:v>#N/A</c:v>
                </c:pt>
                <c:pt idx="2613">
                  <c:v>#N/A</c:v>
                </c:pt>
                <c:pt idx="2614">
                  <c:v>#N/A</c:v>
                </c:pt>
                <c:pt idx="2615">
                  <c:v>#N/A</c:v>
                </c:pt>
                <c:pt idx="2616">
                  <c:v>#N/A</c:v>
                </c:pt>
                <c:pt idx="2617">
                  <c:v>#N/A</c:v>
                </c:pt>
                <c:pt idx="2618">
                  <c:v>#N/A</c:v>
                </c:pt>
                <c:pt idx="2619">
                  <c:v>#N/A</c:v>
                </c:pt>
                <c:pt idx="2620">
                  <c:v>#N/A</c:v>
                </c:pt>
                <c:pt idx="2621">
                  <c:v>#N/A</c:v>
                </c:pt>
                <c:pt idx="2622">
                  <c:v>#N/A</c:v>
                </c:pt>
                <c:pt idx="2623">
                  <c:v>#N/A</c:v>
                </c:pt>
                <c:pt idx="2624">
                  <c:v>#N/A</c:v>
                </c:pt>
                <c:pt idx="2625">
                  <c:v>#N/A</c:v>
                </c:pt>
                <c:pt idx="2626">
                  <c:v>#N/A</c:v>
                </c:pt>
                <c:pt idx="2627">
                  <c:v>#N/A</c:v>
                </c:pt>
                <c:pt idx="2628">
                  <c:v>#N/A</c:v>
                </c:pt>
                <c:pt idx="2629">
                  <c:v>#N/A</c:v>
                </c:pt>
                <c:pt idx="2630">
                  <c:v>#N/A</c:v>
                </c:pt>
                <c:pt idx="2631">
                  <c:v>#N/A</c:v>
                </c:pt>
                <c:pt idx="2632">
                  <c:v>#N/A</c:v>
                </c:pt>
                <c:pt idx="2633">
                  <c:v>#N/A</c:v>
                </c:pt>
                <c:pt idx="2634">
                  <c:v>#N/A</c:v>
                </c:pt>
                <c:pt idx="2635">
                  <c:v>#N/A</c:v>
                </c:pt>
                <c:pt idx="2636">
                  <c:v>#N/A</c:v>
                </c:pt>
                <c:pt idx="2637">
                  <c:v>#N/A</c:v>
                </c:pt>
                <c:pt idx="2638">
                  <c:v>#N/A</c:v>
                </c:pt>
                <c:pt idx="2639">
                  <c:v>#N/A</c:v>
                </c:pt>
                <c:pt idx="2640">
                  <c:v>#N/A</c:v>
                </c:pt>
                <c:pt idx="2641">
                  <c:v>#N/A</c:v>
                </c:pt>
                <c:pt idx="2642">
                  <c:v>#N/A</c:v>
                </c:pt>
                <c:pt idx="2643">
                  <c:v>#N/A</c:v>
                </c:pt>
                <c:pt idx="2644">
                  <c:v>#N/A</c:v>
                </c:pt>
                <c:pt idx="2645">
                  <c:v>#N/A</c:v>
                </c:pt>
                <c:pt idx="2646">
                  <c:v>#N/A</c:v>
                </c:pt>
                <c:pt idx="2647">
                  <c:v>#N/A</c:v>
                </c:pt>
                <c:pt idx="2648">
                  <c:v>#N/A</c:v>
                </c:pt>
                <c:pt idx="2649">
                  <c:v>#N/A</c:v>
                </c:pt>
                <c:pt idx="2650">
                  <c:v>#N/A</c:v>
                </c:pt>
                <c:pt idx="2651">
                  <c:v>#N/A</c:v>
                </c:pt>
                <c:pt idx="2652">
                  <c:v>#N/A</c:v>
                </c:pt>
                <c:pt idx="2653">
                  <c:v>#N/A</c:v>
                </c:pt>
                <c:pt idx="2654">
                  <c:v>#N/A</c:v>
                </c:pt>
                <c:pt idx="2655">
                  <c:v>#N/A</c:v>
                </c:pt>
                <c:pt idx="2656">
                  <c:v>#N/A</c:v>
                </c:pt>
                <c:pt idx="2657">
                  <c:v>#N/A</c:v>
                </c:pt>
                <c:pt idx="2658">
                  <c:v>#N/A</c:v>
                </c:pt>
                <c:pt idx="2659">
                  <c:v>#N/A</c:v>
                </c:pt>
                <c:pt idx="2660">
                  <c:v>#N/A</c:v>
                </c:pt>
                <c:pt idx="2661">
                  <c:v>#N/A</c:v>
                </c:pt>
                <c:pt idx="2662">
                  <c:v>#N/A</c:v>
                </c:pt>
                <c:pt idx="2663">
                  <c:v>#N/A</c:v>
                </c:pt>
                <c:pt idx="2664">
                  <c:v>#N/A</c:v>
                </c:pt>
                <c:pt idx="2665">
                  <c:v>#N/A</c:v>
                </c:pt>
                <c:pt idx="2666">
                  <c:v>#N/A</c:v>
                </c:pt>
                <c:pt idx="2667">
                  <c:v>#N/A</c:v>
                </c:pt>
                <c:pt idx="2668">
                  <c:v>#N/A</c:v>
                </c:pt>
                <c:pt idx="2669">
                  <c:v>#N/A</c:v>
                </c:pt>
                <c:pt idx="2670">
                  <c:v>#N/A</c:v>
                </c:pt>
                <c:pt idx="2671">
                  <c:v>#N/A</c:v>
                </c:pt>
                <c:pt idx="2672">
                  <c:v>#N/A</c:v>
                </c:pt>
                <c:pt idx="2673">
                  <c:v>#N/A</c:v>
                </c:pt>
                <c:pt idx="2674">
                  <c:v>#N/A</c:v>
                </c:pt>
                <c:pt idx="2675">
                  <c:v>#N/A</c:v>
                </c:pt>
                <c:pt idx="2676">
                  <c:v>#N/A</c:v>
                </c:pt>
                <c:pt idx="2677">
                  <c:v>#N/A</c:v>
                </c:pt>
                <c:pt idx="2678">
                  <c:v>#N/A</c:v>
                </c:pt>
                <c:pt idx="2679">
                  <c:v>#N/A</c:v>
                </c:pt>
                <c:pt idx="2680">
                  <c:v>#N/A</c:v>
                </c:pt>
                <c:pt idx="2681">
                  <c:v>#N/A</c:v>
                </c:pt>
                <c:pt idx="2682">
                  <c:v>#N/A</c:v>
                </c:pt>
                <c:pt idx="2683">
                  <c:v>#N/A</c:v>
                </c:pt>
                <c:pt idx="2684">
                  <c:v>#N/A</c:v>
                </c:pt>
                <c:pt idx="2685">
                  <c:v>#N/A</c:v>
                </c:pt>
                <c:pt idx="2686">
                  <c:v>#N/A</c:v>
                </c:pt>
                <c:pt idx="2687">
                  <c:v>#N/A</c:v>
                </c:pt>
                <c:pt idx="2688">
                  <c:v>#N/A</c:v>
                </c:pt>
                <c:pt idx="2689">
                  <c:v>#N/A</c:v>
                </c:pt>
                <c:pt idx="2690">
                  <c:v>#N/A</c:v>
                </c:pt>
                <c:pt idx="2691">
                  <c:v>#N/A</c:v>
                </c:pt>
                <c:pt idx="2692">
                  <c:v>#N/A</c:v>
                </c:pt>
                <c:pt idx="2693">
                  <c:v>#N/A</c:v>
                </c:pt>
                <c:pt idx="2694">
                  <c:v>#N/A</c:v>
                </c:pt>
                <c:pt idx="2695">
                  <c:v>#N/A</c:v>
                </c:pt>
                <c:pt idx="2696">
                  <c:v>#N/A</c:v>
                </c:pt>
                <c:pt idx="2697">
                  <c:v>#N/A</c:v>
                </c:pt>
                <c:pt idx="2698">
                  <c:v>#N/A</c:v>
                </c:pt>
                <c:pt idx="2699">
                  <c:v>#N/A</c:v>
                </c:pt>
                <c:pt idx="2700">
                  <c:v>#N/A</c:v>
                </c:pt>
                <c:pt idx="2701">
                  <c:v>#N/A</c:v>
                </c:pt>
                <c:pt idx="2702">
                  <c:v>#N/A</c:v>
                </c:pt>
                <c:pt idx="2703">
                  <c:v>#N/A</c:v>
                </c:pt>
                <c:pt idx="2704">
                  <c:v>#N/A</c:v>
                </c:pt>
                <c:pt idx="2705">
                  <c:v>#N/A</c:v>
                </c:pt>
                <c:pt idx="2706">
                  <c:v>#N/A</c:v>
                </c:pt>
                <c:pt idx="2707">
                  <c:v>#N/A</c:v>
                </c:pt>
                <c:pt idx="2708">
                  <c:v>#N/A</c:v>
                </c:pt>
                <c:pt idx="2709">
                  <c:v>2724.1542140904626</c:v>
                </c:pt>
                <c:pt idx="2710">
                  <c:v>2724.1542140904626</c:v>
                </c:pt>
                <c:pt idx="2711">
                  <c:v>2724.1542140904626</c:v>
                </c:pt>
                <c:pt idx="2712">
                  <c:v>2724.1542140904626</c:v>
                </c:pt>
                <c:pt idx="2713">
                  <c:v>2724.1542140904626</c:v>
                </c:pt>
                <c:pt idx="2714">
                  <c:v>2724.1542140904626</c:v>
                </c:pt>
                <c:pt idx="2715">
                  <c:v>2724.1542140904626</c:v>
                </c:pt>
                <c:pt idx="2716">
                  <c:v>2724.1542140904626</c:v>
                </c:pt>
                <c:pt idx="2717">
                  <c:v>#N/A</c:v>
                </c:pt>
                <c:pt idx="2718">
                  <c:v>#N/A</c:v>
                </c:pt>
                <c:pt idx="2719">
                  <c:v>#N/A</c:v>
                </c:pt>
                <c:pt idx="2720">
                  <c:v>#N/A</c:v>
                </c:pt>
                <c:pt idx="2721">
                  <c:v>#N/A</c:v>
                </c:pt>
                <c:pt idx="2722">
                  <c:v>#N/A</c:v>
                </c:pt>
                <c:pt idx="2723">
                  <c:v>#N/A</c:v>
                </c:pt>
                <c:pt idx="2724">
                  <c:v>#N/A</c:v>
                </c:pt>
                <c:pt idx="2725">
                  <c:v>#N/A</c:v>
                </c:pt>
                <c:pt idx="2726">
                  <c:v>#N/A</c:v>
                </c:pt>
                <c:pt idx="2727">
                  <c:v>#N/A</c:v>
                </c:pt>
                <c:pt idx="2728">
                  <c:v>#N/A</c:v>
                </c:pt>
                <c:pt idx="2729">
                  <c:v>#N/A</c:v>
                </c:pt>
                <c:pt idx="2730">
                  <c:v>#N/A</c:v>
                </c:pt>
                <c:pt idx="2731">
                  <c:v>#N/A</c:v>
                </c:pt>
                <c:pt idx="2732">
                  <c:v>#N/A</c:v>
                </c:pt>
                <c:pt idx="2733">
                  <c:v>#N/A</c:v>
                </c:pt>
                <c:pt idx="2734">
                  <c:v>#N/A</c:v>
                </c:pt>
                <c:pt idx="2735">
                  <c:v>#N/A</c:v>
                </c:pt>
                <c:pt idx="2736">
                  <c:v>#N/A</c:v>
                </c:pt>
                <c:pt idx="2737">
                  <c:v>#N/A</c:v>
                </c:pt>
                <c:pt idx="2738">
                  <c:v>#N/A</c:v>
                </c:pt>
                <c:pt idx="2739">
                  <c:v>#N/A</c:v>
                </c:pt>
                <c:pt idx="2740">
                  <c:v>#N/A</c:v>
                </c:pt>
                <c:pt idx="2741">
                  <c:v>#N/A</c:v>
                </c:pt>
                <c:pt idx="2742">
                  <c:v>#N/A</c:v>
                </c:pt>
                <c:pt idx="2743">
                  <c:v>#N/A</c:v>
                </c:pt>
                <c:pt idx="2744">
                  <c:v>#N/A</c:v>
                </c:pt>
                <c:pt idx="2745">
                  <c:v>#N/A</c:v>
                </c:pt>
                <c:pt idx="2746">
                  <c:v>#N/A</c:v>
                </c:pt>
                <c:pt idx="2747">
                  <c:v>#N/A</c:v>
                </c:pt>
                <c:pt idx="2748">
                  <c:v>#N/A</c:v>
                </c:pt>
                <c:pt idx="2749">
                  <c:v>#N/A</c:v>
                </c:pt>
                <c:pt idx="2750">
                  <c:v>#N/A</c:v>
                </c:pt>
                <c:pt idx="2751">
                  <c:v>#N/A</c:v>
                </c:pt>
                <c:pt idx="2752">
                  <c:v>#N/A</c:v>
                </c:pt>
                <c:pt idx="2753">
                  <c:v>#N/A</c:v>
                </c:pt>
                <c:pt idx="2754">
                  <c:v>#N/A</c:v>
                </c:pt>
                <c:pt idx="2755">
                  <c:v>#N/A</c:v>
                </c:pt>
                <c:pt idx="2756">
                  <c:v>#N/A</c:v>
                </c:pt>
                <c:pt idx="2757">
                  <c:v>#N/A</c:v>
                </c:pt>
                <c:pt idx="2758">
                  <c:v>#N/A</c:v>
                </c:pt>
                <c:pt idx="2759">
                  <c:v>#N/A</c:v>
                </c:pt>
                <c:pt idx="2760">
                  <c:v>#N/A</c:v>
                </c:pt>
                <c:pt idx="2761">
                  <c:v>#N/A</c:v>
                </c:pt>
                <c:pt idx="2762">
                  <c:v>#N/A</c:v>
                </c:pt>
                <c:pt idx="2763">
                  <c:v>#N/A</c:v>
                </c:pt>
                <c:pt idx="2764">
                  <c:v>#N/A</c:v>
                </c:pt>
                <c:pt idx="2765">
                  <c:v>#N/A</c:v>
                </c:pt>
                <c:pt idx="2766">
                  <c:v>#N/A</c:v>
                </c:pt>
                <c:pt idx="2767">
                  <c:v>#N/A</c:v>
                </c:pt>
                <c:pt idx="2768">
                  <c:v>#N/A</c:v>
                </c:pt>
                <c:pt idx="2769">
                  <c:v>#N/A</c:v>
                </c:pt>
                <c:pt idx="2770">
                  <c:v>#N/A</c:v>
                </c:pt>
                <c:pt idx="2771">
                  <c:v>#N/A</c:v>
                </c:pt>
                <c:pt idx="2772">
                  <c:v>#N/A</c:v>
                </c:pt>
                <c:pt idx="2773">
                  <c:v>#N/A</c:v>
                </c:pt>
                <c:pt idx="2774">
                  <c:v>#N/A</c:v>
                </c:pt>
                <c:pt idx="2775">
                  <c:v>#N/A</c:v>
                </c:pt>
                <c:pt idx="2776">
                  <c:v>#N/A</c:v>
                </c:pt>
                <c:pt idx="2777">
                  <c:v>#N/A</c:v>
                </c:pt>
                <c:pt idx="2778">
                  <c:v>#N/A</c:v>
                </c:pt>
                <c:pt idx="2779">
                  <c:v>#N/A</c:v>
                </c:pt>
                <c:pt idx="2780">
                  <c:v>#N/A</c:v>
                </c:pt>
                <c:pt idx="2781">
                  <c:v>#N/A</c:v>
                </c:pt>
                <c:pt idx="2782">
                  <c:v>#N/A</c:v>
                </c:pt>
                <c:pt idx="2783">
                  <c:v>#N/A</c:v>
                </c:pt>
                <c:pt idx="2784">
                  <c:v>#N/A</c:v>
                </c:pt>
                <c:pt idx="2785">
                  <c:v>#N/A</c:v>
                </c:pt>
                <c:pt idx="2786">
                  <c:v>#N/A</c:v>
                </c:pt>
                <c:pt idx="2787">
                  <c:v>#N/A</c:v>
                </c:pt>
                <c:pt idx="2788">
                  <c:v>#N/A</c:v>
                </c:pt>
                <c:pt idx="2789">
                  <c:v>#N/A</c:v>
                </c:pt>
                <c:pt idx="2790">
                  <c:v>#N/A</c:v>
                </c:pt>
                <c:pt idx="2791">
                  <c:v>#N/A</c:v>
                </c:pt>
                <c:pt idx="2792">
                  <c:v>#N/A</c:v>
                </c:pt>
                <c:pt idx="2793">
                  <c:v>#N/A</c:v>
                </c:pt>
                <c:pt idx="2794">
                  <c:v>#N/A</c:v>
                </c:pt>
                <c:pt idx="2795">
                  <c:v>#N/A</c:v>
                </c:pt>
                <c:pt idx="2796">
                  <c:v>#N/A</c:v>
                </c:pt>
                <c:pt idx="2797">
                  <c:v>#N/A</c:v>
                </c:pt>
                <c:pt idx="2798">
                  <c:v>#N/A</c:v>
                </c:pt>
                <c:pt idx="2799">
                  <c:v>#N/A</c:v>
                </c:pt>
                <c:pt idx="2800">
                  <c:v>#N/A</c:v>
                </c:pt>
                <c:pt idx="2801">
                  <c:v>#N/A</c:v>
                </c:pt>
                <c:pt idx="2802">
                  <c:v>#N/A</c:v>
                </c:pt>
                <c:pt idx="2803">
                  <c:v>#N/A</c:v>
                </c:pt>
                <c:pt idx="2804">
                  <c:v>#N/A</c:v>
                </c:pt>
                <c:pt idx="2805">
                  <c:v>#N/A</c:v>
                </c:pt>
                <c:pt idx="2806">
                  <c:v>#N/A</c:v>
                </c:pt>
                <c:pt idx="2807">
                  <c:v>#N/A</c:v>
                </c:pt>
                <c:pt idx="2808">
                  <c:v>#N/A</c:v>
                </c:pt>
                <c:pt idx="2809">
                  <c:v>#N/A</c:v>
                </c:pt>
                <c:pt idx="2810">
                  <c:v>#N/A</c:v>
                </c:pt>
                <c:pt idx="2811">
                  <c:v>#N/A</c:v>
                </c:pt>
                <c:pt idx="2812">
                  <c:v>#N/A</c:v>
                </c:pt>
                <c:pt idx="2813">
                  <c:v>#N/A</c:v>
                </c:pt>
                <c:pt idx="2814">
                  <c:v>#N/A</c:v>
                </c:pt>
                <c:pt idx="2815">
                  <c:v>#N/A</c:v>
                </c:pt>
                <c:pt idx="2816">
                  <c:v>#N/A</c:v>
                </c:pt>
                <c:pt idx="2817">
                  <c:v>#N/A</c:v>
                </c:pt>
                <c:pt idx="2818">
                  <c:v>#N/A</c:v>
                </c:pt>
                <c:pt idx="2819">
                  <c:v>#N/A</c:v>
                </c:pt>
                <c:pt idx="2820">
                  <c:v>#N/A</c:v>
                </c:pt>
                <c:pt idx="2821">
                  <c:v>#N/A</c:v>
                </c:pt>
                <c:pt idx="2822">
                  <c:v>#N/A</c:v>
                </c:pt>
                <c:pt idx="2823">
                  <c:v>#N/A</c:v>
                </c:pt>
                <c:pt idx="2824">
                  <c:v>#N/A</c:v>
                </c:pt>
                <c:pt idx="2825">
                  <c:v>#N/A</c:v>
                </c:pt>
                <c:pt idx="2826">
                  <c:v>#N/A</c:v>
                </c:pt>
                <c:pt idx="2827">
                  <c:v>#N/A</c:v>
                </c:pt>
                <c:pt idx="2828">
                  <c:v>#N/A</c:v>
                </c:pt>
                <c:pt idx="2829">
                  <c:v>#N/A</c:v>
                </c:pt>
                <c:pt idx="2830">
                  <c:v>#N/A</c:v>
                </c:pt>
                <c:pt idx="2831">
                  <c:v>#N/A</c:v>
                </c:pt>
                <c:pt idx="2832">
                  <c:v>#N/A</c:v>
                </c:pt>
                <c:pt idx="2833">
                  <c:v>#N/A</c:v>
                </c:pt>
                <c:pt idx="2834">
                  <c:v>#N/A</c:v>
                </c:pt>
                <c:pt idx="2835">
                  <c:v>2755.8659794676287</c:v>
                </c:pt>
                <c:pt idx="2836">
                  <c:v>2755.8659794676287</c:v>
                </c:pt>
                <c:pt idx="2837">
                  <c:v>2755.8659794676287</c:v>
                </c:pt>
                <c:pt idx="2838">
                  <c:v>2755.8659794676287</c:v>
                </c:pt>
                <c:pt idx="2839">
                  <c:v>2755.8659794676287</c:v>
                </c:pt>
                <c:pt idx="2840">
                  <c:v>2755.8659794676287</c:v>
                </c:pt>
                <c:pt idx="2841">
                  <c:v>2755.8659794676287</c:v>
                </c:pt>
                <c:pt idx="2842">
                  <c:v>2755.8659794676287</c:v>
                </c:pt>
                <c:pt idx="2843">
                  <c:v>#N/A</c:v>
                </c:pt>
                <c:pt idx="2844">
                  <c:v>#N/A</c:v>
                </c:pt>
                <c:pt idx="2845">
                  <c:v>#N/A</c:v>
                </c:pt>
                <c:pt idx="2846">
                  <c:v>#N/A</c:v>
                </c:pt>
                <c:pt idx="2847">
                  <c:v>#N/A</c:v>
                </c:pt>
                <c:pt idx="2848">
                  <c:v>#N/A</c:v>
                </c:pt>
                <c:pt idx="2849">
                  <c:v>#N/A</c:v>
                </c:pt>
                <c:pt idx="2850">
                  <c:v>#N/A</c:v>
                </c:pt>
                <c:pt idx="2851">
                  <c:v>#N/A</c:v>
                </c:pt>
                <c:pt idx="2852">
                  <c:v>#N/A</c:v>
                </c:pt>
                <c:pt idx="2853">
                  <c:v>#N/A</c:v>
                </c:pt>
                <c:pt idx="2854">
                  <c:v>#N/A</c:v>
                </c:pt>
                <c:pt idx="2855">
                  <c:v>#N/A</c:v>
                </c:pt>
                <c:pt idx="2856">
                  <c:v>#N/A</c:v>
                </c:pt>
                <c:pt idx="2857">
                  <c:v>#N/A</c:v>
                </c:pt>
                <c:pt idx="2858">
                  <c:v>#N/A</c:v>
                </c:pt>
                <c:pt idx="2859">
                  <c:v>#N/A</c:v>
                </c:pt>
                <c:pt idx="2860">
                  <c:v>#N/A</c:v>
                </c:pt>
                <c:pt idx="2861">
                  <c:v>#N/A</c:v>
                </c:pt>
                <c:pt idx="2862">
                  <c:v>2760.8025368124354</c:v>
                </c:pt>
                <c:pt idx="2863">
                  <c:v>2760.8025368124354</c:v>
                </c:pt>
                <c:pt idx="2864">
                  <c:v>2760.8025368124354</c:v>
                </c:pt>
                <c:pt idx="2865">
                  <c:v>2760.8025368124354</c:v>
                </c:pt>
                <c:pt idx="2866">
                  <c:v>2760.8025368124354</c:v>
                </c:pt>
                <c:pt idx="2867">
                  <c:v>2760.8025368124354</c:v>
                </c:pt>
                <c:pt idx="2868">
                  <c:v>2760.8025368124354</c:v>
                </c:pt>
                <c:pt idx="2869">
                  <c:v>2760.8025368124354</c:v>
                </c:pt>
                <c:pt idx="2870">
                  <c:v>2760.8025368124354</c:v>
                </c:pt>
                <c:pt idx="2871">
                  <c:v>2760.8025368124354</c:v>
                </c:pt>
                <c:pt idx="2872">
                  <c:v>2760.8025368124354</c:v>
                </c:pt>
                <c:pt idx="2873">
                  <c:v>2760.8025368124354</c:v>
                </c:pt>
                <c:pt idx="2874">
                  <c:v>2767.3218951366957</c:v>
                </c:pt>
                <c:pt idx="2875">
                  <c:v>2767.3218951366957</c:v>
                </c:pt>
                <c:pt idx="2876">
                  <c:v>2767.3218951366957</c:v>
                </c:pt>
                <c:pt idx="2877">
                  <c:v>2767.3218951366957</c:v>
                </c:pt>
                <c:pt idx="2878">
                  <c:v>2767.3218951366957</c:v>
                </c:pt>
                <c:pt idx="2879">
                  <c:v>2767.3218951366957</c:v>
                </c:pt>
                <c:pt idx="2880">
                  <c:v>2767.3218951366957</c:v>
                </c:pt>
                <c:pt idx="2881">
                  <c:v>2767.3218951366957</c:v>
                </c:pt>
                <c:pt idx="2882">
                  <c:v>2767.3218951366957</c:v>
                </c:pt>
                <c:pt idx="2883">
                  <c:v>2767.3218951366957</c:v>
                </c:pt>
                <c:pt idx="2884">
                  <c:v>2767.3218951366957</c:v>
                </c:pt>
                <c:pt idx="2885">
                  <c:v>2767.3218951366957</c:v>
                </c:pt>
                <c:pt idx="2886">
                  <c:v>2767.3218951366957</c:v>
                </c:pt>
                <c:pt idx="2887">
                  <c:v>2767.3218951366957</c:v>
                </c:pt>
                <c:pt idx="2888">
                  <c:v>2767.3218951366957</c:v>
                </c:pt>
                <c:pt idx="2889">
                  <c:v>2767.3218951366957</c:v>
                </c:pt>
                <c:pt idx="2890">
                  <c:v>2767.3218951366957</c:v>
                </c:pt>
                <c:pt idx="2891">
                  <c:v>#N/A</c:v>
                </c:pt>
                <c:pt idx="2892">
                  <c:v>#N/A</c:v>
                </c:pt>
                <c:pt idx="2893">
                  <c:v>#N/A</c:v>
                </c:pt>
                <c:pt idx="2894">
                  <c:v>#N/A</c:v>
                </c:pt>
                <c:pt idx="2895">
                  <c:v>#N/A</c:v>
                </c:pt>
                <c:pt idx="2896">
                  <c:v>#N/A</c:v>
                </c:pt>
                <c:pt idx="2897">
                  <c:v>2777.6013071548996</c:v>
                </c:pt>
                <c:pt idx="2898">
                  <c:v>2777.6013071548996</c:v>
                </c:pt>
                <c:pt idx="2899">
                  <c:v>2777.6013071548996</c:v>
                </c:pt>
                <c:pt idx="2900">
                  <c:v>2777.6013071548996</c:v>
                </c:pt>
                <c:pt idx="2901">
                  <c:v>2777.6013071548996</c:v>
                </c:pt>
                <c:pt idx="2902">
                  <c:v>2777.6013071548996</c:v>
                </c:pt>
                <c:pt idx="2903">
                  <c:v>2777.6013071548996</c:v>
                </c:pt>
                <c:pt idx="2904">
                  <c:v>2777.6013071548996</c:v>
                </c:pt>
                <c:pt idx="2905">
                  <c:v>2777.6013071548996</c:v>
                </c:pt>
                <c:pt idx="2906">
                  <c:v>2777.6013071548996</c:v>
                </c:pt>
                <c:pt idx="2907">
                  <c:v>2777.6013071548996</c:v>
                </c:pt>
                <c:pt idx="2908">
                  <c:v>2777.6013071548996</c:v>
                </c:pt>
                <c:pt idx="2909">
                  <c:v>2777.6013071548996</c:v>
                </c:pt>
                <c:pt idx="2910">
                  <c:v>2777.6013071548996</c:v>
                </c:pt>
                <c:pt idx="2911">
                  <c:v>2777.6013071548996</c:v>
                </c:pt>
                <c:pt idx="2912">
                  <c:v>2777.6013071548996</c:v>
                </c:pt>
                <c:pt idx="2913">
                  <c:v>2777.6013071548996</c:v>
                </c:pt>
                <c:pt idx="2914">
                  <c:v>2777.6013071548996</c:v>
                </c:pt>
                <c:pt idx="2915">
                  <c:v>2777.6013071548996</c:v>
                </c:pt>
                <c:pt idx="2916">
                  <c:v>2777.6013071548996</c:v>
                </c:pt>
                <c:pt idx="2917">
                  <c:v>2777.6013071548996</c:v>
                </c:pt>
                <c:pt idx="2918">
                  <c:v>2777.6013071548996</c:v>
                </c:pt>
                <c:pt idx="2919">
                  <c:v>2777.6013071548996</c:v>
                </c:pt>
                <c:pt idx="2920">
                  <c:v>2777.6013071548996</c:v>
                </c:pt>
                <c:pt idx="2921">
                  <c:v>2777.6013071548996</c:v>
                </c:pt>
                <c:pt idx="2922">
                  <c:v>2777.6013071548996</c:v>
                </c:pt>
                <c:pt idx="2923">
                  <c:v>2777.6013071548996</c:v>
                </c:pt>
                <c:pt idx="2924">
                  <c:v>2777.6013071548996</c:v>
                </c:pt>
                <c:pt idx="2925">
                  <c:v>2777.6013071548996</c:v>
                </c:pt>
                <c:pt idx="2926">
                  <c:v>2777.6013071548996</c:v>
                </c:pt>
                <c:pt idx="2927">
                  <c:v>2777.6013071548996</c:v>
                </c:pt>
                <c:pt idx="2928">
                  <c:v>2777.6013071548996</c:v>
                </c:pt>
                <c:pt idx="2929">
                  <c:v>#N/A</c:v>
                </c:pt>
                <c:pt idx="2930">
                  <c:v>#N/A</c:v>
                </c:pt>
                <c:pt idx="2931">
                  <c:v>#N/A</c:v>
                </c:pt>
                <c:pt idx="2932">
                  <c:v>#N/A</c:v>
                </c:pt>
                <c:pt idx="2933">
                  <c:v>#N/A</c:v>
                </c:pt>
                <c:pt idx="2934">
                  <c:v>#N/A</c:v>
                </c:pt>
                <c:pt idx="2935">
                  <c:v>#N/A</c:v>
                </c:pt>
                <c:pt idx="2936">
                  <c:v>#N/A</c:v>
                </c:pt>
                <c:pt idx="2937">
                  <c:v>#N/A</c:v>
                </c:pt>
                <c:pt idx="2938">
                  <c:v>#N/A</c:v>
                </c:pt>
                <c:pt idx="2939">
                  <c:v>#N/A</c:v>
                </c:pt>
                <c:pt idx="2940">
                  <c:v>#N/A</c:v>
                </c:pt>
                <c:pt idx="2941">
                  <c:v>#N/A</c:v>
                </c:pt>
                <c:pt idx="2942">
                  <c:v>#N/A</c:v>
                </c:pt>
                <c:pt idx="2943">
                  <c:v>#N/A</c:v>
                </c:pt>
                <c:pt idx="2944">
                  <c:v>#N/A</c:v>
                </c:pt>
                <c:pt idx="2945">
                  <c:v>#N/A</c:v>
                </c:pt>
                <c:pt idx="2946">
                  <c:v>#N/A</c:v>
                </c:pt>
                <c:pt idx="2947">
                  <c:v>#N/A</c:v>
                </c:pt>
                <c:pt idx="2948">
                  <c:v>#N/A</c:v>
                </c:pt>
                <c:pt idx="2949">
                  <c:v>#N/A</c:v>
                </c:pt>
                <c:pt idx="2950">
                  <c:v>#N/A</c:v>
                </c:pt>
                <c:pt idx="2951">
                  <c:v>#N/A</c:v>
                </c:pt>
                <c:pt idx="2952">
                  <c:v>#N/A</c:v>
                </c:pt>
                <c:pt idx="2953">
                  <c:v>#N/A</c:v>
                </c:pt>
                <c:pt idx="2954">
                  <c:v>#N/A</c:v>
                </c:pt>
                <c:pt idx="2955">
                  <c:v>#N/A</c:v>
                </c:pt>
                <c:pt idx="2956">
                  <c:v>#N/A</c:v>
                </c:pt>
                <c:pt idx="2957">
                  <c:v>#N/A</c:v>
                </c:pt>
                <c:pt idx="2958">
                  <c:v>#N/A</c:v>
                </c:pt>
                <c:pt idx="2959">
                  <c:v>#N/A</c:v>
                </c:pt>
                <c:pt idx="2960">
                  <c:v>#N/A</c:v>
                </c:pt>
                <c:pt idx="2961">
                  <c:v>#N/A</c:v>
                </c:pt>
                <c:pt idx="2962">
                  <c:v>#N/A</c:v>
                </c:pt>
                <c:pt idx="2963">
                  <c:v>#N/A</c:v>
                </c:pt>
                <c:pt idx="2964">
                  <c:v>#N/A</c:v>
                </c:pt>
                <c:pt idx="2965">
                  <c:v>#N/A</c:v>
                </c:pt>
                <c:pt idx="2966">
                  <c:v>#N/A</c:v>
                </c:pt>
                <c:pt idx="2967">
                  <c:v>#N/A</c:v>
                </c:pt>
                <c:pt idx="2968">
                  <c:v>#N/A</c:v>
                </c:pt>
                <c:pt idx="2969">
                  <c:v>#N/A</c:v>
                </c:pt>
                <c:pt idx="2970">
                  <c:v>#N/A</c:v>
                </c:pt>
                <c:pt idx="2971">
                  <c:v>#N/A</c:v>
                </c:pt>
                <c:pt idx="2972">
                  <c:v>#N/A</c:v>
                </c:pt>
                <c:pt idx="2973">
                  <c:v>#N/A</c:v>
                </c:pt>
                <c:pt idx="2974">
                  <c:v>#N/A</c:v>
                </c:pt>
                <c:pt idx="2975">
                  <c:v>#N/A</c:v>
                </c:pt>
                <c:pt idx="2976">
                  <c:v>#N/A</c:v>
                </c:pt>
                <c:pt idx="2977">
                  <c:v>#N/A</c:v>
                </c:pt>
                <c:pt idx="2978">
                  <c:v>#N/A</c:v>
                </c:pt>
                <c:pt idx="2979">
                  <c:v>#N/A</c:v>
                </c:pt>
                <c:pt idx="2980">
                  <c:v>#N/A</c:v>
                </c:pt>
                <c:pt idx="2981">
                  <c:v>#N/A</c:v>
                </c:pt>
                <c:pt idx="2982">
                  <c:v>#N/A</c:v>
                </c:pt>
                <c:pt idx="2983">
                  <c:v>#N/A</c:v>
                </c:pt>
                <c:pt idx="2984">
                  <c:v>#N/A</c:v>
                </c:pt>
                <c:pt idx="2985">
                  <c:v>#N/A</c:v>
                </c:pt>
                <c:pt idx="2986">
                  <c:v>#N/A</c:v>
                </c:pt>
                <c:pt idx="2987">
                  <c:v>#N/A</c:v>
                </c:pt>
                <c:pt idx="2988">
                  <c:v>#N/A</c:v>
                </c:pt>
                <c:pt idx="2989">
                  <c:v>#N/A</c:v>
                </c:pt>
                <c:pt idx="2990">
                  <c:v>#N/A</c:v>
                </c:pt>
                <c:pt idx="2991">
                  <c:v>#N/A</c:v>
                </c:pt>
                <c:pt idx="2992">
                  <c:v>#N/A</c:v>
                </c:pt>
                <c:pt idx="2993">
                  <c:v>#N/A</c:v>
                </c:pt>
                <c:pt idx="2994">
                  <c:v>#N/A</c:v>
                </c:pt>
                <c:pt idx="2995">
                  <c:v>#N/A</c:v>
                </c:pt>
                <c:pt idx="2996">
                  <c:v>#N/A</c:v>
                </c:pt>
                <c:pt idx="2997">
                  <c:v>#N/A</c:v>
                </c:pt>
                <c:pt idx="2998">
                  <c:v>#N/A</c:v>
                </c:pt>
                <c:pt idx="2999">
                  <c:v>#N/A</c:v>
                </c:pt>
                <c:pt idx="3000">
                  <c:v>#N/A</c:v>
                </c:pt>
                <c:pt idx="3001">
                  <c:v>#N/A</c:v>
                </c:pt>
                <c:pt idx="3002">
                  <c:v>#N/A</c:v>
                </c:pt>
                <c:pt idx="3003">
                  <c:v>#N/A</c:v>
                </c:pt>
                <c:pt idx="3004">
                  <c:v>#N/A</c:v>
                </c:pt>
                <c:pt idx="3005">
                  <c:v>#N/A</c:v>
                </c:pt>
                <c:pt idx="3006">
                  <c:v>#N/A</c:v>
                </c:pt>
                <c:pt idx="3007">
                  <c:v>#N/A</c:v>
                </c:pt>
                <c:pt idx="3008">
                  <c:v>#N/A</c:v>
                </c:pt>
                <c:pt idx="3009">
                  <c:v>#N/A</c:v>
                </c:pt>
                <c:pt idx="3010">
                  <c:v>#N/A</c:v>
                </c:pt>
                <c:pt idx="3011">
                  <c:v>#N/A</c:v>
                </c:pt>
                <c:pt idx="3012">
                  <c:v>#N/A</c:v>
                </c:pt>
                <c:pt idx="3013">
                  <c:v>#N/A</c:v>
                </c:pt>
                <c:pt idx="3014">
                  <c:v>#N/A</c:v>
                </c:pt>
                <c:pt idx="3015">
                  <c:v>#N/A</c:v>
                </c:pt>
                <c:pt idx="3016">
                  <c:v>#N/A</c:v>
                </c:pt>
                <c:pt idx="3017">
                  <c:v>#N/A</c:v>
                </c:pt>
                <c:pt idx="3018">
                  <c:v>#N/A</c:v>
                </c:pt>
                <c:pt idx="3019">
                  <c:v>#N/A</c:v>
                </c:pt>
                <c:pt idx="3020">
                  <c:v>#N/A</c:v>
                </c:pt>
                <c:pt idx="3021">
                  <c:v>#N/A</c:v>
                </c:pt>
                <c:pt idx="3022">
                  <c:v>#N/A</c:v>
                </c:pt>
                <c:pt idx="3023">
                  <c:v>#N/A</c:v>
                </c:pt>
                <c:pt idx="3024">
                  <c:v>#N/A</c:v>
                </c:pt>
                <c:pt idx="3025">
                  <c:v>#N/A</c:v>
                </c:pt>
                <c:pt idx="3026">
                  <c:v>#N/A</c:v>
                </c:pt>
                <c:pt idx="3027">
                  <c:v>#N/A</c:v>
                </c:pt>
                <c:pt idx="3028">
                  <c:v>#N/A</c:v>
                </c:pt>
                <c:pt idx="3029">
                  <c:v>#N/A</c:v>
                </c:pt>
                <c:pt idx="3030">
                  <c:v>#N/A</c:v>
                </c:pt>
                <c:pt idx="3031">
                  <c:v>#N/A</c:v>
                </c:pt>
                <c:pt idx="3032">
                  <c:v>#N/A</c:v>
                </c:pt>
                <c:pt idx="3033">
                  <c:v>#N/A</c:v>
                </c:pt>
                <c:pt idx="3034">
                  <c:v>#N/A</c:v>
                </c:pt>
                <c:pt idx="3035">
                  <c:v>#N/A</c:v>
                </c:pt>
                <c:pt idx="3036">
                  <c:v>#N/A</c:v>
                </c:pt>
                <c:pt idx="3037">
                  <c:v>#N/A</c:v>
                </c:pt>
                <c:pt idx="3038">
                  <c:v>#N/A</c:v>
                </c:pt>
                <c:pt idx="3039">
                  <c:v>#N/A</c:v>
                </c:pt>
                <c:pt idx="3040">
                  <c:v>#N/A</c:v>
                </c:pt>
                <c:pt idx="3041">
                  <c:v>#N/A</c:v>
                </c:pt>
                <c:pt idx="3042">
                  <c:v>2844.7674208478797</c:v>
                </c:pt>
                <c:pt idx="3043">
                  <c:v>2844.7674208478797</c:v>
                </c:pt>
                <c:pt idx="3044">
                  <c:v>2844.7674208478797</c:v>
                </c:pt>
                <c:pt idx="3045">
                  <c:v>2844.7674208478797</c:v>
                </c:pt>
                <c:pt idx="3046">
                  <c:v>2844.7674208478797</c:v>
                </c:pt>
                <c:pt idx="3047">
                  <c:v>2844.7674208478797</c:v>
                </c:pt>
                <c:pt idx="3048">
                  <c:v>2844.7674208478797</c:v>
                </c:pt>
                <c:pt idx="3049">
                  <c:v>2844.7674208478797</c:v>
                </c:pt>
                <c:pt idx="3050">
                  <c:v>2844.7674208478797</c:v>
                </c:pt>
                <c:pt idx="3051">
                  <c:v>2844.7674208478797</c:v>
                </c:pt>
                <c:pt idx="3052">
                  <c:v>2844.7674208478797</c:v>
                </c:pt>
                <c:pt idx="3053">
                  <c:v>2844.7674208478797</c:v>
                </c:pt>
                <c:pt idx="3054">
                  <c:v>2844.7674208478797</c:v>
                </c:pt>
                <c:pt idx="3055">
                  <c:v>2844.7674208478797</c:v>
                </c:pt>
                <c:pt idx="3056">
                  <c:v>2844.7674208478797</c:v>
                </c:pt>
                <c:pt idx="3057">
                  <c:v>2844.7674208478797</c:v>
                </c:pt>
                <c:pt idx="3058">
                  <c:v>2844.7674208478797</c:v>
                </c:pt>
                <c:pt idx="3059">
                  <c:v>2844.7674208478797</c:v>
                </c:pt>
                <c:pt idx="3060">
                  <c:v>2844.7674208478797</c:v>
                </c:pt>
                <c:pt idx="3061">
                  <c:v>2844.7674208478797</c:v>
                </c:pt>
                <c:pt idx="3062">
                  <c:v>2844.7674208478797</c:v>
                </c:pt>
                <c:pt idx="3063">
                  <c:v>2844.7674208478797</c:v>
                </c:pt>
                <c:pt idx="3064">
                  <c:v>2844.7674208478797</c:v>
                </c:pt>
                <c:pt idx="3065">
                  <c:v>2844.7674208478797</c:v>
                </c:pt>
                <c:pt idx="3066">
                  <c:v>2844.7674208478797</c:v>
                </c:pt>
                <c:pt idx="3067">
                  <c:v>2844.7674208478797</c:v>
                </c:pt>
                <c:pt idx="3068">
                  <c:v>2844.7674208478797</c:v>
                </c:pt>
                <c:pt idx="3069">
                  <c:v>2844.7674208478797</c:v>
                </c:pt>
                <c:pt idx="3070">
                  <c:v>2844.7674208478797</c:v>
                </c:pt>
                <c:pt idx="3071">
                  <c:v>2844.7674208478797</c:v>
                </c:pt>
                <c:pt idx="3072">
                  <c:v>2844.7674208478797</c:v>
                </c:pt>
                <c:pt idx="3073">
                  <c:v>2844.7674208478797</c:v>
                </c:pt>
                <c:pt idx="3074">
                  <c:v>2844.7674208478797</c:v>
                </c:pt>
                <c:pt idx="3075">
                  <c:v>2844.7674208478797</c:v>
                </c:pt>
                <c:pt idx="3076">
                  <c:v>2844.7674208478797</c:v>
                </c:pt>
                <c:pt idx="3077">
                  <c:v>2844.7674208478797</c:v>
                </c:pt>
                <c:pt idx="3078">
                  <c:v>2844.7674208478797</c:v>
                </c:pt>
                <c:pt idx="3079">
                  <c:v>2844.7674208478797</c:v>
                </c:pt>
                <c:pt idx="3080">
                  <c:v>2844.7674208478797</c:v>
                </c:pt>
                <c:pt idx="3081">
                  <c:v>2844.7674208478797</c:v>
                </c:pt>
                <c:pt idx="3082">
                  <c:v>2844.7674208478797</c:v>
                </c:pt>
                <c:pt idx="3083">
                  <c:v>2844.7674208478797</c:v>
                </c:pt>
                <c:pt idx="3084">
                  <c:v>2844.7674208478797</c:v>
                </c:pt>
                <c:pt idx="3085">
                  <c:v>2844.7674208478797</c:v>
                </c:pt>
                <c:pt idx="3086">
                  <c:v>#N/A</c:v>
                </c:pt>
                <c:pt idx="3087">
                  <c:v>#N/A</c:v>
                </c:pt>
                <c:pt idx="3088">
                  <c:v>#N/A</c:v>
                </c:pt>
                <c:pt idx="3089">
                  <c:v>#N/A</c:v>
                </c:pt>
                <c:pt idx="3090">
                  <c:v>#N/A</c:v>
                </c:pt>
                <c:pt idx="3091">
                  <c:v>#N/A</c:v>
                </c:pt>
                <c:pt idx="3092">
                  <c:v>#N/A</c:v>
                </c:pt>
                <c:pt idx="3093">
                  <c:v>#N/A</c:v>
                </c:pt>
                <c:pt idx="3094">
                  <c:v>#N/A</c:v>
                </c:pt>
                <c:pt idx="3095">
                  <c:v>#N/A</c:v>
                </c:pt>
                <c:pt idx="3096">
                  <c:v>#N/A</c:v>
                </c:pt>
                <c:pt idx="3097">
                  <c:v>#N/A</c:v>
                </c:pt>
                <c:pt idx="3098">
                  <c:v>#N/A</c:v>
                </c:pt>
                <c:pt idx="3099">
                  <c:v>#N/A</c:v>
                </c:pt>
                <c:pt idx="3100">
                  <c:v>#N/A</c:v>
                </c:pt>
                <c:pt idx="3101">
                  <c:v>#N/A</c:v>
                </c:pt>
                <c:pt idx="3102">
                  <c:v>#N/A</c:v>
                </c:pt>
                <c:pt idx="3103">
                  <c:v>#N/A</c:v>
                </c:pt>
                <c:pt idx="3104">
                  <c:v>#N/A</c:v>
                </c:pt>
                <c:pt idx="3105">
                  <c:v>#N/A</c:v>
                </c:pt>
                <c:pt idx="3106">
                  <c:v>#N/A</c:v>
                </c:pt>
                <c:pt idx="3107">
                  <c:v>#N/A</c:v>
                </c:pt>
                <c:pt idx="3108">
                  <c:v>#N/A</c:v>
                </c:pt>
                <c:pt idx="3109">
                  <c:v>#N/A</c:v>
                </c:pt>
                <c:pt idx="3110">
                  <c:v>#N/A</c:v>
                </c:pt>
                <c:pt idx="3111">
                  <c:v>#N/A</c:v>
                </c:pt>
                <c:pt idx="3112">
                  <c:v>#N/A</c:v>
                </c:pt>
                <c:pt idx="3113">
                  <c:v>#N/A</c:v>
                </c:pt>
                <c:pt idx="3114">
                  <c:v>#N/A</c:v>
                </c:pt>
                <c:pt idx="3115">
                  <c:v>#N/A</c:v>
                </c:pt>
                <c:pt idx="3116">
                  <c:v>#N/A</c:v>
                </c:pt>
                <c:pt idx="3117">
                  <c:v>#N/A</c:v>
                </c:pt>
                <c:pt idx="3118">
                  <c:v>#N/A</c:v>
                </c:pt>
                <c:pt idx="3119">
                  <c:v>#N/A</c:v>
                </c:pt>
                <c:pt idx="3120">
                  <c:v>#N/A</c:v>
                </c:pt>
                <c:pt idx="3121">
                  <c:v>#N/A</c:v>
                </c:pt>
                <c:pt idx="3122">
                  <c:v>#N/A</c:v>
                </c:pt>
                <c:pt idx="3123">
                  <c:v>#N/A</c:v>
                </c:pt>
                <c:pt idx="3124">
                  <c:v>#N/A</c:v>
                </c:pt>
                <c:pt idx="3125">
                  <c:v>#N/A</c:v>
                </c:pt>
                <c:pt idx="3126">
                  <c:v>#N/A</c:v>
                </c:pt>
                <c:pt idx="3127">
                  <c:v>#N/A</c:v>
                </c:pt>
                <c:pt idx="3128">
                  <c:v>#N/A</c:v>
                </c:pt>
                <c:pt idx="3129">
                  <c:v>#N/A</c:v>
                </c:pt>
                <c:pt idx="3130">
                  <c:v>#N/A</c:v>
                </c:pt>
                <c:pt idx="3131">
                  <c:v>#N/A</c:v>
                </c:pt>
                <c:pt idx="3132">
                  <c:v>#N/A</c:v>
                </c:pt>
                <c:pt idx="3133">
                  <c:v>#N/A</c:v>
                </c:pt>
                <c:pt idx="3134">
                  <c:v>#N/A</c:v>
                </c:pt>
                <c:pt idx="3135">
                  <c:v>#N/A</c:v>
                </c:pt>
                <c:pt idx="3136">
                  <c:v>#N/A</c:v>
                </c:pt>
                <c:pt idx="3137">
                  <c:v>#N/A</c:v>
                </c:pt>
                <c:pt idx="3138">
                  <c:v>#N/A</c:v>
                </c:pt>
                <c:pt idx="3139">
                  <c:v>#N/A</c:v>
                </c:pt>
                <c:pt idx="3140">
                  <c:v>#N/A</c:v>
                </c:pt>
                <c:pt idx="3141">
                  <c:v>#N/A</c:v>
                </c:pt>
                <c:pt idx="3142">
                  <c:v>#N/A</c:v>
                </c:pt>
                <c:pt idx="3143">
                  <c:v>#N/A</c:v>
                </c:pt>
                <c:pt idx="3144">
                  <c:v>#N/A</c:v>
                </c:pt>
                <c:pt idx="3145">
                  <c:v>#N/A</c:v>
                </c:pt>
                <c:pt idx="3146">
                  <c:v>#N/A</c:v>
                </c:pt>
                <c:pt idx="3147">
                  <c:v>#N/A</c:v>
                </c:pt>
                <c:pt idx="3148">
                  <c:v>#N/A</c:v>
                </c:pt>
                <c:pt idx="3149">
                  <c:v>#N/A</c:v>
                </c:pt>
                <c:pt idx="3150">
                  <c:v>#N/A</c:v>
                </c:pt>
                <c:pt idx="3151">
                  <c:v>3006.6432546314122</c:v>
                </c:pt>
                <c:pt idx="3152">
                  <c:v>3006.6432546314122</c:v>
                </c:pt>
                <c:pt idx="3153">
                  <c:v>3006.6432546314122</c:v>
                </c:pt>
                <c:pt idx="3154">
                  <c:v>3006.6432546314122</c:v>
                </c:pt>
                <c:pt idx="3155">
                  <c:v>3006.6432546314122</c:v>
                </c:pt>
                <c:pt idx="3156">
                  <c:v>3006.6432546314122</c:v>
                </c:pt>
                <c:pt idx="3157">
                  <c:v>3006.6432546314122</c:v>
                </c:pt>
                <c:pt idx="3158">
                  <c:v>3006.6432546314122</c:v>
                </c:pt>
                <c:pt idx="3159">
                  <c:v>3006.6432546314122</c:v>
                </c:pt>
                <c:pt idx="3160">
                  <c:v>3006.6432546314122</c:v>
                </c:pt>
                <c:pt idx="3161">
                  <c:v>3006.6432546314122</c:v>
                </c:pt>
                <c:pt idx="3162">
                  <c:v>3006.6432546314122</c:v>
                </c:pt>
                <c:pt idx="3163">
                  <c:v>3006.6432546314122</c:v>
                </c:pt>
                <c:pt idx="3164">
                  <c:v>3006.6432546314122</c:v>
                </c:pt>
                <c:pt idx="3165">
                  <c:v>3006.6432546314122</c:v>
                </c:pt>
                <c:pt idx="3166">
                  <c:v>3006.6432546314122</c:v>
                </c:pt>
                <c:pt idx="3167">
                  <c:v>3006.6432546314122</c:v>
                </c:pt>
                <c:pt idx="3168">
                  <c:v>3006.6432546314122</c:v>
                </c:pt>
                <c:pt idx="3169">
                  <c:v>3006.6432546314122</c:v>
                </c:pt>
                <c:pt idx="3170">
                  <c:v>3006.6432546314122</c:v>
                </c:pt>
                <c:pt idx="3171">
                  <c:v>3006.6432546314122</c:v>
                </c:pt>
                <c:pt idx="3172">
                  <c:v>3006.6432546314122</c:v>
                </c:pt>
                <c:pt idx="3173">
                  <c:v>3006.6432546314122</c:v>
                </c:pt>
                <c:pt idx="3174">
                  <c:v>3006.6432546314122</c:v>
                </c:pt>
                <c:pt idx="3175">
                  <c:v>3006.6432546314122</c:v>
                </c:pt>
                <c:pt idx="3176">
                  <c:v>3006.6432546314122</c:v>
                </c:pt>
                <c:pt idx="3177">
                  <c:v>3006.6432546314122</c:v>
                </c:pt>
                <c:pt idx="3178">
                  <c:v>3006.6432546314122</c:v>
                </c:pt>
                <c:pt idx="3179">
                  <c:v>3006.6432546314122</c:v>
                </c:pt>
                <c:pt idx="3180">
                  <c:v>3006.6432546314122</c:v>
                </c:pt>
                <c:pt idx="3181">
                  <c:v>3006.6432546314122</c:v>
                </c:pt>
                <c:pt idx="3182">
                  <c:v>3006.6432546314122</c:v>
                </c:pt>
                <c:pt idx="3183">
                  <c:v>3006.6432546314122</c:v>
                </c:pt>
                <c:pt idx="3184">
                  <c:v>3006.6432546314122</c:v>
                </c:pt>
                <c:pt idx="3185">
                  <c:v>3006.6432546314122</c:v>
                </c:pt>
                <c:pt idx="3186">
                  <c:v>3006.6432546314122</c:v>
                </c:pt>
                <c:pt idx="3187">
                  <c:v>3006.6432546314122</c:v>
                </c:pt>
                <c:pt idx="3188">
                  <c:v>3006.6432546314122</c:v>
                </c:pt>
                <c:pt idx="3189">
                  <c:v>3006.6432546314122</c:v>
                </c:pt>
                <c:pt idx="3190">
                  <c:v>3006.6432546314122</c:v>
                </c:pt>
                <c:pt idx="3191">
                  <c:v>3006.6432546314122</c:v>
                </c:pt>
                <c:pt idx="3192">
                  <c:v>3006.6432546314122</c:v>
                </c:pt>
                <c:pt idx="3193">
                  <c:v>3006.6432546314122</c:v>
                </c:pt>
                <c:pt idx="3194">
                  <c:v>3006.6432546314122</c:v>
                </c:pt>
                <c:pt idx="3195">
                  <c:v>3006.6432546314122</c:v>
                </c:pt>
                <c:pt idx="3196">
                  <c:v>3006.6432546314122</c:v>
                </c:pt>
                <c:pt idx="3197">
                  <c:v>3006.6432546314122</c:v>
                </c:pt>
                <c:pt idx="3198">
                  <c:v>3006.6432546314122</c:v>
                </c:pt>
                <c:pt idx="3199">
                  <c:v>3006.6432546314122</c:v>
                </c:pt>
                <c:pt idx="3200">
                  <c:v>3006.6432546314122</c:v>
                </c:pt>
                <c:pt idx="3201">
                  <c:v>3006.6432546314122</c:v>
                </c:pt>
                <c:pt idx="3202">
                  <c:v>3006.6432546314122</c:v>
                </c:pt>
                <c:pt idx="3203">
                  <c:v>3006.6432546314122</c:v>
                </c:pt>
                <c:pt idx="3204">
                  <c:v>3006.6432546314122</c:v>
                </c:pt>
                <c:pt idx="3205">
                  <c:v>3006.6432546314122</c:v>
                </c:pt>
                <c:pt idx="3206">
                  <c:v>3006.6432546314122</c:v>
                </c:pt>
                <c:pt idx="3207">
                  <c:v>3006.6432546314122</c:v>
                </c:pt>
                <c:pt idx="3208">
                  <c:v>3006.6432546314122</c:v>
                </c:pt>
                <c:pt idx="3209">
                  <c:v>3006.6432546314122</c:v>
                </c:pt>
                <c:pt idx="3210">
                  <c:v>3006.6432546314122</c:v>
                </c:pt>
                <c:pt idx="3211">
                  <c:v>3006.6432546314122</c:v>
                </c:pt>
                <c:pt idx="3212">
                  <c:v>3006.6432546314122</c:v>
                </c:pt>
                <c:pt idx="3213">
                  <c:v>3006.6432546314122</c:v>
                </c:pt>
                <c:pt idx="3214">
                  <c:v>3006.6432546314122</c:v>
                </c:pt>
                <c:pt idx="3215">
                  <c:v>3006.6432546314122</c:v>
                </c:pt>
                <c:pt idx="3216">
                  <c:v>3006.6432546314122</c:v>
                </c:pt>
                <c:pt idx="3217">
                  <c:v>3006.6432546314122</c:v>
                </c:pt>
                <c:pt idx="3218">
                  <c:v>3006.6432546314122</c:v>
                </c:pt>
                <c:pt idx="3219">
                  <c:v>3006.6432546314122</c:v>
                </c:pt>
                <c:pt idx="3220">
                  <c:v>3006.6432546314122</c:v>
                </c:pt>
                <c:pt idx="3221">
                  <c:v>3006.6432546314122</c:v>
                </c:pt>
                <c:pt idx="3222">
                  <c:v>3006.6432546314122</c:v>
                </c:pt>
                <c:pt idx="3223">
                  <c:v>3006.6432546314122</c:v>
                </c:pt>
                <c:pt idx="3224">
                  <c:v>3006.6432546314122</c:v>
                </c:pt>
                <c:pt idx="3225">
                  <c:v>3006.6432546314122</c:v>
                </c:pt>
                <c:pt idx="3226">
                  <c:v>3006.6432546314122</c:v>
                </c:pt>
                <c:pt idx="3227">
                  <c:v>3006.6432546314122</c:v>
                </c:pt>
                <c:pt idx="3228">
                  <c:v>3006.6432546314122</c:v>
                </c:pt>
                <c:pt idx="3229">
                  <c:v>3006.6432546314122</c:v>
                </c:pt>
                <c:pt idx="3230">
                  <c:v>3006.6432546314122</c:v>
                </c:pt>
                <c:pt idx="3231">
                  <c:v>3006.6432546314122</c:v>
                </c:pt>
                <c:pt idx="3232">
                  <c:v>3006.6432546314122</c:v>
                </c:pt>
                <c:pt idx="3233">
                  <c:v>3006.6432546314122</c:v>
                </c:pt>
                <c:pt idx="3234">
                  <c:v>3006.6432546314122</c:v>
                </c:pt>
                <c:pt idx="3235">
                  <c:v>3006.6432546314122</c:v>
                </c:pt>
                <c:pt idx="3236">
                  <c:v>3006.6432546314122</c:v>
                </c:pt>
                <c:pt idx="3237">
                  <c:v>3006.6432546314122</c:v>
                </c:pt>
                <c:pt idx="3238">
                  <c:v>3006.6432546314122</c:v>
                </c:pt>
                <c:pt idx="3239">
                  <c:v>3006.6432546314122</c:v>
                </c:pt>
                <c:pt idx="3240">
                  <c:v>3006.6432546314122</c:v>
                </c:pt>
                <c:pt idx="3241">
                  <c:v>3006.6432546314122</c:v>
                </c:pt>
                <c:pt idx="3242">
                  <c:v>3006.6432546314122</c:v>
                </c:pt>
                <c:pt idx="3243">
                  <c:v>3006.6432546314122</c:v>
                </c:pt>
                <c:pt idx="3244">
                  <c:v>3006.6432546314122</c:v>
                </c:pt>
                <c:pt idx="3245">
                  <c:v>3006.6432546314122</c:v>
                </c:pt>
                <c:pt idx="3246">
                  <c:v>3006.6432546314122</c:v>
                </c:pt>
                <c:pt idx="3247">
                  <c:v>#N/A</c:v>
                </c:pt>
                <c:pt idx="3248">
                  <c:v>#N/A</c:v>
                </c:pt>
                <c:pt idx="3249">
                  <c:v>#N/A</c:v>
                </c:pt>
                <c:pt idx="3250">
                  <c:v>#N/A</c:v>
                </c:pt>
                <c:pt idx="3251">
                  <c:v>#N/A</c:v>
                </c:pt>
                <c:pt idx="3252">
                  <c:v>#N/A</c:v>
                </c:pt>
                <c:pt idx="3253">
                  <c:v>#N/A</c:v>
                </c:pt>
                <c:pt idx="3254">
                  <c:v>#N/A</c:v>
                </c:pt>
                <c:pt idx="3255">
                  <c:v>#N/A</c:v>
                </c:pt>
                <c:pt idx="3256">
                  <c:v>#N/A</c:v>
                </c:pt>
                <c:pt idx="3257">
                  <c:v>#N/A</c:v>
                </c:pt>
                <c:pt idx="3258">
                  <c:v>#N/A</c:v>
                </c:pt>
                <c:pt idx="3259">
                  <c:v>#N/A</c:v>
                </c:pt>
                <c:pt idx="3260">
                  <c:v>#N/A</c:v>
                </c:pt>
                <c:pt idx="3261">
                  <c:v>#N/A</c:v>
                </c:pt>
                <c:pt idx="3262">
                  <c:v>#N/A</c:v>
                </c:pt>
                <c:pt idx="3263">
                  <c:v>#N/A</c:v>
                </c:pt>
                <c:pt idx="3264">
                  <c:v>#N/A</c:v>
                </c:pt>
                <c:pt idx="3265">
                  <c:v>#N/A</c:v>
                </c:pt>
                <c:pt idx="3266">
                  <c:v>#N/A</c:v>
                </c:pt>
                <c:pt idx="3267">
                  <c:v>#N/A</c:v>
                </c:pt>
                <c:pt idx="3268">
                  <c:v>#N/A</c:v>
                </c:pt>
                <c:pt idx="3269">
                  <c:v>#N/A</c:v>
                </c:pt>
                <c:pt idx="3270">
                  <c:v>#N/A</c:v>
                </c:pt>
                <c:pt idx="3271">
                  <c:v>#N/A</c:v>
                </c:pt>
                <c:pt idx="3272">
                  <c:v>#N/A</c:v>
                </c:pt>
                <c:pt idx="3273">
                  <c:v>#N/A</c:v>
                </c:pt>
                <c:pt idx="3274">
                  <c:v>#N/A</c:v>
                </c:pt>
                <c:pt idx="3275">
                  <c:v>#N/A</c:v>
                </c:pt>
                <c:pt idx="3276">
                  <c:v>#N/A</c:v>
                </c:pt>
                <c:pt idx="3277">
                  <c:v>#N/A</c:v>
                </c:pt>
                <c:pt idx="3278">
                  <c:v>#N/A</c:v>
                </c:pt>
                <c:pt idx="3279">
                  <c:v>#N/A</c:v>
                </c:pt>
                <c:pt idx="3280">
                  <c:v>#N/A</c:v>
                </c:pt>
                <c:pt idx="3281">
                  <c:v>#N/A</c:v>
                </c:pt>
                <c:pt idx="3282">
                  <c:v>#N/A</c:v>
                </c:pt>
                <c:pt idx="3283">
                  <c:v>#N/A</c:v>
                </c:pt>
                <c:pt idx="3284">
                  <c:v>#N/A</c:v>
                </c:pt>
                <c:pt idx="3285">
                  <c:v>#N/A</c:v>
                </c:pt>
                <c:pt idx="3286">
                  <c:v>#N/A</c:v>
                </c:pt>
                <c:pt idx="3287">
                  <c:v>#N/A</c:v>
                </c:pt>
                <c:pt idx="3288">
                  <c:v>#N/A</c:v>
                </c:pt>
                <c:pt idx="3289">
                  <c:v>#N/A</c:v>
                </c:pt>
                <c:pt idx="3290">
                  <c:v>#N/A</c:v>
                </c:pt>
                <c:pt idx="3291">
                  <c:v>#N/A</c:v>
                </c:pt>
                <c:pt idx="3292">
                  <c:v>#N/A</c:v>
                </c:pt>
                <c:pt idx="3293">
                  <c:v>#N/A</c:v>
                </c:pt>
                <c:pt idx="3294">
                  <c:v>#N/A</c:v>
                </c:pt>
                <c:pt idx="3295">
                  <c:v>#N/A</c:v>
                </c:pt>
                <c:pt idx="3296">
                  <c:v>#N/A</c:v>
                </c:pt>
                <c:pt idx="3297">
                  <c:v>#N/A</c:v>
                </c:pt>
                <c:pt idx="3298">
                  <c:v>#N/A</c:v>
                </c:pt>
                <c:pt idx="3299">
                  <c:v>#N/A</c:v>
                </c:pt>
                <c:pt idx="3300">
                  <c:v>#N/A</c:v>
                </c:pt>
                <c:pt idx="3301">
                  <c:v>#N/A</c:v>
                </c:pt>
                <c:pt idx="3302">
                  <c:v>#N/A</c:v>
                </c:pt>
                <c:pt idx="3303">
                  <c:v>#N/A</c:v>
                </c:pt>
                <c:pt idx="3304">
                  <c:v>#N/A</c:v>
                </c:pt>
                <c:pt idx="3305">
                  <c:v>#N/A</c:v>
                </c:pt>
                <c:pt idx="3306">
                  <c:v>3068.1221292912228</c:v>
                </c:pt>
                <c:pt idx="3307">
                  <c:v>3068.1221292912228</c:v>
                </c:pt>
                <c:pt idx="3308">
                  <c:v>3068.1221292912228</c:v>
                </c:pt>
                <c:pt idx="3309">
                  <c:v>3068.1221292912228</c:v>
                </c:pt>
                <c:pt idx="3310">
                  <c:v>3068.1221292912228</c:v>
                </c:pt>
                <c:pt idx="3311">
                  <c:v>3068.1221292912228</c:v>
                </c:pt>
                <c:pt idx="3312">
                  <c:v>3068.1221292912228</c:v>
                </c:pt>
                <c:pt idx="3313">
                  <c:v>3068.1221292912228</c:v>
                </c:pt>
                <c:pt idx="3314">
                  <c:v>3068.1221292912228</c:v>
                </c:pt>
                <c:pt idx="3315">
                  <c:v>3068.1221292912228</c:v>
                </c:pt>
                <c:pt idx="3316">
                  <c:v>3068.1221292912228</c:v>
                </c:pt>
                <c:pt idx="3317">
                  <c:v>3068.1221292912228</c:v>
                </c:pt>
                <c:pt idx="3318">
                  <c:v>3068.1221292912228</c:v>
                </c:pt>
                <c:pt idx="3319">
                  <c:v>3068.1221292912228</c:v>
                </c:pt>
                <c:pt idx="3320">
                  <c:v>3068.1221292912228</c:v>
                </c:pt>
                <c:pt idx="3321">
                  <c:v>3068.1221292912228</c:v>
                </c:pt>
                <c:pt idx="3322">
                  <c:v>3068.1221292912228</c:v>
                </c:pt>
                <c:pt idx="3323">
                  <c:v>3068.1221292912228</c:v>
                </c:pt>
                <c:pt idx="3324">
                  <c:v>3068.1221292912228</c:v>
                </c:pt>
                <c:pt idx="3325">
                  <c:v>3068.1221292912228</c:v>
                </c:pt>
                <c:pt idx="3326">
                  <c:v>3068.1221292912228</c:v>
                </c:pt>
                <c:pt idx="3327">
                  <c:v>3068.1221292912228</c:v>
                </c:pt>
                <c:pt idx="3328">
                  <c:v>#N/A</c:v>
                </c:pt>
                <c:pt idx="3329">
                  <c:v>#N/A</c:v>
                </c:pt>
                <c:pt idx="3330">
                  <c:v>#N/A</c:v>
                </c:pt>
                <c:pt idx="3331">
                  <c:v>#N/A</c:v>
                </c:pt>
                <c:pt idx="3332">
                  <c:v>#N/A</c:v>
                </c:pt>
                <c:pt idx="3333">
                  <c:v>#N/A</c:v>
                </c:pt>
                <c:pt idx="3334">
                  <c:v>#N/A</c:v>
                </c:pt>
                <c:pt idx="3335">
                  <c:v>#N/A</c:v>
                </c:pt>
                <c:pt idx="3336">
                  <c:v>#N/A</c:v>
                </c:pt>
                <c:pt idx="3337">
                  <c:v>#N/A</c:v>
                </c:pt>
                <c:pt idx="3338">
                  <c:v>#N/A</c:v>
                </c:pt>
                <c:pt idx="3339">
                  <c:v>#N/A</c:v>
                </c:pt>
                <c:pt idx="3340">
                  <c:v>#N/A</c:v>
                </c:pt>
                <c:pt idx="3341">
                  <c:v>#N/A</c:v>
                </c:pt>
                <c:pt idx="3342">
                  <c:v>#N/A</c:v>
                </c:pt>
                <c:pt idx="3343">
                  <c:v>#N/A</c:v>
                </c:pt>
                <c:pt idx="3344">
                  <c:v>#N/A</c:v>
                </c:pt>
                <c:pt idx="3345">
                  <c:v>#N/A</c:v>
                </c:pt>
                <c:pt idx="3346">
                  <c:v>#N/A</c:v>
                </c:pt>
                <c:pt idx="3347">
                  <c:v>#N/A</c:v>
                </c:pt>
                <c:pt idx="3348">
                  <c:v>#N/A</c:v>
                </c:pt>
                <c:pt idx="3349">
                  <c:v>#N/A</c:v>
                </c:pt>
                <c:pt idx="3350">
                  <c:v>#N/A</c:v>
                </c:pt>
                <c:pt idx="3351">
                  <c:v>#N/A</c:v>
                </c:pt>
                <c:pt idx="3352">
                  <c:v>#N/A</c:v>
                </c:pt>
                <c:pt idx="3353">
                  <c:v>#N/A</c:v>
                </c:pt>
                <c:pt idx="3354">
                  <c:v>#N/A</c:v>
                </c:pt>
                <c:pt idx="3355">
                  <c:v>#N/A</c:v>
                </c:pt>
                <c:pt idx="3356">
                  <c:v>#N/A</c:v>
                </c:pt>
                <c:pt idx="3357">
                  <c:v>#N/A</c:v>
                </c:pt>
                <c:pt idx="3358">
                  <c:v>#N/A</c:v>
                </c:pt>
                <c:pt idx="3359">
                  <c:v>#N/A</c:v>
                </c:pt>
                <c:pt idx="3360">
                  <c:v>#N/A</c:v>
                </c:pt>
                <c:pt idx="3361">
                  <c:v>#N/A</c:v>
                </c:pt>
                <c:pt idx="3362">
                  <c:v>#N/A</c:v>
                </c:pt>
                <c:pt idx="3363">
                  <c:v>#N/A</c:v>
                </c:pt>
                <c:pt idx="3364">
                  <c:v>#N/A</c:v>
                </c:pt>
                <c:pt idx="3365">
                  <c:v>#N/A</c:v>
                </c:pt>
                <c:pt idx="3366">
                  <c:v>#N/A</c:v>
                </c:pt>
                <c:pt idx="3367">
                  <c:v>#N/A</c:v>
                </c:pt>
                <c:pt idx="3368">
                  <c:v>#N/A</c:v>
                </c:pt>
                <c:pt idx="3369">
                  <c:v>#N/A</c:v>
                </c:pt>
                <c:pt idx="3370">
                  <c:v>#N/A</c:v>
                </c:pt>
                <c:pt idx="3371">
                  <c:v>#N/A</c:v>
                </c:pt>
                <c:pt idx="3372">
                  <c:v>#N/A</c:v>
                </c:pt>
                <c:pt idx="3373">
                  <c:v>#N/A</c:v>
                </c:pt>
                <c:pt idx="3374">
                  <c:v>#N/A</c:v>
                </c:pt>
                <c:pt idx="3375">
                  <c:v>#N/A</c:v>
                </c:pt>
                <c:pt idx="3376">
                  <c:v>#N/A</c:v>
                </c:pt>
                <c:pt idx="3377">
                  <c:v>#N/A</c:v>
                </c:pt>
                <c:pt idx="3378">
                  <c:v>#N/A</c:v>
                </c:pt>
                <c:pt idx="3379">
                  <c:v>#N/A</c:v>
                </c:pt>
                <c:pt idx="3380">
                  <c:v>#N/A</c:v>
                </c:pt>
                <c:pt idx="3381">
                  <c:v>#N/A</c:v>
                </c:pt>
                <c:pt idx="3382">
                  <c:v>#N/A</c:v>
                </c:pt>
                <c:pt idx="3383">
                  <c:v>#N/A</c:v>
                </c:pt>
                <c:pt idx="3384">
                  <c:v>#N/A</c:v>
                </c:pt>
                <c:pt idx="3385">
                  <c:v>#N/A</c:v>
                </c:pt>
                <c:pt idx="3386">
                  <c:v>#N/A</c:v>
                </c:pt>
                <c:pt idx="3387">
                  <c:v>#N/A</c:v>
                </c:pt>
                <c:pt idx="3388">
                  <c:v>#N/A</c:v>
                </c:pt>
                <c:pt idx="3389">
                  <c:v>#N/A</c:v>
                </c:pt>
                <c:pt idx="3390">
                  <c:v>3160.3855418435819</c:v>
                </c:pt>
                <c:pt idx="3391">
                  <c:v>3160.3855418435819</c:v>
                </c:pt>
                <c:pt idx="3392">
                  <c:v>3160.3855418435819</c:v>
                </c:pt>
                <c:pt idx="3393">
                  <c:v>3160.3855418435819</c:v>
                </c:pt>
                <c:pt idx="3394">
                  <c:v>3160.3855418435819</c:v>
                </c:pt>
                <c:pt idx="3395">
                  <c:v>3160.3855418435819</c:v>
                </c:pt>
                <c:pt idx="3396">
                  <c:v>3160.3855418435819</c:v>
                </c:pt>
                <c:pt idx="3397">
                  <c:v>3160.3855418435819</c:v>
                </c:pt>
                <c:pt idx="3398">
                  <c:v>3160.3855418435819</c:v>
                </c:pt>
                <c:pt idx="3399">
                  <c:v>3160.3855418435819</c:v>
                </c:pt>
                <c:pt idx="3400">
                  <c:v>3160.3855418435819</c:v>
                </c:pt>
                <c:pt idx="3401">
                  <c:v>3160.3855418435819</c:v>
                </c:pt>
                <c:pt idx="3402">
                  <c:v>3160.3855418435819</c:v>
                </c:pt>
                <c:pt idx="3403">
                  <c:v>3160.3855418435819</c:v>
                </c:pt>
                <c:pt idx="3404">
                  <c:v>#N/A</c:v>
                </c:pt>
                <c:pt idx="3405">
                  <c:v>#N/A</c:v>
                </c:pt>
                <c:pt idx="3406">
                  <c:v>#N/A</c:v>
                </c:pt>
                <c:pt idx="3407">
                  <c:v>#N/A</c:v>
                </c:pt>
                <c:pt idx="3408">
                  <c:v>#N/A</c:v>
                </c:pt>
                <c:pt idx="3409">
                  <c:v>#N/A</c:v>
                </c:pt>
                <c:pt idx="3410">
                  <c:v>#N/A</c:v>
                </c:pt>
                <c:pt idx="3411">
                  <c:v>#N/A</c:v>
                </c:pt>
                <c:pt idx="3412">
                  <c:v>#N/A</c:v>
                </c:pt>
                <c:pt idx="3413">
                  <c:v>#N/A</c:v>
                </c:pt>
                <c:pt idx="3414">
                  <c:v>#N/A</c:v>
                </c:pt>
                <c:pt idx="3415">
                  <c:v>#N/A</c:v>
                </c:pt>
                <c:pt idx="3416">
                  <c:v>#N/A</c:v>
                </c:pt>
                <c:pt idx="3417">
                  <c:v>#N/A</c:v>
                </c:pt>
                <c:pt idx="3418">
                  <c:v>#N/A</c:v>
                </c:pt>
                <c:pt idx="3419">
                  <c:v>#N/A</c:v>
                </c:pt>
                <c:pt idx="3420">
                  <c:v>#N/A</c:v>
                </c:pt>
                <c:pt idx="3421">
                  <c:v>#N/A</c:v>
                </c:pt>
                <c:pt idx="3422">
                  <c:v>#N/A</c:v>
                </c:pt>
                <c:pt idx="3423">
                  <c:v>#N/A</c:v>
                </c:pt>
                <c:pt idx="3424">
                  <c:v>#N/A</c:v>
                </c:pt>
                <c:pt idx="3425">
                  <c:v>#N/A</c:v>
                </c:pt>
                <c:pt idx="3426">
                  <c:v>#N/A</c:v>
                </c:pt>
                <c:pt idx="3427">
                  <c:v>#N/A</c:v>
                </c:pt>
                <c:pt idx="3428">
                  <c:v>#N/A</c:v>
                </c:pt>
                <c:pt idx="3429">
                  <c:v>#N/A</c:v>
                </c:pt>
                <c:pt idx="3430">
                  <c:v>#N/A</c:v>
                </c:pt>
                <c:pt idx="3431">
                  <c:v>#N/A</c:v>
                </c:pt>
                <c:pt idx="3432">
                  <c:v>#N/A</c:v>
                </c:pt>
                <c:pt idx="3433">
                  <c:v>#N/A</c:v>
                </c:pt>
                <c:pt idx="3434">
                  <c:v>#N/A</c:v>
                </c:pt>
                <c:pt idx="3435">
                  <c:v>#N/A</c:v>
                </c:pt>
                <c:pt idx="3436">
                  <c:v>#N/A</c:v>
                </c:pt>
                <c:pt idx="3437">
                  <c:v>#N/A</c:v>
                </c:pt>
                <c:pt idx="3438">
                  <c:v>#N/A</c:v>
                </c:pt>
                <c:pt idx="3439">
                  <c:v>#N/A</c:v>
                </c:pt>
                <c:pt idx="3440">
                  <c:v>#N/A</c:v>
                </c:pt>
                <c:pt idx="3441">
                  <c:v>#N/A</c:v>
                </c:pt>
                <c:pt idx="3442">
                  <c:v>#N/A</c:v>
                </c:pt>
                <c:pt idx="3443">
                  <c:v>#N/A</c:v>
                </c:pt>
                <c:pt idx="3444">
                  <c:v>#N/A</c:v>
                </c:pt>
                <c:pt idx="3445">
                  <c:v>#N/A</c:v>
                </c:pt>
                <c:pt idx="3446">
                  <c:v>3197.4669783664913</c:v>
                </c:pt>
                <c:pt idx="3447">
                  <c:v>3197.4669783664913</c:v>
                </c:pt>
                <c:pt idx="3448">
                  <c:v>3197.4669783664913</c:v>
                </c:pt>
                <c:pt idx="3449">
                  <c:v>3197.4669783664913</c:v>
                </c:pt>
                <c:pt idx="3450">
                  <c:v>3197.4669783664913</c:v>
                </c:pt>
                <c:pt idx="3451">
                  <c:v>3197.4669783664913</c:v>
                </c:pt>
                <c:pt idx="3452">
                  <c:v>3197.4669783664913</c:v>
                </c:pt>
                <c:pt idx="3453">
                  <c:v>3197.4669783664913</c:v>
                </c:pt>
                <c:pt idx="3454">
                  <c:v>3197.4669783664913</c:v>
                </c:pt>
                <c:pt idx="3455">
                  <c:v>#N/A</c:v>
                </c:pt>
                <c:pt idx="3456">
                  <c:v>#N/A</c:v>
                </c:pt>
                <c:pt idx="3457">
                  <c:v>#N/A</c:v>
                </c:pt>
                <c:pt idx="3458">
                  <c:v>#N/A</c:v>
                </c:pt>
                <c:pt idx="3459">
                  <c:v>#N/A</c:v>
                </c:pt>
                <c:pt idx="3460">
                  <c:v>#N/A</c:v>
                </c:pt>
                <c:pt idx="3461">
                  <c:v>#N/A</c:v>
                </c:pt>
                <c:pt idx="3462">
                  <c:v>#N/A</c:v>
                </c:pt>
                <c:pt idx="3463">
                  <c:v>#N/A</c:v>
                </c:pt>
                <c:pt idx="3464">
                  <c:v>#N/A</c:v>
                </c:pt>
                <c:pt idx="3465">
                  <c:v>#N/A</c:v>
                </c:pt>
                <c:pt idx="3466">
                  <c:v>#N/A</c:v>
                </c:pt>
                <c:pt idx="3467">
                  <c:v>#N/A</c:v>
                </c:pt>
                <c:pt idx="3468">
                  <c:v>#N/A</c:v>
                </c:pt>
                <c:pt idx="3469">
                  <c:v>#N/A</c:v>
                </c:pt>
                <c:pt idx="3470">
                  <c:v>#N/A</c:v>
                </c:pt>
                <c:pt idx="3471">
                  <c:v>#N/A</c:v>
                </c:pt>
                <c:pt idx="3472">
                  <c:v>#N/A</c:v>
                </c:pt>
                <c:pt idx="3473">
                  <c:v>#N/A</c:v>
                </c:pt>
                <c:pt idx="3474">
                  <c:v>#N/A</c:v>
                </c:pt>
                <c:pt idx="3475">
                  <c:v>#N/A</c:v>
                </c:pt>
                <c:pt idx="3476">
                  <c:v>#N/A</c:v>
                </c:pt>
                <c:pt idx="3477">
                  <c:v>#N/A</c:v>
                </c:pt>
                <c:pt idx="3478">
                  <c:v>#N/A</c:v>
                </c:pt>
                <c:pt idx="3479">
                  <c:v>#N/A</c:v>
                </c:pt>
                <c:pt idx="3480">
                  <c:v>#N/A</c:v>
                </c:pt>
                <c:pt idx="3481">
                  <c:v>#N/A</c:v>
                </c:pt>
                <c:pt idx="3482">
                  <c:v>#N/A</c:v>
                </c:pt>
                <c:pt idx="3483">
                  <c:v>#N/A</c:v>
                </c:pt>
                <c:pt idx="3484">
                  <c:v>#N/A</c:v>
                </c:pt>
                <c:pt idx="3485">
                  <c:v>#N/A</c:v>
                </c:pt>
                <c:pt idx="3486">
                  <c:v>#N/A</c:v>
                </c:pt>
                <c:pt idx="3487">
                  <c:v>#N/A</c:v>
                </c:pt>
                <c:pt idx="3488">
                  <c:v>#N/A</c:v>
                </c:pt>
                <c:pt idx="3489">
                  <c:v>3259.3504218728372</c:v>
                </c:pt>
                <c:pt idx="3490">
                  <c:v>3259.3504218728372</c:v>
                </c:pt>
                <c:pt idx="3491">
                  <c:v>3259.3504218728372</c:v>
                </c:pt>
                <c:pt idx="3492">
                  <c:v>3259.3504218728372</c:v>
                </c:pt>
                <c:pt idx="3493">
                  <c:v>3259.3504218728372</c:v>
                </c:pt>
                <c:pt idx="3494">
                  <c:v>3259.3504218728372</c:v>
                </c:pt>
                <c:pt idx="3495">
                  <c:v>3259.3504218728372</c:v>
                </c:pt>
                <c:pt idx="3496">
                  <c:v>3259.3504218728372</c:v>
                </c:pt>
                <c:pt idx="3497">
                  <c:v>3259.3504218728372</c:v>
                </c:pt>
                <c:pt idx="3498">
                  <c:v>3259.3504218728372</c:v>
                </c:pt>
                <c:pt idx="3499">
                  <c:v>3259.3504218728372</c:v>
                </c:pt>
                <c:pt idx="3500">
                  <c:v>3259.3504218728372</c:v>
                </c:pt>
                <c:pt idx="3501">
                  <c:v>3259.3504218728372</c:v>
                </c:pt>
                <c:pt idx="3502">
                  <c:v>3259.3504218728372</c:v>
                </c:pt>
                <c:pt idx="3503">
                  <c:v>3259.3504218728372</c:v>
                </c:pt>
                <c:pt idx="3504">
                  <c:v>3259.3504218728372</c:v>
                </c:pt>
                <c:pt idx="3505">
                  <c:v>3294.6645631684337</c:v>
                </c:pt>
                <c:pt idx="3506">
                  <c:v>3294.6645631684337</c:v>
                </c:pt>
                <c:pt idx="3507">
                  <c:v>3294.6645631684337</c:v>
                </c:pt>
                <c:pt idx="3508">
                  <c:v>3294.6645631684337</c:v>
                </c:pt>
                <c:pt idx="3509">
                  <c:v>3294.6645631684337</c:v>
                </c:pt>
                <c:pt idx="3510">
                  <c:v>3294.6645631684337</c:v>
                </c:pt>
                <c:pt idx="3511">
                  <c:v>3294.6645631684337</c:v>
                </c:pt>
                <c:pt idx="3512">
                  <c:v>3294.6645631684337</c:v>
                </c:pt>
                <c:pt idx="3513">
                  <c:v>3294.6645631684337</c:v>
                </c:pt>
                <c:pt idx="3514">
                  <c:v>3294.6645631684337</c:v>
                </c:pt>
                <c:pt idx="3515">
                  <c:v>3294.6645631684337</c:v>
                </c:pt>
                <c:pt idx="3516">
                  <c:v>3294.6645631684337</c:v>
                </c:pt>
                <c:pt idx="3517">
                  <c:v>3294.6645631684337</c:v>
                </c:pt>
                <c:pt idx="3518">
                  <c:v>3294.6645631684337</c:v>
                </c:pt>
                <c:pt idx="3519">
                  <c:v>3294.6645631684337</c:v>
                </c:pt>
                <c:pt idx="3520">
                  <c:v>3294.6645631684337</c:v>
                </c:pt>
                <c:pt idx="3521">
                  <c:v>3294.6645631684337</c:v>
                </c:pt>
                <c:pt idx="3522">
                  <c:v>3294.6645631684337</c:v>
                </c:pt>
                <c:pt idx="3523">
                  <c:v>3294.6645631684337</c:v>
                </c:pt>
                <c:pt idx="3524">
                  <c:v>3294.6645631684337</c:v>
                </c:pt>
                <c:pt idx="3525">
                  <c:v>3294.6645631684337</c:v>
                </c:pt>
                <c:pt idx="3526">
                  <c:v>3294.6645631684337</c:v>
                </c:pt>
                <c:pt idx="3527">
                  <c:v>3294.6645631684337</c:v>
                </c:pt>
                <c:pt idx="3528">
                  <c:v>3294.6645631684337</c:v>
                </c:pt>
                <c:pt idx="3529">
                  <c:v>3294.6645631684337</c:v>
                </c:pt>
                <c:pt idx="3530">
                  <c:v>3294.6645631684337</c:v>
                </c:pt>
                <c:pt idx="3531">
                  <c:v>3294.6645631684337</c:v>
                </c:pt>
                <c:pt idx="3532">
                  <c:v>3294.6645631684337</c:v>
                </c:pt>
                <c:pt idx="3533">
                  <c:v>3294.6645631684337</c:v>
                </c:pt>
                <c:pt idx="3534">
                  <c:v>3294.6645631684337</c:v>
                </c:pt>
                <c:pt idx="3535">
                  <c:v>3294.6645631684337</c:v>
                </c:pt>
                <c:pt idx="3536">
                  <c:v>3294.6645631684337</c:v>
                </c:pt>
                <c:pt idx="3537">
                  <c:v>3294.6645631684337</c:v>
                </c:pt>
                <c:pt idx="3538">
                  <c:v>3294.6645631684337</c:v>
                </c:pt>
                <c:pt idx="3539">
                  <c:v>3294.6645631684337</c:v>
                </c:pt>
                <c:pt idx="3540">
                  <c:v>3294.6645631684337</c:v>
                </c:pt>
                <c:pt idx="3541">
                  <c:v>3294.6645631684337</c:v>
                </c:pt>
                <c:pt idx="3542">
                  <c:v>3294.6645631684337</c:v>
                </c:pt>
                <c:pt idx="3543">
                  <c:v>3294.6645631684337</c:v>
                </c:pt>
                <c:pt idx="3544">
                  <c:v>#N/A</c:v>
                </c:pt>
                <c:pt idx="3545">
                  <c:v>#N/A</c:v>
                </c:pt>
                <c:pt idx="3546">
                  <c:v>#N/A</c:v>
                </c:pt>
                <c:pt idx="3547">
                  <c:v>#N/A</c:v>
                </c:pt>
                <c:pt idx="3548">
                  <c:v>#N/A</c:v>
                </c:pt>
                <c:pt idx="3549">
                  <c:v>#N/A</c:v>
                </c:pt>
                <c:pt idx="3550">
                  <c:v>#N/A</c:v>
                </c:pt>
                <c:pt idx="3551">
                  <c:v>#N/A</c:v>
                </c:pt>
                <c:pt idx="3552">
                  <c:v>#N/A</c:v>
                </c:pt>
                <c:pt idx="3553">
                  <c:v>#N/A</c:v>
                </c:pt>
                <c:pt idx="3554">
                  <c:v>#N/A</c:v>
                </c:pt>
                <c:pt idx="3555">
                  <c:v>#N/A</c:v>
                </c:pt>
                <c:pt idx="3556">
                  <c:v>#N/A</c:v>
                </c:pt>
                <c:pt idx="3557">
                  <c:v>#N/A</c:v>
                </c:pt>
                <c:pt idx="3558">
                  <c:v>#N/A</c:v>
                </c:pt>
                <c:pt idx="3559">
                  <c:v>#N/A</c:v>
                </c:pt>
                <c:pt idx="3560">
                  <c:v>#N/A</c:v>
                </c:pt>
                <c:pt idx="3561">
                  <c:v>#N/A</c:v>
                </c:pt>
                <c:pt idx="3562">
                  <c:v>#N/A</c:v>
                </c:pt>
                <c:pt idx="3563">
                  <c:v>#N/A</c:v>
                </c:pt>
                <c:pt idx="3564">
                  <c:v>#N/A</c:v>
                </c:pt>
                <c:pt idx="3565">
                  <c:v>#N/A</c:v>
                </c:pt>
                <c:pt idx="3566">
                  <c:v>#N/A</c:v>
                </c:pt>
                <c:pt idx="3567">
                  <c:v>#N/A</c:v>
                </c:pt>
                <c:pt idx="3568">
                  <c:v>#N/A</c:v>
                </c:pt>
                <c:pt idx="3569">
                  <c:v>#N/A</c:v>
                </c:pt>
                <c:pt idx="3570">
                  <c:v>#N/A</c:v>
                </c:pt>
                <c:pt idx="3571">
                  <c:v>#N/A</c:v>
                </c:pt>
                <c:pt idx="3572">
                  <c:v>#N/A</c:v>
                </c:pt>
                <c:pt idx="3573">
                  <c:v>#N/A</c:v>
                </c:pt>
                <c:pt idx="3574">
                  <c:v>#N/A</c:v>
                </c:pt>
                <c:pt idx="3575">
                  <c:v>#N/A</c:v>
                </c:pt>
                <c:pt idx="3576">
                  <c:v>#N/A</c:v>
                </c:pt>
                <c:pt idx="3577">
                  <c:v>#N/A</c:v>
                </c:pt>
                <c:pt idx="3578">
                  <c:v>#N/A</c:v>
                </c:pt>
                <c:pt idx="3579">
                  <c:v>#N/A</c:v>
                </c:pt>
                <c:pt idx="3580">
                  <c:v>#N/A</c:v>
                </c:pt>
                <c:pt idx="3581">
                  <c:v>#N/A</c:v>
                </c:pt>
                <c:pt idx="3582">
                  <c:v>#N/A</c:v>
                </c:pt>
                <c:pt idx="3583">
                  <c:v>#N/A</c:v>
                </c:pt>
                <c:pt idx="3584">
                  <c:v>#N/A</c:v>
                </c:pt>
                <c:pt idx="3585">
                  <c:v>#N/A</c:v>
                </c:pt>
                <c:pt idx="3586">
                  <c:v>#N/A</c:v>
                </c:pt>
                <c:pt idx="3587">
                  <c:v>#N/A</c:v>
                </c:pt>
                <c:pt idx="3588">
                  <c:v>#N/A</c:v>
                </c:pt>
                <c:pt idx="3589">
                  <c:v>#N/A</c:v>
                </c:pt>
                <c:pt idx="3590">
                  <c:v>#N/A</c:v>
                </c:pt>
                <c:pt idx="3591">
                  <c:v>#N/A</c:v>
                </c:pt>
                <c:pt idx="3592">
                  <c:v>#N/A</c:v>
                </c:pt>
                <c:pt idx="3593">
                  <c:v>#N/A</c:v>
                </c:pt>
                <c:pt idx="3594">
                  <c:v>#N/A</c:v>
                </c:pt>
                <c:pt idx="3595">
                  <c:v>#N/A</c:v>
                </c:pt>
                <c:pt idx="3596">
                  <c:v>#N/A</c:v>
                </c:pt>
                <c:pt idx="3597">
                  <c:v>#N/A</c:v>
                </c:pt>
                <c:pt idx="3598">
                  <c:v>#N/A</c:v>
                </c:pt>
                <c:pt idx="3599">
                  <c:v>#N/A</c:v>
                </c:pt>
                <c:pt idx="3600">
                  <c:v>#N/A</c:v>
                </c:pt>
                <c:pt idx="3601">
                  <c:v>#N/A</c:v>
                </c:pt>
                <c:pt idx="3602">
                  <c:v>#N/A</c:v>
                </c:pt>
                <c:pt idx="3603">
                  <c:v>#N/A</c:v>
                </c:pt>
                <c:pt idx="3604">
                  <c:v>#N/A</c:v>
                </c:pt>
                <c:pt idx="3605">
                  <c:v>#N/A</c:v>
                </c:pt>
                <c:pt idx="3606">
                  <c:v>#N/A</c:v>
                </c:pt>
                <c:pt idx="3607">
                  <c:v>#N/A</c:v>
                </c:pt>
                <c:pt idx="3608">
                  <c:v>#N/A</c:v>
                </c:pt>
                <c:pt idx="3609">
                  <c:v>#N/A</c:v>
                </c:pt>
                <c:pt idx="3610">
                  <c:v>#N/A</c:v>
                </c:pt>
                <c:pt idx="3611">
                  <c:v>#N/A</c:v>
                </c:pt>
                <c:pt idx="3612">
                  <c:v>#N/A</c:v>
                </c:pt>
                <c:pt idx="3613">
                  <c:v>#N/A</c:v>
                </c:pt>
                <c:pt idx="3614">
                  <c:v>#N/A</c:v>
                </c:pt>
                <c:pt idx="3615">
                  <c:v>#N/A</c:v>
                </c:pt>
                <c:pt idx="3616">
                  <c:v>#N/A</c:v>
                </c:pt>
                <c:pt idx="3617">
                  <c:v>#N/A</c:v>
                </c:pt>
                <c:pt idx="3618">
                  <c:v>#N/A</c:v>
                </c:pt>
                <c:pt idx="3619">
                  <c:v>#N/A</c:v>
                </c:pt>
                <c:pt idx="3620">
                  <c:v>#N/A</c:v>
                </c:pt>
                <c:pt idx="3621">
                  <c:v>#N/A</c:v>
                </c:pt>
                <c:pt idx="3622">
                  <c:v>#N/A</c:v>
                </c:pt>
                <c:pt idx="3623">
                  <c:v>#N/A</c:v>
                </c:pt>
                <c:pt idx="3624">
                  <c:v>#N/A</c:v>
                </c:pt>
                <c:pt idx="3625">
                  <c:v>#N/A</c:v>
                </c:pt>
                <c:pt idx="3626">
                  <c:v>#N/A</c:v>
                </c:pt>
                <c:pt idx="3627">
                  <c:v>#N/A</c:v>
                </c:pt>
                <c:pt idx="3628">
                  <c:v>#N/A</c:v>
                </c:pt>
                <c:pt idx="3629">
                  <c:v>#N/A</c:v>
                </c:pt>
                <c:pt idx="3630">
                  <c:v>#N/A</c:v>
                </c:pt>
                <c:pt idx="3631">
                  <c:v>#N/A</c:v>
                </c:pt>
                <c:pt idx="3632">
                  <c:v>#N/A</c:v>
                </c:pt>
                <c:pt idx="3633">
                  <c:v>#N/A</c:v>
                </c:pt>
                <c:pt idx="3634">
                  <c:v>#N/A</c:v>
                </c:pt>
                <c:pt idx="3635">
                  <c:v>#N/A</c:v>
                </c:pt>
                <c:pt idx="3636">
                  <c:v>#N/A</c:v>
                </c:pt>
                <c:pt idx="3637">
                  <c:v>#N/A</c:v>
                </c:pt>
                <c:pt idx="3638">
                  <c:v>#N/A</c:v>
                </c:pt>
                <c:pt idx="3639">
                  <c:v>#N/A</c:v>
                </c:pt>
                <c:pt idx="3640">
                  <c:v>#N/A</c:v>
                </c:pt>
                <c:pt idx="3641">
                  <c:v>#N/A</c:v>
                </c:pt>
                <c:pt idx="3642">
                  <c:v>#N/A</c:v>
                </c:pt>
                <c:pt idx="3643">
                  <c:v>#N/A</c:v>
                </c:pt>
                <c:pt idx="3644">
                  <c:v>#N/A</c:v>
                </c:pt>
                <c:pt idx="3645">
                  <c:v>#N/A</c:v>
                </c:pt>
                <c:pt idx="3646">
                  <c:v>#N/A</c:v>
                </c:pt>
                <c:pt idx="3647">
                  <c:v>#N/A</c:v>
                </c:pt>
                <c:pt idx="3648">
                  <c:v>#N/A</c:v>
                </c:pt>
                <c:pt idx="3649">
                  <c:v>#N/A</c:v>
                </c:pt>
                <c:pt idx="3650">
                  <c:v>#N/A</c:v>
                </c:pt>
                <c:pt idx="3651">
                  <c:v>#N/A</c:v>
                </c:pt>
                <c:pt idx="3652">
                  <c:v>#N/A</c:v>
                </c:pt>
                <c:pt idx="3653">
                  <c:v>#N/A</c:v>
                </c:pt>
                <c:pt idx="3654">
                  <c:v>3522.8102769526472</c:v>
                </c:pt>
                <c:pt idx="3655">
                  <c:v>3522.8102769526472</c:v>
                </c:pt>
                <c:pt idx="3656">
                  <c:v>3522.8102769526472</c:v>
                </c:pt>
                <c:pt idx="3657">
                  <c:v>3522.8102769526472</c:v>
                </c:pt>
                <c:pt idx="3658">
                  <c:v>3522.8102769526472</c:v>
                </c:pt>
                <c:pt idx="3659">
                  <c:v>3522.8102769526472</c:v>
                </c:pt>
                <c:pt idx="3660">
                  <c:v>3522.8102769526472</c:v>
                </c:pt>
                <c:pt idx="3661">
                  <c:v>3522.8102769526472</c:v>
                </c:pt>
                <c:pt idx="3662">
                  <c:v>3522.8102769526472</c:v>
                </c:pt>
                <c:pt idx="3663">
                  <c:v>3522.8102769526472</c:v>
                </c:pt>
                <c:pt idx="3664">
                  <c:v>3522.8102769526472</c:v>
                </c:pt>
                <c:pt idx="3665">
                  <c:v>3522.8102769526472</c:v>
                </c:pt>
                <c:pt idx="3666">
                  <c:v>#N/A</c:v>
                </c:pt>
                <c:pt idx="3667">
                  <c:v>#N/A</c:v>
                </c:pt>
                <c:pt idx="3668">
                  <c:v>#N/A</c:v>
                </c:pt>
                <c:pt idx="3669">
                  <c:v>#N/A</c:v>
                </c:pt>
                <c:pt idx="3670">
                  <c:v>#N/A</c:v>
                </c:pt>
                <c:pt idx="3671">
                  <c:v>#N/A</c:v>
                </c:pt>
                <c:pt idx="3672">
                  <c:v>#N/A</c:v>
                </c:pt>
                <c:pt idx="3673">
                  <c:v>#N/A</c:v>
                </c:pt>
                <c:pt idx="3674">
                  <c:v>#N/A</c:v>
                </c:pt>
                <c:pt idx="3675">
                  <c:v>#N/A</c:v>
                </c:pt>
                <c:pt idx="3676">
                  <c:v>#N/A</c:v>
                </c:pt>
                <c:pt idx="3677">
                  <c:v>#N/A</c:v>
                </c:pt>
                <c:pt idx="3678">
                  <c:v>#N/A</c:v>
                </c:pt>
                <c:pt idx="3679">
                  <c:v>#N/A</c:v>
                </c:pt>
                <c:pt idx="3680">
                  <c:v>#N/A</c:v>
                </c:pt>
                <c:pt idx="3681">
                  <c:v>#N/A</c:v>
                </c:pt>
                <c:pt idx="3682">
                  <c:v>#N/A</c:v>
                </c:pt>
                <c:pt idx="3683">
                  <c:v>#N/A</c:v>
                </c:pt>
                <c:pt idx="3684">
                  <c:v>#N/A</c:v>
                </c:pt>
                <c:pt idx="3685">
                  <c:v>#N/A</c:v>
                </c:pt>
                <c:pt idx="3686">
                  <c:v>#N/A</c:v>
                </c:pt>
                <c:pt idx="3687">
                  <c:v>#N/A</c:v>
                </c:pt>
                <c:pt idx="3688">
                  <c:v>#N/A</c:v>
                </c:pt>
                <c:pt idx="3689">
                  <c:v>#N/A</c:v>
                </c:pt>
                <c:pt idx="3690">
                  <c:v>#N/A</c:v>
                </c:pt>
                <c:pt idx="3691">
                  <c:v>#N/A</c:v>
                </c:pt>
                <c:pt idx="3692">
                  <c:v>#N/A</c:v>
                </c:pt>
                <c:pt idx="3693">
                  <c:v>#N/A</c:v>
                </c:pt>
                <c:pt idx="3694">
                  <c:v>#N/A</c:v>
                </c:pt>
                <c:pt idx="3695">
                  <c:v>#N/A</c:v>
                </c:pt>
                <c:pt idx="3696">
                  <c:v>#N/A</c:v>
                </c:pt>
                <c:pt idx="3697">
                  <c:v>#N/A</c:v>
                </c:pt>
                <c:pt idx="3698">
                  <c:v>#N/A</c:v>
                </c:pt>
                <c:pt idx="3699">
                  <c:v>#N/A</c:v>
                </c:pt>
                <c:pt idx="3700">
                  <c:v>#N/A</c:v>
                </c:pt>
                <c:pt idx="3701">
                  <c:v>#N/A</c:v>
                </c:pt>
                <c:pt idx="3702">
                  <c:v>#N/A</c:v>
                </c:pt>
                <c:pt idx="3703">
                  <c:v>#N/A</c:v>
                </c:pt>
                <c:pt idx="3704">
                  <c:v>#N/A</c:v>
                </c:pt>
                <c:pt idx="3705">
                  <c:v>#N/A</c:v>
                </c:pt>
                <c:pt idx="3706">
                  <c:v>#N/A</c:v>
                </c:pt>
                <c:pt idx="3707">
                  <c:v>#N/A</c:v>
                </c:pt>
                <c:pt idx="3708">
                  <c:v>#N/A</c:v>
                </c:pt>
                <c:pt idx="3709">
                  <c:v>#N/A</c:v>
                </c:pt>
                <c:pt idx="3710">
                  <c:v>#N/A</c:v>
                </c:pt>
                <c:pt idx="3711">
                  <c:v>#N/A</c:v>
                </c:pt>
                <c:pt idx="3712">
                  <c:v>#N/A</c:v>
                </c:pt>
                <c:pt idx="3713">
                  <c:v>#N/A</c:v>
                </c:pt>
                <c:pt idx="3714">
                  <c:v>#N/A</c:v>
                </c:pt>
                <c:pt idx="3715">
                  <c:v>#N/A</c:v>
                </c:pt>
                <c:pt idx="3716">
                  <c:v>#N/A</c:v>
                </c:pt>
                <c:pt idx="3717">
                  <c:v>#N/A</c:v>
                </c:pt>
                <c:pt idx="3718">
                  <c:v>#N/A</c:v>
                </c:pt>
                <c:pt idx="3719">
                  <c:v>#N/A</c:v>
                </c:pt>
                <c:pt idx="3720">
                  <c:v>#N/A</c:v>
                </c:pt>
                <c:pt idx="3721">
                  <c:v>#N/A</c:v>
                </c:pt>
                <c:pt idx="3722">
                  <c:v>#N/A</c:v>
                </c:pt>
                <c:pt idx="3723">
                  <c:v>#N/A</c:v>
                </c:pt>
                <c:pt idx="3724">
                  <c:v>#N/A</c:v>
                </c:pt>
                <c:pt idx="3725">
                  <c:v>#N/A</c:v>
                </c:pt>
                <c:pt idx="3726">
                  <c:v>#N/A</c:v>
                </c:pt>
                <c:pt idx="3727">
                  <c:v>#N/A</c:v>
                </c:pt>
                <c:pt idx="3728">
                  <c:v>#N/A</c:v>
                </c:pt>
                <c:pt idx="3729">
                  <c:v>#N/A</c:v>
                </c:pt>
                <c:pt idx="3730">
                  <c:v>#N/A</c:v>
                </c:pt>
                <c:pt idx="3731">
                  <c:v>#N/A</c:v>
                </c:pt>
                <c:pt idx="3732">
                  <c:v>#N/A</c:v>
                </c:pt>
                <c:pt idx="3733">
                  <c:v>#N/A</c:v>
                </c:pt>
                <c:pt idx="3734">
                  <c:v>#N/A</c:v>
                </c:pt>
                <c:pt idx="3735">
                  <c:v>#N/A</c:v>
                </c:pt>
                <c:pt idx="3736">
                  <c:v>#N/A</c:v>
                </c:pt>
                <c:pt idx="3737">
                  <c:v>#N/A</c:v>
                </c:pt>
                <c:pt idx="3738">
                  <c:v>#N/A</c:v>
                </c:pt>
                <c:pt idx="3739">
                  <c:v>#N/A</c:v>
                </c:pt>
                <c:pt idx="3740">
                  <c:v>#N/A</c:v>
                </c:pt>
                <c:pt idx="3741">
                  <c:v>#N/A</c:v>
                </c:pt>
                <c:pt idx="3742">
                  <c:v>#N/A</c:v>
                </c:pt>
                <c:pt idx="3743">
                  <c:v>#N/A</c:v>
                </c:pt>
                <c:pt idx="3744">
                  <c:v>#N/A</c:v>
                </c:pt>
                <c:pt idx="3745">
                  <c:v>#N/A</c:v>
                </c:pt>
                <c:pt idx="3746">
                  <c:v>#N/A</c:v>
                </c:pt>
                <c:pt idx="3747">
                  <c:v>#N/A</c:v>
                </c:pt>
                <c:pt idx="3748">
                  <c:v>#N/A</c:v>
                </c:pt>
                <c:pt idx="3749">
                  <c:v>#N/A</c:v>
                </c:pt>
                <c:pt idx="3750">
                  <c:v>#N/A</c:v>
                </c:pt>
                <c:pt idx="3751">
                  <c:v>#N/A</c:v>
                </c:pt>
                <c:pt idx="3752">
                  <c:v>#N/A</c:v>
                </c:pt>
                <c:pt idx="3753">
                  <c:v>#N/A</c:v>
                </c:pt>
                <c:pt idx="3754">
                  <c:v>#N/A</c:v>
                </c:pt>
                <c:pt idx="3755">
                  <c:v>#N/A</c:v>
                </c:pt>
                <c:pt idx="3756">
                  <c:v>#N/A</c:v>
                </c:pt>
                <c:pt idx="3757">
                  <c:v>#N/A</c:v>
                </c:pt>
                <c:pt idx="3758">
                  <c:v>#N/A</c:v>
                </c:pt>
                <c:pt idx="3759">
                  <c:v>#N/A</c:v>
                </c:pt>
                <c:pt idx="3760">
                  <c:v>#N/A</c:v>
                </c:pt>
                <c:pt idx="3761">
                  <c:v>#N/A</c:v>
                </c:pt>
                <c:pt idx="3762">
                  <c:v>#N/A</c:v>
                </c:pt>
                <c:pt idx="3763">
                  <c:v>#N/A</c:v>
                </c:pt>
                <c:pt idx="3764">
                  <c:v>#N/A</c:v>
                </c:pt>
                <c:pt idx="3765">
                  <c:v>#N/A</c:v>
                </c:pt>
                <c:pt idx="3766">
                  <c:v>#N/A</c:v>
                </c:pt>
                <c:pt idx="3767">
                  <c:v>#N/A</c:v>
                </c:pt>
                <c:pt idx="3768">
                  <c:v>#N/A</c:v>
                </c:pt>
                <c:pt idx="3769">
                  <c:v>3648.2814160831772</c:v>
                </c:pt>
                <c:pt idx="3770">
                  <c:v>3648.2814160831772</c:v>
                </c:pt>
                <c:pt idx="3771">
                  <c:v>3648.2814160831772</c:v>
                </c:pt>
                <c:pt idx="3772">
                  <c:v>3648.2814160831772</c:v>
                </c:pt>
                <c:pt idx="3773">
                  <c:v>3648.2814160831772</c:v>
                </c:pt>
                <c:pt idx="3774">
                  <c:v>3648.2814160831772</c:v>
                </c:pt>
                <c:pt idx="3775">
                  <c:v>3648.2814160831772</c:v>
                </c:pt>
                <c:pt idx="3776">
                  <c:v>3648.2814160831772</c:v>
                </c:pt>
                <c:pt idx="3777">
                  <c:v>3648.2814160831772</c:v>
                </c:pt>
                <c:pt idx="3778">
                  <c:v>3648.2814160831772</c:v>
                </c:pt>
                <c:pt idx="3779">
                  <c:v>3648.2814160831772</c:v>
                </c:pt>
                <c:pt idx="3780">
                  <c:v>3648.2814160831772</c:v>
                </c:pt>
                <c:pt idx="3781">
                  <c:v>3648.2814160831772</c:v>
                </c:pt>
                <c:pt idx="3782">
                  <c:v>3648.2814160831772</c:v>
                </c:pt>
                <c:pt idx="3783">
                  <c:v>3648.2814160831772</c:v>
                </c:pt>
                <c:pt idx="3784">
                  <c:v>3648.2814160831772</c:v>
                </c:pt>
                <c:pt idx="3785">
                  <c:v>3648.2814160831772</c:v>
                </c:pt>
                <c:pt idx="3786">
                  <c:v>3648.2814160831772</c:v>
                </c:pt>
                <c:pt idx="3787">
                  <c:v>3648.2814160831772</c:v>
                </c:pt>
                <c:pt idx="3788">
                  <c:v>3648.2814160831772</c:v>
                </c:pt>
                <c:pt idx="3789">
                  <c:v>3648.2814160831772</c:v>
                </c:pt>
                <c:pt idx="3790">
                  <c:v>3648.2814160831772</c:v>
                </c:pt>
                <c:pt idx="3791">
                  <c:v>3648.2814160831772</c:v>
                </c:pt>
                <c:pt idx="3792">
                  <c:v>3648.2814160831772</c:v>
                </c:pt>
                <c:pt idx="3793">
                  <c:v>3648.2814160831772</c:v>
                </c:pt>
                <c:pt idx="3794">
                  <c:v>3648.2814160831772</c:v>
                </c:pt>
                <c:pt idx="3795">
                  <c:v>3648.2814160831772</c:v>
                </c:pt>
                <c:pt idx="3796">
                  <c:v>3648.2814160831772</c:v>
                </c:pt>
                <c:pt idx="3797">
                  <c:v>3648.2814160831772</c:v>
                </c:pt>
                <c:pt idx="3798">
                  <c:v>3648.2814160831772</c:v>
                </c:pt>
                <c:pt idx="3799">
                  <c:v>3648.2814160831772</c:v>
                </c:pt>
                <c:pt idx="3800">
                  <c:v>3648.2814160831772</c:v>
                </c:pt>
                <c:pt idx="3801">
                  <c:v>3648.2814160831772</c:v>
                </c:pt>
                <c:pt idx="3802">
                  <c:v>3648.2814160831772</c:v>
                </c:pt>
                <c:pt idx="3803">
                  <c:v>3648.2814160831772</c:v>
                </c:pt>
                <c:pt idx="3804">
                  <c:v>3648.2814160831772</c:v>
                </c:pt>
                <c:pt idx="3805">
                  <c:v>3648.2814160831772</c:v>
                </c:pt>
                <c:pt idx="3806">
                  <c:v>3648.2814160831772</c:v>
                </c:pt>
                <c:pt idx="3807">
                  <c:v>3648.2814160831772</c:v>
                </c:pt>
                <c:pt idx="3808">
                  <c:v>3648.2814160831772</c:v>
                </c:pt>
                <c:pt idx="3809">
                  <c:v>3648.2814160831772</c:v>
                </c:pt>
                <c:pt idx="3810">
                  <c:v>3648.2814160831772</c:v>
                </c:pt>
                <c:pt idx="3811">
                  <c:v>3648.2814160831772</c:v>
                </c:pt>
                <c:pt idx="3812">
                  <c:v>3648.2814160831772</c:v>
                </c:pt>
                <c:pt idx="3813">
                  <c:v>3648.2814160831772</c:v>
                </c:pt>
                <c:pt idx="3814">
                  <c:v>3648.2814160831772</c:v>
                </c:pt>
                <c:pt idx="3815">
                  <c:v>3648.2814160831772</c:v>
                </c:pt>
                <c:pt idx="3816">
                  <c:v>3648.2814160831772</c:v>
                </c:pt>
                <c:pt idx="3817">
                  <c:v>#N/A</c:v>
                </c:pt>
                <c:pt idx="3818">
                  <c:v>#N/A</c:v>
                </c:pt>
                <c:pt idx="3819">
                  <c:v>#N/A</c:v>
                </c:pt>
                <c:pt idx="3820">
                  <c:v>#N/A</c:v>
                </c:pt>
                <c:pt idx="3821">
                  <c:v>#N/A</c:v>
                </c:pt>
                <c:pt idx="3822">
                  <c:v>#N/A</c:v>
                </c:pt>
                <c:pt idx="3823">
                  <c:v>#N/A</c:v>
                </c:pt>
                <c:pt idx="3824">
                  <c:v>#N/A</c:v>
                </c:pt>
                <c:pt idx="3825">
                  <c:v>#N/A</c:v>
                </c:pt>
                <c:pt idx="3826">
                  <c:v>#N/A</c:v>
                </c:pt>
                <c:pt idx="3827">
                  <c:v>#N/A</c:v>
                </c:pt>
                <c:pt idx="3828">
                  <c:v>#N/A</c:v>
                </c:pt>
                <c:pt idx="3829">
                  <c:v>#N/A</c:v>
                </c:pt>
                <c:pt idx="3830">
                  <c:v>#N/A</c:v>
                </c:pt>
                <c:pt idx="3831">
                  <c:v>#N/A</c:v>
                </c:pt>
                <c:pt idx="3832">
                  <c:v>#N/A</c:v>
                </c:pt>
                <c:pt idx="3833">
                  <c:v>#N/A</c:v>
                </c:pt>
                <c:pt idx="3834">
                  <c:v>#N/A</c:v>
                </c:pt>
                <c:pt idx="3835">
                  <c:v>#N/A</c:v>
                </c:pt>
                <c:pt idx="3836">
                  <c:v>#N/A</c:v>
                </c:pt>
                <c:pt idx="3837">
                  <c:v>#N/A</c:v>
                </c:pt>
                <c:pt idx="3838">
                  <c:v>#N/A</c:v>
                </c:pt>
                <c:pt idx="3839">
                  <c:v>#N/A</c:v>
                </c:pt>
                <c:pt idx="3840">
                  <c:v>#N/A</c:v>
                </c:pt>
                <c:pt idx="3841">
                  <c:v>#N/A</c:v>
                </c:pt>
                <c:pt idx="3842">
                  <c:v>#N/A</c:v>
                </c:pt>
                <c:pt idx="3843">
                  <c:v>#N/A</c:v>
                </c:pt>
                <c:pt idx="3844">
                  <c:v>#N/A</c:v>
                </c:pt>
                <c:pt idx="3845">
                  <c:v>#N/A</c:v>
                </c:pt>
                <c:pt idx="3846">
                  <c:v>#N/A</c:v>
                </c:pt>
                <c:pt idx="3847">
                  <c:v>#N/A</c:v>
                </c:pt>
                <c:pt idx="3848">
                  <c:v>#N/A</c:v>
                </c:pt>
                <c:pt idx="3849">
                  <c:v>#N/A</c:v>
                </c:pt>
                <c:pt idx="3850">
                  <c:v>#N/A</c:v>
                </c:pt>
                <c:pt idx="3851">
                  <c:v>#N/A</c:v>
                </c:pt>
                <c:pt idx="3852">
                  <c:v>#N/A</c:v>
                </c:pt>
                <c:pt idx="3853">
                  <c:v>#N/A</c:v>
                </c:pt>
                <c:pt idx="3854">
                  <c:v>#N/A</c:v>
                </c:pt>
                <c:pt idx="3855">
                  <c:v>#N/A</c:v>
                </c:pt>
                <c:pt idx="3856">
                  <c:v>#N/A</c:v>
                </c:pt>
                <c:pt idx="3857">
                  <c:v>#N/A</c:v>
                </c:pt>
                <c:pt idx="3858">
                  <c:v>#N/A</c:v>
                </c:pt>
                <c:pt idx="3859">
                  <c:v>#N/A</c:v>
                </c:pt>
                <c:pt idx="3860">
                  <c:v>#N/A</c:v>
                </c:pt>
                <c:pt idx="3861">
                  <c:v>#N/A</c:v>
                </c:pt>
                <c:pt idx="3862">
                  <c:v>#N/A</c:v>
                </c:pt>
                <c:pt idx="3863">
                  <c:v>#N/A</c:v>
                </c:pt>
                <c:pt idx="3864">
                  <c:v>#N/A</c:v>
                </c:pt>
                <c:pt idx="3865">
                  <c:v>#N/A</c:v>
                </c:pt>
                <c:pt idx="3866">
                  <c:v>#N/A</c:v>
                </c:pt>
                <c:pt idx="3867">
                  <c:v>#N/A</c:v>
                </c:pt>
                <c:pt idx="3868">
                  <c:v>#N/A</c:v>
                </c:pt>
                <c:pt idx="3869">
                  <c:v>#N/A</c:v>
                </c:pt>
                <c:pt idx="3870">
                  <c:v>#N/A</c:v>
                </c:pt>
                <c:pt idx="3871">
                  <c:v>#N/A</c:v>
                </c:pt>
                <c:pt idx="3872">
                  <c:v>#N/A</c:v>
                </c:pt>
                <c:pt idx="3873">
                  <c:v>#N/A</c:v>
                </c:pt>
                <c:pt idx="3874">
                  <c:v>#N/A</c:v>
                </c:pt>
                <c:pt idx="3875">
                  <c:v>#N/A</c:v>
                </c:pt>
                <c:pt idx="3876">
                  <c:v>#N/A</c:v>
                </c:pt>
                <c:pt idx="3877">
                  <c:v>#N/A</c:v>
                </c:pt>
                <c:pt idx="3878">
                  <c:v>#N/A</c:v>
                </c:pt>
                <c:pt idx="3879">
                  <c:v>#N/A</c:v>
                </c:pt>
                <c:pt idx="3880">
                  <c:v>#N/A</c:v>
                </c:pt>
                <c:pt idx="3881">
                  <c:v>#N/A</c:v>
                </c:pt>
                <c:pt idx="3882">
                  <c:v>#N/A</c:v>
                </c:pt>
                <c:pt idx="3883">
                  <c:v>#N/A</c:v>
                </c:pt>
                <c:pt idx="3884">
                  <c:v>#N/A</c:v>
                </c:pt>
                <c:pt idx="3885">
                  <c:v>#N/A</c:v>
                </c:pt>
                <c:pt idx="3886">
                  <c:v>#N/A</c:v>
                </c:pt>
                <c:pt idx="3887">
                  <c:v>#N/A</c:v>
                </c:pt>
                <c:pt idx="3888">
                  <c:v>#N/A</c:v>
                </c:pt>
                <c:pt idx="3889">
                  <c:v>#N/A</c:v>
                </c:pt>
                <c:pt idx="3890">
                  <c:v>#N/A</c:v>
                </c:pt>
                <c:pt idx="3891">
                  <c:v>#N/A</c:v>
                </c:pt>
                <c:pt idx="3892">
                  <c:v>#N/A</c:v>
                </c:pt>
                <c:pt idx="3893">
                  <c:v>#N/A</c:v>
                </c:pt>
                <c:pt idx="3894">
                  <c:v>#N/A</c:v>
                </c:pt>
                <c:pt idx="3895">
                  <c:v>#N/A</c:v>
                </c:pt>
                <c:pt idx="3896">
                  <c:v>#N/A</c:v>
                </c:pt>
                <c:pt idx="3897">
                  <c:v>#N/A</c:v>
                </c:pt>
                <c:pt idx="3898">
                  <c:v>#N/A</c:v>
                </c:pt>
                <c:pt idx="3899">
                  <c:v>#N/A</c:v>
                </c:pt>
                <c:pt idx="3900">
                  <c:v>#N/A</c:v>
                </c:pt>
                <c:pt idx="3901">
                  <c:v>#N/A</c:v>
                </c:pt>
                <c:pt idx="3902">
                  <c:v>#N/A</c:v>
                </c:pt>
                <c:pt idx="3903">
                  <c:v>#N/A</c:v>
                </c:pt>
                <c:pt idx="3904">
                  <c:v>#N/A</c:v>
                </c:pt>
                <c:pt idx="3905">
                  <c:v>#N/A</c:v>
                </c:pt>
                <c:pt idx="3906">
                  <c:v>#N/A</c:v>
                </c:pt>
                <c:pt idx="3907">
                  <c:v>#N/A</c:v>
                </c:pt>
                <c:pt idx="3908">
                  <c:v>3832.1345265165983</c:v>
                </c:pt>
                <c:pt idx="3909">
                  <c:v>3832.1345265165983</c:v>
                </c:pt>
                <c:pt idx="3910">
                  <c:v>3832.1345265165983</c:v>
                </c:pt>
                <c:pt idx="3911">
                  <c:v>3832.1345265165983</c:v>
                </c:pt>
                <c:pt idx="3912">
                  <c:v>3832.1345265165983</c:v>
                </c:pt>
                <c:pt idx="3913">
                  <c:v>3832.1345265165983</c:v>
                </c:pt>
                <c:pt idx="3914">
                  <c:v>3832.1345265165983</c:v>
                </c:pt>
                <c:pt idx="3915">
                  <c:v>3832.1345265165983</c:v>
                </c:pt>
                <c:pt idx="3916">
                  <c:v>3832.1345265165983</c:v>
                </c:pt>
                <c:pt idx="3917">
                  <c:v>3832.1345265165983</c:v>
                </c:pt>
                <c:pt idx="3918">
                  <c:v>3832.1345265165983</c:v>
                </c:pt>
                <c:pt idx="3919">
                  <c:v>3832.1345265165983</c:v>
                </c:pt>
                <c:pt idx="3920">
                  <c:v>3832.1345265165983</c:v>
                </c:pt>
                <c:pt idx="3921">
                  <c:v>3832.1345265165983</c:v>
                </c:pt>
                <c:pt idx="3922">
                  <c:v>3832.1345265165983</c:v>
                </c:pt>
                <c:pt idx="3923">
                  <c:v>3832.1345265165983</c:v>
                </c:pt>
                <c:pt idx="3924">
                  <c:v>3832.1345265165983</c:v>
                </c:pt>
                <c:pt idx="3925">
                  <c:v>3832.1345265165983</c:v>
                </c:pt>
                <c:pt idx="3926">
                  <c:v>3832.1345265165983</c:v>
                </c:pt>
                <c:pt idx="3927">
                  <c:v>3832.1345265165983</c:v>
                </c:pt>
                <c:pt idx="3928">
                  <c:v>3832.1345265165983</c:v>
                </c:pt>
                <c:pt idx="3929">
                  <c:v>3832.1345265165983</c:v>
                </c:pt>
                <c:pt idx="3930">
                  <c:v>#N/A</c:v>
                </c:pt>
                <c:pt idx="3931">
                  <c:v>#N/A</c:v>
                </c:pt>
                <c:pt idx="3932">
                  <c:v>#N/A</c:v>
                </c:pt>
                <c:pt idx="3933">
                  <c:v>#N/A</c:v>
                </c:pt>
                <c:pt idx="3934">
                  <c:v>#N/A</c:v>
                </c:pt>
                <c:pt idx="3935">
                  <c:v>#N/A</c:v>
                </c:pt>
                <c:pt idx="3936">
                  <c:v>#N/A</c:v>
                </c:pt>
                <c:pt idx="3937">
                  <c:v>#N/A</c:v>
                </c:pt>
                <c:pt idx="3938">
                  <c:v>#N/A</c:v>
                </c:pt>
                <c:pt idx="3939">
                  <c:v>#N/A</c:v>
                </c:pt>
                <c:pt idx="3940">
                  <c:v>#N/A</c:v>
                </c:pt>
                <c:pt idx="3941">
                  <c:v>#N/A</c:v>
                </c:pt>
                <c:pt idx="3942">
                  <c:v>#N/A</c:v>
                </c:pt>
                <c:pt idx="3943">
                  <c:v>#N/A</c:v>
                </c:pt>
                <c:pt idx="3944">
                  <c:v>#N/A</c:v>
                </c:pt>
                <c:pt idx="3945">
                  <c:v>#N/A</c:v>
                </c:pt>
                <c:pt idx="3946">
                  <c:v>#N/A</c:v>
                </c:pt>
                <c:pt idx="3947">
                  <c:v>#N/A</c:v>
                </c:pt>
                <c:pt idx="3948">
                  <c:v>#N/A</c:v>
                </c:pt>
                <c:pt idx="3949">
                  <c:v>#N/A</c:v>
                </c:pt>
                <c:pt idx="3950">
                  <c:v>#N/A</c:v>
                </c:pt>
                <c:pt idx="3951">
                  <c:v>#N/A</c:v>
                </c:pt>
                <c:pt idx="3952">
                  <c:v>#N/A</c:v>
                </c:pt>
                <c:pt idx="3953">
                  <c:v>#N/A</c:v>
                </c:pt>
                <c:pt idx="3954">
                  <c:v>#N/A</c:v>
                </c:pt>
                <c:pt idx="3955">
                  <c:v>#N/A</c:v>
                </c:pt>
                <c:pt idx="3956">
                  <c:v>#N/A</c:v>
                </c:pt>
                <c:pt idx="3957">
                  <c:v>#N/A</c:v>
                </c:pt>
                <c:pt idx="3958">
                  <c:v>#N/A</c:v>
                </c:pt>
                <c:pt idx="3959">
                  <c:v>#N/A</c:v>
                </c:pt>
                <c:pt idx="3960">
                  <c:v>#N/A</c:v>
                </c:pt>
                <c:pt idx="3961">
                  <c:v>#N/A</c:v>
                </c:pt>
                <c:pt idx="3962">
                  <c:v>#N/A</c:v>
                </c:pt>
                <c:pt idx="3963">
                  <c:v>#N/A</c:v>
                </c:pt>
                <c:pt idx="3964">
                  <c:v>#N/A</c:v>
                </c:pt>
                <c:pt idx="3965">
                  <c:v>#N/A</c:v>
                </c:pt>
                <c:pt idx="3966">
                  <c:v>#N/A</c:v>
                </c:pt>
                <c:pt idx="3967">
                  <c:v>#N/A</c:v>
                </c:pt>
                <c:pt idx="3968">
                  <c:v>#N/A</c:v>
                </c:pt>
                <c:pt idx="3969">
                  <c:v>#N/A</c:v>
                </c:pt>
                <c:pt idx="3970">
                  <c:v>#N/A</c:v>
                </c:pt>
                <c:pt idx="3971">
                  <c:v>#N/A</c:v>
                </c:pt>
                <c:pt idx="3972">
                  <c:v>#N/A</c:v>
                </c:pt>
                <c:pt idx="3973">
                  <c:v>#N/A</c:v>
                </c:pt>
                <c:pt idx="3974">
                  <c:v>#N/A</c:v>
                </c:pt>
                <c:pt idx="3975">
                  <c:v>#N/A</c:v>
                </c:pt>
                <c:pt idx="3976">
                  <c:v>#N/A</c:v>
                </c:pt>
                <c:pt idx="3977">
                  <c:v>#N/A</c:v>
                </c:pt>
                <c:pt idx="3978">
                  <c:v>#N/A</c:v>
                </c:pt>
                <c:pt idx="3979">
                  <c:v>#N/A</c:v>
                </c:pt>
                <c:pt idx="3980">
                  <c:v>#N/A</c:v>
                </c:pt>
                <c:pt idx="3981">
                  <c:v>#N/A</c:v>
                </c:pt>
                <c:pt idx="3982">
                  <c:v>#N/A</c:v>
                </c:pt>
                <c:pt idx="3983">
                  <c:v>#N/A</c:v>
                </c:pt>
                <c:pt idx="3984">
                  <c:v>#N/A</c:v>
                </c:pt>
                <c:pt idx="3985">
                  <c:v>#N/A</c:v>
                </c:pt>
                <c:pt idx="3986">
                  <c:v>#N/A</c:v>
                </c:pt>
                <c:pt idx="3987">
                  <c:v>#N/A</c:v>
                </c:pt>
                <c:pt idx="3988">
                  <c:v>#N/A</c:v>
                </c:pt>
                <c:pt idx="3989">
                  <c:v>#N/A</c:v>
                </c:pt>
                <c:pt idx="3990">
                  <c:v>#N/A</c:v>
                </c:pt>
                <c:pt idx="3991">
                  <c:v>#N/A</c:v>
                </c:pt>
                <c:pt idx="3992">
                  <c:v>#N/A</c:v>
                </c:pt>
                <c:pt idx="3993">
                  <c:v>#N/A</c:v>
                </c:pt>
                <c:pt idx="3994">
                  <c:v>#N/A</c:v>
                </c:pt>
                <c:pt idx="3995">
                  <c:v>#N/A</c:v>
                </c:pt>
                <c:pt idx="3996">
                  <c:v>#N/A</c:v>
                </c:pt>
                <c:pt idx="3997">
                  <c:v>#N/A</c:v>
                </c:pt>
                <c:pt idx="3998">
                  <c:v>#N/A</c:v>
                </c:pt>
                <c:pt idx="3999">
                  <c:v>#N/A</c:v>
                </c:pt>
                <c:pt idx="4000">
                  <c:v>#N/A</c:v>
                </c:pt>
                <c:pt idx="4001">
                  <c:v>#N/A</c:v>
                </c:pt>
                <c:pt idx="4002">
                  <c:v>#N/A</c:v>
                </c:pt>
                <c:pt idx="4003">
                  <c:v>#N/A</c:v>
                </c:pt>
                <c:pt idx="4004">
                  <c:v>#N/A</c:v>
                </c:pt>
                <c:pt idx="4005">
                  <c:v>#N/A</c:v>
                </c:pt>
                <c:pt idx="4006">
                  <c:v>#N/A</c:v>
                </c:pt>
                <c:pt idx="4007">
                  <c:v>#N/A</c:v>
                </c:pt>
                <c:pt idx="4008">
                  <c:v>#N/A</c:v>
                </c:pt>
                <c:pt idx="4009">
                  <c:v>#N/A</c:v>
                </c:pt>
                <c:pt idx="4010">
                  <c:v>#N/A</c:v>
                </c:pt>
                <c:pt idx="4011">
                  <c:v>#N/A</c:v>
                </c:pt>
                <c:pt idx="4012">
                  <c:v>#N/A</c:v>
                </c:pt>
                <c:pt idx="4013">
                  <c:v>#N/A</c:v>
                </c:pt>
                <c:pt idx="4014">
                  <c:v>#N/A</c:v>
                </c:pt>
                <c:pt idx="4015">
                  <c:v>#N/A</c:v>
                </c:pt>
                <c:pt idx="4016">
                  <c:v>#N/A</c:v>
                </c:pt>
                <c:pt idx="4017">
                  <c:v>#N/A</c:v>
                </c:pt>
                <c:pt idx="4018">
                  <c:v>#N/A</c:v>
                </c:pt>
                <c:pt idx="4019">
                  <c:v>#N/A</c:v>
                </c:pt>
                <c:pt idx="4020">
                  <c:v>#N/A</c:v>
                </c:pt>
                <c:pt idx="4021">
                  <c:v>#N/A</c:v>
                </c:pt>
                <c:pt idx="4022">
                  <c:v>#N/A</c:v>
                </c:pt>
                <c:pt idx="4023">
                  <c:v>#N/A</c:v>
                </c:pt>
                <c:pt idx="4024">
                  <c:v>#N/A</c:v>
                </c:pt>
                <c:pt idx="4025">
                  <c:v>#N/A</c:v>
                </c:pt>
                <c:pt idx="4026">
                  <c:v>#N/A</c:v>
                </c:pt>
                <c:pt idx="4027">
                  <c:v>#N/A</c:v>
                </c:pt>
                <c:pt idx="4028">
                  <c:v>#N/A</c:v>
                </c:pt>
                <c:pt idx="4029">
                  <c:v>#N/A</c:v>
                </c:pt>
                <c:pt idx="4030">
                  <c:v>#N/A</c:v>
                </c:pt>
                <c:pt idx="4031">
                  <c:v>#N/A</c:v>
                </c:pt>
                <c:pt idx="4032">
                  <c:v>#N/A</c:v>
                </c:pt>
                <c:pt idx="4033">
                  <c:v>#N/A</c:v>
                </c:pt>
                <c:pt idx="4034">
                  <c:v>#N/A</c:v>
                </c:pt>
                <c:pt idx="4035">
                  <c:v>#N/A</c:v>
                </c:pt>
                <c:pt idx="4036">
                  <c:v>#N/A</c:v>
                </c:pt>
                <c:pt idx="4037">
                  <c:v>#N/A</c:v>
                </c:pt>
                <c:pt idx="4038">
                  <c:v>#N/A</c:v>
                </c:pt>
                <c:pt idx="4039">
                  <c:v>#N/A</c:v>
                </c:pt>
                <c:pt idx="4040">
                  <c:v>#N/A</c:v>
                </c:pt>
                <c:pt idx="4041">
                  <c:v>#N/A</c:v>
                </c:pt>
                <c:pt idx="4042">
                  <c:v>#N/A</c:v>
                </c:pt>
                <c:pt idx="4043">
                  <c:v>#N/A</c:v>
                </c:pt>
                <c:pt idx="4044">
                  <c:v>#N/A</c:v>
                </c:pt>
                <c:pt idx="4045">
                  <c:v>#N/A</c:v>
                </c:pt>
                <c:pt idx="4046">
                  <c:v>#N/A</c:v>
                </c:pt>
                <c:pt idx="4047">
                  <c:v>#N/A</c:v>
                </c:pt>
                <c:pt idx="4048">
                  <c:v>#N/A</c:v>
                </c:pt>
                <c:pt idx="4049">
                  <c:v>#N/A</c:v>
                </c:pt>
                <c:pt idx="4050">
                  <c:v>#N/A</c:v>
                </c:pt>
                <c:pt idx="4051">
                  <c:v>#N/A</c:v>
                </c:pt>
                <c:pt idx="4052">
                  <c:v>#N/A</c:v>
                </c:pt>
                <c:pt idx="4053">
                  <c:v>#N/A</c:v>
                </c:pt>
                <c:pt idx="4054">
                  <c:v>#N/A</c:v>
                </c:pt>
                <c:pt idx="4055">
                  <c:v>#N/A</c:v>
                </c:pt>
                <c:pt idx="4056">
                  <c:v>#N/A</c:v>
                </c:pt>
                <c:pt idx="4057">
                  <c:v>#N/A</c:v>
                </c:pt>
                <c:pt idx="4058">
                  <c:v>#N/A</c:v>
                </c:pt>
                <c:pt idx="4059">
                  <c:v>#N/A</c:v>
                </c:pt>
                <c:pt idx="4060">
                  <c:v>#N/A</c:v>
                </c:pt>
                <c:pt idx="4061">
                  <c:v>#N/A</c:v>
                </c:pt>
                <c:pt idx="4062">
                  <c:v>#N/A</c:v>
                </c:pt>
                <c:pt idx="4063">
                  <c:v>#N/A</c:v>
                </c:pt>
                <c:pt idx="4064">
                  <c:v>#N/A</c:v>
                </c:pt>
                <c:pt idx="4065">
                  <c:v>#N/A</c:v>
                </c:pt>
                <c:pt idx="4066">
                  <c:v>#N/A</c:v>
                </c:pt>
                <c:pt idx="4067">
                  <c:v>#N/A</c:v>
                </c:pt>
                <c:pt idx="4068">
                  <c:v>#N/A</c:v>
                </c:pt>
                <c:pt idx="4069">
                  <c:v>#N/A</c:v>
                </c:pt>
                <c:pt idx="4070">
                  <c:v>#N/A</c:v>
                </c:pt>
                <c:pt idx="4071">
                  <c:v>#N/A</c:v>
                </c:pt>
                <c:pt idx="4072">
                  <c:v>#N/A</c:v>
                </c:pt>
                <c:pt idx="4073">
                  <c:v>#N/A</c:v>
                </c:pt>
                <c:pt idx="4074">
                  <c:v>#N/A</c:v>
                </c:pt>
                <c:pt idx="4075">
                  <c:v>#N/A</c:v>
                </c:pt>
                <c:pt idx="4076">
                  <c:v>#N/A</c:v>
                </c:pt>
                <c:pt idx="4077">
                  <c:v>#N/A</c:v>
                </c:pt>
                <c:pt idx="4078">
                  <c:v>#N/A</c:v>
                </c:pt>
                <c:pt idx="4079">
                  <c:v>#N/A</c:v>
                </c:pt>
                <c:pt idx="4080">
                  <c:v>#N/A</c:v>
                </c:pt>
                <c:pt idx="4081">
                  <c:v>#N/A</c:v>
                </c:pt>
                <c:pt idx="4082">
                  <c:v>#N/A</c:v>
                </c:pt>
                <c:pt idx="4083">
                  <c:v>#N/A</c:v>
                </c:pt>
                <c:pt idx="4084">
                  <c:v>#N/A</c:v>
                </c:pt>
                <c:pt idx="4085">
                  <c:v>#N/A</c:v>
                </c:pt>
                <c:pt idx="4086">
                  <c:v>#N/A</c:v>
                </c:pt>
                <c:pt idx="4087">
                  <c:v>#N/A</c:v>
                </c:pt>
                <c:pt idx="4088">
                  <c:v>#N/A</c:v>
                </c:pt>
                <c:pt idx="4089">
                  <c:v>#N/A</c:v>
                </c:pt>
                <c:pt idx="4090">
                  <c:v>#N/A</c:v>
                </c:pt>
                <c:pt idx="4091">
                  <c:v>#N/A</c:v>
                </c:pt>
                <c:pt idx="4092">
                  <c:v>#N/A</c:v>
                </c:pt>
                <c:pt idx="4093">
                  <c:v>#N/A</c:v>
                </c:pt>
                <c:pt idx="4094">
                  <c:v>#N/A</c:v>
                </c:pt>
                <c:pt idx="4095">
                  <c:v>#N/A</c:v>
                </c:pt>
                <c:pt idx="4096">
                  <c:v>#N/A</c:v>
                </c:pt>
                <c:pt idx="4097">
                  <c:v>#N/A</c:v>
                </c:pt>
                <c:pt idx="4098">
                  <c:v>#N/A</c:v>
                </c:pt>
                <c:pt idx="4099">
                  <c:v>#N/A</c:v>
                </c:pt>
                <c:pt idx="4100">
                  <c:v>#N/A</c:v>
                </c:pt>
                <c:pt idx="4101">
                  <c:v>#N/A</c:v>
                </c:pt>
                <c:pt idx="4102">
                  <c:v>#N/A</c:v>
                </c:pt>
                <c:pt idx="4103">
                  <c:v>#N/A</c:v>
                </c:pt>
                <c:pt idx="4104">
                  <c:v>#N/A</c:v>
                </c:pt>
                <c:pt idx="4105">
                  <c:v>#N/A</c:v>
                </c:pt>
                <c:pt idx="4106">
                  <c:v>#N/A</c:v>
                </c:pt>
                <c:pt idx="4107">
                  <c:v>#N/A</c:v>
                </c:pt>
                <c:pt idx="4108">
                  <c:v>#N/A</c:v>
                </c:pt>
                <c:pt idx="4109">
                  <c:v>#N/A</c:v>
                </c:pt>
                <c:pt idx="4110">
                  <c:v>#N/A</c:v>
                </c:pt>
                <c:pt idx="4111">
                  <c:v>#N/A</c:v>
                </c:pt>
                <c:pt idx="4112">
                  <c:v>#N/A</c:v>
                </c:pt>
                <c:pt idx="4113">
                  <c:v>4237.4109505745919</c:v>
                </c:pt>
                <c:pt idx="4114">
                  <c:v>4237.4109505745919</c:v>
                </c:pt>
                <c:pt idx="4115">
                  <c:v>4237.4109505745919</c:v>
                </c:pt>
                <c:pt idx="4116">
                  <c:v>4237.4109505745919</c:v>
                </c:pt>
                <c:pt idx="4117">
                  <c:v>4237.4109505745919</c:v>
                </c:pt>
                <c:pt idx="4118">
                  <c:v>4237.4109505745919</c:v>
                </c:pt>
                <c:pt idx="4119">
                  <c:v>4237.4109505745919</c:v>
                </c:pt>
                <c:pt idx="4120">
                  <c:v>4237.4109505745919</c:v>
                </c:pt>
                <c:pt idx="4121">
                  <c:v>4237.4109505745919</c:v>
                </c:pt>
                <c:pt idx="4122">
                  <c:v>4237.4109505745919</c:v>
                </c:pt>
                <c:pt idx="4123">
                  <c:v>4237.4109505745919</c:v>
                </c:pt>
                <c:pt idx="4124">
                  <c:v>4237.4109505745919</c:v>
                </c:pt>
                <c:pt idx="4125">
                  <c:v>4237.4109505745919</c:v>
                </c:pt>
                <c:pt idx="4126">
                  <c:v>4237.4109505745919</c:v>
                </c:pt>
                <c:pt idx="4127">
                  <c:v>4237.4109505745919</c:v>
                </c:pt>
                <c:pt idx="4128">
                  <c:v>4237.4109505745919</c:v>
                </c:pt>
                <c:pt idx="4129">
                  <c:v>4237.4109505745919</c:v>
                </c:pt>
                <c:pt idx="4130">
                  <c:v>4237.4109505745919</c:v>
                </c:pt>
                <c:pt idx="4131">
                  <c:v>4237.4109505745919</c:v>
                </c:pt>
                <c:pt idx="4132">
                  <c:v>4237.4109505745919</c:v>
                </c:pt>
                <c:pt idx="4133">
                  <c:v>4237.4109505745919</c:v>
                </c:pt>
                <c:pt idx="4134">
                  <c:v>4237.4109505745919</c:v>
                </c:pt>
                <c:pt idx="4135">
                  <c:v>4237.4109505745919</c:v>
                </c:pt>
                <c:pt idx="4136">
                  <c:v>4237.4109505745919</c:v>
                </c:pt>
                <c:pt idx="4137">
                  <c:v>4237.4109505745919</c:v>
                </c:pt>
                <c:pt idx="4138">
                  <c:v>4237.4109505745919</c:v>
                </c:pt>
                <c:pt idx="4139">
                  <c:v>4237.4109505745919</c:v>
                </c:pt>
                <c:pt idx="4140">
                  <c:v>4237.4109505745919</c:v>
                </c:pt>
                <c:pt idx="4141">
                  <c:v>4237.4109505745919</c:v>
                </c:pt>
                <c:pt idx="4142">
                  <c:v>4237.4109505745919</c:v>
                </c:pt>
                <c:pt idx="4143">
                  <c:v>4237.4109505745919</c:v>
                </c:pt>
                <c:pt idx="4144">
                  <c:v>4237.4109505745919</c:v>
                </c:pt>
                <c:pt idx="4145">
                  <c:v>4237.4109505745919</c:v>
                </c:pt>
                <c:pt idx="4146">
                  <c:v>4237.4109505745919</c:v>
                </c:pt>
                <c:pt idx="4147">
                  <c:v>4237.4109505745919</c:v>
                </c:pt>
                <c:pt idx="4148">
                  <c:v>4248.7712690816334</c:v>
                </c:pt>
                <c:pt idx="4149">
                  <c:v>4248.7712690816334</c:v>
                </c:pt>
                <c:pt idx="4150">
                  <c:v>4248.7712690816334</c:v>
                </c:pt>
                <c:pt idx="4151">
                  <c:v>4248.7712690816334</c:v>
                </c:pt>
                <c:pt idx="4152">
                  <c:v>4248.7712690816334</c:v>
                </c:pt>
                <c:pt idx="4153">
                  <c:v>4248.7712690816334</c:v>
                </c:pt>
                <c:pt idx="4154">
                  <c:v>4248.7712690816334</c:v>
                </c:pt>
                <c:pt idx="4155">
                  <c:v>4248.7712690816334</c:v>
                </c:pt>
                <c:pt idx="4156">
                  <c:v>4248.7712690816334</c:v>
                </c:pt>
                <c:pt idx="4157">
                  <c:v>#N/A</c:v>
                </c:pt>
                <c:pt idx="4158">
                  <c:v>#N/A</c:v>
                </c:pt>
                <c:pt idx="4159">
                  <c:v>#N/A</c:v>
                </c:pt>
                <c:pt idx="4160">
                  <c:v>#N/A</c:v>
                </c:pt>
                <c:pt idx="4161">
                  <c:v>#N/A</c:v>
                </c:pt>
                <c:pt idx="4162">
                  <c:v>#N/A</c:v>
                </c:pt>
                <c:pt idx="4163">
                  <c:v>#N/A</c:v>
                </c:pt>
                <c:pt idx="4164">
                  <c:v>#N/A</c:v>
                </c:pt>
                <c:pt idx="4165">
                  <c:v>#N/A</c:v>
                </c:pt>
                <c:pt idx="4166">
                  <c:v>#N/A</c:v>
                </c:pt>
                <c:pt idx="4167">
                  <c:v>#N/A</c:v>
                </c:pt>
                <c:pt idx="4168">
                  <c:v>#N/A</c:v>
                </c:pt>
                <c:pt idx="4169">
                  <c:v>#N/A</c:v>
                </c:pt>
                <c:pt idx="4170">
                  <c:v>#N/A</c:v>
                </c:pt>
                <c:pt idx="4171">
                  <c:v>#N/A</c:v>
                </c:pt>
                <c:pt idx="4172">
                  <c:v>#N/A</c:v>
                </c:pt>
                <c:pt idx="4173">
                  <c:v>#N/A</c:v>
                </c:pt>
                <c:pt idx="4174">
                  <c:v>#N/A</c:v>
                </c:pt>
                <c:pt idx="4175">
                  <c:v>#N/A</c:v>
                </c:pt>
                <c:pt idx="4176">
                  <c:v>#N/A</c:v>
                </c:pt>
                <c:pt idx="4177">
                  <c:v>#N/A</c:v>
                </c:pt>
                <c:pt idx="4178">
                  <c:v>#N/A</c:v>
                </c:pt>
                <c:pt idx="4179">
                  <c:v>#N/A</c:v>
                </c:pt>
                <c:pt idx="4180">
                  <c:v>#N/A</c:v>
                </c:pt>
                <c:pt idx="4181">
                  <c:v>#N/A</c:v>
                </c:pt>
                <c:pt idx="4182">
                  <c:v>#N/A</c:v>
                </c:pt>
                <c:pt idx="4183">
                  <c:v>#N/A</c:v>
                </c:pt>
                <c:pt idx="4184">
                  <c:v>#N/A</c:v>
                </c:pt>
                <c:pt idx="4185">
                  <c:v>#N/A</c:v>
                </c:pt>
                <c:pt idx="4186">
                  <c:v>#N/A</c:v>
                </c:pt>
                <c:pt idx="4187">
                  <c:v>#N/A</c:v>
                </c:pt>
                <c:pt idx="4188">
                  <c:v>#N/A</c:v>
                </c:pt>
                <c:pt idx="4189">
                  <c:v>#N/A</c:v>
                </c:pt>
                <c:pt idx="4190">
                  <c:v>#N/A</c:v>
                </c:pt>
                <c:pt idx="4191">
                  <c:v>#N/A</c:v>
                </c:pt>
                <c:pt idx="4192">
                  <c:v>#N/A</c:v>
                </c:pt>
                <c:pt idx="4193">
                  <c:v>#N/A</c:v>
                </c:pt>
                <c:pt idx="4194">
                  <c:v>#N/A</c:v>
                </c:pt>
                <c:pt idx="4195">
                  <c:v>#N/A</c:v>
                </c:pt>
                <c:pt idx="4196">
                  <c:v>#N/A</c:v>
                </c:pt>
                <c:pt idx="4197">
                  <c:v>#N/A</c:v>
                </c:pt>
                <c:pt idx="4198">
                  <c:v>#N/A</c:v>
                </c:pt>
                <c:pt idx="4199">
                  <c:v>#N/A</c:v>
                </c:pt>
                <c:pt idx="4200">
                  <c:v>#N/A</c:v>
                </c:pt>
                <c:pt idx="4201">
                  <c:v>#N/A</c:v>
                </c:pt>
                <c:pt idx="4202">
                  <c:v>#N/A</c:v>
                </c:pt>
                <c:pt idx="4203">
                  <c:v>#N/A</c:v>
                </c:pt>
                <c:pt idx="4204">
                  <c:v>#N/A</c:v>
                </c:pt>
                <c:pt idx="4205">
                  <c:v>#N/A</c:v>
                </c:pt>
                <c:pt idx="4206">
                  <c:v>#N/A</c:v>
                </c:pt>
                <c:pt idx="4207">
                  <c:v>#N/A</c:v>
                </c:pt>
                <c:pt idx="4208">
                  <c:v>#N/A</c:v>
                </c:pt>
                <c:pt idx="4209">
                  <c:v>#N/A</c:v>
                </c:pt>
                <c:pt idx="4210">
                  <c:v>#N/A</c:v>
                </c:pt>
                <c:pt idx="4211">
                  <c:v>#N/A</c:v>
                </c:pt>
                <c:pt idx="4212">
                  <c:v>#N/A</c:v>
                </c:pt>
                <c:pt idx="4213">
                  <c:v>#N/A</c:v>
                </c:pt>
                <c:pt idx="4214">
                  <c:v>#N/A</c:v>
                </c:pt>
                <c:pt idx="4215">
                  <c:v>#N/A</c:v>
                </c:pt>
                <c:pt idx="4216">
                  <c:v>#N/A</c:v>
                </c:pt>
                <c:pt idx="4217">
                  <c:v>#N/A</c:v>
                </c:pt>
                <c:pt idx="4218">
                  <c:v>#N/A</c:v>
                </c:pt>
                <c:pt idx="4219">
                  <c:v>#N/A</c:v>
                </c:pt>
                <c:pt idx="4220">
                  <c:v>#N/A</c:v>
                </c:pt>
                <c:pt idx="4221">
                  <c:v>#N/A</c:v>
                </c:pt>
                <c:pt idx="4222">
                  <c:v>#N/A</c:v>
                </c:pt>
                <c:pt idx="4223">
                  <c:v>#N/A</c:v>
                </c:pt>
                <c:pt idx="4224">
                  <c:v>#N/A</c:v>
                </c:pt>
                <c:pt idx="4225">
                  <c:v>#N/A</c:v>
                </c:pt>
                <c:pt idx="4226">
                  <c:v>#N/A</c:v>
                </c:pt>
                <c:pt idx="4227">
                  <c:v>#N/A</c:v>
                </c:pt>
                <c:pt idx="4228">
                  <c:v>#N/A</c:v>
                </c:pt>
                <c:pt idx="4229">
                  <c:v>#N/A</c:v>
                </c:pt>
                <c:pt idx="4230">
                  <c:v>#N/A</c:v>
                </c:pt>
                <c:pt idx="4231">
                  <c:v>#N/A</c:v>
                </c:pt>
                <c:pt idx="4232">
                  <c:v>#N/A</c:v>
                </c:pt>
                <c:pt idx="4233">
                  <c:v>#N/A</c:v>
                </c:pt>
                <c:pt idx="4234">
                  <c:v>#N/A</c:v>
                </c:pt>
                <c:pt idx="4235">
                  <c:v>#N/A</c:v>
                </c:pt>
                <c:pt idx="4236">
                  <c:v>#N/A</c:v>
                </c:pt>
                <c:pt idx="4237">
                  <c:v>#N/A</c:v>
                </c:pt>
                <c:pt idx="4238">
                  <c:v>#N/A</c:v>
                </c:pt>
                <c:pt idx="4239">
                  <c:v>#N/A</c:v>
                </c:pt>
                <c:pt idx="4240">
                  <c:v>#N/A</c:v>
                </c:pt>
                <c:pt idx="4241">
                  <c:v>#N/A</c:v>
                </c:pt>
                <c:pt idx="4242">
                  <c:v>#N/A</c:v>
                </c:pt>
                <c:pt idx="4243">
                  <c:v>#N/A</c:v>
                </c:pt>
                <c:pt idx="4244">
                  <c:v>#N/A</c:v>
                </c:pt>
                <c:pt idx="4245">
                  <c:v>#N/A</c:v>
                </c:pt>
                <c:pt idx="4246">
                  <c:v>#N/A</c:v>
                </c:pt>
                <c:pt idx="4247">
                  <c:v>#N/A</c:v>
                </c:pt>
                <c:pt idx="4248">
                  <c:v>#N/A</c:v>
                </c:pt>
                <c:pt idx="4249">
                  <c:v>#N/A</c:v>
                </c:pt>
                <c:pt idx="4250">
                  <c:v>#N/A</c:v>
                </c:pt>
                <c:pt idx="4251">
                  <c:v>#N/A</c:v>
                </c:pt>
                <c:pt idx="4252">
                  <c:v>#N/A</c:v>
                </c:pt>
                <c:pt idx="4253">
                  <c:v>#N/A</c:v>
                </c:pt>
                <c:pt idx="4254">
                  <c:v>#N/A</c:v>
                </c:pt>
                <c:pt idx="4255">
                  <c:v>#N/A</c:v>
                </c:pt>
                <c:pt idx="4256">
                  <c:v>#N/A</c:v>
                </c:pt>
                <c:pt idx="4257">
                  <c:v>#N/A</c:v>
                </c:pt>
                <c:pt idx="4258">
                  <c:v>#N/A</c:v>
                </c:pt>
                <c:pt idx="4259">
                  <c:v>#N/A</c:v>
                </c:pt>
                <c:pt idx="4260">
                  <c:v>#N/A</c:v>
                </c:pt>
                <c:pt idx="4261">
                  <c:v>#N/A</c:v>
                </c:pt>
                <c:pt idx="4262">
                  <c:v>#N/A</c:v>
                </c:pt>
                <c:pt idx="4263">
                  <c:v>#N/A</c:v>
                </c:pt>
                <c:pt idx="4264">
                  <c:v>#N/A</c:v>
                </c:pt>
                <c:pt idx="4265">
                  <c:v>#N/A</c:v>
                </c:pt>
                <c:pt idx="4266">
                  <c:v>#N/A</c:v>
                </c:pt>
                <c:pt idx="4267">
                  <c:v>#N/A</c:v>
                </c:pt>
                <c:pt idx="4268">
                  <c:v>#N/A</c:v>
                </c:pt>
                <c:pt idx="4269">
                  <c:v>#N/A</c:v>
                </c:pt>
                <c:pt idx="4270">
                  <c:v>#N/A</c:v>
                </c:pt>
                <c:pt idx="4271">
                  <c:v>#N/A</c:v>
                </c:pt>
                <c:pt idx="4272">
                  <c:v>#N/A</c:v>
                </c:pt>
                <c:pt idx="4273">
                  <c:v>#N/A</c:v>
                </c:pt>
                <c:pt idx="4274">
                  <c:v>#N/A</c:v>
                </c:pt>
                <c:pt idx="4275">
                  <c:v>#N/A</c:v>
                </c:pt>
                <c:pt idx="4276">
                  <c:v>#N/A</c:v>
                </c:pt>
                <c:pt idx="4277">
                  <c:v>#N/A</c:v>
                </c:pt>
                <c:pt idx="4278">
                  <c:v>#N/A</c:v>
                </c:pt>
                <c:pt idx="4279">
                  <c:v>#N/A</c:v>
                </c:pt>
                <c:pt idx="4280">
                  <c:v>#N/A</c:v>
                </c:pt>
                <c:pt idx="4281">
                  <c:v>#N/A</c:v>
                </c:pt>
                <c:pt idx="4282">
                  <c:v>#N/A</c:v>
                </c:pt>
                <c:pt idx="4283">
                  <c:v>#N/A</c:v>
                </c:pt>
                <c:pt idx="4284">
                  <c:v>#N/A</c:v>
                </c:pt>
                <c:pt idx="4285">
                  <c:v>#N/A</c:v>
                </c:pt>
                <c:pt idx="4286">
                  <c:v>#N/A</c:v>
                </c:pt>
                <c:pt idx="4287">
                  <c:v>#N/A</c:v>
                </c:pt>
                <c:pt idx="4288">
                  <c:v>#N/A</c:v>
                </c:pt>
                <c:pt idx="4289">
                  <c:v>#N/A</c:v>
                </c:pt>
                <c:pt idx="4290">
                  <c:v>#N/A</c:v>
                </c:pt>
                <c:pt idx="4291">
                  <c:v>#N/A</c:v>
                </c:pt>
                <c:pt idx="4292">
                  <c:v>#N/A</c:v>
                </c:pt>
                <c:pt idx="4293">
                  <c:v>#N/A</c:v>
                </c:pt>
                <c:pt idx="4294">
                  <c:v>#N/A</c:v>
                </c:pt>
                <c:pt idx="4295">
                  <c:v>#N/A</c:v>
                </c:pt>
                <c:pt idx="4296">
                  <c:v>#N/A</c:v>
                </c:pt>
                <c:pt idx="4297">
                  <c:v>#N/A</c:v>
                </c:pt>
                <c:pt idx="4298">
                  <c:v>#N/A</c:v>
                </c:pt>
                <c:pt idx="4299">
                  <c:v>#N/A</c:v>
                </c:pt>
                <c:pt idx="4300">
                  <c:v>#N/A</c:v>
                </c:pt>
                <c:pt idx="4301">
                  <c:v>#N/A</c:v>
                </c:pt>
                <c:pt idx="4302">
                  <c:v>#N/A</c:v>
                </c:pt>
                <c:pt idx="4303">
                  <c:v>#N/A</c:v>
                </c:pt>
                <c:pt idx="4304">
                  <c:v>#N/A</c:v>
                </c:pt>
                <c:pt idx="4305">
                  <c:v>#N/A</c:v>
                </c:pt>
                <c:pt idx="4306">
                  <c:v>#N/A</c:v>
                </c:pt>
                <c:pt idx="4307">
                  <c:v>#N/A</c:v>
                </c:pt>
                <c:pt idx="4308">
                  <c:v>#N/A</c:v>
                </c:pt>
                <c:pt idx="4309">
                  <c:v>#N/A</c:v>
                </c:pt>
                <c:pt idx="4310">
                  <c:v>#N/A</c:v>
                </c:pt>
                <c:pt idx="4311">
                  <c:v>#N/A</c:v>
                </c:pt>
                <c:pt idx="4312">
                  <c:v>#N/A</c:v>
                </c:pt>
                <c:pt idx="4313">
                  <c:v>#N/A</c:v>
                </c:pt>
                <c:pt idx="4314">
                  <c:v>#N/A</c:v>
                </c:pt>
                <c:pt idx="4315">
                  <c:v>#N/A</c:v>
                </c:pt>
                <c:pt idx="4316">
                  <c:v>#N/A</c:v>
                </c:pt>
                <c:pt idx="4317">
                  <c:v>#N/A</c:v>
                </c:pt>
                <c:pt idx="4318">
                  <c:v>#N/A</c:v>
                </c:pt>
                <c:pt idx="4319">
                  <c:v>#N/A</c:v>
                </c:pt>
                <c:pt idx="4320">
                  <c:v>#N/A</c:v>
                </c:pt>
                <c:pt idx="4321">
                  <c:v>#N/A</c:v>
                </c:pt>
                <c:pt idx="4322">
                  <c:v>#N/A</c:v>
                </c:pt>
                <c:pt idx="4323">
                  <c:v>#N/A</c:v>
                </c:pt>
                <c:pt idx="4324">
                  <c:v>#N/A</c:v>
                </c:pt>
                <c:pt idx="4325">
                  <c:v>#N/A</c:v>
                </c:pt>
                <c:pt idx="4326">
                  <c:v>#N/A</c:v>
                </c:pt>
                <c:pt idx="4327">
                  <c:v>#N/A</c:v>
                </c:pt>
                <c:pt idx="4328">
                  <c:v>#N/A</c:v>
                </c:pt>
                <c:pt idx="4329">
                  <c:v>#N/A</c:v>
                </c:pt>
                <c:pt idx="4330">
                  <c:v>#N/A</c:v>
                </c:pt>
                <c:pt idx="4331">
                  <c:v>#N/A</c:v>
                </c:pt>
                <c:pt idx="4332">
                  <c:v>#N/A</c:v>
                </c:pt>
                <c:pt idx="4333">
                  <c:v>#N/A</c:v>
                </c:pt>
                <c:pt idx="4334">
                  <c:v>#N/A</c:v>
                </c:pt>
                <c:pt idx="4335">
                  <c:v>#N/A</c:v>
                </c:pt>
                <c:pt idx="4336">
                  <c:v>#N/A</c:v>
                </c:pt>
                <c:pt idx="4337">
                  <c:v>#N/A</c:v>
                </c:pt>
                <c:pt idx="4338">
                  <c:v>#N/A</c:v>
                </c:pt>
                <c:pt idx="4339">
                  <c:v>#N/A</c:v>
                </c:pt>
                <c:pt idx="4340">
                  <c:v>#N/A</c:v>
                </c:pt>
                <c:pt idx="4341">
                  <c:v>#N/A</c:v>
                </c:pt>
                <c:pt idx="4342">
                  <c:v>#N/A</c:v>
                </c:pt>
                <c:pt idx="4343">
                  <c:v>#N/A</c:v>
                </c:pt>
                <c:pt idx="4344">
                  <c:v>#N/A</c:v>
                </c:pt>
                <c:pt idx="4345">
                  <c:v>#N/A</c:v>
                </c:pt>
                <c:pt idx="4346">
                  <c:v>#N/A</c:v>
                </c:pt>
                <c:pt idx="4347">
                  <c:v>#N/A</c:v>
                </c:pt>
                <c:pt idx="4348">
                  <c:v>#N/A</c:v>
                </c:pt>
                <c:pt idx="4349">
                  <c:v>#N/A</c:v>
                </c:pt>
                <c:pt idx="4350">
                  <c:v>#N/A</c:v>
                </c:pt>
                <c:pt idx="4351">
                  <c:v>#N/A</c:v>
                </c:pt>
                <c:pt idx="4352">
                  <c:v>#N/A</c:v>
                </c:pt>
                <c:pt idx="4353">
                  <c:v>#N/A</c:v>
                </c:pt>
                <c:pt idx="4354">
                  <c:v>#N/A</c:v>
                </c:pt>
                <c:pt idx="4355">
                  <c:v>#N/A</c:v>
                </c:pt>
                <c:pt idx="4356">
                  <c:v>#N/A</c:v>
                </c:pt>
                <c:pt idx="4357">
                  <c:v>#N/A</c:v>
                </c:pt>
                <c:pt idx="4358">
                  <c:v>#N/A</c:v>
                </c:pt>
                <c:pt idx="4359">
                  <c:v>#N/A</c:v>
                </c:pt>
                <c:pt idx="4360">
                  <c:v>#N/A</c:v>
                </c:pt>
                <c:pt idx="4361">
                  <c:v>#N/A</c:v>
                </c:pt>
                <c:pt idx="4362">
                  <c:v>#N/A</c:v>
                </c:pt>
                <c:pt idx="4363">
                  <c:v>#N/A</c:v>
                </c:pt>
                <c:pt idx="4364">
                  <c:v>#N/A</c:v>
                </c:pt>
                <c:pt idx="4365">
                  <c:v>#N/A</c:v>
                </c:pt>
                <c:pt idx="4366">
                  <c:v>#N/A</c:v>
                </c:pt>
                <c:pt idx="4367">
                  <c:v>#N/A</c:v>
                </c:pt>
                <c:pt idx="4368">
                  <c:v>#N/A</c:v>
                </c:pt>
                <c:pt idx="4369">
                  <c:v>#N/A</c:v>
                </c:pt>
                <c:pt idx="4370">
                  <c:v>#N/A</c:v>
                </c:pt>
                <c:pt idx="4371">
                  <c:v>#N/A</c:v>
                </c:pt>
                <c:pt idx="4372">
                  <c:v>#N/A</c:v>
                </c:pt>
                <c:pt idx="4373">
                  <c:v>#N/A</c:v>
                </c:pt>
                <c:pt idx="4374">
                  <c:v>#N/A</c:v>
                </c:pt>
                <c:pt idx="4375">
                  <c:v>#N/A</c:v>
                </c:pt>
                <c:pt idx="4376">
                  <c:v>#N/A</c:v>
                </c:pt>
                <c:pt idx="4377">
                  <c:v>#N/A</c:v>
                </c:pt>
                <c:pt idx="4378">
                  <c:v>#N/A</c:v>
                </c:pt>
                <c:pt idx="4379">
                  <c:v>#N/A</c:v>
                </c:pt>
                <c:pt idx="4380">
                  <c:v>#N/A</c:v>
                </c:pt>
                <c:pt idx="4381">
                  <c:v>#N/A</c:v>
                </c:pt>
                <c:pt idx="4382">
                  <c:v>#N/A</c:v>
                </c:pt>
                <c:pt idx="4383">
                  <c:v>#N/A</c:v>
                </c:pt>
                <c:pt idx="4384">
                  <c:v>#N/A</c:v>
                </c:pt>
                <c:pt idx="4385">
                  <c:v>#N/A</c:v>
                </c:pt>
                <c:pt idx="4386">
                  <c:v>#N/A</c:v>
                </c:pt>
                <c:pt idx="4387">
                  <c:v>#N/A</c:v>
                </c:pt>
                <c:pt idx="4388">
                  <c:v>#N/A</c:v>
                </c:pt>
                <c:pt idx="4389">
                  <c:v>#N/A</c:v>
                </c:pt>
                <c:pt idx="4390">
                  <c:v>#N/A</c:v>
                </c:pt>
                <c:pt idx="4391">
                  <c:v>#N/A</c:v>
                </c:pt>
                <c:pt idx="4392">
                  <c:v>#N/A</c:v>
                </c:pt>
                <c:pt idx="4393">
                  <c:v>#N/A</c:v>
                </c:pt>
                <c:pt idx="4394">
                  <c:v>#N/A</c:v>
                </c:pt>
                <c:pt idx="4395">
                  <c:v>#N/A</c:v>
                </c:pt>
                <c:pt idx="4396">
                  <c:v>4664.4578207633704</c:v>
                </c:pt>
                <c:pt idx="4397">
                  <c:v>4664.4578207633704</c:v>
                </c:pt>
                <c:pt idx="4398">
                  <c:v>4664.4578207633704</c:v>
                </c:pt>
                <c:pt idx="4399">
                  <c:v>4664.4578207633704</c:v>
                </c:pt>
                <c:pt idx="4400">
                  <c:v>4664.4578207633704</c:v>
                </c:pt>
                <c:pt idx="4401">
                  <c:v>4664.4578207633704</c:v>
                </c:pt>
                <c:pt idx="4402">
                  <c:v>4664.4578207633704</c:v>
                </c:pt>
                <c:pt idx="4403">
                  <c:v>4664.4578207633704</c:v>
                </c:pt>
                <c:pt idx="4404">
                  <c:v>4664.4578207633704</c:v>
                </c:pt>
                <c:pt idx="4405">
                  <c:v>4664.4578207633704</c:v>
                </c:pt>
                <c:pt idx="4406">
                  <c:v>4664.4578207633704</c:v>
                </c:pt>
                <c:pt idx="4407">
                  <c:v>4664.4578207633704</c:v>
                </c:pt>
                <c:pt idx="4408">
                  <c:v>4664.4578207633704</c:v>
                </c:pt>
                <c:pt idx="4409">
                  <c:v>4664.4578207633704</c:v>
                </c:pt>
                <c:pt idx="4410">
                  <c:v>4664.4578207633704</c:v>
                </c:pt>
                <c:pt idx="4411">
                  <c:v>4664.4578207633704</c:v>
                </c:pt>
                <c:pt idx="4412">
                  <c:v>4664.4578207633704</c:v>
                </c:pt>
                <c:pt idx="4413">
                  <c:v>4664.4578207633704</c:v>
                </c:pt>
                <c:pt idx="4414">
                  <c:v>4664.4578207633704</c:v>
                </c:pt>
                <c:pt idx="4415">
                  <c:v>4664.4578207633704</c:v>
                </c:pt>
                <c:pt idx="4416">
                  <c:v>4664.4578207633704</c:v>
                </c:pt>
                <c:pt idx="4417">
                  <c:v>#N/A</c:v>
                </c:pt>
                <c:pt idx="4418">
                  <c:v>#N/A</c:v>
                </c:pt>
                <c:pt idx="4419">
                  <c:v>#N/A</c:v>
                </c:pt>
                <c:pt idx="4420">
                  <c:v>#N/A</c:v>
                </c:pt>
                <c:pt idx="4421">
                  <c:v>#N/A</c:v>
                </c:pt>
                <c:pt idx="4422">
                  <c:v>#N/A</c:v>
                </c:pt>
                <c:pt idx="4423">
                  <c:v>#N/A</c:v>
                </c:pt>
                <c:pt idx="4424">
                  <c:v>#N/A</c:v>
                </c:pt>
                <c:pt idx="4425">
                  <c:v>#N/A</c:v>
                </c:pt>
                <c:pt idx="4426">
                  <c:v>#N/A</c:v>
                </c:pt>
                <c:pt idx="4427">
                  <c:v>#N/A</c:v>
                </c:pt>
                <c:pt idx="4428">
                  <c:v>#N/A</c:v>
                </c:pt>
                <c:pt idx="4429">
                  <c:v>#N/A</c:v>
                </c:pt>
                <c:pt idx="4430">
                  <c:v>#N/A</c:v>
                </c:pt>
                <c:pt idx="4431">
                  <c:v>#N/A</c:v>
                </c:pt>
                <c:pt idx="4432">
                  <c:v>#N/A</c:v>
                </c:pt>
                <c:pt idx="4433">
                  <c:v>#N/A</c:v>
                </c:pt>
                <c:pt idx="4434">
                  <c:v>#N/A</c:v>
                </c:pt>
                <c:pt idx="4435">
                  <c:v>#N/A</c:v>
                </c:pt>
                <c:pt idx="4436">
                  <c:v>#N/A</c:v>
                </c:pt>
                <c:pt idx="4437">
                  <c:v>#N/A</c:v>
                </c:pt>
                <c:pt idx="4438">
                  <c:v>4852.9015053600206</c:v>
                </c:pt>
                <c:pt idx="4439">
                  <c:v>4852.9015053600206</c:v>
                </c:pt>
                <c:pt idx="4440">
                  <c:v>4852.9015053600206</c:v>
                </c:pt>
                <c:pt idx="4441">
                  <c:v>4852.9015053600206</c:v>
                </c:pt>
                <c:pt idx="4442">
                  <c:v>4852.9015053600206</c:v>
                </c:pt>
                <c:pt idx="4443">
                  <c:v>4852.9015053600206</c:v>
                </c:pt>
                <c:pt idx="4444">
                  <c:v>4852.9015053600206</c:v>
                </c:pt>
                <c:pt idx="4445">
                  <c:v>4852.9015053600206</c:v>
                </c:pt>
                <c:pt idx="4446">
                  <c:v>#N/A</c:v>
                </c:pt>
                <c:pt idx="4447">
                  <c:v>#N/A</c:v>
                </c:pt>
                <c:pt idx="4448">
                  <c:v>#N/A</c:v>
                </c:pt>
                <c:pt idx="4449">
                  <c:v>#N/A</c:v>
                </c:pt>
                <c:pt idx="4450">
                  <c:v>#N/A</c:v>
                </c:pt>
                <c:pt idx="4451">
                  <c:v>#N/A</c:v>
                </c:pt>
                <c:pt idx="4452">
                  <c:v>#N/A</c:v>
                </c:pt>
                <c:pt idx="4453">
                  <c:v>#N/A</c:v>
                </c:pt>
                <c:pt idx="4454">
                  <c:v>#N/A</c:v>
                </c:pt>
                <c:pt idx="4455">
                  <c:v>#N/A</c:v>
                </c:pt>
                <c:pt idx="4456">
                  <c:v>#N/A</c:v>
                </c:pt>
                <c:pt idx="4457">
                  <c:v>#N/A</c:v>
                </c:pt>
                <c:pt idx="4458">
                  <c:v>#N/A</c:v>
                </c:pt>
                <c:pt idx="4459">
                  <c:v>#N/A</c:v>
                </c:pt>
                <c:pt idx="4460">
                  <c:v>#N/A</c:v>
                </c:pt>
                <c:pt idx="4461">
                  <c:v>#N/A</c:v>
                </c:pt>
                <c:pt idx="4462">
                  <c:v>#N/A</c:v>
                </c:pt>
                <c:pt idx="4463">
                  <c:v>#N/A</c:v>
                </c:pt>
                <c:pt idx="4464">
                  <c:v>#N/A</c:v>
                </c:pt>
                <c:pt idx="4465">
                  <c:v>#N/A</c:v>
                </c:pt>
                <c:pt idx="4466">
                  <c:v>#N/A</c:v>
                </c:pt>
                <c:pt idx="4467">
                  <c:v>#N/A</c:v>
                </c:pt>
                <c:pt idx="4468">
                  <c:v>#N/A</c:v>
                </c:pt>
                <c:pt idx="4469">
                  <c:v>#N/A</c:v>
                </c:pt>
                <c:pt idx="4470">
                  <c:v>#N/A</c:v>
                </c:pt>
                <c:pt idx="4471">
                  <c:v>#N/A</c:v>
                </c:pt>
                <c:pt idx="4472">
                  <c:v>#N/A</c:v>
                </c:pt>
                <c:pt idx="4473">
                  <c:v>#N/A</c:v>
                </c:pt>
                <c:pt idx="4474">
                  <c:v>#N/A</c:v>
                </c:pt>
                <c:pt idx="4475">
                  <c:v>#N/A</c:v>
                </c:pt>
                <c:pt idx="4476">
                  <c:v>#N/A</c:v>
                </c:pt>
                <c:pt idx="4477">
                  <c:v>#N/A</c:v>
                </c:pt>
                <c:pt idx="4478">
                  <c:v>#N/A</c:v>
                </c:pt>
                <c:pt idx="4479">
                  <c:v>#N/A</c:v>
                </c:pt>
                <c:pt idx="4480">
                  <c:v>#N/A</c:v>
                </c:pt>
                <c:pt idx="4481">
                  <c:v>#N/A</c:v>
                </c:pt>
                <c:pt idx="4482">
                  <c:v>#N/A</c:v>
                </c:pt>
                <c:pt idx="4483">
                  <c:v>#N/A</c:v>
                </c:pt>
                <c:pt idx="4484">
                  <c:v>#N/A</c:v>
                </c:pt>
                <c:pt idx="4485">
                  <c:v>#N/A</c:v>
                </c:pt>
                <c:pt idx="4486">
                  <c:v>#N/A</c:v>
                </c:pt>
                <c:pt idx="4487">
                  <c:v>#N/A</c:v>
                </c:pt>
                <c:pt idx="4488">
                  <c:v>#N/A</c:v>
                </c:pt>
                <c:pt idx="4489">
                  <c:v>#N/A</c:v>
                </c:pt>
                <c:pt idx="4490">
                  <c:v>#N/A</c:v>
                </c:pt>
                <c:pt idx="4491">
                  <c:v>#N/A</c:v>
                </c:pt>
                <c:pt idx="4492">
                  <c:v>#N/A</c:v>
                </c:pt>
                <c:pt idx="4493">
                  <c:v>#N/A</c:v>
                </c:pt>
                <c:pt idx="4494">
                  <c:v>#N/A</c:v>
                </c:pt>
                <c:pt idx="4495">
                  <c:v>#N/A</c:v>
                </c:pt>
                <c:pt idx="4496">
                  <c:v>#N/A</c:v>
                </c:pt>
                <c:pt idx="4497">
                  <c:v>#N/A</c:v>
                </c:pt>
                <c:pt idx="4498">
                  <c:v>#N/A</c:v>
                </c:pt>
                <c:pt idx="4499">
                  <c:v>#N/A</c:v>
                </c:pt>
                <c:pt idx="4500">
                  <c:v>#N/A</c:v>
                </c:pt>
                <c:pt idx="4501">
                  <c:v>#N/A</c:v>
                </c:pt>
                <c:pt idx="4502">
                  <c:v>#N/A</c:v>
                </c:pt>
                <c:pt idx="4503">
                  <c:v>#N/A</c:v>
                </c:pt>
                <c:pt idx="4504">
                  <c:v>#N/A</c:v>
                </c:pt>
                <c:pt idx="4505">
                  <c:v>#N/A</c:v>
                </c:pt>
                <c:pt idx="4506">
                  <c:v>#N/A</c:v>
                </c:pt>
                <c:pt idx="4507">
                  <c:v>#N/A</c:v>
                </c:pt>
                <c:pt idx="4508">
                  <c:v>#N/A</c:v>
                </c:pt>
                <c:pt idx="4509">
                  <c:v>#N/A</c:v>
                </c:pt>
                <c:pt idx="4510">
                  <c:v>#N/A</c:v>
                </c:pt>
                <c:pt idx="4511">
                  <c:v>#N/A</c:v>
                </c:pt>
                <c:pt idx="4512">
                  <c:v>#N/A</c:v>
                </c:pt>
                <c:pt idx="4513">
                  <c:v>#N/A</c:v>
                </c:pt>
                <c:pt idx="4514">
                  <c:v>#N/A</c:v>
                </c:pt>
                <c:pt idx="4515">
                  <c:v>#N/A</c:v>
                </c:pt>
                <c:pt idx="4516">
                  <c:v>#N/A</c:v>
                </c:pt>
                <c:pt idx="4517">
                  <c:v>#N/A</c:v>
                </c:pt>
                <c:pt idx="4518">
                  <c:v>#N/A</c:v>
                </c:pt>
                <c:pt idx="4519">
                  <c:v>#N/A</c:v>
                </c:pt>
                <c:pt idx="4520">
                  <c:v>#N/A</c:v>
                </c:pt>
                <c:pt idx="4521">
                  <c:v>#N/A</c:v>
                </c:pt>
                <c:pt idx="4522">
                  <c:v>#N/A</c:v>
                </c:pt>
                <c:pt idx="4523">
                  <c:v>#N/A</c:v>
                </c:pt>
                <c:pt idx="4524">
                  <c:v>#N/A</c:v>
                </c:pt>
                <c:pt idx="4525">
                  <c:v>#N/A</c:v>
                </c:pt>
                <c:pt idx="4526">
                  <c:v>#N/A</c:v>
                </c:pt>
                <c:pt idx="4527">
                  <c:v>#N/A</c:v>
                </c:pt>
                <c:pt idx="4528">
                  <c:v>#N/A</c:v>
                </c:pt>
                <c:pt idx="4529">
                  <c:v>#N/A</c:v>
                </c:pt>
                <c:pt idx="4530">
                  <c:v>#N/A</c:v>
                </c:pt>
                <c:pt idx="4531">
                  <c:v>#N/A</c:v>
                </c:pt>
                <c:pt idx="4532">
                  <c:v>#N/A</c:v>
                </c:pt>
                <c:pt idx="4533">
                  <c:v>#N/A</c:v>
                </c:pt>
                <c:pt idx="4534">
                  <c:v>#N/A</c:v>
                </c:pt>
                <c:pt idx="4535">
                  <c:v>#N/A</c:v>
                </c:pt>
                <c:pt idx="4536">
                  <c:v>#N/A</c:v>
                </c:pt>
                <c:pt idx="4537">
                  <c:v>#N/A</c:v>
                </c:pt>
                <c:pt idx="4538">
                  <c:v>#N/A</c:v>
                </c:pt>
                <c:pt idx="4539">
                  <c:v>#N/A</c:v>
                </c:pt>
                <c:pt idx="4540">
                  <c:v>#N/A</c:v>
                </c:pt>
                <c:pt idx="4541">
                  <c:v>#N/A</c:v>
                </c:pt>
                <c:pt idx="4542">
                  <c:v>#N/A</c:v>
                </c:pt>
                <c:pt idx="4543">
                  <c:v>#N/A</c:v>
                </c:pt>
                <c:pt idx="4544">
                  <c:v>#N/A</c:v>
                </c:pt>
                <c:pt idx="4545">
                  <c:v>#N/A</c:v>
                </c:pt>
                <c:pt idx="4546">
                  <c:v>#N/A</c:v>
                </c:pt>
                <c:pt idx="4547">
                  <c:v>#N/A</c:v>
                </c:pt>
                <c:pt idx="4548">
                  <c:v>#N/A</c:v>
                </c:pt>
                <c:pt idx="4549">
                  <c:v>#N/A</c:v>
                </c:pt>
                <c:pt idx="4550">
                  <c:v>#N/A</c:v>
                </c:pt>
                <c:pt idx="4551">
                  <c:v>#N/A</c:v>
                </c:pt>
                <c:pt idx="4552">
                  <c:v>#N/A</c:v>
                </c:pt>
                <c:pt idx="4553">
                  <c:v>#N/A</c:v>
                </c:pt>
                <c:pt idx="4554">
                  <c:v>#N/A</c:v>
                </c:pt>
                <c:pt idx="4555">
                  <c:v>#N/A</c:v>
                </c:pt>
                <c:pt idx="4556">
                  <c:v>#N/A</c:v>
                </c:pt>
                <c:pt idx="4557">
                  <c:v>#N/A</c:v>
                </c:pt>
                <c:pt idx="4558">
                  <c:v>#N/A</c:v>
                </c:pt>
                <c:pt idx="4559">
                  <c:v>#N/A</c:v>
                </c:pt>
                <c:pt idx="4560">
                  <c:v>#N/A</c:v>
                </c:pt>
                <c:pt idx="4561">
                  <c:v>#N/A</c:v>
                </c:pt>
                <c:pt idx="4562">
                  <c:v>5001.786390312006</c:v>
                </c:pt>
                <c:pt idx="4563">
                  <c:v>5001.786390312006</c:v>
                </c:pt>
                <c:pt idx="4564">
                  <c:v>5001.786390312006</c:v>
                </c:pt>
                <c:pt idx="4565">
                  <c:v>5001.786390312006</c:v>
                </c:pt>
                <c:pt idx="4566">
                  <c:v>5001.786390312006</c:v>
                </c:pt>
                <c:pt idx="4567">
                  <c:v>5001.786390312006</c:v>
                </c:pt>
                <c:pt idx="4568">
                  <c:v>5001.786390312006</c:v>
                </c:pt>
                <c:pt idx="4569">
                  <c:v>5001.786390312006</c:v>
                </c:pt>
                <c:pt idx="4570">
                  <c:v>5001.786390312006</c:v>
                </c:pt>
                <c:pt idx="4571">
                  <c:v>5001.786390312006</c:v>
                </c:pt>
                <c:pt idx="4572">
                  <c:v>5001.786390312006</c:v>
                </c:pt>
                <c:pt idx="4573">
                  <c:v>#N/A</c:v>
                </c:pt>
                <c:pt idx="4574">
                  <c:v>#N/A</c:v>
                </c:pt>
                <c:pt idx="4575">
                  <c:v>#N/A</c:v>
                </c:pt>
                <c:pt idx="4576">
                  <c:v>#N/A</c:v>
                </c:pt>
                <c:pt idx="4577">
                  <c:v>#N/A</c:v>
                </c:pt>
                <c:pt idx="4578">
                  <c:v>#N/A</c:v>
                </c:pt>
                <c:pt idx="4579">
                  <c:v>#N/A</c:v>
                </c:pt>
                <c:pt idx="4580">
                  <c:v>#N/A</c:v>
                </c:pt>
                <c:pt idx="4581">
                  <c:v>#N/A</c:v>
                </c:pt>
                <c:pt idx="4582">
                  <c:v>#N/A</c:v>
                </c:pt>
                <c:pt idx="4583">
                  <c:v>#N/A</c:v>
                </c:pt>
                <c:pt idx="4584">
                  <c:v>#N/A</c:v>
                </c:pt>
                <c:pt idx="4585">
                  <c:v>#N/A</c:v>
                </c:pt>
                <c:pt idx="4586">
                  <c:v>#N/A</c:v>
                </c:pt>
                <c:pt idx="4587">
                  <c:v>#N/A</c:v>
                </c:pt>
                <c:pt idx="4588">
                  <c:v>#N/A</c:v>
                </c:pt>
                <c:pt idx="4589">
                  <c:v>#N/A</c:v>
                </c:pt>
                <c:pt idx="4590">
                  <c:v>#N/A</c:v>
                </c:pt>
                <c:pt idx="4591">
                  <c:v>#N/A</c:v>
                </c:pt>
                <c:pt idx="4592">
                  <c:v>#N/A</c:v>
                </c:pt>
                <c:pt idx="4593">
                  <c:v>#N/A</c:v>
                </c:pt>
                <c:pt idx="4594">
                  <c:v>#N/A</c:v>
                </c:pt>
                <c:pt idx="4595">
                  <c:v>#N/A</c:v>
                </c:pt>
                <c:pt idx="4596">
                  <c:v>#N/A</c:v>
                </c:pt>
                <c:pt idx="4597">
                  <c:v>#N/A</c:v>
                </c:pt>
                <c:pt idx="4598">
                  <c:v>#N/A</c:v>
                </c:pt>
                <c:pt idx="4599">
                  <c:v>#N/A</c:v>
                </c:pt>
                <c:pt idx="4600">
                  <c:v>#N/A</c:v>
                </c:pt>
                <c:pt idx="4601">
                  <c:v>#N/A</c:v>
                </c:pt>
                <c:pt idx="4602">
                  <c:v>#N/A</c:v>
                </c:pt>
                <c:pt idx="4603">
                  <c:v>#N/A</c:v>
                </c:pt>
                <c:pt idx="4604">
                  <c:v>#N/A</c:v>
                </c:pt>
                <c:pt idx="4605">
                  <c:v>#N/A</c:v>
                </c:pt>
                <c:pt idx="4606">
                  <c:v>#N/A</c:v>
                </c:pt>
                <c:pt idx="4607">
                  <c:v>#N/A</c:v>
                </c:pt>
                <c:pt idx="4608">
                  <c:v>#N/A</c:v>
                </c:pt>
                <c:pt idx="4609">
                  <c:v>#N/A</c:v>
                </c:pt>
                <c:pt idx="4610">
                  <c:v>#N/A</c:v>
                </c:pt>
                <c:pt idx="4611">
                  <c:v>#N/A</c:v>
                </c:pt>
                <c:pt idx="4612">
                  <c:v>#N/A</c:v>
                </c:pt>
                <c:pt idx="4613">
                  <c:v>#N/A</c:v>
                </c:pt>
                <c:pt idx="4614">
                  <c:v>#N/A</c:v>
                </c:pt>
                <c:pt idx="4615">
                  <c:v>#N/A</c:v>
                </c:pt>
                <c:pt idx="4616">
                  <c:v>#N/A</c:v>
                </c:pt>
                <c:pt idx="4617">
                  <c:v>#N/A</c:v>
                </c:pt>
                <c:pt idx="4618">
                  <c:v>#N/A</c:v>
                </c:pt>
                <c:pt idx="4619">
                  <c:v>#N/A</c:v>
                </c:pt>
                <c:pt idx="4620">
                  <c:v>#N/A</c:v>
                </c:pt>
                <c:pt idx="4621">
                  <c:v>#N/A</c:v>
                </c:pt>
                <c:pt idx="4622">
                  <c:v>#N/A</c:v>
                </c:pt>
                <c:pt idx="4623">
                  <c:v>#N/A</c:v>
                </c:pt>
                <c:pt idx="4624">
                  <c:v>#N/A</c:v>
                </c:pt>
                <c:pt idx="4625">
                  <c:v>#N/A</c:v>
                </c:pt>
                <c:pt idx="4626">
                  <c:v>#N/A</c:v>
                </c:pt>
                <c:pt idx="4627">
                  <c:v>#N/A</c:v>
                </c:pt>
                <c:pt idx="4628">
                  <c:v>#N/A</c:v>
                </c:pt>
                <c:pt idx="4629">
                  <c:v>#N/A</c:v>
                </c:pt>
                <c:pt idx="4630">
                  <c:v>#N/A</c:v>
                </c:pt>
                <c:pt idx="4631">
                  <c:v>#N/A</c:v>
                </c:pt>
                <c:pt idx="4632">
                  <c:v>#N/A</c:v>
                </c:pt>
                <c:pt idx="4633">
                  <c:v>#N/A</c:v>
                </c:pt>
                <c:pt idx="4634">
                  <c:v>#N/A</c:v>
                </c:pt>
                <c:pt idx="4635">
                  <c:v>#N/A</c:v>
                </c:pt>
                <c:pt idx="4636">
                  <c:v>#N/A</c:v>
                </c:pt>
                <c:pt idx="4637">
                  <c:v>#N/A</c:v>
                </c:pt>
                <c:pt idx="4638">
                  <c:v>#N/A</c:v>
                </c:pt>
                <c:pt idx="4639">
                  <c:v>#N/A</c:v>
                </c:pt>
                <c:pt idx="4640">
                  <c:v>#N/A</c:v>
                </c:pt>
                <c:pt idx="4641">
                  <c:v>#N/A</c:v>
                </c:pt>
                <c:pt idx="4642">
                  <c:v>#N/A</c:v>
                </c:pt>
                <c:pt idx="4643">
                  <c:v>#N/A</c:v>
                </c:pt>
                <c:pt idx="4644">
                  <c:v>#N/A</c:v>
                </c:pt>
                <c:pt idx="4645">
                  <c:v>#N/A</c:v>
                </c:pt>
                <c:pt idx="4646">
                  <c:v>#N/A</c:v>
                </c:pt>
                <c:pt idx="4647">
                  <c:v>#N/A</c:v>
                </c:pt>
                <c:pt idx="4648">
                  <c:v>#N/A</c:v>
                </c:pt>
                <c:pt idx="4649">
                  <c:v>#N/A</c:v>
                </c:pt>
                <c:pt idx="4650">
                  <c:v>#N/A</c:v>
                </c:pt>
                <c:pt idx="4651">
                  <c:v>#N/A</c:v>
                </c:pt>
                <c:pt idx="4652">
                  <c:v>#N/A</c:v>
                </c:pt>
                <c:pt idx="4653">
                  <c:v>#N/A</c:v>
                </c:pt>
                <c:pt idx="4654">
                  <c:v>#N/A</c:v>
                </c:pt>
                <c:pt idx="4655">
                  <c:v>5221.5187246808928</c:v>
                </c:pt>
                <c:pt idx="4656">
                  <c:v>5221.5187246808928</c:v>
                </c:pt>
                <c:pt idx="4657">
                  <c:v>5221.5187246808928</c:v>
                </c:pt>
                <c:pt idx="4658">
                  <c:v>5221.5187246808928</c:v>
                </c:pt>
                <c:pt idx="4659">
                  <c:v>5221.5187246808928</c:v>
                </c:pt>
                <c:pt idx="4660">
                  <c:v>5221.5187246808928</c:v>
                </c:pt>
                <c:pt idx="4661">
                  <c:v>5221.5187246808928</c:v>
                </c:pt>
                <c:pt idx="4662">
                  <c:v>5221.5187246808928</c:v>
                </c:pt>
                <c:pt idx="4663">
                  <c:v>5221.5187246808928</c:v>
                </c:pt>
                <c:pt idx="4664">
                  <c:v>#N/A</c:v>
                </c:pt>
                <c:pt idx="4665">
                  <c:v>#N/A</c:v>
                </c:pt>
                <c:pt idx="4666">
                  <c:v>#N/A</c:v>
                </c:pt>
                <c:pt idx="4667">
                  <c:v>#N/A</c:v>
                </c:pt>
                <c:pt idx="4668">
                  <c:v>#N/A</c:v>
                </c:pt>
                <c:pt idx="4669">
                  <c:v>#N/A</c:v>
                </c:pt>
                <c:pt idx="4670">
                  <c:v>#N/A</c:v>
                </c:pt>
                <c:pt idx="4671">
                  <c:v>#N/A</c:v>
                </c:pt>
                <c:pt idx="4672">
                  <c:v>#N/A</c:v>
                </c:pt>
                <c:pt idx="4673">
                  <c:v>#N/A</c:v>
                </c:pt>
                <c:pt idx="4674">
                  <c:v>#N/A</c:v>
                </c:pt>
                <c:pt idx="4675">
                  <c:v>#N/A</c:v>
                </c:pt>
                <c:pt idx="4676">
                  <c:v>#N/A</c:v>
                </c:pt>
                <c:pt idx="4677">
                  <c:v>#N/A</c:v>
                </c:pt>
                <c:pt idx="4678">
                  <c:v>#N/A</c:v>
                </c:pt>
                <c:pt idx="4679">
                  <c:v>#N/A</c:v>
                </c:pt>
                <c:pt idx="4680">
                  <c:v>#N/A</c:v>
                </c:pt>
                <c:pt idx="4681">
                  <c:v>#N/A</c:v>
                </c:pt>
                <c:pt idx="4682">
                  <c:v>#N/A</c:v>
                </c:pt>
                <c:pt idx="4683">
                  <c:v>#N/A</c:v>
                </c:pt>
                <c:pt idx="4684">
                  <c:v>#N/A</c:v>
                </c:pt>
                <c:pt idx="4685">
                  <c:v>#N/A</c:v>
                </c:pt>
                <c:pt idx="4686">
                  <c:v>#N/A</c:v>
                </c:pt>
                <c:pt idx="4687">
                  <c:v>#N/A</c:v>
                </c:pt>
                <c:pt idx="4688">
                  <c:v>#N/A</c:v>
                </c:pt>
                <c:pt idx="4689">
                  <c:v>#N/A</c:v>
                </c:pt>
                <c:pt idx="4690">
                  <c:v>#N/A</c:v>
                </c:pt>
                <c:pt idx="4691">
                  <c:v>#N/A</c:v>
                </c:pt>
                <c:pt idx="4692">
                  <c:v>#N/A</c:v>
                </c:pt>
                <c:pt idx="4693">
                  <c:v>#N/A</c:v>
                </c:pt>
                <c:pt idx="4694">
                  <c:v>#N/A</c:v>
                </c:pt>
                <c:pt idx="4695">
                  <c:v>#N/A</c:v>
                </c:pt>
                <c:pt idx="4696">
                  <c:v>#N/A</c:v>
                </c:pt>
                <c:pt idx="4697">
                  <c:v>#N/A</c:v>
                </c:pt>
                <c:pt idx="4698">
                  <c:v>#N/A</c:v>
                </c:pt>
                <c:pt idx="4699">
                  <c:v>#N/A</c:v>
                </c:pt>
                <c:pt idx="4700">
                  <c:v>#N/A</c:v>
                </c:pt>
                <c:pt idx="4701">
                  <c:v>#N/A</c:v>
                </c:pt>
                <c:pt idx="4702">
                  <c:v>#N/A</c:v>
                </c:pt>
                <c:pt idx="4703">
                  <c:v>#N/A</c:v>
                </c:pt>
                <c:pt idx="4704">
                  <c:v>#N/A</c:v>
                </c:pt>
                <c:pt idx="4705">
                  <c:v>#N/A</c:v>
                </c:pt>
                <c:pt idx="4706">
                  <c:v>#N/A</c:v>
                </c:pt>
                <c:pt idx="4707">
                  <c:v>#N/A</c:v>
                </c:pt>
                <c:pt idx="4708">
                  <c:v>#N/A</c:v>
                </c:pt>
                <c:pt idx="4709">
                  <c:v>#N/A</c:v>
                </c:pt>
                <c:pt idx="4710">
                  <c:v>#N/A</c:v>
                </c:pt>
                <c:pt idx="4711">
                  <c:v>#N/A</c:v>
                </c:pt>
                <c:pt idx="4712">
                  <c:v>#N/A</c:v>
                </c:pt>
                <c:pt idx="4713">
                  <c:v>#N/A</c:v>
                </c:pt>
                <c:pt idx="4714">
                  <c:v>#N/A</c:v>
                </c:pt>
                <c:pt idx="4715">
                  <c:v>#N/A</c:v>
                </c:pt>
                <c:pt idx="4716">
                  <c:v>#N/A</c:v>
                </c:pt>
                <c:pt idx="4717">
                  <c:v>#N/A</c:v>
                </c:pt>
                <c:pt idx="4718">
                  <c:v>#N/A</c:v>
                </c:pt>
                <c:pt idx="4719">
                  <c:v>#N/A</c:v>
                </c:pt>
                <c:pt idx="4720">
                  <c:v>#N/A</c:v>
                </c:pt>
                <c:pt idx="4721">
                  <c:v>#N/A</c:v>
                </c:pt>
                <c:pt idx="4722">
                  <c:v>#N/A</c:v>
                </c:pt>
                <c:pt idx="4723">
                  <c:v>#N/A</c:v>
                </c:pt>
                <c:pt idx="4724">
                  <c:v>#N/A</c:v>
                </c:pt>
                <c:pt idx="4725">
                  <c:v>#N/A</c:v>
                </c:pt>
                <c:pt idx="4726">
                  <c:v>#N/A</c:v>
                </c:pt>
                <c:pt idx="4727">
                  <c:v>#N/A</c:v>
                </c:pt>
                <c:pt idx="4728">
                  <c:v>#N/A</c:v>
                </c:pt>
                <c:pt idx="4729">
                  <c:v>#N/A</c:v>
                </c:pt>
                <c:pt idx="4730">
                  <c:v>#N/A</c:v>
                </c:pt>
                <c:pt idx="4731">
                  <c:v>#N/A</c:v>
                </c:pt>
                <c:pt idx="4732">
                  <c:v>#N/A</c:v>
                </c:pt>
                <c:pt idx="4733">
                  <c:v>#N/A</c:v>
                </c:pt>
                <c:pt idx="4734">
                  <c:v>#N/A</c:v>
                </c:pt>
                <c:pt idx="4735">
                  <c:v>#N/A</c:v>
                </c:pt>
                <c:pt idx="4736">
                  <c:v>#N/A</c:v>
                </c:pt>
                <c:pt idx="4737">
                  <c:v>#N/A</c:v>
                </c:pt>
                <c:pt idx="4738">
                  <c:v>#N/A</c:v>
                </c:pt>
                <c:pt idx="4739">
                  <c:v>#N/A</c:v>
                </c:pt>
                <c:pt idx="4740">
                  <c:v>#N/A</c:v>
                </c:pt>
                <c:pt idx="4741">
                  <c:v>#N/A</c:v>
                </c:pt>
                <c:pt idx="4742">
                  <c:v>#N/A</c:v>
                </c:pt>
                <c:pt idx="4743">
                  <c:v>#N/A</c:v>
                </c:pt>
                <c:pt idx="4744">
                  <c:v>#N/A</c:v>
                </c:pt>
                <c:pt idx="4745">
                  <c:v>#N/A</c:v>
                </c:pt>
                <c:pt idx="4746">
                  <c:v>#N/A</c:v>
                </c:pt>
                <c:pt idx="4747">
                  <c:v>#N/A</c:v>
                </c:pt>
                <c:pt idx="4748">
                  <c:v>5803.0158773722915</c:v>
                </c:pt>
                <c:pt idx="4749">
                  <c:v>#N/A</c:v>
                </c:pt>
                <c:pt idx="4750">
                  <c:v>#N/A</c:v>
                </c:pt>
                <c:pt idx="4751">
                  <c:v>#N/A</c:v>
                </c:pt>
                <c:pt idx="4752">
                  <c:v>#N/A</c:v>
                </c:pt>
                <c:pt idx="4753">
                  <c:v>#N/A</c:v>
                </c:pt>
                <c:pt idx="4754">
                  <c:v>#N/A</c:v>
                </c:pt>
                <c:pt idx="4755">
                  <c:v>#N/A</c:v>
                </c:pt>
                <c:pt idx="4756">
                  <c:v>#N/A</c:v>
                </c:pt>
                <c:pt idx="4757">
                  <c:v>#N/A</c:v>
                </c:pt>
                <c:pt idx="4758">
                  <c:v>#N/A</c:v>
                </c:pt>
                <c:pt idx="4759">
                  <c:v>#N/A</c:v>
                </c:pt>
                <c:pt idx="4760">
                  <c:v>#N/A</c:v>
                </c:pt>
                <c:pt idx="4761">
                  <c:v>#N/A</c:v>
                </c:pt>
                <c:pt idx="4762">
                  <c:v>#N/A</c:v>
                </c:pt>
                <c:pt idx="4763">
                  <c:v>#N/A</c:v>
                </c:pt>
                <c:pt idx="4764">
                  <c:v>#N/A</c:v>
                </c:pt>
                <c:pt idx="4765">
                  <c:v>#N/A</c:v>
                </c:pt>
                <c:pt idx="4766">
                  <c:v>#N/A</c:v>
                </c:pt>
                <c:pt idx="4767">
                  <c:v>#N/A</c:v>
                </c:pt>
                <c:pt idx="4768">
                  <c:v>#N/A</c:v>
                </c:pt>
                <c:pt idx="4769">
                  <c:v>#N/A</c:v>
                </c:pt>
                <c:pt idx="4770">
                  <c:v>6374.0696575132624</c:v>
                </c:pt>
                <c:pt idx="4771">
                  <c:v>6374.0696575132624</c:v>
                </c:pt>
                <c:pt idx="4772">
                  <c:v>6374.0696575132624</c:v>
                </c:pt>
                <c:pt idx="4773">
                  <c:v>6374.0696575132624</c:v>
                </c:pt>
                <c:pt idx="4774">
                  <c:v>6374.0696575132624</c:v>
                </c:pt>
                <c:pt idx="4775">
                  <c:v>6374.0696575132624</c:v>
                </c:pt>
                <c:pt idx="4776">
                  <c:v>#N/A</c:v>
                </c:pt>
                <c:pt idx="4777">
                  <c:v>#N/A</c:v>
                </c:pt>
                <c:pt idx="4778">
                  <c:v>#N/A</c:v>
                </c:pt>
                <c:pt idx="4779">
                  <c:v>#N/A</c:v>
                </c:pt>
                <c:pt idx="4780">
                  <c:v>#N/A</c:v>
                </c:pt>
                <c:pt idx="4781">
                  <c:v>#N/A</c:v>
                </c:pt>
                <c:pt idx="4782">
                  <c:v>#N/A</c:v>
                </c:pt>
                <c:pt idx="4783">
                  <c:v>#N/A</c:v>
                </c:pt>
                <c:pt idx="4784">
                  <c:v>#N/A</c:v>
                </c:pt>
                <c:pt idx="4785">
                  <c:v>#N/A</c:v>
                </c:pt>
                <c:pt idx="4786">
                  <c:v>#N/A</c:v>
                </c:pt>
                <c:pt idx="4787">
                  <c:v>6817.6424766604505</c:v>
                </c:pt>
                <c:pt idx="4788">
                  <c:v>6817.6424766604505</c:v>
                </c:pt>
                <c:pt idx="4789">
                  <c:v>6817.6424766604505</c:v>
                </c:pt>
                <c:pt idx="4790">
                  <c:v>6817.6424766604505</c:v>
                </c:pt>
                <c:pt idx="4791">
                  <c:v>6817.6424766604505</c:v>
                </c:pt>
                <c:pt idx="4792">
                  <c:v>6817.6424766604505</c:v>
                </c:pt>
                <c:pt idx="4793">
                  <c:v>6817.6424766604505</c:v>
                </c:pt>
                <c:pt idx="4794">
                  <c:v>6817.6424766604505</c:v>
                </c:pt>
                <c:pt idx="4795">
                  <c:v>6817.6424766604505</c:v>
                </c:pt>
                <c:pt idx="4796">
                  <c:v>6817.6424766604505</c:v>
                </c:pt>
                <c:pt idx="4797">
                  <c:v>6817.6424766604505</c:v>
                </c:pt>
                <c:pt idx="4798">
                  <c:v>6817.6424766604505</c:v>
                </c:pt>
                <c:pt idx="4799">
                  <c:v>6817.6424766604505</c:v>
                </c:pt>
                <c:pt idx="4800">
                  <c:v>6817.6424766604505</c:v>
                </c:pt>
                <c:pt idx="4801">
                  <c:v>6817.6424766604505</c:v>
                </c:pt>
                <c:pt idx="4802">
                  <c:v>6817.6424766604505</c:v>
                </c:pt>
                <c:pt idx="4803">
                  <c:v>6817.6424766604505</c:v>
                </c:pt>
                <c:pt idx="4804">
                  <c:v>6817.6424766604505</c:v>
                </c:pt>
                <c:pt idx="4805">
                  <c:v>6817.6424766604505</c:v>
                </c:pt>
                <c:pt idx="4806">
                  <c:v>6817.6424766604505</c:v>
                </c:pt>
                <c:pt idx="4807">
                  <c:v>6817.6424766604505</c:v>
                </c:pt>
                <c:pt idx="4808">
                  <c:v>6817.6424766604505</c:v>
                </c:pt>
                <c:pt idx="4809">
                  <c:v>6897.6671269021654</c:v>
                </c:pt>
                <c:pt idx="4810">
                  <c:v>6897.6671269021654</c:v>
                </c:pt>
                <c:pt idx="4811">
                  <c:v>6897.6671269021654</c:v>
                </c:pt>
                <c:pt idx="4812">
                  <c:v>6897.6671269021654</c:v>
                </c:pt>
                <c:pt idx="4813">
                  <c:v>6897.6671269021654</c:v>
                </c:pt>
                <c:pt idx="4814">
                  <c:v>6897.6671269021654</c:v>
                </c:pt>
                <c:pt idx="4815">
                  <c:v>#N/A</c:v>
                </c:pt>
                <c:pt idx="4816">
                  <c:v>#N/A</c:v>
                </c:pt>
                <c:pt idx="4817">
                  <c:v>#N/A</c:v>
                </c:pt>
                <c:pt idx="4818">
                  <c:v>#N/A</c:v>
                </c:pt>
                <c:pt idx="4819">
                  <c:v>#N/A</c:v>
                </c:pt>
                <c:pt idx="4820">
                  <c:v>#N/A</c:v>
                </c:pt>
                <c:pt idx="4821">
                  <c:v>#N/A</c:v>
                </c:pt>
                <c:pt idx="4822">
                  <c:v>#N/A</c:v>
                </c:pt>
                <c:pt idx="4823">
                  <c:v>#N/A</c:v>
                </c:pt>
                <c:pt idx="4824">
                  <c:v>#N/A</c:v>
                </c:pt>
                <c:pt idx="4825">
                  <c:v>#N/A</c:v>
                </c:pt>
                <c:pt idx="4826">
                  <c:v>#N/A</c:v>
                </c:pt>
                <c:pt idx="4827">
                  <c:v>#N/A</c:v>
                </c:pt>
                <c:pt idx="4828">
                  <c:v>#N/A</c:v>
                </c:pt>
                <c:pt idx="4829">
                  <c:v>#N/A</c:v>
                </c:pt>
                <c:pt idx="4830">
                  <c:v>#N/A</c:v>
                </c:pt>
                <c:pt idx="4831">
                  <c:v>#N/A</c:v>
                </c:pt>
                <c:pt idx="4832">
                  <c:v>#N/A</c:v>
                </c:pt>
                <c:pt idx="4833">
                  <c:v>#N/A</c:v>
                </c:pt>
                <c:pt idx="4834">
                  <c:v>#N/A</c:v>
                </c:pt>
                <c:pt idx="4835">
                  <c:v>#N/A</c:v>
                </c:pt>
                <c:pt idx="4836">
                  <c:v>#N/A</c:v>
                </c:pt>
                <c:pt idx="4837">
                  <c:v>#N/A</c:v>
                </c:pt>
                <c:pt idx="4838">
                  <c:v>#N/A</c:v>
                </c:pt>
                <c:pt idx="4839">
                  <c:v>#N/A</c:v>
                </c:pt>
                <c:pt idx="4840">
                  <c:v>#N/A</c:v>
                </c:pt>
                <c:pt idx="4841">
                  <c:v>#N/A</c:v>
                </c:pt>
                <c:pt idx="4842">
                  <c:v>#N/A</c:v>
                </c:pt>
                <c:pt idx="4843">
                  <c:v>#N/A</c:v>
                </c:pt>
                <c:pt idx="4844">
                  <c:v>#N/A</c:v>
                </c:pt>
                <c:pt idx="4845">
                  <c:v>#N/A</c:v>
                </c:pt>
                <c:pt idx="4846">
                  <c:v>#N/A</c:v>
                </c:pt>
                <c:pt idx="4847">
                  <c:v>#N/A</c:v>
                </c:pt>
                <c:pt idx="4848">
                  <c:v>#N/A</c:v>
                </c:pt>
                <c:pt idx="4849">
                  <c:v>#N/A</c:v>
                </c:pt>
                <c:pt idx="4850">
                  <c:v>#N/A</c:v>
                </c:pt>
                <c:pt idx="4851">
                  <c:v>#N/A</c:v>
                </c:pt>
                <c:pt idx="4852">
                  <c:v>#N/A</c:v>
                </c:pt>
                <c:pt idx="4853">
                  <c:v>#N/A</c:v>
                </c:pt>
                <c:pt idx="4854">
                  <c:v>#N/A</c:v>
                </c:pt>
                <c:pt idx="4855">
                  <c:v>#N/A</c:v>
                </c:pt>
                <c:pt idx="4856">
                  <c:v>#N/A</c:v>
                </c:pt>
                <c:pt idx="4857">
                  <c:v>#N/A</c:v>
                </c:pt>
                <c:pt idx="4858">
                  <c:v>#N/A</c:v>
                </c:pt>
                <c:pt idx="4859">
                  <c:v>#N/A</c:v>
                </c:pt>
                <c:pt idx="4860">
                  <c:v>#N/A</c:v>
                </c:pt>
                <c:pt idx="4861">
                  <c:v>#N/A</c:v>
                </c:pt>
                <c:pt idx="4862">
                  <c:v>#N/A</c:v>
                </c:pt>
                <c:pt idx="4863">
                  <c:v>#N/A</c:v>
                </c:pt>
                <c:pt idx="4864">
                  <c:v>#N/A</c:v>
                </c:pt>
                <c:pt idx="4865">
                  <c:v>#N/A</c:v>
                </c:pt>
                <c:pt idx="4866">
                  <c:v>#N/A</c:v>
                </c:pt>
                <c:pt idx="4867">
                  <c:v>#N/A</c:v>
                </c:pt>
                <c:pt idx="4868">
                  <c:v>#N/A</c:v>
                </c:pt>
                <c:pt idx="4869">
                  <c:v>#N/A</c:v>
                </c:pt>
                <c:pt idx="4870">
                  <c:v>#N/A</c:v>
                </c:pt>
                <c:pt idx="4871">
                  <c:v>#N/A</c:v>
                </c:pt>
                <c:pt idx="4872">
                  <c:v>#N/A</c:v>
                </c:pt>
                <c:pt idx="4873">
                  <c:v>#N/A</c:v>
                </c:pt>
                <c:pt idx="4874">
                  <c:v>#N/A</c:v>
                </c:pt>
                <c:pt idx="4875">
                  <c:v>#N/A</c:v>
                </c:pt>
                <c:pt idx="4876">
                  <c:v>#N/A</c:v>
                </c:pt>
                <c:pt idx="4877">
                  <c:v>#N/A</c:v>
                </c:pt>
                <c:pt idx="4878">
                  <c:v>#N/A</c:v>
                </c:pt>
                <c:pt idx="4879">
                  <c:v>#N/A</c:v>
                </c:pt>
                <c:pt idx="4880">
                  <c:v>#N/A</c:v>
                </c:pt>
                <c:pt idx="4881">
                  <c:v>#N/A</c:v>
                </c:pt>
                <c:pt idx="4882">
                  <c:v>#N/A</c:v>
                </c:pt>
                <c:pt idx="4883">
                  <c:v>#N/A</c:v>
                </c:pt>
                <c:pt idx="4884">
                  <c:v>#N/A</c:v>
                </c:pt>
                <c:pt idx="4885">
                  <c:v>#N/A</c:v>
                </c:pt>
                <c:pt idx="4886">
                  <c:v>#N/A</c:v>
                </c:pt>
                <c:pt idx="4887">
                  <c:v>#N/A</c:v>
                </c:pt>
                <c:pt idx="4888">
                  <c:v>#N/A</c:v>
                </c:pt>
                <c:pt idx="4889">
                  <c:v>#N/A</c:v>
                </c:pt>
                <c:pt idx="4890">
                  <c:v>#N/A</c:v>
                </c:pt>
                <c:pt idx="4891">
                  <c:v>#N/A</c:v>
                </c:pt>
                <c:pt idx="4892">
                  <c:v>#N/A</c:v>
                </c:pt>
                <c:pt idx="4893">
                  <c:v>#N/A</c:v>
                </c:pt>
                <c:pt idx="4894">
                  <c:v>#N/A</c:v>
                </c:pt>
                <c:pt idx="4895">
                  <c:v>#N/A</c:v>
                </c:pt>
                <c:pt idx="4896">
                  <c:v>#N/A</c:v>
                </c:pt>
                <c:pt idx="4897">
                  <c:v>#N/A</c:v>
                </c:pt>
                <c:pt idx="4898">
                  <c:v>#N/A</c:v>
                </c:pt>
                <c:pt idx="4899">
                  <c:v>#N/A</c:v>
                </c:pt>
                <c:pt idx="4900">
                  <c:v>#N/A</c:v>
                </c:pt>
                <c:pt idx="4901">
                  <c:v>#N/A</c:v>
                </c:pt>
                <c:pt idx="4902">
                  <c:v>#N/A</c:v>
                </c:pt>
                <c:pt idx="4903">
                  <c:v>#N/A</c:v>
                </c:pt>
                <c:pt idx="4904">
                  <c:v>#N/A</c:v>
                </c:pt>
                <c:pt idx="4905">
                  <c:v>#N/A</c:v>
                </c:pt>
                <c:pt idx="4906">
                  <c:v>#N/A</c:v>
                </c:pt>
                <c:pt idx="4907">
                  <c:v>#N/A</c:v>
                </c:pt>
                <c:pt idx="4908">
                  <c:v>#N/A</c:v>
                </c:pt>
                <c:pt idx="4909">
                  <c:v>#N/A</c:v>
                </c:pt>
                <c:pt idx="4910">
                  <c:v>#N/A</c:v>
                </c:pt>
                <c:pt idx="4911">
                  <c:v>#N/A</c:v>
                </c:pt>
                <c:pt idx="4912">
                  <c:v>#N/A</c:v>
                </c:pt>
                <c:pt idx="4913">
                  <c:v>#N/A</c:v>
                </c:pt>
                <c:pt idx="4914">
                  <c:v>#N/A</c:v>
                </c:pt>
                <c:pt idx="4915">
                  <c:v>#N/A</c:v>
                </c:pt>
                <c:pt idx="4916">
                  <c:v>#N/A</c:v>
                </c:pt>
                <c:pt idx="4917">
                  <c:v>#N/A</c:v>
                </c:pt>
                <c:pt idx="4918">
                  <c:v>#N/A</c:v>
                </c:pt>
                <c:pt idx="4919">
                  <c:v>#N/A</c:v>
                </c:pt>
                <c:pt idx="4920">
                  <c:v>#N/A</c:v>
                </c:pt>
                <c:pt idx="4921">
                  <c:v>#N/A</c:v>
                </c:pt>
                <c:pt idx="4922">
                  <c:v>#N/A</c:v>
                </c:pt>
                <c:pt idx="4923">
                  <c:v>#N/A</c:v>
                </c:pt>
                <c:pt idx="4924">
                  <c:v>#N/A</c:v>
                </c:pt>
                <c:pt idx="4925">
                  <c:v>#N/A</c:v>
                </c:pt>
                <c:pt idx="4926">
                  <c:v>#N/A</c:v>
                </c:pt>
                <c:pt idx="4927">
                  <c:v>#N/A</c:v>
                </c:pt>
                <c:pt idx="4928">
                  <c:v>#N/A</c:v>
                </c:pt>
                <c:pt idx="4929">
                  <c:v>#N/A</c:v>
                </c:pt>
                <c:pt idx="4930">
                  <c:v>#N/A</c:v>
                </c:pt>
                <c:pt idx="4931">
                  <c:v>#N/A</c:v>
                </c:pt>
                <c:pt idx="4932">
                  <c:v>#N/A</c:v>
                </c:pt>
                <c:pt idx="4933">
                  <c:v>#N/A</c:v>
                </c:pt>
                <c:pt idx="4934">
                  <c:v>#N/A</c:v>
                </c:pt>
                <c:pt idx="4935">
                  <c:v>#N/A</c:v>
                </c:pt>
                <c:pt idx="4936">
                  <c:v>#N/A</c:v>
                </c:pt>
                <c:pt idx="4937">
                  <c:v>#N/A</c:v>
                </c:pt>
                <c:pt idx="4938">
                  <c:v>#N/A</c:v>
                </c:pt>
                <c:pt idx="4939">
                  <c:v>#N/A</c:v>
                </c:pt>
                <c:pt idx="4940">
                  <c:v>#N/A</c:v>
                </c:pt>
                <c:pt idx="4941">
                  <c:v>#N/A</c:v>
                </c:pt>
                <c:pt idx="4942">
                  <c:v>#N/A</c:v>
                </c:pt>
                <c:pt idx="4943">
                  <c:v>#N/A</c:v>
                </c:pt>
                <c:pt idx="4944">
                  <c:v>#N/A</c:v>
                </c:pt>
                <c:pt idx="4945">
                  <c:v>#N/A</c:v>
                </c:pt>
                <c:pt idx="4946">
                  <c:v>#N/A</c:v>
                </c:pt>
                <c:pt idx="4947">
                  <c:v>#N/A</c:v>
                </c:pt>
                <c:pt idx="4948">
                  <c:v>#N/A</c:v>
                </c:pt>
                <c:pt idx="4949">
                  <c:v>#N/A</c:v>
                </c:pt>
                <c:pt idx="4950">
                  <c:v>#N/A</c:v>
                </c:pt>
                <c:pt idx="4951">
                  <c:v>#N/A</c:v>
                </c:pt>
                <c:pt idx="4952">
                  <c:v>#N/A</c:v>
                </c:pt>
                <c:pt idx="4953">
                  <c:v>#N/A</c:v>
                </c:pt>
                <c:pt idx="4954">
                  <c:v>#N/A</c:v>
                </c:pt>
                <c:pt idx="4955">
                  <c:v>#N/A</c:v>
                </c:pt>
                <c:pt idx="4956">
                  <c:v>#N/A</c:v>
                </c:pt>
                <c:pt idx="4957">
                  <c:v>#N/A</c:v>
                </c:pt>
                <c:pt idx="4958">
                  <c:v>#N/A</c:v>
                </c:pt>
                <c:pt idx="4959">
                  <c:v>#N/A</c:v>
                </c:pt>
                <c:pt idx="4960">
                  <c:v>#N/A</c:v>
                </c:pt>
                <c:pt idx="4961">
                  <c:v>#N/A</c:v>
                </c:pt>
                <c:pt idx="4962">
                  <c:v>#N/A</c:v>
                </c:pt>
                <c:pt idx="4963">
                  <c:v>#N/A</c:v>
                </c:pt>
                <c:pt idx="4964">
                  <c:v>#N/A</c:v>
                </c:pt>
                <c:pt idx="4965">
                  <c:v>#N/A</c:v>
                </c:pt>
                <c:pt idx="4966">
                  <c:v>#N/A</c:v>
                </c:pt>
                <c:pt idx="4967">
                  <c:v>#N/A</c:v>
                </c:pt>
                <c:pt idx="4968">
                  <c:v>#N/A</c:v>
                </c:pt>
                <c:pt idx="4969">
                  <c:v>#N/A</c:v>
                </c:pt>
                <c:pt idx="4970">
                  <c:v>#N/A</c:v>
                </c:pt>
                <c:pt idx="4971">
                  <c:v>#N/A</c:v>
                </c:pt>
                <c:pt idx="4972">
                  <c:v>#N/A</c:v>
                </c:pt>
                <c:pt idx="4973">
                  <c:v>#N/A</c:v>
                </c:pt>
                <c:pt idx="4974">
                  <c:v>#N/A</c:v>
                </c:pt>
                <c:pt idx="4975">
                  <c:v>#N/A</c:v>
                </c:pt>
                <c:pt idx="4976">
                  <c:v>#N/A</c:v>
                </c:pt>
                <c:pt idx="4977">
                  <c:v>#N/A</c:v>
                </c:pt>
                <c:pt idx="4978">
                  <c:v>#N/A</c:v>
                </c:pt>
                <c:pt idx="4979">
                  <c:v>#N/A</c:v>
                </c:pt>
                <c:pt idx="4980">
                  <c:v>#N/A</c:v>
                </c:pt>
                <c:pt idx="4981">
                  <c:v>#N/A</c:v>
                </c:pt>
                <c:pt idx="4982">
                  <c:v>#N/A</c:v>
                </c:pt>
                <c:pt idx="4983">
                  <c:v>#N/A</c:v>
                </c:pt>
                <c:pt idx="4984">
                  <c:v>#N/A</c:v>
                </c:pt>
                <c:pt idx="4985">
                  <c:v>#N/A</c:v>
                </c:pt>
                <c:pt idx="4986">
                  <c:v>#N/A</c:v>
                </c:pt>
                <c:pt idx="4987">
                  <c:v>#N/A</c:v>
                </c:pt>
                <c:pt idx="4988">
                  <c:v>#N/A</c:v>
                </c:pt>
                <c:pt idx="4989">
                  <c:v>#N/A</c:v>
                </c:pt>
                <c:pt idx="4990">
                  <c:v>#N/A</c:v>
                </c:pt>
                <c:pt idx="4991">
                  <c:v>#N/A</c:v>
                </c:pt>
                <c:pt idx="4992">
                  <c:v>#N/A</c:v>
                </c:pt>
                <c:pt idx="4993">
                  <c:v>#N/A</c:v>
                </c:pt>
                <c:pt idx="4994">
                  <c:v>#N/A</c:v>
                </c:pt>
                <c:pt idx="4995">
                  <c:v>#N/A</c:v>
                </c:pt>
                <c:pt idx="4996">
                  <c:v>#N/A</c:v>
                </c:pt>
                <c:pt idx="4997">
                  <c:v>#N/A</c:v>
                </c:pt>
                <c:pt idx="4998">
                  <c:v>#N/A</c:v>
                </c:pt>
                <c:pt idx="4999">
                  <c:v>#N/A</c:v>
                </c:pt>
              </c:numCache>
            </c:numRef>
          </c:val>
        </c:ser>
        <c:axId val="64338560"/>
        <c:axId val="99061760"/>
      </c:barChart>
      <c:lineChart>
        <c:grouping val="standard"/>
        <c:ser>
          <c:idx val="1"/>
          <c:order val="1"/>
          <c:tx>
            <c:strRef>
              <c:f>Chart_1!$S$11</c:f>
              <c:strCache>
                <c:ptCount val="1"/>
                <c:pt idx="0">
                  <c:v>Global</c:v>
                </c:pt>
              </c:strCache>
            </c:strRef>
          </c:tx>
          <c:spPr>
            <a:ln w="9525">
              <a:solidFill>
                <a:srgbClr val="808080"/>
              </a:solidFill>
            </a:ln>
          </c:spPr>
          <c:marker>
            <c:symbol val="none"/>
          </c:marker>
          <c:cat>
            <c:numRef>
              <c:f>Chart_1!$N$12:$N$5011</c:f>
              <c:numCache>
                <c:formatCode>0.00</c:formatCode>
                <c:ptCount val="5000"/>
                <c:pt idx="0" formatCode="0">
                  <c:v>0</c:v>
                </c:pt>
                <c:pt idx="1">
                  <c:v>7</c:v>
                </c:pt>
                <c:pt idx="2">
                  <c:v>10</c:v>
                </c:pt>
                <c:pt idx="3">
                  <c:v>13</c:v>
                </c:pt>
                <c:pt idx="4">
                  <c:v>17</c:v>
                </c:pt>
                <c:pt idx="5">
                  <c:v>20</c:v>
                </c:pt>
                <c:pt idx="6">
                  <c:v>23</c:v>
                </c:pt>
                <c:pt idx="7">
                  <c:v>27</c:v>
                </c:pt>
                <c:pt idx="8">
                  <c:v>30</c:v>
                </c:pt>
                <c:pt idx="9">
                  <c:v>33</c:v>
                </c:pt>
                <c:pt idx="10">
                  <c:v>37</c:v>
                </c:pt>
                <c:pt idx="11">
                  <c:v>40</c:v>
                </c:pt>
                <c:pt idx="12">
                  <c:v>43</c:v>
                </c:pt>
                <c:pt idx="13">
                  <c:v>47</c:v>
                </c:pt>
                <c:pt idx="14">
                  <c:v>50</c:v>
                </c:pt>
                <c:pt idx="15">
                  <c:v>53</c:v>
                </c:pt>
                <c:pt idx="16">
                  <c:v>57</c:v>
                </c:pt>
                <c:pt idx="17">
                  <c:v>60</c:v>
                </c:pt>
                <c:pt idx="18">
                  <c:v>63</c:v>
                </c:pt>
                <c:pt idx="19">
                  <c:v>67</c:v>
                </c:pt>
                <c:pt idx="20">
                  <c:v>70</c:v>
                </c:pt>
                <c:pt idx="21">
                  <c:v>73</c:v>
                </c:pt>
                <c:pt idx="22">
                  <c:v>77</c:v>
                </c:pt>
                <c:pt idx="23">
                  <c:v>80</c:v>
                </c:pt>
                <c:pt idx="24">
                  <c:v>83</c:v>
                </c:pt>
                <c:pt idx="25">
                  <c:v>87</c:v>
                </c:pt>
                <c:pt idx="26">
                  <c:v>90</c:v>
                </c:pt>
                <c:pt idx="27">
                  <c:v>93</c:v>
                </c:pt>
                <c:pt idx="28">
                  <c:v>96</c:v>
                </c:pt>
                <c:pt idx="29">
                  <c:v>100</c:v>
                </c:pt>
                <c:pt idx="30">
                  <c:v>103</c:v>
                </c:pt>
                <c:pt idx="31">
                  <c:v>106</c:v>
                </c:pt>
                <c:pt idx="32">
                  <c:v>110</c:v>
                </c:pt>
                <c:pt idx="33">
                  <c:v>113</c:v>
                </c:pt>
                <c:pt idx="34">
                  <c:v>116</c:v>
                </c:pt>
                <c:pt idx="35">
                  <c:v>120</c:v>
                </c:pt>
                <c:pt idx="36">
                  <c:v>123</c:v>
                </c:pt>
                <c:pt idx="37">
                  <c:v>126</c:v>
                </c:pt>
                <c:pt idx="38">
                  <c:v>130</c:v>
                </c:pt>
                <c:pt idx="39">
                  <c:v>133</c:v>
                </c:pt>
                <c:pt idx="40">
                  <c:v>136</c:v>
                </c:pt>
                <c:pt idx="41">
                  <c:v>140</c:v>
                </c:pt>
                <c:pt idx="42">
                  <c:v>143</c:v>
                </c:pt>
                <c:pt idx="43">
                  <c:v>146</c:v>
                </c:pt>
                <c:pt idx="44">
                  <c:v>150</c:v>
                </c:pt>
                <c:pt idx="45">
                  <c:v>153</c:v>
                </c:pt>
                <c:pt idx="46">
                  <c:v>156</c:v>
                </c:pt>
                <c:pt idx="47">
                  <c:v>160</c:v>
                </c:pt>
                <c:pt idx="48">
                  <c:v>163</c:v>
                </c:pt>
                <c:pt idx="49">
                  <c:v>166</c:v>
                </c:pt>
                <c:pt idx="50">
                  <c:v>170</c:v>
                </c:pt>
                <c:pt idx="51">
                  <c:v>173</c:v>
                </c:pt>
                <c:pt idx="52">
                  <c:v>176</c:v>
                </c:pt>
                <c:pt idx="53">
                  <c:v>180</c:v>
                </c:pt>
                <c:pt idx="54">
                  <c:v>183</c:v>
                </c:pt>
                <c:pt idx="55">
                  <c:v>186</c:v>
                </c:pt>
                <c:pt idx="56">
                  <c:v>190</c:v>
                </c:pt>
                <c:pt idx="57">
                  <c:v>193</c:v>
                </c:pt>
                <c:pt idx="58">
                  <c:v>196</c:v>
                </c:pt>
                <c:pt idx="59">
                  <c:v>200</c:v>
                </c:pt>
                <c:pt idx="60">
                  <c:v>203</c:v>
                </c:pt>
                <c:pt idx="61">
                  <c:v>206</c:v>
                </c:pt>
                <c:pt idx="62">
                  <c:v>210</c:v>
                </c:pt>
                <c:pt idx="63">
                  <c:v>213</c:v>
                </c:pt>
                <c:pt idx="64">
                  <c:v>216</c:v>
                </c:pt>
                <c:pt idx="65">
                  <c:v>220</c:v>
                </c:pt>
                <c:pt idx="66">
                  <c:v>223</c:v>
                </c:pt>
                <c:pt idx="67">
                  <c:v>226</c:v>
                </c:pt>
                <c:pt idx="68">
                  <c:v>230</c:v>
                </c:pt>
                <c:pt idx="69">
                  <c:v>233</c:v>
                </c:pt>
                <c:pt idx="70">
                  <c:v>236</c:v>
                </c:pt>
                <c:pt idx="71">
                  <c:v>240</c:v>
                </c:pt>
                <c:pt idx="72">
                  <c:v>243</c:v>
                </c:pt>
                <c:pt idx="73">
                  <c:v>246</c:v>
                </c:pt>
                <c:pt idx="74">
                  <c:v>250</c:v>
                </c:pt>
                <c:pt idx="75">
                  <c:v>253</c:v>
                </c:pt>
                <c:pt idx="76">
                  <c:v>256</c:v>
                </c:pt>
                <c:pt idx="77">
                  <c:v>260</c:v>
                </c:pt>
                <c:pt idx="78">
                  <c:v>263</c:v>
                </c:pt>
                <c:pt idx="79">
                  <c:v>266</c:v>
                </c:pt>
                <c:pt idx="80">
                  <c:v>270</c:v>
                </c:pt>
                <c:pt idx="81">
                  <c:v>273</c:v>
                </c:pt>
                <c:pt idx="82">
                  <c:v>276</c:v>
                </c:pt>
                <c:pt idx="83">
                  <c:v>279</c:v>
                </c:pt>
                <c:pt idx="84">
                  <c:v>283</c:v>
                </c:pt>
                <c:pt idx="85">
                  <c:v>286</c:v>
                </c:pt>
                <c:pt idx="86">
                  <c:v>289</c:v>
                </c:pt>
                <c:pt idx="87">
                  <c:v>293</c:v>
                </c:pt>
                <c:pt idx="88">
                  <c:v>296</c:v>
                </c:pt>
                <c:pt idx="89">
                  <c:v>299</c:v>
                </c:pt>
                <c:pt idx="90">
                  <c:v>303</c:v>
                </c:pt>
                <c:pt idx="91">
                  <c:v>306</c:v>
                </c:pt>
                <c:pt idx="92">
                  <c:v>309</c:v>
                </c:pt>
                <c:pt idx="93">
                  <c:v>313</c:v>
                </c:pt>
                <c:pt idx="94">
                  <c:v>316</c:v>
                </c:pt>
                <c:pt idx="95">
                  <c:v>319</c:v>
                </c:pt>
                <c:pt idx="96">
                  <c:v>323</c:v>
                </c:pt>
                <c:pt idx="97">
                  <c:v>326</c:v>
                </c:pt>
                <c:pt idx="98">
                  <c:v>329</c:v>
                </c:pt>
                <c:pt idx="99">
                  <c:v>333</c:v>
                </c:pt>
                <c:pt idx="100">
                  <c:v>336</c:v>
                </c:pt>
                <c:pt idx="101">
                  <c:v>339</c:v>
                </c:pt>
                <c:pt idx="102">
                  <c:v>343</c:v>
                </c:pt>
                <c:pt idx="103">
                  <c:v>346</c:v>
                </c:pt>
                <c:pt idx="104">
                  <c:v>349</c:v>
                </c:pt>
                <c:pt idx="105">
                  <c:v>353</c:v>
                </c:pt>
                <c:pt idx="106">
                  <c:v>356</c:v>
                </c:pt>
                <c:pt idx="107">
                  <c:v>359</c:v>
                </c:pt>
                <c:pt idx="108">
                  <c:v>363</c:v>
                </c:pt>
                <c:pt idx="109">
                  <c:v>366</c:v>
                </c:pt>
                <c:pt idx="110">
                  <c:v>369</c:v>
                </c:pt>
                <c:pt idx="111">
                  <c:v>373</c:v>
                </c:pt>
                <c:pt idx="112">
                  <c:v>376</c:v>
                </c:pt>
                <c:pt idx="113">
                  <c:v>379</c:v>
                </c:pt>
                <c:pt idx="114">
                  <c:v>383</c:v>
                </c:pt>
                <c:pt idx="115">
                  <c:v>386</c:v>
                </c:pt>
                <c:pt idx="116">
                  <c:v>389</c:v>
                </c:pt>
                <c:pt idx="117">
                  <c:v>393</c:v>
                </c:pt>
                <c:pt idx="118">
                  <c:v>396</c:v>
                </c:pt>
                <c:pt idx="119">
                  <c:v>399</c:v>
                </c:pt>
                <c:pt idx="120">
                  <c:v>403</c:v>
                </c:pt>
                <c:pt idx="121">
                  <c:v>406</c:v>
                </c:pt>
                <c:pt idx="122">
                  <c:v>409</c:v>
                </c:pt>
                <c:pt idx="123">
                  <c:v>413</c:v>
                </c:pt>
                <c:pt idx="124">
                  <c:v>416</c:v>
                </c:pt>
                <c:pt idx="125">
                  <c:v>419</c:v>
                </c:pt>
                <c:pt idx="126">
                  <c:v>423</c:v>
                </c:pt>
                <c:pt idx="127">
                  <c:v>426</c:v>
                </c:pt>
                <c:pt idx="128">
                  <c:v>429</c:v>
                </c:pt>
                <c:pt idx="129">
                  <c:v>433</c:v>
                </c:pt>
                <c:pt idx="130">
                  <c:v>436</c:v>
                </c:pt>
                <c:pt idx="131">
                  <c:v>439</c:v>
                </c:pt>
                <c:pt idx="132">
                  <c:v>443</c:v>
                </c:pt>
                <c:pt idx="133">
                  <c:v>446</c:v>
                </c:pt>
                <c:pt idx="134">
                  <c:v>449</c:v>
                </c:pt>
                <c:pt idx="135">
                  <c:v>453</c:v>
                </c:pt>
                <c:pt idx="136">
                  <c:v>456</c:v>
                </c:pt>
                <c:pt idx="137">
                  <c:v>459</c:v>
                </c:pt>
                <c:pt idx="138">
                  <c:v>462</c:v>
                </c:pt>
                <c:pt idx="139">
                  <c:v>466</c:v>
                </c:pt>
                <c:pt idx="140">
                  <c:v>469</c:v>
                </c:pt>
                <c:pt idx="141">
                  <c:v>472</c:v>
                </c:pt>
                <c:pt idx="142">
                  <c:v>476</c:v>
                </c:pt>
                <c:pt idx="143">
                  <c:v>479</c:v>
                </c:pt>
                <c:pt idx="144">
                  <c:v>482</c:v>
                </c:pt>
                <c:pt idx="145">
                  <c:v>486</c:v>
                </c:pt>
                <c:pt idx="146">
                  <c:v>489</c:v>
                </c:pt>
                <c:pt idx="147">
                  <c:v>492</c:v>
                </c:pt>
                <c:pt idx="148">
                  <c:v>496</c:v>
                </c:pt>
                <c:pt idx="149">
                  <c:v>499</c:v>
                </c:pt>
                <c:pt idx="150">
                  <c:v>502</c:v>
                </c:pt>
                <c:pt idx="151">
                  <c:v>506</c:v>
                </c:pt>
                <c:pt idx="152">
                  <c:v>509</c:v>
                </c:pt>
                <c:pt idx="153">
                  <c:v>512</c:v>
                </c:pt>
                <c:pt idx="154">
                  <c:v>516</c:v>
                </c:pt>
                <c:pt idx="155">
                  <c:v>519</c:v>
                </c:pt>
                <c:pt idx="156">
                  <c:v>522</c:v>
                </c:pt>
                <c:pt idx="157">
                  <c:v>526</c:v>
                </c:pt>
                <c:pt idx="158">
                  <c:v>529</c:v>
                </c:pt>
                <c:pt idx="159">
                  <c:v>532</c:v>
                </c:pt>
                <c:pt idx="160">
                  <c:v>536</c:v>
                </c:pt>
                <c:pt idx="161">
                  <c:v>539</c:v>
                </c:pt>
                <c:pt idx="162">
                  <c:v>542</c:v>
                </c:pt>
                <c:pt idx="163">
                  <c:v>546</c:v>
                </c:pt>
                <c:pt idx="164">
                  <c:v>549</c:v>
                </c:pt>
                <c:pt idx="165">
                  <c:v>552</c:v>
                </c:pt>
                <c:pt idx="166">
                  <c:v>556</c:v>
                </c:pt>
                <c:pt idx="167">
                  <c:v>559</c:v>
                </c:pt>
                <c:pt idx="168">
                  <c:v>562</c:v>
                </c:pt>
                <c:pt idx="169">
                  <c:v>566</c:v>
                </c:pt>
                <c:pt idx="170">
                  <c:v>569</c:v>
                </c:pt>
                <c:pt idx="171">
                  <c:v>572</c:v>
                </c:pt>
                <c:pt idx="172">
                  <c:v>576</c:v>
                </c:pt>
                <c:pt idx="173">
                  <c:v>579</c:v>
                </c:pt>
                <c:pt idx="174">
                  <c:v>582</c:v>
                </c:pt>
                <c:pt idx="175">
                  <c:v>586</c:v>
                </c:pt>
                <c:pt idx="176">
                  <c:v>589</c:v>
                </c:pt>
                <c:pt idx="177">
                  <c:v>592</c:v>
                </c:pt>
                <c:pt idx="178">
                  <c:v>596</c:v>
                </c:pt>
                <c:pt idx="179">
                  <c:v>599</c:v>
                </c:pt>
                <c:pt idx="180">
                  <c:v>602</c:v>
                </c:pt>
                <c:pt idx="181">
                  <c:v>606</c:v>
                </c:pt>
                <c:pt idx="182">
                  <c:v>609</c:v>
                </c:pt>
                <c:pt idx="183">
                  <c:v>612</c:v>
                </c:pt>
                <c:pt idx="184">
                  <c:v>616</c:v>
                </c:pt>
                <c:pt idx="185">
                  <c:v>619</c:v>
                </c:pt>
                <c:pt idx="186">
                  <c:v>622</c:v>
                </c:pt>
                <c:pt idx="187">
                  <c:v>626</c:v>
                </c:pt>
                <c:pt idx="188">
                  <c:v>629</c:v>
                </c:pt>
                <c:pt idx="189">
                  <c:v>632</c:v>
                </c:pt>
                <c:pt idx="190">
                  <c:v>636</c:v>
                </c:pt>
                <c:pt idx="191">
                  <c:v>639</c:v>
                </c:pt>
                <c:pt idx="192">
                  <c:v>642</c:v>
                </c:pt>
                <c:pt idx="193">
                  <c:v>645</c:v>
                </c:pt>
                <c:pt idx="194">
                  <c:v>649</c:v>
                </c:pt>
                <c:pt idx="195">
                  <c:v>652</c:v>
                </c:pt>
                <c:pt idx="196">
                  <c:v>655</c:v>
                </c:pt>
                <c:pt idx="197">
                  <c:v>659</c:v>
                </c:pt>
                <c:pt idx="198">
                  <c:v>662</c:v>
                </c:pt>
                <c:pt idx="199">
                  <c:v>665</c:v>
                </c:pt>
                <c:pt idx="200">
                  <c:v>669</c:v>
                </c:pt>
                <c:pt idx="201">
                  <c:v>672</c:v>
                </c:pt>
                <c:pt idx="202">
                  <c:v>675</c:v>
                </c:pt>
                <c:pt idx="203">
                  <c:v>679</c:v>
                </c:pt>
                <c:pt idx="204">
                  <c:v>682</c:v>
                </c:pt>
                <c:pt idx="205">
                  <c:v>685</c:v>
                </c:pt>
                <c:pt idx="206">
                  <c:v>689</c:v>
                </c:pt>
                <c:pt idx="207">
                  <c:v>692</c:v>
                </c:pt>
                <c:pt idx="208">
                  <c:v>695</c:v>
                </c:pt>
                <c:pt idx="209">
                  <c:v>699</c:v>
                </c:pt>
                <c:pt idx="210">
                  <c:v>702</c:v>
                </c:pt>
                <c:pt idx="211">
                  <c:v>705</c:v>
                </c:pt>
                <c:pt idx="212">
                  <c:v>709</c:v>
                </c:pt>
                <c:pt idx="213">
                  <c:v>712</c:v>
                </c:pt>
                <c:pt idx="214">
                  <c:v>715</c:v>
                </c:pt>
                <c:pt idx="215">
                  <c:v>719</c:v>
                </c:pt>
                <c:pt idx="216">
                  <c:v>722</c:v>
                </c:pt>
                <c:pt idx="217">
                  <c:v>725</c:v>
                </c:pt>
                <c:pt idx="218">
                  <c:v>729</c:v>
                </c:pt>
                <c:pt idx="219">
                  <c:v>732</c:v>
                </c:pt>
                <c:pt idx="220">
                  <c:v>735</c:v>
                </c:pt>
                <c:pt idx="221">
                  <c:v>739</c:v>
                </c:pt>
                <c:pt idx="222">
                  <c:v>742</c:v>
                </c:pt>
                <c:pt idx="223">
                  <c:v>745</c:v>
                </c:pt>
                <c:pt idx="224">
                  <c:v>749</c:v>
                </c:pt>
                <c:pt idx="225">
                  <c:v>752</c:v>
                </c:pt>
                <c:pt idx="226">
                  <c:v>755</c:v>
                </c:pt>
                <c:pt idx="227">
                  <c:v>759</c:v>
                </c:pt>
                <c:pt idx="228">
                  <c:v>762</c:v>
                </c:pt>
                <c:pt idx="229">
                  <c:v>765</c:v>
                </c:pt>
                <c:pt idx="230">
                  <c:v>769</c:v>
                </c:pt>
                <c:pt idx="231">
                  <c:v>772</c:v>
                </c:pt>
                <c:pt idx="232">
                  <c:v>775</c:v>
                </c:pt>
                <c:pt idx="233">
                  <c:v>779</c:v>
                </c:pt>
                <c:pt idx="234">
                  <c:v>782</c:v>
                </c:pt>
                <c:pt idx="235">
                  <c:v>785</c:v>
                </c:pt>
                <c:pt idx="236">
                  <c:v>789</c:v>
                </c:pt>
                <c:pt idx="237">
                  <c:v>792</c:v>
                </c:pt>
                <c:pt idx="238">
                  <c:v>795</c:v>
                </c:pt>
                <c:pt idx="239">
                  <c:v>799</c:v>
                </c:pt>
                <c:pt idx="240">
                  <c:v>802</c:v>
                </c:pt>
                <c:pt idx="241">
                  <c:v>805</c:v>
                </c:pt>
                <c:pt idx="242">
                  <c:v>809</c:v>
                </c:pt>
                <c:pt idx="243">
                  <c:v>812</c:v>
                </c:pt>
                <c:pt idx="244">
                  <c:v>815</c:v>
                </c:pt>
                <c:pt idx="245">
                  <c:v>819</c:v>
                </c:pt>
                <c:pt idx="246">
                  <c:v>822</c:v>
                </c:pt>
                <c:pt idx="247">
                  <c:v>825</c:v>
                </c:pt>
                <c:pt idx="248">
                  <c:v>828</c:v>
                </c:pt>
                <c:pt idx="249">
                  <c:v>832</c:v>
                </c:pt>
                <c:pt idx="250">
                  <c:v>835</c:v>
                </c:pt>
                <c:pt idx="251">
                  <c:v>838</c:v>
                </c:pt>
                <c:pt idx="252">
                  <c:v>842</c:v>
                </c:pt>
                <c:pt idx="253">
                  <c:v>845</c:v>
                </c:pt>
                <c:pt idx="254">
                  <c:v>848</c:v>
                </c:pt>
                <c:pt idx="255">
                  <c:v>852</c:v>
                </c:pt>
                <c:pt idx="256">
                  <c:v>855</c:v>
                </c:pt>
                <c:pt idx="257">
                  <c:v>858</c:v>
                </c:pt>
                <c:pt idx="258">
                  <c:v>862</c:v>
                </c:pt>
                <c:pt idx="259">
                  <c:v>865</c:v>
                </c:pt>
                <c:pt idx="260">
                  <c:v>868</c:v>
                </c:pt>
                <c:pt idx="261">
                  <c:v>872</c:v>
                </c:pt>
                <c:pt idx="262">
                  <c:v>875</c:v>
                </c:pt>
                <c:pt idx="263">
                  <c:v>878</c:v>
                </c:pt>
                <c:pt idx="264">
                  <c:v>882</c:v>
                </c:pt>
                <c:pt idx="265">
                  <c:v>885</c:v>
                </c:pt>
                <c:pt idx="266">
                  <c:v>888</c:v>
                </c:pt>
                <c:pt idx="267">
                  <c:v>892</c:v>
                </c:pt>
                <c:pt idx="268">
                  <c:v>895</c:v>
                </c:pt>
                <c:pt idx="269">
                  <c:v>898</c:v>
                </c:pt>
                <c:pt idx="270">
                  <c:v>902</c:v>
                </c:pt>
                <c:pt idx="271">
                  <c:v>905</c:v>
                </c:pt>
                <c:pt idx="272">
                  <c:v>908</c:v>
                </c:pt>
                <c:pt idx="273">
                  <c:v>912</c:v>
                </c:pt>
                <c:pt idx="274">
                  <c:v>915</c:v>
                </c:pt>
                <c:pt idx="275">
                  <c:v>918</c:v>
                </c:pt>
                <c:pt idx="276">
                  <c:v>922</c:v>
                </c:pt>
                <c:pt idx="277">
                  <c:v>925</c:v>
                </c:pt>
                <c:pt idx="278">
                  <c:v>928</c:v>
                </c:pt>
                <c:pt idx="279">
                  <c:v>932</c:v>
                </c:pt>
                <c:pt idx="280">
                  <c:v>935</c:v>
                </c:pt>
                <c:pt idx="281">
                  <c:v>938</c:v>
                </c:pt>
                <c:pt idx="282">
                  <c:v>942</c:v>
                </c:pt>
                <c:pt idx="283">
                  <c:v>945</c:v>
                </c:pt>
                <c:pt idx="284">
                  <c:v>948</c:v>
                </c:pt>
                <c:pt idx="285">
                  <c:v>952</c:v>
                </c:pt>
                <c:pt idx="286">
                  <c:v>955</c:v>
                </c:pt>
                <c:pt idx="287">
                  <c:v>958</c:v>
                </c:pt>
                <c:pt idx="288">
                  <c:v>962</c:v>
                </c:pt>
                <c:pt idx="289">
                  <c:v>965</c:v>
                </c:pt>
                <c:pt idx="290">
                  <c:v>968</c:v>
                </c:pt>
                <c:pt idx="291">
                  <c:v>972</c:v>
                </c:pt>
                <c:pt idx="292">
                  <c:v>975</c:v>
                </c:pt>
                <c:pt idx="293">
                  <c:v>978</c:v>
                </c:pt>
                <c:pt idx="294">
                  <c:v>982</c:v>
                </c:pt>
                <c:pt idx="295">
                  <c:v>985</c:v>
                </c:pt>
                <c:pt idx="296">
                  <c:v>988</c:v>
                </c:pt>
                <c:pt idx="297">
                  <c:v>992</c:v>
                </c:pt>
                <c:pt idx="298">
                  <c:v>995</c:v>
                </c:pt>
                <c:pt idx="299">
                  <c:v>998</c:v>
                </c:pt>
                <c:pt idx="300">
                  <c:v>1002</c:v>
                </c:pt>
                <c:pt idx="301">
                  <c:v>1005</c:v>
                </c:pt>
                <c:pt idx="302">
                  <c:v>1008</c:v>
                </c:pt>
                <c:pt idx="303">
                  <c:v>1011</c:v>
                </c:pt>
                <c:pt idx="304">
                  <c:v>1015</c:v>
                </c:pt>
                <c:pt idx="305">
                  <c:v>1018</c:v>
                </c:pt>
                <c:pt idx="306">
                  <c:v>1021</c:v>
                </c:pt>
                <c:pt idx="307">
                  <c:v>1025</c:v>
                </c:pt>
                <c:pt idx="308">
                  <c:v>1028</c:v>
                </c:pt>
                <c:pt idx="309">
                  <c:v>1031</c:v>
                </c:pt>
                <c:pt idx="310">
                  <c:v>1035</c:v>
                </c:pt>
                <c:pt idx="311">
                  <c:v>1038</c:v>
                </c:pt>
                <c:pt idx="312">
                  <c:v>1041</c:v>
                </c:pt>
                <c:pt idx="313">
                  <c:v>1045</c:v>
                </c:pt>
                <c:pt idx="314">
                  <c:v>1048</c:v>
                </c:pt>
                <c:pt idx="315">
                  <c:v>1051</c:v>
                </c:pt>
                <c:pt idx="316">
                  <c:v>1055</c:v>
                </c:pt>
                <c:pt idx="317">
                  <c:v>1058</c:v>
                </c:pt>
                <c:pt idx="318">
                  <c:v>1061</c:v>
                </c:pt>
                <c:pt idx="319">
                  <c:v>1065</c:v>
                </c:pt>
                <c:pt idx="320">
                  <c:v>1068</c:v>
                </c:pt>
                <c:pt idx="321">
                  <c:v>1071</c:v>
                </c:pt>
                <c:pt idx="322">
                  <c:v>1075</c:v>
                </c:pt>
                <c:pt idx="323">
                  <c:v>1078</c:v>
                </c:pt>
                <c:pt idx="324">
                  <c:v>1081</c:v>
                </c:pt>
                <c:pt idx="325">
                  <c:v>1085</c:v>
                </c:pt>
                <c:pt idx="326">
                  <c:v>1088</c:v>
                </c:pt>
                <c:pt idx="327">
                  <c:v>1091</c:v>
                </c:pt>
                <c:pt idx="328">
                  <c:v>1095</c:v>
                </c:pt>
                <c:pt idx="329">
                  <c:v>1098</c:v>
                </c:pt>
                <c:pt idx="330">
                  <c:v>1101</c:v>
                </c:pt>
                <c:pt idx="331">
                  <c:v>1105</c:v>
                </c:pt>
                <c:pt idx="332">
                  <c:v>1108</c:v>
                </c:pt>
                <c:pt idx="333">
                  <c:v>1111</c:v>
                </c:pt>
                <c:pt idx="334">
                  <c:v>1115</c:v>
                </c:pt>
                <c:pt idx="335">
                  <c:v>1118</c:v>
                </c:pt>
                <c:pt idx="336">
                  <c:v>1121</c:v>
                </c:pt>
                <c:pt idx="337">
                  <c:v>1125</c:v>
                </c:pt>
                <c:pt idx="338">
                  <c:v>1128</c:v>
                </c:pt>
                <c:pt idx="339">
                  <c:v>1131</c:v>
                </c:pt>
                <c:pt idx="340">
                  <c:v>1135</c:v>
                </c:pt>
                <c:pt idx="341">
                  <c:v>1138</c:v>
                </c:pt>
                <c:pt idx="342">
                  <c:v>1141</c:v>
                </c:pt>
                <c:pt idx="343">
                  <c:v>1145</c:v>
                </c:pt>
                <c:pt idx="344">
                  <c:v>1148</c:v>
                </c:pt>
                <c:pt idx="345">
                  <c:v>1151</c:v>
                </c:pt>
                <c:pt idx="346">
                  <c:v>1155</c:v>
                </c:pt>
                <c:pt idx="347">
                  <c:v>1158</c:v>
                </c:pt>
                <c:pt idx="348">
                  <c:v>1161</c:v>
                </c:pt>
                <c:pt idx="349">
                  <c:v>1165</c:v>
                </c:pt>
                <c:pt idx="350">
                  <c:v>1168</c:v>
                </c:pt>
                <c:pt idx="351">
                  <c:v>1171</c:v>
                </c:pt>
                <c:pt idx="352">
                  <c:v>1175</c:v>
                </c:pt>
                <c:pt idx="353">
                  <c:v>1178</c:v>
                </c:pt>
                <c:pt idx="354">
                  <c:v>1181</c:v>
                </c:pt>
                <c:pt idx="355">
                  <c:v>1185</c:v>
                </c:pt>
                <c:pt idx="356">
                  <c:v>1188</c:v>
                </c:pt>
                <c:pt idx="357">
                  <c:v>1191</c:v>
                </c:pt>
                <c:pt idx="358">
                  <c:v>1194</c:v>
                </c:pt>
                <c:pt idx="359">
                  <c:v>1198</c:v>
                </c:pt>
                <c:pt idx="360">
                  <c:v>1201</c:v>
                </c:pt>
                <c:pt idx="361">
                  <c:v>1204</c:v>
                </c:pt>
                <c:pt idx="362">
                  <c:v>1208</c:v>
                </c:pt>
                <c:pt idx="363">
                  <c:v>1211</c:v>
                </c:pt>
                <c:pt idx="364">
                  <c:v>1214</c:v>
                </c:pt>
                <c:pt idx="365">
                  <c:v>1218</c:v>
                </c:pt>
                <c:pt idx="366">
                  <c:v>1221</c:v>
                </c:pt>
                <c:pt idx="367">
                  <c:v>1224</c:v>
                </c:pt>
                <c:pt idx="368">
                  <c:v>1228</c:v>
                </c:pt>
                <c:pt idx="369">
                  <c:v>1231</c:v>
                </c:pt>
                <c:pt idx="370">
                  <c:v>1234</c:v>
                </c:pt>
                <c:pt idx="371">
                  <c:v>1238</c:v>
                </c:pt>
                <c:pt idx="372">
                  <c:v>1241</c:v>
                </c:pt>
                <c:pt idx="373">
                  <c:v>1244</c:v>
                </c:pt>
                <c:pt idx="374">
                  <c:v>1248</c:v>
                </c:pt>
                <c:pt idx="375">
                  <c:v>1251</c:v>
                </c:pt>
                <c:pt idx="376">
                  <c:v>1254</c:v>
                </c:pt>
                <c:pt idx="377">
                  <c:v>1258</c:v>
                </c:pt>
                <c:pt idx="378">
                  <c:v>1261</c:v>
                </c:pt>
                <c:pt idx="379">
                  <c:v>1264</c:v>
                </c:pt>
                <c:pt idx="380">
                  <c:v>1268</c:v>
                </c:pt>
                <c:pt idx="381">
                  <c:v>1271</c:v>
                </c:pt>
                <c:pt idx="382">
                  <c:v>1274</c:v>
                </c:pt>
                <c:pt idx="383">
                  <c:v>1278</c:v>
                </c:pt>
                <c:pt idx="384">
                  <c:v>1281</c:v>
                </c:pt>
                <c:pt idx="385">
                  <c:v>1284</c:v>
                </c:pt>
                <c:pt idx="386">
                  <c:v>1288</c:v>
                </c:pt>
                <c:pt idx="387">
                  <c:v>1291</c:v>
                </c:pt>
                <c:pt idx="388">
                  <c:v>1294</c:v>
                </c:pt>
                <c:pt idx="389">
                  <c:v>1298</c:v>
                </c:pt>
                <c:pt idx="390">
                  <c:v>1301</c:v>
                </c:pt>
                <c:pt idx="391">
                  <c:v>1304</c:v>
                </c:pt>
                <c:pt idx="392">
                  <c:v>1308</c:v>
                </c:pt>
                <c:pt idx="393">
                  <c:v>1311</c:v>
                </c:pt>
                <c:pt idx="394">
                  <c:v>1314</c:v>
                </c:pt>
                <c:pt idx="395">
                  <c:v>1318</c:v>
                </c:pt>
                <c:pt idx="396">
                  <c:v>1321</c:v>
                </c:pt>
                <c:pt idx="397">
                  <c:v>1324</c:v>
                </c:pt>
                <c:pt idx="398">
                  <c:v>1328</c:v>
                </c:pt>
                <c:pt idx="399">
                  <c:v>1331</c:v>
                </c:pt>
                <c:pt idx="400">
                  <c:v>1334</c:v>
                </c:pt>
                <c:pt idx="401">
                  <c:v>1338</c:v>
                </c:pt>
                <c:pt idx="402">
                  <c:v>1341</c:v>
                </c:pt>
                <c:pt idx="403">
                  <c:v>1344</c:v>
                </c:pt>
                <c:pt idx="404">
                  <c:v>1348</c:v>
                </c:pt>
                <c:pt idx="405">
                  <c:v>1351</c:v>
                </c:pt>
                <c:pt idx="406">
                  <c:v>1354</c:v>
                </c:pt>
                <c:pt idx="407">
                  <c:v>1358</c:v>
                </c:pt>
                <c:pt idx="408">
                  <c:v>1361</c:v>
                </c:pt>
                <c:pt idx="409">
                  <c:v>1364</c:v>
                </c:pt>
                <c:pt idx="410">
                  <c:v>1368</c:v>
                </c:pt>
                <c:pt idx="411">
                  <c:v>1371</c:v>
                </c:pt>
                <c:pt idx="412">
                  <c:v>1374</c:v>
                </c:pt>
                <c:pt idx="413">
                  <c:v>1377</c:v>
                </c:pt>
                <c:pt idx="414">
                  <c:v>1381</c:v>
                </c:pt>
                <c:pt idx="415">
                  <c:v>1384</c:v>
                </c:pt>
                <c:pt idx="416">
                  <c:v>1387</c:v>
                </c:pt>
                <c:pt idx="417">
                  <c:v>1391</c:v>
                </c:pt>
                <c:pt idx="418">
                  <c:v>1394</c:v>
                </c:pt>
                <c:pt idx="419">
                  <c:v>1397</c:v>
                </c:pt>
                <c:pt idx="420">
                  <c:v>1401</c:v>
                </c:pt>
                <c:pt idx="421">
                  <c:v>1404</c:v>
                </c:pt>
                <c:pt idx="422">
                  <c:v>1407</c:v>
                </c:pt>
                <c:pt idx="423">
                  <c:v>1411</c:v>
                </c:pt>
                <c:pt idx="424">
                  <c:v>1414</c:v>
                </c:pt>
                <c:pt idx="425">
                  <c:v>1417</c:v>
                </c:pt>
                <c:pt idx="426">
                  <c:v>1421</c:v>
                </c:pt>
                <c:pt idx="427">
                  <c:v>1424</c:v>
                </c:pt>
                <c:pt idx="428">
                  <c:v>1427</c:v>
                </c:pt>
                <c:pt idx="429">
                  <c:v>1431</c:v>
                </c:pt>
                <c:pt idx="430">
                  <c:v>1434</c:v>
                </c:pt>
                <c:pt idx="431">
                  <c:v>1437</c:v>
                </c:pt>
                <c:pt idx="432">
                  <c:v>1441</c:v>
                </c:pt>
                <c:pt idx="433">
                  <c:v>1444</c:v>
                </c:pt>
                <c:pt idx="434">
                  <c:v>1447</c:v>
                </c:pt>
                <c:pt idx="435">
                  <c:v>1451</c:v>
                </c:pt>
                <c:pt idx="436">
                  <c:v>1454</c:v>
                </c:pt>
                <c:pt idx="437">
                  <c:v>1457</c:v>
                </c:pt>
                <c:pt idx="438">
                  <c:v>1461</c:v>
                </c:pt>
                <c:pt idx="439">
                  <c:v>1464</c:v>
                </c:pt>
                <c:pt idx="440">
                  <c:v>1467</c:v>
                </c:pt>
                <c:pt idx="441">
                  <c:v>1471</c:v>
                </c:pt>
                <c:pt idx="442">
                  <c:v>1474</c:v>
                </c:pt>
                <c:pt idx="443">
                  <c:v>1477</c:v>
                </c:pt>
                <c:pt idx="444">
                  <c:v>1481</c:v>
                </c:pt>
                <c:pt idx="445">
                  <c:v>1484</c:v>
                </c:pt>
                <c:pt idx="446">
                  <c:v>1487</c:v>
                </c:pt>
                <c:pt idx="447">
                  <c:v>1491</c:v>
                </c:pt>
                <c:pt idx="448">
                  <c:v>1494</c:v>
                </c:pt>
                <c:pt idx="449">
                  <c:v>1497</c:v>
                </c:pt>
                <c:pt idx="450">
                  <c:v>1501</c:v>
                </c:pt>
                <c:pt idx="451">
                  <c:v>1504</c:v>
                </c:pt>
                <c:pt idx="452">
                  <c:v>1507</c:v>
                </c:pt>
                <c:pt idx="453">
                  <c:v>1511</c:v>
                </c:pt>
                <c:pt idx="454">
                  <c:v>1514</c:v>
                </c:pt>
                <c:pt idx="455">
                  <c:v>1517</c:v>
                </c:pt>
                <c:pt idx="456">
                  <c:v>1521</c:v>
                </c:pt>
                <c:pt idx="457">
                  <c:v>1524</c:v>
                </c:pt>
                <c:pt idx="458">
                  <c:v>1527</c:v>
                </c:pt>
                <c:pt idx="459">
                  <c:v>1531</c:v>
                </c:pt>
                <c:pt idx="460">
                  <c:v>1534</c:v>
                </c:pt>
                <c:pt idx="461">
                  <c:v>1537</c:v>
                </c:pt>
                <c:pt idx="462">
                  <c:v>1541</c:v>
                </c:pt>
                <c:pt idx="463">
                  <c:v>1544</c:v>
                </c:pt>
                <c:pt idx="464">
                  <c:v>1547</c:v>
                </c:pt>
                <c:pt idx="465">
                  <c:v>1551</c:v>
                </c:pt>
                <c:pt idx="466">
                  <c:v>1554</c:v>
                </c:pt>
                <c:pt idx="467">
                  <c:v>1557</c:v>
                </c:pt>
                <c:pt idx="468">
                  <c:v>1560</c:v>
                </c:pt>
                <c:pt idx="469">
                  <c:v>1564</c:v>
                </c:pt>
                <c:pt idx="470">
                  <c:v>1567</c:v>
                </c:pt>
                <c:pt idx="471">
                  <c:v>1570</c:v>
                </c:pt>
                <c:pt idx="472">
                  <c:v>1574</c:v>
                </c:pt>
                <c:pt idx="473">
                  <c:v>1577</c:v>
                </c:pt>
                <c:pt idx="474">
                  <c:v>1580</c:v>
                </c:pt>
                <c:pt idx="475">
                  <c:v>1584</c:v>
                </c:pt>
                <c:pt idx="476">
                  <c:v>1587</c:v>
                </c:pt>
                <c:pt idx="477">
                  <c:v>1590</c:v>
                </c:pt>
                <c:pt idx="478">
                  <c:v>1594</c:v>
                </c:pt>
                <c:pt idx="479">
                  <c:v>1597</c:v>
                </c:pt>
                <c:pt idx="480">
                  <c:v>1600</c:v>
                </c:pt>
                <c:pt idx="481">
                  <c:v>1604</c:v>
                </c:pt>
                <c:pt idx="482">
                  <c:v>1607</c:v>
                </c:pt>
                <c:pt idx="483">
                  <c:v>1610</c:v>
                </c:pt>
                <c:pt idx="484">
                  <c:v>1614</c:v>
                </c:pt>
                <c:pt idx="485">
                  <c:v>1617</c:v>
                </c:pt>
                <c:pt idx="486">
                  <c:v>1620</c:v>
                </c:pt>
                <c:pt idx="487">
                  <c:v>1624</c:v>
                </c:pt>
                <c:pt idx="488">
                  <c:v>1627</c:v>
                </c:pt>
                <c:pt idx="489">
                  <c:v>1630</c:v>
                </c:pt>
                <c:pt idx="490">
                  <c:v>1634</c:v>
                </c:pt>
                <c:pt idx="491">
                  <c:v>1637</c:v>
                </c:pt>
                <c:pt idx="492">
                  <c:v>1640</c:v>
                </c:pt>
                <c:pt idx="493">
                  <c:v>1644</c:v>
                </c:pt>
                <c:pt idx="494">
                  <c:v>1647</c:v>
                </c:pt>
                <c:pt idx="495">
                  <c:v>1650</c:v>
                </c:pt>
                <c:pt idx="496">
                  <c:v>1654</c:v>
                </c:pt>
                <c:pt idx="497">
                  <c:v>1657</c:v>
                </c:pt>
                <c:pt idx="498">
                  <c:v>1660</c:v>
                </c:pt>
                <c:pt idx="499">
                  <c:v>1664</c:v>
                </c:pt>
                <c:pt idx="500">
                  <c:v>1667</c:v>
                </c:pt>
                <c:pt idx="501">
                  <c:v>1670</c:v>
                </c:pt>
                <c:pt idx="502">
                  <c:v>1674</c:v>
                </c:pt>
                <c:pt idx="503">
                  <c:v>1677</c:v>
                </c:pt>
                <c:pt idx="504">
                  <c:v>1680</c:v>
                </c:pt>
                <c:pt idx="505">
                  <c:v>1684</c:v>
                </c:pt>
                <c:pt idx="506">
                  <c:v>1687</c:v>
                </c:pt>
                <c:pt idx="507">
                  <c:v>1690</c:v>
                </c:pt>
                <c:pt idx="508">
                  <c:v>1694</c:v>
                </c:pt>
                <c:pt idx="509">
                  <c:v>1697</c:v>
                </c:pt>
                <c:pt idx="510">
                  <c:v>1700</c:v>
                </c:pt>
                <c:pt idx="511">
                  <c:v>1704</c:v>
                </c:pt>
                <c:pt idx="512">
                  <c:v>1707</c:v>
                </c:pt>
                <c:pt idx="513">
                  <c:v>1710</c:v>
                </c:pt>
                <c:pt idx="514">
                  <c:v>1714</c:v>
                </c:pt>
                <c:pt idx="515">
                  <c:v>1717</c:v>
                </c:pt>
                <c:pt idx="516">
                  <c:v>1720</c:v>
                </c:pt>
                <c:pt idx="517">
                  <c:v>1724</c:v>
                </c:pt>
                <c:pt idx="518">
                  <c:v>1727</c:v>
                </c:pt>
                <c:pt idx="519">
                  <c:v>1730</c:v>
                </c:pt>
                <c:pt idx="520">
                  <c:v>1734</c:v>
                </c:pt>
                <c:pt idx="521">
                  <c:v>1737</c:v>
                </c:pt>
                <c:pt idx="522">
                  <c:v>1740</c:v>
                </c:pt>
                <c:pt idx="523">
                  <c:v>1743</c:v>
                </c:pt>
                <c:pt idx="524">
                  <c:v>1747</c:v>
                </c:pt>
                <c:pt idx="525">
                  <c:v>1750</c:v>
                </c:pt>
                <c:pt idx="526">
                  <c:v>1753</c:v>
                </c:pt>
                <c:pt idx="527">
                  <c:v>1757</c:v>
                </c:pt>
                <c:pt idx="528">
                  <c:v>1760</c:v>
                </c:pt>
                <c:pt idx="529">
                  <c:v>1763</c:v>
                </c:pt>
                <c:pt idx="530">
                  <c:v>1767</c:v>
                </c:pt>
                <c:pt idx="531">
                  <c:v>1770</c:v>
                </c:pt>
                <c:pt idx="532">
                  <c:v>1773</c:v>
                </c:pt>
                <c:pt idx="533">
                  <c:v>1777</c:v>
                </c:pt>
                <c:pt idx="534">
                  <c:v>1780</c:v>
                </c:pt>
                <c:pt idx="535">
                  <c:v>1783</c:v>
                </c:pt>
                <c:pt idx="536">
                  <c:v>1787</c:v>
                </c:pt>
                <c:pt idx="537">
                  <c:v>1790</c:v>
                </c:pt>
                <c:pt idx="538">
                  <c:v>1793</c:v>
                </c:pt>
                <c:pt idx="539">
                  <c:v>1797</c:v>
                </c:pt>
                <c:pt idx="540">
                  <c:v>1800</c:v>
                </c:pt>
                <c:pt idx="541">
                  <c:v>1803</c:v>
                </c:pt>
                <c:pt idx="542">
                  <c:v>1807</c:v>
                </c:pt>
                <c:pt idx="543">
                  <c:v>1810</c:v>
                </c:pt>
                <c:pt idx="544">
                  <c:v>1813</c:v>
                </c:pt>
                <c:pt idx="545">
                  <c:v>1817</c:v>
                </c:pt>
                <c:pt idx="546">
                  <c:v>1820</c:v>
                </c:pt>
                <c:pt idx="547">
                  <c:v>1823</c:v>
                </c:pt>
                <c:pt idx="548">
                  <c:v>1827</c:v>
                </c:pt>
                <c:pt idx="549">
                  <c:v>1830</c:v>
                </c:pt>
                <c:pt idx="550">
                  <c:v>1833</c:v>
                </c:pt>
                <c:pt idx="551">
                  <c:v>1837</c:v>
                </c:pt>
                <c:pt idx="552">
                  <c:v>1840</c:v>
                </c:pt>
                <c:pt idx="553">
                  <c:v>1843</c:v>
                </c:pt>
                <c:pt idx="554">
                  <c:v>1847</c:v>
                </c:pt>
                <c:pt idx="555">
                  <c:v>1850</c:v>
                </c:pt>
                <c:pt idx="556">
                  <c:v>1853</c:v>
                </c:pt>
                <c:pt idx="557">
                  <c:v>1857</c:v>
                </c:pt>
                <c:pt idx="558">
                  <c:v>1860</c:v>
                </c:pt>
                <c:pt idx="559">
                  <c:v>1863</c:v>
                </c:pt>
                <c:pt idx="560">
                  <c:v>1867</c:v>
                </c:pt>
                <c:pt idx="561">
                  <c:v>1870</c:v>
                </c:pt>
                <c:pt idx="562">
                  <c:v>1873</c:v>
                </c:pt>
                <c:pt idx="563">
                  <c:v>1877</c:v>
                </c:pt>
                <c:pt idx="564">
                  <c:v>1880</c:v>
                </c:pt>
                <c:pt idx="565">
                  <c:v>1883</c:v>
                </c:pt>
                <c:pt idx="566">
                  <c:v>1887</c:v>
                </c:pt>
                <c:pt idx="567">
                  <c:v>1890</c:v>
                </c:pt>
                <c:pt idx="568">
                  <c:v>1893</c:v>
                </c:pt>
                <c:pt idx="569">
                  <c:v>1897</c:v>
                </c:pt>
                <c:pt idx="570">
                  <c:v>1900</c:v>
                </c:pt>
                <c:pt idx="571">
                  <c:v>1903</c:v>
                </c:pt>
                <c:pt idx="572">
                  <c:v>1907</c:v>
                </c:pt>
                <c:pt idx="573">
                  <c:v>1910</c:v>
                </c:pt>
                <c:pt idx="574">
                  <c:v>1913</c:v>
                </c:pt>
                <c:pt idx="575">
                  <c:v>1917</c:v>
                </c:pt>
                <c:pt idx="576">
                  <c:v>1920</c:v>
                </c:pt>
                <c:pt idx="577">
                  <c:v>1923</c:v>
                </c:pt>
                <c:pt idx="578">
                  <c:v>1926</c:v>
                </c:pt>
                <c:pt idx="579">
                  <c:v>1930</c:v>
                </c:pt>
                <c:pt idx="580">
                  <c:v>1933</c:v>
                </c:pt>
                <c:pt idx="581">
                  <c:v>1936</c:v>
                </c:pt>
                <c:pt idx="582">
                  <c:v>1940</c:v>
                </c:pt>
                <c:pt idx="583">
                  <c:v>1943</c:v>
                </c:pt>
                <c:pt idx="584">
                  <c:v>1946</c:v>
                </c:pt>
                <c:pt idx="585">
                  <c:v>1950</c:v>
                </c:pt>
                <c:pt idx="586">
                  <c:v>1953</c:v>
                </c:pt>
                <c:pt idx="587">
                  <c:v>1956</c:v>
                </c:pt>
                <c:pt idx="588">
                  <c:v>1960</c:v>
                </c:pt>
                <c:pt idx="589">
                  <c:v>1963</c:v>
                </c:pt>
                <c:pt idx="590">
                  <c:v>1966</c:v>
                </c:pt>
                <c:pt idx="591">
                  <c:v>1970</c:v>
                </c:pt>
                <c:pt idx="592">
                  <c:v>1973</c:v>
                </c:pt>
                <c:pt idx="593">
                  <c:v>1976</c:v>
                </c:pt>
                <c:pt idx="594">
                  <c:v>1980</c:v>
                </c:pt>
                <c:pt idx="595">
                  <c:v>1983</c:v>
                </c:pt>
                <c:pt idx="596">
                  <c:v>1986</c:v>
                </c:pt>
                <c:pt idx="597">
                  <c:v>1990</c:v>
                </c:pt>
                <c:pt idx="598">
                  <c:v>1993</c:v>
                </c:pt>
                <c:pt idx="599">
                  <c:v>1996</c:v>
                </c:pt>
                <c:pt idx="600">
                  <c:v>2000</c:v>
                </c:pt>
                <c:pt idx="601">
                  <c:v>2003</c:v>
                </c:pt>
                <c:pt idx="602">
                  <c:v>2006</c:v>
                </c:pt>
                <c:pt idx="603">
                  <c:v>2010</c:v>
                </c:pt>
                <c:pt idx="604">
                  <c:v>2013</c:v>
                </c:pt>
                <c:pt idx="605">
                  <c:v>2016</c:v>
                </c:pt>
                <c:pt idx="606">
                  <c:v>2020</c:v>
                </c:pt>
                <c:pt idx="607">
                  <c:v>2023</c:v>
                </c:pt>
                <c:pt idx="608">
                  <c:v>2026</c:v>
                </c:pt>
                <c:pt idx="609">
                  <c:v>2030</c:v>
                </c:pt>
                <c:pt idx="610">
                  <c:v>2033</c:v>
                </c:pt>
                <c:pt idx="611">
                  <c:v>2036</c:v>
                </c:pt>
                <c:pt idx="612">
                  <c:v>2040</c:v>
                </c:pt>
                <c:pt idx="613">
                  <c:v>2043</c:v>
                </c:pt>
                <c:pt idx="614">
                  <c:v>2046</c:v>
                </c:pt>
                <c:pt idx="615">
                  <c:v>2050</c:v>
                </c:pt>
                <c:pt idx="616">
                  <c:v>2053</c:v>
                </c:pt>
                <c:pt idx="617">
                  <c:v>2056</c:v>
                </c:pt>
                <c:pt idx="618">
                  <c:v>2060</c:v>
                </c:pt>
                <c:pt idx="619">
                  <c:v>2063</c:v>
                </c:pt>
                <c:pt idx="620">
                  <c:v>2066</c:v>
                </c:pt>
                <c:pt idx="621">
                  <c:v>2070</c:v>
                </c:pt>
                <c:pt idx="622">
                  <c:v>2073</c:v>
                </c:pt>
                <c:pt idx="623">
                  <c:v>2076</c:v>
                </c:pt>
                <c:pt idx="624">
                  <c:v>2080</c:v>
                </c:pt>
                <c:pt idx="625">
                  <c:v>2083</c:v>
                </c:pt>
                <c:pt idx="626">
                  <c:v>2086</c:v>
                </c:pt>
                <c:pt idx="627">
                  <c:v>2090</c:v>
                </c:pt>
                <c:pt idx="628">
                  <c:v>2093</c:v>
                </c:pt>
                <c:pt idx="629">
                  <c:v>2096</c:v>
                </c:pt>
                <c:pt idx="630">
                  <c:v>2100</c:v>
                </c:pt>
                <c:pt idx="631">
                  <c:v>2103</c:v>
                </c:pt>
                <c:pt idx="632">
                  <c:v>2106</c:v>
                </c:pt>
                <c:pt idx="633">
                  <c:v>2109</c:v>
                </c:pt>
                <c:pt idx="634">
                  <c:v>2113</c:v>
                </c:pt>
                <c:pt idx="635">
                  <c:v>2116</c:v>
                </c:pt>
                <c:pt idx="636">
                  <c:v>2119</c:v>
                </c:pt>
                <c:pt idx="637">
                  <c:v>2123</c:v>
                </c:pt>
                <c:pt idx="638">
                  <c:v>2126</c:v>
                </c:pt>
                <c:pt idx="639">
                  <c:v>2129</c:v>
                </c:pt>
                <c:pt idx="640">
                  <c:v>2133</c:v>
                </c:pt>
                <c:pt idx="641">
                  <c:v>2136</c:v>
                </c:pt>
                <c:pt idx="642">
                  <c:v>2139</c:v>
                </c:pt>
                <c:pt idx="643">
                  <c:v>2143</c:v>
                </c:pt>
                <c:pt idx="644">
                  <c:v>2146</c:v>
                </c:pt>
                <c:pt idx="645">
                  <c:v>2149</c:v>
                </c:pt>
                <c:pt idx="646">
                  <c:v>2153</c:v>
                </c:pt>
                <c:pt idx="647">
                  <c:v>2156</c:v>
                </c:pt>
                <c:pt idx="648">
                  <c:v>2159</c:v>
                </c:pt>
                <c:pt idx="649">
                  <c:v>2163</c:v>
                </c:pt>
                <c:pt idx="650">
                  <c:v>2166</c:v>
                </c:pt>
                <c:pt idx="651">
                  <c:v>2169</c:v>
                </c:pt>
                <c:pt idx="652">
                  <c:v>2173</c:v>
                </c:pt>
                <c:pt idx="653">
                  <c:v>2176</c:v>
                </c:pt>
                <c:pt idx="654">
                  <c:v>2179</c:v>
                </c:pt>
                <c:pt idx="655">
                  <c:v>2183</c:v>
                </c:pt>
                <c:pt idx="656">
                  <c:v>2186</c:v>
                </c:pt>
                <c:pt idx="657">
                  <c:v>2189</c:v>
                </c:pt>
                <c:pt idx="658">
                  <c:v>2193</c:v>
                </c:pt>
                <c:pt idx="659">
                  <c:v>2196</c:v>
                </c:pt>
                <c:pt idx="660">
                  <c:v>2199</c:v>
                </c:pt>
                <c:pt idx="661">
                  <c:v>2203</c:v>
                </c:pt>
                <c:pt idx="662">
                  <c:v>2206</c:v>
                </c:pt>
                <c:pt idx="663">
                  <c:v>2209</c:v>
                </c:pt>
                <c:pt idx="664">
                  <c:v>2213</c:v>
                </c:pt>
                <c:pt idx="665">
                  <c:v>2216</c:v>
                </c:pt>
                <c:pt idx="666">
                  <c:v>2219</c:v>
                </c:pt>
                <c:pt idx="667">
                  <c:v>2223</c:v>
                </c:pt>
                <c:pt idx="668">
                  <c:v>2226</c:v>
                </c:pt>
                <c:pt idx="669">
                  <c:v>2229</c:v>
                </c:pt>
                <c:pt idx="670">
                  <c:v>2233</c:v>
                </c:pt>
                <c:pt idx="671">
                  <c:v>2236</c:v>
                </c:pt>
                <c:pt idx="672">
                  <c:v>2239</c:v>
                </c:pt>
                <c:pt idx="673">
                  <c:v>2243</c:v>
                </c:pt>
                <c:pt idx="674">
                  <c:v>2246</c:v>
                </c:pt>
                <c:pt idx="675">
                  <c:v>2249</c:v>
                </c:pt>
                <c:pt idx="676">
                  <c:v>2253</c:v>
                </c:pt>
                <c:pt idx="677">
                  <c:v>2256</c:v>
                </c:pt>
                <c:pt idx="678">
                  <c:v>2259</c:v>
                </c:pt>
                <c:pt idx="679">
                  <c:v>2263</c:v>
                </c:pt>
                <c:pt idx="680">
                  <c:v>2266</c:v>
                </c:pt>
                <c:pt idx="681">
                  <c:v>2269</c:v>
                </c:pt>
                <c:pt idx="682">
                  <c:v>2273</c:v>
                </c:pt>
                <c:pt idx="683">
                  <c:v>2276</c:v>
                </c:pt>
                <c:pt idx="684">
                  <c:v>2279</c:v>
                </c:pt>
                <c:pt idx="685">
                  <c:v>2283</c:v>
                </c:pt>
                <c:pt idx="686">
                  <c:v>2286</c:v>
                </c:pt>
                <c:pt idx="687">
                  <c:v>2289</c:v>
                </c:pt>
                <c:pt idx="688">
                  <c:v>2292</c:v>
                </c:pt>
                <c:pt idx="689">
                  <c:v>2296</c:v>
                </c:pt>
                <c:pt idx="690">
                  <c:v>2299</c:v>
                </c:pt>
                <c:pt idx="691">
                  <c:v>2302</c:v>
                </c:pt>
                <c:pt idx="692">
                  <c:v>2306</c:v>
                </c:pt>
                <c:pt idx="693">
                  <c:v>2309</c:v>
                </c:pt>
                <c:pt idx="694">
                  <c:v>2312</c:v>
                </c:pt>
                <c:pt idx="695">
                  <c:v>2316</c:v>
                </c:pt>
                <c:pt idx="696">
                  <c:v>2319</c:v>
                </c:pt>
                <c:pt idx="697">
                  <c:v>2322</c:v>
                </c:pt>
                <c:pt idx="698">
                  <c:v>2326</c:v>
                </c:pt>
                <c:pt idx="699">
                  <c:v>2329</c:v>
                </c:pt>
                <c:pt idx="700">
                  <c:v>2332</c:v>
                </c:pt>
                <c:pt idx="701">
                  <c:v>2336</c:v>
                </c:pt>
                <c:pt idx="702">
                  <c:v>2339</c:v>
                </c:pt>
                <c:pt idx="703">
                  <c:v>2342</c:v>
                </c:pt>
                <c:pt idx="704">
                  <c:v>2346</c:v>
                </c:pt>
                <c:pt idx="705">
                  <c:v>2349</c:v>
                </c:pt>
                <c:pt idx="706">
                  <c:v>2352</c:v>
                </c:pt>
                <c:pt idx="707">
                  <c:v>2356</c:v>
                </c:pt>
                <c:pt idx="708">
                  <c:v>2359</c:v>
                </c:pt>
                <c:pt idx="709">
                  <c:v>2362</c:v>
                </c:pt>
                <c:pt idx="710">
                  <c:v>2366</c:v>
                </c:pt>
                <c:pt idx="711">
                  <c:v>2369</c:v>
                </c:pt>
                <c:pt idx="712">
                  <c:v>2372</c:v>
                </c:pt>
                <c:pt idx="713">
                  <c:v>2376</c:v>
                </c:pt>
                <c:pt idx="714">
                  <c:v>2379</c:v>
                </c:pt>
                <c:pt idx="715">
                  <c:v>2382</c:v>
                </c:pt>
                <c:pt idx="716">
                  <c:v>2386</c:v>
                </c:pt>
                <c:pt idx="717">
                  <c:v>2389</c:v>
                </c:pt>
                <c:pt idx="718">
                  <c:v>2392</c:v>
                </c:pt>
                <c:pt idx="719">
                  <c:v>2396</c:v>
                </c:pt>
                <c:pt idx="720">
                  <c:v>2399</c:v>
                </c:pt>
                <c:pt idx="721">
                  <c:v>2402</c:v>
                </c:pt>
                <c:pt idx="722">
                  <c:v>2406</c:v>
                </c:pt>
                <c:pt idx="723">
                  <c:v>2409</c:v>
                </c:pt>
                <c:pt idx="724">
                  <c:v>2412</c:v>
                </c:pt>
                <c:pt idx="725">
                  <c:v>2416</c:v>
                </c:pt>
                <c:pt idx="726">
                  <c:v>2419</c:v>
                </c:pt>
                <c:pt idx="727">
                  <c:v>2422</c:v>
                </c:pt>
                <c:pt idx="728">
                  <c:v>2426</c:v>
                </c:pt>
                <c:pt idx="729">
                  <c:v>2429</c:v>
                </c:pt>
                <c:pt idx="730">
                  <c:v>2432</c:v>
                </c:pt>
                <c:pt idx="731">
                  <c:v>2436</c:v>
                </c:pt>
                <c:pt idx="732">
                  <c:v>2439</c:v>
                </c:pt>
                <c:pt idx="733">
                  <c:v>2442</c:v>
                </c:pt>
                <c:pt idx="734">
                  <c:v>2446</c:v>
                </c:pt>
                <c:pt idx="735">
                  <c:v>2449</c:v>
                </c:pt>
                <c:pt idx="736">
                  <c:v>2452</c:v>
                </c:pt>
                <c:pt idx="737">
                  <c:v>2456</c:v>
                </c:pt>
                <c:pt idx="738">
                  <c:v>2459</c:v>
                </c:pt>
                <c:pt idx="739">
                  <c:v>2462</c:v>
                </c:pt>
                <c:pt idx="740">
                  <c:v>2466</c:v>
                </c:pt>
                <c:pt idx="741">
                  <c:v>2469</c:v>
                </c:pt>
                <c:pt idx="742">
                  <c:v>2472</c:v>
                </c:pt>
                <c:pt idx="743">
                  <c:v>2475</c:v>
                </c:pt>
                <c:pt idx="744">
                  <c:v>2479</c:v>
                </c:pt>
                <c:pt idx="745">
                  <c:v>2482</c:v>
                </c:pt>
                <c:pt idx="746">
                  <c:v>2485</c:v>
                </c:pt>
                <c:pt idx="747">
                  <c:v>2489</c:v>
                </c:pt>
                <c:pt idx="748">
                  <c:v>2492</c:v>
                </c:pt>
                <c:pt idx="749">
                  <c:v>2495</c:v>
                </c:pt>
                <c:pt idx="750">
                  <c:v>2499</c:v>
                </c:pt>
                <c:pt idx="751">
                  <c:v>2502</c:v>
                </c:pt>
                <c:pt idx="752">
                  <c:v>2505</c:v>
                </c:pt>
                <c:pt idx="753">
                  <c:v>2509</c:v>
                </c:pt>
                <c:pt idx="754">
                  <c:v>2512</c:v>
                </c:pt>
                <c:pt idx="755">
                  <c:v>2515</c:v>
                </c:pt>
                <c:pt idx="756">
                  <c:v>2519</c:v>
                </c:pt>
                <c:pt idx="757">
                  <c:v>2522</c:v>
                </c:pt>
                <c:pt idx="758">
                  <c:v>2525</c:v>
                </c:pt>
                <c:pt idx="759">
                  <c:v>2529</c:v>
                </c:pt>
                <c:pt idx="760">
                  <c:v>2532</c:v>
                </c:pt>
                <c:pt idx="761">
                  <c:v>2535</c:v>
                </c:pt>
                <c:pt idx="762">
                  <c:v>2539</c:v>
                </c:pt>
                <c:pt idx="763">
                  <c:v>2542</c:v>
                </c:pt>
                <c:pt idx="764">
                  <c:v>2545</c:v>
                </c:pt>
                <c:pt idx="765">
                  <c:v>2549</c:v>
                </c:pt>
                <c:pt idx="766">
                  <c:v>2552</c:v>
                </c:pt>
                <c:pt idx="767">
                  <c:v>2555</c:v>
                </c:pt>
                <c:pt idx="768">
                  <c:v>2559</c:v>
                </c:pt>
                <c:pt idx="769">
                  <c:v>2562</c:v>
                </c:pt>
                <c:pt idx="770">
                  <c:v>2565</c:v>
                </c:pt>
                <c:pt idx="771">
                  <c:v>2569</c:v>
                </c:pt>
                <c:pt idx="772">
                  <c:v>2572</c:v>
                </c:pt>
                <c:pt idx="773">
                  <c:v>2575</c:v>
                </c:pt>
                <c:pt idx="774">
                  <c:v>2579</c:v>
                </c:pt>
                <c:pt idx="775">
                  <c:v>2582</c:v>
                </c:pt>
                <c:pt idx="776">
                  <c:v>2585</c:v>
                </c:pt>
                <c:pt idx="777">
                  <c:v>2589</c:v>
                </c:pt>
                <c:pt idx="778">
                  <c:v>2592</c:v>
                </c:pt>
                <c:pt idx="779">
                  <c:v>2595</c:v>
                </c:pt>
                <c:pt idx="780">
                  <c:v>2599</c:v>
                </c:pt>
                <c:pt idx="781">
                  <c:v>2602</c:v>
                </c:pt>
                <c:pt idx="782">
                  <c:v>2605</c:v>
                </c:pt>
                <c:pt idx="783">
                  <c:v>2609</c:v>
                </c:pt>
                <c:pt idx="784">
                  <c:v>2612</c:v>
                </c:pt>
                <c:pt idx="785">
                  <c:v>2615</c:v>
                </c:pt>
                <c:pt idx="786">
                  <c:v>2619</c:v>
                </c:pt>
                <c:pt idx="787">
                  <c:v>2622</c:v>
                </c:pt>
                <c:pt idx="788">
                  <c:v>2625</c:v>
                </c:pt>
                <c:pt idx="789">
                  <c:v>2629</c:v>
                </c:pt>
                <c:pt idx="790">
                  <c:v>2632</c:v>
                </c:pt>
                <c:pt idx="791">
                  <c:v>2635</c:v>
                </c:pt>
                <c:pt idx="792">
                  <c:v>2639</c:v>
                </c:pt>
                <c:pt idx="793">
                  <c:v>2642</c:v>
                </c:pt>
                <c:pt idx="794">
                  <c:v>2645</c:v>
                </c:pt>
                <c:pt idx="795">
                  <c:v>2649</c:v>
                </c:pt>
                <c:pt idx="796">
                  <c:v>2652</c:v>
                </c:pt>
                <c:pt idx="797">
                  <c:v>2655</c:v>
                </c:pt>
                <c:pt idx="798">
                  <c:v>2658</c:v>
                </c:pt>
                <c:pt idx="799">
                  <c:v>2662</c:v>
                </c:pt>
                <c:pt idx="800">
                  <c:v>2665</c:v>
                </c:pt>
                <c:pt idx="801">
                  <c:v>2668</c:v>
                </c:pt>
                <c:pt idx="802">
                  <c:v>2672</c:v>
                </c:pt>
                <c:pt idx="803">
                  <c:v>2675</c:v>
                </c:pt>
                <c:pt idx="804">
                  <c:v>2678</c:v>
                </c:pt>
                <c:pt idx="805">
                  <c:v>2682</c:v>
                </c:pt>
                <c:pt idx="806">
                  <c:v>2685</c:v>
                </c:pt>
                <c:pt idx="807">
                  <c:v>2688</c:v>
                </c:pt>
                <c:pt idx="808">
                  <c:v>2692</c:v>
                </c:pt>
                <c:pt idx="809">
                  <c:v>2695</c:v>
                </c:pt>
                <c:pt idx="810">
                  <c:v>2698</c:v>
                </c:pt>
                <c:pt idx="811">
                  <c:v>2702</c:v>
                </c:pt>
                <c:pt idx="812">
                  <c:v>2705</c:v>
                </c:pt>
                <c:pt idx="813">
                  <c:v>2708</c:v>
                </c:pt>
                <c:pt idx="814">
                  <c:v>2712</c:v>
                </c:pt>
                <c:pt idx="815">
                  <c:v>2715</c:v>
                </c:pt>
                <c:pt idx="816">
                  <c:v>2718</c:v>
                </c:pt>
                <c:pt idx="817">
                  <c:v>2722</c:v>
                </c:pt>
                <c:pt idx="818">
                  <c:v>2725</c:v>
                </c:pt>
                <c:pt idx="819">
                  <c:v>2728</c:v>
                </c:pt>
                <c:pt idx="820">
                  <c:v>2732</c:v>
                </c:pt>
                <c:pt idx="821">
                  <c:v>2735</c:v>
                </c:pt>
                <c:pt idx="822">
                  <c:v>2738</c:v>
                </c:pt>
                <c:pt idx="823">
                  <c:v>2742</c:v>
                </c:pt>
                <c:pt idx="824">
                  <c:v>2745</c:v>
                </c:pt>
                <c:pt idx="825">
                  <c:v>2748</c:v>
                </c:pt>
                <c:pt idx="826">
                  <c:v>2752</c:v>
                </c:pt>
                <c:pt idx="827">
                  <c:v>2755</c:v>
                </c:pt>
                <c:pt idx="828">
                  <c:v>2758</c:v>
                </c:pt>
                <c:pt idx="829">
                  <c:v>2762</c:v>
                </c:pt>
                <c:pt idx="830">
                  <c:v>2765</c:v>
                </c:pt>
                <c:pt idx="831">
                  <c:v>2768</c:v>
                </c:pt>
                <c:pt idx="832">
                  <c:v>2772</c:v>
                </c:pt>
                <c:pt idx="833">
                  <c:v>2775</c:v>
                </c:pt>
                <c:pt idx="834">
                  <c:v>2778</c:v>
                </c:pt>
                <c:pt idx="835">
                  <c:v>2782</c:v>
                </c:pt>
                <c:pt idx="836">
                  <c:v>2785</c:v>
                </c:pt>
                <c:pt idx="837">
                  <c:v>2788</c:v>
                </c:pt>
                <c:pt idx="838">
                  <c:v>2792</c:v>
                </c:pt>
                <c:pt idx="839">
                  <c:v>2795</c:v>
                </c:pt>
                <c:pt idx="840">
                  <c:v>2798</c:v>
                </c:pt>
                <c:pt idx="841">
                  <c:v>2802</c:v>
                </c:pt>
                <c:pt idx="842">
                  <c:v>2805</c:v>
                </c:pt>
                <c:pt idx="843">
                  <c:v>2808</c:v>
                </c:pt>
                <c:pt idx="844">
                  <c:v>2812</c:v>
                </c:pt>
                <c:pt idx="845">
                  <c:v>2815</c:v>
                </c:pt>
                <c:pt idx="846">
                  <c:v>2818</c:v>
                </c:pt>
                <c:pt idx="847">
                  <c:v>2822</c:v>
                </c:pt>
                <c:pt idx="848">
                  <c:v>2825</c:v>
                </c:pt>
                <c:pt idx="849">
                  <c:v>2828</c:v>
                </c:pt>
                <c:pt idx="850">
                  <c:v>2832</c:v>
                </c:pt>
                <c:pt idx="851">
                  <c:v>2835</c:v>
                </c:pt>
                <c:pt idx="852">
                  <c:v>2838</c:v>
                </c:pt>
                <c:pt idx="853">
                  <c:v>2841</c:v>
                </c:pt>
                <c:pt idx="854">
                  <c:v>2845</c:v>
                </c:pt>
                <c:pt idx="855">
                  <c:v>2848</c:v>
                </c:pt>
                <c:pt idx="856">
                  <c:v>2851</c:v>
                </c:pt>
                <c:pt idx="857">
                  <c:v>2855</c:v>
                </c:pt>
                <c:pt idx="858">
                  <c:v>2858</c:v>
                </c:pt>
                <c:pt idx="859">
                  <c:v>2861</c:v>
                </c:pt>
                <c:pt idx="860">
                  <c:v>2865</c:v>
                </c:pt>
                <c:pt idx="861">
                  <c:v>2868</c:v>
                </c:pt>
                <c:pt idx="862">
                  <c:v>2871</c:v>
                </c:pt>
                <c:pt idx="863">
                  <c:v>2875</c:v>
                </c:pt>
                <c:pt idx="864">
                  <c:v>2878</c:v>
                </c:pt>
                <c:pt idx="865">
                  <c:v>2881</c:v>
                </c:pt>
                <c:pt idx="866">
                  <c:v>2885</c:v>
                </c:pt>
                <c:pt idx="867">
                  <c:v>2888</c:v>
                </c:pt>
                <c:pt idx="868">
                  <c:v>2891</c:v>
                </c:pt>
                <c:pt idx="869">
                  <c:v>2895</c:v>
                </c:pt>
                <c:pt idx="870">
                  <c:v>2898</c:v>
                </c:pt>
                <c:pt idx="871">
                  <c:v>2901</c:v>
                </c:pt>
                <c:pt idx="872">
                  <c:v>2905</c:v>
                </c:pt>
                <c:pt idx="873">
                  <c:v>2908</c:v>
                </c:pt>
                <c:pt idx="874">
                  <c:v>2911</c:v>
                </c:pt>
                <c:pt idx="875">
                  <c:v>2915</c:v>
                </c:pt>
                <c:pt idx="876">
                  <c:v>2918</c:v>
                </c:pt>
                <c:pt idx="877">
                  <c:v>2921</c:v>
                </c:pt>
                <c:pt idx="878">
                  <c:v>2925</c:v>
                </c:pt>
                <c:pt idx="879">
                  <c:v>2928</c:v>
                </c:pt>
                <c:pt idx="880">
                  <c:v>2931</c:v>
                </c:pt>
                <c:pt idx="881">
                  <c:v>2935</c:v>
                </c:pt>
                <c:pt idx="882">
                  <c:v>2938</c:v>
                </c:pt>
                <c:pt idx="883">
                  <c:v>2941</c:v>
                </c:pt>
                <c:pt idx="884">
                  <c:v>2945</c:v>
                </c:pt>
                <c:pt idx="885">
                  <c:v>2948</c:v>
                </c:pt>
                <c:pt idx="886">
                  <c:v>2951</c:v>
                </c:pt>
                <c:pt idx="887">
                  <c:v>2955</c:v>
                </c:pt>
                <c:pt idx="888">
                  <c:v>2958</c:v>
                </c:pt>
                <c:pt idx="889">
                  <c:v>2961</c:v>
                </c:pt>
                <c:pt idx="890">
                  <c:v>2965</c:v>
                </c:pt>
                <c:pt idx="891">
                  <c:v>2968</c:v>
                </c:pt>
                <c:pt idx="892">
                  <c:v>2971</c:v>
                </c:pt>
                <c:pt idx="893">
                  <c:v>2975</c:v>
                </c:pt>
                <c:pt idx="894">
                  <c:v>2978</c:v>
                </c:pt>
                <c:pt idx="895">
                  <c:v>2981</c:v>
                </c:pt>
                <c:pt idx="896">
                  <c:v>2985</c:v>
                </c:pt>
                <c:pt idx="897">
                  <c:v>2988</c:v>
                </c:pt>
                <c:pt idx="898">
                  <c:v>2991</c:v>
                </c:pt>
                <c:pt idx="899">
                  <c:v>2995</c:v>
                </c:pt>
                <c:pt idx="900">
                  <c:v>2998</c:v>
                </c:pt>
                <c:pt idx="901">
                  <c:v>3001</c:v>
                </c:pt>
                <c:pt idx="902">
                  <c:v>3005</c:v>
                </c:pt>
                <c:pt idx="903">
                  <c:v>3008</c:v>
                </c:pt>
                <c:pt idx="904">
                  <c:v>3011</c:v>
                </c:pt>
                <c:pt idx="905">
                  <c:v>3015</c:v>
                </c:pt>
                <c:pt idx="906">
                  <c:v>3018</c:v>
                </c:pt>
                <c:pt idx="907">
                  <c:v>3021</c:v>
                </c:pt>
                <c:pt idx="908">
                  <c:v>3024</c:v>
                </c:pt>
                <c:pt idx="909">
                  <c:v>3028</c:v>
                </c:pt>
                <c:pt idx="910">
                  <c:v>3031</c:v>
                </c:pt>
                <c:pt idx="911">
                  <c:v>3034</c:v>
                </c:pt>
                <c:pt idx="912">
                  <c:v>3038</c:v>
                </c:pt>
                <c:pt idx="913">
                  <c:v>3041</c:v>
                </c:pt>
                <c:pt idx="914">
                  <c:v>3044</c:v>
                </c:pt>
                <c:pt idx="915">
                  <c:v>3048</c:v>
                </c:pt>
                <c:pt idx="916">
                  <c:v>3051</c:v>
                </c:pt>
                <c:pt idx="917">
                  <c:v>3054</c:v>
                </c:pt>
                <c:pt idx="918">
                  <c:v>3058</c:v>
                </c:pt>
                <c:pt idx="919">
                  <c:v>3061</c:v>
                </c:pt>
                <c:pt idx="920">
                  <c:v>3064</c:v>
                </c:pt>
                <c:pt idx="921">
                  <c:v>3068</c:v>
                </c:pt>
                <c:pt idx="922">
                  <c:v>3071</c:v>
                </c:pt>
                <c:pt idx="923">
                  <c:v>3074</c:v>
                </c:pt>
                <c:pt idx="924">
                  <c:v>3078</c:v>
                </c:pt>
                <c:pt idx="925">
                  <c:v>3081</c:v>
                </c:pt>
                <c:pt idx="926">
                  <c:v>3084</c:v>
                </c:pt>
                <c:pt idx="927">
                  <c:v>3088</c:v>
                </c:pt>
                <c:pt idx="928">
                  <c:v>3091</c:v>
                </c:pt>
                <c:pt idx="929">
                  <c:v>3094</c:v>
                </c:pt>
                <c:pt idx="930">
                  <c:v>3098</c:v>
                </c:pt>
                <c:pt idx="931">
                  <c:v>3101</c:v>
                </c:pt>
                <c:pt idx="932">
                  <c:v>3104</c:v>
                </c:pt>
                <c:pt idx="933">
                  <c:v>3108</c:v>
                </c:pt>
                <c:pt idx="934">
                  <c:v>3111</c:v>
                </c:pt>
                <c:pt idx="935">
                  <c:v>3114</c:v>
                </c:pt>
                <c:pt idx="936">
                  <c:v>3118</c:v>
                </c:pt>
                <c:pt idx="937">
                  <c:v>3121</c:v>
                </c:pt>
                <c:pt idx="938">
                  <c:v>3124</c:v>
                </c:pt>
                <c:pt idx="939">
                  <c:v>3128</c:v>
                </c:pt>
                <c:pt idx="940">
                  <c:v>3131</c:v>
                </c:pt>
                <c:pt idx="941">
                  <c:v>3134</c:v>
                </c:pt>
                <c:pt idx="942">
                  <c:v>3138</c:v>
                </c:pt>
                <c:pt idx="943">
                  <c:v>3141</c:v>
                </c:pt>
                <c:pt idx="944">
                  <c:v>3144</c:v>
                </c:pt>
                <c:pt idx="945">
                  <c:v>3148</c:v>
                </c:pt>
                <c:pt idx="946">
                  <c:v>3151</c:v>
                </c:pt>
                <c:pt idx="947">
                  <c:v>3154</c:v>
                </c:pt>
                <c:pt idx="948">
                  <c:v>3158</c:v>
                </c:pt>
                <c:pt idx="949">
                  <c:v>3161</c:v>
                </c:pt>
                <c:pt idx="950">
                  <c:v>3164</c:v>
                </c:pt>
                <c:pt idx="951">
                  <c:v>3168</c:v>
                </c:pt>
                <c:pt idx="952">
                  <c:v>3171</c:v>
                </c:pt>
                <c:pt idx="953">
                  <c:v>3174</c:v>
                </c:pt>
                <c:pt idx="954">
                  <c:v>3178</c:v>
                </c:pt>
                <c:pt idx="955">
                  <c:v>3181</c:v>
                </c:pt>
                <c:pt idx="956">
                  <c:v>3184</c:v>
                </c:pt>
                <c:pt idx="957">
                  <c:v>3188</c:v>
                </c:pt>
                <c:pt idx="958">
                  <c:v>3191</c:v>
                </c:pt>
                <c:pt idx="959">
                  <c:v>3194</c:v>
                </c:pt>
                <c:pt idx="960">
                  <c:v>3198</c:v>
                </c:pt>
                <c:pt idx="961">
                  <c:v>3201</c:v>
                </c:pt>
                <c:pt idx="962">
                  <c:v>3204</c:v>
                </c:pt>
                <c:pt idx="963">
                  <c:v>3207</c:v>
                </c:pt>
                <c:pt idx="964">
                  <c:v>3211</c:v>
                </c:pt>
                <c:pt idx="965">
                  <c:v>3214</c:v>
                </c:pt>
                <c:pt idx="966">
                  <c:v>3217</c:v>
                </c:pt>
                <c:pt idx="967">
                  <c:v>3221</c:v>
                </c:pt>
                <c:pt idx="968">
                  <c:v>3224</c:v>
                </c:pt>
                <c:pt idx="969">
                  <c:v>3227</c:v>
                </c:pt>
                <c:pt idx="970">
                  <c:v>3231</c:v>
                </c:pt>
                <c:pt idx="971">
                  <c:v>3234</c:v>
                </c:pt>
                <c:pt idx="972">
                  <c:v>3237</c:v>
                </c:pt>
                <c:pt idx="973">
                  <c:v>3241</c:v>
                </c:pt>
                <c:pt idx="974">
                  <c:v>3244</c:v>
                </c:pt>
                <c:pt idx="975">
                  <c:v>3247</c:v>
                </c:pt>
                <c:pt idx="976">
                  <c:v>3251</c:v>
                </c:pt>
                <c:pt idx="977">
                  <c:v>3254</c:v>
                </c:pt>
                <c:pt idx="978">
                  <c:v>3257</c:v>
                </c:pt>
                <c:pt idx="979">
                  <c:v>3261</c:v>
                </c:pt>
                <c:pt idx="980">
                  <c:v>3264</c:v>
                </c:pt>
                <c:pt idx="981">
                  <c:v>3267</c:v>
                </c:pt>
                <c:pt idx="982">
                  <c:v>3271</c:v>
                </c:pt>
                <c:pt idx="983">
                  <c:v>3274</c:v>
                </c:pt>
                <c:pt idx="984">
                  <c:v>3277</c:v>
                </c:pt>
                <c:pt idx="985">
                  <c:v>3281</c:v>
                </c:pt>
                <c:pt idx="986">
                  <c:v>3284</c:v>
                </c:pt>
                <c:pt idx="987">
                  <c:v>3287</c:v>
                </c:pt>
                <c:pt idx="988">
                  <c:v>3291</c:v>
                </c:pt>
                <c:pt idx="989">
                  <c:v>3294</c:v>
                </c:pt>
                <c:pt idx="990">
                  <c:v>3297</c:v>
                </c:pt>
                <c:pt idx="991">
                  <c:v>3301</c:v>
                </c:pt>
                <c:pt idx="992">
                  <c:v>3304</c:v>
                </c:pt>
                <c:pt idx="993">
                  <c:v>3307</c:v>
                </c:pt>
                <c:pt idx="994">
                  <c:v>3311</c:v>
                </c:pt>
                <c:pt idx="995">
                  <c:v>3314</c:v>
                </c:pt>
                <c:pt idx="996">
                  <c:v>3317</c:v>
                </c:pt>
                <c:pt idx="997">
                  <c:v>3321</c:v>
                </c:pt>
                <c:pt idx="998">
                  <c:v>3324</c:v>
                </c:pt>
                <c:pt idx="999">
                  <c:v>3327</c:v>
                </c:pt>
                <c:pt idx="1000">
                  <c:v>3331</c:v>
                </c:pt>
                <c:pt idx="1001">
                  <c:v>3334</c:v>
                </c:pt>
                <c:pt idx="1002">
                  <c:v>3337</c:v>
                </c:pt>
                <c:pt idx="1003">
                  <c:v>3341</c:v>
                </c:pt>
                <c:pt idx="1004">
                  <c:v>3344</c:v>
                </c:pt>
                <c:pt idx="1005">
                  <c:v>3347</c:v>
                </c:pt>
                <c:pt idx="1006">
                  <c:v>3351</c:v>
                </c:pt>
                <c:pt idx="1007">
                  <c:v>3354</c:v>
                </c:pt>
                <c:pt idx="1008">
                  <c:v>3357</c:v>
                </c:pt>
                <c:pt idx="1009">
                  <c:v>3361</c:v>
                </c:pt>
                <c:pt idx="1010">
                  <c:v>3364</c:v>
                </c:pt>
                <c:pt idx="1011">
                  <c:v>3367</c:v>
                </c:pt>
                <c:pt idx="1012">
                  <c:v>3371</c:v>
                </c:pt>
                <c:pt idx="1013">
                  <c:v>3374</c:v>
                </c:pt>
                <c:pt idx="1014">
                  <c:v>3377</c:v>
                </c:pt>
                <c:pt idx="1015">
                  <c:v>3381</c:v>
                </c:pt>
                <c:pt idx="1016">
                  <c:v>3384</c:v>
                </c:pt>
                <c:pt idx="1017">
                  <c:v>3387</c:v>
                </c:pt>
                <c:pt idx="1018">
                  <c:v>3390</c:v>
                </c:pt>
                <c:pt idx="1019">
                  <c:v>3394</c:v>
                </c:pt>
                <c:pt idx="1020">
                  <c:v>3397</c:v>
                </c:pt>
                <c:pt idx="1021">
                  <c:v>3400</c:v>
                </c:pt>
                <c:pt idx="1022">
                  <c:v>3404</c:v>
                </c:pt>
                <c:pt idx="1023">
                  <c:v>3407</c:v>
                </c:pt>
                <c:pt idx="1024">
                  <c:v>3410</c:v>
                </c:pt>
                <c:pt idx="1025">
                  <c:v>3414</c:v>
                </c:pt>
                <c:pt idx="1026">
                  <c:v>3417</c:v>
                </c:pt>
                <c:pt idx="1027">
                  <c:v>3420</c:v>
                </c:pt>
                <c:pt idx="1028">
                  <c:v>3424</c:v>
                </c:pt>
                <c:pt idx="1029">
                  <c:v>3427</c:v>
                </c:pt>
                <c:pt idx="1030">
                  <c:v>3430</c:v>
                </c:pt>
                <c:pt idx="1031">
                  <c:v>3434</c:v>
                </c:pt>
                <c:pt idx="1032">
                  <c:v>3437</c:v>
                </c:pt>
                <c:pt idx="1033">
                  <c:v>3440</c:v>
                </c:pt>
                <c:pt idx="1034">
                  <c:v>3444</c:v>
                </c:pt>
                <c:pt idx="1035">
                  <c:v>3447</c:v>
                </c:pt>
                <c:pt idx="1036">
                  <c:v>3450</c:v>
                </c:pt>
                <c:pt idx="1037">
                  <c:v>3454</c:v>
                </c:pt>
                <c:pt idx="1038">
                  <c:v>3457</c:v>
                </c:pt>
                <c:pt idx="1039">
                  <c:v>3460</c:v>
                </c:pt>
                <c:pt idx="1040">
                  <c:v>3464</c:v>
                </c:pt>
                <c:pt idx="1041">
                  <c:v>3467</c:v>
                </c:pt>
                <c:pt idx="1042">
                  <c:v>3470</c:v>
                </c:pt>
                <c:pt idx="1043">
                  <c:v>3474</c:v>
                </c:pt>
                <c:pt idx="1044">
                  <c:v>3477</c:v>
                </c:pt>
                <c:pt idx="1045">
                  <c:v>3480</c:v>
                </c:pt>
                <c:pt idx="1046">
                  <c:v>3484</c:v>
                </c:pt>
                <c:pt idx="1047">
                  <c:v>3487</c:v>
                </c:pt>
                <c:pt idx="1048">
                  <c:v>3490</c:v>
                </c:pt>
                <c:pt idx="1049">
                  <c:v>3494</c:v>
                </c:pt>
                <c:pt idx="1050">
                  <c:v>3497</c:v>
                </c:pt>
                <c:pt idx="1051">
                  <c:v>3500</c:v>
                </c:pt>
                <c:pt idx="1052">
                  <c:v>3504</c:v>
                </c:pt>
                <c:pt idx="1053">
                  <c:v>3507</c:v>
                </c:pt>
                <c:pt idx="1054">
                  <c:v>3510</c:v>
                </c:pt>
                <c:pt idx="1055">
                  <c:v>3514</c:v>
                </c:pt>
                <c:pt idx="1056">
                  <c:v>3517</c:v>
                </c:pt>
                <c:pt idx="1057">
                  <c:v>3520</c:v>
                </c:pt>
                <c:pt idx="1058">
                  <c:v>3524</c:v>
                </c:pt>
                <c:pt idx="1059">
                  <c:v>3527</c:v>
                </c:pt>
                <c:pt idx="1060">
                  <c:v>3530</c:v>
                </c:pt>
                <c:pt idx="1061">
                  <c:v>3534</c:v>
                </c:pt>
                <c:pt idx="1062">
                  <c:v>3537</c:v>
                </c:pt>
                <c:pt idx="1063">
                  <c:v>3540</c:v>
                </c:pt>
                <c:pt idx="1064">
                  <c:v>3544</c:v>
                </c:pt>
                <c:pt idx="1065">
                  <c:v>3547</c:v>
                </c:pt>
                <c:pt idx="1066">
                  <c:v>3550</c:v>
                </c:pt>
                <c:pt idx="1067">
                  <c:v>3554</c:v>
                </c:pt>
                <c:pt idx="1068">
                  <c:v>3557</c:v>
                </c:pt>
                <c:pt idx="1069">
                  <c:v>3560</c:v>
                </c:pt>
                <c:pt idx="1070">
                  <c:v>3564</c:v>
                </c:pt>
                <c:pt idx="1071">
                  <c:v>3567</c:v>
                </c:pt>
                <c:pt idx="1072">
                  <c:v>3570</c:v>
                </c:pt>
                <c:pt idx="1073">
                  <c:v>3573</c:v>
                </c:pt>
                <c:pt idx="1074">
                  <c:v>3577</c:v>
                </c:pt>
                <c:pt idx="1075">
                  <c:v>3580</c:v>
                </c:pt>
                <c:pt idx="1076">
                  <c:v>3583</c:v>
                </c:pt>
                <c:pt idx="1077">
                  <c:v>3587</c:v>
                </c:pt>
                <c:pt idx="1078">
                  <c:v>3590</c:v>
                </c:pt>
                <c:pt idx="1079">
                  <c:v>3593</c:v>
                </c:pt>
                <c:pt idx="1080">
                  <c:v>3597</c:v>
                </c:pt>
                <c:pt idx="1081">
                  <c:v>3600</c:v>
                </c:pt>
                <c:pt idx="1082">
                  <c:v>3603</c:v>
                </c:pt>
                <c:pt idx="1083">
                  <c:v>3607</c:v>
                </c:pt>
                <c:pt idx="1084">
                  <c:v>3610</c:v>
                </c:pt>
                <c:pt idx="1085">
                  <c:v>3613</c:v>
                </c:pt>
                <c:pt idx="1086">
                  <c:v>3617</c:v>
                </c:pt>
                <c:pt idx="1087">
                  <c:v>3620</c:v>
                </c:pt>
                <c:pt idx="1088">
                  <c:v>3623</c:v>
                </c:pt>
                <c:pt idx="1089">
                  <c:v>3627</c:v>
                </c:pt>
                <c:pt idx="1090">
                  <c:v>3630</c:v>
                </c:pt>
                <c:pt idx="1091">
                  <c:v>3633</c:v>
                </c:pt>
                <c:pt idx="1092">
                  <c:v>3637</c:v>
                </c:pt>
                <c:pt idx="1093">
                  <c:v>3640</c:v>
                </c:pt>
                <c:pt idx="1094">
                  <c:v>3643</c:v>
                </c:pt>
                <c:pt idx="1095">
                  <c:v>3647</c:v>
                </c:pt>
                <c:pt idx="1096">
                  <c:v>3650</c:v>
                </c:pt>
                <c:pt idx="1097">
                  <c:v>3653</c:v>
                </c:pt>
                <c:pt idx="1098">
                  <c:v>3657</c:v>
                </c:pt>
                <c:pt idx="1099">
                  <c:v>3660</c:v>
                </c:pt>
                <c:pt idx="1100">
                  <c:v>3663</c:v>
                </c:pt>
                <c:pt idx="1101">
                  <c:v>3667</c:v>
                </c:pt>
                <c:pt idx="1102">
                  <c:v>3670</c:v>
                </c:pt>
                <c:pt idx="1103">
                  <c:v>3673</c:v>
                </c:pt>
                <c:pt idx="1104">
                  <c:v>3677</c:v>
                </c:pt>
                <c:pt idx="1105">
                  <c:v>3680</c:v>
                </c:pt>
                <c:pt idx="1106">
                  <c:v>3683</c:v>
                </c:pt>
                <c:pt idx="1107">
                  <c:v>3687</c:v>
                </c:pt>
                <c:pt idx="1108">
                  <c:v>3690</c:v>
                </c:pt>
                <c:pt idx="1109">
                  <c:v>3693</c:v>
                </c:pt>
                <c:pt idx="1110">
                  <c:v>3697</c:v>
                </c:pt>
                <c:pt idx="1111">
                  <c:v>3700</c:v>
                </c:pt>
                <c:pt idx="1112">
                  <c:v>3703</c:v>
                </c:pt>
                <c:pt idx="1113">
                  <c:v>3707</c:v>
                </c:pt>
                <c:pt idx="1114">
                  <c:v>3710</c:v>
                </c:pt>
                <c:pt idx="1115">
                  <c:v>3713</c:v>
                </c:pt>
                <c:pt idx="1116">
                  <c:v>3717</c:v>
                </c:pt>
                <c:pt idx="1117">
                  <c:v>3720</c:v>
                </c:pt>
                <c:pt idx="1118">
                  <c:v>3723</c:v>
                </c:pt>
                <c:pt idx="1119">
                  <c:v>3727</c:v>
                </c:pt>
                <c:pt idx="1120">
                  <c:v>3730</c:v>
                </c:pt>
                <c:pt idx="1121">
                  <c:v>3733</c:v>
                </c:pt>
                <c:pt idx="1122">
                  <c:v>3737</c:v>
                </c:pt>
                <c:pt idx="1123">
                  <c:v>3740</c:v>
                </c:pt>
                <c:pt idx="1124">
                  <c:v>3743</c:v>
                </c:pt>
                <c:pt idx="1125">
                  <c:v>3747</c:v>
                </c:pt>
                <c:pt idx="1126">
                  <c:v>3750</c:v>
                </c:pt>
                <c:pt idx="1127">
                  <c:v>3753</c:v>
                </c:pt>
                <c:pt idx="1128">
                  <c:v>3756</c:v>
                </c:pt>
                <c:pt idx="1129">
                  <c:v>3760</c:v>
                </c:pt>
                <c:pt idx="1130">
                  <c:v>3763</c:v>
                </c:pt>
                <c:pt idx="1131">
                  <c:v>3766</c:v>
                </c:pt>
                <c:pt idx="1132">
                  <c:v>3770</c:v>
                </c:pt>
                <c:pt idx="1133">
                  <c:v>3773</c:v>
                </c:pt>
                <c:pt idx="1134">
                  <c:v>3776</c:v>
                </c:pt>
                <c:pt idx="1135">
                  <c:v>3780</c:v>
                </c:pt>
                <c:pt idx="1136">
                  <c:v>3783</c:v>
                </c:pt>
                <c:pt idx="1137">
                  <c:v>3786</c:v>
                </c:pt>
                <c:pt idx="1138">
                  <c:v>3790</c:v>
                </c:pt>
                <c:pt idx="1139">
                  <c:v>3793</c:v>
                </c:pt>
                <c:pt idx="1140">
                  <c:v>3796</c:v>
                </c:pt>
                <c:pt idx="1141">
                  <c:v>3800</c:v>
                </c:pt>
                <c:pt idx="1142">
                  <c:v>3803</c:v>
                </c:pt>
                <c:pt idx="1143">
                  <c:v>3806</c:v>
                </c:pt>
                <c:pt idx="1144">
                  <c:v>3810</c:v>
                </c:pt>
                <c:pt idx="1145">
                  <c:v>3813</c:v>
                </c:pt>
                <c:pt idx="1146">
                  <c:v>3816</c:v>
                </c:pt>
                <c:pt idx="1147">
                  <c:v>3820</c:v>
                </c:pt>
                <c:pt idx="1148">
                  <c:v>3823</c:v>
                </c:pt>
                <c:pt idx="1149">
                  <c:v>3826</c:v>
                </c:pt>
                <c:pt idx="1150">
                  <c:v>3830</c:v>
                </c:pt>
                <c:pt idx="1151">
                  <c:v>3833</c:v>
                </c:pt>
                <c:pt idx="1152">
                  <c:v>3836</c:v>
                </c:pt>
                <c:pt idx="1153">
                  <c:v>3840</c:v>
                </c:pt>
                <c:pt idx="1154">
                  <c:v>3843</c:v>
                </c:pt>
                <c:pt idx="1155">
                  <c:v>3846</c:v>
                </c:pt>
                <c:pt idx="1156">
                  <c:v>3850</c:v>
                </c:pt>
                <c:pt idx="1157">
                  <c:v>3853</c:v>
                </c:pt>
                <c:pt idx="1158">
                  <c:v>3856</c:v>
                </c:pt>
                <c:pt idx="1159">
                  <c:v>3860</c:v>
                </c:pt>
                <c:pt idx="1160">
                  <c:v>3863</c:v>
                </c:pt>
                <c:pt idx="1161">
                  <c:v>3866</c:v>
                </c:pt>
                <c:pt idx="1162">
                  <c:v>3870</c:v>
                </c:pt>
                <c:pt idx="1163">
                  <c:v>3873</c:v>
                </c:pt>
                <c:pt idx="1164">
                  <c:v>3876</c:v>
                </c:pt>
                <c:pt idx="1165">
                  <c:v>3880</c:v>
                </c:pt>
                <c:pt idx="1166">
                  <c:v>3883</c:v>
                </c:pt>
                <c:pt idx="1167">
                  <c:v>3886</c:v>
                </c:pt>
                <c:pt idx="1168">
                  <c:v>3890</c:v>
                </c:pt>
                <c:pt idx="1169">
                  <c:v>3893</c:v>
                </c:pt>
                <c:pt idx="1170">
                  <c:v>3896</c:v>
                </c:pt>
                <c:pt idx="1171">
                  <c:v>3900</c:v>
                </c:pt>
                <c:pt idx="1172">
                  <c:v>3903</c:v>
                </c:pt>
                <c:pt idx="1173">
                  <c:v>3906</c:v>
                </c:pt>
                <c:pt idx="1174">
                  <c:v>3910</c:v>
                </c:pt>
                <c:pt idx="1175">
                  <c:v>3913</c:v>
                </c:pt>
                <c:pt idx="1176">
                  <c:v>3916</c:v>
                </c:pt>
                <c:pt idx="1177">
                  <c:v>3920</c:v>
                </c:pt>
                <c:pt idx="1178">
                  <c:v>3923</c:v>
                </c:pt>
                <c:pt idx="1179">
                  <c:v>3926</c:v>
                </c:pt>
                <c:pt idx="1180">
                  <c:v>3930</c:v>
                </c:pt>
                <c:pt idx="1181">
                  <c:v>3933</c:v>
                </c:pt>
                <c:pt idx="1182">
                  <c:v>3936</c:v>
                </c:pt>
                <c:pt idx="1183">
                  <c:v>3939</c:v>
                </c:pt>
                <c:pt idx="1184">
                  <c:v>3943</c:v>
                </c:pt>
                <c:pt idx="1185">
                  <c:v>3946</c:v>
                </c:pt>
                <c:pt idx="1186">
                  <c:v>3949</c:v>
                </c:pt>
                <c:pt idx="1187">
                  <c:v>3953</c:v>
                </c:pt>
                <c:pt idx="1188">
                  <c:v>3956</c:v>
                </c:pt>
                <c:pt idx="1189">
                  <c:v>3959</c:v>
                </c:pt>
                <c:pt idx="1190">
                  <c:v>3963</c:v>
                </c:pt>
                <c:pt idx="1191">
                  <c:v>3966</c:v>
                </c:pt>
                <c:pt idx="1192">
                  <c:v>3969</c:v>
                </c:pt>
                <c:pt idx="1193">
                  <c:v>3973</c:v>
                </c:pt>
                <c:pt idx="1194">
                  <c:v>3976</c:v>
                </c:pt>
                <c:pt idx="1195">
                  <c:v>3979</c:v>
                </c:pt>
                <c:pt idx="1196">
                  <c:v>3983</c:v>
                </c:pt>
                <c:pt idx="1197">
                  <c:v>3986</c:v>
                </c:pt>
                <c:pt idx="1198">
                  <c:v>3989</c:v>
                </c:pt>
                <c:pt idx="1199">
                  <c:v>3993</c:v>
                </c:pt>
                <c:pt idx="1200">
                  <c:v>3996</c:v>
                </c:pt>
                <c:pt idx="1201">
                  <c:v>3999</c:v>
                </c:pt>
                <c:pt idx="1202">
                  <c:v>4003</c:v>
                </c:pt>
                <c:pt idx="1203">
                  <c:v>4006</c:v>
                </c:pt>
                <c:pt idx="1204">
                  <c:v>4009</c:v>
                </c:pt>
                <c:pt idx="1205">
                  <c:v>4013</c:v>
                </c:pt>
                <c:pt idx="1206">
                  <c:v>4016</c:v>
                </c:pt>
                <c:pt idx="1207">
                  <c:v>4019</c:v>
                </c:pt>
                <c:pt idx="1208">
                  <c:v>4023</c:v>
                </c:pt>
                <c:pt idx="1209">
                  <c:v>4026</c:v>
                </c:pt>
                <c:pt idx="1210">
                  <c:v>4029</c:v>
                </c:pt>
                <c:pt idx="1211">
                  <c:v>4033</c:v>
                </c:pt>
                <c:pt idx="1212">
                  <c:v>4036</c:v>
                </c:pt>
                <c:pt idx="1213">
                  <c:v>4039</c:v>
                </c:pt>
                <c:pt idx="1214">
                  <c:v>4043</c:v>
                </c:pt>
                <c:pt idx="1215">
                  <c:v>4046</c:v>
                </c:pt>
                <c:pt idx="1216">
                  <c:v>4049</c:v>
                </c:pt>
                <c:pt idx="1217">
                  <c:v>4053</c:v>
                </c:pt>
                <c:pt idx="1218">
                  <c:v>4056</c:v>
                </c:pt>
                <c:pt idx="1219">
                  <c:v>4059</c:v>
                </c:pt>
                <c:pt idx="1220">
                  <c:v>4063</c:v>
                </c:pt>
                <c:pt idx="1221">
                  <c:v>4066</c:v>
                </c:pt>
                <c:pt idx="1222">
                  <c:v>4069</c:v>
                </c:pt>
                <c:pt idx="1223">
                  <c:v>4073</c:v>
                </c:pt>
                <c:pt idx="1224">
                  <c:v>4076</c:v>
                </c:pt>
                <c:pt idx="1225">
                  <c:v>4079</c:v>
                </c:pt>
                <c:pt idx="1226">
                  <c:v>4083</c:v>
                </c:pt>
                <c:pt idx="1227">
                  <c:v>4086</c:v>
                </c:pt>
                <c:pt idx="1228">
                  <c:v>4089</c:v>
                </c:pt>
                <c:pt idx="1229">
                  <c:v>4093</c:v>
                </c:pt>
                <c:pt idx="1230">
                  <c:v>4096</c:v>
                </c:pt>
                <c:pt idx="1231">
                  <c:v>4099</c:v>
                </c:pt>
                <c:pt idx="1232">
                  <c:v>4103</c:v>
                </c:pt>
                <c:pt idx="1233">
                  <c:v>4106</c:v>
                </c:pt>
                <c:pt idx="1234">
                  <c:v>4109</c:v>
                </c:pt>
                <c:pt idx="1235">
                  <c:v>4113</c:v>
                </c:pt>
                <c:pt idx="1236">
                  <c:v>4116</c:v>
                </c:pt>
                <c:pt idx="1237">
                  <c:v>4119</c:v>
                </c:pt>
                <c:pt idx="1238">
                  <c:v>4122</c:v>
                </c:pt>
                <c:pt idx="1239">
                  <c:v>4126</c:v>
                </c:pt>
                <c:pt idx="1240">
                  <c:v>4129</c:v>
                </c:pt>
                <c:pt idx="1241">
                  <c:v>4132</c:v>
                </c:pt>
                <c:pt idx="1242">
                  <c:v>4136</c:v>
                </c:pt>
                <c:pt idx="1243">
                  <c:v>4139</c:v>
                </c:pt>
                <c:pt idx="1244">
                  <c:v>4142</c:v>
                </c:pt>
                <c:pt idx="1245">
                  <c:v>4146</c:v>
                </c:pt>
                <c:pt idx="1246">
                  <c:v>4149</c:v>
                </c:pt>
                <c:pt idx="1247">
                  <c:v>4152</c:v>
                </c:pt>
                <c:pt idx="1248">
                  <c:v>4156</c:v>
                </c:pt>
                <c:pt idx="1249">
                  <c:v>4159</c:v>
                </c:pt>
                <c:pt idx="1250">
                  <c:v>4162</c:v>
                </c:pt>
                <c:pt idx="1251">
                  <c:v>4166</c:v>
                </c:pt>
                <c:pt idx="1252">
                  <c:v>4169</c:v>
                </c:pt>
                <c:pt idx="1253">
                  <c:v>4172</c:v>
                </c:pt>
                <c:pt idx="1254">
                  <c:v>4176</c:v>
                </c:pt>
                <c:pt idx="1255">
                  <c:v>4179</c:v>
                </c:pt>
                <c:pt idx="1256">
                  <c:v>4182</c:v>
                </c:pt>
                <c:pt idx="1257">
                  <c:v>4186</c:v>
                </c:pt>
                <c:pt idx="1258">
                  <c:v>4189</c:v>
                </c:pt>
                <c:pt idx="1259">
                  <c:v>4192</c:v>
                </c:pt>
                <c:pt idx="1260">
                  <c:v>4196</c:v>
                </c:pt>
                <c:pt idx="1261">
                  <c:v>4199</c:v>
                </c:pt>
                <c:pt idx="1262">
                  <c:v>4202</c:v>
                </c:pt>
                <c:pt idx="1263">
                  <c:v>4206</c:v>
                </c:pt>
                <c:pt idx="1264">
                  <c:v>4209</c:v>
                </c:pt>
                <c:pt idx="1265">
                  <c:v>4212</c:v>
                </c:pt>
                <c:pt idx="1266">
                  <c:v>4216</c:v>
                </c:pt>
                <c:pt idx="1267">
                  <c:v>4219</c:v>
                </c:pt>
                <c:pt idx="1268">
                  <c:v>4222</c:v>
                </c:pt>
                <c:pt idx="1269">
                  <c:v>4226</c:v>
                </c:pt>
                <c:pt idx="1270">
                  <c:v>4229</c:v>
                </c:pt>
                <c:pt idx="1271">
                  <c:v>4232</c:v>
                </c:pt>
                <c:pt idx="1272">
                  <c:v>4236</c:v>
                </c:pt>
                <c:pt idx="1273">
                  <c:v>4239</c:v>
                </c:pt>
                <c:pt idx="1274">
                  <c:v>4242</c:v>
                </c:pt>
                <c:pt idx="1275">
                  <c:v>4246</c:v>
                </c:pt>
                <c:pt idx="1276">
                  <c:v>4249</c:v>
                </c:pt>
                <c:pt idx="1277">
                  <c:v>4252</c:v>
                </c:pt>
                <c:pt idx="1278">
                  <c:v>4256</c:v>
                </c:pt>
                <c:pt idx="1279">
                  <c:v>4259</c:v>
                </c:pt>
                <c:pt idx="1280">
                  <c:v>4262</c:v>
                </c:pt>
                <c:pt idx="1281">
                  <c:v>4266</c:v>
                </c:pt>
                <c:pt idx="1282">
                  <c:v>4269</c:v>
                </c:pt>
                <c:pt idx="1283">
                  <c:v>4272</c:v>
                </c:pt>
                <c:pt idx="1284">
                  <c:v>4276</c:v>
                </c:pt>
                <c:pt idx="1285">
                  <c:v>4279</c:v>
                </c:pt>
                <c:pt idx="1286">
                  <c:v>4282</c:v>
                </c:pt>
                <c:pt idx="1287">
                  <c:v>4286</c:v>
                </c:pt>
                <c:pt idx="1288">
                  <c:v>4289</c:v>
                </c:pt>
                <c:pt idx="1289">
                  <c:v>4292</c:v>
                </c:pt>
                <c:pt idx="1290">
                  <c:v>4296</c:v>
                </c:pt>
                <c:pt idx="1291">
                  <c:v>4299</c:v>
                </c:pt>
                <c:pt idx="1292">
                  <c:v>4302</c:v>
                </c:pt>
                <c:pt idx="1293">
                  <c:v>4305</c:v>
                </c:pt>
                <c:pt idx="1294">
                  <c:v>4309</c:v>
                </c:pt>
                <c:pt idx="1295">
                  <c:v>4312</c:v>
                </c:pt>
                <c:pt idx="1296">
                  <c:v>4315</c:v>
                </c:pt>
                <c:pt idx="1297">
                  <c:v>4319</c:v>
                </c:pt>
                <c:pt idx="1298">
                  <c:v>4322</c:v>
                </c:pt>
                <c:pt idx="1299">
                  <c:v>4325</c:v>
                </c:pt>
                <c:pt idx="1300">
                  <c:v>4329</c:v>
                </c:pt>
                <c:pt idx="1301">
                  <c:v>4332</c:v>
                </c:pt>
                <c:pt idx="1302">
                  <c:v>4335</c:v>
                </c:pt>
                <c:pt idx="1303">
                  <c:v>4339</c:v>
                </c:pt>
                <c:pt idx="1304">
                  <c:v>4342</c:v>
                </c:pt>
                <c:pt idx="1305">
                  <c:v>4345</c:v>
                </c:pt>
                <c:pt idx="1306">
                  <c:v>4349</c:v>
                </c:pt>
                <c:pt idx="1307">
                  <c:v>4352</c:v>
                </c:pt>
                <c:pt idx="1308">
                  <c:v>4355</c:v>
                </c:pt>
                <c:pt idx="1309">
                  <c:v>4359</c:v>
                </c:pt>
                <c:pt idx="1310">
                  <c:v>4362</c:v>
                </c:pt>
                <c:pt idx="1311">
                  <c:v>4365</c:v>
                </c:pt>
                <c:pt idx="1312">
                  <c:v>4369</c:v>
                </c:pt>
                <c:pt idx="1313">
                  <c:v>4372</c:v>
                </c:pt>
                <c:pt idx="1314">
                  <c:v>4375</c:v>
                </c:pt>
                <c:pt idx="1315">
                  <c:v>4379</c:v>
                </c:pt>
                <c:pt idx="1316">
                  <c:v>4382</c:v>
                </c:pt>
                <c:pt idx="1317">
                  <c:v>4385</c:v>
                </c:pt>
                <c:pt idx="1318">
                  <c:v>4389</c:v>
                </c:pt>
                <c:pt idx="1319">
                  <c:v>4392</c:v>
                </c:pt>
                <c:pt idx="1320">
                  <c:v>4395</c:v>
                </c:pt>
                <c:pt idx="1321">
                  <c:v>4399</c:v>
                </c:pt>
                <c:pt idx="1322">
                  <c:v>4402</c:v>
                </c:pt>
                <c:pt idx="1323">
                  <c:v>4405</c:v>
                </c:pt>
                <c:pt idx="1324">
                  <c:v>4409</c:v>
                </c:pt>
                <c:pt idx="1325">
                  <c:v>4412</c:v>
                </c:pt>
                <c:pt idx="1326">
                  <c:v>4415</c:v>
                </c:pt>
                <c:pt idx="1327">
                  <c:v>4419</c:v>
                </c:pt>
                <c:pt idx="1328">
                  <c:v>4422</c:v>
                </c:pt>
                <c:pt idx="1329">
                  <c:v>4425</c:v>
                </c:pt>
                <c:pt idx="1330">
                  <c:v>4429</c:v>
                </c:pt>
                <c:pt idx="1331">
                  <c:v>4432</c:v>
                </c:pt>
                <c:pt idx="1332">
                  <c:v>4435</c:v>
                </c:pt>
                <c:pt idx="1333">
                  <c:v>4439</c:v>
                </c:pt>
                <c:pt idx="1334">
                  <c:v>4442</c:v>
                </c:pt>
                <c:pt idx="1335">
                  <c:v>4445</c:v>
                </c:pt>
                <c:pt idx="1336">
                  <c:v>4449</c:v>
                </c:pt>
                <c:pt idx="1337">
                  <c:v>4452</c:v>
                </c:pt>
                <c:pt idx="1338">
                  <c:v>4455</c:v>
                </c:pt>
                <c:pt idx="1339">
                  <c:v>4459</c:v>
                </c:pt>
                <c:pt idx="1340">
                  <c:v>4462</c:v>
                </c:pt>
                <c:pt idx="1341">
                  <c:v>4465</c:v>
                </c:pt>
                <c:pt idx="1342">
                  <c:v>4469</c:v>
                </c:pt>
                <c:pt idx="1343">
                  <c:v>4472</c:v>
                </c:pt>
                <c:pt idx="1344">
                  <c:v>4475</c:v>
                </c:pt>
                <c:pt idx="1345">
                  <c:v>4479</c:v>
                </c:pt>
                <c:pt idx="1346">
                  <c:v>4482</c:v>
                </c:pt>
                <c:pt idx="1347">
                  <c:v>4485</c:v>
                </c:pt>
                <c:pt idx="1348">
                  <c:v>4488</c:v>
                </c:pt>
                <c:pt idx="1349">
                  <c:v>4492</c:v>
                </c:pt>
                <c:pt idx="1350">
                  <c:v>4495</c:v>
                </c:pt>
                <c:pt idx="1351">
                  <c:v>4498</c:v>
                </c:pt>
                <c:pt idx="1352">
                  <c:v>4502</c:v>
                </c:pt>
                <c:pt idx="1353">
                  <c:v>4505</c:v>
                </c:pt>
                <c:pt idx="1354">
                  <c:v>4508</c:v>
                </c:pt>
                <c:pt idx="1355">
                  <c:v>4512</c:v>
                </c:pt>
                <c:pt idx="1356">
                  <c:v>4515</c:v>
                </c:pt>
                <c:pt idx="1357">
                  <c:v>4518</c:v>
                </c:pt>
                <c:pt idx="1358">
                  <c:v>4522</c:v>
                </c:pt>
                <c:pt idx="1359">
                  <c:v>4525</c:v>
                </c:pt>
                <c:pt idx="1360">
                  <c:v>4528</c:v>
                </c:pt>
                <c:pt idx="1361">
                  <c:v>4532</c:v>
                </c:pt>
                <c:pt idx="1362">
                  <c:v>4535</c:v>
                </c:pt>
                <c:pt idx="1363">
                  <c:v>4538</c:v>
                </c:pt>
                <c:pt idx="1364">
                  <c:v>4542</c:v>
                </c:pt>
                <c:pt idx="1365">
                  <c:v>4545</c:v>
                </c:pt>
                <c:pt idx="1366">
                  <c:v>4548</c:v>
                </c:pt>
                <c:pt idx="1367">
                  <c:v>4552</c:v>
                </c:pt>
                <c:pt idx="1368">
                  <c:v>4555</c:v>
                </c:pt>
                <c:pt idx="1369">
                  <c:v>4558</c:v>
                </c:pt>
                <c:pt idx="1370">
                  <c:v>4562</c:v>
                </c:pt>
                <c:pt idx="1371">
                  <c:v>4565</c:v>
                </c:pt>
                <c:pt idx="1372">
                  <c:v>4568</c:v>
                </c:pt>
                <c:pt idx="1373">
                  <c:v>4572</c:v>
                </c:pt>
                <c:pt idx="1374">
                  <c:v>4575</c:v>
                </c:pt>
                <c:pt idx="1375">
                  <c:v>4578</c:v>
                </c:pt>
                <c:pt idx="1376">
                  <c:v>4582</c:v>
                </c:pt>
                <c:pt idx="1377">
                  <c:v>4585</c:v>
                </c:pt>
                <c:pt idx="1378">
                  <c:v>4588</c:v>
                </c:pt>
                <c:pt idx="1379">
                  <c:v>4592</c:v>
                </c:pt>
                <c:pt idx="1380">
                  <c:v>4595</c:v>
                </c:pt>
                <c:pt idx="1381">
                  <c:v>4598</c:v>
                </c:pt>
                <c:pt idx="1382">
                  <c:v>4602</c:v>
                </c:pt>
                <c:pt idx="1383">
                  <c:v>4605</c:v>
                </c:pt>
                <c:pt idx="1384">
                  <c:v>4608</c:v>
                </c:pt>
                <c:pt idx="1385">
                  <c:v>4612</c:v>
                </c:pt>
                <c:pt idx="1386">
                  <c:v>4615</c:v>
                </c:pt>
                <c:pt idx="1387">
                  <c:v>4618</c:v>
                </c:pt>
                <c:pt idx="1388">
                  <c:v>4622</c:v>
                </c:pt>
                <c:pt idx="1389">
                  <c:v>4625</c:v>
                </c:pt>
                <c:pt idx="1390">
                  <c:v>4628</c:v>
                </c:pt>
                <c:pt idx="1391">
                  <c:v>4632</c:v>
                </c:pt>
                <c:pt idx="1392">
                  <c:v>4635</c:v>
                </c:pt>
                <c:pt idx="1393">
                  <c:v>4638</c:v>
                </c:pt>
                <c:pt idx="1394">
                  <c:v>4642</c:v>
                </c:pt>
                <c:pt idx="1395">
                  <c:v>4645</c:v>
                </c:pt>
                <c:pt idx="1396">
                  <c:v>4648</c:v>
                </c:pt>
                <c:pt idx="1397">
                  <c:v>4652</c:v>
                </c:pt>
                <c:pt idx="1398">
                  <c:v>4655</c:v>
                </c:pt>
                <c:pt idx="1399">
                  <c:v>4658</c:v>
                </c:pt>
                <c:pt idx="1400">
                  <c:v>4662</c:v>
                </c:pt>
                <c:pt idx="1401">
                  <c:v>4665</c:v>
                </c:pt>
                <c:pt idx="1402">
                  <c:v>4668</c:v>
                </c:pt>
                <c:pt idx="1403">
                  <c:v>4671</c:v>
                </c:pt>
                <c:pt idx="1404">
                  <c:v>4675</c:v>
                </c:pt>
                <c:pt idx="1405">
                  <c:v>4678</c:v>
                </c:pt>
                <c:pt idx="1406">
                  <c:v>4681</c:v>
                </c:pt>
                <c:pt idx="1407">
                  <c:v>4685</c:v>
                </c:pt>
                <c:pt idx="1408">
                  <c:v>4688</c:v>
                </c:pt>
                <c:pt idx="1409">
                  <c:v>4691</c:v>
                </c:pt>
                <c:pt idx="1410">
                  <c:v>4695</c:v>
                </c:pt>
                <c:pt idx="1411">
                  <c:v>4698</c:v>
                </c:pt>
                <c:pt idx="1412">
                  <c:v>4701</c:v>
                </c:pt>
                <c:pt idx="1413">
                  <c:v>4705</c:v>
                </c:pt>
                <c:pt idx="1414">
                  <c:v>4708</c:v>
                </c:pt>
                <c:pt idx="1415">
                  <c:v>4711</c:v>
                </c:pt>
                <c:pt idx="1416">
                  <c:v>4715</c:v>
                </c:pt>
                <c:pt idx="1417">
                  <c:v>4718</c:v>
                </c:pt>
                <c:pt idx="1418">
                  <c:v>4721</c:v>
                </c:pt>
                <c:pt idx="1419">
                  <c:v>4725</c:v>
                </c:pt>
                <c:pt idx="1420">
                  <c:v>4728</c:v>
                </c:pt>
                <c:pt idx="1421">
                  <c:v>4731</c:v>
                </c:pt>
                <c:pt idx="1422">
                  <c:v>4735</c:v>
                </c:pt>
                <c:pt idx="1423">
                  <c:v>4738</c:v>
                </c:pt>
                <c:pt idx="1424">
                  <c:v>4741</c:v>
                </c:pt>
                <c:pt idx="1425">
                  <c:v>4745</c:v>
                </c:pt>
                <c:pt idx="1426">
                  <c:v>4748</c:v>
                </c:pt>
                <c:pt idx="1427">
                  <c:v>4751</c:v>
                </c:pt>
                <c:pt idx="1428">
                  <c:v>4755</c:v>
                </c:pt>
                <c:pt idx="1429">
                  <c:v>4758</c:v>
                </c:pt>
                <c:pt idx="1430">
                  <c:v>4761</c:v>
                </c:pt>
                <c:pt idx="1431">
                  <c:v>4765</c:v>
                </c:pt>
                <c:pt idx="1432">
                  <c:v>4768</c:v>
                </c:pt>
                <c:pt idx="1433">
                  <c:v>4771</c:v>
                </c:pt>
                <c:pt idx="1434">
                  <c:v>4775</c:v>
                </c:pt>
                <c:pt idx="1435">
                  <c:v>4778</c:v>
                </c:pt>
                <c:pt idx="1436">
                  <c:v>4781</c:v>
                </c:pt>
                <c:pt idx="1437">
                  <c:v>4785</c:v>
                </c:pt>
                <c:pt idx="1438">
                  <c:v>4788</c:v>
                </c:pt>
                <c:pt idx="1439">
                  <c:v>4791</c:v>
                </c:pt>
                <c:pt idx="1440">
                  <c:v>4795</c:v>
                </c:pt>
                <c:pt idx="1441">
                  <c:v>4798</c:v>
                </c:pt>
                <c:pt idx="1442">
                  <c:v>4801</c:v>
                </c:pt>
                <c:pt idx="1443">
                  <c:v>4805</c:v>
                </c:pt>
                <c:pt idx="1444">
                  <c:v>4808</c:v>
                </c:pt>
                <c:pt idx="1445">
                  <c:v>4811</c:v>
                </c:pt>
                <c:pt idx="1446">
                  <c:v>4815</c:v>
                </c:pt>
                <c:pt idx="1447">
                  <c:v>4818</c:v>
                </c:pt>
                <c:pt idx="1448">
                  <c:v>4821</c:v>
                </c:pt>
                <c:pt idx="1449">
                  <c:v>4825</c:v>
                </c:pt>
                <c:pt idx="1450">
                  <c:v>4828</c:v>
                </c:pt>
                <c:pt idx="1451">
                  <c:v>4831</c:v>
                </c:pt>
                <c:pt idx="1452">
                  <c:v>4835</c:v>
                </c:pt>
                <c:pt idx="1453">
                  <c:v>4838</c:v>
                </c:pt>
                <c:pt idx="1454">
                  <c:v>4841</c:v>
                </c:pt>
                <c:pt idx="1455">
                  <c:v>4845</c:v>
                </c:pt>
                <c:pt idx="1456">
                  <c:v>4848</c:v>
                </c:pt>
                <c:pt idx="1457">
                  <c:v>4851</c:v>
                </c:pt>
                <c:pt idx="1458">
                  <c:v>4854</c:v>
                </c:pt>
                <c:pt idx="1459">
                  <c:v>4858</c:v>
                </c:pt>
                <c:pt idx="1460">
                  <c:v>4861</c:v>
                </c:pt>
                <c:pt idx="1461">
                  <c:v>4864</c:v>
                </c:pt>
                <c:pt idx="1462">
                  <c:v>4868</c:v>
                </c:pt>
                <c:pt idx="1463">
                  <c:v>4871</c:v>
                </c:pt>
                <c:pt idx="1464">
                  <c:v>4874</c:v>
                </c:pt>
                <c:pt idx="1465">
                  <c:v>4878</c:v>
                </c:pt>
                <c:pt idx="1466">
                  <c:v>4881</c:v>
                </c:pt>
                <c:pt idx="1467">
                  <c:v>4884</c:v>
                </c:pt>
                <c:pt idx="1468">
                  <c:v>4888</c:v>
                </c:pt>
                <c:pt idx="1469">
                  <c:v>4891</c:v>
                </c:pt>
                <c:pt idx="1470">
                  <c:v>4894</c:v>
                </c:pt>
                <c:pt idx="1471">
                  <c:v>4898</c:v>
                </c:pt>
                <c:pt idx="1472">
                  <c:v>4901</c:v>
                </c:pt>
                <c:pt idx="1473">
                  <c:v>4904</c:v>
                </c:pt>
                <c:pt idx="1474">
                  <c:v>4908</c:v>
                </c:pt>
                <c:pt idx="1475">
                  <c:v>4911</c:v>
                </c:pt>
                <c:pt idx="1476">
                  <c:v>4914</c:v>
                </c:pt>
                <c:pt idx="1477">
                  <c:v>4918</c:v>
                </c:pt>
                <c:pt idx="1478">
                  <c:v>4921</c:v>
                </c:pt>
                <c:pt idx="1479">
                  <c:v>4924</c:v>
                </c:pt>
                <c:pt idx="1480">
                  <c:v>4928</c:v>
                </c:pt>
                <c:pt idx="1481">
                  <c:v>4931</c:v>
                </c:pt>
                <c:pt idx="1482">
                  <c:v>4934</c:v>
                </c:pt>
                <c:pt idx="1483">
                  <c:v>4938</c:v>
                </c:pt>
                <c:pt idx="1484">
                  <c:v>4941</c:v>
                </c:pt>
                <c:pt idx="1485">
                  <c:v>4944</c:v>
                </c:pt>
                <c:pt idx="1486">
                  <c:v>4948</c:v>
                </c:pt>
                <c:pt idx="1487">
                  <c:v>4951</c:v>
                </c:pt>
                <c:pt idx="1488">
                  <c:v>4954</c:v>
                </c:pt>
                <c:pt idx="1489">
                  <c:v>4958</c:v>
                </c:pt>
                <c:pt idx="1490">
                  <c:v>4961</c:v>
                </c:pt>
                <c:pt idx="1491">
                  <c:v>4964</c:v>
                </c:pt>
                <c:pt idx="1492">
                  <c:v>4968</c:v>
                </c:pt>
                <c:pt idx="1493">
                  <c:v>4971</c:v>
                </c:pt>
                <c:pt idx="1494">
                  <c:v>4974</c:v>
                </c:pt>
                <c:pt idx="1495">
                  <c:v>4978</c:v>
                </c:pt>
                <c:pt idx="1496">
                  <c:v>4981</c:v>
                </c:pt>
                <c:pt idx="1497">
                  <c:v>4984</c:v>
                </c:pt>
                <c:pt idx="1498">
                  <c:v>4988</c:v>
                </c:pt>
                <c:pt idx="1499">
                  <c:v>4991</c:v>
                </c:pt>
                <c:pt idx="1500">
                  <c:v>4994</c:v>
                </c:pt>
                <c:pt idx="1501">
                  <c:v>4998</c:v>
                </c:pt>
                <c:pt idx="1502">
                  <c:v>5001</c:v>
                </c:pt>
                <c:pt idx="1503">
                  <c:v>5004</c:v>
                </c:pt>
                <c:pt idx="1504">
                  <c:v>5008</c:v>
                </c:pt>
                <c:pt idx="1505">
                  <c:v>5011</c:v>
                </c:pt>
                <c:pt idx="1506">
                  <c:v>5014</c:v>
                </c:pt>
                <c:pt idx="1507">
                  <c:v>5018</c:v>
                </c:pt>
                <c:pt idx="1508">
                  <c:v>5021</c:v>
                </c:pt>
                <c:pt idx="1509">
                  <c:v>5024</c:v>
                </c:pt>
                <c:pt idx="1510">
                  <c:v>5028</c:v>
                </c:pt>
                <c:pt idx="1511">
                  <c:v>5031</c:v>
                </c:pt>
                <c:pt idx="1512">
                  <c:v>5034</c:v>
                </c:pt>
                <c:pt idx="1513">
                  <c:v>5037</c:v>
                </c:pt>
                <c:pt idx="1514">
                  <c:v>5041</c:v>
                </c:pt>
                <c:pt idx="1515">
                  <c:v>5044</c:v>
                </c:pt>
                <c:pt idx="1516">
                  <c:v>5047</c:v>
                </c:pt>
                <c:pt idx="1517">
                  <c:v>5051</c:v>
                </c:pt>
                <c:pt idx="1518">
                  <c:v>5054</c:v>
                </c:pt>
                <c:pt idx="1519">
                  <c:v>5057</c:v>
                </c:pt>
                <c:pt idx="1520">
                  <c:v>5061</c:v>
                </c:pt>
                <c:pt idx="1521">
                  <c:v>5064</c:v>
                </c:pt>
                <c:pt idx="1522">
                  <c:v>5067</c:v>
                </c:pt>
                <c:pt idx="1523">
                  <c:v>5071</c:v>
                </c:pt>
                <c:pt idx="1524">
                  <c:v>5074</c:v>
                </c:pt>
                <c:pt idx="1525">
                  <c:v>5077</c:v>
                </c:pt>
                <c:pt idx="1526">
                  <c:v>5081</c:v>
                </c:pt>
                <c:pt idx="1527">
                  <c:v>5084</c:v>
                </c:pt>
                <c:pt idx="1528">
                  <c:v>5087</c:v>
                </c:pt>
                <c:pt idx="1529">
                  <c:v>5091</c:v>
                </c:pt>
                <c:pt idx="1530">
                  <c:v>5094</c:v>
                </c:pt>
                <c:pt idx="1531">
                  <c:v>5097</c:v>
                </c:pt>
                <c:pt idx="1532">
                  <c:v>5101</c:v>
                </c:pt>
                <c:pt idx="1533">
                  <c:v>5104</c:v>
                </c:pt>
                <c:pt idx="1534">
                  <c:v>5107</c:v>
                </c:pt>
                <c:pt idx="1535">
                  <c:v>5111</c:v>
                </c:pt>
                <c:pt idx="1536">
                  <c:v>5114</c:v>
                </c:pt>
                <c:pt idx="1537">
                  <c:v>5117</c:v>
                </c:pt>
                <c:pt idx="1538">
                  <c:v>5121</c:v>
                </c:pt>
                <c:pt idx="1539">
                  <c:v>5124</c:v>
                </c:pt>
                <c:pt idx="1540">
                  <c:v>5127</c:v>
                </c:pt>
                <c:pt idx="1541">
                  <c:v>5131</c:v>
                </c:pt>
                <c:pt idx="1542">
                  <c:v>5134</c:v>
                </c:pt>
                <c:pt idx="1543">
                  <c:v>5137</c:v>
                </c:pt>
                <c:pt idx="1544">
                  <c:v>5141</c:v>
                </c:pt>
                <c:pt idx="1545">
                  <c:v>5144</c:v>
                </c:pt>
                <c:pt idx="1546">
                  <c:v>5147</c:v>
                </c:pt>
                <c:pt idx="1547">
                  <c:v>5151</c:v>
                </c:pt>
                <c:pt idx="1548">
                  <c:v>5154</c:v>
                </c:pt>
                <c:pt idx="1549">
                  <c:v>5157</c:v>
                </c:pt>
                <c:pt idx="1550">
                  <c:v>5161</c:v>
                </c:pt>
                <c:pt idx="1551">
                  <c:v>5164</c:v>
                </c:pt>
                <c:pt idx="1552">
                  <c:v>5167</c:v>
                </c:pt>
                <c:pt idx="1553">
                  <c:v>5171</c:v>
                </c:pt>
                <c:pt idx="1554">
                  <c:v>5174</c:v>
                </c:pt>
                <c:pt idx="1555">
                  <c:v>5177</c:v>
                </c:pt>
                <c:pt idx="1556">
                  <c:v>5181</c:v>
                </c:pt>
                <c:pt idx="1557">
                  <c:v>5184</c:v>
                </c:pt>
                <c:pt idx="1558">
                  <c:v>5187</c:v>
                </c:pt>
                <c:pt idx="1559">
                  <c:v>5191</c:v>
                </c:pt>
                <c:pt idx="1560">
                  <c:v>5194</c:v>
                </c:pt>
                <c:pt idx="1561">
                  <c:v>5197</c:v>
                </c:pt>
                <c:pt idx="1562">
                  <c:v>5201</c:v>
                </c:pt>
                <c:pt idx="1563">
                  <c:v>5204</c:v>
                </c:pt>
                <c:pt idx="1564">
                  <c:v>5207</c:v>
                </c:pt>
                <c:pt idx="1565">
                  <c:v>5211</c:v>
                </c:pt>
                <c:pt idx="1566">
                  <c:v>5214</c:v>
                </c:pt>
                <c:pt idx="1567">
                  <c:v>5217</c:v>
                </c:pt>
                <c:pt idx="1568">
                  <c:v>5220</c:v>
                </c:pt>
                <c:pt idx="1569">
                  <c:v>5224</c:v>
                </c:pt>
                <c:pt idx="1570">
                  <c:v>5227</c:v>
                </c:pt>
                <c:pt idx="1571">
                  <c:v>5230</c:v>
                </c:pt>
                <c:pt idx="1572">
                  <c:v>5234</c:v>
                </c:pt>
                <c:pt idx="1573">
                  <c:v>5237</c:v>
                </c:pt>
                <c:pt idx="1574">
                  <c:v>5240</c:v>
                </c:pt>
                <c:pt idx="1575">
                  <c:v>5244</c:v>
                </c:pt>
                <c:pt idx="1576">
                  <c:v>5247</c:v>
                </c:pt>
                <c:pt idx="1577">
                  <c:v>5250</c:v>
                </c:pt>
                <c:pt idx="1578">
                  <c:v>5254</c:v>
                </c:pt>
                <c:pt idx="1579">
                  <c:v>5257</c:v>
                </c:pt>
                <c:pt idx="1580">
                  <c:v>5260</c:v>
                </c:pt>
                <c:pt idx="1581">
                  <c:v>5264</c:v>
                </c:pt>
                <c:pt idx="1582">
                  <c:v>5267</c:v>
                </c:pt>
                <c:pt idx="1583">
                  <c:v>5270</c:v>
                </c:pt>
                <c:pt idx="1584">
                  <c:v>5274</c:v>
                </c:pt>
                <c:pt idx="1585">
                  <c:v>5277</c:v>
                </c:pt>
                <c:pt idx="1586">
                  <c:v>5280</c:v>
                </c:pt>
                <c:pt idx="1587">
                  <c:v>5284</c:v>
                </c:pt>
                <c:pt idx="1588">
                  <c:v>5287</c:v>
                </c:pt>
                <c:pt idx="1589">
                  <c:v>5290</c:v>
                </c:pt>
                <c:pt idx="1590">
                  <c:v>5294</c:v>
                </c:pt>
                <c:pt idx="1591">
                  <c:v>5297</c:v>
                </c:pt>
                <c:pt idx="1592">
                  <c:v>5300</c:v>
                </c:pt>
                <c:pt idx="1593">
                  <c:v>5304</c:v>
                </c:pt>
                <c:pt idx="1594">
                  <c:v>5307</c:v>
                </c:pt>
                <c:pt idx="1595">
                  <c:v>5310</c:v>
                </c:pt>
                <c:pt idx="1596">
                  <c:v>5314</c:v>
                </c:pt>
                <c:pt idx="1597">
                  <c:v>5317</c:v>
                </c:pt>
                <c:pt idx="1598">
                  <c:v>5320</c:v>
                </c:pt>
                <c:pt idx="1599">
                  <c:v>5324</c:v>
                </c:pt>
                <c:pt idx="1600">
                  <c:v>5327</c:v>
                </c:pt>
                <c:pt idx="1601">
                  <c:v>5330</c:v>
                </c:pt>
                <c:pt idx="1602">
                  <c:v>5334</c:v>
                </c:pt>
                <c:pt idx="1603">
                  <c:v>5337</c:v>
                </c:pt>
                <c:pt idx="1604">
                  <c:v>5340</c:v>
                </c:pt>
                <c:pt idx="1605">
                  <c:v>5344</c:v>
                </c:pt>
                <c:pt idx="1606">
                  <c:v>5347</c:v>
                </c:pt>
                <c:pt idx="1607">
                  <c:v>5350</c:v>
                </c:pt>
                <c:pt idx="1608">
                  <c:v>5354</c:v>
                </c:pt>
                <c:pt idx="1609">
                  <c:v>5357</c:v>
                </c:pt>
                <c:pt idx="1610">
                  <c:v>5360</c:v>
                </c:pt>
                <c:pt idx="1611">
                  <c:v>5364</c:v>
                </c:pt>
                <c:pt idx="1612">
                  <c:v>5367</c:v>
                </c:pt>
                <c:pt idx="1613">
                  <c:v>5370</c:v>
                </c:pt>
                <c:pt idx="1614">
                  <c:v>5374</c:v>
                </c:pt>
                <c:pt idx="1615">
                  <c:v>5377</c:v>
                </c:pt>
                <c:pt idx="1616">
                  <c:v>5380</c:v>
                </c:pt>
                <c:pt idx="1617">
                  <c:v>5384</c:v>
                </c:pt>
                <c:pt idx="1618">
                  <c:v>5387</c:v>
                </c:pt>
                <c:pt idx="1619">
                  <c:v>5390</c:v>
                </c:pt>
                <c:pt idx="1620">
                  <c:v>5394</c:v>
                </c:pt>
                <c:pt idx="1621">
                  <c:v>5397</c:v>
                </c:pt>
                <c:pt idx="1622">
                  <c:v>5400</c:v>
                </c:pt>
                <c:pt idx="1623">
                  <c:v>5403</c:v>
                </c:pt>
                <c:pt idx="1624">
                  <c:v>5407</c:v>
                </c:pt>
                <c:pt idx="1625">
                  <c:v>5410</c:v>
                </c:pt>
                <c:pt idx="1626">
                  <c:v>5413</c:v>
                </c:pt>
                <c:pt idx="1627">
                  <c:v>5417</c:v>
                </c:pt>
                <c:pt idx="1628">
                  <c:v>5420</c:v>
                </c:pt>
                <c:pt idx="1629">
                  <c:v>5423</c:v>
                </c:pt>
                <c:pt idx="1630">
                  <c:v>5427</c:v>
                </c:pt>
                <c:pt idx="1631">
                  <c:v>5430</c:v>
                </c:pt>
                <c:pt idx="1632">
                  <c:v>5433</c:v>
                </c:pt>
                <c:pt idx="1633">
                  <c:v>5437</c:v>
                </c:pt>
                <c:pt idx="1634">
                  <c:v>5440</c:v>
                </c:pt>
                <c:pt idx="1635">
                  <c:v>5443</c:v>
                </c:pt>
                <c:pt idx="1636">
                  <c:v>5447</c:v>
                </c:pt>
                <c:pt idx="1637">
                  <c:v>5450</c:v>
                </c:pt>
                <c:pt idx="1638">
                  <c:v>5453</c:v>
                </c:pt>
                <c:pt idx="1639">
                  <c:v>5457</c:v>
                </c:pt>
                <c:pt idx="1640">
                  <c:v>5460</c:v>
                </c:pt>
                <c:pt idx="1641">
                  <c:v>5463</c:v>
                </c:pt>
                <c:pt idx="1642">
                  <c:v>5467</c:v>
                </c:pt>
                <c:pt idx="1643">
                  <c:v>5470</c:v>
                </c:pt>
                <c:pt idx="1644">
                  <c:v>5473</c:v>
                </c:pt>
                <c:pt idx="1645">
                  <c:v>5477</c:v>
                </c:pt>
                <c:pt idx="1646">
                  <c:v>5480</c:v>
                </c:pt>
                <c:pt idx="1647">
                  <c:v>5483</c:v>
                </c:pt>
                <c:pt idx="1648">
                  <c:v>5487</c:v>
                </c:pt>
                <c:pt idx="1649">
                  <c:v>5490</c:v>
                </c:pt>
                <c:pt idx="1650">
                  <c:v>5493</c:v>
                </c:pt>
                <c:pt idx="1651">
                  <c:v>5497</c:v>
                </c:pt>
                <c:pt idx="1652">
                  <c:v>5500</c:v>
                </c:pt>
                <c:pt idx="1653">
                  <c:v>5503</c:v>
                </c:pt>
                <c:pt idx="1654">
                  <c:v>5507</c:v>
                </c:pt>
                <c:pt idx="1655">
                  <c:v>5510</c:v>
                </c:pt>
                <c:pt idx="1656">
                  <c:v>5513</c:v>
                </c:pt>
                <c:pt idx="1657">
                  <c:v>5517</c:v>
                </c:pt>
                <c:pt idx="1658">
                  <c:v>5520</c:v>
                </c:pt>
                <c:pt idx="1659">
                  <c:v>5523</c:v>
                </c:pt>
                <c:pt idx="1660">
                  <c:v>5527</c:v>
                </c:pt>
                <c:pt idx="1661">
                  <c:v>5530</c:v>
                </c:pt>
                <c:pt idx="1662">
                  <c:v>5533</c:v>
                </c:pt>
                <c:pt idx="1663">
                  <c:v>5537</c:v>
                </c:pt>
                <c:pt idx="1664">
                  <c:v>5540</c:v>
                </c:pt>
                <c:pt idx="1665">
                  <c:v>5543</c:v>
                </c:pt>
                <c:pt idx="1666">
                  <c:v>5547</c:v>
                </c:pt>
                <c:pt idx="1667">
                  <c:v>5550</c:v>
                </c:pt>
                <c:pt idx="1668">
                  <c:v>5553</c:v>
                </c:pt>
                <c:pt idx="1669">
                  <c:v>5557</c:v>
                </c:pt>
                <c:pt idx="1670">
                  <c:v>5560</c:v>
                </c:pt>
                <c:pt idx="1671">
                  <c:v>5563</c:v>
                </c:pt>
                <c:pt idx="1672">
                  <c:v>5567</c:v>
                </c:pt>
                <c:pt idx="1673">
                  <c:v>5570</c:v>
                </c:pt>
                <c:pt idx="1674">
                  <c:v>5573</c:v>
                </c:pt>
                <c:pt idx="1675">
                  <c:v>5577</c:v>
                </c:pt>
                <c:pt idx="1676">
                  <c:v>5580</c:v>
                </c:pt>
                <c:pt idx="1677">
                  <c:v>5583</c:v>
                </c:pt>
                <c:pt idx="1678">
                  <c:v>5586</c:v>
                </c:pt>
                <c:pt idx="1679">
                  <c:v>5590</c:v>
                </c:pt>
                <c:pt idx="1680">
                  <c:v>5593</c:v>
                </c:pt>
                <c:pt idx="1681">
                  <c:v>5596</c:v>
                </c:pt>
                <c:pt idx="1682">
                  <c:v>5600</c:v>
                </c:pt>
                <c:pt idx="1683">
                  <c:v>5603</c:v>
                </c:pt>
                <c:pt idx="1684">
                  <c:v>5606</c:v>
                </c:pt>
                <c:pt idx="1685">
                  <c:v>5610</c:v>
                </c:pt>
                <c:pt idx="1686">
                  <c:v>5613</c:v>
                </c:pt>
                <c:pt idx="1687">
                  <c:v>5616</c:v>
                </c:pt>
                <c:pt idx="1688">
                  <c:v>5620</c:v>
                </c:pt>
                <c:pt idx="1689">
                  <c:v>5623</c:v>
                </c:pt>
                <c:pt idx="1690">
                  <c:v>5626</c:v>
                </c:pt>
                <c:pt idx="1691">
                  <c:v>5630</c:v>
                </c:pt>
                <c:pt idx="1692">
                  <c:v>5633</c:v>
                </c:pt>
                <c:pt idx="1693">
                  <c:v>5636</c:v>
                </c:pt>
                <c:pt idx="1694">
                  <c:v>5640</c:v>
                </c:pt>
                <c:pt idx="1695">
                  <c:v>5643</c:v>
                </c:pt>
                <c:pt idx="1696">
                  <c:v>5646</c:v>
                </c:pt>
                <c:pt idx="1697">
                  <c:v>5650</c:v>
                </c:pt>
                <c:pt idx="1698">
                  <c:v>5653</c:v>
                </c:pt>
                <c:pt idx="1699">
                  <c:v>5656</c:v>
                </c:pt>
                <c:pt idx="1700">
                  <c:v>5660</c:v>
                </c:pt>
                <c:pt idx="1701">
                  <c:v>5663</c:v>
                </c:pt>
                <c:pt idx="1702">
                  <c:v>5666</c:v>
                </c:pt>
                <c:pt idx="1703">
                  <c:v>5670</c:v>
                </c:pt>
                <c:pt idx="1704">
                  <c:v>5673</c:v>
                </c:pt>
                <c:pt idx="1705">
                  <c:v>5676</c:v>
                </c:pt>
                <c:pt idx="1706">
                  <c:v>5680</c:v>
                </c:pt>
                <c:pt idx="1707">
                  <c:v>5683</c:v>
                </c:pt>
                <c:pt idx="1708">
                  <c:v>5686</c:v>
                </c:pt>
                <c:pt idx="1709">
                  <c:v>5690</c:v>
                </c:pt>
                <c:pt idx="1710">
                  <c:v>5693</c:v>
                </c:pt>
                <c:pt idx="1711">
                  <c:v>5696</c:v>
                </c:pt>
                <c:pt idx="1712">
                  <c:v>5700</c:v>
                </c:pt>
                <c:pt idx="1713">
                  <c:v>5703</c:v>
                </c:pt>
                <c:pt idx="1714">
                  <c:v>5706</c:v>
                </c:pt>
                <c:pt idx="1715">
                  <c:v>5710</c:v>
                </c:pt>
                <c:pt idx="1716">
                  <c:v>5713</c:v>
                </c:pt>
                <c:pt idx="1717">
                  <c:v>5716</c:v>
                </c:pt>
                <c:pt idx="1718">
                  <c:v>5720</c:v>
                </c:pt>
                <c:pt idx="1719">
                  <c:v>5723</c:v>
                </c:pt>
                <c:pt idx="1720">
                  <c:v>5726</c:v>
                </c:pt>
                <c:pt idx="1721">
                  <c:v>5730</c:v>
                </c:pt>
                <c:pt idx="1722">
                  <c:v>5733</c:v>
                </c:pt>
                <c:pt idx="1723">
                  <c:v>5736</c:v>
                </c:pt>
                <c:pt idx="1724">
                  <c:v>5740</c:v>
                </c:pt>
                <c:pt idx="1725">
                  <c:v>5743</c:v>
                </c:pt>
                <c:pt idx="1726">
                  <c:v>5746</c:v>
                </c:pt>
                <c:pt idx="1727">
                  <c:v>5750</c:v>
                </c:pt>
                <c:pt idx="1728">
                  <c:v>5753</c:v>
                </c:pt>
                <c:pt idx="1729">
                  <c:v>5756</c:v>
                </c:pt>
                <c:pt idx="1730">
                  <c:v>5760</c:v>
                </c:pt>
                <c:pt idx="1731">
                  <c:v>5763</c:v>
                </c:pt>
                <c:pt idx="1732">
                  <c:v>5766</c:v>
                </c:pt>
                <c:pt idx="1733">
                  <c:v>5769</c:v>
                </c:pt>
                <c:pt idx="1734">
                  <c:v>5773</c:v>
                </c:pt>
                <c:pt idx="1735">
                  <c:v>5776</c:v>
                </c:pt>
                <c:pt idx="1736">
                  <c:v>5779</c:v>
                </c:pt>
                <c:pt idx="1737">
                  <c:v>5783</c:v>
                </c:pt>
                <c:pt idx="1738">
                  <c:v>5786</c:v>
                </c:pt>
                <c:pt idx="1739">
                  <c:v>5789</c:v>
                </c:pt>
                <c:pt idx="1740">
                  <c:v>5793</c:v>
                </c:pt>
                <c:pt idx="1741">
                  <c:v>5796</c:v>
                </c:pt>
                <c:pt idx="1742">
                  <c:v>5799</c:v>
                </c:pt>
                <c:pt idx="1743">
                  <c:v>5803</c:v>
                </c:pt>
                <c:pt idx="1744">
                  <c:v>5806</c:v>
                </c:pt>
                <c:pt idx="1745">
                  <c:v>5809</c:v>
                </c:pt>
                <c:pt idx="1746">
                  <c:v>5813</c:v>
                </c:pt>
                <c:pt idx="1747">
                  <c:v>5816</c:v>
                </c:pt>
                <c:pt idx="1748">
                  <c:v>5819</c:v>
                </c:pt>
                <c:pt idx="1749">
                  <c:v>5823</c:v>
                </c:pt>
                <c:pt idx="1750">
                  <c:v>5826</c:v>
                </c:pt>
                <c:pt idx="1751">
                  <c:v>5829</c:v>
                </c:pt>
                <c:pt idx="1752">
                  <c:v>5833</c:v>
                </c:pt>
                <c:pt idx="1753">
                  <c:v>5836</c:v>
                </c:pt>
                <c:pt idx="1754">
                  <c:v>5839</c:v>
                </c:pt>
                <c:pt idx="1755">
                  <c:v>5843</c:v>
                </c:pt>
                <c:pt idx="1756">
                  <c:v>5846</c:v>
                </c:pt>
                <c:pt idx="1757">
                  <c:v>5849</c:v>
                </c:pt>
                <c:pt idx="1758">
                  <c:v>5853</c:v>
                </c:pt>
                <c:pt idx="1759">
                  <c:v>5856</c:v>
                </c:pt>
                <c:pt idx="1760">
                  <c:v>5859</c:v>
                </c:pt>
                <c:pt idx="1761">
                  <c:v>5863</c:v>
                </c:pt>
                <c:pt idx="1762">
                  <c:v>5866</c:v>
                </c:pt>
                <c:pt idx="1763">
                  <c:v>5869</c:v>
                </c:pt>
                <c:pt idx="1764">
                  <c:v>5873</c:v>
                </c:pt>
                <c:pt idx="1765">
                  <c:v>5876</c:v>
                </c:pt>
                <c:pt idx="1766">
                  <c:v>5879</c:v>
                </c:pt>
                <c:pt idx="1767">
                  <c:v>5883</c:v>
                </c:pt>
                <c:pt idx="1768">
                  <c:v>5886</c:v>
                </c:pt>
                <c:pt idx="1769">
                  <c:v>5889</c:v>
                </c:pt>
                <c:pt idx="1770">
                  <c:v>5893</c:v>
                </c:pt>
                <c:pt idx="1771">
                  <c:v>5896</c:v>
                </c:pt>
                <c:pt idx="1772">
                  <c:v>5899</c:v>
                </c:pt>
                <c:pt idx="1773">
                  <c:v>5903</c:v>
                </c:pt>
                <c:pt idx="1774">
                  <c:v>5906</c:v>
                </c:pt>
                <c:pt idx="1775">
                  <c:v>5909</c:v>
                </c:pt>
                <c:pt idx="1776">
                  <c:v>5913</c:v>
                </c:pt>
                <c:pt idx="1777">
                  <c:v>5916</c:v>
                </c:pt>
                <c:pt idx="1778">
                  <c:v>5919</c:v>
                </c:pt>
                <c:pt idx="1779">
                  <c:v>5923</c:v>
                </c:pt>
                <c:pt idx="1780">
                  <c:v>5926</c:v>
                </c:pt>
                <c:pt idx="1781">
                  <c:v>5929</c:v>
                </c:pt>
                <c:pt idx="1782">
                  <c:v>5933</c:v>
                </c:pt>
                <c:pt idx="1783">
                  <c:v>5936</c:v>
                </c:pt>
                <c:pt idx="1784">
                  <c:v>5939</c:v>
                </c:pt>
                <c:pt idx="1785">
                  <c:v>5943</c:v>
                </c:pt>
                <c:pt idx="1786">
                  <c:v>5946</c:v>
                </c:pt>
                <c:pt idx="1787">
                  <c:v>5949</c:v>
                </c:pt>
                <c:pt idx="1788">
                  <c:v>5952</c:v>
                </c:pt>
                <c:pt idx="1789">
                  <c:v>5956</c:v>
                </c:pt>
                <c:pt idx="1790">
                  <c:v>5959</c:v>
                </c:pt>
                <c:pt idx="1791">
                  <c:v>5962</c:v>
                </c:pt>
                <c:pt idx="1792">
                  <c:v>5966</c:v>
                </c:pt>
                <c:pt idx="1793">
                  <c:v>5969</c:v>
                </c:pt>
                <c:pt idx="1794">
                  <c:v>5972</c:v>
                </c:pt>
                <c:pt idx="1795">
                  <c:v>5976</c:v>
                </c:pt>
                <c:pt idx="1796">
                  <c:v>5979</c:v>
                </c:pt>
                <c:pt idx="1797">
                  <c:v>5982</c:v>
                </c:pt>
                <c:pt idx="1798">
                  <c:v>5986</c:v>
                </c:pt>
                <c:pt idx="1799">
                  <c:v>5989</c:v>
                </c:pt>
                <c:pt idx="1800">
                  <c:v>5992</c:v>
                </c:pt>
                <c:pt idx="1801">
                  <c:v>5996</c:v>
                </c:pt>
                <c:pt idx="1802">
                  <c:v>5999</c:v>
                </c:pt>
                <c:pt idx="1803">
                  <c:v>6002</c:v>
                </c:pt>
                <c:pt idx="1804">
                  <c:v>6006</c:v>
                </c:pt>
                <c:pt idx="1805">
                  <c:v>6009</c:v>
                </c:pt>
                <c:pt idx="1806">
                  <c:v>6012</c:v>
                </c:pt>
                <c:pt idx="1807">
                  <c:v>6016</c:v>
                </c:pt>
                <c:pt idx="1808">
                  <c:v>6019</c:v>
                </c:pt>
                <c:pt idx="1809">
                  <c:v>6022</c:v>
                </c:pt>
                <c:pt idx="1810">
                  <c:v>6026</c:v>
                </c:pt>
                <c:pt idx="1811">
                  <c:v>6029</c:v>
                </c:pt>
                <c:pt idx="1812">
                  <c:v>6032</c:v>
                </c:pt>
                <c:pt idx="1813">
                  <c:v>6036</c:v>
                </c:pt>
                <c:pt idx="1814">
                  <c:v>6039</c:v>
                </c:pt>
                <c:pt idx="1815">
                  <c:v>6042</c:v>
                </c:pt>
                <c:pt idx="1816">
                  <c:v>6046</c:v>
                </c:pt>
                <c:pt idx="1817">
                  <c:v>6049</c:v>
                </c:pt>
                <c:pt idx="1818">
                  <c:v>6052</c:v>
                </c:pt>
                <c:pt idx="1819">
                  <c:v>6056</c:v>
                </c:pt>
                <c:pt idx="1820">
                  <c:v>6059</c:v>
                </c:pt>
                <c:pt idx="1821">
                  <c:v>6062</c:v>
                </c:pt>
                <c:pt idx="1822">
                  <c:v>6066</c:v>
                </c:pt>
                <c:pt idx="1823">
                  <c:v>6069</c:v>
                </c:pt>
                <c:pt idx="1824">
                  <c:v>6072</c:v>
                </c:pt>
                <c:pt idx="1825">
                  <c:v>6076</c:v>
                </c:pt>
                <c:pt idx="1826">
                  <c:v>6079</c:v>
                </c:pt>
                <c:pt idx="1827">
                  <c:v>6082</c:v>
                </c:pt>
                <c:pt idx="1828">
                  <c:v>6086</c:v>
                </c:pt>
                <c:pt idx="1829">
                  <c:v>6089</c:v>
                </c:pt>
                <c:pt idx="1830">
                  <c:v>6092</c:v>
                </c:pt>
                <c:pt idx="1831">
                  <c:v>6096</c:v>
                </c:pt>
                <c:pt idx="1832">
                  <c:v>6099</c:v>
                </c:pt>
                <c:pt idx="1833">
                  <c:v>6102</c:v>
                </c:pt>
                <c:pt idx="1834">
                  <c:v>6106</c:v>
                </c:pt>
                <c:pt idx="1835">
                  <c:v>6109</c:v>
                </c:pt>
                <c:pt idx="1836">
                  <c:v>6112</c:v>
                </c:pt>
                <c:pt idx="1837">
                  <c:v>6116</c:v>
                </c:pt>
                <c:pt idx="1838">
                  <c:v>6119</c:v>
                </c:pt>
                <c:pt idx="1839">
                  <c:v>6122</c:v>
                </c:pt>
                <c:pt idx="1840">
                  <c:v>6126</c:v>
                </c:pt>
                <c:pt idx="1841">
                  <c:v>6129</c:v>
                </c:pt>
                <c:pt idx="1842">
                  <c:v>6132</c:v>
                </c:pt>
                <c:pt idx="1843">
                  <c:v>6135</c:v>
                </c:pt>
                <c:pt idx="1844">
                  <c:v>6139</c:v>
                </c:pt>
                <c:pt idx="1845">
                  <c:v>6142</c:v>
                </c:pt>
                <c:pt idx="1846">
                  <c:v>6145</c:v>
                </c:pt>
                <c:pt idx="1847">
                  <c:v>6149</c:v>
                </c:pt>
                <c:pt idx="1848">
                  <c:v>6152</c:v>
                </c:pt>
                <c:pt idx="1849">
                  <c:v>6155</c:v>
                </c:pt>
                <c:pt idx="1850">
                  <c:v>6159</c:v>
                </c:pt>
                <c:pt idx="1851">
                  <c:v>6162</c:v>
                </c:pt>
                <c:pt idx="1852">
                  <c:v>6165</c:v>
                </c:pt>
                <c:pt idx="1853">
                  <c:v>6169</c:v>
                </c:pt>
                <c:pt idx="1854">
                  <c:v>6172</c:v>
                </c:pt>
                <c:pt idx="1855">
                  <c:v>6175</c:v>
                </c:pt>
                <c:pt idx="1856">
                  <c:v>6179</c:v>
                </c:pt>
                <c:pt idx="1857">
                  <c:v>6182</c:v>
                </c:pt>
                <c:pt idx="1858">
                  <c:v>6185</c:v>
                </c:pt>
                <c:pt idx="1859">
                  <c:v>6189</c:v>
                </c:pt>
                <c:pt idx="1860">
                  <c:v>6192</c:v>
                </c:pt>
                <c:pt idx="1861">
                  <c:v>6195</c:v>
                </c:pt>
                <c:pt idx="1862">
                  <c:v>6199</c:v>
                </c:pt>
                <c:pt idx="1863">
                  <c:v>6202</c:v>
                </c:pt>
                <c:pt idx="1864">
                  <c:v>6205</c:v>
                </c:pt>
                <c:pt idx="1865">
                  <c:v>6209</c:v>
                </c:pt>
                <c:pt idx="1866">
                  <c:v>6212</c:v>
                </c:pt>
                <c:pt idx="1867">
                  <c:v>6215</c:v>
                </c:pt>
                <c:pt idx="1868">
                  <c:v>6219</c:v>
                </c:pt>
                <c:pt idx="1869">
                  <c:v>6222</c:v>
                </c:pt>
                <c:pt idx="1870">
                  <c:v>6225</c:v>
                </c:pt>
                <c:pt idx="1871">
                  <c:v>6229</c:v>
                </c:pt>
                <c:pt idx="1872">
                  <c:v>6232</c:v>
                </c:pt>
                <c:pt idx="1873">
                  <c:v>6235</c:v>
                </c:pt>
                <c:pt idx="1874">
                  <c:v>6239</c:v>
                </c:pt>
                <c:pt idx="1875">
                  <c:v>6242</c:v>
                </c:pt>
                <c:pt idx="1876">
                  <c:v>6245</c:v>
                </c:pt>
                <c:pt idx="1877">
                  <c:v>6249</c:v>
                </c:pt>
                <c:pt idx="1878">
                  <c:v>6252</c:v>
                </c:pt>
                <c:pt idx="1879">
                  <c:v>6255</c:v>
                </c:pt>
                <c:pt idx="1880">
                  <c:v>6259</c:v>
                </c:pt>
                <c:pt idx="1881">
                  <c:v>6262</c:v>
                </c:pt>
                <c:pt idx="1882">
                  <c:v>6265</c:v>
                </c:pt>
                <c:pt idx="1883">
                  <c:v>6269</c:v>
                </c:pt>
                <c:pt idx="1884">
                  <c:v>6272</c:v>
                </c:pt>
                <c:pt idx="1885">
                  <c:v>6275</c:v>
                </c:pt>
                <c:pt idx="1886">
                  <c:v>6279</c:v>
                </c:pt>
                <c:pt idx="1887">
                  <c:v>6282</c:v>
                </c:pt>
                <c:pt idx="1888">
                  <c:v>6285</c:v>
                </c:pt>
                <c:pt idx="1889">
                  <c:v>6289</c:v>
                </c:pt>
                <c:pt idx="1890">
                  <c:v>6292</c:v>
                </c:pt>
                <c:pt idx="1891">
                  <c:v>6295</c:v>
                </c:pt>
                <c:pt idx="1892">
                  <c:v>6299</c:v>
                </c:pt>
                <c:pt idx="1893">
                  <c:v>6302</c:v>
                </c:pt>
                <c:pt idx="1894">
                  <c:v>6305</c:v>
                </c:pt>
                <c:pt idx="1895">
                  <c:v>6309</c:v>
                </c:pt>
                <c:pt idx="1896">
                  <c:v>6312</c:v>
                </c:pt>
                <c:pt idx="1897">
                  <c:v>6315</c:v>
                </c:pt>
                <c:pt idx="1898">
                  <c:v>6318</c:v>
                </c:pt>
                <c:pt idx="1899">
                  <c:v>6322</c:v>
                </c:pt>
                <c:pt idx="1900">
                  <c:v>6325</c:v>
                </c:pt>
                <c:pt idx="1901">
                  <c:v>6328</c:v>
                </c:pt>
                <c:pt idx="1902">
                  <c:v>6332</c:v>
                </c:pt>
                <c:pt idx="1903">
                  <c:v>6335</c:v>
                </c:pt>
                <c:pt idx="1904">
                  <c:v>6338</c:v>
                </c:pt>
                <c:pt idx="1905">
                  <c:v>6342</c:v>
                </c:pt>
                <c:pt idx="1906">
                  <c:v>6345</c:v>
                </c:pt>
                <c:pt idx="1907">
                  <c:v>6348</c:v>
                </c:pt>
                <c:pt idx="1908">
                  <c:v>6352</c:v>
                </c:pt>
                <c:pt idx="1909">
                  <c:v>6355</c:v>
                </c:pt>
                <c:pt idx="1910">
                  <c:v>6358</c:v>
                </c:pt>
                <c:pt idx="1911">
                  <c:v>6362</c:v>
                </c:pt>
                <c:pt idx="1912">
                  <c:v>6365</c:v>
                </c:pt>
                <c:pt idx="1913">
                  <c:v>6368</c:v>
                </c:pt>
                <c:pt idx="1914">
                  <c:v>6372</c:v>
                </c:pt>
                <c:pt idx="1915">
                  <c:v>6375</c:v>
                </c:pt>
                <c:pt idx="1916">
                  <c:v>6378</c:v>
                </c:pt>
                <c:pt idx="1917">
                  <c:v>6382</c:v>
                </c:pt>
                <c:pt idx="1918">
                  <c:v>6385</c:v>
                </c:pt>
                <c:pt idx="1919">
                  <c:v>6388</c:v>
                </c:pt>
                <c:pt idx="1920">
                  <c:v>6392</c:v>
                </c:pt>
                <c:pt idx="1921">
                  <c:v>6395</c:v>
                </c:pt>
                <c:pt idx="1922">
                  <c:v>6398</c:v>
                </c:pt>
                <c:pt idx="1923">
                  <c:v>6402</c:v>
                </c:pt>
                <c:pt idx="1924">
                  <c:v>6405</c:v>
                </c:pt>
                <c:pt idx="1925">
                  <c:v>6408</c:v>
                </c:pt>
                <c:pt idx="1926">
                  <c:v>6412</c:v>
                </c:pt>
                <c:pt idx="1927">
                  <c:v>6415</c:v>
                </c:pt>
                <c:pt idx="1928">
                  <c:v>6418</c:v>
                </c:pt>
                <c:pt idx="1929">
                  <c:v>6422</c:v>
                </c:pt>
                <c:pt idx="1930">
                  <c:v>6425</c:v>
                </c:pt>
                <c:pt idx="1931">
                  <c:v>6428</c:v>
                </c:pt>
                <c:pt idx="1932">
                  <c:v>6432</c:v>
                </c:pt>
                <c:pt idx="1933">
                  <c:v>6435</c:v>
                </c:pt>
                <c:pt idx="1934">
                  <c:v>6438</c:v>
                </c:pt>
                <c:pt idx="1935">
                  <c:v>6442</c:v>
                </c:pt>
                <c:pt idx="1936">
                  <c:v>6445</c:v>
                </c:pt>
                <c:pt idx="1937">
                  <c:v>6448</c:v>
                </c:pt>
                <c:pt idx="1938">
                  <c:v>6452</c:v>
                </c:pt>
                <c:pt idx="1939">
                  <c:v>6455</c:v>
                </c:pt>
                <c:pt idx="1940">
                  <c:v>6458</c:v>
                </c:pt>
                <c:pt idx="1941">
                  <c:v>6462</c:v>
                </c:pt>
                <c:pt idx="1942">
                  <c:v>6465</c:v>
                </c:pt>
                <c:pt idx="1943">
                  <c:v>6468</c:v>
                </c:pt>
                <c:pt idx="1944">
                  <c:v>6472</c:v>
                </c:pt>
                <c:pt idx="1945">
                  <c:v>6475</c:v>
                </c:pt>
                <c:pt idx="1946">
                  <c:v>6478</c:v>
                </c:pt>
                <c:pt idx="1947">
                  <c:v>6482</c:v>
                </c:pt>
                <c:pt idx="1948">
                  <c:v>6485</c:v>
                </c:pt>
                <c:pt idx="1949">
                  <c:v>6488</c:v>
                </c:pt>
                <c:pt idx="1950">
                  <c:v>6492</c:v>
                </c:pt>
                <c:pt idx="1951">
                  <c:v>6495</c:v>
                </c:pt>
                <c:pt idx="1952">
                  <c:v>6498</c:v>
                </c:pt>
                <c:pt idx="1953">
                  <c:v>6501</c:v>
                </c:pt>
                <c:pt idx="1954">
                  <c:v>6505</c:v>
                </c:pt>
                <c:pt idx="1955">
                  <c:v>6508</c:v>
                </c:pt>
                <c:pt idx="1956">
                  <c:v>6511</c:v>
                </c:pt>
                <c:pt idx="1957">
                  <c:v>6515</c:v>
                </c:pt>
                <c:pt idx="1958">
                  <c:v>6518</c:v>
                </c:pt>
                <c:pt idx="1959">
                  <c:v>6521</c:v>
                </c:pt>
                <c:pt idx="1960">
                  <c:v>6525</c:v>
                </c:pt>
                <c:pt idx="1961">
                  <c:v>6528</c:v>
                </c:pt>
                <c:pt idx="1962">
                  <c:v>6531</c:v>
                </c:pt>
                <c:pt idx="1963">
                  <c:v>6535</c:v>
                </c:pt>
                <c:pt idx="1964">
                  <c:v>6538</c:v>
                </c:pt>
                <c:pt idx="1965">
                  <c:v>6541</c:v>
                </c:pt>
                <c:pt idx="1966">
                  <c:v>6545</c:v>
                </c:pt>
                <c:pt idx="1967">
                  <c:v>6548</c:v>
                </c:pt>
                <c:pt idx="1968">
                  <c:v>6551</c:v>
                </c:pt>
                <c:pt idx="1969">
                  <c:v>6555</c:v>
                </c:pt>
                <c:pt idx="1970">
                  <c:v>6558</c:v>
                </c:pt>
                <c:pt idx="1971">
                  <c:v>6561</c:v>
                </c:pt>
                <c:pt idx="1972">
                  <c:v>6565</c:v>
                </c:pt>
                <c:pt idx="1973">
                  <c:v>6568</c:v>
                </c:pt>
                <c:pt idx="1974">
                  <c:v>6571</c:v>
                </c:pt>
                <c:pt idx="1975">
                  <c:v>6575</c:v>
                </c:pt>
                <c:pt idx="1976">
                  <c:v>6578</c:v>
                </c:pt>
                <c:pt idx="1977">
                  <c:v>6581</c:v>
                </c:pt>
                <c:pt idx="1978">
                  <c:v>6585</c:v>
                </c:pt>
                <c:pt idx="1979">
                  <c:v>6588</c:v>
                </c:pt>
                <c:pt idx="1980">
                  <c:v>6591</c:v>
                </c:pt>
                <c:pt idx="1981">
                  <c:v>6595</c:v>
                </c:pt>
                <c:pt idx="1982">
                  <c:v>6598</c:v>
                </c:pt>
                <c:pt idx="1983">
                  <c:v>6601</c:v>
                </c:pt>
                <c:pt idx="1984">
                  <c:v>6605</c:v>
                </c:pt>
                <c:pt idx="1985">
                  <c:v>6608</c:v>
                </c:pt>
                <c:pt idx="1986">
                  <c:v>6611</c:v>
                </c:pt>
                <c:pt idx="1987">
                  <c:v>6615</c:v>
                </c:pt>
                <c:pt idx="1988">
                  <c:v>6618</c:v>
                </c:pt>
                <c:pt idx="1989">
                  <c:v>6621</c:v>
                </c:pt>
                <c:pt idx="1990">
                  <c:v>6625</c:v>
                </c:pt>
                <c:pt idx="1991">
                  <c:v>6628</c:v>
                </c:pt>
                <c:pt idx="1992">
                  <c:v>6631</c:v>
                </c:pt>
                <c:pt idx="1993">
                  <c:v>6635</c:v>
                </c:pt>
                <c:pt idx="1994">
                  <c:v>6638</c:v>
                </c:pt>
                <c:pt idx="1995">
                  <c:v>6641</c:v>
                </c:pt>
                <c:pt idx="1996">
                  <c:v>6645</c:v>
                </c:pt>
                <c:pt idx="1997">
                  <c:v>6648</c:v>
                </c:pt>
                <c:pt idx="1998">
                  <c:v>6651</c:v>
                </c:pt>
                <c:pt idx="1999">
                  <c:v>6655</c:v>
                </c:pt>
                <c:pt idx="2000">
                  <c:v>6658</c:v>
                </c:pt>
                <c:pt idx="2001">
                  <c:v>6661</c:v>
                </c:pt>
                <c:pt idx="2002">
                  <c:v>6665</c:v>
                </c:pt>
                <c:pt idx="2003">
                  <c:v>6668</c:v>
                </c:pt>
                <c:pt idx="2004">
                  <c:v>6671</c:v>
                </c:pt>
                <c:pt idx="2005">
                  <c:v>6675</c:v>
                </c:pt>
                <c:pt idx="2006">
                  <c:v>6678</c:v>
                </c:pt>
                <c:pt idx="2007">
                  <c:v>6681</c:v>
                </c:pt>
                <c:pt idx="2008">
                  <c:v>6684</c:v>
                </c:pt>
                <c:pt idx="2009">
                  <c:v>6688</c:v>
                </c:pt>
                <c:pt idx="2010">
                  <c:v>6691</c:v>
                </c:pt>
                <c:pt idx="2011">
                  <c:v>6694</c:v>
                </c:pt>
                <c:pt idx="2012">
                  <c:v>6698</c:v>
                </c:pt>
                <c:pt idx="2013">
                  <c:v>6701</c:v>
                </c:pt>
                <c:pt idx="2014">
                  <c:v>6704</c:v>
                </c:pt>
                <c:pt idx="2015">
                  <c:v>6708</c:v>
                </c:pt>
                <c:pt idx="2016">
                  <c:v>6711</c:v>
                </c:pt>
                <c:pt idx="2017">
                  <c:v>6714</c:v>
                </c:pt>
                <c:pt idx="2018">
                  <c:v>6718</c:v>
                </c:pt>
                <c:pt idx="2019">
                  <c:v>6721</c:v>
                </c:pt>
                <c:pt idx="2020">
                  <c:v>6724</c:v>
                </c:pt>
                <c:pt idx="2021">
                  <c:v>6728</c:v>
                </c:pt>
                <c:pt idx="2022">
                  <c:v>6731</c:v>
                </c:pt>
                <c:pt idx="2023">
                  <c:v>6734</c:v>
                </c:pt>
                <c:pt idx="2024">
                  <c:v>6738</c:v>
                </c:pt>
                <c:pt idx="2025">
                  <c:v>6741</c:v>
                </c:pt>
                <c:pt idx="2026">
                  <c:v>6744</c:v>
                </c:pt>
                <c:pt idx="2027">
                  <c:v>6748</c:v>
                </c:pt>
                <c:pt idx="2028">
                  <c:v>6751</c:v>
                </c:pt>
                <c:pt idx="2029">
                  <c:v>6754</c:v>
                </c:pt>
                <c:pt idx="2030">
                  <c:v>6758</c:v>
                </c:pt>
                <c:pt idx="2031">
                  <c:v>6761</c:v>
                </c:pt>
                <c:pt idx="2032">
                  <c:v>6764</c:v>
                </c:pt>
                <c:pt idx="2033">
                  <c:v>6768</c:v>
                </c:pt>
                <c:pt idx="2034">
                  <c:v>6771</c:v>
                </c:pt>
                <c:pt idx="2035">
                  <c:v>6774</c:v>
                </c:pt>
                <c:pt idx="2036">
                  <c:v>6778</c:v>
                </c:pt>
                <c:pt idx="2037">
                  <c:v>6781</c:v>
                </c:pt>
                <c:pt idx="2038">
                  <c:v>6784</c:v>
                </c:pt>
                <c:pt idx="2039">
                  <c:v>6788</c:v>
                </c:pt>
                <c:pt idx="2040">
                  <c:v>6791</c:v>
                </c:pt>
                <c:pt idx="2041">
                  <c:v>6794</c:v>
                </c:pt>
                <c:pt idx="2042">
                  <c:v>6798</c:v>
                </c:pt>
                <c:pt idx="2043">
                  <c:v>6801</c:v>
                </c:pt>
                <c:pt idx="2044">
                  <c:v>6804</c:v>
                </c:pt>
                <c:pt idx="2045">
                  <c:v>6808</c:v>
                </c:pt>
                <c:pt idx="2046">
                  <c:v>6811</c:v>
                </c:pt>
                <c:pt idx="2047">
                  <c:v>6814</c:v>
                </c:pt>
                <c:pt idx="2048">
                  <c:v>6818</c:v>
                </c:pt>
                <c:pt idx="2049">
                  <c:v>6821</c:v>
                </c:pt>
                <c:pt idx="2050">
                  <c:v>6824</c:v>
                </c:pt>
                <c:pt idx="2051">
                  <c:v>6828</c:v>
                </c:pt>
                <c:pt idx="2052">
                  <c:v>6831</c:v>
                </c:pt>
                <c:pt idx="2053">
                  <c:v>6834</c:v>
                </c:pt>
                <c:pt idx="2054">
                  <c:v>6838</c:v>
                </c:pt>
                <c:pt idx="2055">
                  <c:v>6841</c:v>
                </c:pt>
                <c:pt idx="2056">
                  <c:v>6844</c:v>
                </c:pt>
                <c:pt idx="2057">
                  <c:v>6848</c:v>
                </c:pt>
                <c:pt idx="2058">
                  <c:v>6851</c:v>
                </c:pt>
                <c:pt idx="2059">
                  <c:v>6854</c:v>
                </c:pt>
                <c:pt idx="2060">
                  <c:v>6858</c:v>
                </c:pt>
                <c:pt idx="2061">
                  <c:v>6861</c:v>
                </c:pt>
                <c:pt idx="2062">
                  <c:v>6864</c:v>
                </c:pt>
                <c:pt idx="2063">
                  <c:v>6867</c:v>
                </c:pt>
                <c:pt idx="2064">
                  <c:v>6871</c:v>
                </c:pt>
                <c:pt idx="2065">
                  <c:v>6874</c:v>
                </c:pt>
                <c:pt idx="2066">
                  <c:v>6877</c:v>
                </c:pt>
                <c:pt idx="2067">
                  <c:v>6881</c:v>
                </c:pt>
                <c:pt idx="2068">
                  <c:v>6884</c:v>
                </c:pt>
                <c:pt idx="2069">
                  <c:v>6887</c:v>
                </c:pt>
                <c:pt idx="2070">
                  <c:v>6891</c:v>
                </c:pt>
                <c:pt idx="2071">
                  <c:v>6894</c:v>
                </c:pt>
                <c:pt idx="2072">
                  <c:v>6897</c:v>
                </c:pt>
                <c:pt idx="2073">
                  <c:v>6901</c:v>
                </c:pt>
                <c:pt idx="2074">
                  <c:v>6904</c:v>
                </c:pt>
                <c:pt idx="2075">
                  <c:v>6907</c:v>
                </c:pt>
                <c:pt idx="2076">
                  <c:v>6911</c:v>
                </c:pt>
                <c:pt idx="2077">
                  <c:v>6914</c:v>
                </c:pt>
                <c:pt idx="2078">
                  <c:v>6917</c:v>
                </c:pt>
                <c:pt idx="2079">
                  <c:v>6921</c:v>
                </c:pt>
                <c:pt idx="2080">
                  <c:v>6924</c:v>
                </c:pt>
                <c:pt idx="2081">
                  <c:v>6927</c:v>
                </c:pt>
                <c:pt idx="2082">
                  <c:v>6931</c:v>
                </c:pt>
                <c:pt idx="2083">
                  <c:v>6934</c:v>
                </c:pt>
                <c:pt idx="2084">
                  <c:v>6937</c:v>
                </c:pt>
                <c:pt idx="2085">
                  <c:v>6941</c:v>
                </c:pt>
                <c:pt idx="2086">
                  <c:v>6944</c:v>
                </c:pt>
                <c:pt idx="2087">
                  <c:v>6947</c:v>
                </c:pt>
                <c:pt idx="2088">
                  <c:v>6951</c:v>
                </c:pt>
                <c:pt idx="2089">
                  <c:v>6954</c:v>
                </c:pt>
                <c:pt idx="2090">
                  <c:v>6957</c:v>
                </c:pt>
                <c:pt idx="2091">
                  <c:v>6961</c:v>
                </c:pt>
                <c:pt idx="2092">
                  <c:v>6964</c:v>
                </c:pt>
                <c:pt idx="2093">
                  <c:v>6967</c:v>
                </c:pt>
                <c:pt idx="2094">
                  <c:v>6971</c:v>
                </c:pt>
                <c:pt idx="2095">
                  <c:v>6974</c:v>
                </c:pt>
                <c:pt idx="2096">
                  <c:v>6977</c:v>
                </c:pt>
                <c:pt idx="2097">
                  <c:v>6981</c:v>
                </c:pt>
                <c:pt idx="2098">
                  <c:v>6984</c:v>
                </c:pt>
                <c:pt idx="2099">
                  <c:v>6987</c:v>
                </c:pt>
                <c:pt idx="2100">
                  <c:v>6991</c:v>
                </c:pt>
                <c:pt idx="2101">
                  <c:v>6994</c:v>
                </c:pt>
                <c:pt idx="2102">
                  <c:v>6997</c:v>
                </c:pt>
                <c:pt idx="2103">
                  <c:v>7001</c:v>
                </c:pt>
                <c:pt idx="2104">
                  <c:v>7004</c:v>
                </c:pt>
                <c:pt idx="2105">
                  <c:v>7007</c:v>
                </c:pt>
                <c:pt idx="2106">
                  <c:v>7011</c:v>
                </c:pt>
                <c:pt idx="2107">
                  <c:v>7014</c:v>
                </c:pt>
                <c:pt idx="2108">
                  <c:v>7017</c:v>
                </c:pt>
                <c:pt idx="2109">
                  <c:v>7021</c:v>
                </c:pt>
                <c:pt idx="2110">
                  <c:v>7024</c:v>
                </c:pt>
                <c:pt idx="2111">
                  <c:v>7027</c:v>
                </c:pt>
                <c:pt idx="2112">
                  <c:v>7031</c:v>
                </c:pt>
                <c:pt idx="2113">
                  <c:v>7034</c:v>
                </c:pt>
                <c:pt idx="2114">
                  <c:v>7037</c:v>
                </c:pt>
                <c:pt idx="2115">
                  <c:v>7041</c:v>
                </c:pt>
                <c:pt idx="2116">
                  <c:v>7044</c:v>
                </c:pt>
                <c:pt idx="2117">
                  <c:v>7047</c:v>
                </c:pt>
                <c:pt idx="2118">
                  <c:v>7050</c:v>
                </c:pt>
                <c:pt idx="2119">
                  <c:v>7054</c:v>
                </c:pt>
                <c:pt idx="2120">
                  <c:v>7057</c:v>
                </c:pt>
                <c:pt idx="2121">
                  <c:v>7060</c:v>
                </c:pt>
                <c:pt idx="2122">
                  <c:v>7064</c:v>
                </c:pt>
                <c:pt idx="2123">
                  <c:v>7067</c:v>
                </c:pt>
                <c:pt idx="2124">
                  <c:v>7070</c:v>
                </c:pt>
                <c:pt idx="2125">
                  <c:v>7074</c:v>
                </c:pt>
                <c:pt idx="2126">
                  <c:v>7077</c:v>
                </c:pt>
                <c:pt idx="2127">
                  <c:v>7080</c:v>
                </c:pt>
                <c:pt idx="2128">
                  <c:v>7084</c:v>
                </c:pt>
                <c:pt idx="2129">
                  <c:v>7087</c:v>
                </c:pt>
                <c:pt idx="2130">
                  <c:v>7090</c:v>
                </c:pt>
                <c:pt idx="2131">
                  <c:v>7094</c:v>
                </c:pt>
                <c:pt idx="2132">
                  <c:v>7097</c:v>
                </c:pt>
                <c:pt idx="2133">
                  <c:v>7100</c:v>
                </c:pt>
                <c:pt idx="2134">
                  <c:v>7104</c:v>
                </c:pt>
                <c:pt idx="2135">
                  <c:v>7107</c:v>
                </c:pt>
                <c:pt idx="2136">
                  <c:v>7110</c:v>
                </c:pt>
                <c:pt idx="2137">
                  <c:v>7114</c:v>
                </c:pt>
                <c:pt idx="2138">
                  <c:v>7117</c:v>
                </c:pt>
                <c:pt idx="2139">
                  <c:v>7120</c:v>
                </c:pt>
                <c:pt idx="2140">
                  <c:v>7124</c:v>
                </c:pt>
                <c:pt idx="2141">
                  <c:v>7127</c:v>
                </c:pt>
                <c:pt idx="2142">
                  <c:v>7130</c:v>
                </c:pt>
                <c:pt idx="2143">
                  <c:v>7134</c:v>
                </c:pt>
                <c:pt idx="2144">
                  <c:v>7137</c:v>
                </c:pt>
                <c:pt idx="2145">
                  <c:v>7140</c:v>
                </c:pt>
                <c:pt idx="2146">
                  <c:v>7144</c:v>
                </c:pt>
                <c:pt idx="2147">
                  <c:v>7147</c:v>
                </c:pt>
                <c:pt idx="2148">
                  <c:v>7150</c:v>
                </c:pt>
                <c:pt idx="2149">
                  <c:v>7154</c:v>
                </c:pt>
                <c:pt idx="2150">
                  <c:v>7157</c:v>
                </c:pt>
                <c:pt idx="2151">
                  <c:v>7160</c:v>
                </c:pt>
                <c:pt idx="2152">
                  <c:v>7164</c:v>
                </c:pt>
                <c:pt idx="2153">
                  <c:v>7167</c:v>
                </c:pt>
                <c:pt idx="2154">
                  <c:v>7170</c:v>
                </c:pt>
                <c:pt idx="2155">
                  <c:v>7174</c:v>
                </c:pt>
                <c:pt idx="2156">
                  <c:v>7177</c:v>
                </c:pt>
                <c:pt idx="2157">
                  <c:v>7180</c:v>
                </c:pt>
                <c:pt idx="2158">
                  <c:v>7184</c:v>
                </c:pt>
                <c:pt idx="2159">
                  <c:v>7187</c:v>
                </c:pt>
                <c:pt idx="2160">
                  <c:v>7190</c:v>
                </c:pt>
                <c:pt idx="2161">
                  <c:v>7194</c:v>
                </c:pt>
                <c:pt idx="2162">
                  <c:v>7197</c:v>
                </c:pt>
                <c:pt idx="2163">
                  <c:v>7200</c:v>
                </c:pt>
                <c:pt idx="2164">
                  <c:v>7204</c:v>
                </c:pt>
                <c:pt idx="2165">
                  <c:v>7207</c:v>
                </c:pt>
                <c:pt idx="2166">
                  <c:v>7210</c:v>
                </c:pt>
                <c:pt idx="2167">
                  <c:v>7214</c:v>
                </c:pt>
                <c:pt idx="2168">
                  <c:v>7217</c:v>
                </c:pt>
                <c:pt idx="2169">
                  <c:v>7220</c:v>
                </c:pt>
                <c:pt idx="2170">
                  <c:v>7224</c:v>
                </c:pt>
                <c:pt idx="2171">
                  <c:v>7227</c:v>
                </c:pt>
                <c:pt idx="2172">
                  <c:v>7230</c:v>
                </c:pt>
                <c:pt idx="2173">
                  <c:v>7233</c:v>
                </c:pt>
                <c:pt idx="2174">
                  <c:v>7237</c:v>
                </c:pt>
                <c:pt idx="2175">
                  <c:v>7240</c:v>
                </c:pt>
                <c:pt idx="2176">
                  <c:v>7243</c:v>
                </c:pt>
                <c:pt idx="2177">
                  <c:v>7247</c:v>
                </c:pt>
                <c:pt idx="2178">
                  <c:v>7250</c:v>
                </c:pt>
                <c:pt idx="2179">
                  <c:v>7253</c:v>
                </c:pt>
                <c:pt idx="2180">
                  <c:v>7257</c:v>
                </c:pt>
                <c:pt idx="2181">
                  <c:v>7260</c:v>
                </c:pt>
                <c:pt idx="2182">
                  <c:v>7263</c:v>
                </c:pt>
                <c:pt idx="2183">
                  <c:v>7267</c:v>
                </c:pt>
                <c:pt idx="2184">
                  <c:v>7270</c:v>
                </c:pt>
                <c:pt idx="2185">
                  <c:v>7273</c:v>
                </c:pt>
                <c:pt idx="2186">
                  <c:v>7277</c:v>
                </c:pt>
                <c:pt idx="2187">
                  <c:v>7280</c:v>
                </c:pt>
                <c:pt idx="2188">
                  <c:v>7283</c:v>
                </c:pt>
                <c:pt idx="2189">
                  <c:v>7287</c:v>
                </c:pt>
                <c:pt idx="2190">
                  <c:v>7290</c:v>
                </c:pt>
                <c:pt idx="2191">
                  <c:v>7293</c:v>
                </c:pt>
                <c:pt idx="2192">
                  <c:v>7297</c:v>
                </c:pt>
                <c:pt idx="2193">
                  <c:v>7300</c:v>
                </c:pt>
                <c:pt idx="2194">
                  <c:v>7303</c:v>
                </c:pt>
                <c:pt idx="2195">
                  <c:v>7307</c:v>
                </c:pt>
                <c:pt idx="2196">
                  <c:v>7310</c:v>
                </c:pt>
                <c:pt idx="2197">
                  <c:v>7313</c:v>
                </c:pt>
                <c:pt idx="2198">
                  <c:v>7317</c:v>
                </c:pt>
                <c:pt idx="2199">
                  <c:v>7320</c:v>
                </c:pt>
                <c:pt idx="2200">
                  <c:v>7323</c:v>
                </c:pt>
                <c:pt idx="2201">
                  <c:v>7327</c:v>
                </c:pt>
                <c:pt idx="2202">
                  <c:v>7330</c:v>
                </c:pt>
                <c:pt idx="2203">
                  <c:v>7333</c:v>
                </c:pt>
                <c:pt idx="2204">
                  <c:v>7337</c:v>
                </c:pt>
                <c:pt idx="2205">
                  <c:v>7340</c:v>
                </c:pt>
                <c:pt idx="2206">
                  <c:v>7343</c:v>
                </c:pt>
                <c:pt idx="2207">
                  <c:v>7347</c:v>
                </c:pt>
                <c:pt idx="2208">
                  <c:v>7350</c:v>
                </c:pt>
                <c:pt idx="2209">
                  <c:v>7353</c:v>
                </c:pt>
                <c:pt idx="2210">
                  <c:v>7357</c:v>
                </c:pt>
                <c:pt idx="2211">
                  <c:v>7360</c:v>
                </c:pt>
                <c:pt idx="2212">
                  <c:v>7363</c:v>
                </c:pt>
                <c:pt idx="2213">
                  <c:v>7367</c:v>
                </c:pt>
                <c:pt idx="2214">
                  <c:v>7370</c:v>
                </c:pt>
                <c:pt idx="2215">
                  <c:v>7373</c:v>
                </c:pt>
                <c:pt idx="2216">
                  <c:v>7377</c:v>
                </c:pt>
                <c:pt idx="2217">
                  <c:v>7380</c:v>
                </c:pt>
                <c:pt idx="2218">
                  <c:v>7383</c:v>
                </c:pt>
                <c:pt idx="2219">
                  <c:v>7387</c:v>
                </c:pt>
                <c:pt idx="2220">
                  <c:v>7390</c:v>
                </c:pt>
                <c:pt idx="2221">
                  <c:v>7393</c:v>
                </c:pt>
                <c:pt idx="2222">
                  <c:v>7397</c:v>
                </c:pt>
                <c:pt idx="2223">
                  <c:v>7400</c:v>
                </c:pt>
                <c:pt idx="2224">
                  <c:v>7403</c:v>
                </c:pt>
                <c:pt idx="2225">
                  <c:v>7407</c:v>
                </c:pt>
                <c:pt idx="2226">
                  <c:v>7410</c:v>
                </c:pt>
                <c:pt idx="2227">
                  <c:v>7413</c:v>
                </c:pt>
                <c:pt idx="2228">
                  <c:v>7416</c:v>
                </c:pt>
                <c:pt idx="2229">
                  <c:v>7420</c:v>
                </c:pt>
                <c:pt idx="2230">
                  <c:v>7423</c:v>
                </c:pt>
                <c:pt idx="2231">
                  <c:v>7426</c:v>
                </c:pt>
                <c:pt idx="2232">
                  <c:v>7430</c:v>
                </c:pt>
                <c:pt idx="2233">
                  <c:v>7433</c:v>
                </c:pt>
                <c:pt idx="2234">
                  <c:v>7436</c:v>
                </c:pt>
                <c:pt idx="2235">
                  <c:v>7440</c:v>
                </c:pt>
                <c:pt idx="2236">
                  <c:v>7443</c:v>
                </c:pt>
                <c:pt idx="2237">
                  <c:v>7446</c:v>
                </c:pt>
                <c:pt idx="2238">
                  <c:v>7450</c:v>
                </c:pt>
                <c:pt idx="2239">
                  <c:v>7453</c:v>
                </c:pt>
                <c:pt idx="2240">
                  <c:v>7456</c:v>
                </c:pt>
                <c:pt idx="2241">
                  <c:v>7460</c:v>
                </c:pt>
                <c:pt idx="2242">
                  <c:v>7463</c:v>
                </c:pt>
                <c:pt idx="2243">
                  <c:v>7466</c:v>
                </c:pt>
                <c:pt idx="2244">
                  <c:v>7470</c:v>
                </c:pt>
                <c:pt idx="2245">
                  <c:v>7473</c:v>
                </c:pt>
                <c:pt idx="2246">
                  <c:v>7476</c:v>
                </c:pt>
                <c:pt idx="2247">
                  <c:v>7480</c:v>
                </c:pt>
                <c:pt idx="2248">
                  <c:v>7483</c:v>
                </c:pt>
                <c:pt idx="2249">
                  <c:v>7486</c:v>
                </c:pt>
                <c:pt idx="2250">
                  <c:v>7490</c:v>
                </c:pt>
                <c:pt idx="2251">
                  <c:v>7493</c:v>
                </c:pt>
                <c:pt idx="2252">
                  <c:v>7496</c:v>
                </c:pt>
                <c:pt idx="2253">
                  <c:v>7500</c:v>
                </c:pt>
                <c:pt idx="2254">
                  <c:v>7503</c:v>
                </c:pt>
                <c:pt idx="2255">
                  <c:v>7506</c:v>
                </c:pt>
                <c:pt idx="2256">
                  <c:v>7510</c:v>
                </c:pt>
                <c:pt idx="2257">
                  <c:v>7513</c:v>
                </c:pt>
                <c:pt idx="2258">
                  <c:v>7516</c:v>
                </c:pt>
                <c:pt idx="2259">
                  <c:v>7520</c:v>
                </c:pt>
                <c:pt idx="2260">
                  <c:v>7523</c:v>
                </c:pt>
                <c:pt idx="2261">
                  <c:v>7526</c:v>
                </c:pt>
                <c:pt idx="2262">
                  <c:v>7530</c:v>
                </c:pt>
                <c:pt idx="2263">
                  <c:v>7533</c:v>
                </c:pt>
                <c:pt idx="2264">
                  <c:v>7536</c:v>
                </c:pt>
                <c:pt idx="2265">
                  <c:v>7540</c:v>
                </c:pt>
                <c:pt idx="2266">
                  <c:v>7543</c:v>
                </c:pt>
                <c:pt idx="2267">
                  <c:v>7546</c:v>
                </c:pt>
                <c:pt idx="2268">
                  <c:v>7550</c:v>
                </c:pt>
                <c:pt idx="2269">
                  <c:v>7553</c:v>
                </c:pt>
                <c:pt idx="2270">
                  <c:v>7556</c:v>
                </c:pt>
                <c:pt idx="2271">
                  <c:v>7560</c:v>
                </c:pt>
                <c:pt idx="2272">
                  <c:v>7563</c:v>
                </c:pt>
                <c:pt idx="2273">
                  <c:v>7566</c:v>
                </c:pt>
                <c:pt idx="2274">
                  <c:v>7570</c:v>
                </c:pt>
                <c:pt idx="2275">
                  <c:v>7573</c:v>
                </c:pt>
                <c:pt idx="2276">
                  <c:v>7576</c:v>
                </c:pt>
                <c:pt idx="2277">
                  <c:v>7580</c:v>
                </c:pt>
                <c:pt idx="2278">
                  <c:v>7583</c:v>
                </c:pt>
                <c:pt idx="2279">
                  <c:v>7586</c:v>
                </c:pt>
                <c:pt idx="2280">
                  <c:v>7590</c:v>
                </c:pt>
                <c:pt idx="2281">
                  <c:v>7593</c:v>
                </c:pt>
                <c:pt idx="2282">
                  <c:v>7596</c:v>
                </c:pt>
                <c:pt idx="2283">
                  <c:v>7599</c:v>
                </c:pt>
                <c:pt idx="2284">
                  <c:v>7603</c:v>
                </c:pt>
                <c:pt idx="2285">
                  <c:v>7606</c:v>
                </c:pt>
                <c:pt idx="2286">
                  <c:v>7609</c:v>
                </c:pt>
                <c:pt idx="2287">
                  <c:v>7613</c:v>
                </c:pt>
                <c:pt idx="2288">
                  <c:v>7616</c:v>
                </c:pt>
                <c:pt idx="2289">
                  <c:v>7619</c:v>
                </c:pt>
                <c:pt idx="2290">
                  <c:v>7623</c:v>
                </c:pt>
                <c:pt idx="2291">
                  <c:v>7626</c:v>
                </c:pt>
                <c:pt idx="2292">
                  <c:v>7629</c:v>
                </c:pt>
                <c:pt idx="2293">
                  <c:v>7633</c:v>
                </c:pt>
                <c:pt idx="2294">
                  <c:v>7636</c:v>
                </c:pt>
                <c:pt idx="2295">
                  <c:v>7639</c:v>
                </c:pt>
                <c:pt idx="2296">
                  <c:v>7643</c:v>
                </c:pt>
                <c:pt idx="2297">
                  <c:v>7646</c:v>
                </c:pt>
                <c:pt idx="2298">
                  <c:v>7649</c:v>
                </c:pt>
                <c:pt idx="2299">
                  <c:v>7653</c:v>
                </c:pt>
                <c:pt idx="2300">
                  <c:v>7656</c:v>
                </c:pt>
                <c:pt idx="2301">
                  <c:v>7659</c:v>
                </c:pt>
                <c:pt idx="2302">
                  <c:v>7663</c:v>
                </c:pt>
                <c:pt idx="2303">
                  <c:v>7666</c:v>
                </c:pt>
                <c:pt idx="2304">
                  <c:v>7669</c:v>
                </c:pt>
                <c:pt idx="2305">
                  <c:v>7673</c:v>
                </c:pt>
                <c:pt idx="2306">
                  <c:v>7676</c:v>
                </c:pt>
                <c:pt idx="2307">
                  <c:v>7679</c:v>
                </c:pt>
                <c:pt idx="2308">
                  <c:v>7683</c:v>
                </c:pt>
                <c:pt idx="2309">
                  <c:v>7686</c:v>
                </c:pt>
                <c:pt idx="2310">
                  <c:v>7689</c:v>
                </c:pt>
                <c:pt idx="2311">
                  <c:v>7693</c:v>
                </c:pt>
                <c:pt idx="2312">
                  <c:v>7696</c:v>
                </c:pt>
                <c:pt idx="2313">
                  <c:v>7699</c:v>
                </c:pt>
                <c:pt idx="2314">
                  <c:v>7703</c:v>
                </c:pt>
                <c:pt idx="2315">
                  <c:v>7706</c:v>
                </c:pt>
                <c:pt idx="2316">
                  <c:v>7709</c:v>
                </c:pt>
                <c:pt idx="2317">
                  <c:v>7713</c:v>
                </c:pt>
                <c:pt idx="2318">
                  <c:v>7716</c:v>
                </c:pt>
                <c:pt idx="2319">
                  <c:v>7719</c:v>
                </c:pt>
                <c:pt idx="2320">
                  <c:v>7723</c:v>
                </c:pt>
                <c:pt idx="2321">
                  <c:v>7726</c:v>
                </c:pt>
                <c:pt idx="2322">
                  <c:v>7729</c:v>
                </c:pt>
                <c:pt idx="2323">
                  <c:v>7733</c:v>
                </c:pt>
                <c:pt idx="2324">
                  <c:v>7736</c:v>
                </c:pt>
                <c:pt idx="2325">
                  <c:v>7739</c:v>
                </c:pt>
                <c:pt idx="2326">
                  <c:v>7743</c:v>
                </c:pt>
                <c:pt idx="2327">
                  <c:v>7746</c:v>
                </c:pt>
                <c:pt idx="2328">
                  <c:v>7749</c:v>
                </c:pt>
                <c:pt idx="2329">
                  <c:v>7753</c:v>
                </c:pt>
                <c:pt idx="2330">
                  <c:v>7756</c:v>
                </c:pt>
                <c:pt idx="2331">
                  <c:v>7759</c:v>
                </c:pt>
                <c:pt idx="2332">
                  <c:v>7763</c:v>
                </c:pt>
                <c:pt idx="2333">
                  <c:v>7766</c:v>
                </c:pt>
                <c:pt idx="2334">
                  <c:v>7769</c:v>
                </c:pt>
                <c:pt idx="2335">
                  <c:v>7773</c:v>
                </c:pt>
                <c:pt idx="2336">
                  <c:v>7776</c:v>
                </c:pt>
                <c:pt idx="2337">
                  <c:v>7779</c:v>
                </c:pt>
                <c:pt idx="2338">
                  <c:v>7782</c:v>
                </c:pt>
                <c:pt idx="2339">
                  <c:v>7786</c:v>
                </c:pt>
                <c:pt idx="2340">
                  <c:v>7789</c:v>
                </c:pt>
                <c:pt idx="2341">
                  <c:v>7792</c:v>
                </c:pt>
                <c:pt idx="2342">
                  <c:v>7796</c:v>
                </c:pt>
                <c:pt idx="2343">
                  <c:v>7799</c:v>
                </c:pt>
                <c:pt idx="2344">
                  <c:v>7802</c:v>
                </c:pt>
                <c:pt idx="2345">
                  <c:v>7806</c:v>
                </c:pt>
                <c:pt idx="2346">
                  <c:v>7809</c:v>
                </c:pt>
                <c:pt idx="2347">
                  <c:v>7812</c:v>
                </c:pt>
                <c:pt idx="2348">
                  <c:v>7816</c:v>
                </c:pt>
                <c:pt idx="2349">
                  <c:v>7819</c:v>
                </c:pt>
                <c:pt idx="2350">
                  <c:v>7822</c:v>
                </c:pt>
                <c:pt idx="2351">
                  <c:v>7826</c:v>
                </c:pt>
                <c:pt idx="2352">
                  <c:v>7829</c:v>
                </c:pt>
                <c:pt idx="2353">
                  <c:v>7832</c:v>
                </c:pt>
                <c:pt idx="2354">
                  <c:v>7836</c:v>
                </c:pt>
                <c:pt idx="2355">
                  <c:v>7839</c:v>
                </c:pt>
                <c:pt idx="2356">
                  <c:v>7842</c:v>
                </c:pt>
                <c:pt idx="2357">
                  <c:v>7846</c:v>
                </c:pt>
                <c:pt idx="2358">
                  <c:v>7849</c:v>
                </c:pt>
                <c:pt idx="2359">
                  <c:v>7852</c:v>
                </c:pt>
                <c:pt idx="2360">
                  <c:v>7856</c:v>
                </c:pt>
                <c:pt idx="2361">
                  <c:v>7859</c:v>
                </c:pt>
                <c:pt idx="2362">
                  <c:v>7862</c:v>
                </c:pt>
                <c:pt idx="2363">
                  <c:v>7866</c:v>
                </c:pt>
                <c:pt idx="2364">
                  <c:v>7869</c:v>
                </c:pt>
                <c:pt idx="2365">
                  <c:v>7872</c:v>
                </c:pt>
                <c:pt idx="2366">
                  <c:v>7876</c:v>
                </c:pt>
                <c:pt idx="2367">
                  <c:v>7879</c:v>
                </c:pt>
                <c:pt idx="2368">
                  <c:v>7882</c:v>
                </c:pt>
                <c:pt idx="2369">
                  <c:v>7886</c:v>
                </c:pt>
                <c:pt idx="2370">
                  <c:v>7889</c:v>
                </c:pt>
                <c:pt idx="2371">
                  <c:v>7892</c:v>
                </c:pt>
                <c:pt idx="2372">
                  <c:v>7896</c:v>
                </c:pt>
                <c:pt idx="2373">
                  <c:v>7899</c:v>
                </c:pt>
                <c:pt idx="2374">
                  <c:v>7902</c:v>
                </c:pt>
                <c:pt idx="2375">
                  <c:v>7906</c:v>
                </c:pt>
                <c:pt idx="2376">
                  <c:v>7909</c:v>
                </c:pt>
                <c:pt idx="2377">
                  <c:v>7912</c:v>
                </c:pt>
                <c:pt idx="2378">
                  <c:v>7916</c:v>
                </c:pt>
                <c:pt idx="2379">
                  <c:v>7919</c:v>
                </c:pt>
                <c:pt idx="2380">
                  <c:v>7922</c:v>
                </c:pt>
                <c:pt idx="2381">
                  <c:v>7926</c:v>
                </c:pt>
                <c:pt idx="2382">
                  <c:v>7929</c:v>
                </c:pt>
                <c:pt idx="2383">
                  <c:v>7932</c:v>
                </c:pt>
                <c:pt idx="2384">
                  <c:v>7936</c:v>
                </c:pt>
                <c:pt idx="2385">
                  <c:v>7939</c:v>
                </c:pt>
                <c:pt idx="2386">
                  <c:v>7942</c:v>
                </c:pt>
                <c:pt idx="2387">
                  <c:v>7946</c:v>
                </c:pt>
                <c:pt idx="2388">
                  <c:v>7949</c:v>
                </c:pt>
                <c:pt idx="2389">
                  <c:v>7952</c:v>
                </c:pt>
                <c:pt idx="2390">
                  <c:v>7956</c:v>
                </c:pt>
                <c:pt idx="2391">
                  <c:v>7959</c:v>
                </c:pt>
                <c:pt idx="2392">
                  <c:v>7962</c:v>
                </c:pt>
                <c:pt idx="2393">
                  <c:v>7965</c:v>
                </c:pt>
                <c:pt idx="2394">
                  <c:v>7969</c:v>
                </c:pt>
                <c:pt idx="2395">
                  <c:v>7972</c:v>
                </c:pt>
                <c:pt idx="2396">
                  <c:v>7975</c:v>
                </c:pt>
                <c:pt idx="2397">
                  <c:v>7979</c:v>
                </c:pt>
                <c:pt idx="2398">
                  <c:v>7982</c:v>
                </c:pt>
                <c:pt idx="2399">
                  <c:v>7985</c:v>
                </c:pt>
                <c:pt idx="2400">
                  <c:v>7989</c:v>
                </c:pt>
                <c:pt idx="2401">
                  <c:v>7992</c:v>
                </c:pt>
                <c:pt idx="2402">
                  <c:v>7995</c:v>
                </c:pt>
                <c:pt idx="2403">
                  <c:v>7999</c:v>
                </c:pt>
                <c:pt idx="2404">
                  <c:v>8002</c:v>
                </c:pt>
                <c:pt idx="2405">
                  <c:v>8005</c:v>
                </c:pt>
                <c:pt idx="2406">
                  <c:v>8009</c:v>
                </c:pt>
                <c:pt idx="2407">
                  <c:v>8012</c:v>
                </c:pt>
                <c:pt idx="2408">
                  <c:v>8015</c:v>
                </c:pt>
                <c:pt idx="2409">
                  <c:v>8019</c:v>
                </c:pt>
                <c:pt idx="2410">
                  <c:v>8022</c:v>
                </c:pt>
                <c:pt idx="2411">
                  <c:v>8025</c:v>
                </c:pt>
                <c:pt idx="2412">
                  <c:v>8029</c:v>
                </c:pt>
                <c:pt idx="2413">
                  <c:v>8032</c:v>
                </c:pt>
                <c:pt idx="2414">
                  <c:v>8035</c:v>
                </c:pt>
                <c:pt idx="2415">
                  <c:v>8039</c:v>
                </c:pt>
                <c:pt idx="2416">
                  <c:v>8042</c:v>
                </c:pt>
                <c:pt idx="2417">
                  <c:v>8045</c:v>
                </c:pt>
                <c:pt idx="2418">
                  <c:v>8049</c:v>
                </c:pt>
                <c:pt idx="2419">
                  <c:v>8052</c:v>
                </c:pt>
                <c:pt idx="2420">
                  <c:v>8055</c:v>
                </c:pt>
                <c:pt idx="2421">
                  <c:v>8059</c:v>
                </c:pt>
                <c:pt idx="2422">
                  <c:v>8062</c:v>
                </c:pt>
                <c:pt idx="2423">
                  <c:v>8065</c:v>
                </c:pt>
                <c:pt idx="2424">
                  <c:v>8069</c:v>
                </c:pt>
                <c:pt idx="2425">
                  <c:v>8072</c:v>
                </c:pt>
                <c:pt idx="2426">
                  <c:v>8075</c:v>
                </c:pt>
                <c:pt idx="2427">
                  <c:v>8079</c:v>
                </c:pt>
                <c:pt idx="2428">
                  <c:v>8082</c:v>
                </c:pt>
                <c:pt idx="2429">
                  <c:v>8085</c:v>
                </c:pt>
                <c:pt idx="2430">
                  <c:v>8089</c:v>
                </c:pt>
                <c:pt idx="2431">
                  <c:v>8092</c:v>
                </c:pt>
                <c:pt idx="2432">
                  <c:v>8095</c:v>
                </c:pt>
                <c:pt idx="2433">
                  <c:v>8099</c:v>
                </c:pt>
                <c:pt idx="2434">
                  <c:v>8102</c:v>
                </c:pt>
                <c:pt idx="2435">
                  <c:v>8105</c:v>
                </c:pt>
                <c:pt idx="2436">
                  <c:v>8109</c:v>
                </c:pt>
                <c:pt idx="2437">
                  <c:v>8112</c:v>
                </c:pt>
                <c:pt idx="2438">
                  <c:v>8115</c:v>
                </c:pt>
                <c:pt idx="2439">
                  <c:v>8119</c:v>
                </c:pt>
                <c:pt idx="2440">
                  <c:v>8122</c:v>
                </c:pt>
                <c:pt idx="2441">
                  <c:v>8125</c:v>
                </c:pt>
                <c:pt idx="2442">
                  <c:v>8129</c:v>
                </c:pt>
                <c:pt idx="2443">
                  <c:v>8132</c:v>
                </c:pt>
                <c:pt idx="2444">
                  <c:v>8135</c:v>
                </c:pt>
                <c:pt idx="2445">
                  <c:v>8139</c:v>
                </c:pt>
                <c:pt idx="2446">
                  <c:v>8142</c:v>
                </c:pt>
                <c:pt idx="2447">
                  <c:v>8145</c:v>
                </c:pt>
                <c:pt idx="2448">
                  <c:v>8148</c:v>
                </c:pt>
                <c:pt idx="2449">
                  <c:v>8152</c:v>
                </c:pt>
                <c:pt idx="2450">
                  <c:v>8155</c:v>
                </c:pt>
                <c:pt idx="2451">
                  <c:v>8158</c:v>
                </c:pt>
                <c:pt idx="2452">
                  <c:v>8162</c:v>
                </c:pt>
                <c:pt idx="2453">
                  <c:v>8165</c:v>
                </c:pt>
                <c:pt idx="2454">
                  <c:v>8168</c:v>
                </c:pt>
                <c:pt idx="2455">
                  <c:v>8172</c:v>
                </c:pt>
                <c:pt idx="2456">
                  <c:v>8175</c:v>
                </c:pt>
                <c:pt idx="2457">
                  <c:v>8178</c:v>
                </c:pt>
                <c:pt idx="2458">
                  <c:v>8182</c:v>
                </c:pt>
                <c:pt idx="2459">
                  <c:v>8185</c:v>
                </c:pt>
                <c:pt idx="2460">
                  <c:v>8188</c:v>
                </c:pt>
                <c:pt idx="2461">
                  <c:v>8192</c:v>
                </c:pt>
                <c:pt idx="2462">
                  <c:v>8195</c:v>
                </c:pt>
                <c:pt idx="2463">
                  <c:v>8198</c:v>
                </c:pt>
                <c:pt idx="2464">
                  <c:v>8202</c:v>
                </c:pt>
                <c:pt idx="2465">
                  <c:v>8205</c:v>
                </c:pt>
                <c:pt idx="2466">
                  <c:v>8208</c:v>
                </c:pt>
                <c:pt idx="2467">
                  <c:v>8212</c:v>
                </c:pt>
                <c:pt idx="2468">
                  <c:v>8215</c:v>
                </c:pt>
                <c:pt idx="2469">
                  <c:v>8218</c:v>
                </c:pt>
                <c:pt idx="2470">
                  <c:v>8222</c:v>
                </c:pt>
                <c:pt idx="2471">
                  <c:v>8225</c:v>
                </c:pt>
                <c:pt idx="2472">
                  <c:v>8228</c:v>
                </c:pt>
                <c:pt idx="2473">
                  <c:v>8232</c:v>
                </c:pt>
                <c:pt idx="2474">
                  <c:v>8235</c:v>
                </c:pt>
                <c:pt idx="2475">
                  <c:v>8238</c:v>
                </c:pt>
                <c:pt idx="2476">
                  <c:v>8242</c:v>
                </c:pt>
                <c:pt idx="2477">
                  <c:v>8245</c:v>
                </c:pt>
                <c:pt idx="2478">
                  <c:v>8248</c:v>
                </c:pt>
                <c:pt idx="2479">
                  <c:v>8252</c:v>
                </c:pt>
                <c:pt idx="2480">
                  <c:v>8255</c:v>
                </c:pt>
                <c:pt idx="2481">
                  <c:v>8258</c:v>
                </c:pt>
                <c:pt idx="2482">
                  <c:v>8262</c:v>
                </c:pt>
                <c:pt idx="2483">
                  <c:v>8265</c:v>
                </c:pt>
                <c:pt idx="2484">
                  <c:v>8268</c:v>
                </c:pt>
                <c:pt idx="2485">
                  <c:v>8272</c:v>
                </c:pt>
                <c:pt idx="2486">
                  <c:v>8275</c:v>
                </c:pt>
                <c:pt idx="2487">
                  <c:v>8278</c:v>
                </c:pt>
                <c:pt idx="2488">
                  <c:v>8282</c:v>
                </c:pt>
                <c:pt idx="2489">
                  <c:v>8285</c:v>
                </c:pt>
                <c:pt idx="2490">
                  <c:v>8288</c:v>
                </c:pt>
                <c:pt idx="2491">
                  <c:v>8292</c:v>
                </c:pt>
                <c:pt idx="2492">
                  <c:v>8295</c:v>
                </c:pt>
                <c:pt idx="2493">
                  <c:v>8298</c:v>
                </c:pt>
                <c:pt idx="2494">
                  <c:v>8302</c:v>
                </c:pt>
                <c:pt idx="2495">
                  <c:v>8305</c:v>
                </c:pt>
                <c:pt idx="2496">
                  <c:v>8308</c:v>
                </c:pt>
                <c:pt idx="2497">
                  <c:v>8312</c:v>
                </c:pt>
                <c:pt idx="2498">
                  <c:v>8315</c:v>
                </c:pt>
                <c:pt idx="2499">
                  <c:v>8318</c:v>
                </c:pt>
                <c:pt idx="2500">
                  <c:v>8322</c:v>
                </c:pt>
                <c:pt idx="2501">
                  <c:v>8325</c:v>
                </c:pt>
                <c:pt idx="2502">
                  <c:v>8328</c:v>
                </c:pt>
                <c:pt idx="2503">
                  <c:v>8331</c:v>
                </c:pt>
                <c:pt idx="2504">
                  <c:v>8335</c:v>
                </c:pt>
                <c:pt idx="2505">
                  <c:v>8338</c:v>
                </c:pt>
                <c:pt idx="2506">
                  <c:v>8341</c:v>
                </c:pt>
                <c:pt idx="2507">
                  <c:v>8345</c:v>
                </c:pt>
                <c:pt idx="2508">
                  <c:v>8348</c:v>
                </c:pt>
                <c:pt idx="2509">
                  <c:v>8351</c:v>
                </c:pt>
                <c:pt idx="2510">
                  <c:v>8355</c:v>
                </c:pt>
                <c:pt idx="2511">
                  <c:v>8358</c:v>
                </c:pt>
                <c:pt idx="2512">
                  <c:v>8361</c:v>
                </c:pt>
                <c:pt idx="2513">
                  <c:v>8365</c:v>
                </c:pt>
                <c:pt idx="2514">
                  <c:v>8368</c:v>
                </c:pt>
                <c:pt idx="2515">
                  <c:v>8371</c:v>
                </c:pt>
                <c:pt idx="2516">
                  <c:v>8375</c:v>
                </c:pt>
                <c:pt idx="2517">
                  <c:v>8378</c:v>
                </c:pt>
                <c:pt idx="2518">
                  <c:v>8381</c:v>
                </c:pt>
                <c:pt idx="2519">
                  <c:v>8385</c:v>
                </c:pt>
                <c:pt idx="2520">
                  <c:v>8388</c:v>
                </c:pt>
                <c:pt idx="2521">
                  <c:v>8391</c:v>
                </c:pt>
                <c:pt idx="2522">
                  <c:v>8395</c:v>
                </c:pt>
                <c:pt idx="2523">
                  <c:v>8398</c:v>
                </c:pt>
                <c:pt idx="2524">
                  <c:v>8401</c:v>
                </c:pt>
                <c:pt idx="2525">
                  <c:v>8405</c:v>
                </c:pt>
                <c:pt idx="2526">
                  <c:v>8408</c:v>
                </c:pt>
                <c:pt idx="2527">
                  <c:v>8411</c:v>
                </c:pt>
                <c:pt idx="2528">
                  <c:v>8415</c:v>
                </c:pt>
                <c:pt idx="2529">
                  <c:v>8418</c:v>
                </c:pt>
                <c:pt idx="2530">
                  <c:v>8421</c:v>
                </c:pt>
                <c:pt idx="2531">
                  <c:v>8425</c:v>
                </c:pt>
                <c:pt idx="2532">
                  <c:v>8428</c:v>
                </c:pt>
                <c:pt idx="2533">
                  <c:v>8431</c:v>
                </c:pt>
                <c:pt idx="2534">
                  <c:v>8435</c:v>
                </c:pt>
                <c:pt idx="2535">
                  <c:v>8438</c:v>
                </c:pt>
                <c:pt idx="2536">
                  <c:v>8441</c:v>
                </c:pt>
                <c:pt idx="2537">
                  <c:v>8445</c:v>
                </c:pt>
                <c:pt idx="2538">
                  <c:v>8448</c:v>
                </c:pt>
                <c:pt idx="2539">
                  <c:v>8451</c:v>
                </c:pt>
                <c:pt idx="2540">
                  <c:v>8455</c:v>
                </c:pt>
                <c:pt idx="2541">
                  <c:v>8458</c:v>
                </c:pt>
                <c:pt idx="2542">
                  <c:v>8461</c:v>
                </c:pt>
                <c:pt idx="2543">
                  <c:v>8465</c:v>
                </c:pt>
                <c:pt idx="2544">
                  <c:v>8468</c:v>
                </c:pt>
                <c:pt idx="2545">
                  <c:v>8471</c:v>
                </c:pt>
                <c:pt idx="2546">
                  <c:v>8475</c:v>
                </c:pt>
                <c:pt idx="2547">
                  <c:v>8478</c:v>
                </c:pt>
                <c:pt idx="2548">
                  <c:v>8481</c:v>
                </c:pt>
                <c:pt idx="2549">
                  <c:v>8485</c:v>
                </c:pt>
                <c:pt idx="2550">
                  <c:v>8488</c:v>
                </c:pt>
                <c:pt idx="2551">
                  <c:v>8491</c:v>
                </c:pt>
                <c:pt idx="2552">
                  <c:v>8495</c:v>
                </c:pt>
                <c:pt idx="2553">
                  <c:v>8498</c:v>
                </c:pt>
                <c:pt idx="2554">
                  <c:v>8501</c:v>
                </c:pt>
                <c:pt idx="2555">
                  <c:v>8505</c:v>
                </c:pt>
                <c:pt idx="2556">
                  <c:v>8508</c:v>
                </c:pt>
                <c:pt idx="2557">
                  <c:v>8511</c:v>
                </c:pt>
                <c:pt idx="2558">
                  <c:v>8514</c:v>
                </c:pt>
                <c:pt idx="2559">
                  <c:v>8518</c:v>
                </c:pt>
                <c:pt idx="2560">
                  <c:v>8521</c:v>
                </c:pt>
                <c:pt idx="2561">
                  <c:v>8524</c:v>
                </c:pt>
                <c:pt idx="2562">
                  <c:v>8528</c:v>
                </c:pt>
                <c:pt idx="2563">
                  <c:v>8531</c:v>
                </c:pt>
                <c:pt idx="2564">
                  <c:v>8534</c:v>
                </c:pt>
                <c:pt idx="2565">
                  <c:v>8538</c:v>
                </c:pt>
                <c:pt idx="2566">
                  <c:v>8541</c:v>
                </c:pt>
                <c:pt idx="2567">
                  <c:v>8544</c:v>
                </c:pt>
                <c:pt idx="2568">
                  <c:v>8548</c:v>
                </c:pt>
                <c:pt idx="2569">
                  <c:v>8551</c:v>
                </c:pt>
                <c:pt idx="2570">
                  <c:v>8554</c:v>
                </c:pt>
                <c:pt idx="2571">
                  <c:v>8558</c:v>
                </c:pt>
                <c:pt idx="2572">
                  <c:v>8561</c:v>
                </c:pt>
                <c:pt idx="2573">
                  <c:v>8564</c:v>
                </c:pt>
                <c:pt idx="2574">
                  <c:v>8568</c:v>
                </c:pt>
                <c:pt idx="2575">
                  <c:v>8571</c:v>
                </c:pt>
                <c:pt idx="2576">
                  <c:v>8574</c:v>
                </c:pt>
                <c:pt idx="2577">
                  <c:v>8578</c:v>
                </c:pt>
                <c:pt idx="2578">
                  <c:v>8581</c:v>
                </c:pt>
                <c:pt idx="2579">
                  <c:v>8584</c:v>
                </c:pt>
                <c:pt idx="2580">
                  <c:v>8588</c:v>
                </c:pt>
                <c:pt idx="2581">
                  <c:v>8591</c:v>
                </c:pt>
                <c:pt idx="2582">
                  <c:v>8594</c:v>
                </c:pt>
                <c:pt idx="2583">
                  <c:v>8598</c:v>
                </c:pt>
                <c:pt idx="2584">
                  <c:v>8601</c:v>
                </c:pt>
                <c:pt idx="2585">
                  <c:v>8604</c:v>
                </c:pt>
                <c:pt idx="2586">
                  <c:v>8608</c:v>
                </c:pt>
                <c:pt idx="2587">
                  <c:v>8611</c:v>
                </c:pt>
                <c:pt idx="2588">
                  <c:v>8614</c:v>
                </c:pt>
                <c:pt idx="2589">
                  <c:v>8618</c:v>
                </c:pt>
                <c:pt idx="2590">
                  <c:v>8621</c:v>
                </c:pt>
                <c:pt idx="2591">
                  <c:v>8624</c:v>
                </c:pt>
                <c:pt idx="2592">
                  <c:v>8628</c:v>
                </c:pt>
                <c:pt idx="2593">
                  <c:v>8631</c:v>
                </c:pt>
                <c:pt idx="2594">
                  <c:v>8634</c:v>
                </c:pt>
                <c:pt idx="2595">
                  <c:v>8638</c:v>
                </c:pt>
                <c:pt idx="2596">
                  <c:v>8641</c:v>
                </c:pt>
                <c:pt idx="2597">
                  <c:v>8644</c:v>
                </c:pt>
                <c:pt idx="2598">
                  <c:v>8648</c:v>
                </c:pt>
                <c:pt idx="2599">
                  <c:v>8651</c:v>
                </c:pt>
                <c:pt idx="2600">
                  <c:v>8654</c:v>
                </c:pt>
                <c:pt idx="2601">
                  <c:v>8658</c:v>
                </c:pt>
                <c:pt idx="2602">
                  <c:v>8661</c:v>
                </c:pt>
                <c:pt idx="2603">
                  <c:v>8664</c:v>
                </c:pt>
                <c:pt idx="2604">
                  <c:v>8668</c:v>
                </c:pt>
                <c:pt idx="2605">
                  <c:v>8671</c:v>
                </c:pt>
                <c:pt idx="2606">
                  <c:v>8674</c:v>
                </c:pt>
                <c:pt idx="2607">
                  <c:v>8678</c:v>
                </c:pt>
                <c:pt idx="2608">
                  <c:v>8681</c:v>
                </c:pt>
                <c:pt idx="2609">
                  <c:v>8684</c:v>
                </c:pt>
                <c:pt idx="2610">
                  <c:v>8688</c:v>
                </c:pt>
                <c:pt idx="2611">
                  <c:v>8691</c:v>
                </c:pt>
                <c:pt idx="2612">
                  <c:v>8694</c:v>
                </c:pt>
                <c:pt idx="2613">
                  <c:v>8697</c:v>
                </c:pt>
                <c:pt idx="2614">
                  <c:v>8701</c:v>
                </c:pt>
                <c:pt idx="2615">
                  <c:v>8704</c:v>
                </c:pt>
                <c:pt idx="2616">
                  <c:v>8707</c:v>
                </c:pt>
                <c:pt idx="2617">
                  <c:v>8711</c:v>
                </c:pt>
                <c:pt idx="2618">
                  <c:v>8714</c:v>
                </c:pt>
                <c:pt idx="2619">
                  <c:v>8717</c:v>
                </c:pt>
                <c:pt idx="2620">
                  <c:v>8721</c:v>
                </c:pt>
                <c:pt idx="2621">
                  <c:v>8724</c:v>
                </c:pt>
                <c:pt idx="2622">
                  <c:v>8727</c:v>
                </c:pt>
                <c:pt idx="2623">
                  <c:v>8731</c:v>
                </c:pt>
                <c:pt idx="2624">
                  <c:v>8734</c:v>
                </c:pt>
                <c:pt idx="2625">
                  <c:v>8737</c:v>
                </c:pt>
                <c:pt idx="2626">
                  <c:v>8741</c:v>
                </c:pt>
                <c:pt idx="2627">
                  <c:v>8744</c:v>
                </c:pt>
                <c:pt idx="2628">
                  <c:v>8747</c:v>
                </c:pt>
                <c:pt idx="2629">
                  <c:v>8751</c:v>
                </c:pt>
                <c:pt idx="2630">
                  <c:v>8754</c:v>
                </c:pt>
                <c:pt idx="2631">
                  <c:v>8757</c:v>
                </c:pt>
                <c:pt idx="2632">
                  <c:v>8761</c:v>
                </c:pt>
                <c:pt idx="2633">
                  <c:v>8764</c:v>
                </c:pt>
                <c:pt idx="2634">
                  <c:v>8767</c:v>
                </c:pt>
                <c:pt idx="2635">
                  <c:v>8771</c:v>
                </c:pt>
                <c:pt idx="2636">
                  <c:v>8774</c:v>
                </c:pt>
                <c:pt idx="2637">
                  <c:v>8777</c:v>
                </c:pt>
                <c:pt idx="2638">
                  <c:v>8781</c:v>
                </c:pt>
                <c:pt idx="2639">
                  <c:v>8784</c:v>
                </c:pt>
                <c:pt idx="2640">
                  <c:v>8787</c:v>
                </c:pt>
                <c:pt idx="2641">
                  <c:v>8791</c:v>
                </c:pt>
                <c:pt idx="2642">
                  <c:v>8794</c:v>
                </c:pt>
                <c:pt idx="2643">
                  <c:v>8797</c:v>
                </c:pt>
                <c:pt idx="2644">
                  <c:v>8801</c:v>
                </c:pt>
                <c:pt idx="2645">
                  <c:v>8804</c:v>
                </c:pt>
                <c:pt idx="2646">
                  <c:v>8807</c:v>
                </c:pt>
                <c:pt idx="2647">
                  <c:v>8811</c:v>
                </c:pt>
                <c:pt idx="2648">
                  <c:v>8814</c:v>
                </c:pt>
                <c:pt idx="2649">
                  <c:v>8817</c:v>
                </c:pt>
                <c:pt idx="2650">
                  <c:v>8821</c:v>
                </c:pt>
                <c:pt idx="2651">
                  <c:v>8824</c:v>
                </c:pt>
                <c:pt idx="2652">
                  <c:v>8827</c:v>
                </c:pt>
                <c:pt idx="2653">
                  <c:v>8831</c:v>
                </c:pt>
                <c:pt idx="2654">
                  <c:v>8834</c:v>
                </c:pt>
                <c:pt idx="2655">
                  <c:v>8837</c:v>
                </c:pt>
                <c:pt idx="2656">
                  <c:v>8841</c:v>
                </c:pt>
                <c:pt idx="2657">
                  <c:v>8844</c:v>
                </c:pt>
                <c:pt idx="2658">
                  <c:v>8847</c:v>
                </c:pt>
                <c:pt idx="2659">
                  <c:v>8851</c:v>
                </c:pt>
                <c:pt idx="2660">
                  <c:v>8854</c:v>
                </c:pt>
                <c:pt idx="2661">
                  <c:v>8857</c:v>
                </c:pt>
                <c:pt idx="2662">
                  <c:v>8861</c:v>
                </c:pt>
                <c:pt idx="2663">
                  <c:v>8864</c:v>
                </c:pt>
                <c:pt idx="2664">
                  <c:v>8867</c:v>
                </c:pt>
                <c:pt idx="2665">
                  <c:v>8871</c:v>
                </c:pt>
                <c:pt idx="2666">
                  <c:v>8874</c:v>
                </c:pt>
                <c:pt idx="2667">
                  <c:v>8877</c:v>
                </c:pt>
                <c:pt idx="2668">
                  <c:v>8880</c:v>
                </c:pt>
                <c:pt idx="2669">
                  <c:v>8884</c:v>
                </c:pt>
                <c:pt idx="2670">
                  <c:v>8887</c:v>
                </c:pt>
                <c:pt idx="2671">
                  <c:v>8890</c:v>
                </c:pt>
                <c:pt idx="2672">
                  <c:v>8894</c:v>
                </c:pt>
                <c:pt idx="2673">
                  <c:v>8897</c:v>
                </c:pt>
                <c:pt idx="2674">
                  <c:v>8900</c:v>
                </c:pt>
                <c:pt idx="2675">
                  <c:v>8904</c:v>
                </c:pt>
                <c:pt idx="2676">
                  <c:v>8907</c:v>
                </c:pt>
                <c:pt idx="2677">
                  <c:v>8910</c:v>
                </c:pt>
                <c:pt idx="2678">
                  <c:v>8914</c:v>
                </c:pt>
                <c:pt idx="2679">
                  <c:v>8917</c:v>
                </c:pt>
                <c:pt idx="2680">
                  <c:v>8920</c:v>
                </c:pt>
                <c:pt idx="2681">
                  <c:v>8924</c:v>
                </c:pt>
                <c:pt idx="2682">
                  <c:v>8927</c:v>
                </c:pt>
                <c:pt idx="2683">
                  <c:v>8930</c:v>
                </c:pt>
                <c:pt idx="2684">
                  <c:v>8934</c:v>
                </c:pt>
                <c:pt idx="2685">
                  <c:v>8937</c:v>
                </c:pt>
                <c:pt idx="2686">
                  <c:v>8940</c:v>
                </c:pt>
                <c:pt idx="2687">
                  <c:v>8944</c:v>
                </c:pt>
                <c:pt idx="2688">
                  <c:v>8947</c:v>
                </c:pt>
                <c:pt idx="2689">
                  <c:v>8950</c:v>
                </c:pt>
                <c:pt idx="2690">
                  <c:v>8954</c:v>
                </c:pt>
                <c:pt idx="2691">
                  <c:v>8957</c:v>
                </c:pt>
                <c:pt idx="2692">
                  <c:v>8960</c:v>
                </c:pt>
                <c:pt idx="2693">
                  <c:v>8964</c:v>
                </c:pt>
                <c:pt idx="2694">
                  <c:v>8967</c:v>
                </c:pt>
                <c:pt idx="2695">
                  <c:v>8970</c:v>
                </c:pt>
                <c:pt idx="2696">
                  <c:v>8974</c:v>
                </c:pt>
                <c:pt idx="2697">
                  <c:v>8977</c:v>
                </c:pt>
                <c:pt idx="2698">
                  <c:v>8980</c:v>
                </c:pt>
                <c:pt idx="2699">
                  <c:v>8984</c:v>
                </c:pt>
                <c:pt idx="2700">
                  <c:v>8987</c:v>
                </c:pt>
                <c:pt idx="2701">
                  <c:v>8990</c:v>
                </c:pt>
                <c:pt idx="2702">
                  <c:v>8994</c:v>
                </c:pt>
                <c:pt idx="2703">
                  <c:v>8997</c:v>
                </c:pt>
                <c:pt idx="2704">
                  <c:v>9000</c:v>
                </c:pt>
                <c:pt idx="2705">
                  <c:v>9004</c:v>
                </c:pt>
                <c:pt idx="2706">
                  <c:v>9007</c:v>
                </c:pt>
                <c:pt idx="2707">
                  <c:v>9010</c:v>
                </c:pt>
                <c:pt idx="2708">
                  <c:v>9014</c:v>
                </c:pt>
                <c:pt idx="2709">
                  <c:v>9017</c:v>
                </c:pt>
                <c:pt idx="2710">
                  <c:v>9020</c:v>
                </c:pt>
                <c:pt idx="2711">
                  <c:v>9024</c:v>
                </c:pt>
                <c:pt idx="2712">
                  <c:v>9027</c:v>
                </c:pt>
                <c:pt idx="2713">
                  <c:v>9030</c:v>
                </c:pt>
                <c:pt idx="2714">
                  <c:v>9034</c:v>
                </c:pt>
                <c:pt idx="2715">
                  <c:v>9037</c:v>
                </c:pt>
                <c:pt idx="2716">
                  <c:v>9040</c:v>
                </c:pt>
                <c:pt idx="2717">
                  <c:v>9044</c:v>
                </c:pt>
                <c:pt idx="2718">
                  <c:v>9047</c:v>
                </c:pt>
                <c:pt idx="2719">
                  <c:v>9050</c:v>
                </c:pt>
                <c:pt idx="2720">
                  <c:v>9054</c:v>
                </c:pt>
                <c:pt idx="2721">
                  <c:v>9057</c:v>
                </c:pt>
                <c:pt idx="2722">
                  <c:v>9060</c:v>
                </c:pt>
                <c:pt idx="2723">
                  <c:v>9063</c:v>
                </c:pt>
                <c:pt idx="2724">
                  <c:v>9067</c:v>
                </c:pt>
                <c:pt idx="2725">
                  <c:v>9070</c:v>
                </c:pt>
                <c:pt idx="2726">
                  <c:v>9073</c:v>
                </c:pt>
                <c:pt idx="2727">
                  <c:v>9077</c:v>
                </c:pt>
                <c:pt idx="2728">
                  <c:v>9080</c:v>
                </c:pt>
                <c:pt idx="2729">
                  <c:v>9083</c:v>
                </c:pt>
                <c:pt idx="2730">
                  <c:v>9087</c:v>
                </c:pt>
                <c:pt idx="2731">
                  <c:v>9090</c:v>
                </c:pt>
                <c:pt idx="2732">
                  <c:v>9093</c:v>
                </c:pt>
                <c:pt idx="2733">
                  <c:v>9097</c:v>
                </c:pt>
                <c:pt idx="2734">
                  <c:v>9100</c:v>
                </c:pt>
                <c:pt idx="2735">
                  <c:v>9103</c:v>
                </c:pt>
                <c:pt idx="2736">
                  <c:v>9107</c:v>
                </c:pt>
                <c:pt idx="2737">
                  <c:v>9110</c:v>
                </c:pt>
                <c:pt idx="2738">
                  <c:v>9113</c:v>
                </c:pt>
                <c:pt idx="2739">
                  <c:v>9117</c:v>
                </c:pt>
                <c:pt idx="2740">
                  <c:v>9120</c:v>
                </c:pt>
                <c:pt idx="2741">
                  <c:v>9123</c:v>
                </c:pt>
                <c:pt idx="2742">
                  <c:v>9127</c:v>
                </c:pt>
                <c:pt idx="2743">
                  <c:v>9130</c:v>
                </c:pt>
                <c:pt idx="2744">
                  <c:v>9133</c:v>
                </c:pt>
                <c:pt idx="2745">
                  <c:v>9137</c:v>
                </c:pt>
                <c:pt idx="2746">
                  <c:v>9140</c:v>
                </c:pt>
                <c:pt idx="2747">
                  <c:v>9143</c:v>
                </c:pt>
                <c:pt idx="2748">
                  <c:v>9147</c:v>
                </c:pt>
                <c:pt idx="2749">
                  <c:v>9150</c:v>
                </c:pt>
                <c:pt idx="2750">
                  <c:v>9153</c:v>
                </c:pt>
                <c:pt idx="2751">
                  <c:v>9157</c:v>
                </c:pt>
                <c:pt idx="2752">
                  <c:v>9160</c:v>
                </c:pt>
                <c:pt idx="2753">
                  <c:v>9163</c:v>
                </c:pt>
                <c:pt idx="2754">
                  <c:v>9167</c:v>
                </c:pt>
                <c:pt idx="2755">
                  <c:v>9170</c:v>
                </c:pt>
                <c:pt idx="2756">
                  <c:v>9173</c:v>
                </c:pt>
                <c:pt idx="2757">
                  <c:v>9177</c:v>
                </c:pt>
                <c:pt idx="2758">
                  <c:v>9180</c:v>
                </c:pt>
                <c:pt idx="2759">
                  <c:v>9183</c:v>
                </c:pt>
                <c:pt idx="2760">
                  <c:v>9187</c:v>
                </c:pt>
                <c:pt idx="2761">
                  <c:v>9190</c:v>
                </c:pt>
                <c:pt idx="2762">
                  <c:v>9193</c:v>
                </c:pt>
                <c:pt idx="2763">
                  <c:v>9197</c:v>
                </c:pt>
                <c:pt idx="2764">
                  <c:v>9200</c:v>
                </c:pt>
                <c:pt idx="2765">
                  <c:v>9203</c:v>
                </c:pt>
                <c:pt idx="2766">
                  <c:v>9207</c:v>
                </c:pt>
                <c:pt idx="2767">
                  <c:v>9210</c:v>
                </c:pt>
                <c:pt idx="2768">
                  <c:v>9213</c:v>
                </c:pt>
                <c:pt idx="2769">
                  <c:v>9217</c:v>
                </c:pt>
                <c:pt idx="2770">
                  <c:v>9220</c:v>
                </c:pt>
                <c:pt idx="2771">
                  <c:v>9223</c:v>
                </c:pt>
                <c:pt idx="2772">
                  <c:v>9227</c:v>
                </c:pt>
                <c:pt idx="2773">
                  <c:v>9230</c:v>
                </c:pt>
                <c:pt idx="2774">
                  <c:v>9233</c:v>
                </c:pt>
                <c:pt idx="2775">
                  <c:v>9237</c:v>
                </c:pt>
                <c:pt idx="2776">
                  <c:v>9240</c:v>
                </c:pt>
                <c:pt idx="2777">
                  <c:v>9243</c:v>
                </c:pt>
                <c:pt idx="2778">
                  <c:v>9246</c:v>
                </c:pt>
                <c:pt idx="2779">
                  <c:v>9250</c:v>
                </c:pt>
                <c:pt idx="2780">
                  <c:v>9253</c:v>
                </c:pt>
                <c:pt idx="2781">
                  <c:v>9256</c:v>
                </c:pt>
                <c:pt idx="2782">
                  <c:v>9260</c:v>
                </c:pt>
                <c:pt idx="2783">
                  <c:v>9263</c:v>
                </c:pt>
                <c:pt idx="2784">
                  <c:v>9266</c:v>
                </c:pt>
                <c:pt idx="2785">
                  <c:v>9270</c:v>
                </c:pt>
                <c:pt idx="2786">
                  <c:v>9273</c:v>
                </c:pt>
                <c:pt idx="2787">
                  <c:v>9276</c:v>
                </c:pt>
                <c:pt idx="2788">
                  <c:v>9280</c:v>
                </c:pt>
                <c:pt idx="2789">
                  <c:v>9283</c:v>
                </c:pt>
                <c:pt idx="2790">
                  <c:v>9286</c:v>
                </c:pt>
                <c:pt idx="2791">
                  <c:v>9290</c:v>
                </c:pt>
                <c:pt idx="2792">
                  <c:v>9293</c:v>
                </c:pt>
                <c:pt idx="2793">
                  <c:v>9296</c:v>
                </c:pt>
                <c:pt idx="2794">
                  <c:v>9300</c:v>
                </c:pt>
                <c:pt idx="2795">
                  <c:v>9303</c:v>
                </c:pt>
                <c:pt idx="2796">
                  <c:v>9306</c:v>
                </c:pt>
                <c:pt idx="2797">
                  <c:v>9310</c:v>
                </c:pt>
                <c:pt idx="2798">
                  <c:v>9313</c:v>
                </c:pt>
                <c:pt idx="2799">
                  <c:v>9316</c:v>
                </c:pt>
                <c:pt idx="2800">
                  <c:v>9320</c:v>
                </c:pt>
                <c:pt idx="2801">
                  <c:v>9323</c:v>
                </c:pt>
                <c:pt idx="2802">
                  <c:v>9326</c:v>
                </c:pt>
                <c:pt idx="2803">
                  <c:v>9330</c:v>
                </c:pt>
                <c:pt idx="2804">
                  <c:v>9333</c:v>
                </c:pt>
                <c:pt idx="2805">
                  <c:v>9336</c:v>
                </c:pt>
                <c:pt idx="2806">
                  <c:v>9340</c:v>
                </c:pt>
                <c:pt idx="2807">
                  <c:v>9343</c:v>
                </c:pt>
                <c:pt idx="2808">
                  <c:v>9346</c:v>
                </c:pt>
                <c:pt idx="2809">
                  <c:v>9350</c:v>
                </c:pt>
                <c:pt idx="2810">
                  <c:v>9353</c:v>
                </c:pt>
                <c:pt idx="2811">
                  <c:v>9356</c:v>
                </c:pt>
                <c:pt idx="2812">
                  <c:v>9360</c:v>
                </c:pt>
                <c:pt idx="2813">
                  <c:v>9363</c:v>
                </c:pt>
                <c:pt idx="2814">
                  <c:v>9366</c:v>
                </c:pt>
                <c:pt idx="2815">
                  <c:v>9370</c:v>
                </c:pt>
                <c:pt idx="2816">
                  <c:v>9373</c:v>
                </c:pt>
                <c:pt idx="2817">
                  <c:v>9376</c:v>
                </c:pt>
                <c:pt idx="2818">
                  <c:v>9380</c:v>
                </c:pt>
                <c:pt idx="2819">
                  <c:v>9383</c:v>
                </c:pt>
                <c:pt idx="2820">
                  <c:v>9386</c:v>
                </c:pt>
                <c:pt idx="2821">
                  <c:v>9390</c:v>
                </c:pt>
                <c:pt idx="2822">
                  <c:v>9393</c:v>
                </c:pt>
                <c:pt idx="2823">
                  <c:v>9396</c:v>
                </c:pt>
                <c:pt idx="2824">
                  <c:v>9400</c:v>
                </c:pt>
                <c:pt idx="2825">
                  <c:v>9403</c:v>
                </c:pt>
                <c:pt idx="2826">
                  <c:v>9406</c:v>
                </c:pt>
                <c:pt idx="2827">
                  <c:v>9410</c:v>
                </c:pt>
                <c:pt idx="2828">
                  <c:v>9413</c:v>
                </c:pt>
                <c:pt idx="2829">
                  <c:v>9416</c:v>
                </c:pt>
                <c:pt idx="2830">
                  <c:v>9420</c:v>
                </c:pt>
                <c:pt idx="2831">
                  <c:v>9423</c:v>
                </c:pt>
                <c:pt idx="2832">
                  <c:v>9426</c:v>
                </c:pt>
                <c:pt idx="2833">
                  <c:v>9429</c:v>
                </c:pt>
                <c:pt idx="2834">
                  <c:v>9433</c:v>
                </c:pt>
                <c:pt idx="2835">
                  <c:v>9436</c:v>
                </c:pt>
                <c:pt idx="2836">
                  <c:v>9439</c:v>
                </c:pt>
                <c:pt idx="2837">
                  <c:v>9443</c:v>
                </c:pt>
                <c:pt idx="2838">
                  <c:v>9446</c:v>
                </c:pt>
                <c:pt idx="2839">
                  <c:v>9449</c:v>
                </c:pt>
                <c:pt idx="2840">
                  <c:v>9453</c:v>
                </c:pt>
                <c:pt idx="2841">
                  <c:v>9456</c:v>
                </c:pt>
                <c:pt idx="2842">
                  <c:v>9459</c:v>
                </c:pt>
                <c:pt idx="2843">
                  <c:v>9463</c:v>
                </c:pt>
                <c:pt idx="2844">
                  <c:v>9466</c:v>
                </c:pt>
                <c:pt idx="2845">
                  <c:v>9469</c:v>
                </c:pt>
                <c:pt idx="2846">
                  <c:v>9473</c:v>
                </c:pt>
                <c:pt idx="2847">
                  <c:v>9476</c:v>
                </c:pt>
                <c:pt idx="2848">
                  <c:v>9479</c:v>
                </c:pt>
                <c:pt idx="2849">
                  <c:v>9483</c:v>
                </c:pt>
                <c:pt idx="2850">
                  <c:v>9486</c:v>
                </c:pt>
                <c:pt idx="2851">
                  <c:v>9489</c:v>
                </c:pt>
                <c:pt idx="2852">
                  <c:v>9493</c:v>
                </c:pt>
                <c:pt idx="2853">
                  <c:v>9496</c:v>
                </c:pt>
                <c:pt idx="2854">
                  <c:v>9499</c:v>
                </c:pt>
                <c:pt idx="2855">
                  <c:v>9503</c:v>
                </c:pt>
                <c:pt idx="2856">
                  <c:v>9506</c:v>
                </c:pt>
                <c:pt idx="2857">
                  <c:v>9509</c:v>
                </c:pt>
                <c:pt idx="2858">
                  <c:v>9513</c:v>
                </c:pt>
                <c:pt idx="2859">
                  <c:v>9516</c:v>
                </c:pt>
                <c:pt idx="2860">
                  <c:v>9519</c:v>
                </c:pt>
                <c:pt idx="2861">
                  <c:v>9523</c:v>
                </c:pt>
                <c:pt idx="2862">
                  <c:v>9526</c:v>
                </c:pt>
                <c:pt idx="2863">
                  <c:v>9529</c:v>
                </c:pt>
                <c:pt idx="2864">
                  <c:v>9533</c:v>
                </c:pt>
                <c:pt idx="2865">
                  <c:v>9536</c:v>
                </c:pt>
                <c:pt idx="2866">
                  <c:v>9539</c:v>
                </c:pt>
                <c:pt idx="2867">
                  <c:v>9543</c:v>
                </c:pt>
                <c:pt idx="2868">
                  <c:v>9546</c:v>
                </c:pt>
                <c:pt idx="2869">
                  <c:v>9549</c:v>
                </c:pt>
                <c:pt idx="2870">
                  <c:v>9553</c:v>
                </c:pt>
                <c:pt idx="2871">
                  <c:v>9556</c:v>
                </c:pt>
                <c:pt idx="2872">
                  <c:v>9559</c:v>
                </c:pt>
                <c:pt idx="2873">
                  <c:v>9563</c:v>
                </c:pt>
                <c:pt idx="2874">
                  <c:v>9566</c:v>
                </c:pt>
                <c:pt idx="2875">
                  <c:v>9569</c:v>
                </c:pt>
                <c:pt idx="2876">
                  <c:v>9573</c:v>
                </c:pt>
                <c:pt idx="2877">
                  <c:v>9576</c:v>
                </c:pt>
                <c:pt idx="2878">
                  <c:v>9579</c:v>
                </c:pt>
                <c:pt idx="2879">
                  <c:v>9583</c:v>
                </c:pt>
                <c:pt idx="2880">
                  <c:v>9586</c:v>
                </c:pt>
                <c:pt idx="2881">
                  <c:v>9589</c:v>
                </c:pt>
                <c:pt idx="2882">
                  <c:v>9593</c:v>
                </c:pt>
                <c:pt idx="2883">
                  <c:v>9596</c:v>
                </c:pt>
                <c:pt idx="2884">
                  <c:v>9599</c:v>
                </c:pt>
                <c:pt idx="2885">
                  <c:v>9603</c:v>
                </c:pt>
                <c:pt idx="2886">
                  <c:v>9606</c:v>
                </c:pt>
                <c:pt idx="2887">
                  <c:v>9609</c:v>
                </c:pt>
                <c:pt idx="2888">
                  <c:v>9612</c:v>
                </c:pt>
                <c:pt idx="2889">
                  <c:v>9616</c:v>
                </c:pt>
                <c:pt idx="2890">
                  <c:v>9619</c:v>
                </c:pt>
                <c:pt idx="2891">
                  <c:v>9622</c:v>
                </c:pt>
                <c:pt idx="2892">
                  <c:v>9626</c:v>
                </c:pt>
                <c:pt idx="2893">
                  <c:v>9629</c:v>
                </c:pt>
                <c:pt idx="2894">
                  <c:v>9632</c:v>
                </c:pt>
                <c:pt idx="2895">
                  <c:v>9636</c:v>
                </c:pt>
                <c:pt idx="2896">
                  <c:v>9639</c:v>
                </c:pt>
                <c:pt idx="2897">
                  <c:v>9642</c:v>
                </c:pt>
                <c:pt idx="2898">
                  <c:v>9646</c:v>
                </c:pt>
                <c:pt idx="2899">
                  <c:v>9649</c:v>
                </c:pt>
                <c:pt idx="2900">
                  <c:v>9652</c:v>
                </c:pt>
                <c:pt idx="2901">
                  <c:v>9656</c:v>
                </c:pt>
                <c:pt idx="2902">
                  <c:v>9659</c:v>
                </c:pt>
                <c:pt idx="2903">
                  <c:v>9662</c:v>
                </c:pt>
                <c:pt idx="2904">
                  <c:v>9666</c:v>
                </c:pt>
                <c:pt idx="2905">
                  <c:v>9669</c:v>
                </c:pt>
                <c:pt idx="2906">
                  <c:v>9672</c:v>
                </c:pt>
                <c:pt idx="2907">
                  <c:v>9676</c:v>
                </c:pt>
                <c:pt idx="2908">
                  <c:v>9679</c:v>
                </c:pt>
                <c:pt idx="2909">
                  <c:v>9682</c:v>
                </c:pt>
                <c:pt idx="2910">
                  <c:v>9686</c:v>
                </c:pt>
                <c:pt idx="2911">
                  <c:v>9689</c:v>
                </c:pt>
                <c:pt idx="2912">
                  <c:v>9692</c:v>
                </c:pt>
                <c:pt idx="2913">
                  <c:v>9696</c:v>
                </c:pt>
                <c:pt idx="2914">
                  <c:v>9699</c:v>
                </c:pt>
                <c:pt idx="2915">
                  <c:v>9702</c:v>
                </c:pt>
                <c:pt idx="2916">
                  <c:v>9706</c:v>
                </c:pt>
                <c:pt idx="2917">
                  <c:v>9709</c:v>
                </c:pt>
                <c:pt idx="2918">
                  <c:v>9712</c:v>
                </c:pt>
                <c:pt idx="2919">
                  <c:v>9716</c:v>
                </c:pt>
                <c:pt idx="2920">
                  <c:v>9719</c:v>
                </c:pt>
                <c:pt idx="2921">
                  <c:v>9722</c:v>
                </c:pt>
                <c:pt idx="2922">
                  <c:v>9726</c:v>
                </c:pt>
                <c:pt idx="2923">
                  <c:v>9729</c:v>
                </c:pt>
                <c:pt idx="2924">
                  <c:v>9732</c:v>
                </c:pt>
                <c:pt idx="2925">
                  <c:v>9736</c:v>
                </c:pt>
                <c:pt idx="2926">
                  <c:v>9739</c:v>
                </c:pt>
                <c:pt idx="2927">
                  <c:v>9742</c:v>
                </c:pt>
                <c:pt idx="2928">
                  <c:v>9746</c:v>
                </c:pt>
                <c:pt idx="2929">
                  <c:v>9749</c:v>
                </c:pt>
                <c:pt idx="2930">
                  <c:v>9752</c:v>
                </c:pt>
                <c:pt idx="2931">
                  <c:v>9756</c:v>
                </c:pt>
                <c:pt idx="2932">
                  <c:v>9759</c:v>
                </c:pt>
                <c:pt idx="2933">
                  <c:v>9762</c:v>
                </c:pt>
                <c:pt idx="2934">
                  <c:v>9766</c:v>
                </c:pt>
                <c:pt idx="2935">
                  <c:v>9769</c:v>
                </c:pt>
                <c:pt idx="2936">
                  <c:v>9772</c:v>
                </c:pt>
                <c:pt idx="2937">
                  <c:v>9776</c:v>
                </c:pt>
                <c:pt idx="2938">
                  <c:v>9779</c:v>
                </c:pt>
                <c:pt idx="2939">
                  <c:v>9782</c:v>
                </c:pt>
                <c:pt idx="2940">
                  <c:v>9786</c:v>
                </c:pt>
                <c:pt idx="2941">
                  <c:v>9789</c:v>
                </c:pt>
                <c:pt idx="2942">
                  <c:v>9792</c:v>
                </c:pt>
                <c:pt idx="2943">
                  <c:v>9795</c:v>
                </c:pt>
                <c:pt idx="2944">
                  <c:v>9799</c:v>
                </c:pt>
                <c:pt idx="2945">
                  <c:v>9802</c:v>
                </c:pt>
                <c:pt idx="2946">
                  <c:v>9805</c:v>
                </c:pt>
                <c:pt idx="2947">
                  <c:v>9809</c:v>
                </c:pt>
                <c:pt idx="2948">
                  <c:v>9812</c:v>
                </c:pt>
                <c:pt idx="2949">
                  <c:v>9815</c:v>
                </c:pt>
                <c:pt idx="2950">
                  <c:v>9819</c:v>
                </c:pt>
                <c:pt idx="2951">
                  <c:v>9822</c:v>
                </c:pt>
                <c:pt idx="2952">
                  <c:v>9825</c:v>
                </c:pt>
                <c:pt idx="2953">
                  <c:v>9829</c:v>
                </c:pt>
                <c:pt idx="2954">
                  <c:v>9832</c:v>
                </c:pt>
                <c:pt idx="2955">
                  <c:v>9835</c:v>
                </c:pt>
                <c:pt idx="2956">
                  <c:v>9839</c:v>
                </c:pt>
                <c:pt idx="2957">
                  <c:v>9842</c:v>
                </c:pt>
                <c:pt idx="2958">
                  <c:v>9845</c:v>
                </c:pt>
                <c:pt idx="2959">
                  <c:v>9849</c:v>
                </c:pt>
                <c:pt idx="2960">
                  <c:v>9852</c:v>
                </c:pt>
                <c:pt idx="2961">
                  <c:v>9855</c:v>
                </c:pt>
                <c:pt idx="2962">
                  <c:v>9859</c:v>
                </c:pt>
                <c:pt idx="2963">
                  <c:v>9862</c:v>
                </c:pt>
                <c:pt idx="2964">
                  <c:v>9865</c:v>
                </c:pt>
                <c:pt idx="2965">
                  <c:v>9869</c:v>
                </c:pt>
                <c:pt idx="2966">
                  <c:v>9872</c:v>
                </c:pt>
                <c:pt idx="2967">
                  <c:v>9875</c:v>
                </c:pt>
                <c:pt idx="2968">
                  <c:v>9879</c:v>
                </c:pt>
                <c:pt idx="2969">
                  <c:v>9882</c:v>
                </c:pt>
                <c:pt idx="2970">
                  <c:v>9885</c:v>
                </c:pt>
                <c:pt idx="2971">
                  <c:v>9889</c:v>
                </c:pt>
                <c:pt idx="2972">
                  <c:v>9892</c:v>
                </c:pt>
                <c:pt idx="2973">
                  <c:v>9895</c:v>
                </c:pt>
                <c:pt idx="2974">
                  <c:v>9899</c:v>
                </c:pt>
                <c:pt idx="2975">
                  <c:v>9902</c:v>
                </c:pt>
                <c:pt idx="2976">
                  <c:v>9905</c:v>
                </c:pt>
                <c:pt idx="2977">
                  <c:v>9909</c:v>
                </c:pt>
                <c:pt idx="2978">
                  <c:v>9912</c:v>
                </c:pt>
                <c:pt idx="2979">
                  <c:v>9915</c:v>
                </c:pt>
                <c:pt idx="2980">
                  <c:v>9919</c:v>
                </c:pt>
                <c:pt idx="2981">
                  <c:v>9922</c:v>
                </c:pt>
                <c:pt idx="2982">
                  <c:v>9925</c:v>
                </c:pt>
                <c:pt idx="2983">
                  <c:v>9929</c:v>
                </c:pt>
                <c:pt idx="2984">
                  <c:v>9932</c:v>
                </c:pt>
                <c:pt idx="2985">
                  <c:v>9935</c:v>
                </c:pt>
                <c:pt idx="2986">
                  <c:v>9939</c:v>
                </c:pt>
                <c:pt idx="2987">
                  <c:v>9942</c:v>
                </c:pt>
                <c:pt idx="2988">
                  <c:v>9945</c:v>
                </c:pt>
                <c:pt idx="2989">
                  <c:v>9949</c:v>
                </c:pt>
                <c:pt idx="2990">
                  <c:v>9952</c:v>
                </c:pt>
                <c:pt idx="2991">
                  <c:v>9955</c:v>
                </c:pt>
                <c:pt idx="2992">
                  <c:v>9959</c:v>
                </c:pt>
                <c:pt idx="2993">
                  <c:v>9962</c:v>
                </c:pt>
                <c:pt idx="2994">
                  <c:v>9965</c:v>
                </c:pt>
                <c:pt idx="2995">
                  <c:v>9969</c:v>
                </c:pt>
                <c:pt idx="2996">
                  <c:v>9972</c:v>
                </c:pt>
                <c:pt idx="2997">
                  <c:v>9975</c:v>
                </c:pt>
                <c:pt idx="2998">
                  <c:v>9978</c:v>
                </c:pt>
                <c:pt idx="2999">
                  <c:v>9982</c:v>
                </c:pt>
                <c:pt idx="3000">
                  <c:v>9985</c:v>
                </c:pt>
                <c:pt idx="3001">
                  <c:v>9988</c:v>
                </c:pt>
                <c:pt idx="3002">
                  <c:v>9992</c:v>
                </c:pt>
                <c:pt idx="3003">
                  <c:v>9995</c:v>
                </c:pt>
                <c:pt idx="3004">
                  <c:v>9998</c:v>
                </c:pt>
                <c:pt idx="3005">
                  <c:v>10002</c:v>
                </c:pt>
                <c:pt idx="3006">
                  <c:v>10005</c:v>
                </c:pt>
                <c:pt idx="3007">
                  <c:v>10008</c:v>
                </c:pt>
                <c:pt idx="3008">
                  <c:v>10012</c:v>
                </c:pt>
                <c:pt idx="3009">
                  <c:v>10015</c:v>
                </c:pt>
                <c:pt idx="3010">
                  <c:v>10018</c:v>
                </c:pt>
                <c:pt idx="3011">
                  <c:v>10022</c:v>
                </c:pt>
                <c:pt idx="3012">
                  <c:v>10025</c:v>
                </c:pt>
                <c:pt idx="3013">
                  <c:v>10028</c:v>
                </c:pt>
                <c:pt idx="3014">
                  <c:v>10032</c:v>
                </c:pt>
                <c:pt idx="3015">
                  <c:v>10035</c:v>
                </c:pt>
                <c:pt idx="3016">
                  <c:v>10038</c:v>
                </c:pt>
                <c:pt idx="3017">
                  <c:v>10042</c:v>
                </c:pt>
                <c:pt idx="3018">
                  <c:v>10045</c:v>
                </c:pt>
                <c:pt idx="3019">
                  <c:v>10048</c:v>
                </c:pt>
                <c:pt idx="3020">
                  <c:v>10052</c:v>
                </c:pt>
                <c:pt idx="3021">
                  <c:v>10055</c:v>
                </c:pt>
                <c:pt idx="3022">
                  <c:v>10058</c:v>
                </c:pt>
                <c:pt idx="3023">
                  <c:v>10062</c:v>
                </c:pt>
                <c:pt idx="3024">
                  <c:v>10065</c:v>
                </c:pt>
                <c:pt idx="3025">
                  <c:v>10068</c:v>
                </c:pt>
                <c:pt idx="3026">
                  <c:v>10072</c:v>
                </c:pt>
                <c:pt idx="3027">
                  <c:v>10075</c:v>
                </c:pt>
                <c:pt idx="3028">
                  <c:v>10078</c:v>
                </c:pt>
                <c:pt idx="3029">
                  <c:v>10082</c:v>
                </c:pt>
                <c:pt idx="3030">
                  <c:v>10085</c:v>
                </c:pt>
                <c:pt idx="3031">
                  <c:v>10088</c:v>
                </c:pt>
                <c:pt idx="3032">
                  <c:v>10092</c:v>
                </c:pt>
                <c:pt idx="3033">
                  <c:v>10095</c:v>
                </c:pt>
                <c:pt idx="3034">
                  <c:v>10098</c:v>
                </c:pt>
                <c:pt idx="3035">
                  <c:v>10102</c:v>
                </c:pt>
                <c:pt idx="3036">
                  <c:v>10105</c:v>
                </c:pt>
                <c:pt idx="3037">
                  <c:v>10108</c:v>
                </c:pt>
                <c:pt idx="3038">
                  <c:v>10112</c:v>
                </c:pt>
                <c:pt idx="3039">
                  <c:v>10115</c:v>
                </c:pt>
                <c:pt idx="3040">
                  <c:v>10118</c:v>
                </c:pt>
                <c:pt idx="3041">
                  <c:v>10122</c:v>
                </c:pt>
                <c:pt idx="3042">
                  <c:v>10125</c:v>
                </c:pt>
                <c:pt idx="3043">
                  <c:v>10128</c:v>
                </c:pt>
                <c:pt idx="3044">
                  <c:v>10132</c:v>
                </c:pt>
                <c:pt idx="3045">
                  <c:v>10135</c:v>
                </c:pt>
                <c:pt idx="3046">
                  <c:v>10138</c:v>
                </c:pt>
                <c:pt idx="3047">
                  <c:v>10142</c:v>
                </c:pt>
                <c:pt idx="3048">
                  <c:v>10145</c:v>
                </c:pt>
                <c:pt idx="3049">
                  <c:v>10148</c:v>
                </c:pt>
                <c:pt idx="3050">
                  <c:v>10152</c:v>
                </c:pt>
                <c:pt idx="3051">
                  <c:v>10155</c:v>
                </c:pt>
                <c:pt idx="3052">
                  <c:v>10158</c:v>
                </c:pt>
                <c:pt idx="3053">
                  <c:v>10161</c:v>
                </c:pt>
                <c:pt idx="3054">
                  <c:v>10165</c:v>
                </c:pt>
                <c:pt idx="3055">
                  <c:v>10168</c:v>
                </c:pt>
                <c:pt idx="3056">
                  <c:v>10171</c:v>
                </c:pt>
                <c:pt idx="3057">
                  <c:v>10175</c:v>
                </c:pt>
                <c:pt idx="3058">
                  <c:v>10178</c:v>
                </c:pt>
                <c:pt idx="3059">
                  <c:v>10181</c:v>
                </c:pt>
                <c:pt idx="3060">
                  <c:v>10185</c:v>
                </c:pt>
                <c:pt idx="3061">
                  <c:v>10188</c:v>
                </c:pt>
                <c:pt idx="3062">
                  <c:v>10191</c:v>
                </c:pt>
                <c:pt idx="3063">
                  <c:v>10195</c:v>
                </c:pt>
                <c:pt idx="3064">
                  <c:v>10198</c:v>
                </c:pt>
                <c:pt idx="3065">
                  <c:v>10201</c:v>
                </c:pt>
                <c:pt idx="3066">
                  <c:v>10205</c:v>
                </c:pt>
                <c:pt idx="3067">
                  <c:v>10208</c:v>
                </c:pt>
                <c:pt idx="3068">
                  <c:v>10211</c:v>
                </c:pt>
                <c:pt idx="3069">
                  <c:v>10215</c:v>
                </c:pt>
                <c:pt idx="3070">
                  <c:v>10218</c:v>
                </c:pt>
                <c:pt idx="3071">
                  <c:v>10221</c:v>
                </c:pt>
                <c:pt idx="3072">
                  <c:v>10225</c:v>
                </c:pt>
                <c:pt idx="3073">
                  <c:v>10228</c:v>
                </c:pt>
                <c:pt idx="3074">
                  <c:v>10231</c:v>
                </c:pt>
                <c:pt idx="3075">
                  <c:v>10235</c:v>
                </c:pt>
                <c:pt idx="3076">
                  <c:v>10238</c:v>
                </c:pt>
                <c:pt idx="3077">
                  <c:v>10241</c:v>
                </c:pt>
                <c:pt idx="3078">
                  <c:v>10245</c:v>
                </c:pt>
                <c:pt idx="3079">
                  <c:v>10248</c:v>
                </c:pt>
                <c:pt idx="3080">
                  <c:v>10251</c:v>
                </c:pt>
                <c:pt idx="3081">
                  <c:v>10255</c:v>
                </c:pt>
                <c:pt idx="3082">
                  <c:v>10258</c:v>
                </c:pt>
                <c:pt idx="3083">
                  <c:v>10261</c:v>
                </c:pt>
                <c:pt idx="3084">
                  <c:v>10265</c:v>
                </c:pt>
                <c:pt idx="3085">
                  <c:v>10268</c:v>
                </c:pt>
                <c:pt idx="3086">
                  <c:v>10271</c:v>
                </c:pt>
                <c:pt idx="3087">
                  <c:v>10275</c:v>
                </c:pt>
                <c:pt idx="3088">
                  <c:v>10278</c:v>
                </c:pt>
                <c:pt idx="3089">
                  <c:v>10281</c:v>
                </c:pt>
                <c:pt idx="3090">
                  <c:v>10285</c:v>
                </c:pt>
                <c:pt idx="3091">
                  <c:v>10288</c:v>
                </c:pt>
                <c:pt idx="3092">
                  <c:v>10291</c:v>
                </c:pt>
                <c:pt idx="3093">
                  <c:v>10295</c:v>
                </c:pt>
                <c:pt idx="3094">
                  <c:v>10298</c:v>
                </c:pt>
                <c:pt idx="3095">
                  <c:v>10301</c:v>
                </c:pt>
                <c:pt idx="3096">
                  <c:v>10305</c:v>
                </c:pt>
                <c:pt idx="3097">
                  <c:v>10308</c:v>
                </c:pt>
                <c:pt idx="3098">
                  <c:v>10311</c:v>
                </c:pt>
                <c:pt idx="3099">
                  <c:v>10315</c:v>
                </c:pt>
                <c:pt idx="3100">
                  <c:v>10318</c:v>
                </c:pt>
                <c:pt idx="3101">
                  <c:v>10321</c:v>
                </c:pt>
                <c:pt idx="3102">
                  <c:v>10325</c:v>
                </c:pt>
                <c:pt idx="3103">
                  <c:v>10328</c:v>
                </c:pt>
                <c:pt idx="3104">
                  <c:v>10331</c:v>
                </c:pt>
                <c:pt idx="3105">
                  <c:v>10335</c:v>
                </c:pt>
                <c:pt idx="3106">
                  <c:v>10338</c:v>
                </c:pt>
                <c:pt idx="3107">
                  <c:v>10341</c:v>
                </c:pt>
                <c:pt idx="3108">
                  <c:v>10344</c:v>
                </c:pt>
                <c:pt idx="3109">
                  <c:v>10348</c:v>
                </c:pt>
                <c:pt idx="3110">
                  <c:v>10351</c:v>
                </c:pt>
                <c:pt idx="3111">
                  <c:v>10354</c:v>
                </c:pt>
                <c:pt idx="3112">
                  <c:v>10358</c:v>
                </c:pt>
                <c:pt idx="3113">
                  <c:v>10361</c:v>
                </c:pt>
                <c:pt idx="3114">
                  <c:v>10364</c:v>
                </c:pt>
                <c:pt idx="3115">
                  <c:v>10368</c:v>
                </c:pt>
                <c:pt idx="3116">
                  <c:v>10371</c:v>
                </c:pt>
                <c:pt idx="3117">
                  <c:v>10374</c:v>
                </c:pt>
                <c:pt idx="3118">
                  <c:v>10378</c:v>
                </c:pt>
                <c:pt idx="3119">
                  <c:v>10381</c:v>
                </c:pt>
                <c:pt idx="3120">
                  <c:v>10384</c:v>
                </c:pt>
                <c:pt idx="3121">
                  <c:v>10388</c:v>
                </c:pt>
                <c:pt idx="3122">
                  <c:v>10391</c:v>
                </c:pt>
                <c:pt idx="3123">
                  <c:v>10394</c:v>
                </c:pt>
                <c:pt idx="3124">
                  <c:v>10398</c:v>
                </c:pt>
                <c:pt idx="3125">
                  <c:v>10401</c:v>
                </c:pt>
                <c:pt idx="3126">
                  <c:v>10404</c:v>
                </c:pt>
                <c:pt idx="3127">
                  <c:v>10408</c:v>
                </c:pt>
                <c:pt idx="3128">
                  <c:v>10411</c:v>
                </c:pt>
                <c:pt idx="3129">
                  <c:v>10414</c:v>
                </c:pt>
                <c:pt idx="3130">
                  <c:v>10418</c:v>
                </c:pt>
                <c:pt idx="3131">
                  <c:v>10421</c:v>
                </c:pt>
                <c:pt idx="3132">
                  <c:v>10424</c:v>
                </c:pt>
                <c:pt idx="3133">
                  <c:v>10428</c:v>
                </c:pt>
                <c:pt idx="3134">
                  <c:v>10431</c:v>
                </c:pt>
                <c:pt idx="3135">
                  <c:v>10434</c:v>
                </c:pt>
                <c:pt idx="3136">
                  <c:v>10438</c:v>
                </c:pt>
                <c:pt idx="3137">
                  <c:v>10441</c:v>
                </c:pt>
                <c:pt idx="3138">
                  <c:v>10444</c:v>
                </c:pt>
                <c:pt idx="3139">
                  <c:v>10448</c:v>
                </c:pt>
                <c:pt idx="3140">
                  <c:v>10451</c:v>
                </c:pt>
                <c:pt idx="3141">
                  <c:v>10454</c:v>
                </c:pt>
                <c:pt idx="3142">
                  <c:v>10458</c:v>
                </c:pt>
                <c:pt idx="3143">
                  <c:v>10461</c:v>
                </c:pt>
                <c:pt idx="3144">
                  <c:v>10464</c:v>
                </c:pt>
                <c:pt idx="3145">
                  <c:v>10468</c:v>
                </c:pt>
                <c:pt idx="3146">
                  <c:v>10471</c:v>
                </c:pt>
                <c:pt idx="3147">
                  <c:v>10474</c:v>
                </c:pt>
                <c:pt idx="3148">
                  <c:v>10478</c:v>
                </c:pt>
                <c:pt idx="3149">
                  <c:v>10481</c:v>
                </c:pt>
                <c:pt idx="3150">
                  <c:v>10484</c:v>
                </c:pt>
                <c:pt idx="3151">
                  <c:v>10488</c:v>
                </c:pt>
                <c:pt idx="3152">
                  <c:v>10491</c:v>
                </c:pt>
                <c:pt idx="3153">
                  <c:v>10494</c:v>
                </c:pt>
                <c:pt idx="3154">
                  <c:v>10498</c:v>
                </c:pt>
                <c:pt idx="3155">
                  <c:v>10501</c:v>
                </c:pt>
                <c:pt idx="3156">
                  <c:v>10504</c:v>
                </c:pt>
                <c:pt idx="3157">
                  <c:v>10508</c:v>
                </c:pt>
                <c:pt idx="3158">
                  <c:v>10511</c:v>
                </c:pt>
                <c:pt idx="3159">
                  <c:v>10514</c:v>
                </c:pt>
                <c:pt idx="3160">
                  <c:v>10518</c:v>
                </c:pt>
                <c:pt idx="3161">
                  <c:v>10521</c:v>
                </c:pt>
                <c:pt idx="3162">
                  <c:v>10524</c:v>
                </c:pt>
                <c:pt idx="3163">
                  <c:v>10527</c:v>
                </c:pt>
                <c:pt idx="3164">
                  <c:v>10531</c:v>
                </c:pt>
                <c:pt idx="3165">
                  <c:v>10534</c:v>
                </c:pt>
                <c:pt idx="3166">
                  <c:v>10537</c:v>
                </c:pt>
                <c:pt idx="3167">
                  <c:v>10541</c:v>
                </c:pt>
                <c:pt idx="3168">
                  <c:v>10544</c:v>
                </c:pt>
                <c:pt idx="3169">
                  <c:v>10547</c:v>
                </c:pt>
                <c:pt idx="3170">
                  <c:v>10551</c:v>
                </c:pt>
                <c:pt idx="3171">
                  <c:v>10554</c:v>
                </c:pt>
                <c:pt idx="3172">
                  <c:v>10557</c:v>
                </c:pt>
                <c:pt idx="3173">
                  <c:v>10561</c:v>
                </c:pt>
                <c:pt idx="3174">
                  <c:v>10564</c:v>
                </c:pt>
                <c:pt idx="3175">
                  <c:v>10567</c:v>
                </c:pt>
                <c:pt idx="3176">
                  <c:v>10571</c:v>
                </c:pt>
                <c:pt idx="3177">
                  <c:v>10574</c:v>
                </c:pt>
                <c:pt idx="3178">
                  <c:v>10577</c:v>
                </c:pt>
                <c:pt idx="3179">
                  <c:v>10581</c:v>
                </c:pt>
                <c:pt idx="3180">
                  <c:v>10584</c:v>
                </c:pt>
                <c:pt idx="3181">
                  <c:v>10587</c:v>
                </c:pt>
                <c:pt idx="3182">
                  <c:v>10591</c:v>
                </c:pt>
                <c:pt idx="3183">
                  <c:v>10594</c:v>
                </c:pt>
                <c:pt idx="3184">
                  <c:v>10597</c:v>
                </c:pt>
                <c:pt idx="3185">
                  <c:v>10601</c:v>
                </c:pt>
                <c:pt idx="3186">
                  <c:v>10604</c:v>
                </c:pt>
                <c:pt idx="3187">
                  <c:v>10607</c:v>
                </c:pt>
                <c:pt idx="3188">
                  <c:v>10611</c:v>
                </c:pt>
                <c:pt idx="3189">
                  <c:v>10614</c:v>
                </c:pt>
                <c:pt idx="3190">
                  <c:v>10617</c:v>
                </c:pt>
                <c:pt idx="3191">
                  <c:v>10621</c:v>
                </c:pt>
                <c:pt idx="3192">
                  <c:v>10624</c:v>
                </c:pt>
                <c:pt idx="3193">
                  <c:v>10627</c:v>
                </c:pt>
                <c:pt idx="3194">
                  <c:v>10631</c:v>
                </c:pt>
                <c:pt idx="3195">
                  <c:v>10634</c:v>
                </c:pt>
                <c:pt idx="3196">
                  <c:v>10637</c:v>
                </c:pt>
                <c:pt idx="3197">
                  <c:v>10641</c:v>
                </c:pt>
                <c:pt idx="3198">
                  <c:v>10644</c:v>
                </c:pt>
                <c:pt idx="3199">
                  <c:v>10647</c:v>
                </c:pt>
                <c:pt idx="3200">
                  <c:v>10651</c:v>
                </c:pt>
                <c:pt idx="3201">
                  <c:v>10654</c:v>
                </c:pt>
                <c:pt idx="3202">
                  <c:v>10657</c:v>
                </c:pt>
                <c:pt idx="3203">
                  <c:v>10661</c:v>
                </c:pt>
                <c:pt idx="3204">
                  <c:v>10664</c:v>
                </c:pt>
                <c:pt idx="3205">
                  <c:v>10667</c:v>
                </c:pt>
                <c:pt idx="3206">
                  <c:v>10671</c:v>
                </c:pt>
                <c:pt idx="3207">
                  <c:v>10674</c:v>
                </c:pt>
                <c:pt idx="3208">
                  <c:v>10677</c:v>
                </c:pt>
                <c:pt idx="3209">
                  <c:v>10681</c:v>
                </c:pt>
                <c:pt idx="3210">
                  <c:v>10684</c:v>
                </c:pt>
                <c:pt idx="3211">
                  <c:v>10687</c:v>
                </c:pt>
                <c:pt idx="3212">
                  <c:v>10691</c:v>
                </c:pt>
                <c:pt idx="3213">
                  <c:v>10694</c:v>
                </c:pt>
                <c:pt idx="3214">
                  <c:v>10697</c:v>
                </c:pt>
                <c:pt idx="3215">
                  <c:v>10701</c:v>
                </c:pt>
                <c:pt idx="3216">
                  <c:v>10704</c:v>
                </c:pt>
                <c:pt idx="3217">
                  <c:v>10707</c:v>
                </c:pt>
                <c:pt idx="3218">
                  <c:v>10710</c:v>
                </c:pt>
                <c:pt idx="3219">
                  <c:v>10714</c:v>
                </c:pt>
                <c:pt idx="3220">
                  <c:v>10717</c:v>
                </c:pt>
                <c:pt idx="3221">
                  <c:v>10720</c:v>
                </c:pt>
                <c:pt idx="3222">
                  <c:v>10724</c:v>
                </c:pt>
                <c:pt idx="3223">
                  <c:v>10727</c:v>
                </c:pt>
                <c:pt idx="3224">
                  <c:v>10730</c:v>
                </c:pt>
                <c:pt idx="3225">
                  <c:v>10734</c:v>
                </c:pt>
                <c:pt idx="3226">
                  <c:v>10737</c:v>
                </c:pt>
                <c:pt idx="3227">
                  <c:v>10740</c:v>
                </c:pt>
                <c:pt idx="3228">
                  <c:v>10744</c:v>
                </c:pt>
                <c:pt idx="3229">
                  <c:v>10747</c:v>
                </c:pt>
                <c:pt idx="3230">
                  <c:v>10750</c:v>
                </c:pt>
                <c:pt idx="3231">
                  <c:v>10754</c:v>
                </c:pt>
                <c:pt idx="3232">
                  <c:v>10757</c:v>
                </c:pt>
                <c:pt idx="3233">
                  <c:v>10760</c:v>
                </c:pt>
                <c:pt idx="3234">
                  <c:v>10764</c:v>
                </c:pt>
                <c:pt idx="3235">
                  <c:v>10767</c:v>
                </c:pt>
                <c:pt idx="3236">
                  <c:v>10770</c:v>
                </c:pt>
                <c:pt idx="3237">
                  <c:v>10774</c:v>
                </c:pt>
                <c:pt idx="3238">
                  <c:v>10777</c:v>
                </c:pt>
                <c:pt idx="3239">
                  <c:v>10780</c:v>
                </c:pt>
                <c:pt idx="3240">
                  <c:v>10784</c:v>
                </c:pt>
                <c:pt idx="3241">
                  <c:v>10787</c:v>
                </c:pt>
                <c:pt idx="3242">
                  <c:v>10790</c:v>
                </c:pt>
                <c:pt idx="3243">
                  <c:v>10794</c:v>
                </c:pt>
                <c:pt idx="3244">
                  <c:v>10797</c:v>
                </c:pt>
                <c:pt idx="3245">
                  <c:v>10800</c:v>
                </c:pt>
                <c:pt idx="3246">
                  <c:v>10804</c:v>
                </c:pt>
                <c:pt idx="3247">
                  <c:v>10807</c:v>
                </c:pt>
                <c:pt idx="3248">
                  <c:v>10810</c:v>
                </c:pt>
                <c:pt idx="3249">
                  <c:v>10814</c:v>
                </c:pt>
                <c:pt idx="3250">
                  <c:v>10817</c:v>
                </c:pt>
                <c:pt idx="3251">
                  <c:v>10820</c:v>
                </c:pt>
                <c:pt idx="3252">
                  <c:v>10824</c:v>
                </c:pt>
                <c:pt idx="3253">
                  <c:v>10827</c:v>
                </c:pt>
                <c:pt idx="3254">
                  <c:v>10830</c:v>
                </c:pt>
                <c:pt idx="3255">
                  <c:v>10834</c:v>
                </c:pt>
                <c:pt idx="3256">
                  <c:v>10837</c:v>
                </c:pt>
                <c:pt idx="3257">
                  <c:v>10840</c:v>
                </c:pt>
                <c:pt idx="3258">
                  <c:v>10844</c:v>
                </c:pt>
                <c:pt idx="3259">
                  <c:v>10847</c:v>
                </c:pt>
                <c:pt idx="3260">
                  <c:v>10850</c:v>
                </c:pt>
                <c:pt idx="3261">
                  <c:v>10854</c:v>
                </c:pt>
                <c:pt idx="3262">
                  <c:v>10857</c:v>
                </c:pt>
                <c:pt idx="3263">
                  <c:v>10860</c:v>
                </c:pt>
                <c:pt idx="3264">
                  <c:v>10864</c:v>
                </c:pt>
                <c:pt idx="3265">
                  <c:v>10867</c:v>
                </c:pt>
                <c:pt idx="3266">
                  <c:v>10870</c:v>
                </c:pt>
                <c:pt idx="3267">
                  <c:v>10874</c:v>
                </c:pt>
                <c:pt idx="3268">
                  <c:v>10877</c:v>
                </c:pt>
                <c:pt idx="3269">
                  <c:v>10880</c:v>
                </c:pt>
                <c:pt idx="3270">
                  <c:v>10884</c:v>
                </c:pt>
                <c:pt idx="3271">
                  <c:v>10887</c:v>
                </c:pt>
                <c:pt idx="3272">
                  <c:v>10890</c:v>
                </c:pt>
                <c:pt idx="3273">
                  <c:v>10893</c:v>
                </c:pt>
                <c:pt idx="3274">
                  <c:v>10897</c:v>
                </c:pt>
                <c:pt idx="3275">
                  <c:v>10900</c:v>
                </c:pt>
                <c:pt idx="3276">
                  <c:v>10903</c:v>
                </c:pt>
                <c:pt idx="3277">
                  <c:v>10907</c:v>
                </c:pt>
                <c:pt idx="3278">
                  <c:v>10910</c:v>
                </c:pt>
                <c:pt idx="3279">
                  <c:v>10913</c:v>
                </c:pt>
                <c:pt idx="3280">
                  <c:v>10917</c:v>
                </c:pt>
                <c:pt idx="3281">
                  <c:v>10920</c:v>
                </c:pt>
                <c:pt idx="3282">
                  <c:v>10923</c:v>
                </c:pt>
                <c:pt idx="3283">
                  <c:v>10927</c:v>
                </c:pt>
                <c:pt idx="3284">
                  <c:v>10930</c:v>
                </c:pt>
                <c:pt idx="3285">
                  <c:v>10933</c:v>
                </c:pt>
                <c:pt idx="3286">
                  <c:v>10937</c:v>
                </c:pt>
                <c:pt idx="3287">
                  <c:v>10940</c:v>
                </c:pt>
                <c:pt idx="3288">
                  <c:v>10943</c:v>
                </c:pt>
                <c:pt idx="3289">
                  <c:v>10947</c:v>
                </c:pt>
                <c:pt idx="3290">
                  <c:v>10950</c:v>
                </c:pt>
                <c:pt idx="3291">
                  <c:v>10953</c:v>
                </c:pt>
                <c:pt idx="3292">
                  <c:v>10957</c:v>
                </c:pt>
                <c:pt idx="3293">
                  <c:v>10960</c:v>
                </c:pt>
                <c:pt idx="3294">
                  <c:v>10963</c:v>
                </c:pt>
                <c:pt idx="3295">
                  <c:v>10967</c:v>
                </c:pt>
                <c:pt idx="3296">
                  <c:v>10970</c:v>
                </c:pt>
                <c:pt idx="3297">
                  <c:v>10973</c:v>
                </c:pt>
                <c:pt idx="3298">
                  <c:v>10977</c:v>
                </c:pt>
                <c:pt idx="3299">
                  <c:v>10980</c:v>
                </c:pt>
                <c:pt idx="3300">
                  <c:v>10983</c:v>
                </c:pt>
                <c:pt idx="3301">
                  <c:v>10987</c:v>
                </c:pt>
                <c:pt idx="3302">
                  <c:v>10990</c:v>
                </c:pt>
                <c:pt idx="3303">
                  <c:v>10993</c:v>
                </c:pt>
                <c:pt idx="3304">
                  <c:v>10997</c:v>
                </c:pt>
                <c:pt idx="3305">
                  <c:v>11000</c:v>
                </c:pt>
                <c:pt idx="3306">
                  <c:v>11003</c:v>
                </c:pt>
                <c:pt idx="3307">
                  <c:v>11007</c:v>
                </c:pt>
                <c:pt idx="3308">
                  <c:v>11010</c:v>
                </c:pt>
                <c:pt idx="3309">
                  <c:v>11013</c:v>
                </c:pt>
                <c:pt idx="3310">
                  <c:v>11017</c:v>
                </c:pt>
                <c:pt idx="3311">
                  <c:v>11020</c:v>
                </c:pt>
                <c:pt idx="3312">
                  <c:v>11023</c:v>
                </c:pt>
                <c:pt idx="3313">
                  <c:v>11027</c:v>
                </c:pt>
                <c:pt idx="3314">
                  <c:v>11030</c:v>
                </c:pt>
                <c:pt idx="3315">
                  <c:v>11033</c:v>
                </c:pt>
                <c:pt idx="3316">
                  <c:v>11037</c:v>
                </c:pt>
                <c:pt idx="3317">
                  <c:v>11040</c:v>
                </c:pt>
                <c:pt idx="3318">
                  <c:v>11043</c:v>
                </c:pt>
                <c:pt idx="3319">
                  <c:v>11047</c:v>
                </c:pt>
                <c:pt idx="3320">
                  <c:v>11050</c:v>
                </c:pt>
                <c:pt idx="3321">
                  <c:v>11053</c:v>
                </c:pt>
                <c:pt idx="3322">
                  <c:v>11057</c:v>
                </c:pt>
                <c:pt idx="3323">
                  <c:v>11060</c:v>
                </c:pt>
                <c:pt idx="3324">
                  <c:v>11063</c:v>
                </c:pt>
                <c:pt idx="3325">
                  <c:v>11067</c:v>
                </c:pt>
                <c:pt idx="3326">
                  <c:v>11070</c:v>
                </c:pt>
                <c:pt idx="3327">
                  <c:v>11073</c:v>
                </c:pt>
                <c:pt idx="3328">
                  <c:v>11076</c:v>
                </c:pt>
                <c:pt idx="3329">
                  <c:v>11080</c:v>
                </c:pt>
                <c:pt idx="3330">
                  <c:v>11083</c:v>
                </c:pt>
                <c:pt idx="3331">
                  <c:v>11086</c:v>
                </c:pt>
                <c:pt idx="3332">
                  <c:v>11090</c:v>
                </c:pt>
                <c:pt idx="3333">
                  <c:v>11093</c:v>
                </c:pt>
                <c:pt idx="3334">
                  <c:v>11096</c:v>
                </c:pt>
                <c:pt idx="3335">
                  <c:v>11100</c:v>
                </c:pt>
                <c:pt idx="3336">
                  <c:v>11103</c:v>
                </c:pt>
                <c:pt idx="3337">
                  <c:v>11106</c:v>
                </c:pt>
                <c:pt idx="3338">
                  <c:v>11110</c:v>
                </c:pt>
                <c:pt idx="3339">
                  <c:v>11113</c:v>
                </c:pt>
                <c:pt idx="3340">
                  <c:v>11116</c:v>
                </c:pt>
                <c:pt idx="3341">
                  <c:v>11120</c:v>
                </c:pt>
                <c:pt idx="3342">
                  <c:v>11123</c:v>
                </c:pt>
                <c:pt idx="3343">
                  <c:v>11126</c:v>
                </c:pt>
                <c:pt idx="3344">
                  <c:v>11130</c:v>
                </c:pt>
                <c:pt idx="3345">
                  <c:v>11133</c:v>
                </c:pt>
                <c:pt idx="3346">
                  <c:v>11136</c:v>
                </c:pt>
                <c:pt idx="3347">
                  <c:v>11140</c:v>
                </c:pt>
                <c:pt idx="3348">
                  <c:v>11143</c:v>
                </c:pt>
                <c:pt idx="3349">
                  <c:v>11146</c:v>
                </c:pt>
                <c:pt idx="3350">
                  <c:v>11150</c:v>
                </c:pt>
                <c:pt idx="3351">
                  <c:v>11153</c:v>
                </c:pt>
                <c:pt idx="3352">
                  <c:v>11156</c:v>
                </c:pt>
                <c:pt idx="3353">
                  <c:v>11160</c:v>
                </c:pt>
                <c:pt idx="3354">
                  <c:v>11163</c:v>
                </c:pt>
                <c:pt idx="3355">
                  <c:v>11166</c:v>
                </c:pt>
                <c:pt idx="3356">
                  <c:v>11170</c:v>
                </c:pt>
                <c:pt idx="3357">
                  <c:v>11173</c:v>
                </c:pt>
                <c:pt idx="3358">
                  <c:v>11176</c:v>
                </c:pt>
                <c:pt idx="3359">
                  <c:v>11180</c:v>
                </c:pt>
                <c:pt idx="3360">
                  <c:v>11183</c:v>
                </c:pt>
                <c:pt idx="3361">
                  <c:v>11186</c:v>
                </c:pt>
                <c:pt idx="3362">
                  <c:v>11190</c:v>
                </c:pt>
                <c:pt idx="3363">
                  <c:v>11193</c:v>
                </c:pt>
                <c:pt idx="3364">
                  <c:v>11196</c:v>
                </c:pt>
                <c:pt idx="3365">
                  <c:v>11200</c:v>
                </c:pt>
                <c:pt idx="3366">
                  <c:v>11203</c:v>
                </c:pt>
                <c:pt idx="3367">
                  <c:v>11206</c:v>
                </c:pt>
                <c:pt idx="3368">
                  <c:v>11210</c:v>
                </c:pt>
                <c:pt idx="3369">
                  <c:v>11213</c:v>
                </c:pt>
                <c:pt idx="3370">
                  <c:v>11216</c:v>
                </c:pt>
                <c:pt idx="3371">
                  <c:v>11220</c:v>
                </c:pt>
                <c:pt idx="3372">
                  <c:v>11223</c:v>
                </c:pt>
                <c:pt idx="3373">
                  <c:v>11226</c:v>
                </c:pt>
                <c:pt idx="3374">
                  <c:v>11230</c:v>
                </c:pt>
                <c:pt idx="3375">
                  <c:v>11233</c:v>
                </c:pt>
                <c:pt idx="3376">
                  <c:v>11236</c:v>
                </c:pt>
                <c:pt idx="3377">
                  <c:v>11240</c:v>
                </c:pt>
                <c:pt idx="3378">
                  <c:v>11243</c:v>
                </c:pt>
                <c:pt idx="3379">
                  <c:v>11246</c:v>
                </c:pt>
                <c:pt idx="3380">
                  <c:v>11250</c:v>
                </c:pt>
                <c:pt idx="3381">
                  <c:v>11253</c:v>
                </c:pt>
                <c:pt idx="3382">
                  <c:v>11256</c:v>
                </c:pt>
                <c:pt idx="3383">
                  <c:v>11259</c:v>
                </c:pt>
                <c:pt idx="3384">
                  <c:v>11263</c:v>
                </c:pt>
                <c:pt idx="3385">
                  <c:v>11266</c:v>
                </c:pt>
                <c:pt idx="3386">
                  <c:v>11269</c:v>
                </c:pt>
                <c:pt idx="3387">
                  <c:v>11273</c:v>
                </c:pt>
                <c:pt idx="3388">
                  <c:v>11276</c:v>
                </c:pt>
                <c:pt idx="3389">
                  <c:v>11279</c:v>
                </c:pt>
                <c:pt idx="3390">
                  <c:v>11283</c:v>
                </c:pt>
                <c:pt idx="3391">
                  <c:v>11286</c:v>
                </c:pt>
                <c:pt idx="3392">
                  <c:v>11289</c:v>
                </c:pt>
                <c:pt idx="3393">
                  <c:v>11293</c:v>
                </c:pt>
                <c:pt idx="3394">
                  <c:v>11296</c:v>
                </c:pt>
                <c:pt idx="3395">
                  <c:v>11299</c:v>
                </c:pt>
                <c:pt idx="3396">
                  <c:v>11303</c:v>
                </c:pt>
                <c:pt idx="3397">
                  <c:v>11306</c:v>
                </c:pt>
                <c:pt idx="3398">
                  <c:v>11309</c:v>
                </c:pt>
                <c:pt idx="3399">
                  <c:v>11313</c:v>
                </c:pt>
                <c:pt idx="3400">
                  <c:v>11316</c:v>
                </c:pt>
                <c:pt idx="3401">
                  <c:v>11319</c:v>
                </c:pt>
                <c:pt idx="3402">
                  <c:v>11323</c:v>
                </c:pt>
                <c:pt idx="3403">
                  <c:v>11326</c:v>
                </c:pt>
                <c:pt idx="3404">
                  <c:v>11329</c:v>
                </c:pt>
                <c:pt idx="3405">
                  <c:v>11333</c:v>
                </c:pt>
                <c:pt idx="3406">
                  <c:v>11336</c:v>
                </c:pt>
                <c:pt idx="3407">
                  <c:v>11339</c:v>
                </c:pt>
                <c:pt idx="3408">
                  <c:v>11343</c:v>
                </c:pt>
                <c:pt idx="3409">
                  <c:v>11346</c:v>
                </c:pt>
                <c:pt idx="3410">
                  <c:v>11349</c:v>
                </c:pt>
                <c:pt idx="3411">
                  <c:v>11353</c:v>
                </c:pt>
                <c:pt idx="3412">
                  <c:v>11356</c:v>
                </c:pt>
                <c:pt idx="3413">
                  <c:v>11359</c:v>
                </c:pt>
                <c:pt idx="3414">
                  <c:v>11363</c:v>
                </c:pt>
                <c:pt idx="3415">
                  <c:v>11366</c:v>
                </c:pt>
                <c:pt idx="3416">
                  <c:v>11369</c:v>
                </c:pt>
                <c:pt idx="3417">
                  <c:v>11373</c:v>
                </c:pt>
                <c:pt idx="3418">
                  <c:v>11376</c:v>
                </c:pt>
                <c:pt idx="3419">
                  <c:v>11379</c:v>
                </c:pt>
                <c:pt idx="3420">
                  <c:v>11383</c:v>
                </c:pt>
                <c:pt idx="3421">
                  <c:v>11386</c:v>
                </c:pt>
                <c:pt idx="3422">
                  <c:v>11389</c:v>
                </c:pt>
                <c:pt idx="3423">
                  <c:v>11393</c:v>
                </c:pt>
                <c:pt idx="3424">
                  <c:v>11396</c:v>
                </c:pt>
                <c:pt idx="3425">
                  <c:v>11399</c:v>
                </c:pt>
                <c:pt idx="3426">
                  <c:v>11403</c:v>
                </c:pt>
                <c:pt idx="3427">
                  <c:v>11406</c:v>
                </c:pt>
                <c:pt idx="3428">
                  <c:v>11409</c:v>
                </c:pt>
                <c:pt idx="3429">
                  <c:v>11413</c:v>
                </c:pt>
                <c:pt idx="3430">
                  <c:v>11416</c:v>
                </c:pt>
                <c:pt idx="3431">
                  <c:v>11419</c:v>
                </c:pt>
                <c:pt idx="3432">
                  <c:v>11423</c:v>
                </c:pt>
                <c:pt idx="3433">
                  <c:v>11426</c:v>
                </c:pt>
                <c:pt idx="3434">
                  <c:v>11429</c:v>
                </c:pt>
                <c:pt idx="3435">
                  <c:v>11433</c:v>
                </c:pt>
                <c:pt idx="3436">
                  <c:v>11436</c:v>
                </c:pt>
                <c:pt idx="3437">
                  <c:v>11439</c:v>
                </c:pt>
                <c:pt idx="3438">
                  <c:v>11442</c:v>
                </c:pt>
                <c:pt idx="3439">
                  <c:v>11446</c:v>
                </c:pt>
                <c:pt idx="3440">
                  <c:v>11449</c:v>
                </c:pt>
                <c:pt idx="3441">
                  <c:v>11452</c:v>
                </c:pt>
                <c:pt idx="3442">
                  <c:v>11456</c:v>
                </c:pt>
                <c:pt idx="3443">
                  <c:v>11459</c:v>
                </c:pt>
                <c:pt idx="3444">
                  <c:v>11462</c:v>
                </c:pt>
                <c:pt idx="3445">
                  <c:v>11466</c:v>
                </c:pt>
                <c:pt idx="3446">
                  <c:v>11469</c:v>
                </c:pt>
                <c:pt idx="3447">
                  <c:v>11472</c:v>
                </c:pt>
                <c:pt idx="3448">
                  <c:v>11476</c:v>
                </c:pt>
                <c:pt idx="3449">
                  <c:v>11479</c:v>
                </c:pt>
                <c:pt idx="3450">
                  <c:v>11482</c:v>
                </c:pt>
                <c:pt idx="3451">
                  <c:v>11486</c:v>
                </c:pt>
                <c:pt idx="3452">
                  <c:v>11489</c:v>
                </c:pt>
                <c:pt idx="3453">
                  <c:v>11492</c:v>
                </c:pt>
                <c:pt idx="3454">
                  <c:v>11496</c:v>
                </c:pt>
                <c:pt idx="3455">
                  <c:v>11499</c:v>
                </c:pt>
                <c:pt idx="3456">
                  <c:v>11502</c:v>
                </c:pt>
                <c:pt idx="3457">
                  <c:v>11506</c:v>
                </c:pt>
                <c:pt idx="3458">
                  <c:v>11509</c:v>
                </c:pt>
                <c:pt idx="3459">
                  <c:v>11512</c:v>
                </c:pt>
                <c:pt idx="3460">
                  <c:v>11516</c:v>
                </c:pt>
                <c:pt idx="3461">
                  <c:v>11519</c:v>
                </c:pt>
                <c:pt idx="3462">
                  <c:v>11522</c:v>
                </c:pt>
                <c:pt idx="3463">
                  <c:v>11526</c:v>
                </c:pt>
                <c:pt idx="3464">
                  <c:v>11529</c:v>
                </c:pt>
                <c:pt idx="3465">
                  <c:v>11532</c:v>
                </c:pt>
                <c:pt idx="3466">
                  <c:v>11536</c:v>
                </c:pt>
                <c:pt idx="3467">
                  <c:v>11539</c:v>
                </c:pt>
                <c:pt idx="3468">
                  <c:v>11542</c:v>
                </c:pt>
                <c:pt idx="3469">
                  <c:v>11546</c:v>
                </c:pt>
                <c:pt idx="3470">
                  <c:v>11549</c:v>
                </c:pt>
                <c:pt idx="3471">
                  <c:v>11552</c:v>
                </c:pt>
                <c:pt idx="3472">
                  <c:v>11556</c:v>
                </c:pt>
                <c:pt idx="3473">
                  <c:v>11559</c:v>
                </c:pt>
                <c:pt idx="3474">
                  <c:v>11562</c:v>
                </c:pt>
                <c:pt idx="3475">
                  <c:v>11566</c:v>
                </c:pt>
                <c:pt idx="3476">
                  <c:v>11569</c:v>
                </c:pt>
                <c:pt idx="3477">
                  <c:v>11572</c:v>
                </c:pt>
                <c:pt idx="3478">
                  <c:v>11576</c:v>
                </c:pt>
                <c:pt idx="3479">
                  <c:v>11579</c:v>
                </c:pt>
                <c:pt idx="3480">
                  <c:v>11582</c:v>
                </c:pt>
                <c:pt idx="3481">
                  <c:v>11586</c:v>
                </c:pt>
                <c:pt idx="3482">
                  <c:v>11589</c:v>
                </c:pt>
                <c:pt idx="3483">
                  <c:v>11592</c:v>
                </c:pt>
                <c:pt idx="3484">
                  <c:v>11596</c:v>
                </c:pt>
                <c:pt idx="3485">
                  <c:v>11599</c:v>
                </c:pt>
                <c:pt idx="3486">
                  <c:v>11602</c:v>
                </c:pt>
                <c:pt idx="3487">
                  <c:v>11606</c:v>
                </c:pt>
                <c:pt idx="3488">
                  <c:v>11609</c:v>
                </c:pt>
                <c:pt idx="3489">
                  <c:v>11612</c:v>
                </c:pt>
                <c:pt idx="3490">
                  <c:v>11616</c:v>
                </c:pt>
                <c:pt idx="3491">
                  <c:v>11619</c:v>
                </c:pt>
                <c:pt idx="3492">
                  <c:v>11622</c:v>
                </c:pt>
                <c:pt idx="3493">
                  <c:v>11625</c:v>
                </c:pt>
                <c:pt idx="3494">
                  <c:v>11629</c:v>
                </c:pt>
                <c:pt idx="3495">
                  <c:v>11632</c:v>
                </c:pt>
                <c:pt idx="3496">
                  <c:v>11635</c:v>
                </c:pt>
                <c:pt idx="3497">
                  <c:v>11639</c:v>
                </c:pt>
                <c:pt idx="3498">
                  <c:v>11642</c:v>
                </c:pt>
                <c:pt idx="3499">
                  <c:v>11645</c:v>
                </c:pt>
                <c:pt idx="3500">
                  <c:v>11649</c:v>
                </c:pt>
                <c:pt idx="3501">
                  <c:v>11652</c:v>
                </c:pt>
                <c:pt idx="3502">
                  <c:v>11655</c:v>
                </c:pt>
                <c:pt idx="3503">
                  <c:v>11659</c:v>
                </c:pt>
                <c:pt idx="3504">
                  <c:v>11662</c:v>
                </c:pt>
                <c:pt idx="3505">
                  <c:v>11665</c:v>
                </c:pt>
                <c:pt idx="3506">
                  <c:v>11669</c:v>
                </c:pt>
                <c:pt idx="3507">
                  <c:v>11672</c:v>
                </c:pt>
                <c:pt idx="3508">
                  <c:v>11675</c:v>
                </c:pt>
                <c:pt idx="3509">
                  <c:v>11679</c:v>
                </c:pt>
                <c:pt idx="3510">
                  <c:v>11682</c:v>
                </c:pt>
                <c:pt idx="3511">
                  <c:v>11685</c:v>
                </c:pt>
                <c:pt idx="3512">
                  <c:v>11689</c:v>
                </c:pt>
                <c:pt idx="3513">
                  <c:v>11692</c:v>
                </c:pt>
                <c:pt idx="3514">
                  <c:v>11695</c:v>
                </c:pt>
                <c:pt idx="3515">
                  <c:v>11699</c:v>
                </c:pt>
                <c:pt idx="3516">
                  <c:v>11702</c:v>
                </c:pt>
                <c:pt idx="3517">
                  <c:v>11705</c:v>
                </c:pt>
                <c:pt idx="3518">
                  <c:v>11709</c:v>
                </c:pt>
                <c:pt idx="3519">
                  <c:v>11712</c:v>
                </c:pt>
                <c:pt idx="3520">
                  <c:v>11715</c:v>
                </c:pt>
                <c:pt idx="3521">
                  <c:v>11719</c:v>
                </c:pt>
                <c:pt idx="3522">
                  <c:v>11722</c:v>
                </c:pt>
                <c:pt idx="3523">
                  <c:v>11725</c:v>
                </c:pt>
                <c:pt idx="3524">
                  <c:v>11729</c:v>
                </c:pt>
                <c:pt idx="3525">
                  <c:v>11732</c:v>
                </c:pt>
                <c:pt idx="3526">
                  <c:v>11735</c:v>
                </c:pt>
                <c:pt idx="3527">
                  <c:v>11739</c:v>
                </c:pt>
                <c:pt idx="3528">
                  <c:v>11742</c:v>
                </c:pt>
                <c:pt idx="3529">
                  <c:v>11745</c:v>
                </c:pt>
                <c:pt idx="3530">
                  <c:v>11749</c:v>
                </c:pt>
                <c:pt idx="3531">
                  <c:v>11752</c:v>
                </c:pt>
                <c:pt idx="3532">
                  <c:v>11755</c:v>
                </c:pt>
                <c:pt idx="3533">
                  <c:v>11759</c:v>
                </c:pt>
                <c:pt idx="3534">
                  <c:v>11762</c:v>
                </c:pt>
                <c:pt idx="3535">
                  <c:v>11765</c:v>
                </c:pt>
                <c:pt idx="3536">
                  <c:v>11769</c:v>
                </c:pt>
                <c:pt idx="3537">
                  <c:v>11772</c:v>
                </c:pt>
                <c:pt idx="3538">
                  <c:v>11775</c:v>
                </c:pt>
                <c:pt idx="3539">
                  <c:v>11779</c:v>
                </c:pt>
                <c:pt idx="3540">
                  <c:v>11782</c:v>
                </c:pt>
                <c:pt idx="3541">
                  <c:v>11785</c:v>
                </c:pt>
                <c:pt idx="3542">
                  <c:v>11789</c:v>
                </c:pt>
                <c:pt idx="3543">
                  <c:v>11792</c:v>
                </c:pt>
                <c:pt idx="3544">
                  <c:v>11795</c:v>
                </c:pt>
                <c:pt idx="3545">
                  <c:v>11799</c:v>
                </c:pt>
                <c:pt idx="3546">
                  <c:v>11802</c:v>
                </c:pt>
                <c:pt idx="3547">
                  <c:v>11805</c:v>
                </c:pt>
                <c:pt idx="3548">
                  <c:v>11808</c:v>
                </c:pt>
                <c:pt idx="3549">
                  <c:v>11812</c:v>
                </c:pt>
                <c:pt idx="3550">
                  <c:v>11815</c:v>
                </c:pt>
                <c:pt idx="3551">
                  <c:v>11818</c:v>
                </c:pt>
                <c:pt idx="3552">
                  <c:v>11822</c:v>
                </c:pt>
                <c:pt idx="3553">
                  <c:v>11825</c:v>
                </c:pt>
                <c:pt idx="3554">
                  <c:v>11828</c:v>
                </c:pt>
                <c:pt idx="3555">
                  <c:v>11832</c:v>
                </c:pt>
                <c:pt idx="3556">
                  <c:v>11835</c:v>
                </c:pt>
                <c:pt idx="3557">
                  <c:v>11838</c:v>
                </c:pt>
                <c:pt idx="3558">
                  <c:v>11842</c:v>
                </c:pt>
                <c:pt idx="3559">
                  <c:v>11845</c:v>
                </c:pt>
                <c:pt idx="3560">
                  <c:v>11848</c:v>
                </c:pt>
                <c:pt idx="3561">
                  <c:v>11852</c:v>
                </c:pt>
                <c:pt idx="3562">
                  <c:v>11855</c:v>
                </c:pt>
                <c:pt idx="3563">
                  <c:v>11858</c:v>
                </c:pt>
                <c:pt idx="3564">
                  <c:v>11862</c:v>
                </c:pt>
                <c:pt idx="3565">
                  <c:v>11865</c:v>
                </c:pt>
                <c:pt idx="3566">
                  <c:v>11868</c:v>
                </c:pt>
                <c:pt idx="3567">
                  <c:v>11872</c:v>
                </c:pt>
                <c:pt idx="3568">
                  <c:v>11875</c:v>
                </c:pt>
                <c:pt idx="3569">
                  <c:v>11878</c:v>
                </c:pt>
                <c:pt idx="3570">
                  <c:v>11882</c:v>
                </c:pt>
                <c:pt idx="3571">
                  <c:v>11885</c:v>
                </c:pt>
                <c:pt idx="3572">
                  <c:v>11888</c:v>
                </c:pt>
                <c:pt idx="3573">
                  <c:v>11892</c:v>
                </c:pt>
                <c:pt idx="3574">
                  <c:v>11895</c:v>
                </c:pt>
                <c:pt idx="3575">
                  <c:v>11898</c:v>
                </c:pt>
                <c:pt idx="3576">
                  <c:v>11902</c:v>
                </c:pt>
                <c:pt idx="3577">
                  <c:v>11905</c:v>
                </c:pt>
                <c:pt idx="3578">
                  <c:v>11908</c:v>
                </c:pt>
                <c:pt idx="3579">
                  <c:v>11912</c:v>
                </c:pt>
                <c:pt idx="3580">
                  <c:v>11915</c:v>
                </c:pt>
                <c:pt idx="3581">
                  <c:v>11918</c:v>
                </c:pt>
                <c:pt idx="3582">
                  <c:v>11922</c:v>
                </c:pt>
                <c:pt idx="3583">
                  <c:v>11925</c:v>
                </c:pt>
                <c:pt idx="3584">
                  <c:v>11928</c:v>
                </c:pt>
                <c:pt idx="3585">
                  <c:v>11932</c:v>
                </c:pt>
                <c:pt idx="3586">
                  <c:v>11935</c:v>
                </c:pt>
                <c:pt idx="3587">
                  <c:v>11938</c:v>
                </c:pt>
                <c:pt idx="3588">
                  <c:v>11942</c:v>
                </c:pt>
                <c:pt idx="3589">
                  <c:v>11945</c:v>
                </c:pt>
                <c:pt idx="3590">
                  <c:v>11948</c:v>
                </c:pt>
                <c:pt idx="3591">
                  <c:v>11952</c:v>
                </c:pt>
                <c:pt idx="3592">
                  <c:v>11955</c:v>
                </c:pt>
                <c:pt idx="3593">
                  <c:v>11958</c:v>
                </c:pt>
                <c:pt idx="3594">
                  <c:v>11962</c:v>
                </c:pt>
                <c:pt idx="3595">
                  <c:v>11965</c:v>
                </c:pt>
                <c:pt idx="3596">
                  <c:v>11968</c:v>
                </c:pt>
                <c:pt idx="3597">
                  <c:v>11972</c:v>
                </c:pt>
                <c:pt idx="3598">
                  <c:v>11975</c:v>
                </c:pt>
                <c:pt idx="3599">
                  <c:v>11978</c:v>
                </c:pt>
                <c:pt idx="3600">
                  <c:v>11982</c:v>
                </c:pt>
                <c:pt idx="3601">
                  <c:v>11985</c:v>
                </c:pt>
                <c:pt idx="3602">
                  <c:v>11988</c:v>
                </c:pt>
                <c:pt idx="3603">
                  <c:v>11991</c:v>
                </c:pt>
                <c:pt idx="3604">
                  <c:v>11995</c:v>
                </c:pt>
                <c:pt idx="3605">
                  <c:v>11998</c:v>
                </c:pt>
                <c:pt idx="3606">
                  <c:v>12001</c:v>
                </c:pt>
                <c:pt idx="3607">
                  <c:v>12005</c:v>
                </c:pt>
                <c:pt idx="3608">
                  <c:v>12008</c:v>
                </c:pt>
                <c:pt idx="3609">
                  <c:v>12011</c:v>
                </c:pt>
                <c:pt idx="3610">
                  <c:v>12015</c:v>
                </c:pt>
                <c:pt idx="3611">
                  <c:v>12018</c:v>
                </c:pt>
                <c:pt idx="3612">
                  <c:v>12021</c:v>
                </c:pt>
                <c:pt idx="3613">
                  <c:v>12025</c:v>
                </c:pt>
                <c:pt idx="3614">
                  <c:v>12028</c:v>
                </c:pt>
                <c:pt idx="3615">
                  <c:v>12031</c:v>
                </c:pt>
                <c:pt idx="3616">
                  <c:v>12035</c:v>
                </c:pt>
                <c:pt idx="3617">
                  <c:v>12038</c:v>
                </c:pt>
                <c:pt idx="3618">
                  <c:v>12041</c:v>
                </c:pt>
                <c:pt idx="3619">
                  <c:v>12045</c:v>
                </c:pt>
                <c:pt idx="3620">
                  <c:v>12048</c:v>
                </c:pt>
                <c:pt idx="3621">
                  <c:v>12051</c:v>
                </c:pt>
                <c:pt idx="3622">
                  <c:v>12055</c:v>
                </c:pt>
                <c:pt idx="3623">
                  <c:v>12058</c:v>
                </c:pt>
                <c:pt idx="3624">
                  <c:v>12061</c:v>
                </c:pt>
                <c:pt idx="3625">
                  <c:v>12065</c:v>
                </c:pt>
                <c:pt idx="3626">
                  <c:v>12068</c:v>
                </c:pt>
                <c:pt idx="3627">
                  <c:v>12071</c:v>
                </c:pt>
                <c:pt idx="3628">
                  <c:v>12075</c:v>
                </c:pt>
                <c:pt idx="3629">
                  <c:v>12078</c:v>
                </c:pt>
                <c:pt idx="3630">
                  <c:v>12081</c:v>
                </c:pt>
                <c:pt idx="3631">
                  <c:v>12085</c:v>
                </c:pt>
                <c:pt idx="3632">
                  <c:v>12088</c:v>
                </c:pt>
                <c:pt idx="3633">
                  <c:v>12091</c:v>
                </c:pt>
                <c:pt idx="3634">
                  <c:v>12095</c:v>
                </c:pt>
                <c:pt idx="3635">
                  <c:v>12098</c:v>
                </c:pt>
                <c:pt idx="3636">
                  <c:v>12101</c:v>
                </c:pt>
                <c:pt idx="3637">
                  <c:v>12105</c:v>
                </c:pt>
                <c:pt idx="3638">
                  <c:v>12108</c:v>
                </c:pt>
                <c:pt idx="3639">
                  <c:v>12111</c:v>
                </c:pt>
                <c:pt idx="3640">
                  <c:v>12115</c:v>
                </c:pt>
                <c:pt idx="3641">
                  <c:v>12118</c:v>
                </c:pt>
                <c:pt idx="3642">
                  <c:v>12121</c:v>
                </c:pt>
                <c:pt idx="3643">
                  <c:v>12125</c:v>
                </c:pt>
                <c:pt idx="3644">
                  <c:v>12128</c:v>
                </c:pt>
                <c:pt idx="3645">
                  <c:v>12131</c:v>
                </c:pt>
                <c:pt idx="3646">
                  <c:v>12135</c:v>
                </c:pt>
                <c:pt idx="3647">
                  <c:v>12138</c:v>
                </c:pt>
                <c:pt idx="3648">
                  <c:v>12141</c:v>
                </c:pt>
                <c:pt idx="3649">
                  <c:v>12145</c:v>
                </c:pt>
                <c:pt idx="3650">
                  <c:v>12148</c:v>
                </c:pt>
                <c:pt idx="3651">
                  <c:v>12151</c:v>
                </c:pt>
                <c:pt idx="3652">
                  <c:v>12155</c:v>
                </c:pt>
                <c:pt idx="3653">
                  <c:v>12158</c:v>
                </c:pt>
                <c:pt idx="3654">
                  <c:v>12161</c:v>
                </c:pt>
                <c:pt idx="3655">
                  <c:v>12165</c:v>
                </c:pt>
                <c:pt idx="3656">
                  <c:v>12168</c:v>
                </c:pt>
                <c:pt idx="3657">
                  <c:v>12171</c:v>
                </c:pt>
                <c:pt idx="3658">
                  <c:v>12174</c:v>
                </c:pt>
                <c:pt idx="3659">
                  <c:v>12178</c:v>
                </c:pt>
                <c:pt idx="3660">
                  <c:v>12181</c:v>
                </c:pt>
                <c:pt idx="3661">
                  <c:v>12184</c:v>
                </c:pt>
                <c:pt idx="3662">
                  <c:v>12188</c:v>
                </c:pt>
                <c:pt idx="3663">
                  <c:v>12191</c:v>
                </c:pt>
                <c:pt idx="3664">
                  <c:v>12194</c:v>
                </c:pt>
                <c:pt idx="3665">
                  <c:v>12198</c:v>
                </c:pt>
                <c:pt idx="3666">
                  <c:v>12201</c:v>
                </c:pt>
                <c:pt idx="3667">
                  <c:v>12204</c:v>
                </c:pt>
                <c:pt idx="3668">
                  <c:v>12208</c:v>
                </c:pt>
                <c:pt idx="3669">
                  <c:v>12211</c:v>
                </c:pt>
                <c:pt idx="3670">
                  <c:v>12214</c:v>
                </c:pt>
                <c:pt idx="3671">
                  <c:v>12218</c:v>
                </c:pt>
                <c:pt idx="3672">
                  <c:v>12221</c:v>
                </c:pt>
                <c:pt idx="3673">
                  <c:v>12224</c:v>
                </c:pt>
                <c:pt idx="3674">
                  <c:v>12228</c:v>
                </c:pt>
                <c:pt idx="3675">
                  <c:v>12231</c:v>
                </c:pt>
                <c:pt idx="3676">
                  <c:v>12234</c:v>
                </c:pt>
                <c:pt idx="3677">
                  <c:v>12238</c:v>
                </c:pt>
                <c:pt idx="3678">
                  <c:v>12241</c:v>
                </c:pt>
                <c:pt idx="3679">
                  <c:v>12244</c:v>
                </c:pt>
                <c:pt idx="3680">
                  <c:v>12248</c:v>
                </c:pt>
                <c:pt idx="3681">
                  <c:v>12251</c:v>
                </c:pt>
                <c:pt idx="3682">
                  <c:v>12254</c:v>
                </c:pt>
                <c:pt idx="3683">
                  <c:v>12258</c:v>
                </c:pt>
                <c:pt idx="3684">
                  <c:v>12261</c:v>
                </c:pt>
                <c:pt idx="3685">
                  <c:v>12264</c:v>
                </c:pt>
                <c:pt idx="3686">
                  <c:v>12268</c:v>
                </c:pt>
                <c:pt idx="3687">
                  <c:v>12271</c:v>
                </c:pt>
                <c:pt idx="3688">
                  <c:v>12274</c:v>
                </c:pt>
                <c:pt idx="3689">
                  <c:v>12278</c:v>
                </c:pt>
                <c:pt idx="3690">
                  <c:v>12281</c:v>
                </c:pt>
                <c:pt idx="3691">
                  <c:v>12284</c:v>
                </c:pt>
                <c:pt idx="3692">
                  <c:v>12288</c:v>
                </c:pt>
                <c:pt idx="3693">
                  <c:v>12291</c:v>
                </c:pt>
                <c:pt idx="3694">
                  <c:v>12294</c:v>
                </c:pt>
                <c:pt idx="3695">
                  <c:v>12298</c:v>
                </c:pt>
                <c:pt idx="3696">
                  <c:v>12301</c:v>
                </c:pt>
                <c:pt idx="3697">
                  <c:v>12304</c:v>
                </c:pt>
                <c:pt idx="3698">
                  <c:v>12308</c:v>
                </c:pt>
                <c:pt idx="3699">
                  <c:v>12311</c:v>
                </c:pt>
                <c:pt idx="3700">
                  <c:v>12314</c:v>
                </c:pt>
                <c:pt idx="3701">
                  <c:v>12318</c:v>
                </c:pt>
                <c:pt idx="3702">
                  <c:v>12321</c:v>
                </c:pt>
                <c:pt idx="3703">
                  <c:v>12324</c:v>
                </c:pt>
                <c:pt idx="3704">
                  <c:v>12328</c:v>
                </c:pt>
                <c:pt idx="3705">
                  <c:v>12331</c:v>
                </c:pt>
                <c:pt idx="3706">
                  <c:v>12334</c:v>
                </c:pt>
                <c:pt idx="3707">
                  <c:v>12338</c:v>
                </c:pt>
                <c:pt idx="3708">
                  <c:v>12341</c:v>
                </c:pt>
                <c:pt idx="3709">
                  <c:v>12344</c:v>
                </c:pt>
                <c:pt idx="3710">
                  <c:v>12348</c:v>
                </c:pt>
                <c:pt idx="3711">
                  <c:v>12351</c:v>
                </c:pt>
                <c:pt idx="3712">
                  <c:v>12354</c:v>
                </c:pt>
                <c:pt idx="3713">
                  <c:v>12357</c:v>
                </c:pt>
                <c:pt idx="3714">
                  <c:v>12361</c:v>
                </c:pt>
                <c:pt idx="3715">
                  <c:v>12364</c:v>
                </c:pt>
                <c:pt idx="3716">
                  <c:v>12367</c:v>
                </c:pt>
                <c:pt idx="3717">
                  <c:v>12371</c:v>
                </c:pt>
                <c:pt idx="3718">
                  <c:v>12374</c:v>
                </c:pt>
                <c:pt idx="3719">
                  <c:v>12377</c:v>
                </c:pt>
                <c:pt idx="3720">
                  <c:v>12381</c:v>
                </c:pt>
                <c:pt idx="3721">
                  <c:v>12384</c:v>
                </c:pt>
                <c:pt idx="3722">
                  <c:v>12387</c:v>
                </c:pt>
                <c:pt idx="3723">
                  <c:v>12391</c:v>
                </c:pt>
                <c:pt idx="3724">
                  <c:v>12394</c:v>
                </c:pt>
                <c:pt idx="3725">
                  <c:v>12397</c:v>
                </c:pt>
                <c:pt idx="3726">
                  <c:v>12401</c:v>
                </c:pt>
                <c:pt idx="3727">
                  <c:v>12404</c:v>
                </c:pt>
                <c:pt idx="3728">
                  <c:v>12407</c:v>
                </c:pt>
                <c:pt idx="3729">
                  <c:v>12411</c:v>
                </c:pt>
                <c:pt idx="3730">
                  <c:v>12414</c:v>
                </c:pt>
                <c:pt idx="3731">
                  <c:v>12417</c:v>
                </c:pt>
                <c:pt idx="3732">
                  <c:v>12421</c:v>
                </c:pt>
                <c:pt idx="3733">
                  <c:v>12424</c:v>
                </c:pt>
                <c:pt idx="3734">
                  <c:v>12427</c:v>
                </c:pt>
                <c:pt idx="3735">
                  <c:v>12431</c:v>
                </c:pt>
                <c:pt idx="3736">
                  <c:v>12434</c:v>
                </c:pt>
                <c:pt idx="3737">
                  <c:v>12437</c:v>
                </c:pt>
                <c:pt idx="3738">
                  <c:v>12441</c:v>
                </c:pt>
                <c:pt idx="3739">
                  <c:v>12444</c:v>
                </c:pt>
                <c:pt idx="3740">
                  <c:v>12447</c:v>
                </c:pt>
                <c:pt idx="3741">
                  <c:v>12451</c:v>
                </c:pt>
                <c:pt idx="3742">
                  <c:v>12454</c:v>
                </c:pt>
                <c:pt idx="3743">
                  <c:v>12457</c:v>
                </c:pt>
                <c:pt idx="3744">
                  <c:v>12461</c:v>
                </c:pt>
                <c:pt idx="3745">
                  <c:v>12464</c:v>
                </c:pt>
                <c:pt idx="3746">
                  <c:v>12467</c:v>
                </c:pt>
                <c:pt idx="3747">
                  <c:v>12471</c:v>
                </c:pt>
                <c:pt idx="3748">
                  <c:v>12474</c:v>
                </c:pt>
                <c:pt idx="3749">
                  <c:v>12477</c:v>
                </c:pt>
                <c:pt idx="3750">
                  <c:v>12481</c:v>
                </c:pt>
                <c:pt idx="3751">
                  <c:v>12484</c:v>
                </c:pt>
                <c:pt idx="3752">
                  <c:v>12487</c:v>
                </c:pt>
                <c:pt idx="3753">
                  <c:v>12491</c:v>
                </c:pt>
                <c:pt idx="3754">
                  <c:v>12494</c:v>
                </c:pt>
                <c:pt idx="3755">
                  <c:v>12497</c:v>
                </c:pt>
                <c:pt idx="3756">
                  <c:v>12501</c:v>
                </c:pt>
                <c:pt idx="3757">
                  <c:v>12504</c:v>
                </c:pt>
                <c:pt idx="3758">
                  <c:v>12507</c:v>
                </c:pt>
                <c:pt idx="3759">
                  <c:v>12511</c:v>
                </c:pt>
                <c:pt idx="3760">
                  <c:v>12514</c:v>
                </c:pt>
                <c:pt idx="3761">
                  <c:v>12517</c:v>
                </c:pt>
                <c:pt idx="3762">
                  <c:v>12521</c:v>
                </c:pt>
                <c:pt idx="3763">
                  <c:v>12524</c:v>
                </c:pt>
                <c:pt idx="3764">
                  <c:v>12527</c:v>
                </c:pt>
                <c:pt idx="3765">
                  <c:v>12531</c:v>
                </c:pt>
                <c:pt idx="3766">
                  <c:v>12534</c:v>
                </c:pt>
                <c:pt idx="3767">
                  <c:v>12537</c:v>
                </c:pt>
                <c:pt idx="3768">
                  <c:v>12540</c:v>
                </c:pt>
                <c:pt idx="3769">
                  <c:v>12544</c:v>
                </c:pt>
                <c:pt idx="3770">
                  <c:v>12547</c:v>
                </c:pt>
                <c:pt idx="3771">
                  <c:v>12550</c:v>
                </c:pt>
                <c:pt idx="3772">
                  <c:v>12554</c:v>
                </c:pt>
                <c:pt idx="3773">
                  <c:v>12557</c:v>
                </c:pt>
                <c:pt idx="3774">
                  <c:v>12560</c:v>
                </c:pt>
                <c:pt idx="3775">
                  <c:v>12564</c:v>
                </c:pt>
                <c:pt idx="3776">
                  <c:v>12567</c:v>
                </c:pt>
                <c:pt idx="3777">
                  <c:v>12570</c:v>
                </c:pt>
                <c:pt idx="3778">
                  <c:v>12574</c:v>
                </c:pt>
                <c:pt idx="3779">
                  <c:v>12577</c:v>
                </c:pt>
                <c:pt idx="3780">
                  <c:v>12580</c:v>
                </c:pt>
                <c:pt idx="3781">
                  <c:v>12584</c:v>
                </c:pt>
                <c:pt idx="3782">
                  <c:v>12587</c:v>
                </c:pt>
                <c:pt idx="3783">
                  <c:v>12590</c:v>
                </c:pt>
                <c:pt idx="3784">
                  <c:v>12594</c:v>
                </c:pt>
                <c:pt idx="3785">
                  <c:v>12597</c:v>
                </c:pt>
                <c:pt idx="3786">
                  <c:v>12600</c:v>
                </c:pt>
                <c:pt idx="3787">
                  <c:v>12604</c:v>
                </c:pt>
                <c:pt idx="3788">
                  <c:v>12607</c:v>
                </c:pt>
                <c:pt idx="3789">
                  <c:v>12610</c:v>
                </c:pt>
                <c:pt idx="3790">
                  <c:v>12614</c:v>
                </c:pt>
                <c:pt idx="3791">
                  <c:v>12617</c:v>
                </c:pt>
                <c:pt idx="3792">
                  <c:v>12620</c:v>
                </c:pt>
                <c:pt idx="3793">
                  <c:v>12624</c:v>
                </c:pt>
                <c:pt idx="3794">
                  <c:v>12627</c:v>
                </c:pt>
                <c:pt idx="3795">
                  <c:v>12630</c:v>
                </c:pt>
                <c:pt idx="3796">
                  <c:v>12634</c:v>
                </c:pt>
                <c:pt idx="3797">
                  <c:v>12637</c:v>
                </c:pt>
                <c:pt idx="3798">
                  <c:v>12640</c:v>
                </c:pt>
                <c:pt idx="3799">
                  <c:v>12644</c:v>
                </c:pt>
                <c:pt idx="3800">
                  <c:v>12647</c:v>
                </c:pt>
                <c:pt idx="3801">
                  <c:v>12650</c:v>
                </c:pt>
                <c:pt idx="3802">
                  <c:v>12654</c:v>
                </c:pt>
                <c:pt idx="3803">
                  <c:v>12657</c:v>
                </c:pt>
                <c:pt idx="3804">
                  <c:v>12660</c:v>
                </c:pt>
                <c:pt idx="3805">
                  <c:v>12664</c:v>
                </c:pt>
                <c:pt idx="3806">
                  <c:v>12667</c:v>
                </c:pt>
                <c:pt idx="3807">
                  <c:v>12670</c:v>
                </c:pt>
                <c:pt idx="3808">
                  <c:v>12674</c:v>
                </c:pt>
                <c:pt idx="3809">
                  <c:v>12677</c:v>
                </c:pt>
                <c:pt idx="3810">
                  <c:v>12680</c:v>
                </c:pt>
                <c:pt idx="3811">
                  <c:v>12684</c:v>
                </c:pt>
                <c:pt idx="3812">
                  <c:v>12687</c:v>
                </c:pt>
                <c:pt idx="3813">
                  <c:v>12690</c:v>
                </c:pt>
                <c:pt idx="3814">
                  <c:v>12694</c:v>
                </c:pt>
                <c:pt idx="3815">
                  <c:v>12697</c:v>
                </c:pt>
                <c:pt idx="3816">
                  <c:v>12700</c:v>
                </c:pt>
                <c:pt idx="3817">
                  <c:v>12704</c:v>
                </c:pt>
                <c:pt idx="3818">
                  <c:v>12707</c:v>
                </c:pt>
                <c:pt idx="3819">
                  <c:v>12710</c:v>
                </c:pt>
                <c:pt idx="3820">
                  <c:v>12714</c:v>
                </c:pt>
                <c:pt idx="3821">
                  <c:v>12717</c:v>
                </c:pt>
                <c:pt idx="3822">
                  <c:v>12720</c:v>
                </c:pt>
                <c:pt idx="3823">
                  <c:v>12723</c:v>
                </c:pt>
                <c:pt idx="3824">
                  <c:v>12727</c:v>
                </c:pt>
                <c:pt idx="3825">
                  <c:v>12730</c:v>
                </c:pt>
                <c:pt idx="3826">
                  <c:v>12733</c:v>
                </c:pt>
                <c:pt idx="3827">
                  <c:v>12737</c:v>
                </c:pt>
                <c:pt idx="3828">
                  <c:v>12740</c:v>
                </c:pt>
                <c:pt idx="3829">
                  <c:v>12743</c:v>
                </c:pt>
                <c:pt idx="3830">
                  <c:v>12747</c:v>
                </c:pt>
                <c:pt idx="3831">
                  <c:v>12750</c:v>
                </c:pt>
                <c:pt idx="3832">
                  <c:v>12753</c:v>
                </c:pt>
                <c:pt idx="3833">
                  <c:v>12757</c:v>
                </c:pt>
                <c:pt idx="3834">
                  <c:v>12760</c:v>
                </c:pt>
                <c:pt idx="3835">
                  <c:v>12763</c:v>
                </c:pt>
                <c:pt idx="3836">
                  <c:v>12767</c:v>
                </c:pt>
                <c:pt idx="3837">
                  <c:v>12770</c:v>
                </c:pt>
                <c:pt idx="3838">
                  <c:v>12773</c:v>
                </c:pt>
                <c:pt idx="3839">
                  <c:v>12777</c:v>
                </c:pt>
                <c:pt idx="3840">
                  <c:v>12780</c:v>
                </c:pt>
                <c:pt idx="3841">
                  <c:v>12783</c:v>
                </c:pt>
                <c:pt idx="3842">
                  <c:v>12787</c:v>
                </c:pt>
                <c:pt idx="3843">
                  <c:v>12790</c:v>
                </c:pt>
                <c:pt idx="3844">
                  <c:v>12793</c:v>
                </c:pt>
                <c:pt idx="3845">
                  <c:v>12797</c:v>
                </c:pt>
                <c:pt idx="3846">
                  <c:v>12800</c:v>
                </c:pt>
                <c:pt idx="3847">
                  <c:v>12803</c:v>
                </c:pt>
                <c:pt idx="3848">
                  <c:v>12807</c:v>
                </c:pt>
                <c:pt idx="3849">
                  <c:v>12810</c:v>
                </c:pt>
                <c:pt idx="3850">
                  <c:v>12813</c:v>
                </c:pt>
                <c:pt idx="3851">
                  <c:v>12817</c:v>
                </c:pt>
                <c:pt idx="3852">
                  <c:v>12820</c:v>
                </c:pt>
                <c:pt idx="3853">
                  <c:v>12823</c:v>
                </c:pt>
                <c:pt idx="3854">
                  <c:v>12827</c:v>
                </c:pt>
                <c:pt idx="3855">
                  <c:v>12830</c:v>
                </c:pt>
                <c:pt idx="3856">
                  <c:v>12833</c:v>
                </c:pt>
                <c:pt idx="3857">
                  <c:v>12837</c:v>
                </c:pt>
                <c:pt idx="3858">
                  <c:v>12840</c:v>
                </c:pt>
                <c:pt idx="3859">
                  <c:v>12843</c:v>
                </c:pt>
                <c:pt idx="3860">
                  <c:v>12847</c:v>
                </c:pt>
                <c:pt idx="3861">
                  <c:v>12850</c:v>
                </c:pt>
                <c:pt idx="3862">
                  <c:v>12853</c:v>
                </c:pt>
                <c:pt idx="3863">
                  <c:v>12857</c:v>
                </c:pt>
                <c:pt idx="3864">
                  <c:v>12860</c:v>
                </c:pt>
                <c:pt idx="3865">
                  <c:v>12863</c:v>
                </c:pt>
                <c:pt idx="3866">
                  <c:v>12867</c:v>
                </c:pt>
                <c:pt idx="3867">
                  <c:v>12870</c:v>
                </c:pt>
                <c:pt idx="3868">
                  <c:v>12873</c:v>
                </c:pt>
                <c:pt idx="3869">
                  <c:v>12877</c:v>
                </c:pt>
                <c:pt idx="3870">
                  <c:v>12880</c:v>
                </c:pt>
                <c:pt idx="3871">
                  <c:v>12883</c:v>
                </c:pt>
                <c:pt idx="3872">
                  <c:v>12887</c:v>
                </c:pt>
                <c:pt idx="3873">
                  <c:v>12890</c:v>
                </c:pt>
                <c:pt idx="3874">
                  <c:v>12893</c:v>
                </c:pt>
                <c:pt idx="3875">
                  <c:v>12897</c:v>
                </c:pt>
                <c:pt idx="3876">
                  <c:v>12900</c:v>
                </c:pt>
                <c:pt idx="3877">
                  <c:v>12903</c:v>
                </c:pt>
                <c:pt idx="3878">
                  <c:v>12906</c:v>
                </c:pt>
                <c:pt idx="3879">
                  <c:v>12910</c:v>
                </c:pt>
                <c:pt idx="3880">
                  <c:v>12913</c:v>
                </c:pt>
                <c:pt idx="3881">
                  <c:v>12916</c:v>
                </c:pt>
                <c:pt idx="3882">
                  <c:v>12920</c:v>
                </c:pt>
                <c:pt idx="3883">
                  <c:v>12923</c:v>
                </c:pt>
                <c:pt idx="3884">
                  <c:v>12926</c:v>
                </c:pt>
                <c:pt idx="3885">
                  <c:v>12930</c:v>
                </c:pt>
                <c:pt idx="3886">
                  <c:v>12933</c:v>
                </c:pt>
                <c:pt idx="3887">
                  <c:v>12936</c:v>
                </c:pt>
                <c:pt idx="3888">
                  <c:v>12940</c:v>
                </c:pt>
                <c:pt idx="3889">
                  <c:v>12943</c:v>
                </c:pt>
                <c:pt idx="3890">
                  <c:v>12946</c:v>
                </c:pt>
                <c:pt idx="3891">
                  <c:v>12950</c:v>
                </c:pt>
                <c:pt idx="3892">
                  <c:v>12953</c:v>
                </c:pt>
                <c:pt idx="3893">
                  <c:v>12956</c:v>
                </c:pt>
                <c:pt idx="3894">
                  <c:v>12960</c:v>
                </c:pt>
                <c:pt idx="3895">
                  <c:v>12963</c:v>
                </c:pt>
                <c:pt idx="3896">
                  <c:v>12966</c:v>
                </c:pt>
                <c:pt idx="3897">
                  <c:v>12970</c:v>
                </c:pt>
                <c:pt idx="3898">
                  <c:v>12973</c:v>
                </c:pt>
                <c:pt idx="3899">
                  <c:v>12976</c:v>
                </c:pt>
                <c:pt idx="3900">
                  <c:v>12980</c:v>
                </c:pt>
                <c:pt idx="3901">
                  <c:v>12983</c:v>
                </c:pt>
                <c:pt idx="3902">
                  <c:v>12986</c:v>
                </c:pt>
                <c:pt idx="3903">
                  <c:v>12990</c:v>
                </c:pt>
                <c:pt idx="3904">
                  <c:v>12993</c:v>
                </c:pt>
                <c:pt idx="3905">
                  <c:v>12996</c:v>
                </c:pt>
                <c:pt idx="3906">
                  <c:v>13000</c:v>
                </c:pt>
                <c:pt idx="3907">
                  <c:v>13003</c:v>
                </c:pt>
                <c:pt idx="3908">
                  <c:v>13006</c:v>
                </c:pt>
                <c:pt idx="3909">
                  <c:v>13010</c:v>
                </c:pt>
                <c:pt idx="3910">
                  <c:v>13013</c:v>
                </c:pt>
                <c:pt idx="3911">
                  <c:v>13016</c:v>
                </c:pt>
                <c:pt idx="3912">
                  <c:v>13020</c:v>
                </c:pt>
                <c:pt idx="3913">
                  <c:v>13023</c:v>
                </c:pt>
                <c:pt idx="3914">
                  <c:v>13026</c:v>
                </c:pt>
                <c:pt idx="3915">
                  <c:v>13030</c:v>
                </c:pt>
                <c:pt idx="3916">
                  <c:v>13033</c:v>
                </c:pt>
                <c:pt idx="3917">
                  <c:v>13036</c:v>
                </c:pt>
                <c:pt idx="3918">
                  <c:v>13040</c:v>
                </c:pt>
                <c:pt idx="3919">
                  <c:v>13043</c:v>
                </c:pt>
                <c:pt idx="3920">
                  <c:v>13046</c:v>
                </c:pt>
                <c:pt idx="3921">
                  <c:v>13050</c:v>
                </c:pt>
                <c:pt idx="3922">
                  <c:v>13053</c:v>
                </c:pt>
                <c:pt idx="3923">
                  <c:v>13056</c:v>
                </c:pt>
                <c:pt idx="3924">
                  <c:v>13060</c:v>
                </c:pt>
                <c:pt idx="3925">
                  <c:v>13063</c:v>
                </c:pt>
                <c:pt idx="3926">
                  <c:v>13066</c:v>
                </c:pt>
                <c:pt idx="3927">
                  <c:v>13070</c:v>
                </c:pt>
                <c:pt idx="3928">
                  <c:v>13073</c:v>
                </c:pt>
                <c:pt idx="3929">
                  <c:v>13076</c:v>
                </c:pt>
                <c:pt idx="3930">
                  <c:v>13080</c:v>
                </c:pt>
                <c:pt idx="3931">
                  <c:v>13083</c:v>
                </c:pt>
                <c:pt idx="3932">
                  <c:v>13086</c:v>
                </c:pt>
                <c:pt idx="3933">
                  <c:v>13089</c:v>
                </c:pt>
                <c:pt idx="3934">
                  <c:v>13093</c:v>
                </c:pt>
                <c:pt idx="3935">
                  <c:v>13096</c:v>
                </c:pt>
                <c:pt idx="3936">
                  <c:v>13099</c:v>
                </c:pt>
                <c:pt idx="3937">
                  <c:v>13103</c:v>
                </c:pt>
                <c:pt idx="3938">
                  <c:v>13106</c:v>
                </c:pt>
                <c:pt idx="3939">
                  <c:v>13109</c:v>
                </c:pt>
                <c:pt idx="3940">
                  <c:v>13113</c:v>
                </c:pt>
                <c:pt idx="3941">
                  <c:v>13116</c:v>
                </c:pt>
                <c:pt idx="3942">
                  <c:v>13119</c:v>
                </c:pt>
                <c:pt idx="3943">
                  <c:v>13123</c:v>
                </c:pt>
                <c:pt idx="3944">
                  <c:v>13126</c:v>
                </c:pt>
                <c:pt idx="3945">
                  <c:v>13129</c:v>
                </c:pt>
                <c:pt idx="3946">
                  <c:v>13133</c:v>
                </c:pt>
                <c:pt idx="3947">
                  <c:v>13136</c:v>
                </c:pt>
                <c:pt idx="3948">
                  <c:v>13139</c:v>
                </c:pt>
                <c:pt idx="3949">
                  <c:v>13143</c:v>
                </c:pt>
                <c:pt idx="3950">
                  <c:v>13146</c:v>
                </c:pt>
                <c:pt idx="3951">
                  <c:v>13149</c:v>
                </c:pt>
                <c:pt idx="3952">
                  <c:v>13153</c:v>
                </c:pt>
                <c:pt idx="3953">
                  <c:v>13156</c:v>
                </c:pt>
                <c:pt idx="3954">
                  <c:v>13159</c:v>
                </c:pt>
                <c:pt idx="3955">
                  <c:v>13163</c:v>
                </c:pt>
                <c:pt idx="3956">
                  <c:v>13166</c:v>
                </c:pt>
                <c:pt idx="3957">
                  <c:v>13169</c:v>
                </c:pt>
                <c:pt idx="3958">
                  <c:v>13173</c:v>
                </c:pt>
                <c:pt idx="3959">
                  <c:v>13176</c:v>
                </c:pt>
                <c:pt idx="3960">
                  <c:v>13179</c:v>
                </c:pt>
                <c:pt idx="3961">
                  <c:v>13183</c:v>
                </c:pt>
                <c:pt idx="3962">
                  <c:v>13186</c:v>
                </c:pt>
                <c:pt idx="3963">
                  <c:v>13189</c:v>
                </c:pt>
                <c:pt idx="3964">
                  <c:v>13193</c:v>
                </c:pt>
                <c:pt idx="3965">
                  <c:v>13196</c:v>
                </c:pt>
                <c:pt idx="3966">
                  <c:v>13199</c:v>
                </c:pt>
                <c:pt idx="3967">
                  <c:v>13203</c:v>
                </c:pt>
                <c:pt idx="3968">
                  <c:v>13206</c:v>
                </c:pt>
                <c:pt idx="3969">
                  <c:v>13209</c:v>
                </c:pt>
                <c:pt idx="3970">
                  <c:v>13213</c:v>
                </c:pt>
                <c:pt idx="3971">
                  <c:v>13216</c:v>
                </c:pt>
                <c:pt idx="3972">
                  <c:v>13219</c:v>
                </c:pt>
                <c:pt idx="3973">
                  <c:v>13223</c:v>
                </c:pt>
                <c:pt idx="3974">
                  <c:v>13226</c:v>
                </c:pt>
                <c:pt idx="3975">
                  <c:v>13229</c:v>
                </c:pt>
                <c:pt idx="3976">
                  <c:v>13233</c:v>
                </c:pt>
                <c:pt idx="3977">
                  <c:v>13236</c:v>
                </c:pt>
                <c:pt idx="3978">
                  <c:v>13239</c:v>
                </c:pt>
                <c:pt idx="3979">
                  <c:v>13243</c:v>
                </c:pt>
                <c:pt idx="3980">
                  <c:v>13246</c:v>
                </c:pt>
                <c:pt idx="3981">
                  <c:v>13249</c:v>
                </c:pt>
                <c:pt idx="3982">
                  <c:v>13253</c:v>
                </c:pt>
                <c:pt idx="3983">
                  <c:v>13256</c:v>
                </c:pt>
                <c:pt idx="3984">
                  <c:v>13259</c:v>
                </c:pt>
                <c:pt idx="3985">
                  <c:v>13263</c:v>
                </c:pt>
                <c:pt idx="3986">
                  <c:v>13266</c:v>
                </c:pt>
                <c:pt idx="3987">
                  <c:v>13269</c:v>
                </c:pt>
                <c:pt idx="3988">
                  <c:v>13272</c:v>
                </c:pt>
                <c:pt idx="3989">
                  <c:v>13276</c:v>
                </c:pt>
                <c:pt idx="3990">
                  <c:v>13279</c:v>
                </c:pt>
                <c:pt idx="3991">
                  <c:v>13282</c:v>
                </c:pt>
                <c:pt idx="3992">
                  <c:v>13286</c:v>
                </c:pt>
                <c:pt idx="3993">
                  <c:v>13289</c:v>
                </c:pt>
                <c:pt idx="3994">
                  <c:v>13292</c:v>
                </c:pt>
                <c:pt idx="3995">
                  <c:v>13296</c:v>
                </c:pt>
                <c:pt idx="3996">
                  <c:v>13299</c:v>
                </c:pt>
                <c:pt idx="3997">
                  <c:v>13302</c:v>
                </c:pt>
                <c:pt idx="3998">
                  <c:v>13306</c:v>
                </c:pt>
                <c:pt idx="3999">
                  <c:v>13309</c:v>
                </c:pt>
                <c:pt idx="4000">
                  <c:v>13312</c:v>
                </c:pt>
                <c:pt idx="4001">
                  <c:v>13316</c:v>
                </c:pt>
                <c:pt idx="4002">
                  <c:v>13319</c:v>
                </c:pt>
                <c:pt idx="4003">
                  <c:v>13322</c:v>
                </c:pt>
                <c:pt idx="4004">
                  <c:v>13326</c:v>
                </c:pt>
                <c:pt idx="4005">
                  <c:v>13329</c:v>
                </c:pt>
                <c:pt idx="4006">
                  <c:v>13332</c:v>
                </c:pt>
                <c:pt idx="4007">
                  <c:v>13336</c:v>
                </c:pt>
                <c:pt idx="4008">
                  <c:v>13339</c:v>
                </c:pt>
                <c:pt idx="4009">
                  <c:v>13342</c:v>
                </c:pt>
                <c:pt idx="4010">
                  <c:v>13346</c:v>
                </c:pt>
                <c:pt idx="4011">
                  <c:v>13349</c:v>
                </c:pt>
                <c:pt idx="4012">
                  <c:v>13352</c:v>
                </c:pt>
                <c:pt idx="4013">
                  <c:v>13356</c:v>
                </c:pt>
                <c:pt idx="4014">
                  <c:v>13359</c:v>
                </c:pt>
                <c:pt idx="4015">
                  <c:v>13362</c:v>
                </c:pt>
                <c:pt idx="4016">
                  <c:v>13366</c:v>
                </c:pt>
                <c:pt idx="4017">
                  <c:v>13369</c:v>
                </c:pt>
                <c:pt idx="4018">
                  <c:v>13372</c:v>
                </c:pt>
                <c:pt idx="4019">
                  <c:v>13376</c:v>
                </c:pt>
                <c:pt idx="4020">
                  <c:v>13379</c:v>
                </c:pt>
                <c:pt idx="4021">
                  <c:v>13382</c:v>
                </c:pt>
                <c:pt idx="4022">
                  <c:v>13386</c:v>
                </c:pt>
                <c:pt idx="4023">
                  <c:v>13389</c:v>
                </c:pt>
                <c:pt idx="4024">
                  <c:v>13392</c:v>
                </c:pt>
                <c:pt idx="4025">
                  <c:v>13396</c:v>
                </c:pt>
                <c:pt idx="4026">
                  <c:v>13399</c:v>
                </c:pt>
                <c:pt idx="4027">
                  <c:v>13402</c:v>
                </c:pt>
                <c:pt idx="4028">
                  <c:v>13406</c:v>
                </c:pt>
                <c:pt idx="4029">
                  <c:v>13409</c:v>
                </c:pt>
                <c:pt idx="4030">
                  <c:v>13412</c:v>
                </c:pt>
                <c:pt idx="4031">
                  <c:v>13416</c:v>
                </c:pt>
                <c:pt idx="4032">
                  <c:v>13419</c:v>
                </c:pt>
                <c:pt idx="4033">
                  <c:v>13422</c:v>
                </c:pt>
                <c:pt idx="4034">
                  <c:v>13426</c:v>
                </c:pt>
                <c:pt idx="4035">
                  <c:v>13429</c:v>
                </c:pt>
                <c:pt idx="4036">
                  <c:v>13432</c:v>
                </c:pt>
                <c:pt idx="4037">
                  <c:v>13436</c:v>
                </c:pt>
                <c:pt idx="4038">
                  <c:v>13439</c:v>
                </c:pt>
                <c:pt idx="4039">
                  <c:v>13442</c:v>
                </c:pt>
                <c:pt idx="4040">
                  <c:v>13446</c:v>
                </c:pt>
                <c:pt idx="4041">
                  <c:v>13449</c:v>
                </c:pt>
                <c:pt idx="4042">
                  <c:v>13452</c:v>
                </c:pt>
                <c:pt idx="4043">
                  <c:v>13455</c:v>
                </c:pt>
                <c:pt idx="4044">
                  <c:v>13459</c:v>
                </c:pt>
                <c:pt idx="4045">
                  <c:v>13462</c:v>
                </c:pt>
                <c:pt idx="4046">
                  <c:v>13465</c:v>
                </c:pt>
                <c:pt idx="4047">
                  <c:v>13469</c:v>
                </c:pt>
                <c:pt idx="4048">
                  <c:v>13472</c:v>
                </c:pt>
                <c:pt idx="4049">
                  <c:v>13475</c:v>
                </c:pt>
                <c:pt idx="4050">
                  <c:v>13479</c:v>
                </c:pt>
                <c:pt idx="4051">
                  <c:v>13482</c:v>
                </c:pt>
                <c:pt idx="4052">
                  <c:v>13485</c:v>
                </c:pt>
                <c:pt idx="4053">
                  <c:v>13489</c:v>
                </c:pt>
                <c:pt idx="4054">
                  <c:v>13492</c:v>
                </c:pt>
                <c:pt idx="4055">
                  <c:v>13495</c:v>
                </c:pt>
                <c:pt idx="4056">
                  <c:v>13499</c:v>
                </c:pt>
                <c:pt idx="4057">
                  <c:v>13502</c:v>
                </c:pt>
                <c:pt idx="4058">
                  <c:v>13505</c:v>
                </c:pt>
                <c:pt idx="4059">
                  <c:v>13509</c:v>
                </c:pt>
                <c:pt idx="4060">
                  <c:v>13512</c:v>
                </c:pt>
                <c:pt idx="4061">
                  <c:v>13515</c:v>
                </c:pt>
                <c:pt idx="4062">
                  <c:v>13519</c:v>
                </c:pt>
                <c:pt idx="4063">
                  <c:v>13522</c:v>
                </c:pt>
                <c:pt idx="4064">
                  <c:v>13525</c:v>
                </c:pt>
                <c:pt idx="4065">
                  <c:v>13529</c:v>
                </c:pt>
                <c:pt idx="4066">
                  <c:v>13532</c:v>
                </c:pt>
                <c:pt idx="4067">
                  <c:v>13535</c:v>
                </c:pt>
                <c:pt idx="4068">
                  <c:v>13539</c:v>
                </c:pt>
                <c:pt idx="4069">
                  <c:v>13542</c:v>
                </c:pt>
                <c:pt idx="4070">
                  <c:v>13545</c:v>
                </c:pt>
                <c:pt idx="4071">
                  <c:v>13549</c:v>
                </c:pt>
                <c:pt idx="4072">
                  <c:v>13552</c:v>
                </c:pt>
                <c:pt idx="4073">
                  <c:v>13555</c:v>
                </c:pt>
                <c:pt idx="4074">
                  <c:v>13559</c:v>
                </c:pt>
                <c:pt idx="4075">
                  <c:v>13562</c:v>
                </c:pt>
                <c:pt idx="4076">
                  <c:v>13565</c:v>
                </c:pt>
                <c:pt idx="4077">
                  <c:v>13569</c:v>
                </c:pt>
                <c:pt idx="4078">
                  <c:v>13572</c:v>
                </c:pt>
                <c:pt idx="4079">
                  <c:v>13575</c:v>
                </c:pt>
                <c:pt idx="4080">
                  <c:v>13579</c:v>
                </c:pt>
                <c:pt idx="4081">
                  <c:v>13582</c:v>
                </c:pt>
                <c:pt idx="4082">
                  <c:v>13585</c:v>
                </c:pt>
                <c:pt idx="4083">
                  <c:v>13589</c:v>
                </c:pt>
                <c:pt idx="4084">
                  <c:v>13592</c:v>
                </c:pt>
                <c:pt idx="4085">
                  <c:v>13595</c:v>
                </c:pt>
                <c:pt idx="4086">
                  <c:v>13599</c:v>
                </c:pt>
                <c:pt idx="4087">
                  <c:v>13602</c:v>
                </c:pt>
                <c:pt idx="4088">
                  <c:v>13605</c:v>
                </c:pt>
                <c:pt idx="4089">
                  <c:v>13609</c:v>
                </c:pt>
                <c:pt idx="4090">
                  <c:v>13612</c:v>
                </c:pt>
                <c:pt idx="4091">
                  <c:v>13615</c:v>
                </c:pt>
                <c:pt idx="4092">
                  <c:v>13619</c:v>
                </c:pt>
                <c:pt idx="4093">
                  <c:v>13622</c:v>
                </c:pt>
                <c:pt idx="4094">
                  <c:v>13625</c:v>
                </c:pt>
                <c:pt idx="4095">
                  <c:v>13629</c:v>
                </c:pt>
                <c:pt idx="4096">
                  <c:v>13632</c:v>
                </c:pt>
                <c:pt idx="4097">
                  <c:v>13635</c:v>
                </c:pt>
                <c:pt idx="4098">
                  <c:v>13638</c:v>
                </c:pt>
                <c:pt idx="4099">
                  <c:v>13642</c:v>
                </c:pt>
                <c:pt idx="4100">
                  <c:v>13645</c:v>
                </c:pt>
                <c:pt idx="4101">
                  <c:v>13648</c:v>
                </c:pt>
                <c:pt idx="4102">
                  <c:v>13652</c:v>
                </c:pt>
                <c:pt idx="4103">
                  <c:v>13655</c:v>
                </c:pt>
                <c:pt idx="4104">
                  <c:v>13658</c:v>
                </c:pt>
                <c:pt idx="4105">
                  <c:v>13662</c:v>
                </c:pt>
                <c:pt idx="4106">
                  <c:v>13665</c:v>
                </c:pt>
                <c:pt idx="4107">
                  <c:v>13668</c:v>
                </c:pt>
                <c:pt idx="4108">
                  <c:v>13672</c:v>
                </c:pt>
                <c:pt idx="4109">
                  <c:v>13675</c:v>
                </c:pt>
                <c:pt idx="4110">
                  <c:v>13678</c:v>
                </c:pt>
                <c:pt idx="4111">
                  <c:v>13682</c:v>
                </c:pt>
                <c:pt idx="4112">
                  <c:v>13685</c:v>
                </c:pt>
                <c:pt idx="4113">
                  <c:v>13688</c:v>
                </c:pt>
                <c:pt idx="4114">
                  <c:v>13692</c:v>
                </c:pt>
                <c:pt idx="4115">
                  <c:v>13695</c:v>
                </c:pt>
                <c:pt idx="4116">
                  <c:v>13698</c:v>
                </c:pt>
                <c:pt idx="4117">
                  <c:v>13702</c:v>
                </c:pt>
                <c:pt idx="4118">
                  <c:v>13705</c:v>
                </c:pt>
                <c:pt idx="4119">
                  <c:v>13708</c:v>
                </c:pt>
                <c:pt idx="4120">
                  <c:v>13712</c:v>
                </c:pt>
                <c:pt idx="4121">
                  <c:v>13715</c:v>
                </c:pt>
                <c:pt idx="4122">
                  <c:v>13718</c:v>
                </c:pt>
                <c:pt idx="4123">
                  <c:v>13722</c:v>
                </c:pt>
                <c:pt idx="4124">
                  <c:v>13725</c:v>
                </c:pt>
                <c:pt idx="4125">
                  <c:v>13728</c:v>
                </c:pt>
                <c:pt idx="4126">
                  <c:v>13732</c:v>
                </c:pt>
                <c:pt idx="4127">
                  <c:v>13735</c:v>
                </c:pt>
                <c:pt idx="4128">
                  <c:v>13738</c:v>
                </c:pt>
                <c:pt idx="4129">
                  <c:v>13742</c:v>
                </c:pt>
                <c:pt idx="4130">
                  <c:v>13745</c:v>
                </c:pt>
                <c:pt idx="4131">
                  <c:v>13748</c:v>
                </c:pt>
                <c:pt idx="4132">
                  <c:v>13752</c:v>
                </c:pt>
                <c:pt idx="4133">
                  <c:v>13755</c:v>
                </c:pt>
                <c:pt idx="4134">
                  <c:v>13758</c:v>
                </c:pt>
                <c:pt idx="4135">
                  <c:v>13762</c:v>
                </c:pt>
                <c:pt idx="4136">
                  <c:v>13765</c:v>
                </c:pt>
                <c:pt idx="4137">
                  <c:v>13768</c:v>
                </c:pt>
                <c:pt idx="4138">
                  <c:v>13772</c:v>
                </c:pt>
                <c:pt idx="4139">
                  <c:v>13775</c:v>
                </c:pt>
                <c:pt idx="4140">
                  <c:v>13778</c:v>
                </c:pt>
                <c:pt idx="4141">
                  <c:v>13782</c:v>
                </c:pt>
                <c:pt idx="4142">
                  <c:v>13785</c:v>
                </c:pt>
                <c:pt idx="4143">
                  <c:v>13788</c:v>
                </c:pt>
                <c:pt idx="4144">
                  <c:v>13792</c:v>
                </c:pt>
                <c:pt idx="4145">
                  <c:v>13795</c:v>
                </c:pt>
                <c:pt idx="4146">
                  <c:v>13798</c:v>
                </c:pt>
                <c:pt idx="4147">
                  <c:v>13802</c:v>
                </c:pt>
                <c:pt idx="4148">
                  <c:v>13805</c:v>
                </c:pt>
                <c:pt idx="4149">
                  <c:v>13808</c:v>
                </c:pt>
                <c:pt idx="4150">
                  <c:v>13812</c:v>
                </c:pt>
                <c:pt idx="4151">
                  <c:v>13815</c:v>
                </c:pt>
                <c:pt idx="4152">
                  <c:v>13818</c:v>
                </c:pt>
                <c:pt idx="4153">
                  <c:v>13821</c:v>
                </c:pt>
                <c:pt idx="4154">
                  <c:v>13825</c:v>
                </c:pt>
                <c:pt idx="4155">
                  <c:v>13828</c:v>
                </c:pt>
                <c:pt idx="4156">
                  <c:v>13831</c:v>
                </c:pt>
                <c:pt idx="4157">
                  <c:v>13835</c:v>
                </c:pt>
                <c:pt idx="4158">
                  <c:v>13838</c:v>
                </c:pt>
                <c:pt idx="4159">
                  <c:v>13841</c:v>
                </c:pt>
                <c:pt idx="4160">
                  <c:v>13845</c:v>
                </c:pt>
                <c:pt idx="4161">
                  <c:v>13848</c:v>
                </c:pt>
                <c:pt idx="4162">
                  <c:v>13851</c:v>
                </c:pt>
                <c:pt idx="4163">
                  <c:v>13855</c:v>
                </c:pt>
                <c:pt idx="4164">
                  <c:v>13858</c:v>
                </c:pt>
                <c:pt idx="4165">
                  <c:v>13861</c:v>
                </c:pt>
                <c:pt idx="4166">
                  <c:v>13865</c:v>
                </c:pt>
                <c:pt idx="4167">
                  <c:v>13868</c:v>
                </c:pt>
                <c:pt idx="4168">
                  <c:v>13871</c:v>
                </c:pt>
                <c:pt idx="4169">
                  <c:v>13875</c:v>
                </c:pt>
                <c:pt idx="4170">
                  <c:v>13878</c:v>
                </c:pt>
                <c:pt idx="4171">
                  <c:v>13881</c:v>
                </c:pt>
                <c:pt idx="4172">
                  <c:v>13885</c:v>
                </c:pt>
                <c:pt idx="4173">
                  <c:v>13888</c:v>
                </c:pt>
                <c:pt idx="4174">
                  <c:v>13891</c:v>
                </c:pt>
                <c:pt idx="4175">
                  <c:v>13895</c:v>
                </c:pt>
                <c:pt idx="4176">
                  <c:v>13898</c:v>
                </c:pt>
                <c:pt idx="4177">
                  <c:v>13901</c:v>
                </c:pt>
                <c:pt idx="4178">
                  <c:v>13905</c:v>
                </c:pt>
                <c:pt idx="4179">
                  <c:v>13908</c:v>
                </c:pt>
                <c:pt idx="4180">
                  <c:v>13911</c:v>
                </c:pt>
                <c:pt idx="4181">
                  <c:v>13915</c:v>
                </c:pt>
                <c:pt idx="4182">
                  <c:v>13918</c:v>
                </c:pt>
                <c:pt idx="4183">
                  <c:v>13921</c:v>
                </c:pt>
                <c:pt idx="4184">
                  <c:v>13925</c:v>
                </c:pt>
                <c:pt idx="4185">
                  <c:v>13928</c:v>
                </c:pt>
                <c:pt idx="4186">
                  <c:v>13931</c:v>
                </c:pt>
                <c:pt idx="4187">
                  <c:v>13935</c:v>
                </c:pt>
                <c:pt idx="4188">
                  <c:v>13938</c:v>
                </c:pt>
                <c:pt idx="4189">
                  <c:v>13941</c:v>
                </c:pt>
                <c:pt idx="4190">
                  <c:v>13945</c:v>
                </c:pt>
                <c:pt idx="4191">
                  <c:v>13948</c:v>
                </c:pt>
                <c:pt idx="4192">
                  <c:v>13951</c:v>
                </c:pt>
                <c:pt idx="4193">
                  <c:v>13955</c:v>
                </c:pt>
                <c:pt idx="4194">
                  <c:v>13958</c:v>
                </c:pt>
                <c:pt idx="4195">
                  <c:v>13961</c:v>
                </c:pt>
                <c:pt idx="4196">
                  <c:v>13965</c:v>
                </c:pt>
                <c:pt idx="4197">
                  <c:v>13968</c:v>
                </c:pt>
                <c:pt idx="4198">
                  <c:v>13971</c:v>
                </c:pt>
                <c:pt idx="4199">
                  <c:v>13975</c:v>
                </c:pt>
                <c:pt idx="4200">
                  <c:v>13978</c:v>
                </c:pt>
                <c:pt idx="4201">
                  <c:v>13981</c:v>
                </c:pt>
                <c:pt idx="4202">
                  <c:v>13985</c:v>
                </c:pt>
                <c:pt idx="4203">
                  <c:v>13988</c:v>
                </c:pt>
                <c:pt idx="4204">
                  <c:v>13991</c:v>
                </c:pt>
                <c:pt idx="4205">
                  <c:v>13995</c:v>
                </c:pt>
                <c:pt idx="4206">
                  <c:v>13998</c:v>
                </c:pt>
                <c:pt idx="4207">
                  <c:v>14001</c:v>
                </c:pt>
                <c:pt idx="4208">
                  <c:v>14004</c:v>
                </c:pt>
                <c:pt idx="4209">
                  <c:v>14008</c:v>
                </c:pt>
                <c:pt idx="4210">
                  <c:v>14011</c:v>
                </c:pt>
                <c:pt idx="4211">
                  <c:v>14014</c:v>
                </c:pt>
                <c:pt idx="4212">
                  <c:v>14018</c:v>
                </c:pt>
                <c:pt idx="4213">
                  <c:v>14021</c:v>
                </c:pt>
                <c:pt idx="4214">
                  <c:v>14024</c:v>
                </c:pt>
                <c:pt idx="4215">
                  <c:v>14028</c:v>
                </c:pt>
                <c:pt idx="4216">
                  <c:v>14031</c:v>
                </c:pt>
                <c:pt idx="4217">
                  <c:v>14034</c:v>
                </c:pt>
                <c:pt idx="4218">
                  <c:v>14038</c:v>
                </c:pt>
                <c:pt idx="4219">
                  <c:v>14041</c:v>
                </c:pt>
                <c:pt idx="4220">
                  <c:v>14044</c:v>
                </c:pt>
                <c:pt idx="4221">
                  <c:v>14048</c:v>
                </c:pt>
                <c:pt idx="4222">
                  <c:v>14051</c:v>
                </c:pt>
                <c:pt idx="4223">
                  <c:v>14054</c:v>
                </c:pt>
                <c:pt idx="4224">
                  <c:v>14058</c:v>
                </c:pt>
                <c:pt idx="4225">
                  <c:v>14061</c:v>
                </c:pt>
                <c:pt idx="4226">
                  <c:v>14064</c:v>
                </c:pt>
                <c:pt idx="4227">
                  <c:v>14068</c:v>
                </c:pt>
                <c:pt idx="4228">
                  <c:v>14071</c:v>
                </c:pt>
                <c:pt idx="4229">
                  <c:v>14074</c:v>
                </c:pt>
                <c:pt idx="4230">
                  <c:v>14078</c:v>
                </c:pt>
                <c:pt idx="4231">
                  <c:v>14081</c:v>
                </c:pt>
                <c:pt idx="4232">
                  <c:v>14084</c:v>
                </c:pt>
                <c:pt idx="4233">
                  <c:v>14088</c:v>
                </c:pt>
                <c:pt idx="4234">
                  <c:v>14091</c:v>
                </c:pt>
                <c:pt idx="4235">
                  <c:v>14094</c:v>
                </c:pt>
                <c:pt idx="4236">
                  <c:v>14098</c:v>
                </c:pt>
                <c:pt idx="4237">
                  <c:v>14101</c:v>
                </c:pt>
                <c:pt idx="4238">
                  <c:v>14104</c:v>
                </c:pt>
                <c:pt idx="4239">
                  <c:v>14108</c:v>
                </c:pt>
                <c:pt idx="4240">
                  <c:v>14111</c:v>
                </c:pt>
                <c:pt idx="4241">
                  <c:v>14114</c:v>
                </c:pt>
                <c:pt idx="4242">
                  <c:v>14118</c:v>
                </c:pt>
                <c:pt idx="4243">
                  <c:v>14121</c:v>
                </c:pt>
                <c:pt idx="4244">
                  <c:v>14124</c:v>
                </c:pt>
                <c:pt idx="4245">
                  <c:v>14128</c:v>
                </c:pt>
                <c:pt idx="4246">
                  <c:v>14131</c:v>
                </c:pt>
                <c:pt idx="4247">
                  <c:v>14134</c:v>
                </c:pt>
                <c:pt idx="4248">
                  <c:v>14138</c:v>
                </c:pt>
                <c:pt idx="4249">
                  <c:v>14141</c:v>
                </c:pt>
                <c:pt idx="4250">
                  <c:v>14144</c:v>
                </c:pt>
                <c:pt idx="4251">
                  <c:v>14148</c:v>
                </c:pt>
                <c:pt idx="4252">
                  <c:v>14151</c:v>
                </c:pt>
                <c:pt idx="4253">
                  <c:v>14154</c:v>
                </c:pt>
                <c:pt idx="4254">
                  <c:v>14158</c:v>
                </c:pt>
                <c:pt idx="4255">
                  <c:v>14161</c:v>
                </c:pt>
                <c:pt idx="4256">
                  <c:v>14164</c:v>
                </c:pt>
                <c:pt idx="4257">
                  <c:v>14168</c:v>
                </c:pt>
                <c:pt idx="4258">
                  <c:v>14171</c:v>
                </c:pt>
                <c:pt idx="4259">
                  <c:v>14174</c:v>
                </c:pt>
                <c:pt idx="4260">
                  <c:v>14178</c:v>
                </c:pt>
                <c:pt idx="4261">
                  <c:v>14181</c:v>
                </c:pt>
                <c:pt idx="4262">
                  <c:v>14184</c:v>
                </c:pt>
                <c:pt idx="4263">
                  <c:v>14187</c:v>
                </c:pt>
                <c:pt idx="4264">
                  <c:v>14191</c:v>
                </c:pt>
                <c:pt idx="4265">
                  <c:v>14194</c:v>
                </c:pt>
                <c:pt idx="4266">
                  <c:v>14197</c:v>
                </c:pt>
                <c:pt idx="4267">
                  <c:v>14201</c:v>
                </c:pt>
                <c:pt idx="4268">
                  <c:v>14204</c:v>
                </c:pt>
                <c:pt idx="4269">
                  <c:v>14207</c:v>
                </c:pt>
                <c:pt idx="4270">
                  <c:v>14211</c:v>
                </c:pt>
                <c:pt idx="4271">
                  <c:v>14214</c:v>
                </c:pt>
                <c:pt idx="4272">
                  <c:v>14217</c:v>
                </c:pt>
                <c:pt idx="4273">
                  <c:v>14221</c:v>
                </c:pt>
                <c:pt idx="4274">
                  <c:v>14224</c:v>
                </c:pt>
                <c:pt idx="4275">
                  <c:v>14227</c:v>
                </c:pt>
                <c:pt idx="4276">
                  <c:v>14231</c:v>
                </c:pt>
                <c:pt idx="4277">
                  <c:v>14234</c:v>
                </c:pt>
                <c:pt idx="4278">
                  <c:v>14237</c:v>
                </c:pt>
                <c:pt idx="4279">
                  <c:v>14241</c:v>
                </c:pt>
                <c:pt idx="4280">
                  <c:v>14244</c:v>
                </c:pt>
                <c:pt idx="4281">
                  <c:v>14247</c:v>
                </c:pt>
                <c:pt idx="4282">
                  <c:v>14251</c:v>
                </c:pt>
                <c:pt idx="4283">
                  <c:v>14254</c:v>
                </c:pt>
                <c:pt idx="4284">
                  <c:v>14257</c:v>
                </c:pt>
                <c:pt idx="4285">
                  <c:v>14261</c:v>
                </c:pt>
                <c:pt idx="4286">
                  <c:v>14264</c:v>
                </c:pt>
                <c:pt idx="4287">
                  <c:v>14267</c:v>
                </c:pt>
                <c:pt idx="4288">
                  <c:v>14271</c:v>
                </c:pt>
                <c:pt idx="4289">
                  <c:v>14274</c:v>
                </c:pt>
                <c:pt idx="4290">
                  <c:v>14277</c:v>
                </c:pt>
                <c:pt idx="4291">
                  <c:v>14281</c:v>
                </c:pt>
                <c:pt idx="4292">
                  <c:v>14284</c:v>
                </c:pt>
                <c:pt idx="4293">
                  <c:v>14287</c:v>
                </c:pt>
                <c:pt idx="4294">
                  <c:v>14291</c:v>
                </c:pt>
                <c:pt idx="4295">
                  <c:v>14294</c:v>
                </c:pt>
                <c:pt idx="4296">
                  <c:v>14297</c:v>
                </c:pt>
                <c:pt idx="4297">
                  <c:v>14301</c:v>
                </c:pt>
                <c:pt idx="4298">
                  <c:v>14304</c:v>
                </c:pt>
                <c:pt idx="4299">
                  <c:v>14307</c:v>
                </c:pt>
                <c:pt idx="4300">
                  <c:v>14311</c:v>
                </c:pt>
                <c:pt idx="4301">
                  <c:v>14314</c:v>
                </c:pt>
                <c:pt idx="4302">
                  <c:v>14317</c:v>
                </c:pt>
                <c:pt idx="4303">
                  <c:v>14321</c:v>
                </c:pt>
                <c:pt idx="4304">
                  <c:v>14324</c:v>
                </c:pt>
                <c:pt idx="4305">
                  <c:v>14327</c:v>
                </c:pt>
                <c:pt idx="4306">
                  <c:v>14331</c:v>
                </c:pt>
                <c:pt idx="4307">
                  <c:v>14334</c:v>
                </c:pt>
                <c:pt idx="4308">
                  <c:v>14337</c:v>
                </c:pt>
                <c:pt idx="4309">
                  <c:v>14341</c:v>
                </c:pt>
                <c:pt idx="4310">
                  <c:v>14344</c:v>
                </c:pt>
                <c:pt idx="4311">
                  <c:v>14347</c:v>
                </c:pt>
                <c:pt idx="4312">
                  <c:v>14351</c:v>
                </c:pt>
                <c:pt idx="4313">
                  <c:v>14354</c:v>
                </c:pt>
                <c:pt idx="4314">
                  <c:v>14357</c:v>
                </c:pt>
                <c:pt idx="4315">
                  <c:v>14361</c:v>
                </c:pt>
                <c:pt idx="4316">
                  <c:v>14364</c:v>
                </c:pt>
                <c:pt idx="4317">
                  <c:v>14367</c:v>
                </c:pt>
                <c:pt idx="4318">
                  <c:v>14370</c:v>
                </c:pt>
                <c:pt idx="4319">
                  <c:v>14374</c:v>
                </c:pt>
                <c:pt idx="4320">
                  <c:v>14377</c:v>
                </c:pt>
                <c:pt idx="4321">
                  <c:v>14380</c:v>
                </c:pt>
                <c:pt idx="4322">
                  <c:v>14384</c:v>
                </c:pt>
                <c:pt idx="4323">
                  <c:v>14387</c:v>
                </c:pt>
                <c:pt idx="4324">
                  <c:v>14390</c:v>
                </c:pt>
                <c:pt idx="4325">
                  <c:v>14394</c:v>
                </c:pt>
                <c:pt idx="4326">
                  <c:v>14397</c:v>
                </c:pt>
                <c:pt idx="4327">
                  <c:v>14400</c:v>
                </c:pt>
                <c:pt idx="4328">
                  <c:v>14404</c:v>
                </c:pt>
                <c:pt idx="4329">
                  <c:v>14407</c:v>
                </c:pt>
                <c:pt idx="4330">
                  <c:v>14410</c:v>
                </c:pt>
                <c:pt idx="4331">
                  <c:v>14414</c:v>
                </c:pt>
                <c:pt idx="4332">
                  <c:v>14417</c:v>
                </c:pt>
                <c:pt idx="4333">
                  <c:v>14420</c:v>
                </c:pt>
                <c:pt idx="4334">
                  <c:v>14424</c:v>
                </c:pt>
                <c:pt idx="4335">
                  <c:v>14427</c:v>
                </c:pt>
                <c:pt idx="4336">
                  <c:v>14430</c:v>
                </c:pt>
                <c:pt idx="4337">
                  <c:v>14434</c:v>
                </c:pt>
                <c:pt idx="4338">
                  <c:v>14437</c:v>
                </c:pt>
                <c:pt idx="4339">
                  <c:v>14440</c:v>
                </c:pt>
                <c:pt idx="4340">
                  <c:v>14444</c:v>
                </c:pt>
                <c:pt idx="4341">
                  <c:v>14447</c:v>
                </c:pt>
                <c:pt idx="4342">
                  <c:v>14450</c:v>
                </c:pt>
                <c:pt idx="4343">
                  <c:v>14454</c:v>
                </c:pt>
                <c:pt idx="4344">
                  <c:v>14457</c:v>
                </c:pt>
                <c:pt idx="4345">
                  <c:v>14460</c:v>
                </c:pt>
                <c:pt idx="4346">
                  <c:v>14464</c:v>
                </c:pt>
                <c:pt idx="4347">
                  <c:v>14467</c:v>
                </c:pt>
                <c:pt idx="4348">
                  <c:v>14470</c:v>
                </c:pt>
                <c:pt idx="4349">
                  <c:v>14474</c:v>
                </c:pt>
                <c:pt idx="4350">
                  <c:v>14477</c:v>
                </c:pt>
                <c:pt idx="4351">
                  <c:v>14480</c:v>
                </c:pt>
                <c:pt idx="4352">
                  <c:v>14484</c:v>
                </c:pt>
                <c:pt idx="4353">
                  <c:v>14487</c:v>
                </c:pt>
                <c:pt idx="4354">
                  <c:v>14490</c:v>
                </c:pt>
                <c:pt idx="4355">
                  <c:v>14494</c:v>
                </c:pt>
                <c:pt idx="4356">
                  <c:v>14497</c:v>
                </c:pt>
                <c:pt idx="4357">
                  <c:v>14500</c:v>
                </c:pt>
                <c:pt idx="4358">
                  <c:v>14504</c:v>
                </c:pt>
                <c:pt idx="4359">
                  <c:v>14507</c:v>
                </c:pt>
                <c:pt idx="4360">
                  <c:v>14510</c:v>
                </c:pt>
                <c:pt idx="4361">
                  <c:v>14514</c:v>
                </c:pt>
                <c:pt idx="4362">
                  <c:v>14517</c:v>
                </c:pt>
                <c:pt idx="4363">
                  <c:v>14520</c:v>
                </c:pt>
                <c:pt idx="4364">
                  <c:v>14524</c:v>
                </c:pt>
                <c:pt idx="4365">
                  <c:v>14527</c:v>
                </c:pt>
                <c:pt idx="4366">
                  <c:v>14530</c:v>
                </c:pt>
                <c:pt idx="4367">
                  <c:v>14534</c:v>
                </c:pt>
                <c:pt idx="4368">
                  <c:v>14537</c:v>
                </c:pt>
                <c:pt idx="4369">
                  <c:v>14540</c:v>
                </c:pt>
                <c:pt idx="4370">
                  <c:v>14544</c:v>
                </c:pt>
                <c:pt idx="4371">
                  <c:v>14547</c:v>
                </c:pt>
                <c:pt idx="4372">
                  <c:v>14550</c:v>
                </c:pt>
                <c:pt idx="4373">
                  <c:v>14553</c:v>
                </c:pt>
                <c:pt idx="4374">
                  <c:v>14557</c:v>
                </c:pt>
                <c:pt idx="4375">
                  <c:v>14560</c:v>
                </c:pt>
                <c:pt idx="4376">
                  <c:v>14563</c:v>
                </c:pt>
                <c:pt idx="4377">
                  <c:v>14567</c:v>
                </c:pt>
                <c:pt idx="4378">
                  <c:v>14570</c:v>
                </c:pt>
                <c:pt idx="4379">
                  <c:v>14573</c:v>
                </c:pt>
                <c:pt idx="4380">
                  <c:v>14577</c:v>
                </c:pt>
                <c:pt idx="4381">
                  <c:v>14580</c:v>
                </c:pt>
                <c:pt idx="4382">
                  <c:v>14583</c:v>
                </c:pt>
                <c:pt idx="4383">
                  <c:v>14587</c:v>
                </c:pt>
                <c:pt idx="4384">
                  <c:v>14590</c:v>
                </c:pt>
                <c:pt idx="4385">
                  <c:v>14593</c:v>
                </c:pt>
                <c:pt idx="4386">
                  <c:v>14597</c:v>
                </c:pt>
                <c:pt idx="4387">
                  <c:v>14600</c:v>
                </c:pt>
                <c:pt idx="4388">
                  <c:v>14603</c:v>
                </c:pt>
                <c:pt idx="4389">
                  <c:v>14607</c:v>
                </c:pt>
                <c:pt idx="4390">
                  <c:v>14610</c:v>
                </c:pt>
                <c:pt idx="4391">
                  <c:v>14613</c:v>
                </c:pt>
                <c:pt idx="4392">
                  <c:v>14617</c:v>
                </c:pt>
                <c:pt idx="4393">
                  <c:v>14620</c:v>
                </c:pt>
                <c:pt idx="4394">
                  <c:v>14623</c:v>
                </c:pt>
                <c:pt idx="4395">
                  <c:v>14627</c:v>
                </c:pt>
                <c:pt idx="4396">
                  <c:v>14630</c:v>
                </c:pt>
                <c:pt idx="4397">
                  <c:v>14633</c:v>
                </c:pt>
                <c:pt idx="4398">
                  <c:v>14637</c:v>
                </c:pt>
                <c:pt idx="4399">
                  <c:v>14640</c:v>
                </c:pt>
                <c:pt idx="4400">
                  <c:v>14643</c:v>
                </c:pt>
                <c:pt idx="4401">
                  <c:v>14647</c:v>
                </c:pt>
                <c:pt idx="4402">
                  <c:v>14650</c:v>
                </c:pt>
                <c:pt idx="4403">
                  <c:v>14653</c:v>
                </c:pt>
                <c:pt idx="4404">
                  <c:v>14657</c:v>
                </c:pt>
                <c:pt idx="4405">
                  <c:v>14660</c:v>
                </c:pt>
                <c:pt idx="4406">
                  <c:v>14663</c:v>
                </c:pt>
                <c:pt idx="4407">
                  <c:v>14667</c:v>
                </c:pt>
                <c:pt idx="4408">
                  <c:v>14670</c:v>
                </c:pt>
                <c:pt idx="4409">
                  <c:v>14673</c:v>
                </c:pt>
                <c:pt idx="4410">
                  <c:v>14677</c:v>
                </c:pt>
                <c:pt idx="4411">
                  <c:v>14680</c:v>
                </c:pt>
                <c:pt idx="4412">
                  <c:v>14683</c:v>
                </c:pt>
                <c:pt idx="4413">
                  <c:v>14687</c:v>
                </c:pt>
                <c:pt idx="4414">
                  <c:v>14690</c:v>
                </c:pt>
                <c:pt idx="4415">
                  <c:v>14693</c:v>
                </c:pt>
                <c:pt idx="4416">
                  <c:v>14697</c:v>
                </c:pt>
                <c:pt idx="4417">
                  <c:v>14700</c:v>
                </c:pt>
                <c:pt idx="4418">
                  <c:v>14703</c:v>
                </c:pt>
                <c:pt idx="4419">
                  <c:v>14707</c:v>
                </c:pt>
                <c:pt idx="4420">
                  <c:v>14710</c:v>
                </c:pt>
                <c:pt idx="4421">
                  <c:v>14713</c:v>
                </c:pt>
                <c:pt idx="4422">
                  <c:v>14717</c:v>
                </c:pt>
                <c:pt idx="4423">
                  <c:v>14720</c:v>
                </c:pt>
                <c:pt idx="4424">
                  <c:v>14723</c:v>
                </c:pt>
                <c:pt idx="4425">
                  <c:v>14727</c:v>
                </c:pt>
                <c:pt idx="4426">
                  <c:v>14730</c:v>
                </c:pt>
                <c:pt idx="4427">
                  <c:v>14733</c:v>
                </c:pt>
                <c:pt idx="4428">
                  <c:v>14736</c:v>
                </c:pt>
                <c:pt idx="4429">
                  <c:v>14740</c:v>
                </c:pt>
                <c:pt idx="4430">
                  <c:v>14743</c:v>
                </c:pt>
                <c:pt idx="4431">
                  <c:v>14746</c:v>
                </c:pt>
                <c:pt idx="4432">
                  <c:v>14750</c:v>
                </c:pt>
                <c:pt idx="4433">
                  <c:v>14753</c:v>
                </c:pt>
                <c:pt idx="4434">
                  <c:v>14756</c:v>
                </c:pt>
                <c:pt idx="4435">
                  <c:v>14760</c:v>
                </c:pt>
                <c:pt idx="4436">
                  <c:v>14763</c:v>
                </c:pt>
                <c:pt idx="4437">
                  <c:v>14766</c:v>
                </c:pt>
                <c:pt idx="4438">
                  <c:v>14770</c:v>
                </c:pt>
                <c:pt idx="4439">
                  <c:v>14773</c:v>
                </c:pt>
                <c:pt idx="4440">
                  <c:v>14776</c:v>
                </c:pt>
                <c:pt idx="4441">
                  <c:v>14780</c:v>
                </c:pt>
                <c:pt idx="4442">
                  <c:v>14783</c:v>
                </c:pt>
                <c:pt idx="4443">
                  <c:v>14786</c:v>
                </c:pt>
                <c:pt idx="4444">
                  <c:v>14790</c:v>
                </c:pt>
                <c:pt idx="4445">
                  <c:v>14793</c:v>
                </c:pt>
                <c:pt idx="4446">
                  <c:v>14796</c:v>
                </c:pt>
                <c:pt idx="4447">
                  <c:v>14800</c:v>
                </c:pt>
                <c:pt idx="4448">
                  <c:v>14803</c:v>
                </c:pt>
                <c:pt idx="4449">
                  <c:v>14806</c:v>
                </c:pt>
                <c:pt idx="4450">
                  <c:v>14810</c:v>
                </c:pt>
                <c:pt idx="4451">
                  <c:v>14813</c:v>
                </c:pt>
                <c:pt idx="4452">
                  <c:v>14816</c:v>
                </c:pt>
                <c:pt idx="4453">
                  <c:v>14820</c:v>
                </c:pt>
                <c:pt idx="4454">
                  <c:v>14823</c:v>
                </c:pt>
                <c:pt idx="4455">
                  <c:v>14826</c:v>
                </c:pt>
                <c:pt idx="4456">
                  <c:v>14830</c:v>
                </c:pt>
                <c:pt idx="4457">
                  <c:v>14833</c:v>
                </c:pt>
                <c:pt idx="4458">
                  <c:v>14836</c:v>
                </c:pt>
                <c:pt idx="4459">
                  <c:v>14840</c:v>
                </c:pt>
                <c:pt idx="4460">
                  <c:v>14843</c:v>
                </c:pt>
                <c:pt idx="4461">
                  <c:v>14846</c:v>
                </c:pt>
                <c:pt idx="4462">
                  <c:v>14850</c:v>
                </c:pt>
                <c:pt idx="4463">
                  <c:v>14853</c:v>
                </c:pt>
                <c:pt idx="4464">
                  <c:v>14856</c:v>
                </c:pt>
                <c:pt idx="4465">
                  <c:v>14860</c:v>
                </c:pt>
                <c:pt idx="4466">
                  <c:v>14863</c:v>
                </c:pt>
                <c:pt idx="4467">
                  <c:v>14866</c:v>
                </c:pt>
                <c:pt idx="4468">
                  <c:v>14870</c:v>
                </c:pt>
                <c:pt idx="4469">
                  <c:v>14873</c:v>
                </c:pt>
                <c:pt idx="4470">
                  <c:v>14876</c:v>
                </c:pt>
                <c:pt idx="4471">
                  <c:v>14880</c:v>
                </c:pt>
                <c:pt idx="4472">
                  <c:v>14883</c:v>
                </c:pt>
                <c:pt idx="4473">
                  <c:v>14886</c:v>
                </c:pt>
                <c:pt idx="4474">
                  <c:v>14890</c:v>
                </c:pt>
                <c:pt idx="4475">
                  <c:v>14893</c:v>
                </c:pt>
                <c:pt idx="4476">
                  <c:v>14896</c:v>
                </c:pt>
                <c:pt idx="4477">
                  <c:v>14900</c:v>
                </c:pt>
                <c:pt idx="4478">
                  <c:v>14903</c:v>
                </c:pt>
                <c:pt idx="4479">
                  <c:v>14906</c:v>
                </c:pt>
                <c:pt idx="4480">
                  <c:v>14910</c:v>
                </c:pt>
                <c:pt idx="4481">
                  <c:v>14913</c:v>
                </c:pt>
                <c:pt idx="4482">
                  <c:v>14916</c:v>
                </c:pt>
                <c:pt idx="4483">
                  <c:v>14919</c:v>
                </c:pt>
                <c:pt idx="4484">
                  <c:v>14923</c:v>
                </c:pt>
                <c:pt idx="4485">
                  <c:v>14926</c:v>
                </c:pt>
                <c:pt idx="4486">
                  <c:v>14929</c:v>
                </c:pt>
                <c:pt idx="4487">
                  <c:v>14933</c:v>
                </c:pt>
                <c:pt idx="4488">
                  <c:v>14936</c:v>
                </c:pt>
                <c:pt idx="4489">
                  <c:v>14939</c:v>
                </c:pt>
                <c:pt idx="4490">
                  <c:v>14943</c:v>
                </c:pt>
                <c:pt idx="4491">
                  <c:v>14946</c:v>
                </c:pt>
                <c:pt idx="4492">
                  <c:v>14949</c:v>
                </c:pt>
                <c:pt idx="4493">
                  <c:v>14953</c:v>
                </c:pt>
                <c:pt idx="4494">
                  <c:v>14956</c:v>
                </c:pt>
                <c:pt idx="4495">
                  <c:v>14959</c:v>
                </c:pt>
                <c:pt idx="4496">
                  <c:v>14963</c:v>
                </c:pt>
                <c:pt idx="4497">
                  <c:v>14966</c:v>
                </c:pt>
                <c:pt idx="4498">
                  <c:v>14969</c:v>
                </c:pt>
                <c:pt idx="4499">
                  <c:v>14973</c:v>
                </c:pt>
                <c:pt idx="4500">
                  <c:v>14976</c:v>
                </c:pt>
                <c:pt idx="4501">
                  <c:v>14979</c:v>
                </c:pt>
                <c:pt idx="4502">
                  <c:v>14983</c:v>
                </c:pt>
                <c:pt idx="4503">
                  <c:v>14986</c:v>
                </c:pt>
                <c:pt idx="4504">
                  <c:v>14989</c:v>
                </c:pt>
                <c:pt idx="4505">
                  <c:v>14993</c:v>
                </c:pt>
                <c:pt idx="4506">
                  <c:v>14996</c:v>
                </c:pt>
                <c:pt idx="4507">
                  <c:v>14999</c:v>
                </c:pt>
                <c:pt idx="4508">
                  <c:v>15003</c:v>
                </c:pt>
                <c:pt idx="4509">
                  <c:v>15006</c:v>
                </c:pt>
                <c:pt idx="4510">
                  <c:v>15009</c:v>
                </c:pt>
                <c:pt idx="4511">
                  <c:v>15013</c:v>
                </c:pt>
                <c:pt idx="4512">
                  <c:v>15016</c:v>
                </c:pt>
                <c:pt idx="4513">
                  <c:v>15019</c:v>
                </c:pt>
                <c:pt idx="4514">
                  <c:v>15023</c:v>
                </c:pt>
                <c:pt idx="4515">
                  <c:v>15026</c:v>
                </c:pt>
                <c:pt idx="4516">
                  <c:v>15029</c:v>
                </c:pt>
                <c:pt idx="4517">
                  <c:v>15033</c:v>
                </c:pt>
                <c:pt idx="4518">
                  <c:v>15036</c:v>
                </c:pt>
                <c:pt idx="4519">
                  <c:v>15039</c:v>
                </c:pt>
                <c:pt idx="4520">
                  <c:v>15043</c:v>
                </c:pt>
                <c:pt idx="4521">
                  <c:v>15046</c:v>
                </c:pt>
                <c:pt idx="4522">
                  <c:v>15049</c:v>
                </c:pt>
                <c:pt idx="4523">
                  <c:v>15053</c:v>
                </c:pt>
                <c:pt idx="4524">
                  <c:v>15056</c:v>
                </c:pt>
                <c:pt idx="4525">
                  <c:v>15059</c:v>
                </c:pt>
                <c:pt idx="4526">
                  <c:v>15063</c:v>
                </c:pt>
                <c:pt idx="4527">
                  <c:v>15066</c:v>
                </c:pt>
                <c:pt idx="4528">
                  <c:v>15069</c:v>
                </c:pt>
                <c:pt idx="4529">
                  <c:v>15073</c:v>
                </c:pt>
                <c:pt idx="4530">
                  <c:v>15076</c:v>
                </c:pt>
                <c:pt idx="4531">
                  <c:v>15079</c:v>
                </c:pt>
                <c:pt idx="4532">
                  <c:v>15083</c:v>
                </c:pt>
                <c:pt idx="4533">
                  <c:v>15086</c:v>
                </c:pt>
                <c:pt idx="4534">
                  <c:v>15089</c:v>
                </c:pt>
                <c:pt idx="4535">
                  <c:v>15093</c:v>
                </c:pt>
                <c:pt idx="4536">
                  <c:v>15096</c:v>
                </c:pt>
                <c:pt idx="4537">
                  <c:v>15099</c:v>
                </c:pt>
                <c:pt idx="4538">
                  <c:v>15102</c:v>
                </c:pt>
                <c:pt idx="4539">
                  <c:v>15106</c:v>
                </c:pt>
                <c:pt idx="4540">
                  <c:v>15109</c:v>
                </c:pt>
                <c:pt idx="4541">
                  <c:v>15112</c:v>
                </c:pt>
                <c:pt idx="4542">
                  <c:v>15116</c:v>
                </c:pt>
                <c:pt idx="4543">
                  <c:v>15119</c:v>
                </c:pt>
                <c:pt idx="4544">
                  <c:v>15122</c:v>
                </c:pt>
                <c:pt idx="4545">
                  <c:v>15126</c:v>
                </c:pt>
                <c:pt idx="4546">
                  <c:v>15129</c:v>
                </c:pt>
                <c:pt idx="4547">
                  <c:v>15132</c:v>
                </c:pt>
                <c:pt idx="4548">
                  <c:v>15136</c:v>
                </c:pt>
                <c:pt idx="4549">
                  <c:v>15139</c:v>
                </c:pt>
                <c:pt idx="4550">
                  <c:v>15142</c:v>
                </c:pt>
                <c:pt idx="4551">
                  <c:v>15146</c:v>
                </c:pt>
                <c:pt idx="4552">
                  <c:v>15149</c:v>
                </c:pt>
                <c:pt idx="4553">
                  <c:v>15152</c:v>
                </c:pt>
                <c:pt idx="4554">
                  <c:v>15156</c:v>
                </c:pt>
                <c:pt idx="4555">
                  <c:v>15159</c:v>
                </c:pt>
                <c:pt idx="4556">
                  <c:v>15162</c:v>
                </c:pt>
                <c:pt idx="4557">
                  <c:v>15166</c:v>
                </c:pt>
                <c:pt idx="4558">
                  <c:v>15169</c:v>
                </c:pt>
                <c:pt idx="4559">
                  <c:v>15172</c:v>
                </c:pt>
                <c:pt idx="4560">
                  <c:v>15176</c:v>
                </c:pt>
                <c:pt idx="4561">
                  <c:v>15179</c:v>
                </c:pt>
                <c:pt idx="4562">
                  <c:v>15182</c:v>
                </c:pt>
                <c:pt idx="4563">
                  <c:v>15186</c:v>
                </c:pt>
                <c:pt idx="4564">
                  <c:v>15189</c:v>
                </c:pt>
                <c:pt idx="4565">
                  <c:v>15192</c:v>
                </c:pt>
                <c:pt idx="4566">
                  <c:v>15196</c:v>
                </c:pt>
                <c:pt idx="4567">
                  <c:v>15199</c:v>
                </c:pt>
                <c:pt idx="4568">
                  <c:v>15202</c:v>
                </c:pt>
                <c:pt idx="4569">
                  <c:v>15206</c:v>
                </c:pt>
                <c:pt idx="4570">
                  <c:v>15209</c:v>
                </c:pt>
                <c:pt idx="4571">
                  <c:v>15212</c:v>
                </c:pt>
                <c:pt idx="4572">
                  <c:v>15216</c:v>
                </c:pt>
                <c:pt idx="4573">
                  <c:v>15219</c:v>
                </c:pt>
                <c:pt idx="4574">
                  <c:v>15222</c:v>
                </c:pt>
                <c:pt idx="4575">
                  <c:v>15226</c:v>
                </c:pt>
                <c:pt idx="4576">
                  <c:v>15229</c:v>
                </c:pt>
                <c:pt idx="4577">
                  <c:v>15232</c:v>
                </c:pt>
                <c:pt idx="4578">
                  <c:v>15236</c:v>
                </c:pt>
                <c:pt idx="4579">
                  <c:v>15239</c:v>
                </c:pt>
                <c:pt idx="4580">
                  <c:v>15242</c:v>
                </c:pt>
                <c:pt idx="4581">
                  <c:v>15246</c:v>
                </c:pt>
                <c:pt idx="4582">
                  <c:v>15249</c:v>
                </c:pt>
                <c:pt idx="4583">
                  <c:v>15252</c:v>
                </c:pt>
                <c:pt idx="4584">
                  <c:v>15256</c:v>
                </c:pt>
                <c:pt idx="4585">
                  <c:v>15259</c:v>
                </c:pt>
                <c:pt idx="4586">
                  <c:v>15262</c:v>
                </c:pt>
                <c:pt idx="4587">
                  <c:v>15266</c:v>
                </c:pt>
                <c:pt idx="4588">
                  <c:v>15269</c:v>
                </c:pt>
                <c:pt idx="4589">
                  <c:v>15272</c:v>
                </c:pt>
                <c:pt idx="4590">
                  <c:v>15276</c:v>
                </c:pt>
                <c:pt idx="4591">
                  <c:v>15279</c:v>
                </c:pt>
                <c:pt idx="4592">
                  <c:v>15282</c:v>
                </c:pt>
                <c:pt idx="4593">
                  <c:v>15285</c:v>
                </c:pt>
                <c:pt idx="4594">
                  <c:v>15289</c:v>
                </c:pt>
                <c:pt idx="4595">
                  <c:v>15292</c:v>
                </c:pt>
                <c:pt idx="4596">
                  <c:v>15295</c:v>
                </c:pt>
                <c:pt idx="4597">
                  <c:v>15299</c:v>
                </c:pt>
                <c:pt idx="4598">
                  <c:v>15302</c:v>
                </c:pt>
                <c:pt idx="4599">
                  <c:v>15305</c:v>
                </c:pt>
                <c:pt idx="4600">
                  <c:v>15309</c:v>
                </c:pt>
                <c:pt idx="4601">
                  <c:v>15312</c:v>
                </c:pt>
                <c:pt idx="4602">
                  <c:v>15315</c:v>
                </c:pt>
                <c:pt idx="4603">
                  <c:v>15319</c:v>
                </c:pt>
                <c:pt idx="4604">
                  <c:v>15322</c:v>
                </c:pt>
                <c:pt idx="4605">
                  <c:v>15325</c:v>
                </c:pt>
                <c:pt idx="4606">
                  <c:v>15329</c:v>
                </c:pt>
                <c:pt idx="4607">
                  <c:v>15332</c:v>
                </c:pt>
                <c:pt idx="4608">
                  <c:v>15335</c:v>
                </c:pt>
                <c:pt idx="4609">
                  <c:v>15339</c:v>
                </c:pt>
                <c:pt idx="4610">
                  <c:v>15342</c:v>
                </c:pt>
                <c:pt idx="4611">
                  <c:v>15345</c:v>
                </c:pt>
                <c:pt idx="4612">
                  <c:v>15349</c:v>
                </c:pt>
                <c:pt idx="4613">
                  <c:v>15352</c:v>
                </c:pt>
                <c:pt idx="4614">
                  <c:v>15355</c:v>
                </c:pt>
                <c:pt idx="4615">
                  <c:v>15359</c:v>
                </c:pt>
                <c:pt idx="4616">
                  <c:v>15362</c:v>
                </c:pt>
                <c:pt idx="4617">
                  <c:v>15365</c:v>
                </c:pt>
                <c:pt idx="4618">
                  <c:v>15369</c:v>
                </c:pt>
                <c:pt idx="4619">
                  <c:v>15372</c:v>
                </c:pt>
                <c:pt idx="4620">
                  <c:v>15375</c:v>
                </c:pt>
                <c:pt idx="4621">
                  <c:v>15379</c:v>
                </c:pt>
                <c:pt idx="4622">
                  <c:v>15382</c:v>
                </c:pt>
                <c:pt idx="4623">
                  <c:v>15385</c:v>
                </c:pt>
                <c:pt idx="4624">
                  <c:v>15389</c:v>
                </c:pt>
                <c:pt idx="4625">
                  <c:v>15392</c:v>
                </c:pt>
                <c:pt idx="4626">
                  <c:v>15395</c:v>
                </c:pt>
                <c:pt idx="4627">
                  <c:v>15399</c:v>
                </c:pt>
                <c:pt idx="4628">
                  <c:v>15402</c:v>
                </c:pt>
                <c:pt idx="4629">
                  <c:v>15405</c:v>
                </c:pt>
                <c:pt idx="4630">
                  <c:v>15409</c:v>
                </c:pt>
                <c:pt idx="4631">
                  <c:v>15412</c:v>
                </c:pt>
                <c:pt idx="4632">
                  <c:v>15415</c:v>
                </c:pt>
                <c:pt idx="4633">
                  <c:v>15419</c:v>
                </c:pt>
                <c:pt idx="4634">
                  <c:v>15422</c:v>
                </c:pt>
                <c:pt idx="4635">
                  <c:v>15425</c:v>
                </c:pt>
                <c:pt idx="4636">
                  <c:v>15429</c:v>
                </c:pt>
                <c:pt idx="4637">
                  <c:v>15432</c:v>
                </c:pt>
                <c:pt idx="4638">
                  <c:v>15435</c:v>
                </c:pt>
                <c:pt idx="4639">
                  <c:v>15439</c:v>
                </c:pt>
                <c:pt idx="4640">
                  <c:v>15442</c:v>
                </c:pt>
                <c:pt idx="4641">
                  <c:v>15445</c:v>
                </c:pt>
                <c:pt idx="4642">
                  <c:v>15449</c:v>
                </c:pt>
                <c:pt idx="4643">
                  <c:v>15452</c:v>
                </c:pt>
                <c:pt idx="4644">
                  <c:v>15455</c:v>
                </c:pt>
                <c:pt idx="4645">
                  <c:v>15459</c:v>
                </c:pt>
                <c:pt idx="4646">
                  <c:v>15462</c:v>
                </c:pt>
                <c:pt idx="4647">
                  <c:v>15465</c:v>
                </c:pt>
                <c:pt idx="4648">
                  <c:v>15468</c:v>
                </c:pt>
                <c:pt idx="4649">
                  <c:v>15472</c:v>
                </c:pt>
                <c:pt idx="4650">
                  <c:v>15475</c:v>
                </c:pt>
                <c:pt idx="4651">
                  <c:v>15478</c:v>
                </c:pt>
                <c:pt idx="4652">
                  <c:v>15482</c:v>
                </c:pt>
                <c:pt idx="4653">
                  <c:v>15485</c:v>
                </c:pt>
                <c:pt idx="4654">
                  <c:v>15488</c:v>
                </c:pt>
                <c:pt idx="4655">
                  <c:v>15492</c:v>
                </c:pt>
                <c:pt idx="4656">
                  <c:v>15495</c:v>
                </c:pt>
                <c:pt idx="4657">
                  <c:v>15498</c:v>
                </c:pt>
                <c:pt idx="4658">
                  <c:v>15502</c:v>
                </c:pt>
                <c:pt idx="4659">
                  <c:v>15505</c:v>
                </c:pt>
                <c:pt idx="4660">
                  <c:v>15508</c:v>
                </c:pt>
                <c:pt idx="4661">
                  <c:v>15512</c:v>
                </c:pt>
                <c:pt idx="4662">
                  <c:v>15515</c:v>
                </c:pt>
                <c:pt idx="4663">
                  <c:v>15518</c:v>
                </c:pt>
                <c:pt idx="4664">
                  <c:v>15522</c:v>
                </c:pt>
                <c:pt idx="4665">
                  <c:v>15525</c:v>
                </c:pt>
                <c:pt idx="4666">
                  <c:v>15528</c:v>
                </c:pt>
                <c:pt idx="4667">
                  <c:v>15532</c:v>
                </c:pt>
                <c:pt idx="4668">
                  <c:v>15535</c:v>
                </c:pt>
                <c:pt idx="4669">
                  <c:v>15538</c:v>
                </c:pt>
                <c:pt idx="4670">
                  <c:v>15542</c:v>
                </c:pt>
                <c:pt idx="4671">
                  <c:v>15545</c:v>
                </c:pt>
                <c:pt idx="4672">
                  <c:v>15548</c:v>
                </c:pt>
                <c:pt idx="4673">
                  <c:v>15552</c:v>
                </c:pt>
                <c:pt idx="4674">
                  <c:v>15555</c:v>
                </c:pt>
                <c:pt idx="4675">
                  <c:v>15558</c:v>
                </c:pt>
                <c:pt idx="4676">
                  <c:v>15562</c:v>
                </c:pt>
                <c:pt idx="4677">
                  <c:v>15565</c:v>
                </c:pt>
                <c:pt idx="4678">
                  <c:v>15568</c:v>
                </c:pt>
                <c:pt idx="4679">
                  <c:v>15572</c:v>
                </c:pt>
                <c:pt idx="4680">
                  <c:v>15575</c:v>
                </c:pt>
                <c:pt idx="4681">
                  <c:v>15578</c:v>
                </c:pt>
                <c:pt idx="4682">
                  <c:v>15582</c:v>
                </c:pt>
                <c:pt idx="4683">
                  <c:v>15585</c:v>
                </c:pt>
                <c:pt idx="4684">
                  <c:v>15588</c:v>
                </c:pt>
                <c:pt idx="4685">
                  <c:v>15592</c:v>
                </c:pt>
                <c:pt idx="4686">
                  <c:v>15595</c:v>
                </c:pt>
                <c:pt idx="4687">
                  <c:v>15598</c:v>
                </c:pt>
                <c:pt idx="4688">
                  <c:v>15602</c:v>
                </c:pt>
                <c:pt idx="4689">
                  <c:v>15605</c:v>
                </c:pt>
                <c:pt idx="4690">
                  <c:v>15608</c:v>
                </c:pt>
                <c:pt idx="4691">
                  <c:v>15612</c:v>
                </c:pt>
                <c:pt idx="4692">
                  <c:v>15615</c:v>
                </c:pt>
                <c:pt idx="4693">
                  <c:v>15618</c:v>
                </c:pt>
                <c:pt idx="4694">
                  <c:v>15622</c:v>
                </c:pt>
                <c:pt idx="4695">
                  <c:v>15625</c:v>
                </c:pt>
                <c:pt idx="4696">
                  <c:v>15628</c:v>
                </c:pt>
                <c:pt idx="4697">
                  <c:v>15632</c:v>
                </c:pt>
                <c:pt idx="4698">
                  <c:v>15635</c:v>
                </c:pt>
                <c:pt idx="4699">
                  <c:v>15638</c:v>
                </c:pt>
                <c:pt idx="4700">
                  <c:v>15642</c:v>
                </c:pt>
                <c:pt idx="4701">
                  <c:v>15645</c:v>
                </c:pt>
                <c:pt idx="4702">
                  <c:v>15648</c:v>
                </c:pt>
                <c:pt idx="4703">
                  <c:v>15651</c:v>
                </c:pt>
                <c:pt idx="4704">
                  <c:v>15655</c:v>
                </c:pt>
                <c:pt idx="4705">
                  <c:v>15658</c:v>
                </c:pt>
                <c:pt idx="4706">
                  <c:v>15661</c:v>
                </c:pt>
                <c:pt idx="4707">
                  <c:v>15665</c:v>
                </c:pt>
                <c:pt idx="4708">
                  <c:v>15668</c:v>
                </c:pt>
                <c:pt idx="4709">
                  <c:v>15671</c:v>
                </c:pt>
                <c:pt idx="4710">
                  <c:v>15675</c:v>
                </c:pt>
                <c:pt idx="4711">
                  <c:v>15678</c:v>
                </c:pt>
                <c:pt idx="4712">
                  <c:v>15681</c:v>
                </c:pt>
                <c:pt idx="4713">
                  <c:v>15685</c:v>
                </c:pt>
                <c:pt idx="4714">
                  <c:v>15688</c:v>
                </c:pt>
                <c:pt idx="4715">
                  <c:v>15691</c:v>
                </c:pt>
                <c:pt idx="4716">
                  <c:v>15695</c:v>
                </c:pt>
                <c:pt idx="4717">
                  <c:v>15698</c:v>
                </c:pt>
                <c:pt idx="4718">
                  <c:v>15701</c:v>
                </c:pt>
                <c:pt idx="4719">
                  <c:v>15705</c:v>
                </c:pt>
                <c:pt idx="4720">
                  <c:v>15708</c:v>
                </c:pt>
                <c:pt idx="4721">
                  <c:v>15711</c:v>
                </c:pt>
                <c:pt idx="4722">
                  <c:v>15715</c:v>
                </c:pt>
                <c:pt idx="4723">
                  <c:v>15718</c:v>
                </c:pt>
                <c:pt idx="4724">
                  <c:v>15721</c:v>
                </c:pt>
                <c:pt idx="4725">
                  <c:v>15725</c:v>
                </c:pt>
                <c:pt idx="4726">
                  <c:v>15728</c:v>
                </c:pt>
                <c:pt idx="4727">
                  <c:v>15731</c:v>
                </c:pt>
                <c:pt idx="4728">
                  <c:v>15735</c:v>
                </c:pt>
                <c:pt idx="4729">
                  <c:v>15738</c:v>
                </c:pt>
                <c:pt idx="4730">
                  <c:v>15741</c:v>
                </c:pt>
                <c:pt idx="4731">
                  <c:v>15745</c:v>
                </c:pt>
                <c:pt idx="4732">
                  <c:v>15748</c:v>
                </c:pt>
                <c:pt idx="4733">
                  <c:v>15751</c:v>
                </c:pt>
                <c:pt idx="4734">
                  <c:v>15755</c:v>
                </c:pt>
                <c:pt idx="4735">
                  <c:v>15758</c:v>
                </c:pt>
                <c:pt idx="4736">
                  <c:v>15761</c:v>
                </c:pt>
                <c:pt idx="4737">
                  <c:v>15765</c:v>
                </c:pt>
                <c:pt idx="4738">
                  <c:v>15768</c:v>
                </c:pt>
                <c:pt idx="4739">
                  <c:v>15771</c:v>
                </c:pt>
                <c:pt idx="4740">
                  <c:v>15775</c:v>
                </c:pt>
                <c:pt idx="4741">
                  <c:v>15778</c:v>
                </c:pt>
                <c:pt idx="4742">
                  <c:v>15781</c:v>
                </c:pt>
                <c:pt idx="4743">
                  <c:v>15785</c:v>
                </c:pt>
                <c:pt idx="4744">
                  <c:v>15788</c:v>
                </c:pt>
                <c:pt idx="4745">
                  <c:v>15791</c:v>
                </c:pt>
                <c:pt idx="4746">
                  <c:v>15795</c:v>
                </c:pt>
                <c:pt idx="4747">
                  <c:v>15798</c:v>
                </c:pt>
                <c:pt idx="4748">
                  <c:v>15801</c:v>
                </c:pt>
                <c:pt idx="4749">
                  <c:v>15805</c:v>
                </c:pt>
                <c:pt idx="4750">
                  <c:v>15808</c:v>
                </c:pt>
                <c:pt idx="4751">
                  <c:v>15811</c:v>
                </c:pt>
                <c:pt idx="4752">
                  <c:v>15815</c:v>
                </c:pt>
                <c:pt idx="4753">
                  <c:v>15818</c:v>
                </c:pt>
                <c:pt idx="4754">
                  <c:v>15821</c:v>
                </c:pt>
                <c:pt idx="4755">
                  <c:v>15825</c:v>
                </c:pt>
                <c:pt idx="4756">
                  <c:v>15828</c:v>
                </c:pt>
                <c:pt idx="4757">
                  <c:v>15831</c:v>
                </c:pt>
                <c:pt idx="4758">
                  <c:v>15834</c:v>
                </c:pt>
                <c:pt idx="4759">
                  <c:v>15838</c:v>
                </c:pt>
                <c:pt idx="4760">
                  <c:v>15841</c:v>
                </c:pt>
                <c:pt idx="4761">
                  <c:v>15844</c:v>
                </c:pt>
                <c:pt idx="4762">
                  <c:v>15848</c:v>
                </c:pt>
                <c:pt idx="4763">
                  <c:v>15851</c:v>
                </c:pt>
                <c:pt idx="4764">
                  <c:v>15854</c:v>
                </c:pt>
                <c:pt idx="4765">
                  <c:v>15858</c:v>
                </c:pt>
                <c:pt idx="4766">
                  <c:v>15861</c:v>
                </c:pt>
                <c:pt idx="4767">
                  <c:v>15864</c:v>
                </c:pt>
                <c:pt idx="4768">
                  <c:v>15868</c:v>
                </c:pt>
                <c:pt idx="4769">
                  <c:v>15871</c:v>
                </c:pt>
                <c:pt idx="4770">
                  <c:v>15874</c:v>
                </c:pt>
                <c:pt idx="4771">
                  <c:v>15878</c:v>
                </c:pt>
                <c:pt idx="4772">
                  <c:v>15881</c:v>
                </c:pt>
                <c:pt idx="4773">
                  <c:v>15884</c:v>
                </c:pt>
                <c:pt idx="4774">
                  <c:v>15888</c:v>
                </c:pt>
                <c:pt idx="4775">
                  <c:v>15891</c:v>
                </c:pt>
                <c:pt idx="4776">
                  <c:v>15894</c:v>
                </c:pt>
                <c:pt idx="4777">
                  <c:v>15898</c:v>
                </c:pt>
                <c:pt idx="4778">
                  <c:v>15901</c:v>
                </c:pt>
                <c:pt idx="4779">
                  <c:v>15904</c:v>
                </c:pt>
                <c:pt idx="4780">
                  <c:v>15908</c:v>
                </c:pt>
                <c:pt idx="4781">
                  <c:v>15911</c:v>
                </c:pt>
                <c:pt idx="4782">
                  <c:v>15914</c:v>
                </c:pt>
                <c:pt idx="4783">
                  <c:v>15918</c:v>
                </c:pt>
                <c:pt idx="4784">
                  <c:v>15921</c:v>
                </c:pt>
                <c:pt idx="4785">
                  <c:v>15924</c:v>
                </c:pt>
                <c:pt idx="4786">
                  <c:v>15928</c:v>
                </c:pt>
                <c:pt idx="4787">
                  <c:v>15931</c:v>
                </c:pt>
                <c:pt idx="4788">
                  <c:v>15934</c:v>
                </c:pt>
                <c:pt idx="4789">
                  <c:v>15938</c:v>
                </c:pt>
                <c:pt idx="4790">
                  <c:v>15941</c:v>
                </c:pt>
                <c:pt idx="4791">
                  <c:v>15944</c:v>
                </c:pt>
                <c:pt idx="4792">
                  <c:v>15948</c:v>
                </c:pt>
                <c:pt idx="4793">
                  <c:v>15951</c:v>
                </c:pt>
                <c:pt idx="4794">
                  <c:v>15954</c:v>
                </c:pt>
                <c:pt idx="4795">
                  <c:v>15958</c:v>
                </c:pt>
                <c:pt idx="4796">
                  <c:v>15961</c:v>
                </c:pt>
                <c:pt idx="4797">
                  <c:v>15964</c:v>
                </c:pt>
                <c:pt idx="4798">
                  <c:v>15968</c:v>
                </c:pt>
                <c:pt idx="4799">
                  <c:v>15971</c:v>
                </c:pt>
                <c:pt idx="4800">
                  <c:v>15974</c:v>
                </c:pt>
                <c:pt idx="4801">
                  <c:v>15978</c:v>
                </c:pt>
                <c:pt idx="4802">
                  <c:v>15981</c:v>
                </c:pt>
                <c:pt idx="4803">
                  <c:v>15984</c:v>
                </c:pt>
                <c:pt idx="4804">
                  <c:v>15988</c:v>
                </c:pt>
                <c:pt idx="4805">
                  <c:v>15991</c:v>
                </c:pt>
                <c:pt idx="4806">
                  <c:v>15994</c:v>
                </c:pt>
                <c:pt idx="4807">
                  <c:v>15998</c:v>
                </c:pt>
                <c:pt idx="4808">
                  <c:v>16001</c:v>
                </c:pt>
                <c:pt idx="4809">
                  <c:v>16004</c:v>
                </c:pt>
                <c:pt idx="4810">
                  <c:v>16008</c:v>
                </c:pt>
                <c:pt idx="4811">
                  <c:v>16011</c:v>
                </c:pt>
                <c:pt idx="4812">
                  <c:v>16014</c:v>
                </c:pt>
                <c:pt idx="4813">
                  <c:v>16017</c:v>
                </c:pt>
                <c:pt idx="4814">
                  <c:v>16021</c:v>
                </c:pt>
                <c:pt idx="4815">
                  <c:v>16024</c:v>
                </c:pt>
                <c:pt idx="4816">
                  <c:v>16027</c:v>
                </c:pt>
                <c:pt idx="4817">
                  <c:v>16031</c:v>
                </c:pt>
                <c:pt idx="4818">
                  <c:v>16034</c:v>
                </c:pt>
                <c:pt idx="4819">
                  <c:v>16037</c:v>
                </c:pt>
                <c:pt idx="4820">
                  <c:v>16041</c:v>
                </c:pt>
                <c:pt idx="4821">
                  <c:v>16044</c:v>
                </c:pt>
                <c:pt idx="4822">
                  <c:v>16047</c:v>
                </c:pt>
                <c:pt idx="4823">
                  <c:v>16051</c:v>
                </c:pt>
                <c:pt idx="4824">
                  <c:v>16054</c:v>
                </c:pt>
                <c:pt idx="4825">
                  <c:v>16057</c:v>
                </c:pt>
                <c:pt idx="4826">
                  <c:v>16061</c:v>
                </c:pt>
                <c:pt idx="4827">
                  <c:v>16064</c:v>
                </c:pt>
                <c:pt idx="4828">
                  <c:v>16067</c:v>
                </c:pt>
                <c:pt idx="4829">
                  <c:v>16071</c:v>
                </c:pt>
                <c:pt idx="4830">
                  <c:v>16074</c:v>
                </c:pt>
                <c:pt idx="4831">
                  <c:v>16077</c:v>
                </c:pt>
                <c:pt idx="4832">
                  <c:v>16081</c:v>
                </c:pt>
                <c:pt idx="4833">
                  <c:v>16084</c:v>
                </c:pt>
                <c:pt idx="4834">
                  <c:v>16087</c:v>
                </c:pt>
                <c:pt idx="4835">
                  <c:v>16091</c:v>
                </c:pt>
                <c:pt idx="4836">
                  <c:v>16094</c:v>
                </c:pt>
                <c:pt idx="4837">
                  <c:v>16097</c:v>
                </c:pt>
                <c:pt idx="4838">
                  <c:v>16101</c:v>
                </c:pt>
                <c:pt idx="4839">
                  <c:v>16104</c:v>
                </c:pt>
                <c:pt idx="4840">
                  <c:v>16107</c:v>
                </c:pt>
                <c:pt idx="4841">
                  <c:v>16111</c:v>
                </c:pt>
                <c:pt idx="4842">
                  <c:v>16114</c:v>
                </c:pt>
                <c:pt idx="4843">
                  <c:v>16117</c:v>
                </c:pt>
                <c:pt idx="4844">
                  <c:v>16121</c:v>
                </c:pt>
                <c:pt idx="4845">
                  <c:v>16124</c:v>
                </c:pt>
                <c:pt idx="4846">
                  <c:v>16127</c:v>
                </c:pt>
                <c:pt idx="4847">
                  <c:v>16131</c:v>
                </c:pt>
                <c:pt idx="4848">
                  <c:v>16134</c:v>
                </c:pt>
                <c:pt idx="4849">
                  <c:v>16137</c:v>
                </c:pt>
                <c:pt idx="4850">
                  <c:v>16141</c:v>
                </c:pt>
                <c:pt idx="4851">
                  <c:v>16144</c:v>
                </c:pt>
                <c:pt idx="4852">
                  <c:v>16147</c:v>
                </c:pt>
                <c:pt idx="4853">
                  <c:v>16151</c:v>
                </c:pt>
                <c:pt idx="4854">
                  <c:v>16154</c:v>
                </c:pt>
                <c:pt idx="4855">
                  <c:v>16157</c:v>
                </c:pt>
                <c:pt idx="4856">
                  <c:v>16161</c:v>
                </c:pt>
                <c:pt idx="4857">
                  <c:v>16164</c:v>
                </c:pt>
                <c:pt idx="4858">
                  <c:v>16167</c:v>
                </c:pt>
                <c:pt idx="4859">
                  <c:v>16171</c:v>
                </c:pt>
                <c:pt idx="4860">
                  <c:v>16174</c:v>
                </c:pt>
                <c:pt idx="4861">
                  <c:v>16177</c:v>
                </c:pt>
                <c:pt idx="4862">
                  <c:v>16181</c:v>
                </c:pt>
                <c:pt idx="4863">
                  <c:v>16184</c:v>
                </c:pt>
                <c:pt idx="4864">
                  <c:v>16187</c:v>
                </c:pt>
                <c:pt idx="4865">
                  <c:v>16191</c:v>
                </c:pt>
                <c:pt idx="4866">
                  <c:v>16194</c:v>
                </c:pt>
                <c:pt idx="4867">
                  <c:v>16197</c:v>
                </c:pt>
                <c:pt idx="4868">
                  <c:v>16200</c:v>
                </c:pt>
                <c:pt idx="4869">
                  <c:v>16204</c:v>
                </c:pt>
                <c:pt idx="4870">
                  <c:v>16207</c:v>
                </c:pt>
                <c:pt idx="4871">
                  <c:v>16210</c:v>
                </c:pt>
                <c:pt idx="4872">
                  <c:v>16214</c:v>
                </c:pt>
                <c:pt idx="4873">
                  <c:v>16217</c:v>
                </c:pt>
                <c:pt idx="4874">
                  <c:v>16220</c:v>
                </c:pt>
                <c:pt idx="4875">
                  <c:v>16224</c:v>
                </c:pt>
                <c:pt idx="4876">
                  <c:v>16227</c:v>
                </c:pt>
                <c:pt idx="4877">
                  <c:v>16230</c:v>
                </c:pt>
                <c:pt idx="4878">
                  <c:v>16234</c:v>
                </c:pt>
                <c:pt idx="4879">
                  <c:v>16237</c:v>
                </c:pt>
                <c:pt idx="4880">
                  <c:v>16240</c:v>
                </c:pt>
                <c:pt idx="4881">
                  <c:v>16244</c:v>
                </c:pt>
                <c:pt idx="4882">
                  <c:v>16247</c:v>
                </c:pt>
                <c:pt idx="4883">
                  <c:v>16250</c:v>
                </c:pt>
                <c:pt idx="4884">
                  <c:v>16254</c:v>
                </c:pt>
                <c:pt idx="4885">
                  <c:v>16257</c:v>
                </c:pt>
                <c:pt idx="4886">
                  <c:v>16260</c:v>
                </c:pt>
                <c:pt idx="4887">
                  <c:v>16264</c:v>
                </c:pt>
                <c:pt idx="4888">
                  <c:v>16267</c:v>
                </c:pt>
                <c:pt idx="4889">
                  <c:v>16270</c:v>
                </c:pt>
                <c:pt idx="4890">
                  <c:v>16274</c:v>
                </c:pt>
                <c:pt idx="4891">
                  <c:v>16277</c:v>
                </c:pt>
                <c:pt idx="4892">
                  <c:v>16280</c:v>
                </c:pt>
                <c:pt idx="4893">
                  <c:v>16284</c:v>
                </c:pt>
                <c:pt idx="4894">
                  <c:v>16287</c:v>
                </c:pt>
                <c:pt idx="4895">
                  <c:v>16290</c:v>
                </c:pt>
                <c:pt idx="4896">
                  <c:v>16294</c:v>
                </c:pt>
                <c:pt idx="4897">
                  <c:v>16297</c:v>
                </c:pt>
                <c:pt idx="4898">
                  <c:v>16300</c:v>
                </c:pt>
                <c:pt idx="4899">
                  <c:v>16304</c:v>
                </c:pt>
                <c:pt idx="4900">
                  <c:v>16307</c:v>
                </c:pt>
                <c:pt idx="4901">
                  <c:v>16310</c:v>
                </c:pt>
                <c:pt idx="4902">
                  <c:v>16314</c:v>
                </c:pt>
                <c:pt idx="4903">
                  <c:v>16317</c:v>
                </c:pt>
                <c:pt idx="4904">
                  <c:v>16320</c:v>
                </c:pt>
                <c:pt idx="4905">
                  <c:v>16324</c:v>
                </c:pt>
                <c:pt idx="4906">
                  <c:v>16327</c:v>
                </c:pt>
                <c:pt idx="4907">
                  <c:v>16330</c:v>
                </c:pt>
                <c:pt idx="4908">
                  <c:v>16334</c:v>
                </c:pt>
                <c:pt idx="4909">
                  <c:v>16337</c:v>
                </c:pt>
                <c:pt idx="4910">
                  <c:v>16340</c:v>
                </c:pt>
                <c:pt idx="4911">
                  <c:v>16344</c:v>
                </c:pt>
                <c:pt idx="4912">
                  <c:v>16347</c:v>
                </c:pt>
                <c:pt idx="4913">
                  <c:v>16350</c:v>
                </c:pt>
                <c:pt idx="4914">
                  <c:v>16354</c:v>
                </c:pt>
                <c:pt idx="4915">
                  <c:v>16357</c:v>
                </c:pt>
                <c:pt idx="4916">
                  <c:v>16360</c:v>
                </c:pt>
                <c:pt idx="4917">
                  <c:v>16364</c:v>
                </c:pt>
                <c:pt idx="4918">
                  <c:v>16367</c:v>
                </c:pt>
                <c:pt idx="4919">
                  <c:v>16370</c:v>
                </c:pt>
                <c:pt idx="4920">
                  <c:v>16374</c:v>
                </c:pt>
                <c:pt idx="4921">
                  <c:v>16377</c:v>
                </c:pt>
                <c:pt idx="4922">
                  <c:v>16380</c:v>
                </c:pt>
                <c:pt idx="4923">
                  <c:v>16383</c:v>
                </c:pt>
                <c:pt idx="4924">
                  <c:v>16387</c:v>
                </c:pt>
                <c:pt idx="4925">
                  <c:v>16390</c:v>
                </c:pt>
                <c:pt idx="4926">
                  <c:v>16393</c:v>
                </c:pt>
                <c:pt idx="4927">
                  <c:v>16397</c:v>
                </c:pt>
                <c:pt idx="4928">
                  <c:v>16400</c:v>
                </c:pt>
                <c:pt idx="4929">
                  <c:v>16403</c:v>
                </c:pt>
                <c:pt idx="4930">
                  <c:v>16407</c:v>
                </c:pt>
                <c:pt idx="4931">
                  <c:v>16410</c:v>
                </c:pt>
                <c:pt idx="4932">
                  <c:v>16413</c:v>
                </c:pt>
                <c:pt idx="4933">
                  <c:v>16417</c:v>
                </c:pt>
                <c:pt idx="4934">
                  <c:v>16420</c:v>
                </c:pt>
                <c:pt idx="4935">
                  <c:v>16423</c:v>
                </c:pt>
                <c:pt idx="4936">
                  <c:v>16427</c:v>
                </c:pt>
                <c:pt idx="4937">
                  <c:v>16430</c:v>
                </c:pt>
                <c:pt idx="4938">
                  <c:v>16433</c:v>
                </c:pt>
                <c:pt idx="4939">
                  <c:v>16437</c:v>
                </c:pt>
                <c:pt idx="4940">
                  <c:v>16440</c:v>
                </c:pt>
                <c:pt idx="4941">
                  <c:v>16443</c:v>
                </c:pt>
                <c:pt idx="4942">
                  <c:v>16447</c:v>
                </c:pt>
                <c:pt idx="4943">
                  <c:v>16450</c:v>
                </c:pt>
                <c:pt idx="4944">
                  <c:v>16453</c:v>
                </c:pt>
                <c:pt idx="4945">
                  <c:v>16457</c:v>
                </c:pt>
                <c:pt idx="4946">
                  <c:v>16460</c:v>
                </c:pt>
                <c:pt idx="4947">
                  <c:v>16463</c:v>
                </c:pt>
                <c:pt idx="4948">
                  <c:v>16467</c:v>
                </c:pt>
                <c:pt idx="4949">
                  <c:v>16470</c:v>
                </c:pt>
                <c:pt idx="4950">
                  <c:v>16473</c:v>
                </c:pt>
                <c:pt idx="4951">
                  <c:v>16477</c:v>
                </c:pt>
                <c:pt idx="4952">
                  <c:v>16480</c:v>
                </c:pt>
                <c:pt idx="4953">
                  <c:v>16483</c:v>
                </c:pt>
                <c:pt idx="4954">
                  <c:v>16487</c:v>
                </c:pt>
                <c:pt idx="4955">
                  <c:v>16490</c:v>
                </c:pt>
                <c:pt idx="4956">
                  <c:v>16493</c:v>
                </c:pt>
                <c:pt idx="4957">
                  <c:v>16497</c:v>
                </c:pt>
                <c:pt idx="4958">
                  <c:v>16500</c:v>
                </c:pt>
                <c:pt idx="4959">
                  <c:v>16503</c:v>
                </c:pt>
                <c:pt idx="4960">
                  <c:v>16507</c:v>
                </c:pt>
                <c:pt idx="4961">
                  <c:v>16510</c:v>
                </c:pt>
                <c:pt idx="4962">
                  <c:v>16513</c:v>
                </c:pt>
                <c:pt idx="4963">
                  <c:v>16517</c:v>
                </c:pt>
                <c:pt idx="4964">
                  <c:v>16520</c:v>
                </c:pt>
                <c:pt idx="4965">
                  <c:v>16523</c:v>
                </c:pt>
                <c:pt idx="4966">
                  <c:v>16527</c:v>
                </c:pt>
                <c:pt idx="4967">
                  <c:v>16530</c:v>
                </c:pt>
                <c:pt idx="4968">
                  <c:v>16533</c:v>
                </c:pt>
                <c:pt idx="4969">
                  <c:v>16537</c:v>
                </c:pt>
                <c:pt idx="4970">
                  <c:v>16540</c:v>
                </c:pt>
                <c:pt idx="4971">
                  <c:v>16543</c:v>
                </c:pt>
                <c:pt idx="4972">
                  <c:v>16547</c:v>
                </c:pt>
                <c:pt idx="4973">
                  <c:v>16550</c:v>
                </c:pt>
                <c:pt idx="4974">
                  <c:v>16553</c:v>
                </c:pt>
                <c:pt idx="4975">
                  <c:v>16557</c:v>
                </c:pt>
                <c:pt idx="4976">
                  <c:v>16560</c:v>
                </c:pt>
                <c:pt idx="4977">
                  <c:v>16563</c:v>
                </c:pt>
                <c:pt idx="4978">
                  <c:v>16566</c:v>
                </c:pt>
                <c:pt idx="4979">
                  <c:v>16570</c:v>
                </c:pt>
                <c:pt idx="4980">
                  <c:v>16573</c:v>
                </c:pt>
                <c:pt idx="4981">
                  <c:v>16576</c:v>
                </c:pt>
                <c:pt idx="4982">
                  <c:v>16580</c:v>
                </c:pt>
                <c:pt idx="4983">
                  <c:v>16583</c:v>
                </c:pt>
                <c:pt idx="4984">
                  <c:v>16586</c:v>
                </c:pt>
                <c:pt idx="4985">
                  <c:v>16590</c:v>
                </c:pt>
                <c:pt idx="4986">
                  <c:v>16593</c:v>
                </c:pt>
                <c:pt idx="4987">
                  <c:v>16596</c:v>
                </c:pt>
                <c:pt idx="4988">
                  <c:v>16600</c:v>
                </c:pt>
                <c:pt idx="4989">
                  <c:v>16603</c:v>
                </c:pt>
                <c:pt idx="4990">
                  <c:v>16606</c:v>
                </c:pt>
                <c:pt idx="4991">
                  <c:v>16610</c:v>
                </c:pt>
                <c:pt idx="4992">
                  <c:v>16613</c:v>
                </c:pt>
                <c:pt idx="4993">
                  <c:v>16616</c:v>
                </c:pt>
                <c:pt idx="4994">
                  <c:v>16620</c:v>
                </c:pt>
                <c:pt idx="4995">
                  <c:v>16623</c:v>
                </c:pt>
                <c:pt idx="4996">
                  <c:v>16626</c:v>
                </c:pt>
                <c:pt idx="4997">
                  <c:v>16630</c:v>
                </c:pt>
                <c:pt idx="4998">
                  <c:v>16633</c:v>
                </c:pt>
                <c:pt idx="4999">
                  <c:v>16636</c:v>
                </c:pt>
              </c:numCache>
            </c:numRef>
          </c:cat>
          <c:val>
            <c:numRef>
              <c:f>Chart_1!$S$12:$S$5011</c:f>
              <c:numCache>
                <c:formatCode>0.00</c:formatCode>
                <c:ptCount val="5000"/>
                <c:pt idx="0">
                  <c:v>-2500</c:v>
                </c:pt>
                <c:pt idx="1">
                  <c:v>-2500</c:v>
                </c:pt>
                <c:pt idx="2">
                  <c:v>-2500</c:v>
                </c:pt>
                <c:pt idx="3">
                  <c:v>-2500</c:v>
                </c:pt>
                <c:pt idx="4">
                  <c:v>-2028.6282846296997</c:v>
                </c:pt>
                <c:pt idx="5">
                  <c:v>-2028.6282846296997</c:v>
                </c:pt>
                <c:pt idx="6">
                  <c:v>-1971.2336883085104</c:v>
                </c:pt>
                <c:pt idx="7">
                  <c:v>-1971.2336883085104</c:v>
                </c:pt>
                <c:pt idx="8">
                  <c:v>-1971.2336883085104</c:v>
                </c:pt>
                <c:pt idx="9">
                  <c:v>-1971.2336883085104</c:v>
                </c:pt>
                <c:pt idx="10">
                  <c:v>-1971.2336883085104</c:v>
                </c:pt>
                <c:pt idx="11">
                  <c:v>-1862.2047938650253</c:v>
                </c:pt>
                <c:pt idx="12">
                  <c:v>-1862.2047938650253</c:v>
                </c:pt>
                <c:pt idx="13">
                  <c:v>-1862.2047938650253</c:v>
                </c:pt>
                <c:pt idx="14">
                  <c:v>-1862.2047938650253</c:v>
                </c:pt>
                <c:pt idx="15">
                  <c:v>-1862.2047938650253</c:v>
                </c:pt>
                <c:pt idx="16">
                  <c:v>-1862.2047938650253</c:v>
                </c:pt>
                <c:pt idx="17">
                  <c:v>-1862.2047938650253</c:v>
                </c:pt>
                <c:pt idx="18">
                  <c:v>-1862.2047938650253</c:v>
                </c:pt>
                <c:pt idx="19">
                  <c:v>-1862.2047938650253</c:v>
                </c:pt>
                <c:pt idx="20">
                  <c:v>-1839.4765580903961</c:v>
                </c:pt>
                <c:pt idx="21">
                  <c:v>-1839.4765580903961</c:v>
                </c:pt>
                <c:pt idx="22">
                  <c:v>-1839.4765580903961</c:v>
                </c:pt>
                <c:pt idx="23">
                  <c:v>-1839.4765580903961</c:v>
                </c:pt>
                <c:pt idx="24">
                  <c:v>-1839.4765580903961</c:v>
                </c:pt>
                <c:pt idx="25">
                  <c:v>-1839.4765580903961</c:v>
                </c:pt>
                <c:pt idx="26">
                  <c:v>-1839.4765580903961</c:v>
                </c:pt>
                <c:pt idx="27">
                  <c:v>-1839.4765580903961</c:v>
                </c:pt>
                <c:pt idx="28">
                  <c:v>-1839.4765580903961</c:v>
                </c:pt>
                <c:pt idx="29">
                  <c:v>-1839.4765580903961</c:v>
                </c:pt>
                <c:pt idx="30">
                  <c:v>-1839.4765580903961</c:v>
                </c:pt>
                <c:pt idx="31">
                  <c:v>-1839.4765580903961</c:v>
                </c:pt>
                <c:pt idx="32">
                  <c:v>-1839.4765580903961</c:v>
                </c:pt>
                <c:pt idx="33">
                  <c:v>-1839.4765580903961</c:v>
                </c:pt>
                <c:pt idx="34">
                  <c:v>-1839.4765580903961</c:v>
                </c:pt>
                <c:pt idx="35">
                  <c:v>-1839.4765580903961</c:v>
                </c:pt>
                <c:pt idx="36">
                  <c:v>-1839.4765580903961</c:v>
                </c:pt>
                <c:pt idx="37">
                  <c:v>-1839.4765580903961</c:v>
                </c:pt>
                <c:pt idx="38">
                  <c:v>-1839.4765580903961</c:v>
                </c:pt>
                <c:pt idx="39">
                  <c:v>-1839.4765580903961</c:v>
                </c:pt>
                <c:pt idx="40">
                  <c:v>-1839.4765580903961</c:v>
                </c:pt>
                <c:pt idx="41">
                  <c:v>-1839.4765580903961</c:v>
                </c:pt>
                <c:pt idx="42">
                  <c:v>-1839.4765580903961</c:v>
                </c:pt>
                <c:pt idx="43">
                  <c:v>-1839.4765580903961</c:v>
                </c:pt>
                <c:pt idx="44">
                  <c:v>-1839.4765580903961</c:v>
                </c:pt>
                <c:pt idx="45">
                  <c:v>-1839.4765580903961</c:v>
                </c:pt>
                <c:pt idx="46">
                  <c:v>-1839.4765580903961</c:v>
                </c:pt>
                <c:pt idx="47">
                  <c:v>-1839.4765580903961</c:v>
                </c:pt>
                <c:pt idx="48">
                  <c:v>-1839.4765580903961</c:v>
                </c:pt>
                <c:pt idx="49">
                  <c:v>-1839.4765580903961</c:v>
                </c:pt>
                <c:pt idx="50">
                  <c:v>-1839.4765580903961</c:v>
                </c:pt>
                <c:pt idx="51">
                  <c:v>-1839.4765580903961</c:v>
                </c:pt>
                <c:pt idx="52">
                  <c:v>-1839.4765580903961</c:v>
                </c:pt>
                <c:pt idx="53">
                  <c:v>-1839.4765580903961</c:v>
                </c:pt>
                <c:pt idx="54">
                  <c:v>-1839.4765580903961</c:v>
                </c:pt>
                <c:pt idx="55">
                  <c:v>-1839.4765580903961</c:v>
                </c:pt>
                <c:pt idx="56">
                  <c:v>-1839.4765580903961</c:v>
                </c:pt>
                <c:pt idx="57">
                  <c:v>-1839.4765580903961</c:v>
                </c:pt>
                <c:pt idx="58">
                  <c:v>-1839.4765580903961</c:v>
                </c:pt>
                <c:pt idx="59">
                  <c:v>-1839.4765580903961</c:v>
                </c:pt>
                <c:pt idx="60">
                  <c:v>-1839.4765580903961</c:v>
                </c:pt>
                <c:pt idx="61">
                  <c:v>-1839.4765580903961</c:v>
                </c:pt>
                <c:pt idx="62">
                  <c:v>-1839.4765580903961</c:v>
                </c:pt>
                <c:pt idx="63">
                  <c:v>-1839.4765580903961</c:v>
                </c:pt>
                <c:pt idx="64">
                  <c:v>-1839.4765580903961</c:v>
                </c:pt>
                <c:pt idx="65">
                  <c:v>-1839.4765580903961</c:v>
                </c:pt>
                <c:pt idx="66">
                  <c:v>-1839.4765580903961</c:v>
                </c:pt>
                <c:pt idx="67">
                  <c:v>-1839.4765580903961</c:v>
                </c:pt>
                <c:pt idx="68">
                  <c:v>-1839.4765580903961</c:v>
                </c:pt>
                <c:pt idx="69">
                  <c:v>-1839.4765580903961</c:v>
                </c:pt>
                <c:pt idx="70">
                  <c:v>-1839.4765580903961</c:v>
                </c:pt>
                <c:pt idx="71">
                  <c:v>-1839.4765580903961</c:v>
                </c:pt>
                <c:pt idx="72">
                  <c:v>-1839.4765580903961</c:v>
                </c:pt>
                <c:pt idx="73">
                  <c:v>-1839.4765580903961</c:v>
                </c:pt>
                <c:pt idx="74">
                  <c:v>-1839.4765580903961</c:v>
                </c:pt>
                <c:pt idx="75">
                  <c:v>-1839.4765580903961</c:v>
                </c:pt>
                <c:pt idx="76">
                  <c:v>-1839.4765580903961</c:v>
                </c:pt>
                <c:pt idx="77">
                  <c:v>-1839.4765580903961</c:v>
                </c:pt>
                <c:pt idx="78">
                  <c:v>-1839.4765580903961</c:v>
                </c:pt>
                <c:pt idx="79">
                  <c:v>-1839.4765580903961</c:v>
                </c:pt>
                <c:pt idx="80">
                  <c:v>-1839.4765580903961</c:v>
                </c:pt>
                <c:pt idx="81">
                  <c:v>-1839.4765580903961</c:v>
                </c:pt>
                <c:pt idx="82">
                  <c:v>-1839.4765580903961</c:v>
                </c:pt>
                <c:pt idx="83">
                  <c:v>-1839.4765580903961</c:v>
                </c:pt>
                <c:pt idx="84">
                  <c:v>-1839.4765580903961</c:v>
                </c:pt>
                <c:pt idx="85">
                  <c:v>-1839.4765580903961</c:v>
                </c:pt>
                <c:pt idx="86">
                  <c:v>-1839.4765580903961</c:v>
                </c:pt>
                <c:pt idx="87">
                  <c:v>-1839.4765580903961</c:v>
                </c:pt>
                <c:pt idx="88">
                  <c:v>-1839.4765580903961</c:v>
                </c:pt>
                <c:pt idx="89">
                  <c:v>-1839.4765580903961</c:v>
                </c:pt>
                <c:pt idx="90">
                  <c:v>-1839.4765580903961</c:v>
                </c:pt>
                <c:pt idx="91">
                  <c:v>-1839.4765580903961</c:v>
                </c:pt>
                <c:pt idx="92">
                  <c:v>-1839.4765580903961</c:v>
                </c:pt>
                <c:pt idx="93">
                  <c:v>-1839.4765580903961</c:v>
                </c:pt>
                <c:pt idx="94">
                  <c:v>-1839.4765580903961</c:v>
                </c:pt>
                <c:pt idx="95">
                  <c:v>-1839.4765580903961</c:v>
                </c:pt>
                <c:pt idx="96">
                  <c:v>-1839.4765580903961</c:v>
                </c:pt>
                <c:pt idx="97">
                  <c:v>-1839.4765580903961</c:v>
                </c:pt>
                <c:pt idx="98">
                  <c:v>-1839.4765580903961</c:v>
                </c:pt>
                <c:pt idx="99">
                  <c:v>-1839.4765580903961</c:v>
                </c:pt>
                <c:pt idx="100">
                  <c:v>-1839.4765580903961</c:v>
                </c:pt>
                <c:pt idx="101">
                  <c:v>-1839.4765580903961</c:v>
                </c:pt>
                <c:pt idx="102">
                  <c:v>-1839.4765580903961</c:v>
                </c:pt>
                <c:pt idx="103">
                  <c:v>-1839.4765580903961</c:v>
                </c:pt>
                <c:pt idx="104">
                  <c:v>-1839.4765580903961</c:v>
                </c:pt>
                <c:pt idx="105">
                  <c:v>-1839.4765580903961</c:v>
                </c:pt>
                <c:pt idx="106">
                  <c:v>-1839.4765580903961</c:v>
                </c:pt>
                <c:pt idx="107">
                  <c:v>-1839.4765580903961</c:v>
                </c:pt>
                <c:pt idx="108">
                  <c:v>-1839.4765580903961</c:v>
                </c:pt>
                <c:pt idx="109">
                  <c:v>-1839.4765580903961</c:v>
                </c:pt>
                <c:pt idx="110">
                  <c:v>-1839.4765580903961</c:v>
                </c:pt>
                <c:pt idx="111">
                  <c:v>-1839.4765580903961</c:v>
                </c:pt>
                <c:pt idx="112">
                  <c:v>-1839.4765580903961</c:v>
                </c:pt>
                <c:pt idx="113">
                  <c:v>-1839.4765580903961</c:v>
                </c:pt>
                <c:pt idx="114">
                  <c:v>-1839.4765580903961</c:v>
                </c:pt>
                <c:pt idx="115">
                  <c:v>-1839.4765580903961</c:v>
                </c:pt>
                <c:pt idx="116">
                  <c:v>-1839.4765580903961</c:v>
                </c:pt>
                <c:pt idx="117">
                  <c:v>-1839.4765580903961</c:v>
                </c:pt>
                <c:pt idx="118">
                  <c:v>-1839.4765580903961</c:v>
                </c:pt>
                <c:pt idx="119">
                  <c:v>-1839.4765580903961</c:v>
                </c:pt>
                <c:pt idx="120">
                  <c:v>-1839.4765580903961</c:v>
                </c:pt>
                <c:pt idx="121">
                  <c:v>-1839.4765580903961</c:v>
                </c:pt>
                <c:pt idx="122">
                  <c:v>-1839.4765580903961</c:v>
                </c:pt>
                <c:pt idx="123">
                  <c:v>-1839.4765580903961</c:v>
                </c:pt>
                <c:pt idx="124">
                  <c:v>-1808.9539613060015</c:v>
                </c:pt>
                <c:pt idx="125">
                  <c:v>-1808.9539613060015</c:v>
                </c:pt>
                <c:pt idx="126">
                  <c:v>-1808.9539613060015</c:v>
                </c:pt>
                <c:pt idx="127">
                  <c:v>-1808.9539613060015</c:v>
                </c:pt>
                <c:pt idx="128">
                  <c:v>-1808.9539613060015</c:v>
                </c:pt>
                <c:pt idx="129">
                  <c:v>-1808.9539613060015</c:v>
                </c:pt>
                <c:pt idx="130">
                  <c:v>-1808.9539613060015</c:v>
                </c:pt>
                <c:pt idx="131">
                  <c:v>-1808.9539613060015</c:v>
                </c:pt>
                <c:pt idx="132">
                  <c:v>-1808.9539613060015</c:v>
                </c:pt>
                <c:pt idx="133">
                  <c:v>-1808.9539613060015</c:v>
                </c:pt>
                <c:pt idx="134">
                  <c:v>-1716.0671654478663</c:v>
                </c:pt>
                <c:pt idx="135">
                  <c:v>-1716.0671654478663</c:v>
                </c:pt>
                <c:pt idx="136">
                  <c:v>-1716.0671654478663</c:v>
                </c:pt>
                <c:pt idx="137">
                  <c:v>-1716.0671654478663</c:v>
                </c:pt>
                <c:pt idx="138">
                  <c:v>-1716.0671654478663</c:v>
                </c:pt>
                <c:pt idx="139">
                  <c:v>-1716.0671654478663</c:v>
                </c:pt>
                <c:pt idx="140">
                  <c:v>-1716.0671654478663</c:v>
                </c:pt>
                <c:pt idx="141">
                  <c:v>-1716.0671654478663</c:v>
                </c:pt>
                <c:pt idx="142">
                  <c:v>-1716.0671654478663</c:v>
                </c:pt>
                <c:pt idx="143">
                  <c:v>-1716.0671654478663</c:v>
                </c:pt>
                <c:pt idx="144">
                  <c:v>-1716.0671654478663</c:v>
                </c:pt>
                <c:pt idx="145">
                  <c:v>-1716.0671654478663</c:v>
                </c:pt>
                <c:pt idx="146">
                  <c:v>-1668.4373552198308</c:v>
                </c:pt>
                <c:pt idx="147">
                  <c:v>-1668.4373552198308</c:v>
                </c:pt>
                <c:pt idx="148">
                  <c:v>-1668.4373552198308</c:v>
                </c:pt>
                <c:pt idx="149">
                  <c:v>-1668.4373552198308</c:v>
                </c:pt>
                <c:pt idx="150">
                  <c:v>-1604.656852435385</c:v>
                </c:pt>
                <c:pt idx="151">
                  <c:v>-1604.656852435385</c:v>
                </c:pt>
                <c:pt idx="152">
                  <c:v>-1594.0579852284204</c:v>
                </c:pt>
                <c:pt idx="153">
                  <c:v>-1594.0579852284204</c:v>
                </c:pt>
                <c:pt idx="154">
                  <c:v>-1594.0579852284204</c:v>
                </c:pt>
                <c:pt idx="155">
                  <c:v>-1594.0579852284204</c:v>
                </c:pt>
                <c:pt idx="156">
                  <c:v>-1594.0579852284204</c:v>
                </c:pt>
                <c:pt idx="157">
                  <c:v>-1594.0579852284204</c:v>
                </c:pt>
                <c:pt idx="158">
                  <c:v>-1594.0579852284204</c:v>
                </c:pt>
                <c:pt idx="159">
                  <c:v>-1594.0579852284204</c:v>
                </c:pt>
                <c:pt idx="160">
                  <c:v>-1594.0579852284204</c:v>
                </c:pt>
                <c:pt idx="161">
                  <c:v>-1537.3805216445471</c:v>
                </c:pt>
                <c:pt idx="162">
                  <c:v>-1537.3805216445471</c:v>
                </c:pt>
                <c:pt idx="163">
                  <c:v>-1537.3805216445471</c:v>
                </c:pt>
                <c:pt idx="164">
                  <c:v>-1537.3805216445471</c:v>
                </c:pt>
                <c:pt idx="165">
                  <c:v>-1537.3805216445471</c:v>
                </c:pt>
                <c:pt idx="166">
                  <c:v>-1537.3805216445471</c:v>
                </c:pt>
                <c:pt idx="167">
                  <c:v>-1537.3805216445471</c:v>
                </c:pt>
                <c:pt idx="168">
                  <c:v>-1537.3805216445471</c:v>
                </c:pt>
                <c:pt idx="169">
                  <c:v>-1537.3805216445471</c:v>
                </c:pt>
                <c:pt idx="170">
                  <c:v>-1537.3805216445471</c:v>
                </c:pt>
                <c:pt idx="171">
                  <c:v>-1537.3805216445471</c:v>
                </c:pt>
                <c:pt idx="172">
                  <c:v>-1537.3805216445471</c:v>
                </c:pt>
                <c:pt idx="173">
                  <c:v>-1537.3805216445471</c:v>
                </c:pt>
                <c:pt idx="174">
                  <c:v>-1537.3805216445471</c:v>
                </c:pt>
                <c:pt idx="175">
                  <c:v>-1537.3805216445471</c:v>
                </c:pt>
                <c:pt idx="176">
                  <c:v>-1537.3805216445471</c:v>
                </c:pt>
                <c:pt idx="177">
                  <c:v>-1537.3805216445471</c:v>
                </c:pt>
                <c:pt idx="178">
                  <c:v>-1403.7612627068975</c:v>
                </c:pt>
                <c:pt idx="179">
                  <c:v>-1403.7612627068975</c:v>
                </c:pt>
                <c:pt idx="180">
                  <c:v>-1403.7612627068975</c:v>
                </c:pt>
                <c:pt idx="181">
                  <c:v>-1403.7612627068975</c:v>
                </c:pt>
                <c:pt idx="182">
                  <c:v>-1403.7612627068975</c:v>
                </c:pt>
                <c:pt idx="183">
                  <c:v>-1403.7612627068975</c:v>
                </c:pt>
                <c:pt idx="184">
                  <c:v>-1403.7612627068975</c:v>
                </c:pt>
                <c:pt idx="185">
                  <c:v>-1403.7612627068975</c:v>
                </c:pt>
                <c:pt idx="186">
                  <c:v>-1403.7612627068975</c:v>
                </c:pt>
                <c:pt idx="187">
                  <c:v>-1403.7612627068975</c:v>
                </c:pt>
                <c:pt idx="188">
                  <c:v>-1403.7612627068975</c:v>
                </c:pt>
                <c:pt idx="189">
                  <c:v>-1403.7612627068975</c:v>
                </c:pt>
                <c:pt idx="190">
                  <c:v>-1403.7612627068975</c:v>
                </c:pt>
                <c:pt idx="191">
                  <c:v>-1403.7612627068975</c:v>
                </c:pt>
                <c:pt idx="192">
                  <c:v>-1280.306426845762</c:v>
                </c:pt>
                <c:pt idx="193">
                  <c:v>-1280.306426845762</c:v>
                </c:pt>
                <c:pt idx="194">
                  <c:v>-1280.306426845762</c:v>
                </c:pt>
                <c:pt idx="195">
                  <c:v>-1280.306426845762</c:v>
                </c:pt>
                <c:pt idx="196">
                  <c:v>-1280.306426845762</c:v>
                </c:pt>
                <c:pt idx="197">
                  <c:v>-1280.306426845762</c:v>
                </c:pt>
                <c:pt idx="198">
                  <c:v>-1280.306426845762</c:v>
                </c:pt>
                <c:pt idx="199">
                  <c:v>-1280.306426845762</c:v>
                </c:pt>
                <c:pt idx="200">
                  <c:v>-1280.306426845762</c:v>
                </c:pt>
                <c:pt idx="201">
                  <c:v>-1280.306426845762</c:v>
                </c:pt>
                <c:pt idx="202">
                  <c:v>-1280.306426845762</c:v>
                </c:pt>
                <c:pt idx="203">
                  <c:v>-1280.306426845762</c:v>
                </c:pt>
                <c:pt idx="204">
                  <c:v>-1280.306426845762</c:v>
                </c:pt>
                <c:pt idx="205">
                  <c:v>-1280.306426845762</c:v>
                </c:pt>
                <c:pt idx="206">
                  <c:v>-1280.306426845762</c:v>
                </c:pt>
                <c:pt idx="207">
                  <c:v>-1280.306426845762</c:v>
                </c:pt>
                <c:pt idx="208">
                  <c:v>-1280.306426845762</c:v>
                </c:pt>
                <c:pt idx="209">
                  <c:v>-1280.306426845762</c:v>
                </c:pt>
                <c:pt idx="210">
                  <c:v>-1280.306426845762</c:v>
                </c:pt>
                <c:pt idx="211">
                  <c:v>-1280.306426845762</c:v>
                </c:pt>
                <c:pt idx="212">
                  <c:v>-1280.306426845762</c:v>
                </c:pt>
                <c:pt idx="213">
                  <c:v>-1239.5598535292813</c:v>
                </c:pt>
                <c:pt idx="214">
                  <c:v>-1239.5598535292813</c:v>
                </c:pt>
                <c:pt idx="215">
                  <c:v>-1239.5598535292813</c:v>
                </c:pt>
                <c:pt idx="216">
                  <c:v>-1239.5598535292813</c:v>
                </c:pt>
                <c:pt idx="217">
                  <c:v>-1239.5598535292813</c:v>
                </c:pt>
                <c:pt idx="218">
                  <c:v>-1239.5598535292813</c:v>
                </c:pt>
                <c:pt idx="219">
                  <c:v>-1239.5598535292813</c:v>
                </c:pt>
                <c:pt idx="220">
                  <c:v>-1239.5598535292813</c:v>
                </c:pt>
                <c:pt idx="221">
                  <c:v>-1239.5598535292813</c:v>
                </c:pt>
                <c:pt idx="222">
                  <c:v>-1239.5598535292813</c:v>
                </c:pt>
                <c:pt idx="223">
                  <c:v>-1239.5598535292813</c:v>
                </c:pt>
                <c:pt idx="224">
                  <c:v>-1239.5598535292813</c:v>
                </c:pt>
                <c:pt idx="225">
                  <c:v>-1239.5598535292813</c:v>
                </c:pt>
                <c:pt idx="226">
                  <c:v>-1239.5598535292813</c:v>
                </c:pt>
                <c:pt idx="227">
                  <c:v>-1127.5921435550081</c:v>
                </c:pt>
                <c:pt idx="228">
                  <c:v>-1076.0502226339422</c:v>
                </c:pt>
                <c:pt idx="229">
                  <c:v>-1076.0502226339422</c:v>
                </c:pt>
                <c:pt idx="230">
                  <c:v>-1076.0502226339422</c:v>
                </c:pt>
                <c:pt idx="231">
                  <c:v>-1025.9623507454319</c:v>
                </c:pt>
                <c:pt idx="232">
                  <c:v>-1025.9623507454319</c:v>
                </c:pt>
                <c:pt idx="233">
                  <c:v>-1025.9623507454319</c:v>
                </c:pt>
                <c:pt idx="234">
                  <c:v>-1025.9623507454319</c:v>
                </c:pt>
                <c:pt idx="235">
                  <c:v>-1020.232172812168</c:v>
                </c:pt>
                <c:pt idx="236">
                  <c:v>-917.25316074774753</c:v>
                </c:pt>
                <c:pt idx="237">
                  <c:v>-917.25316074774753</c:v>
                </c:pt>
                <c:pt idx="238">
                  <c:v>-917.25316074774753</c:v>
                </c:pt>
                <c:pt idx="239">
                  <c:v>-917.25316074774753</c:v>
                </c:pt>
                <c:pt idx="240">
                  <c:v>-917.25316074774753</c:v>
                </c:pt>
                <c:pt idx="241">
                  <c:v>-917.25316074774753</c:v>
                </c:pt>
                <c:pt idx="242">
                  <c:v>-917.25316074774753</c:v>
                </c:pt>
                <c:pt idx="243">
                  <c:v>-917.25316074774753</c:v>
                </c:pt>
                <c:pt idx="244">
                  <c:v>-917.25316074774753</c:v>
                </c:pt>
                <c:pt idx="245">
                  <c:v>-917.25316074774753</c:v>
                </c:pt>
                <c:pt idx="246">
                  <c:v>-917.25316074774753</c:v>
                </c:pt>
                <c:pt idx="247">
                  <c:v>-917.25316074774753</c:v>
                </c:pt>
                <c:pt idx="248">
                  <c:v>-917.25316074774753</c:v>
                </c:pt>
                <c:pt idx="249">
                  <c:v>-917.25316074774753</c:v>
                </c:pt>
                <c:pt idx="250">
                  <c:v>-917.25316074774753</c:v>
                </c:pt>
                <c:pt idx="251">
                  <c:v>-917.25316074774753</c:v>
                </c:pt>
                <c:pt idx="252">
                  <c:v>-917.25316074774753</c:v>
                </c:pt>
                <c:pt idx="253">
                  <c:v>-917.25316074774753</c:v>
                </c:pt>
                <c:pt idx="254">
                  <c:v>-917.25316074774753</c:v>
                </c:pt>
                <c:pt idx="255">
                  <c:v>-917.25316074774753</c:v>
                </c:pt>
                <c:pt idx="256">
                  <c:v>-917.25316074774753</c:v>
                </c:pt>
                <c:pt idx="257">
                  <c:v>-917.25316074774753</c:v>
                </c:pt>
                <c:pt idx="258">
                  <c:v>-917.25316074774753</c:v>
                </c:pt>
                <c:pt idx="259">
                  <c:v>-917.25316074774753</c:v>
                </c:pt>
                <c:pt idx="260">
                  <c:v>-917.25316074774753</c:v>
                </c:pt>
                <c:pt idx="261">
                  <c:v>-917.25316074774753</c:v>
                </c:pt>
                <c:pt idx="262">
                  <c:v>-917.25316074774753</c:v>
                </c:pt>
                <c:pt idx="263">
                  <c:v>-917.25316074774753</c:v>
                </c:pt>
                <c:pt idx="264">
                  <c:v>-917.25316074774753</c:v>
                </c:pt>
                <c:pt idx="265">
                  <c:v>-917.25316074774753</c:v>
                </c:pt>
                <c:pt idx="266">
                  <c:v>-917.25316074774753</c:v>
                </c:pt>
                <c:pt idx="267">
                  <c:v>-917.25316074774753</c:v>
                </c:pt>
                <c:pt idx="268">
                  <c:v>-917.25316074774753</c:v>
                </c:pt>
                <c:pt idx="269">
                  <c:v>-917.25316074774753</c:v>
                </c:pt>
                <c:pt idx="270">
                  <c:v>-917.25316074774753</c:v>
                </c:pt>
                <c:pt idx="271">
                  <c:v>-917.25316074774753</c:v>
                </c:pt>
                <c:pt idx="272">
                  <c:v>-917.25316074774753</c:v>
                </c:pt>
                <c:pt idx="273">
                  <c:v>-917.25316074774753</c:v>
                </c:pt>
                <c:pt idx="274">
                  <c:v>-917.25316074774753</c:v>
                </c:pt>
                <c:pt idx="275">
                  <c:v>-887.9565812210011</c:v>
                </c:pt>
                <c:pt idx="276">
                  <c:v>-887.9565812210011</c:v>
                </c:pt>
                <c:pt idx="277">
                  <c:v>-887.9565812210011</c:v>
                </c:pt>
                <c:pt idx="278">
                  <c:v>-887.9565812210011</c:v>
                </c:pt>
                <c:pt idx="279">
                  <c:v>-887.9565812210011</c:v>
                </c:pt>
                <c:pt idx="280">
                  <c:v>-887.9565812210011</c:v>
                </c:pt>
                <c:pt idx="281">
                  <c:v>-887.9565812210011</c:v>
                </c:pt>
                <c:pt idx="282">
                  <c:v>-887.9565812210011</c:v>
                </c:pt>
                <c:pt idx="283">
                  <c:v>-887.9565812210011</c:v>
                </c:pt>
                <c:pt idx="284">
                  <c:v>-887.9565812210011</c:v>
                </c:pt>
                <c:pt idx="285">
                  <c:v>-887.9565812210011</c:v>
                </c:pt>
                <c:pt idx="286">
                  <c:v>-887.9565812210011</c:v>
                </c:pt>
                <c:pt idx="287">
                  <c:v>-887.9565812210011</c:v>
                </c:pt>
                <c:pt idx="288">
                  <c:v>-887.9565812210011</c:v>
                </c:pt>
                <c:pt idx="289">
                  <c:v>-887.9565812210011</c:v>
                </c:pt>
                <c:pt idx="290">
                  <c:v>-887.9565812210011</c:v>
                </c:pt>
                <c:pt idx="291">
                  <c:v>-887.9565812210011</c:v>
                </c:pt>
                <c:pt idx="292">
                  <c:v>-887.9565812210011</c:v>
                </c:pt>
                <c:pt idx="293">
                  <c:v>-887.9565812210011</c:v>
                </c:pt>
                <c:pt idx="294">
                  <c:v>-887.9565812210011</c:v>
                </c:pt>
                <c:pt idx="295">
                  <c:v>-887.9565812210011</c:v>
                </c:pt>
                <c:pt idx="296">
                  <c:v>-887.9565812210011</c:v>
                </c:pt>
                <c:pt idx="297">
                  <c:v>-887.9565812210011</c:v>
                </c:pt>
                <c:pt idx="298">
                  <c:v>-887.9565812210011</c:v>
                </c:pt>
                <c:pt idx="299">
                  <c:v>-887.9565812210011</c:v>
                </c:pt>
                <c:pt idx="300">
                  <c:v>-887.9565812210011</c:v>
                </c:pt>
                <c:pt idx="301">
                  <c:v>-887.9565812210011</c:v>
                </c:pt>
                <c:pt idx="302">
                  <c:v>-887.9565812210011</c:v>
                </c:pt>
                <c:pt idx="303">
                  <c:v>-887.9565812210011</c:v>
                </c:pt>
                <c:pt idx="304">
                  <c:v>-887.9565812210011</c:v>
                </c:pt>
                <c:pt idx="305">
                  <c:v>-887.9565812210011</c:v>
                </c:pt>
                <c:pt idx="306">
                  <c:v>-887.9565812210011</c:v>
                </c:pt>
                <c:pt idx="307">
                  <c:v>-887.9565812210011</c:v>
                </c:pt>
                <c:pt idx="308">
                  <c:v>-887.9565812210011</c:v>
                </c:pt>
                <c:pt idx="309">
                  <c:v>-887.9565812210011</c:v>
                </c:pt>
                <c:pt idx="310">
                  <c:v>-887.9565812210011</c:v>
                </c:pt>
                <c:pt idx="311">
                  <c:v>-887.9565812210011</c:v>
                </c:pt>
                <c:pt idx="312">
                  <c:v>-887.9565812210011</c:v>
                </c:pt>
                <c:pt idx="313">
                  <c:v>-887.9565812210011</c:v>
                </c:pt>
                <c:pt idx="314">
                  <c:v>-887.9565812210011</c:v>
                </c:pt>
                <c:pt idx="315">
                  <c:v>-887.9565812210011</c:v>
                </c:pt>
                <c:pt idx="316">
                  <c:v>-816.66102794620497</c:v>
                </c:pt>
                <c:pt idx="317">
                  <c:v>-816.66102794620497</c:v>
                </c:pt>
                <c:pt idx="318">
                  <c:v>-816.66102794620497</c:v>
                </c:pt>
                <c:pt idx="319">
                  <c:v>-816.66102794620497</c:v>
                </c:pt>
                <c:pt idx="320">
                  <c:v>-816.66102794620497</c:v>
                </c:pt>
                <c:pt idx="321">
                  <c:v>-816.66102794620497</c:v>
                </c:pt>
                <c:pt idx="322">
                  <c:v>-816.66102794620497</c:v>
                </c:pt>
                <c:pt idx="323">
                  <c:v>-816.66102794620497</c:v>
                </c:pt>
                <c:pt idx="324">
                  <c:v>-816.66102794620497</c:v>
                </c:pt>
                <c:pt idx="325">
                  <c:v>-816.66102794620497</c:v>
                </c:pt>
                <c:pt idx="326">
                  <c:v>-816.66102794620497</c:v>
                </c:pt>
                <c:pt idx="327">
                  <c:v>-816.66102794620497</c:v>
                </c:pt>
                <c:pt idx="328">
                  <c:v>-816.66102794620497</c:v>
                </c:pt>
                <c:pt idx="329">
                  <c:v>-816.66102794620497</c:v>
                </c:pt>
                <c:pt idx="330">
                  <c:v>-816.66102794620497</c:v>
                </c:pt>
                <c:pt idx="331">
                  <c:v>-816.66102794620497</c:v>
                </c:pt>
                <c:pt idx="332">
                  <c:v>-816.66102794620497</c:v>
                </c:pt>
                <c:pt idx="333">
                  <c:v>-816.66102794620497</c:v>
                </c:pt>
                <c:pt idx="334">
                  <c:v>-816.66102794620497</c:v>
                </c:pt>
                <c:pt idx="335">
                  <c:v>-816.66102794620497</c:v>
                </c:pt>
                <c:pt idx="336">
                  <c:v>-816.66102794620497</c:v>
                </c:pt>
                <c:pt idx="337">
                  <c:v>-816.66102794620497</c:v>
                </c:pt>
                <c:pt idx="338">
                  <c:v>-816.66102794620497</c:v>
                </c:pt>
                <c:pt idx="339">
                  <c:v>-816.66102794620497</c:v>
                </c:pt>
                <c:pt idx="340">
                  <c:v>-816.66102794620497</c:v>
                </c:pt>
                <c:pt idx="341">
                  <c:v>-816.66102794620497</c:v>
                </c:pt>
                <c:pt idx="342">
                  <c:v>-816.66102794620497</c:v>
                </c:pt>
                <c:pt idx="343">
                  <c:v>-816.66102794620497</c:v>
                </c:pt>
                <c:pt idx="344">
                  <c:v>-816.66102794620497</c:v>
                </c:pt>
                <c:pt idx="345">
                  <c:v>-816.66102794620497</c:v>
                </c:pt>
                <c:pt idx="346">
                  <c:v>-816.66102794620497</c:v>
                </c:pt>
                <c:pt idx="347">
                  <c:v>-814.41244522988552</c:v>
                </c:pt>
                <c:pt idx="348">
                  <c:v>-814.41244522988552</c:v>
                </c:pt>
                <c:pt idx="349">
                  <c:v>-814.41244522988552</c:v>
                </c:pt>
                <c:pt idx="350">
                  <c:v>-814.41244522988552</c:v>
                </c:pt>
                <c:pt idx="351">
                  <c:v>-814.41244522988552</c:v>
                </c:pt>
                <c:pt idx="352">
                  <c:v>-814.41244522988552</c:v>
                </c:pt>
                <c:pt idx="353">
                  <c:v>-814.41244522988552</c:v>
                </c:pt>
                <c:pt idx="354">
                  <c:v>-814.41244522988552</c:v>
                </c:pt>
                <c:pt idx="355">
                  <c:v>-766.57119296851351</c:v>
                </c:pt>
                <c:pt idx="356">
                  <c:v>-766.57119296851351</c:v>
                </c:pt>
                <c:pt idx="357">
                  <c:v>-766.57119296851351</c:v>
                </c:pt>
                <c:pt idx="358">
                  <c:v>-766.57119296851351</c:v>
                </c:pt>
                <c:pt idx="359">
                  <c:v>-766.57119296851351</c:v>
                </c:pt>
                <c:pt idx="360">
                  <c:v>-766.57119296851351</c:v>
                </c:pt>
                <c:pt idx="361">
                  <c:v>-501.46577377628216</c:v>
                </c:pt>
                <c:pt idx="362">
                  <c:v>-501.46577377628216</c:v>
                </c:pt>
                <c:pt idx="363">
                  <c:v>-501.46577377628216</c:v>
                </c:pt>
                <c:pt idx="364">
                  <c:v>-501.46577377628216</c:v>
                </c:pt>
                <c:pt idx="365">
                  <c:v>-501.46577377628216</c:v>
                </c:pt>
                <c:pt idx="366">
                  <c:v>-501.46577377628216</c:v>
                </c:pt>
                <c:pt idx="367">
                  <c:v>-501.46577377628216</c:v>
                </c:pt>
                <c:pt idx="368">
                  <c:v>-501.46577377628216</c:v>
                </c:pt>
                <c:pt idx="369">
                  <c:v>-501.46577377628216</c:v>
                </c:pt>
                <c:pt idx="370">
                  <c:v>-501.46577377628216</c:v>
                </c:pt>
                <c:pt idx="371">
                  <c:v>-501.46577377628216</c:v>
                </c:pt>
                <c:pt idx="372">
                  <c:v>-501.46577377628216</c:v>
                </c:pt>
                <c:pt idx="373">
                  <c:v>-501.46577377628216</c:v>
                </c:pt>
                <c:pt idx="374">
                  <c:v>-501.46577377628216</c:v>
                </c:pt>
                <c:pt idx="375">
                  <c:v>-501.46577377628216</c:v>
                </c:pt>
                <c:pt idx="376">
                  <c:v>-501.46577377628216</c:v>
                </c:pt>
                <c:pt idx="377">
                  <c:v>-501.46577377628216</c:v>
                </c:pt>
                <c:pt idx="378">
                  <c:v>-501.46577377628216</c:v>
                </c:pt>
                <c:pt idx="379">
                  <c:v>-501.46577377628216</c:v>
                </c:pt>
                <c:pt idx="380">
                  <c:v>-501.46577377628216</c:v>
                </c:pt>
                <c:pt idx="381">
                  <c:v>-501.46577377628216</c:v>
                </c:pt>
                <c:pt idx="382">
                  <c:v>-501.46577377628216</c:v>
                </c:pt>
                <c:pt idx="383">
                  <c:v>-501.46577377628216</c:v>
                </c:pt>
                <c:pt idx="384">
                  <c:v>-501.46577377628216</c:v>
                </c:pt>
                <c:pt idx="385">
                  <c:v>-501.46577377628216</c:v>
                </c:pt>
                <c:pt idx="386">
                  <c:v>-501.46577377628216</c:v>
                </c:pt>
                <c:pt idx="387">
                  <c:v>-501.46577377628216</c:v>
                </c:pt>
                <c:pt idx="388">
                  <c:v>-501.46577377628216</c:v>
                </c:pt>
                <c:pt idx="389">
                  <c:v>-501.46577377628216</c:v>
                </c:pt>
                <c:pt idx="390">
                  <c:v>-501.46577377628216</c:v>
                </c:pt>
                <c:pt idx="391">
                  <c:v>-501.46577377628216</c:v>
                </c:pt>
                <c:pt idx="392">
                  <c:v>-501.46577377628216</c:v>
                </c:pt>
                <c:pt idx="393">
                  <c:v>-501.46577377628216</c:v>
                </c:pt>
                <c:pt idx="394">
                  <c:v>-501.46577377628216</c:v>
                </c:pt>
                <c:pt idx="395">
                  <c:v>-501.46577377628216</c:v>
                </c:pt>
                <c:pt idx="396">
                  <c:v>-501.46577377628216</c:v>
                </c:pt>
                <c:pt idx="397">
                  <c:v>-501.46577377628216</c:v>
                </c:pt>
                <c:pt idx="398">
                  <c:v>-501.46577377628216</c:v>
                </c:pt>
                <c:pt idx="399">
                  <c:v>-501.46577377628216</c:v>
                </c:pt>
                <c:pt idx="400">
                  <c:v>-501.46577377628216</c:v>
                </c:pt>
                <c:pt idx="401">
                  <c:v>-501.46577377628216</c:v>
                </c:pt>
                <c:pt idx="402">
                  <c:v>-501.46577377628216</c:v>
                </c:pt>
                <c:pt idx="403">
                  <c:v>-501.46577377628216</c:v>
                </c:pt>
                <c:pt idx="404">
                  <c:v>-501.46577377628216</c:v>
                </c:pt>
                <c:pt idx="405">
                  <c:v>-501.46577377628216</c:v>
                </c:pt>
                <c:pt idx="406">
                  <c:v>-501.46577377628216</c:v>
                </c:pt>
                <c:pt idx="407">
                  <c:v>-501.46577377628216</c:v>
                </c:pt>
                <c:pt idx="408">
                  <c:v>-501.46577377628216</c:v>
                </c:pt>
                <c:pt idx="409">
                  <c:v>-501.46577377628216</c:v>
                </c:pt>
                <c:pt idx="410">
                  <c:v>-501.46577377628216</c:v>
                </c:pt>
                <c:pt idx="411">
                  <c:v>-501.46577377628216</c:v>
                </c:pt>
                <c:pt idx="412">
                  <c:v>-501.46577377628216</c:v>
                </c:pt>
                <c:pt idx="413">
                  <c:v>-501.46577377628216</c:v>
                </c:pt>
                <c:pt idx="414">
                  <c:v>-501.46577377628216</c:v>
                </c:pt>
                <c:pt idx="415">
                  <c:v>-501.46577377628216</c:v>
                </c:pt>
                <c:pt idx="416">
                  <c:v>-501.46577377628216</c:v>
                </c:pt>
                <c:pt idx="417">
                  <c:v>-501.46577377628216</c:v>
                </c:pt>
                <c:pt idx="418">
                  <c:v>-501.46577377628216</c:v>
                </c:pt>
                <c:pt idx="419">
                  <c:v>-501.46577377628216</c:v>
                </c:pt>
                <c:pt idx="420">
                  <c:v>-501.46577377628216</c:v>
                </c:pt>
                <c:pt idx="421">
                  <c:v>-501.46577377628216</c:v>
                </c:pt>
                <c:pt idx="422">
                  <c:v>-501.46577377628216</c:v>
                </c:pt>
                <c:pt idx="423">
                  <c:v>-501.46577377628216</c:v>
                </c:pt>
                <c:pt idx="424">
                  <c:v>-501.46577377628216</c:v>
                </c:pt>
                <c:pt idx="425">
                  <c:v>-501.46577377628216</c:v>
                </c:pt>
                <c:pt idx="426">
                  <c:v>-371.7343152013168</c:v>
                </c:pt>
                <c:pt idx="427">
                  <c:v>-371.7343152013168</c:v>
                </c:pt>
                <c:pt idx="428">
                  <c:v>-371.7343152013168</c:v>
                </c:pt>
                <c:pt idx="429">
                  <c:v>-371.7343152013168</c:v>
                </c:pt>
                <c:pt idx="430">
                  <c:v>-371.7343152013168</c:v>
                </c:pt>
                <c:pt idx="431">
                  <c:v>-371.7343152013168</c:v>
                </c:pt>
                <c:pt idx="432">
                  <c:v>-371.7343152013168</c:v>
                </c:pt>
                <c:pt idx="433">
                  <c:v>-371.7343152013168</c:v>
                </c:pt>
                <c:pt idx="434">
                  <c:v>-371.7343152013168</c:v>
                </c:pt>
                <c:pt idx="435">
                  <c:v>-371.7343152013168</c:v>
                </c:pt>
                <c:pt idx="436">
                  <c:v>-371.7343152013168</c:v>
                </c:pt>
                <c:pt idx="437">
                  <c:v>-371.7343152013168</c:v>
                </c:pt>
                <c:pt idx="438">
                  <c:v>-371.7343152013168</c:v>
                </c:pt>
                <c:pt idx="439">
                  <c:v>-371.7343152013168</c:v>
                </c:pt>
                <c:pt idx="440">
                  <c:v>-371.7343152013168</c:v>
                </c:pt>
                <c:pt idx="441">
                  <c:v>-371.7343152013168</c:v>
                </c:pt>
                <c:pt idx="442">
                  <c:v>-371.7343152013168</c:v>
                </c:pt>
                <c:pt idx="443">
                  <c:v>-371.7343152013168</c:v>
                </c:pt>
                <c:pt idx="444">
                  <c:v>-371.7343152013168</c:v>
                </c:pt>
                <c:pt idx="445">
                  <c:v>-371.7343152013168</c:v>
                </c:pt>
                <c:pt idx="446">
                  <c:v>-371.7343152013168</c:v>
                </c:pt>
                <c:pt idx="447">
                  <c:v>-371.7343152013168</c:v>
                </c:pt>
                <c:pt idx="448">
                  <c:v>-371.7343152013168</c:v>
                </c:pt>
                <c:pt idx="449">
                  <c:v>-371.7343152013168</c:v>
                </c:pt>
                <c:pt idx="450">
                  <c:v>-371.7343152013168</c:v>
                </c:pt>
                <c:pt idx="451">
                  <c:v>-371.7343152013168</c:v>
                </c:pt>
                <c:pt idx="452">
                  <c:v>-371.7343152013168</c:v>
                </c:pt>
                <c:pt idx="453">
                  <c:v>-371.7343152013168</c:v>
                </c:pt>
                <c:pt idx="454">
                  <c:v>-371.7343152013168</c:v>
                </c:pt>
                <c:pt idx="455">
                  <c:v>-371.7343152013168</c:v>
                </c:pt>
                <c:pt idx="456">
                  <c:v>-371.7343152013168</c:v>
                </c:pt>
                <c:pt idx="457">
                  <c:v>-371.7343152013168</c:v>
                </c:pt>
                <c:pt idx="458">
                  <c:v>-371.7343152013168</c:v>
                </c:pt>
                <c:pt idx="459">
                  <c:v>-371.7343152013168</c:v>
                </c:pt>
                <c:pt idx="460">
                  <c:v>-371.7343152013168</c:v>
                </c:pt>
                <c:pt idx="461">
                  <c:v>-371.7343152013168</c:v>
                </c:pt>
                <c:pt idx="462">
                  <c:v>-371.7343152013168</c:v>
                </c:pt>
                <c:pt idx="463">
                  <c:v>-371.7343152013168</c:v>
                </c:pt>
                <c:pt idx="464">
                  <c:v>-371.7343152013168</c:v>
                </c:pt>
                <c:pt idx="465">
                  <c:v>-371.7343152013168</c:v>
                </c:pt>
                <c:pt idx="466">
                  <c:v>-371.7343152013168</c:v>
                </c:pt>
                <c:pt idx="467">
                  <c:v>-371.7343152013168</c:v>
                </c:pt>
                <c:pt idx="468">
                  <c:v>-371.7343152013168</c:v>
                </c:pt>
                <c:pt idx="469">
                  <c:v>-371.7343152013168</c:v>
                </c:pt>
                <c:pt idx="470">
                  <c:v>-371.7343152013168</c:v>
                </c:pt>
                <c:pt idx="471">
                  <c:v>-371.7343152013168</c:v>
                </c:pt>
                <c:pt idx="472">
                  <c:v>-371.7343152013168</c:v>
                </c:pt>
                <c:pt idx="473">
                  <c:v>-371.7343152013168</c:v>
                </c:pt>
                <c:pt idx="474">
                  <c:v>-371.7343152013168</c:v>
                </c:pt>
                <c:pt idx="475">
                  <c:v>-371.7343152013168</c:v>
                </c:pt>
                <c:pt idx="476">
                  <c:v>-371.7343152013168</c:v>
                </c:pt>
                <c:pt idx="477">
                  <c:v>-371.7343152013168</c:v>
                </c:pt>
                <c:pt idx="478">
                  <c:v>-371.7343152013168</c:v>
                </c:pt>
                <c:pt idx="479">
                  <c:v>-371.7343152013168</c:v>
                </c:pt>
                <c:pt idx="480">
                  <c:v>-371.7343152013168</c:v>
                </c:pt>
                <c:pt idx="481">
                  <c:v>-371.7343152013168</c:v>
                </c:pt>
                <c:pt idx="482">
                  <c:v>-371.7343152013168</c:v>
                </c:pt>
                <c:pt idx="483">
                  <c:v>-371.7343152013168</c:v>
                </c:pt>
                <c:pt idx="484">
                  <c:v>-371.7343152013168</c:v>
                </c:pt>
                <c:pt idx="485">
                  <c:v>-371.7343152013168</c:v>
                </c:pt>
                <c:pt idx="486">
                  <c:v>-371.7343152013168</c:v>
                </c:pt>
                <c:pt idx="487">
                  <c:v>-371.7343152013168</c:v>
                </c:pt>
                <c:pt idx="488">
                  <c:v>-371.7343152013168</c:v>
                </c:pt>
                <c:pt idx="489">
                  <c:v>-371.7343152013168</c:v>
                </c:pt>
                <c:pt idx="490">
                  <c:v>-371.7343152013168</c:v>
                </c:pt>
                <c:pt idx="491">
                  <c:v>-371.7343152013168</c:v>
                </c:pt>
                <c:pt idx="492">
                  <c:v>-371.7343152013168</c:v>
                </c:pt>
                <c:pt idx="493">
                  <c:v>-371.7343152013168</c:v>
                </c:pt>
                <c:pt idx="494">
                  <c:v>-371.7343152013168</c:v>
                </c:pt>
                <c:pt idx="495">
                  <c:v>-371.7343152013168</c:v>
                </c:pt>
                <c:pt idx="496">
                  <c:v>-371.7343152013168</c:v>
                </c:pt>
                <c:pt idx="497">
                  <c:v>-371.7343152013168</c:v>
                </c:pt>
                <c:pt idx="498">
                  <c:v>-371.7343152013168</c:v>
                </c:pt>
                <c:pt idx="499">
                  <c:v>-371.7343152013168</c:v>
                </c:pt>
                <c:pt idx="500">
                  <c:v>-371.7343152013168</c:v>
                </c:pt>
                <c:pt idx="501">
                  <c:v>-371.7343152013168</c:v>
                </c:pt>
                <c:pt idx="502">
                  <c:v>-371.7343152013168</c:v>
                </c:pt>
                <c:pt idx="503">
                  <c:v>-371.7343152013168</c:v>
                </c:pt>
                <c:pt idx="504">
                  <c:v>-371.7343152013168</c:v>
                </c:pt>
                <c:pt idx="505">
                  <c:v>-371.7343152013168</c:v>
                </c:pt>
                <c:pt idx="506">
                  <c:v>-371.7343152013168</c:v>
                </c:pt>
                <c:pt idx="507">
                  <c:v>-371.7343152013168</c:v>
                </c:pt>
                <c:pt idx="508">
                  <c:v>-371.7343152013168</c:v>
                </c:pt>
                <c:pt idx="509">
                  <c:v>-371.7343152013168</c:v>
                </c:pt>
                <c:pt idx="510">
                  <c:v>-371.7343152013168</c:v>
                </c:pt>
                <c:pt idx="511">
                  <c:v>-371.7343152013168</c:v>
                </c:pt>
                <c:pt idx="512">
                  <c:v>-371.7343152013168</c:v>
                </c:pt>
                <c:pt idx="513">
                  <c:v>-371.7343152013168</c:v>
                </c:pt>
                <c:pt idx="514">
                  <c:v>-371.7343152013168</c:v>
                </c:pt>
                <c:pt idx="515">
                  <c:v>-371.7343152013168</c:v>
                </c:pt>
                <c:pt idx="516">
                  <c:v>-371.7343152013168</c:v>
                </c:pt>
                <c:pt idx="517">
                  <c:v>-371.7343152013168</c:v>
                </c:pt>
                <c:pt idx="518">
                  <c:v>-371.7343152013168</c:v>
                </c:pt>
                <c:pt idx="519">
                  <c:v>-371.7343152013168</c:v>
                </c:pt>
                <c:pt idx="520">
                  <c:v>-371.7343152013168</c:v>
                </c:pt>
                <c:pt idx="521">
                  <c:v>-371.7343152013168</c:v>
                </c:pt>
                <c:pt idx="522">
                  <c:v>-371.7343152013168</c:v>
                </c:pt>
                <c:pt idx="523">
                  <c:v>-371.7343152013168</c:v>
                </c:pt>
                <c:pt idx="524">
                  <c:v>-371.7343152013168</c:v>
                </c:pt>
                <c:pt idx="525">
                  <c:v>124.71723177153272</c:v>
                </c:pt>
                <c:pt idx="526">
                  <c:v>124.71723177153272</c:v>
                </c:pt>
                <c:pt idx="527">
                  <c:v>124.71723177153272</c:v>
                </c:pt>
                <c:pt idx="528">
                  <c:v>124.71723177153272</c:v>
                </c:pt>
                <c:pt idx="529">
                  <c:v>124.71723177153272</c:v>
                </c:pt>
                <c:pt idx="530">
                  <c:v>124.71723177153272</c:v>
                </c:pt>
                <c:pt idx="531">
                  <c:v>124.71723177153272</c:v>
                </c:pt>
                <c:pt idx="532">
                  <c:v>124.71723177153272</c:v>
                </c:pt>
                <c:pt idx="533">
                  <c:v>124.71723177153272</c:v>
                </c:pt>
                <c:pt idx="534">
                  <c:v>124.71723177153272</c:v>
                </c:pt>
                <c:pt idx="535">
                  <c:v>124.71723177153272</c:v>
                </c:pt>
                <c:pt idx="536">
                  <c:v>124.71723177153272</c:v>
                </c:pt>
                <c:pt idx="537">
                  <c:v>124.71723177153272</c:v>
                </c:pt>
                <c:pt idx="538">
                  <c:v>238.48481162855055</c:v>
                </c:pt>
                <c:pt idx="539">
                  <c:v>238.48481162855055</c:v>
                </c:pt>
                <c:pt idx="540">
                  <c:v>238.48481162855055</c:v>
                </c:pt>
                <c:pt idx="541">
                  <c:v>238.48481162855055</c:v>
                </c:pt>
                <c:pt idx="542">
                  <c:v>238.48481162855055</c:v>
                </c:pt>
                <c:pt idx="543">
                  <c:v>238.48481162855055</c:v>
                </c:pt>
                <c:pt idx="544">
                  <c:v>238.48481162855055</c:v>
                </c:pt>
                <c:pt idx="545">
                  <c:v>238.48481162855055</c:v>
                </c:pt>
                <c:pt idx="546">
                  <c:v>238.48481162855055</c:v>
                </c:pt>
                <c:pt idx="547">
                  <c:v>238.48481162855055</c:v>
                </c:pt>
                <c:pt idx="548">
                  <c:v>238.48481162855055</c:v>
                </c:pt>
                <c:pt idx="549">
                  <c:v>295.72993928628205</c:v>
                </c:pt>
                <c:pt idx="550">
                  <c:v>295.72993928628205</c:v>
                </c:pt>
                <c:pt idx="551">
                  <c:v>295.72993928628205</c:v>
                </c:pt>
                <c:pt idx="552">
                  <c:v>295.72993928628205</c:v>
                </c:pt>
                <c:pt idx="553">
                  <c:v>295.72993928628205</c:v>
                </c:pt>
                <c:pt idx="554">
                  <c:v>295.72993928628205</c:v>
                </c:pt>
                <c:pt idx="555">
                  <c:v>295.72993928628205</c:v>
                </c:pt>
                <c:pt idx="556">
                  <c:v>295.72993928628205</c:v>
                </c:pt>
                <c:pt idx="557">
                  <c:v>295.72993928628205</c:v>
                </c:pt>
                <c:pt idx="558">
                  <c:v>295.72993928628205</c:v>
                </c:pt>
                <c:pt idx="559">
                  <c:v>295.72993928628205</c:v>
                </c:pt>
                <c:pt idx="560">
                  <c:v>295.72993928628205</c:v>
                </c:pt>
                <c:pt idx="561">
                  <c:v>295.72993928628205</c:v>
                </c:pt>
                <c:pt idx="562">
                  <c:v>295.72993928628205</c:v>
                </c:pt>
                <c:pt idx="563">
                  <c:v>295.72993928628205</c:v>
                </c:pt>
                <c:pt idx="564">
                  <c:v>295.72993928628205</c:v>
                </c:pt>
                <c:pt idx="565">
                  <c:v>295.72993928628205</c:v>
                </c:pt>
                <c:pt idx="566">
                  <c:v>295.72993928628205</c:v>
                </c:pt>
                <c:pt idx="567">
                  <c:v>295.72993928628205</c:v>
                </c:pt>
                <c:pt idx="568">
                  <c:v>295.72993928628205</c:v>
                </c:pt>
                <c:pt idx="569">
                  <c:v>295.72993928628205</c:v>
                </c:pt>
                <c:pt idx="570">
                  <c:v>295.72993928628205</c:v>
                </c:pt>
                <c:pt idx="571">
                  <c:v>295.72993928628205</c:v>
                </c:pt>
                <c:pt idx="572">
                  <c:v>295.72993928628205</c:v>
                </c:pt>
                <c:pt idx="573">
                  <c:v>446.34253627690919</c:v>
                </c:pt>
                <c:pt idx="574">
                  <c:v>446.34253627690919</c:v>
                </c:pt>
                <c:pt idx="575">
                  <c:v>446.34253627690919</c:v>
                </c:pt>
                <c:pt idx="576">
                  <c:v>446.34253627690919</c:v>
                </c:pt>
                <c:pt idx="577">
                  <c:v>446.34253627690919</c:v>
                </c:pt>
                <c:pt idx="578">
                  <c:v>446.34253627690919</c:v>
                </c:pt>
                <c:pt idx="579">
                  <c:v>446.34253627690919</c:v>
                </c:pt>
                <c:pt idx="580">
                  <c:v>446.34253627690919</c:v>
                </c:pt>
                <c:pt idx="581">
                  <c:v>446.34253627690919</c:v>
                </c:pt>
                <c:pt idx="582">
                  <c:v>446.34253627690919</c:v>
                </c:pt>
                <c:pt idx="583">
                  <c:v>446.34253627690919</c:v>
                </c:pt>
                <c:pt idx="584">
                  <c:v>446.34253627690919</c:v>
                </c:pt>
                <c:pt idx="585">
                  <c:v>446.34253627690919</c:v>
                </c:pt>
                <c:pt idx="586">
                  <c:v>446.34253627690919</c:v>
                </c:pt>
                <c:pt idx="587">
                  <c:v>446.34253627690919</c:v>
                </c:pt>
                <c:pt idx="588">
                  <c:v>446.34253627690919</c:v>
                </c:pt>
                <c:pt idx="589">
                  <c:v>446.34253627690919</c:v>
                </c:pt>
                <c:pt idx="590">
                  <c:v>446.34253627690919</c:v>
                </c:pt>
                <c:pt idx="591">
                  <c:v>446.34253627690919</c:v>
                </c:pt>
                <c:pt idx="592">
                  <c:v>446.34253627690919</c:v>
                </c:pt>
                <c:pt idx="593">
                  <c:v>446.34253627690919</c:v>
                </c:pt>
                <c:pt idx="594">
                  <c:v>446.34253627690919</c:v>
                </c:pt>
                <c:pt idx="595">
                  <c:v>446.34253627690919</c:v>
                </c:pt>
                <c:pt idx="596">
                  <c:v>446.34253627690919</c:v>
                </c:pt>
                <c:pt idx="597">
                  <c:v>446.34253627690919</c:v>
                </c:pt>
                <c:pt idx="598">
                  <c:v>446.34253627690919</c:v>
                </c:pt>
                <c:pt idx="599">
                  <c:v>446.34253627690919</c:v>
                </c:pt>
                <c:pt idx="600">
                  <c:v>446.34253627690919</c:v>
                </c:pt>
                <c:pt idx="601">
                  <c:v>446.34253627690919</c:v>
                </c:pt>
                <c:pt idx="602">
                  <c:v>446.34253627690919</c:v>
                </c:pt>
                <c:pt idx="603">
                  <c:v>446.34253627690919</c:v>
                </c:pt>
                <c:pt idx="604">
                  <c:v>446.34253627690919</c:v>
                </c:pt>
                <c:pt idx="605">
                  <c:v>446.34253627690919</c:v>
                </c:pt>
                <c:pt idx="606">
                  <c:v>446.34253627690919</c:v>
                </c:pt>
                <c:pt idx="607">
                  <c:v>446.34253627690919</c:v>
                </c:pt>
                <c:pt idx="608">
                  <c:v>446.34253627690919</c:v>
                </c:pt>
                <c:pt idx="609">
                  <c:v>446.34253627690919</c:v>
                </c:pt>
                <c:pt idx="610">
                  <c:v>446.34253627690919</c:v>
                </c:pt>
                <c:pt idx="611">
                  <c:v>446.34253627690919</c:v>
                </c:pt>
                <c:pt idx="612">
                  <c:v>446.34253627690919</c:v>
                </c:pt>
                <c:pt idx="613">
                  <c:v>446.34253627690919</c:v>
                </c:pt>
                <c:pt idx="614">
                  <c:v>446.34253627690919</c:v>
                </c:pt>
                <c:pt idx="615">
                  <c:v>446.34253627690919</c:v>
                </c:pt>
                <c:pt idx="616">
                  <c:v>446.34253627690919</c:v>
                </c:pt>
                <c:pt idx="617">
                  <c:v>446.34253627690919</c:v>
                </c:pt>
                <c:pt idx="618">
                  <c:v>446.34253627690919</c:v>
                </c:pt>
                <c:pt idx="619">
                  <c:v>446.34253627690919</c:v>
                </c:pt>
                <c:pt idx="620">
                  <c:v>587.38859625540442</c:v>
                </c:pt>
                <c:pt idx="621">
                  <c:v>587.38859625540442</c:v>
                </c:pt>
                <c:pt idx="622">
                  <c:v>587.38859625540442</c:v>
                </c:pt>
                <c:pt idx="623">
                  <c:v>587.38859625540442</c:v>
                </c:pt>
                <c:pt idx="624">
                  <c:v>587.38859625540442</c:v>
                </c:pt>
                <c:pt idx="625">
                  <c:v>587.38859625540442</c:v>
                </c:pt>
                <c:pt idx="626">
                  <c:v>587.38859625540442</c:v>
                </c:pt>
                <c:pt idx="627">
                  <c:v>587.38859625540442</c:v>
                </c:pt>
                <c:pt idx="628">
                  <c:v>587.38859625540442</c:v>
                </c:pt>
                <c:pt idx="629">
                  <c:v>587.38859625540442</c:v>
                </c:pt>
                <c:pt idx="630">
                  <c:v>587.38859625540442</c:v>
                </c:pt>
                <c:pt idx="631">
                  <c:v>587.38859625540442</c:v>
                </c:pt>
                <c:pt idx="632">
                  <c:v>587.38859625540442</c:v>
                </c:pt>
                <c:pt idx="633">
                  <c:v>587.38859625540442</c:v>
                </c:pt>
                <c:pt idx="634">
                  <c:v>587.38859625540442</c:v>
                </c:pt>
                <c:pt idx="635">
                  <c:v>587.38859625540442</c:v>
                </c:pt>
                <c:pt idx="636">
                  <c:v>587.38859625540442</c:v>
                </c:pt>
                <c:pt idx="637">
                  <c:v>587.38859625540442</c:v>
                </c:pt>
                <c:pt idx="638">
                  <c:v>587.38859625540442</c:v>
                </c:pt>
                <c:pt idx="639">
                  <c:v>587.38859625540442</c:v>
                </c:pt>
                <c:pt idx="640">
                  <c:v>587.38859625540442</c:v>
                </c:pt>
                <c:pt idx="641">
                  <c:v>587.38859625540442</c:v>
                </c:pt>
                <c:pt idx="642">
                  <c:v>587.38859625540442</c:v>
                </c:pt>
                <c:pt idx="643">
                  <c:v>587.38859625540442</c:v>
                </c:pt>
                <c:pt idx="644">
                  <c:v>587.38859625540442</c:v>
                </c:pt>
                <c:pt idx="645">
                  <c:v>587.38859625540442</c:v>
                </c:pt>
                <c:pt idx="646">
                  <c:v>587.38859625540442</c:v>
                </c:pt>
                <c:pt idx="647">
                  <c:v>587.38859625540442</c:v>
                </c:pt>
                <c:pt idx="648">
                  <c:v>587.38859625540442</c:v>
                </c:pt>
                <c:pt idx="649">
                  <c:v>587.38859625540442</c:v>
                </c:pt>
                <c:pt idx="650">
                  <c:v>587.38859625540442</c:v>
                </c:pt>
                <c:pt idx="651">
                  <c:v>587.38859625540442</c:v>
                </c:pt>
                <c:pt idx="652">
                  <c:v>587.38859625540442</c:v>
                </c:pt>
                <c:pt idx="653">
                  <c:v>587.38859625540442</c:v>
                </c:pt>
                <c:pt idx="654">
                  <c:v>587.38859625540442</c:v>
                </c:pt>
                <c:pt idx="655">
                  <c:v>587.38859625540442</c:v>
                </c:pt>
                <c:pt idx="656">
                  <c:v>587.38859625540442</c:v>
                </c:pt>
                <c:pt idx="657">
                  <c:v>587.38859625540442</c:v>
                </c:pt>
                <c:pt idx="658">
                  <c:v>587.38859625540442</c:v>
                </c:pt>
                <c:pt idx="659">
                  <c:v>587.38859625540442</c:v>
                </c:pt>
                <c:pt idx="660">
                  <c:v>587.38859625540442</c:v>
                </c:pt>
                <c:pt idx="661">
                  <c:v>587.38859625540442</c:v>
                </c:pt>
                <c:pt idx="662">
                  <c:v>587.38859625540442</c:v>
                </c:pt>
                <c:pt idx="663">
                  <c:v>587.38859625540442</c:v>
                </c:pt>
                <c:pt idx="664">
                  <c:v>587.38859625540442</c:v>
                </c:pt>
                <c:pt idx="665">
                  <c:v>587.38859625540442</c:v>
                </c:pt>
                <c:pt idx="666">
                  <c:v>587.38859625540442</c:v>
                </c:pt>
                <c:pt idx="667">
                  <c:v>587.38859625540442</c:v>
                </c:pt>
                <c:pt idx="668">
                  <c:v>587.38859625540442</c:v>
                </c:pt>
                <c:pt idx="669">
                  <c:v>587.38859625540442</c:v>
                </c:pt>
                <c:pt idx="670">
                  <c:v>843.15057639956251</c:v>
                </c:pt>
                <c:pt idx="671">
                  <c:v>843.15057639956251</c:v>
                </c:pt>
                <c:pt idx="672">
                  <c:v>843.15057639956251</c:v>
                </c:pt>
                <c:pt idx="673">
                  <c:v>843.15057639956251</c:v>
                </c:pt>
                <c:pt idx="674">
                  <c:v>843.15057639956251</c:v>
                </c:pt>
                <c:pt idx="675">
                  <c:v>843.15057639956251</c:v>
                </c:pt>
                <c:pt idx="676">
                  <c:v>843.15057639956251</c:v>
                </c:pt>
                <c:pt idx="677">
                  <c:v>843.15057639956251</c:v>
                </c:pt>
                <c:pt idx="678">
                  <c:v>843.15057639956251</c:v>
                </c:pt>
                <c:pt idx="679">
                  <c:v>843.15057639956251</c:v>
                </c:pt>
                <c:pt idx="680">
                  <c:v>843.15057639956251</c:v>
                </c:pt>
                <c:pt idx="681">
                  <c:v>843.15057639956251</c:v>
                </c:pt>
                <c:pt idx="682">
                  <c:v>843.15057639956251</c:v>
                </c:pt>
                <c:pt idx="683">
                  <c:v>843.15057639956251</c:v>
                </c:pt>
                <c:pt idx="684">
                  <c:v>897.06329574189567</c:v>
                </c:pt>
                <c:pt idx="685">
                  <c:v>897.06329574189567</c:v>
                </c:pt>
                <c:pt idx="686">
                  <c:v>897.06329574189567</c:v>
                </c:pt>
                <c:pt idx="687">
                  <c:v>897.06329574189567</c:v>
                </c:pt>
                <c:pt idx="688">
                  <c:v>897.06329574189567</c:v>
                </c:pt>
                <c:pt idx="689">
                  <c:v>897.06329574189567</c:v>
                </c:pt>
                <c:pt idx="690">
                  <c:v>897.06329574189567</c:v>
                </c:pt>
                <c:pt idx="691">
                  <c:v>897.06329574189567</c:v>
                </c:pt>
                <c:pt idx="692">
                  <c:v>897.06329574189567</c:v>
                </c:pt>
                <c:pt idx="693">
                  <c:v>897.06329574189567</c:v>
                </c:pt>
                <c:pt idx="694">
                  <c:v>897.06329574189567</c:v>
                </c:pt>
                <c:pt idx="695">
                  <c:v>897.06329574189567</c:v>
                </c:pt>
                <c:pt idx="696">
                  <c:v>897.06329574189567</c:v>
                </c:pt>
                <c:pt idx="697">
                  <c:v>897.06329574189567</c:v>
                </c:pt>
                <c:pt idx="698">
                  <c:v>897.06329574189567</c:v>
                </c:pt>
                <c:pt idx="699">
                  <c:v>897.06329574189567</c:v>
                </c:pt>
                <c:pt idx="700">
                  <c:v>897.06329574189567</c:v>
                </c:pt>
                <c:pt idx="701">
                  <c:v>897.06329574189567</c:v>
                </c:pt>
                <c:pt idx="702">
                  <c:v>897.06329574189567</c:v>
                </c:pt>
                <c:pt idx="703">
                  <c:v>897.06329574189567</c:v>
                </c:pt>
                <c:pt idx="704">
                  <c:v>956.7125115585286</c:v>
                </c:pt>
                <c:pt idx="705">
                  <c:v>956.7125115585286</c:v>
                </c:pt>
                <c:pt idx="706">
                  <c:v>956.7125115585286</c:v>
                </c:pt>
                <c:pt idx="707">
                  <c:v>956.7125115585286</c:v>
                </c:pt>
                <c:pt idx="708">
                  <c:v>956.7125115585286</c:v>
                </c:pt>
                <c:pt idx="709">
                  <c:v>956.7125115585286</c:v>
                </c:pt>
                <c:pt idx="710">
                  <c:v>956.7125115585286</c:v>
                </c:pt>
                <c:pt idx="711">
                  <c:v>956.7125115585286</c:v>
                </c:pt>
                <c:pt idx="712">
                  <c:v>956.7125115585286</c:v>
                </c:pt>
                <c:pt idx="713">
                  <c:v>956.7125115585286</c:v>
                </c:pt>
                <c:pt idx="714">
                  <c:v>956.7125115585286</c:v>
                </c:pt>
                <c:pt idx="715">
                  <c:v>956.7125115585286</c:v>
                </c:pt>
                <c:pt idx="716">
                  <c:v>956.7125115585286</c:v>
                </c:pt>
                <c:pt idx="717">
                  <c:v>956.7125115585286</c:v>
                </c:pt>
                <c:pt idx="718">
                  <c:v>956.7125115585286</c:v>
                </c:pt>
                <c:pt idx="719">
                  <c:v>956.7125115585286</c:v>
                </c:pt>
                <c:pt idx="720">
                  <c:v>956.7125115585286</c:v>
                </c:pt>
                <c:pt idx="721">
                  <c:v>956.7125115585286</c:v>
                </c:pt>
                <c:pt idx="722">
                  <c:v>956.7125115585286</c:v>
                </c:pt>
                <c:pt idx="723">
                  <c:v>956.7125115585286</c:v>
                </c:pt>
                <c:pt idx="724">
                  <c:v>956.7125115585286</c:v>
                </c:pt>
                <c:pt idx="725">
                  <c:v>956.7125115585286</c:v>
                </c:pt>
                <c:pt idx="726">
                  <c:v>956.7125115585286</c:v>
                </c:pt>
                <c:pt idx="727">
                  <c:v>956.7125115585286</c:v>
                </c:pt>
                <c:pt idx="728">
                  <c:v>956.7125115585286</c:v>
                </c:pt>
                <c:pt idx="729">
                  <c:v>956.7125115585286</c:v>
                </c:pt>
                <c:pt idx="730">
                  <c:v>956.7125115585286</c:v>
                </c:pt>
                <c:pt idx="731">
                  <c:v>956.7125115585286</c:v>
                </c:pt>
                <c:pt idx="732">
                  <c:v>956.7125115585286</c:v>
                </c:pt>
                <c:pt idx="733">
                  <c:v>1087.8685440207673</c:v>
                </c:pt>
                <c:pt idx="734">
                  <c:v>1087.8685440207673</c:v>
                </c:pt>
                <c:pt idx="735">
                  <c:v>1087.8685440207673</c:v>
                </c:pt>
                <c:pt idx="736">
                  <c:v>1087.8685440207673</c:v>
                </c:pt>
                <c:pt idx="737">
                  <c:v>1087.8685440207673</c:v>
                </c:pt>
                <c:pt idx="738">
                  <c:v>1087.8685440207673</c:v>
                </c:pt>
                <c:pt idx="739">
                  <c:v>1087.8685440207673</c:v>
                </c:pt>
                <c:pt idx="740">
                  <c:v>1087.8685440207673</c:v>
                </c:pt>
                <c:pt idx="741">
                  <c:v>1087.8685440207673</c:v>
                </c:pt>
                <c:pt idx="742">
                  <c:v>1087.8685440207673</c:v>
                </c:pt>
                <c:pt idx="743">
                  <c:v>1087.8685440207673</c:v>
                </c:pt>
                <c:pt idx="744">
                  <c:v>1087.8685440207673</c:v>
                </c:pt>
                <c:pt idx="745">
                  <c:v>1087.8685440207673</c:v>
                </c:pt>
                <c:pt idx="746">
                  <c:v>1087.8685440207673</c:v>
                </c:pt>
                <c:pt idx="747">
                  <c:v>1087.8685440207673</c:v>
                </c:pt>
                <c:pt idx="748">
                  <c:v>1087.8685440207673</c:v>
                </c:pt>
                <c:pt idx="749">
                  <c:v>1087.8685440207673</c:v>
                </c:pt>
                <c:pt idx="750">
                  <c:v>1087.8685440207673</c:v>
                </c:pt>
                <c:pt idx="751">
                  <c:v>1087.8685440207673</c:v>
                </c:pt>
                <c:pt idx="752">
                  <c:v>1087.8685440207673</c:v>
                </c:pt>
                <c:pt idx="753">
                  <c:v>1087.8685440207673</c:v>
                </c:pt>
                <c:pt idx="754">
                  <c:v>1087.8685440207673</c:v>
                </c:pt>
                <c:pt idx="755">
                  <c:v>1087.8685440207673</c:v>
                </c:pt>
                <c:pt idx="756">
                  <c:v>1087.8685440207673</c:v>
                </c:pt>
                <c:pt idx="757">
                  <c:v>1087.8685440207673</c:v>
                </c:pt>
                <c:pt idx="758">
                  <c:v>1087.8685440207673</c:v>
                </c:pt>
                <c:pt idx="759">
                  <c:v>1087.8685440207673</c:v>
                </c:pt>
                <c:pt idx="760">
                  <c:v>1087.8685440207673</c:v>
                </c:pt>
                <c:pt idx="761">
                  <c:v>1087.8685440207673</c:v>
                </c:pt>
                <c:pt idx="762">
                  <c:v>1087.8685440207673</c:v>
                </c:pt>
                <c:pt idx="763">
                  <c:v>1087.8685440207673</c:v>
                </c:pt>
                <c:pt idx="764">
                  <c:v>1087.8685440207673</c:v>
                </c:pt>
                <c:pt idx="765">
                  <c:v>1087.8685440207673</c:v>
                </c:pt>
                <c:pt idx="766">
                  <c:v>1087.8685440207673</c:v>
                </c:pt>
                <c:pt idx="767">
                  <c:v>1087.8685440207673</c:v>
                </c:pt>
                <c:pt idx="768">
                  <c:v>1087.8685440207673</c:v>
                </c:pt>
                <c:pt idx="769">
                  <c:v>1087.8685440207673</c:v>
                </c:pt>
                <c:pt idx="770">
                  <c:v>1087.8685440207673</c:v>
                </c:pt>
                <c:pt idx="771">
                  <c:v>1087.8685440207673</c:v>
                </c:pt>
                <c:pt idx="772">
                  <c:v>1087.8685440207673</c:v>
                </c:pt>
                <c:pt idx="773">
                  <c:v>1087.8685440207673</c:v>
                </c:pt>
                <c:pt idx="774">
                  <c:v>1087.8685440207673</c:v>
                </c:pt>
                <c:pt idx="775">
                  <c:v>1087.8685440207673</c:v>
                </c:pt>
                <c:pt idx="776">
                  <c:v>1087.8685440207673</c:v>
                </c:pt>
                <c:pt idx="777">
                  <c:v>1087.8685440207673</c:v>
                </c:pt>
                <c:pt idx="778">
                  <c:v>1087.8685440207673</c:v>
                </c:pt>
                <c:pt idx="779">
                  <c:v>1087.8685440207673</c:v>
                </c:pt>
                <c:pt idx="780">
                  <c:v>1087.8685440207673</c:v>
                </c:pt>
                <c:pt idx="781">
                  <c:v>1087.8685440207673</c:v>
                </c:pt>
                <c:pt idx="782">
                  <c:v>1087.8685440207673</c:v>
                </c:pt>
                <c:pt idx="783">
                  <c:v>1087.8685440207673</c:v>
                </c:pt>
                <c:pt idx="784">
                  <c:v>1087.8685440207673</c:v>
                </c:pt>
                <c:pt idx="785">
                  <c:v>1087.8685440207673</c:v>
                </c:pt>
                <c:pt idx="786">
                  <c:v>1087.8685440207673</c:v>
                </c:pt>
                <c:pt idx="787">
                  <c:v>1087.8685440207673</c:v>
                </c:pt>
                <c:pt idx="788">
                  <c:v>1087.8685440207673</c:v>
                </c:pt>
                <c:pt idx="789">
                  <c:v>1087.8685440207673</c:v>
                </c:pt>
                <c:pt idx="790">
                  <c:v>1087.8685440207673</c:v>
                </c:pt>
                <c:pt idx="791">
                  <c:v>1087.8685440207673</c:v>
                </c:pt>
                <c:pt idx="792">
                  <c:v>1087.8685440207673</c:v>
                </c:pt>
                <c:pt idx="793">
                  <c:v>1087.8685440207673</c:v>
                </c:pt>
                <c:pt idx="794">
                  <c:v>1087.8685440207673</c:v>
                </c:pt>
                <c:pt idx="795">
                  <c:v>1087.8685440207673</c:v>
                </c:pt>
                <c:pt idx="796">
                  <c:v>1087.8685440207673</c:v>
                </c:pt>
                <c:pt idx="797">
                  <c:v>1087.8685440207673</c:v>
                </c:pt>
                <c:pt idx="798">
                  <c:v>1087.8685440207673</c:v>
                </c:pt>
                <c:pt idx="799">
                  <c:v>1087.8685440207673</c:v>
                </c:pt>
                <c:pt idx="800">
                  <c:v>1087.8685440207673</c:v>
                </c:pt>
                <c:pt idx="801">
                  <c:v>1087.8685440207673</c:v>
                </c:pt>
                <c:pt idx="802">
                  <c:v>1087.8685440207673</c:v>
                </c:pt>
                <c:pt idx="803">
                  <c:v>1087.8685440207673</c:v>
                </c:pt>
                <c:pt idx="804">
                  <c:v>1087.8685440207673</c:v>
                </c:pt>
                <c:pt idx="805">
                  <c:v>1087.8685440207673</c:v>
                </c:pt>
                <c:pt idx="806">
                  <c:v>1087.8685440207673</c:v>
                </c:pt>
                <c:pt idx="807">
                  <c:v>1087.8685440207673</c:v>
                </c:pt>
                <c:pt idx="808">
                  <c:v>1087.8685440207673</c:v>
                </c:pt>
                <c:pt idx="809">
                  <c:v>1087.8685440207673</c:v>
                </c:pt>
                <c:pt idx="810">
                  <c:v>1087.8685440207673</c:v>
                </c:pt>
                <c:pt idx="811">
                  <c:v>1087.8685440207673</c:v>
                </c:pt>
                <c:pt idx="812">
                  <c:v>1087.8685440207673</c:v>
                </c:pt>
                <c:pt idx="813">
                  <c:v>1087.8685440207673</c:v>
                </c:pt>
                <c:pt idx="814">
                  <c:v>1087.8685440207673</c:v>
                </c:pt>
                <c:pt idx="815">
                  <c:v>1087.8685440207673</c:v>
                </c:pt>
                <c:pt idx="816">
                  <c:v>1087.8685440207673</c:v>
                </c:pt>
                <c:pt idx="817">
                  <c:v>1087.8685440207673</c:v>
                </c:pt>
                <c:pt idx="818">
                  <c:v>1087.8685440207673</c:v>
                </c:pt>
                <c:pt idx="819">
                  <c:v>1087.8685440207673</c:v>
                </c:pt>
                <c:pt idx="820">
                  <c:v>1087.8685440207673</c:v>
                </c:pt>
                <c:pt idx="821">
                  <c:v>1087.8685440207673</c:v>
                </c:pt>
                <c:pt idx="822">
                  <c:v>1087.8685440207673</c:v>
                </c:pt>
                <c:pt idx="823">
                  <c:v>1087.8685440207673</c:v>
                </c:pt>
                <c:pt idx="824">
                  <c:v>1087.8685440207673</c:v>
                </c:pt>
                <c:pt idx="825">
                  <c:v>1087.8685440207673</c:v>
                </c:pt>
                <c:pt idx="826">
                  <c:v>1087.8685440207673</c:v>
                </c:pt>
                <c:pt idx="827">
                  <c:v>1087.8685440207673</c:v>
                </c:pt>
                <c:pt idx="828">
                  <c:v>1087.8685440207673</c:v>
                </c:pt>
                <c:pt idx="829">
                  <c:v>1087.8685440207673</c:v>
                </c:pt>
                <c:pt idx="830">
                  <c:v>1087.8685440207673</c:v>
                </c:pt>
                <c:pt idx="831">
                  <c:v>1087.8685440207673</c:v>
                </c:pt>
                <c:pt idx="832">
                  <c:v>1087.8685440207673</c:v>
                </c:pt>
                <c:pt idx="833">
                  <c:v>1087.8685440207673</c:v>
                </c:pt>
                <c:pt idx="834">
                  <c:v>1087.8685440207673</c:v>
                </c:pt>
                <c:pt idx="835">
                  <c:v>1087.8685440207673</c:v>
                </c:pt>
                <c:pt idx="836">
                  <c:v>1087.8685440207673</c:v>
                </c:pt>
                <c:pt idx="837">
                  <c:v>1087.8685440207673</c:v>
                </c:pt>
                <c:pt idx="838">
                  <c:v>1087.8685440207673</c:v>
                </c:pt>
                <c:pt idx="839">
                  <c:v>1087.8685440207673</c:v>
                </c:pt>
                <c:pt idx="840">
                  <c:v>1087.8685440207673</c:v>
                </c:pt>
                <c:pt idx="841">
                  <c:v>1087.8685440207673</c:v>
                </c:pt>
                <c:pt idx="842">
                  <c:v>1087.8685440207673</c:v>
                </c:pt>
                <c:pt idx="843">
                  <c:v>1087.8685440207673</c:v>
                </c:pt>
                <c:pt idx="844">
                  <c:v>1087.8685440207673</c:v>
                </c:pt>
                <c:pt idx="845">
                  <c:v>1087.8685440207673</c:v>
                </c:pt>
                <c:pt idx="846">
                  <c:v>1087.8685440207673</c:v>
                </c:pt>
                <c:pt idx="847">
                  <c:v>1087.8685440207673</c:v>
                </c:pt>
                <c:pt idx="848">
                  <c:v>1087.8685440207673</c:v>
                </c:pt>
                <c:pt idx="849">
                  <c:v>1087.8685440207673</c:v>
                </c:pt>
                <c:pt idx="850">
                  <c:v>1087.8685440207673</c:v>
                </c:pt>
                <c:pt idx="851">
                  <c:v>1087.8685440207673</c:v>
                </c:pt>
                <c:pt idx="852">
                  <c:v>1087.8685440207673</c:v>
                </c:pt>
                <c:pt idx="853">
                  <c:v>1087.8685440207673</c:v>
                </c:pt>
                <c:pt idx="854">
                  <c:v>1087.8685440207673</c:v>
                </c:pt>
                <c:pt idx="855">
                  <c:v>1087.8685440207673</c:v>
                </c:pt>
                <c:pt idx="856">
                  <c:v>1087.8685440207673</c:v>
                </c:pt>
                <c:pt idx="857">
                  <c:v>1087.8685440207673</c:v>
                </c:pt>
                <c:pt idx="858">
                  <c:v>1087.8685440207673</c:v>
                </c:pt>
                <c:pt idx="859">
                  <c:v>1087.8685440207673</c:v>
                </c:pt>
                <c:pt idx="860">
                  <c:v>1087.8685440207673</c:v>
                </c:pt>
                <c:pt idx="861">
                  <c:v>1087.8685440207673</c:v>
                </c:pt>
                <c:pt idx="862">
                  <c:v>1087.8685440207673</c:v>
                </c:pt>
                <c:pt idx="863">
                  <c:v>1095.8540103886448</c:v>
                </c:pt>
                <c:pt idx="864">
                  <c:v>1095.8540103886448</c:v>
                </c:pt>
                <c:pt idx="865">
                  <c:v>1246.8395671749483</c:v>
                </c:pt>
                <c:pt idx="866">
                  <c:v>1246.8395671749483</c:v>
                </c:pt>
                <c:pt idx="867">
                  <c:v>1246.8395671749483</c:v>
                </c:pt>
                <c:pt idx="868">
                  <c:v>1246.8395671749483</c:v>
                </c:pt>
                <c:pt idx="869">
                  <c:v>1246.8395671749483</c:v>
                </c:pt>
                <c:pt idx="870">
                  <c:v>1246.8395671749483</c:v>
                </c:pt>
                <c:pt idx="871">
                  <c:v>1246.8395671749483</c:v>
                </c:pt>
                <c:pt idx="872">
                  <c:v>1246.8395671749483</c:v>
                </c:pt>
                <c:pt idx="873">
                  <c:v>1246.8395671749483</c:v>
                </c:pt>
                <c:pt idx="874">
                  <c:v>1246.8395671749483</c:v>
                </c:pt>
                <c:pt idx="875">
                  <c:v>1263.5939215276308</c:v>
                </c:pt>
                <c:pt idx="876">
                  <c:v>1263.5939215276308</c:v>
                </c:pt>
                <c:pt idx="877">
                  <c:v>1263.5939215276308</c:v>
                </c:pt>
                <c:pt idx="878">
                  <c:v>1263.5939215276308</c:v>
                </c:pt>
                <c:pt idx="879">
                  <c:v>1263.5939215276308</c:v>
                </c:pt>
                <c:pt idx="880">
                  <c:v>1263.5939215276308</c:v>
                </c:pt>
                <c:pt idx="881">
                  <c:v>1263.5939215276308</c:v>
                </c:pt>
                <c:pt idx="882">
                  <c:v>1263.5939215276308</c:v>
                </c:pt>
                <c:pt idx="883">
                  <c:v>1263.5939215276308</c:v>
                </c:pt>
                <c:pt idx="884">
                  <c:v>1263.5939215276308</c:v>
                </c:pt>
                <c:pt idx="885">
                  <c:v>1263.5939215276308</c:v>
                </c:pt>
                <c:pt idx="886">
                  <c:v>1263.5939215276308</c:v>
                </c:pt>
                <c:pt idx="887">
                  <c:v>1263.5939215276308</c:v>
                </c:pt>
                <c:pt idx="888">
                  <c:v>1263.5939215276308</c:v>
                </c:pt>
                <c:pt idx="889">
                  <c:v>1263.5939215276308</c:v>
                </c:pt>
                <c:pt idx="890">
                  <c:v>1263.5939215276308</c:v>
                </c:pt>
                <c:pt idx="891">
                  <c:v>1263.5939215276308</c:v>
                </c:pt>
                <c:pt idx="892">
                  <c:v>1263.5939215276308</c:v>
                </c:pt>
                <c:pt idx="893">
                  <c:v>1263.5939215276308</c:v>
                </c:pt>
                <c:pt idx="894">
                  <c:v>1263.5939215276308</c:v>
                </c:pt>
                <c:pt idx="895">
                  <c:v>1263.5939215276308</c:v>
                </c:pt>
                <c:pt idx="896">
                  <c:v>1263.5939215276308</c:v>
                </c:pt>
                <c:pt idx="897">
                  <c:v>1263.5939215276308</c:v>
                </c:pt>
                <c:pt idx="898">
                  <c:v>1263.5939215276308</c:v>
                </c:pt>
                <c:pt idx="899">
                  <c:v>1263.5939215276308</c:v>
                </c:pt>
                <c:pt idx="900">
                  <c:v>1263.5939215276308</c:v>
                </c:pt>
                <c:pt idx="901">
                  <c:v>1263.5939215276308</c:v>
                </c:pt>
                <c:pt idx="902">
                  <c:v>1263.5939215276308</c:v>
                </c:pt>
                <c:pt idx="903">
                  <c:v>1263.5939215276308</c:v>
                </c:pt>
                <c:pt idx="904">
                  <c:v>1263.5939215276308</c:v>
                </c:pt>
                <c:pt idx="905">
                  <c:v>1263.5939215276308</c:v>
                </c:pt>
                <c:pt idx="906">
                  <c:v>1263.5939215276308</c:v>
                </c:pt>
                <c:pt idx="907">
                  <c:v>1263.5939215276308</c:v>
                </c:pt>
                <c:pt idx="908">
                  <c:v>1263.5939215276308</c:v>
                </c:pt>
                <c:pt idx="909">
                  <c:v>1263.5939215276308</c:v>
                </c:pt>
                <c:pt idx="910">
                  <c:v>1263.5939215276308</c:v>
                </c:pt>
                <c:pt idx="911">
                  <c:v>1263.5939215276308</c:v>
                </c:pt>
                <c:pt idx="912">
                  <c:v>1263.5939215276308</c:v>
                </c:pt>
                <c:pt idx="913">
                  <c:v>1263.5939215276308</c:v>
                </c:pt>
                <c:pt idx="914">
                  <c:v>1263.5939215276308</c:v>
                </c:pt>
                <c:pt idx="915">
                  <c:v>1263.5939215276308</c:v>
                </c:pt>
                <c:pt idx="916">
                  <c:v>1263.5939215276308</c:v>
                </c:pt>
                <c:pt idx="917">
                  <c:v>1263.5939215276308</c:v>
                </c:pt>
                <c:pt idx="918">
                  <c:v>1300.9809563975155</c:v>
                </c:pt>
                <c:pt idx="919">
                  <c:v>1300.9809563975155</c:v>
                </c:pt>
                <c:pt idx="920">
                  <c:v>1300.9809563975155</c:v>
                </c:pt>
                <c:pt idx="921">
                  <c:v>1300.9809563975155</c:v>
                </c:pt>
                <c:pt idx="922">
                  <c:v>1300.9809563975155</c:v>
                </c:pt>
                <c:pt idx="923">
                  <c:v>1300.9809563975155</c:v>
                </c:pt>
                <c:pt idx="924">
                  <c:v>1300.9809563975155</c:v>
                </c:pt>
                <c:pt idx="925">
                  <c:v>1300.9809563975155</c:v>
                </c:pt>
                <c:pt idx="926">
                  <c:v>1300.9809563975155</c:v>
                </c:pt>
                <c:pt idx="927">
                  <c:v>1300.9809563975155</c:v>
                </c:pt>
                <c:pt idx="928">
                  <c:v>1300.9809563975155</c:v>
                </c:pt>
                <c:pt idx="929">
                  <c:v>1300.9809563975155</c:v>
                </c:pt>
                <c:pt idx="930">
                  <c:v>1300.9809563975155</c:v>
                </c:pt>
                <c:pt idx="931">
                  <c:v>1300.9809563975155</c:v>
                </c:pt>
                <c:pt idx="932">
                  <c:v>1300.9809563975155</c:v>
                </c:pt>
                <c:pt idx="933">
                  <c:v>1300.9809563975155</c:v>
                </c:pt>
                <c:pt idx="934">
                  <c:v>1300.9809563975155</c:v>
                </c:pt>
                <c:pt idx="935">
                  <c:v>1300.9809563975155</c:v>
                </c:pt>
                <c:pt idx="936">
                  <c:v>1300.9809563975155</c:v>
                </c:pt>
                <c:pt idx="937">
                  <c:v>1300.9809563975155</c:v>
                </c:pt>
                <c:pt idx="938">
                  <c:v>1300.9809563975155</c:v>
                </c:pt>
                <c:pt idx="939">
                  <c:v>1300.9809563975155</c:v>
                </c:pt>
                <c:pt idx="940">
                  <c:v>1300.9809563975155</c:v>
                </c:pt>
                <c:pt idx="941">
                  <c:v>1300.9809563975155</c:v>
                </c:pt>
                <c:pt idx="942">
                  <c:v>1430.7523069789311</c:v>
                </c:pt>
                <c:pt idx="943">
                  <c:v>1430.7523069789311</c:v>
                </c:pt>
                <c:pt idx="944">
                  <c:v>1430.7523069789311</c:v>
                </c:pt>
                <c:pt idx="945">
                  <c:v>1430.7523069789311</c:v>
                </c:pt>
                <c:pt idx="946">
                  <c:v>1430.7523069789311</c:v>
                </c:pt>
                <c:pt idx="947">
                  <c:v>1430.7523069789311</c:v>
                </c:pt>
                <c:pt idx="948">
                  <c:v>1430.7523069789311</c:v>
                </c:pt>
                <c:pt idx="949">
                  <c:v>1430.7523069789311</c:v>
                </c:pt>
                <c:pt idx="950">
                  <c:v>1430.7523069789311</c:v>
                </c:pt>
                <c:pt idx="951">
                  <c:v>1430.7523069789311</c:v>
                </c:pt>
                <c:pt idx="952">
                  <c:v>1430.7523069789311</c:v>
                </c:pt>
                <c:pt idx="953">
                  <c:v>1430.7523069789311</c:v>
                </c:pt>
                <c:pt idx="954">
                  <c:v>1489.0117403135398</c:v>
                </c:pt>
                <c:pt idx="955">
                  <c:v>1489.0117403135398</c:v>
                </c:pt>
                <c:pt idx="956">
                  <c:v>1489.0117403135398</c:v>
                </c:pt>
                <c:pt idx="957">
                  <c:v>1489.0117403135398</c:v>
                </c:pt>
                <c:pt idx="958">
                  <c:v>1489.0117403135398</c:v>
                </c:pt>
                <c:pt idx="959">
                  <c:v>1489.0117403135398</c:v>
                </c:pt>
                <c:pt idx="960">
                  <c:v>1489.0117403135398</c:v>
                </c:pt>
                <c:pt idx="961">
                  <c:v>1489.0117403135398</c:v>
                </c:pt>
                <c:pt idx="962">
                  <c:v>1489.0117403135398</c:v>
                </c:pt>
                <c:pt idx="963">
                  <c:v>1489.0117403135398</c:v>
                </c:pt>
                <c:pt idx="964">
                  <c:v>1489.0117403135398</c:v>
                </c:pt>
                <c:pt idx="965">
                  <c:v>1489.0117403135398</c:v>
                </c:pt>
                <c:pt idx="966">
                  <c:v>1533.56026016085</c:v>
                </c:pt>
                <c:pt idx="967">
                  <c:v>1533.56026016085</c:v>
                </c:pt>
                <c:pt idx="968">
                  <c:v>1533.56026016085</c:v>
                </c:pt>
                <c:pt idx="969">
                  <c:v>1533.56026016085</c:v>
                </c:pt>
                <c:pt idx="970">
                  <c:v>1533.56026016085</c:v>
                </c:pt>
                <c:pt idx="971">
                  <c:v>1545.59694566395</c:v>
                </c:pt>
                <c:pt idx="972">
                  <c:v>1545.59694566395</c:v>
                </c:pt>
                <c:pt idx="973">
                  <c:v>1545.59694566395</c:v>
                </c:pt>
                <c:pt idx="974">
                  <c:v>1545.59694566395</c:v>
                </c:pt>
                <c:pt idx="975">
                  <c:v>1545.59694566395</c:v>
                </c:pt>
                <c:pt idx="976">
                  <c:v>1545.59694566395</c:v>
                </c:pt>
                <c:pt idx="977">
                  <c:v>1545.59694566395</c:v>
                </c:pt>
                <c:pt idx="978">
                  <c:v>1545.59694566395</c:v>
                </c:pt>
                <c:pt idx="979">
                  <c:v>1545.59694566395</c:v>
                </c:pt>
                <c:pt idx="980">
                  <c:v>1545.59694566395</c:v>
                </c:pt>
                <c:pt idx="981">
                  <c:v>1545.59694566395</c:v>
                </c:pt>
                <c:pt idx="982">
                  <c:v>1594.7293099456781</c:v>
                </c:pt>
                <c:pt idx="983">
                  <c:v>1594.7293099456781</c:v>
                </c:pt>
                <c:pt idx="984">
                  <c:v>1594.7293099456781</c:v>
                </c:pt>
                <c:pt idx="985">
                  <c:v>1594.7293099456781</c:v>
                </c:pt>
                <c:pt idx="986">
                  <c:v>1594.7293099456781</c:v>
                </c:pt>
                <c:pt idx="987">
                  <c:v>1594.7293099456781</c:v>
                </c:pt>
                <c:pt idx="988">
                  <c:v>1594.7293099456781</c:v>
                </c:pt>
                <c:pt idx="989">
                  <c:v>1594.7293099456781</c:v>
                </c:pt>
                <c:pt idx="990">
                  <c:v>1594.7293099456781</c:v>
                </c:pt>
                <c:pt idx="991">
                  <c:v>1594.7293099456781</c:v>
                </c:pt>
                <c:pt idx="992">
                  <c:v>1594.7293099456781</c:v>
                </c:pt>
                <c:pt idx="993">
                  <c:v>1594.7293099456781</c:v>
                </c:pt>
                <c:pt idx="994">
                  <c:v>1594.7293099456781</c:v>
                </c:pt>
                <c:pt idx="995">
                  <c:v>1594.7293099456781</c:v>
                </c:pt>
                <c:pt idx="996">
                  <c:v>1594.7293099456781</c:v>
                </c:pt>
                <c:pt idx="997">
                  <c:v>1594.7293099456781</c:v>
                </c:pt>
                <c:pt idx="998">
                  <c:v>1594.7293099456781</c:v>
                </c:pt>
                <c:pt idx="999">
                  <c:v>1594.7293099456781</c:v>
                </c:pt>
                <c:pt idx="1000">
                  <c:v>1594.7293099456781</c:v>
                </c:pt>
                <c:pt idx="1001">
                  <c:v>1594.7293099456781</c:v>
                </c:pt>
                <c:pt idx="1002">
                  <c:v>1594.7293099456781</c:v>
                </c:pt>
                <c:pt idx="1003">
                  <c:v>1594.7293099456781</c:v>
                </c:pt>
                <c:pt idx="1004">
                  <c:v>1594.7293099456781</c:v>
                </c:pt>
                <c:pt idx="1005">
                  <c:v>1594.7293099456781</c:v>
                </c:pt>
                <c:pt idx="1006">
                  <c:v>1594.7293099456781</c:v>
                </c:pt>
                <c:pt idx="1007">
                  <c:v>1594.7293099456781</c:v>
                </c:pt>
                <c:pt idx="1008">
                  <c:v>1594.7293099456781</c:v>
                </c:pt>
                <c:pt idx="1009">
                  <c:v>1594.7293099456781</c:v>
                </c:pt>
                <c:pt idx="1010">
                  <c:v>1594.7293099456781</c:v>
                </c:pt>
                <c:pt idx="1011">
                  <c:v>1594.7293099456781</c:v>
                </c:pt>
                <c:pt idx="1012">
                  <c:v>1594.7293099456781</c:v>
                </c:pt>
                <c:pt idx="1013">
                  <c:v>1594.7293099456781</c:v>
                </c:pt>
                <c:pt idx="1014">
                  <c:v>1594.7293099456781</c:v>
                </c:pt>
                <c:pt idx="1015">
                  <c:v>1594.7293099456781</c:v>
                </c:pt>
                <c:pt idx="1016">
                  <c:v>1594.7293099456781</c:v>
                </c:pt>
                <c:pt idx="1017">
                  <c:v>1594.7293099456781</c:v>
                </c:pt>
                <c:pt idx="1018">
                  <c:v>1594.7293099456781</c:v>
                </c:pt>
                <c:pt idx="1019">
                  <c:v>1594.7293099456781</c:v>
                </c:pt>
                <c:pt idx="1020">
                  <c:v>1594.7293099456781</c:v>
                </c:pt>
                <c:pt idx="1021">
                  <c:v>1594.7293099456781</c:v>
                </c:pt>
                <c:pt idx="1022">
                  <c:v>1594.7293099456781</c:v>
                </c:pt>
                <c:pt idx="1023">
                  <c:v>1594.7293099456781</c:v>
                </c:pt>
                <c:pt idx="1024">
                  <c:v>1594.7293099456781</c:v>
                </c:pt>
                <c:pt idx="1025">
                  <c:v>1594.7293099456781</c:v>
                </c:pt>
                <c:pt idx="1026">
                  <c:v>1653.3886637179733</c:v>
                </c:pt>
                <c:pt idx="1027">
                  <c:v>1653.3886637179733</c:v>
                </c:pt>
                <c:pt idx="1028">
                  <c:v>1653.3886637179733</c:v>
                </c:pt>
                <c:pt idx="1029">
                  <c:v>1653.3886637179733</c:v>
                </c:pt>
                <c:pt idx="1030">
                  <c:v>1653.3886637179733</c:v>
                </c:pt>
                <c:pt idx="1031">
                  <c:v>1653.3886637179733</c:v>
                </c:pt>
                <c:pt idx="1032">
                  <c:v>1653.3886637179733</c:v>
                </c:pt>
                <c:pt idx="1033">
                  <c:v>1653.3886637179733</c:v>
                </c:pt>
                <c:pt idx="1034">
                  <c:v>1653.3886637179733</c:v>
                </c:pt>
                <c:pt idx="1035">
                  <c:v>1653.3886637179733</c:v>
                </c:pt>
                <c:pt idx="1036">
                  <c:v>1653.3886637179733</c:v>
                </c:pt>
                <c:pt idx="1037">
                  <c:v>1686.2278278767999</c:v>
                </c:pt>
                <c:pt idx="1038">
                  <c:v>1686.2278278767999</c:v>
                </c:pt>
                <c:pt idx="1039">
                  <c:v>1686.2278278767999</c:v>
                </c:pt>
                <c:pt idx="1040">
                  <c:v>1686.2278278767999</c:v>
                </c:pt>
                <c:pt idx="1041">
                  <c:v>1686.2278278767999</c:v>
                </c:pt>
                <c:pt idx="1042">
                  <c:v>1686.2278278767999</c:v>
                </c:pt>
                <c:pt idx="1043">
                  <c:v>1686.2278278767999</c:v>
                </c:pt>
                <c:pt idx="1044">
                  <c:v>1686.2278278767999</c:v>
                </c:pt>
                <c:pt idx="1045">
                  <c:v>1686.2278278767999</c:v>
                </c:pt>
                <c:pt idx="1046">
                  <c:v>1686.2278278767999</c:v>
                </c:pt>
                <c:pt idx="1047">
                  <c:v>1686.2278278767999</c:v>
                </c:pt>
                <c:pt idx="1048">
                  <c:v>1686.2278278767999</c:v>
                </c:pt>
                <c:pt idx="1049">
                  <c:v>1686.2278278767999</c:v>
                </c:pt>
                <c:pt idx="1050">
                  <c:v>1686.2278278767999</c:v>
                </c:pt>
                <c:pt idx="1051">
                  <c:v>1686.2278278767999</c:v>
                </c:pt>
                <c:pt idx="1052">
                  <c:v>1686.2278278767999</c:v>
                </c:pt>
                <c:pt idx="1053">
                  <c:v>1686.2278278767999</c:v>
                </c:pt>
                <c:pt idx="1054">
                  <c:v>1686.2278278767999</c:v>
                </c:pt>
                <c:pt idx="1055">
                  <c:v>1686.2278278767999</c:v>
                </c:pt>
                <c:pt idx="1056">
                  <c:v>1686.2278278767999</c:v>
                </c:pt>
                <c:pt idx="1057">
                  <c:v>1686.2278278767999</c:v>
                </c:pt>
                <c:pt idx="1058">
                  <c:v>1686.2278278767999</c:v>
                </c:pt>
                <c:pt idx="1059">
                  <c:v>1686.2278278767999</c:v>
                </c:pt>
                <c:pt idx="1060">
                  <c:v>1686.2278278767999</c:v>
                </c:pt>
                <c:pt idx="1061">
                  <c:v>1686.2278278767999</c:v>
                </c:pt>
                <c:pt idx="1062">
                  <c:v>1686.2278278767999</c:v>
                </c:pt>
                <c:pt idx="1063">
                  <c:v>1686.2278278767999</c:v>
                </c:pt>
                <c:pt idx="1064">
                  <c:v>1686.2278278767999</c:v>
                </c:pt>
                <c:pt idx="1065">
                  <c:v>1686.2278278767999</c:v>
                </c:pt>
                <c:pt idx="1066">
                  <c:v>1686.2278278767999</c:v>
                </c:pt>
                <c:pt idx="1067">
                  <c:v>1686.2278278767999</c:v>
                </c:pt>
                <c:pt idx="1068">
                  <c:v>1686.2278278767999</c:v>
                </c:pt>
                <c:pt idx="1069">
                  <c:v>1762.1955132180988</c:v>
                </c:pt>
                <c:pt idx="1070">
                  <c:v>1762.1955132180988</c:v>
                </c:pt>
                <c:pt idx="1071">
                  <c:v>1762.1955132180988</c:v>
                </c:pt>
                <c:pt idx="1072">
                  <c:v>1762.1955132180988</c:v>
                </c:pt>
                <c:pt idx="1073">
                  <c:v>1762.1955132180988</c:v>
                </c:pt>
                <c:pt idx="1074">
                  <c:v>1762.1955132180988</c:v>
                </c:pt>
                <c:pt idx="1075">
                  <c:v>1762.1955132180988</c:v>
                </c:pt>
                <c:pt idx="1076">
                  <c:v>1779.7353542448518</c:v>
                </c:pt>
                <c:pt idx="1077">
                  <c:v>1779.7353542448518</c:v>
                </c:pt>
                <c:pt idx="1078">
                  <c:v>1779.7353542448518</c:v>
                </c:pt>
                <c:pt idx="1079">
                  <c:v>1779.7353542448518</c:v>
                </c:pt>
                <c:pt idx="1080">
                  <c:v>1779.7353542448518</c:v>
                </c:pt>
                <c:pt idx="1081">
                  <c:v>1779.7353542448518</c:v>
                </c:pt>
                <c:pt idx="1082">
                  <c:v>1779.7353542448518</c:v>
                </c:pt>
                <c:pt idx="1083">
                  <c:v>1814.1398191681901</c:v>
                </c:pt>
                <c:pt idx="1084">
                  <c:v>1814.1398191681901</c:v>
                </c:pt>
                <c:pt idx="1085">
                  <c:v>1814.1398191681901</c:v>
                </c:pt>
                <c:pt idx="1086">
                  <c:v>1814.1398191681901</c:v>
                </c:pt>
                <c:pt idx="1087">
                  <c:v>1814.1398191681901</c:v>
                </c:pt>
                <c:pt idx="1088">
                  <c:v>1814.1398191681901</c:v>
                </c:pt>
                <c:pt idx="1089">
                  <c:v>1814.1398191681901</c:v>
                </c:pt>
                <c:pt idx="1090">
                  <c:v>1814.1398191681901</c:v>
                </c:pt>
                <c:pt idx="1091">
                  <c:v>1814.1398191681901</c:v>
                </c:pt>
                <c:pt idx="1092">
                  <c:v>1814.1398191681901</c:v>
                </c:pt>
                <c:pt idx="1093">
                  <c:v>1814.1398191681901</c:v>
                </c:pt>
                <c:pt idx="1094">
                  <c:v>1814.1398191681901</c:v>
                </c:pt>
                <c:pt idx="1095">
                  <c:v>1814.1398191681901</c:v>
                </c:pt>
                <c:pt idx="1096">
                  <c:v>1814.1398191681901</c:v>
                </c:pt>
                <c:pt idx="1097">
                  <c:v>1814.1398191681901</c:v>
                </c:pt>
                <c:pt idx="1098">
                  <c:v>1814.1398191681901</c:v>
                </c:pt>
                <c:pt idx="1099">
                  <c:v>1814.1398191681901</c:v>
                </c:pt>
                <c:pt idx="1100">
                  <c:v>1814.1398191681901</c:v>
                </c:pt>
                <c:pt idx="1101">
                  <c:v>1814.1398191681901</c:v>
                </c:pt>
                <c:pt idx="1102">
                  <c:v>1814.1398191681901</c:v>
                </c:pt>
                <c:pt idx="1103">
                  <c:v>1815.9662294368156</c:v>
                </c:pt>
                <c:pt idx="1104">
                  <c:v>1815.9662294368156</c:v>
                </c:pt>
                <c:pt idx="1105">
                  <c:v>1815.9662294368156</c:v>
                </c:pt>
                <c:pt idx="1106">
                  <c:v>1815.9662294368156</c:v>
                </c:pt>
                <c:pt idx="1107">
                  <c:v>1815.9662294368156</c:v>
                </c:pt>
                <c:pt idx="1108">
                  <c:v>1815.9662294368156</c:v>
                </c:pt>
                <c:pt idx="1109">
                  <c:v>1815.9662294368156</c:v>
                </c:pt>
                <c:pt idx="1110">
                  <c:v>1815.9662294368156</c:v>
                </c:pt>
                <c:pt idx="1111">
                  <c:v>1815.9662294368156</c:v>
                </c:pt>
                <c:pt idx="1112">
                  <c:v>1815.9662294368156</c:v>
                </c:pt>
                <c:pt idx="1113">
                  <c:v>1815.9662294368156</c:v>
                </c:pt>
                <c:pt idx="1114">
                  <c:v>1815.9662294368156</c:v>
                </c:pt>
                <c:pt idx="1115">
                  <c:v>1815.9662294368156</c:v>
                </c:pt>
                <c:pt idx="1116">
                  <c:v>1815.9662294368156</c:v>
                </c:pt>
                <c:pt idx="1117">
                  <c:v>1815.9662294368156</c:v>
                </c:pt>
                <c:pt idx="1118">
                  <c:v>1815.9662294368156</c:v>
                </c:pt>
                <c:pt idx="1119">
                  <c:v>1815.9662294368156</c:v>
                </c:pt>
                <c:pt idx="1120">
                  <c:v>1815.9662294368156</c:v>
                </c:pt>
                <c:pt idx="1121">
                  <c:v>1815.9662294368156</c:v>
                </c:pt>
                <c:pt idx="1122">
                  <c:v>1815.9662294368156</c:v>
                </c:pt>
                <c:pt idx="1123">
                  <c:v>1815.9662294368156</c:v>
                </c:pt>
                <c:pt idx="1124">
                  <c:v>1815.9662294368156</c:v>
                </c:pt>
                <c:pt idx="1125">
                  <c:v>1815.9662294368156</c:v>
                </c:pt>
                <c:pt idx="1126">
                  <c:v>1815.9662294368156</c:v>
                </c:pt>
                <c:pt idx="1127">
                  <c:v>1815.9662294368156</c:v>
                </c:pt>
                <c:pt idx="1128">
                  <c:v>1815.9662294368156</c:v>
                </c:pt>
                <c:pt idx="1129">
                  <c:v>1815.9662294368156</c:v>
                </c:pt>
                <c:pt idx="1130">
                  <c:v>1815.9662294368156</c:v>
                </c:pt>
                <c:pt idx="1131">
                  <c:v>1815.9662294368156</c:v>
                </c:pt>
                <c:pt idx="1132">
                  <c:v>1815.9662294368156</c:v>
                </c:pt>
                <c:pt idx="1133">
                  <c:v>1815.9662294368156</c:v>
                </c:pt>
                <c:pt idx="1134">
                  <c:v>1815.9662294368156</c:v>
                </c:pt>
                <c:pt idx="1135">
                  <c:v>1815.9662294368156</c:v>
                </c:pt>
                <c:pt idx="1136">
                  <c:v>1815.9662294368156</c:v>
                </c:pt>
                <c:pt idx="1137">
                  <c:v>1815.9662294368156</c:v>
                </c:pt>
                <c:pt idx="1138">
                  <c:v>1815.9662294368156</c:v>
                </c:pt>
                <c:pt idx="1139">
                  <c:v>1815.9662294368156</c:v>
                </c:pt>
                <c:pt idx="1140">
                  <c:v>1815.9662294368156</c:v>
                </c:pt>
                <c:pt idx="1141">
                  <c:v>1815.9662294368156</c:v>
                </c:pt>
                <c:pt idx="1142">
                  <c:v>1815.9662294368156</c:v>
                </c:pt>
                <c:pt idx="1143">
                  <c:v>1815.9662294368156</c:v>
                </c:pt>
                <c:pt idx="1144">
                  <c:v>1815.9662294368156</c:v>
                </c:pt>
                <c:pt idx="1145">
                  <c:v>1815.9662294368156</c:v>
                </c:pt>
                <c:pt idx="1146">
                  <c:v>1815.9662294368156</c:v>
                </c:pt>
                <c:pt idx="1147">
                  <c:v>1815.9662294368156</c:v>
                </c:pt>
                <c:pt idx="1148">
                  <c:v>1815.9662294368156</c:v>
                </c:pt>
                <c:pt idx="1149">
                  <c:v>1815.9662294368156</c:v>
                </c:pt>
                <c:pt idx="1150">
                  <c:v>1815.9662294368156</c:v>
                </c:pt>
                <c:pt idx="1151">
                  <c:v>1815.9662294368156</c:v>
                </c:pt>
                <c:pt idx="1152">
                  <c:v>1815.9662294368156</c:v>
                </c:pt>
                <c:pt idx="1153">
                  <c:v>1815.9662294368156</c:v>
                </c:pt>
                <c:pt idx="1154">
                  <c:v>1815.9662294368156</c:v>
                </c:pt>
                <c:pt idx="1155">
                  <c:v>1815.9662294368156</c:v>
                </c:pt>
                <c:pt idx="1156">
                  <c:v>1815.9662294368156</c:v>
                </c:pt>
                <c:pt idx="1157">
                  <c:v>1815.9662294368156</c:v>
                </c:pt>
                <c:pt idx="1158">
                  <c:v>1815.9662294368156</c:v>
                </c:pt>
                <c:pt idx="1159">
                  <c:v>1815.9662294368156</c:v>
                </c:pt>
                <c:pt idx="1160">
                  <c:v>1815.9662294368156</c:v>
                </c:pt>
                <c:pt idx="1161">
                  <c:v>1815.9662294368156</c:v>
                </c:pt>
                <c:pt idx="1162">
                  <c:v>1815.9662294368156</c:v>
                </c:pt>
                <c:pt idx="1163">
                  <c:v>1815.9662294368156</c:v>
                </c:pt>
                <c:pt idx="1164">
                  <c:v>1815.9662294368156</c:v>
                </c:pt>
                <c:pt idx="1165">
                  <c:v>1815.9662294368156</c:v>
                </c:pt>
                <c:pt idx="1166">
                  <c:v>1815.9662294368156</c:v>
                </c:pt>
                <c:pt idx="1167">
                  <c:v>1815.9662294368156</c:v>
                </c:pt>
                <c:pt idx="1168">
                  <c:v>1815.9662294368156</c:v>
                </c:pt>
                <c:pt idx="1169">
                  <c:v>1815.9662294368156</c:v>
                </c:pt>
                <c:pt idx="1170">
                  <c:v>1815.9662294368156</c:v>
                </c:pt>
                <c:pt idx="1171">
                  <c:v>1815.9662294368156</c:v>
                </c:pt>
                <c:pt idx="1172">
                  <c:v>1815.9662294368156</c:v>
                </c:pt>
                <c:pt idx="1173">
                  <c:v>1815.9662294368156</c:v>
                </c:pt>
                <c:pt idx="1174">
                  <c:v>1815.9662294368156</c:v>
                </c:pt>
                <c:pt idx="1175">
                  <c:v>1815.9662294368156</c:v>
                </c:pt>
                <c:pt idx="1176">
                  <c:v>1815.9662294368156</c:v>
                </c:pt>
                <c:pt idx="1177">
                  <c:v>1815.9662294368156</c:v>
                </c:pt>
                <c:pt idx="1178">
                  <c:v>1815.9662294368156</c:v>
                </c:pt>
                <c:pt idx="1179">
                  <c:v>1815.9662294368156</c:v>
                </c:pt>
                <c:pt idx="1180">
                  <c:v>1815.9662294368156</c:v>
                </c:pt>
                <c:pt idx="1181">
                  <c:v>1815.9662294368156</c:v>
                </c:pt>
                <c:pt idx="1182">
                  <c:v>1815.9662294368156</c:v>
                </c:pt>
                <c:pt idx="1183">
                  <c:v>1815.9662294368156</c:v>
                </c:pt>
                <c:pt idx="1184">
                  <c:v>1815.9662294368156</c:v>
                </c:pt>
                <c:pt idx="1185">
                  <c:v>1815.9662294368156</c:v>
                </c:pt>
                <c:pt idx="1186">
                  <c:v>1815.9662294368156</c:v>
                </c:pt>
                <c:pt idx="1187">
                  <c:v>1815.9662294368156</c:v>
                </c:pt>
                <c:pt idx="1188">
                  <c:v>1815.9662294368156</c:v>
                </c:pt>
                <c:pt idx="1189">
                  <c:v>1815.9662294368156</c:v>
                </c:pt>
                <c:pt idx="1190">
                  <c:v>1815.9662294368156</c:v>
                </c:pt>
                <c:pt idx="1191">
                  <c:v>1815.9662294368156</c:v>
                </c:pt>
                <c:pt idx="1192">
                  <c:v>1815.9662294368156</c:v>
                </c:pt>
                <c:pt idx="1193">
                  <c:v>1815.9662294368156</c:v>
                </c:pt>
                <c:pt idx="1194">
                  <c:v>1815.9662294368156</c:v>
                </c:pt>
                <c:pt idx="1195">
                  <c:v>1815.9662294368156</c:v>
                </c:pt>
                <c:pt idx="1196">
                  <c:v>1858.9660616095434</c:v>
                </c:pt>
                <c:pt idx="1197">
                  <c:v>1858.9660616095434</c:v>
                </c:pt>
                <c:pt idx="1198">
                  <c:v>1858.9660616095434</c:v>
                </c:pt>
                <c:pt idx="1199">
                  <c:v>1858.9660616095434</c:v>
                </c:pt>
                <c:pt idx="1200">
                  <c:v>1858.9660616095434</c:v>
                </c:pt>
                <c:pt idx="1201">
                  <c:v>1858.9660616095434</c:v>
                </c:pt>
                <c:pt idx="1202">
                  <c:v>1858.9660616095434</c:v>
                </c:pt>
                <c:pt idx="1203">
                  <c:v>1858.9660616095434</c:v>
                </c:pt>
                <c:pt idx="1204">
                  <c:v>1858.9660616095434</c:v>
                </c:pt>
                <c:pt idx="1205">
                  <c:v>1858.9660616095434</c:v>
                </c:pt>
                <c:pt idx="1206">
                  <c:v>1858.9660616095434</c:v>
                </c:pt>
                <c:pt idx="1207">
                  <c:v>1858.9660616095434</c:v>
                </c:pt>
                <c:pt idx="1208">
                  <c:v>1858.9660616095434</c:v>
                </c:pt>
                <c:pt idx="1209">
                  <c:v>1858.9660616095434</c:v>
                </c:pt>
                <c:pt idx="1210">
                  <c:v>1858.9660616095434</c:v>
                </c:pt>
                <c:pt idx="1211">
                  <c:v>1858.9660616095434</c:v>
                </c:pt>
                <c:pt idx="1212">
                  <c:v>1858.9660616095434</c:v>
                </c:pt>
                <c:pt idx="1213">
                  <c:v>1858.9660616095434</c:v>
                </c:pt>
                <c:pt idx="1214">
                  <c:v>1858.9660616095434</c:v>
                </c:pt>
                <c:pt idx="1215">
                  <c:v>1858.9660616095434</c:v>
                </c:pt>
                <c:pt idx="1216">
                  <c:v>1858.9660616095434</c:v>
                </c:pt>
                <c:pt idx="1217">
                  <c:v>1858.9660616095434</c:v>
                </c:pt>
                <c:pt idx="1218">
                  <c:v>1858.9660616095434</c:v>
                </c:pt>
                <c:pt idx="1219">
                  <c:v>1858.9660616095434</c:v>
                </c:pt>
                <c:pt idx="1220">
                  <c:v>1858.9660616095434</c:v>
                </c:pt>
                <c:pt idx="1221">
                  <c:v>1858.9660616095434</c:v>
                </c:pt>
                <c:pt idx="1222">
                  <c:v>1858.9660616095434</c:v>
                </c:pt>
                <c:pt idx="1223">
                  <c:v>1858.9660616095434</c:v>
                </c:pt>
                <c:pt idx="1224">
                  <c:v>1858.9660616095434</c:v>
                </c:pt>
                <c:pt idx="1225">
                  <c:v>1858.9660616095434</c:v>
                </c:pt>
                <c:pt idx="1226">
                  <c:v>1858.9660616095434</c:v>
                </c:pt>
                <c:pt idx="1227">
                  <c:v>1858.9660616095434</c:v>
                </c:pt>
                <c:pt idx="1228">
                  <c:v>1858.9660616095434</c:v>
                </c:pt>
                <c:pt idx="1229">
                  <c:v>1858.9660616095434</c:v>
                </c:pt>
                <c:pt idx="1230">
                  <c:v>1858.9660616095434</c:v>
                </c:pt>
                <c:pt idx="1231">
                  <c:v>1858.9660616095434</c:v>
                </c:pt>
                <c:pt idx="1232">
                  <c:v>1858.9660616095434</c:v>
                </c:pt>
                <c:pt idx="1233">
                  <c:v>1858.9660616095434</c:v>
                </c:pt>
                <c:pt idx="1234">
                  <c:v>1858.9660616095434</c:v>
                </c:pt>
                <c:pt idx="1235">
                  <c:v>1858.9660616095434</c:v>
                </c:pt>
                <c:pt idx="1236">
                  <c:v>1858.9660616095434</c:v>
                </c:pt>
                <c:pt idx="1237">
                  <c:v>1858.9660616095434</c:v>
                </c:pt>
                <c:pt idx="1238">
                  <c:v>1858.9660616095434</c:v>
                </c:pt>
                <c:pt idx="1239">
                  <c:v>1858.9660616095434</c:v>
                </c:pt>
                <c:pt idx="1240">
                  <c:v>1858.9660616095434</c:v>
                </c:pt>
                <c:pt idx="1241">
                  <c:v>1858.9660616095434</c:v>
                </c:pt>
                <c:pt idx="1242">
                  <c:v>1858.9660616095434</c:v>
                </c:pt>
                <c:pt idx="1243">
                  <c:v>1858.9660616095434</c:v>
                </c:pt>
                <c:pt idx="1244">
                  <c:v>1858.9660616095434</c:v>
                </c:pt>
                <c:pt idx="1245">
                  <c:v>1858.9660616095434</c:v>
                </c:pt>
                <c:pt idx="1246">
                  <c:v>1858.9660616095434</c:v>
                </c:pt>
                <c:pt idx="1247">
                  <c:v>1858.9660616095434</c:v>
                </c:pt>
                <c:pt idx="1248">
                  <c:v>1858.9660616095434</c:v>
                </c:pt>
                <c:pt idx="1249">
                  <c:v>1858.9660616095434</c:v>
                </c:pt>
                <c:pt idx="1250">
                  <c:v>1858.9660616095434</c:v>
                </c:pt>
                <c:pt idx="1251">
                  <c:v>1858.9660616095434</c:v>
                </c:pt>
                <c:pt idx="1252">
                  <c:v>1858.9660616095434</c:v>
                </c:pt>
                <c:pt idx="1253">
                  <c:v>1858.9660616095434</c:v>
                </c:pt>
                <c:pt idx="1254">
                  <c:v>1858.9660616095434</c:v>
                </c:pt>
                <c:pt idx="1255">
                  <c:v>1858.9660616095434</c:v>
                </c:pt>
                <c:pt idx="1256">
                  <c:v>1858.9660616095434</c:v>
                </c:pt>
                <c:pt idx="1257">
                  <c:v>1858.9660616095434</c:v>
                </c:pt>
                <c:pt idx="1258">
                  <c:v>1858.9660616095434</c:v>
                </c:pt>
                <c:pt idx="1259">
                  <c:v>1858.9660616095434</c:v>
                </c:pt>
                <c:pt idx="1260">
                  <c:v>1858.9660616095434</c:v>
                </c:pt>
                <c:pt idx="1261">
                  <c:v>1858.9660616095434</c:v>
                </c:pt>
                <c:pt idx="1262">
                  <c:v>1858.9660616095434</c:v>
                </c:pt>
                <c:pt idx="1263">
                  <c:v>1858.9660616095434</c:v>
                </c:pt>
                <c:pt idx="1264">
                  <c:v>1858.9660616095434</c:v>
                </c:pt>
                <c:pt idx="1265">
                  <c:v>1858.9660616095434</c:v>
                </c:pt>
                <c:pt idx="1266">
                  <c:v>1858.9660616095434</c:v>
                </c:pt>
                <c:pt idx="1267">
                  <c:v>1858.9660616095434</c:v>
                </c:pt>
                <c:pt idx="1268">
                  <c:v>1858.9660616095434</c:v>
                </c:pt>
                <c:pt idx="1269">
                  <c:v>1858.9660616095434</c:v>
                </c:pt>
                <c:pt idx="1270">
                  <c:v>1858.9660616095434</c:v>
                </c:pt>
                <c:pt idx="1271">
                  <c:v>1858.9660616095434</c:v>
                </c:pt>
                <c:pt idx="1272">
                  <c:v>1875.5397588529786</c:v>
                </c:pt>
                <c:pt idx="1273">
                  <c:v>1875.5397588529786</c:v>
                </c:pt>
                <c:pt idx="1274">
                  <c:v>1875.5397588529786</c:v>
                </c:pt>
                <c:pt idx="1275">
                  <c:v>1875.5397588529786</c:v>
                </c:pt>
                <c:pt idx="1276">
                  <c:v>1875.5397588529786</c:v>
                </c:pt>
                <c:pt idx="1277">
                  <c:v>1875.5397588529786</c:v>
                </c:pt>
                <c:pt idx="1278">
                  <c:v>1875.5397588529786</c:v>
                </c:pt>
                <c:pt idx="1279">
                  <c:v>1875.5397588529786</c:v>
                </c:pt>
                <c:pt idx="1280">
                  <c:v>1875.5397588529786</c:v>
                </c:pt>
                <c:pt idx="1281">
                  <c:v>1916.0417926814503</c:v>
                </c:pt>
                <c:pt idx="1282">
                  <c:v>1916.0417926814503</c:v>
                </c:pt>
                <c:pt idx="1283">
                  <c:v>1916.0417926814503</c:v>
                </c:pt>
                <c:pt idx="1284">
                  <c:v>1916.0417926814503</c:v>
                </c:pt>
                <c:pt idx="1285">
                  <c:v>1916.0417926814503</c:v>
                </c:pt>
                <c:pt idx="1286">
                  <c:v>1916.0417926814503</c:v>
                </c:pt>
                <c:pt idx="1287">
                  <c:v>1916.0417926814503</c:v>
                </c:pt>
                <c:pt idx="1288">
                  <c:v>1916.0417926814503</c:v>
                </c:pt>
                <c:pt idx="1289">
                  <c:v>1916.0417926814503</c:v>
                </c:pt>
                <c:pt idx="1290">
                  <c:v>1916.0417926814503</c:v>
                </c:pt>
                <c:pt idx="1291">
                  <c:v>1916.0417926814503</c:v>
                </c:pt>
                <c:pt idx="1292">
                  <c:v>1916.0417926814503</c:v>
                </c:pt>
                <c:pt idx="1293">
                  <c:v>1916.0417926814503</c:v>
                </c:pt>
                <c:pt idx="1294">
                  <c:v>1916.0417926814503</c:v>
                </c:pt>
                <c:pt idx="1295">
                  <c:v>1916.0417926814503</c:v>
                </c:pt>
                <c:pt idx="1296">
                  <c:v>1916.0417926814503</c:v>
                </c:pt>
                <c:pt idx="1297">
                  <c:v>1916.0417926814503</c:v>
                </c:pt>
                <c:pt idx="1298">
                  <c:v>1916.0417926814503</c:v>
                </c:pt>
                <c:pt idx="1299">
                  <c:v>1916.0417926814503</c:v>
                </c:pt>
                <c:pt idx="1300">
                  <c:v>1916.0417926814503</c:v>
                </c:pt>
                <c:pt idx="1301">
                  <c:v>1916.0417926814503</c:v>
                </c:pt>
                <c:pt idx="1302">
                  <c:v>1916.0417926814503</c:v>
                </c:pt>
                <c:pt idx="1303">
                  <c:v>1916.0417926814503</c:v>
                </c:pt>
                <c:pt idx="1304">
                  <c:v>1916.0417926814503</c:v>
                </c:pt>
                <c:pt idx="1305">
                  <c:v>1916.0417926814503</c:v>
                </c:pt>
                <c:pt idx="1306">
                  <c:v>1916.0417926814503</c:v>
                </c:pt>
                <c:pt idx="1307">
                  <c:v>1916.0417926814503</c:v>
                </c:pt>
                <c:pt idx="1308">
                  <c:v>1916.0417926814503</c:v>
                </c:pt>
                <c:pt idx="1309">
                  <c:v>1916.0417926814503</c:v>
                </c:pt>
                <c:pt idx="1310">
                  <c:v>1916.0417926814503</c:v>
                </c:pt>
                <c:pt idx="1311">
                  <c:v>1916.0417926814503</c:v>
                </c:pt>
                <c:pt idx="1312">
                  <c:v>1916.0417926814503</c:v>
                </c:pt>
                <c:pt idx="1313">
                  <c:v>1916.0417926814503</c:v>
                </c:pt>
                <c:pt idx="1314">
                  <c:v>1916.0417926814503</c:v>
                </c:pt>
                <c:pt idx="1315">
                  <c:v>1916.0417926814503</c:v>
                </c:pt>
                <c:pt idx="1316">
                  <c:v>1916.0417926814503</c:v>
                </c:pt>
                <c:pt idx="1317">
                  <c:v>1916.0417926814503</c:v>
                </c:pt>
                <c:pt idx="1318">
                  <c:v>1916.0417926814503</c:v>
                </c:pt>
                <c:pt idx="1319">
                  <c:v>1916.0417926814503</c:v>
                </c:pt>
                <c:pt idx="1320">
                  <c:v>1919.8622412885545</c:v>
                </c:pt>
                <c:pt idx="1321">
                  <c:v>1919.8622412885545</c:v>
                </c:pt>
                <c:pt idx="1322">
                  <c:v>1919.8622412885545</c:v>
                </c:pt>
                <c:pt idx="1323">
                  <c:v>1919.8622412885545</c:v>
                </c:pt>
                <c:pt idx="1324">
                  <c:v>1919.8622412885545</c:v>
                </c:pt>
                <c:pt idx="1325">
                  <c:v>1919.8622412885545</c:v>
                </c:pt>
                <c:pt idx="1326">
                  <c:v>1919.8622412885545</c:v>
                </c:pt>
                <c:pt idx="1327">
                  <c:v>1919.8622412885545</c:v>
                </c:pt>
                <c:pt idx="1328">
                  <c:v>1919.8622412885545</c:v>
                </c:pt>
                <c:pt idx="1329">
                  <c:v>1919.8622412885545</c:v>
                </c:pt>
                <c:pt idx="1330">
                  <c:v>1919.8622412885545</c:v>
                </c:pt>
                <c:pt idx="1331">
                  <c:v>1925.7358882533438</c:v>
                </c:pt>
                <c:pt idx="1332">
                  <c:v>1925.7358882533438</c:v>
                </c:pt>
                <c:pt idx="1333">
                  <c:v>1925.7358882533438</c:v>
                </c:pt>
                <c:pt idx="1334">
                  <c:v>1925.7358882533438</c:v>
                </c:pt>
                <c:pt idx="1335">
                  <c:v>1925.7358882533438</c:v>
                </c:pt>
                <c:pt idx="1336">
                  <c:v>1925.7358882533438</c:v>
                </c:pt>
                <c:pt idx="1337">
                  <c:v>1925.7358882533438</c:v>
                </c:pt>
                <c:pt idx="1338">
                  <c:v>1925.7358882533438</c:v>
                </c:pt>
                <c:pt idx="1339">
                  <c:v>1925.7358882533438</c:v>
                </c:pt>
                <c:pt idx="1340">
                  <c:v>1925.7358882533438</c:v>
                </c:pt>
                <c:pt idx="1341">
                  <c:v>1925.7358882533438</c:v>
                </c:pt>
                <c:pt idx="1342">
                  <c:v>1925.7358882533438</c:v>
                </c:pt>
                <c:pt idx="1343">
                  <c:v>1925.7358882533438</c:v>
                </c:pt>
                <c:pt idx="1344">
                  <c:v>1925.7358882533438</c:v>
                </c:pt>
                <c:pt idx="1345">
                  <c:v>1925.7358882533438</c:v>
                </c:pt>
                <c:pt idx="1346">
                  <c:v>1925.7358882533438</c:v>
                </c:pt>
                <c:pt idx="1347">
                  <c:v>1925.7358882533438</c:v>
                </c:pt>
                <c:pt idx="1348">
                  <c:v>1925.7358882533438</c:v>
                </c:pt>
                <c:pt idx="1349">
                  <c:v>1925.7358882533438</c:v>
                </c:pt>
                <c:pt idx="1350">
                  <c:v>1925.7358882533438</c:v>
                </c:pt>
                <c:pt idx="1351">
                  <c:v>1945.3443898694343</c:v>
                </c:pt>
                <c:pt idx="1352">
                  <c:v>1945.3443898694343</c:v>
                </c:pt>
                <c:pt idx="1353">
                  <c:v>1945.3443898694343</c:v>
                </c:pt>
                <c:pt idx="1354">
                  <c:v>1945.3443898694343</c:v>
                </c:pt>
                <c:pt idx="1355">
                  <c:v>1945.3443898694343</c:v>
                </c:pt>
                <c:pt idx="1356">
                  <c:v>1945.3443898694343</c:v>
                </c:pt>
                <c:pt idx="1357">
                  <c:v>1945.3443898694343</c:v>
                </c:pt>
                <c:pt idx="1358">
                  <c:v>1945.3443898694343</c:v>
                </c:pt>
                <c:pt idx="1359">
                  <c:v>1945.3443898694343</c:v>
                </c:pt>
                <c:pt idx="1360">
                  <c:v>1945.3443898694343</c:v>
                </c:pt>
                <c:pt idx="1361">
                  <c:v>1945.3443898694343</c:v>
                </c:pt>
                <c:pt idx="1362">
                  <c:v>1945.3443898694343</c:v>
                </c:pt>
                <c:pt idx="1363">
                  <c:v>1945.3443898694343</c:v>
                </c:pt>
                <c:pt idx="1364">
                  <c:v>1945.3443898694343</c:v>
                </c:pt>
                <c:pt idx="1365">
                  <c:v>1945.3443898694343</c:v>
                </c:pt>
                <c:pt idx="1366">
                  <c:v>1945.3443898694343</c:v>
                </c:pt>
                <c:pt idx="1367">
                  <c:v>1945.3443898694343</c:v>
                </c:pt>
                <c:pt idx="1368">
                  <c:v>1945.3443898694343</c:v>
                </c:pt>
                <c:pt idx="1369">
                  <c:v>1945.3443898694343</c:v>
                </c:pt>
                <c:pt idx="1370">
                  <c:v>1945.3443898694343</c:v>
                </c:pt>
                <c:pt idx="1371">
                  <c:v>1945.3443898694343</c:v>
                </c:pt>
                <c:pt idx="1372">
                  <c:v>1945.3443898694343</c:v>
                </c:pt>
                <c:pt idx="1373">
                  <c:v>1945.3443898694343</c:v>
                </c:pt>
                <c:pt idx="1374">
                  <c:v>1945.3443898694343</c:v>
                </c:pt>
                <c:pt idx="1375">
                  <c:v>1945.3443898694343</c:v>
                </c:pt>
                <c:pt idx="1376">
                  <c:v>1945.3443898694343</c:v>
                </c:pt>
                <c:pt idx="1377">
                  <c:v>1945.3443898694343</c:v>
                </c:pt>
                <c:pt idx="1378">
                  <c:v>1945.3443898694343</c:v>
                </c:pt>
                <c:pt idx="1379">
                  <c:v>1945.3443898694343</c:v>
                </c:pt>
                <c:pt idx="1380">
                  <c:v>1945.3443898694343</c:v>
                </c:pt>
                <c:pt idx="1381">
                  <c:v>1945.3443898694343</c:v>
                </c:pt>
                <c:pt idx="1382">
                  <c:v>1945.3443898694343</c:v>
                </c:pt>
                <c:pt idx="1383">
                  <c:v>1945.3443898694343</c:v>
                </c:pt>
                <c:pt idx="1384">
                  <c:v>1945.3443898694343</c:v>
                </c:pt>
                <c:pt idx="1385">
                  <c:v>1945.3443898694343</c:v>
                </c:pt>
                <c:pt idx="1386">
                  <c:v>1945.3443898694343</c:v>
                </c:pt>
                <c:pt idx="1387">
                  <c:v>1945.3443898694343</c:v>
                </c:pt>
                <c:pt idx="1388">
                  <c:v>1945.3443898694343</c:v>
                </c:pt>
                <c:pt idx="1389">
                  <c:v>1945.3443898694343</c:v>
                </c:pt>
                <c:pt idx="1390">
                  <c:v>1945.3443898694343</c:v>
                </c:pt>
                <c:pt idx="1391">
                  <c:v>1945.3443898694343</c:v>
                </c:pt>
                <c:pt idx="1392">
                  <c:v>1945.3443898694343</c:v>
                </c:pt>
                <c:pt idx="1393">
                  <c:v>1945.3443898694343</c:v>
                </c:pt>
                <c:pt idx="1394">
                  <c:v>1945.3443898694343</c:v>
                </c:pt>
                <c:pt idx="1395">
                  <c:v>1945.3443898694343</c:v>
                </c:pt>
                <c:pt idx="1396">
                  <c:v>1945.3443898694343</c:v>
                </c:pt>
                <c:pt idx="1397">
                  <c:v>1945.3443898694343</c:v>
                </c:pt>
                <c:pt idx="1398">
                  <c:v>1945.3443898694343</c:v>
                </c:pt>
                <c:pt idx="1399">
                  <c:v>1945.3443898694343</c:v>
                </c:pt>
                <c:pt idx="1400">
                  <c:v>1945.3443898694343</c:v>
                </c:pt>
                <c:pt idx="1401">
                  <c:v>1945.3443898694343</c:v>
                </c:pt>
                <c:pt idx="1402">
                  <c:v>1945.3443898694343</c:v>
                </c:pt>
                <c:pt idx="1403">
                  <c:v>1945.3443898694343</c:v>
                </c:pt>
                <c:pt idx="1404">
                  <c:v>1945.3443898694343</c:v>
                </c:pt>
                <c:pt idx="1405">
                  <c:v>1945.3443898694343</c:v>
                </c:pt>
                <c:pt idx="1406">
                  <c:v>1945.3443898694343</c:v>
                </c:pt>
                <c:pt idx="1407">
                  <c:v>1945.3443898694343</c:v>
                </c:pt>
                <c:pt idx="1408">
                  <c:v>1945.3443898694343</c:v>
                </c:pt>
                <c:pt idx="1409">
                  <c:v>1945.3443898694343</c:v>
                </c:pt>
                <c:pt idx="1410">
                  <c:v>1945.3443898694343</c:v>
                </c:pt>
                <c:pt idx="1411">
                  <c:v>1945.3443898694343</c:v>
                </c:pt>
                <c:pt idx="1412">
                  <c:v>1945.3443898694343</c:v>
                </c:pt>
                <c:pt idx="1413">
                  <c:v>1945.3443898694343</c:v>
                </c:pt>
                <c:pt idx="1414">
                  <c:v>1945.3443898694343</c:v>
                </c:pt>
                <c:pt idx="1415">
                  <c:v>1945.3443898694343</c:v>
                </c:pt>
                <c:pt idx="1416">
                  <c:v>1945.3443898694343</c:v>
                </c:pt>
                <c:pt idx="1417">
                  <c:v>1945.3443898694343</c:v>
                </c:pt>
                <c:pt idx="1418">
                  <c:v>1945.3443898694343</c:v>
                </c:pt>
                <c:pt idx="1419">
                  <c:v>1945.3443898694343</c:v>
                </c:pt>
                <c:pt idx="1420">
                  <c:v>1945.3443898694343</c:v>
                </c:pt>
                <c:pt idx="1421">
                  <c:v>1945.3443898694343</c:v>
                </c:pt>
                <c:pt idx="1422">
                  <c:v>1945.3443898694343</c:v>
                </c:pt>
                <c:pt idx="1423">
                  <c:v>1945.3443898694343</c:v>
                </c:pt>
                <c:pt idx="1424">
                  <c:v>1945.3443898694343</c:v>
                </c:pt>
                <c:pt idx="1425">
                  <c:v>1945.3443898694343</c:v>
                </c:pt>
                <c:pt idx="1426">
                  <c:v>1945.3443898694343</c:v>
                </c:pt>
                <c:pt idx="1427">
                  <c:v>1945.3443898694343</c:v>
                </c:pt>
                <c:pt idx="1428">
                  <c:v>1945.3443898694343</c:v>
                </c:pt>
                <c:pt idx="1429">
                  <c:v>1945.3443898694343</c:v>
                </c:pt>
                <c:pt idx="1430">
                  <c:v>1945.3443898694343</c:v>
                </c:pt>
                <c:pt idx="1431">
                  <c:v>1945.3443898694343</c:v>
                </c:pt>
                <c:pt idx="1432">
                  <c:v>1945.3443898694343</c:v>
                </c:pt>
                <c:pt idx="1433">
                  <c:v>1945.3443898694343</c:v>
                </c:pt>
                <c:pt idx="1434">
                  <c:v>1945.3443898694343</c:v>
                </c:pt>
                <c:pt idx="1435">
                  <c:v>1945.3443898694343</c:v>
                </c:pt>
                <c:pt idx="1436">
                  <c:v>1945.3443898694343</c:v>
                </c:pt>
                <c:pt idx="1437">
                  <c:v>1945.3443898694343</c:v>
                </c:pt>
                <c:pt idx="1438">
                  <c:v>1945.3443898694343</c:v>
                </c:pt>
                <c:pt idx="1439">
                  <c:v>1945.3443898694343</c:v>
                </c:pt>
                <c:pt idx="1440">
                  <c:v>1945.3443898694343</c:v>
                </c:pt>
                <c:pt idx="1441">
                  <c:v>1945.3443898694343</c:v>
                </c:pt>
                <c:pt idx="1442">
                  <c:v>1945.3443898694343</c:v>
                </c:pt>
                <c:pt idx="1443">
                  <c:v>1945.3443898694343</c:v>
                </c:pt>
                <c:pt idx="1444">
                  <c:v>1945.3443898694343</c:v>
                </c:pt>
                <c:pt idx="1445">
                  <c:v>1945.3443898694343</c:v>
                </c:pt>
                <c:pt idx="1446">
                  <c:v>1945.3443898694343</c:v>
                </c:pt>
                <c:pt idx="1447">
                  <c:v>1945.3443898694343</c:v>
                </c:pt>
                <c:pt idx="1448">
                  <c:v>1945.3443898694343</c:v>
                </c:pt>
                <c:pt idx="1449">
                  <c:v>1945.3443898694343</c:v>
                </c:pt>
                <c:pt idx="1450">
                  <c:v>1945.3443898694343</c:v>
                </c:pt>
                <c:pt idx="1451">
                  <c:v>1945.3443898694343</c:v>
                </c:pt>
                <c:pt idx="1452">
                  <c:v>1945.3443898694343</c:v>
                </c:pt>
                <c:pt idx="1453">
                  <c:v>1971.6535775493194</c:v>
                </c:pt>
                <c:pt idx="1454">
                  <c:v>1971.6535775493194</c:v>
                </c:pt>
                <c:pt idx="1455">
                  <c:v>1971.6535775493194</c:v>
                </c:pt>
                <c:pt idx="1456">
                  <c:v>1971.6535775493194</c:v>
                </c:pt>
                <c:pt idx="1457">
                  <c:v>1971.6535775493194</c:v>
                </c:pt>
                <c:pt idx="1458">
                  <c:v>1971.6535775493194</c:v>
                </c:pt>
                <c:pt idx="1459">
                  <c:v>1971.6535775493194</c:v>
                </c:pt>
                <c:pt idx="1460">
                  <c:v>1971.6535775493194</c:v>
                </c:pt>
                <c:pt idx="1461">
                  <c:v>1971.6535775493194</c:v>
                </c:pt>
                <c:pt idx="1462">
                  <c:v>1971.6535775493194</c:v>
                </c:pt>
                <c:pt idx="1463">
                  <c:v>1971.6535775493194</c:v>
                </c:pt>
                <c:pt idx="1464">
                  <c:v>1971.6535775493194</c:v>
                </c:pt>
                <c:pt idx="1465">
                  <c:v>1971.6535775493194</c:v>
                </c:pt>
                <c:pt idx="1466">
                  <c:v>1971.6535775493194</c:v>
                </c:pt>
                <c:pt idx="1467">
                  <c:v>1971.6535775493194</c:v>
                </c:pt>
                <c:pt idx="1468">
                  <c:v>1971.6535775493194</c:v>
                </c:pt>
                <c:pt idx="1469">
                  <c:v>1971.6535775493194</c:v>
                </c:pt>
                <c:pt idx="1470">
                  <c:v>1971.6535775493194</c:v>
                </c:pt>
                <c:pt idx="1471">
                  <c:v>1971.6535775493194</c:v>
                </c:pt>
                <c:pt idx="1472">
                  <c:v>1971.6535775493194</c:v>
                </c:pt>
                <c:pt idx="1473">
                  <c:v>1971.6535775493194</c:v>
                </c:pt>
                <c:pt idx="1474">
                  <c:v>1971.6535775493194</c:v>
                </c:pt>
                <c:pt idx="1475">
                  <c:v>1971.6535775493194</c:v>
                </c:pt>
                <c:pt idx="1476">
                  <c:v>1971.6535775493194</c:v>
                </c:pt>
                <c:pt idx="1477">
                  <c:v>1971.6535775493194</c:v>
                </c:pt>
                <c:pt idx="1478">
                  <c:v>1971.6535775493194</c:v>
                </c:pt>
                <c:pt idx="1479">
                  <c:v>1971.6535775493194</c:v>
                </c:pt>
                <c:pt idx="1480">
                  <c:v>1971.6535775493194</c:v>
                </c:pt>
                <c:pt idx="1481">
                  <c:v>1971.6535775493194</c:v>
                </c:pt>
                <c:pt idx="1482">
                  <c:v>1971.6535775493194</c:v>
                </c:pt>
                <c:pt idx="1483">
                  <c:v>1971.6535775493194</c:v>
                </c:pt>
                <c:pt idx="1484">
                  <c:v>1971.6535775493194</c:v>
                </c:pt>
                <c:pt idx="1485">
                  <c:v>1971.6535775493194</c:v>
                </c:pt>
                <c:pt idx="1486">
                  <c:v>1971.6535775493194</c:v>
                </c:pt>
                <c:pt idx="1487">
                  <c:v>1971.6535775493194</c:v>
                </c:pt>
                <c:pt idx="1488">
                  <c:v>1971.6535775493194</c:v>
                </c:pt>
                <c:pt idx="1489">
                  <c:v>1971.6535775493194</c:v>
                </c:pt>
                <c:pt idx="1490">
                  <c:v>1971.6535775493194</c:v>
                </c:pt>
                <c:pt idx="1491">
                  <c:v>1988.1855617752742</c:v>
                </c:pt>
                <c:pt idx="1492">
                  <c:v>1988.1855617752742</c:v>
                </c:pt>
                <c:pt idx="1493">
                  <c:v>1988.1855617752742</c:v>
                </c:pt>
                <c:pt idx="1494">
                  <c:v>1988.1855617752742</c:v>
                </c:pt>
                <c:pt idx="1495">
                  <c:v>1988.1855617752742</c:v>
                </c:pt>
                <c:pt idx="1496">
                  <c:v>1988.1855617752742</c:v>
                </c:pt>
                <c:pt idx="1497">
                  <c:v>1988.1855617752742</c:v>
                </c:pt>
                <c:pt idx="1498">
                  <c:v>1988.1855617752742</c:v>
                </c:pt>
                <c:pt idx="1499">
                  <c:v>1988.1855617752742</c:v>
                </c:pt>
                <c:pt idx="1500">
                  <c:v>1988.1855617752742</c:v>
                </c:pt>
                <c:pt idx="1501">
                  <c:v>1988.1855617752742</c:v>
                </c:pt>
                <c:pt idx="1502">
                  <c:v>1988.1855617752742</c:v>
                </c:pt>
                <c:pt idx="1503">
                  <c:v>1988.1855617752742</c:v>
                </c:pt>
                <c:pt idx="1504">
                  <c:v>1988.1855617752742</c:v>
                </c:pt>
                <c:pt idx="1505">
                  <c:v>1988.1855617752742</c:v>
                </c:pt>
                <c:pt idx="1506">
                  <c:v>1988.1855617752742</c:v>
                </c:pt>
                <c:pt idx="1507">
                  <c:v>1988.1855617752742</c:v>
                </c:pt>
                <c:pt idx="1508">
                  <c:v>1988.1855617752742</c:v>
                </c:pt>
                <c:pt idx="1509">
                  <c:v>1988.1855617752742</c:v>
                </c:pt>
                <c:pt idx="1510">
                  <c:v>1988.1855617752742</c:v>
                </c:pt>
                <c:pt idx="1511">
                  <c:v>1988.1855617752742</c:v>
                </c:pt>
                <c:pt idx="1512">
                  <c:v>1988.1855617752742</c:v>
                </c:pt>
                <c:pt idx="1513">
                  <c:v>1988.1855617752742</c:v>
                </c:pt>
                <c:pt idx="1514">
                  <c:v>1988.1855617752742</c:v>
                </c:pt>
                <c:pt idx="1515">
                  <c:v>1988.1855617752742</c:v>
                </c:pt>
                <c:pt idx="1516">
                  <c:v>1988.1855617752742</c:v>
                </c:pt>
                <c:pt idx="1517">
                  <c:v>1988.1855617752742</c:v>
                </c:pt>
                <c:pt idx="1518">
                  <c:v>1988.1855617752742</c:v>
                </c:pt>
                <c:pt idx="1519">
                  <c:v>1988.1855617752742</c:v>
                </c:pt>
                <c:pt idx="1520">
                  <c:v>1988.1855617752742</c:v>
                </c:pt>
                <c:pt idx="1521">
                  <c:v>2064.7083169849761</c:v>
                </c:pt>
                <c:pt idx="1522">
                  <c:v>2064.7083169849761</c:v>
                </c:pt>
                <c:pt idx="1523">
                  <c:v>2064.7083169849761</c:v>
                </c:pt>
                <c:pt idx="1524">
                  <c:v>2064.7083169849761</c:v>
                </c:pt>
                <c:pt idx="1525">
                  <c:v>2064.7083169849761</c:v>
                </c:pt>
                <c:pt idx="1526">
                  <c:v>2064.7083169849761</c:v>
                </c:pt>
                <c:pt idx="1527">
                  <c:v>2064.7083169849761</c:v>
                </c:pt>
                <c:pt idx="1528">
                  <c:v>2064.7083169849761</c:v>
                </c:pt>
                <c:pt idx="1529">
                  <c:v>2064.7083169849761</c:v>
                </c:pt>
                <c:pt idx="1530">
                  <c:v>2064.7083169849761</c:v>
                </c:pt>
                <c:pt idx="1531">
                  <c:v>2064.7083169849761</c:v>
                </c:pt>
                <c:pt idx="1532">
                  <c:v>2064.7083169849761</c:v>
                </c:pt>
                <c:pt idx="1533">
                  <c:v>2064.7083169849761</c:v>
                </c:pt>
                <c:pt idx="1534">
                  <c:v>2064.7083169849761</c:v>
                </c:pt>
                <c:pt idx="1535">
                  <c:v>2064.7083169849761</c:v>
                </c:pt>
                <c:pt idx="1536">
                  <c:v>2064.7083169849761</c:v>
                </c:pt>
                <c:pt idx="1537">
                  <c:v>2064.7083169849761</c:v>
                </c:pt>
                <c:pt idx="1538">
                  <c:v>2064.7083169849761</c:v>
                </c:pt>
                <c:pt idx="1539">
                  <c:v>2064.7083169849761</c:v>
                </c:pt>
                <c:pt idx="1540">
                  <c:v>2064.7083169849761</c:v>
                </c:pt>
                <c:pt idx="1541">
                  <c:v>2064.7083169849761</c:v>
                </c:pt>
                <c:pt idx="1542">
                  <c:v>2064.7083169849761</c:v>
                </c:pt>
                <c:pt idx="1543">
                  <c:v>2064.7083169849761</c:v>
                </c:pt>
                <c:pt idx="1544">
                  <c:v>2064.7083169849761</c:v>
                </c:pt>
                <c:pt idx="1545">
                  <c:v>2064.7083169849761</c:v>
                </c:pt>
                <c:pt idx="1546">
                  <c:v>2064.7083169849761</c:v>
                </c:pt>
                <c:pt idx="1547">
                  <c:v>2064.7083169849761</c:v>
                </c:pt>
                <c:pt idx="1548">
                  <c:v>2064.7083169849761</c:v>
                </c:pt>
                <c:pt idx="1549">
                  <c:v>2064.7083169849761</c:v>
                </c:pt>
                <c:pt idx="1550">
                  <c:v>2064.7083169849761</c:v>
                </c:pt>
                <c:pt idx="1551">
                  <c:v>2064.7083169849761</c:v>
                </c:pt>
                <c:pt idx="1552">
                  <c:v>2064.7083169849761</c:v>
                </c:pt>
                <c:pt idx="1553">
                  <c:v>2064.7083169849761</c:v>
                </c:pt>
                <c:pt idx="1554">
                  <c:v>2064.7083169849761</c:v>
                </c:pt>
                <c:pt idx="1555">
                  <c:v>2064.7083169849761</c:v>
                </c:pt>
                <c:pt idx="1556">
                  <c:v>2064.7083169849761</c:v>
                </c:pt>
                <c:pt idx="1557">
                  <c:v>2064.7083169849761</c:v>
                </c:pt>
                <c:pt idx="1558">
                  <c:v>2064.7083169849761</c:v>
                </c:pt>
                <c:pt idx="1559">
                  <c:v>2064.7083169849761</c:v>
                </c:pt>
                <c:pt idx="1560">
                  <c:v>2064.7083169849761</c:v>
                </c:pt>
                <c:pt idx="1561">
                  <c:v>2064.7083169849761</c:v>
                </c:pt>
                <c:pt idx="1562">
                  <c:v>2064.7083169849761</c:v>
                </c:pt>
                <c:pt idx="1563">
                  <c:v>2064.7083169849761</c:v>
                </c:pt>
                <c:pt idx="1564">
                  <c:v>2064.7083169849761</c:v>
                </c:pt>
                <c:pt idx="1565">
                  <c:v>2064.7083169849761</c:v>
                </c:pt>
                <c:pt idx="1566">
                  <c:v>2064.7083169849761</c:v>
                </c:pt>
                <c:pt idx="1567">
                  <c:v>2064.7083169849761</c:v>
                </c:pt>
                <c:pt idx="1568">
                  <c:v>2064.7083169849761</c:v>
                </c:pt>
                <c:pt idx="1569">
                  <c:v>2064.7083169849761</c:v>
                </c:pt>
                <c:pt idx="1570">
                  <c:v>2064.7083169849761</c:v>
                </c:pt>
                <c:pt idx="1571">
                  <c:v>2064.7083169849761</c:v>
                </c:pt>
                <c:pt idx="1572">
                  <c:v>2064.7083169849761</c:v>
                </c:pt>
                <c:pt idx="1573">
                  <c:v>2064.7083169849761</c:v>
                </c:pt>
                <c:pt idx="1574">
                  <c:v>2064.7083169849761</c:v>
                </c:pt>
                <c:pt idx="1575">
                  <c:v>2064.7083169849761</c:v>
                </c:pt>
                <c:pt idx="1576">
                  <c:v>2064.7083169849761</c:v>
                </c:pt>
                <c:pt idx="1577">
                  <c:v>2064.7083169849761</c:v>
                </c:pt>
                <c:pt idx="1578">
                  <c:v>2064.7083169849761</c:v>
                </c:pt>
                <c:pt idx="1579">
                  <c:v>2064.7083169849761</c:v>
                </c:pt>
                <c:pt idx="1580">
                  <c:v>2064.7083169849761</c:v>
                </c:pt>
                <c:pt idx="1581">
                  <c:v>2064.7083169849761</c:v>
                </c:pt>
                <c:pt idx="1582">
                  <c:v>2064.7083169849761</c:v>
                </c:pt>
                <c:pt idx="1583">
                  <c:v>2064.7083169849761</c:v>
                </c:pt>
                <c:pt idx="1584">
                  <c:v>2064.7083169849761</c:v>
                </c:pt>
                <c:pt idx="1585">
                  <c:v>2064.7083169849761</c:v>
                </c:pt>
                <c:pt idx="1586">
                  <c:v>2064.7083169849761</c:v>
                </c:pt>
                <c:pt idx="1587">
                  <c:v>2064.7083169849761</c:v>
                </c:pt>
                <c:pt idx="1588">
                  <c:v>2064.7083169849761</c:v>
                </c:pt>
                <c:pt idx="1589">
                  <c:v>2064.7083169849761</c:v>
                </c:pt>
                <c:pt idx="1590">
                  <c:v>2064.7083169849761</c:v>
                </c:pt>
                <c:pt idx="1591">
                  <c:v>2064.7083169849761</c:v>
                </c:pt>
                <c:pt idx="1592">
                  <c:v>2064.7083169849761</c:v>
                </c:pt>
                <c:pt idx="1593">
                  <c:v>2064.7083169849761</c:v>
                </c:pt>
                <c:pt idx="1594">
                  <c:v>2064.7083169849761</c:v>
                </c:pt>
                <c:pt idx="1595">
                  <c:v>2064.7083169849761</c:v>
                </c:pt>
                <c:pt idx="1596">
                  <c:v>2064.7083169849761</c:v>
                </c:pt>
                <c:pt idx="1597">
                  <c:v>2064.7083169849761</c:v>
                </c:pt>
                <c:pt idx="1598">
                  <c:v>2064.7083169849761</c:v>
                </c:pt>
                <c:pt idx="1599">
                  <c:v>2064.7083169849761</c:v>
                </c:pt>
                <c:pt idx="1600">
                  <c:v>2064.7083169849761</c:v>
                </c:pt>
                <c:pt idx="1601">
                  <c:v>2064.7083169849761</c:v>
                </c:pt>
                <c:pt idx="1602">
                  <c:v>2064.7083169849761</c:v>
                </c:pt>
                <c:pt idx="1603">
                  <c:v>2064.7083169849761</c:v>
                </c:pt>
                <c:pt idx="1604">
                  <c:v>2064.7083169849761</c:v>
                </c:pt>
                <c:pt idx="1605">
                  <c:v>2064.7083169849761</c:v>
                </c:pt>
                <c:pt idx="1606">
                  <c:v>2064.7083169849761</c:v>
                </c:pt>
                <c:pt idx="1607">
                  <c:v>2064.7083169849761</c:v>
                </c:pt>
                <c:pt idx="1608">
                  <c:v>2064.7083169849761</c:v>
                </c:pt>
                <c:pt idx="1609">
                  <c:v>2064.7083169849761</c:v>
                </c:pt>
                <c:pt idx="1610">
                  <c:v>2064.7083169849761</c:v>
                </c:pt>
                <c:pt idx="1611">
                  <c:v>2064.7083169849761</c:v>
                </c:pt>
                <c:pt idx="1612">
                  <c:v>2064.7083169849761</c:v>
                </c:pt>
                <c:pt idx="1613">
                  <c:v>2064.7083169849761</c:v>
                </c:pt>
                <c:pt idx="1614">
                  <c:v>2064.7083169849761</c:v>
                </c:pt>
                <c:pt idx="1615">
                  <c:v>2064.7083169849761</c:v>
                </c:pt>
                <c:pt idx="1616">
                  <c:v>2064.7083169849761</c:v>
                </c:pt>
                <c:pt idx="1617">
                  <c:v>2064.7083169849761</c:v>
                </c:pt>
                <c:pt idx="1618">
                  <c:v>2064.7083169849761</c:v>
                </c:pt>
                <c:pt idx="1619">
                  <c:v>2064.7083169849761</c:v>
                </c:pt>
                <c:pt idx="1620">
                  <c:v>2064.7083169849761</c:v>
                </c:pt>
                <c:pt idx="1621">
                  <c:v>2064.7083169849761</c:v>
                </c:pt>
                <c:pt idx="1622">
                  <c:v>2064.7083169849761</c:v>
                </c:pt>
                <c:pt idx="1623">
                  <c:v>2064.7083169849761</c:v>
                </c:pt>
                <c:pt idx="1624">
                  <c:v>2064.7083169849761</c:v>
                </c:pt>
                <c:pt idx="1625">
                  <c:v>2064.7083169849761</c:v>
                </c:pt>
                <c:pt idx="1626">
                  <c:v>2064.7083169849761</c:v>
                </c:pt>
                <c:pt idx="1627">
                  <c:v>2064.7083169849761</c:v>
                </c:pt>
                <c:pt idx="1628">
                  <c:v>2064.7083169849761</c:v>
                </c:pt>
                <c:pt idx="1629">
                  <c:v>2064.7083169849761</c:v>
                </c:pt>
                <c:pt idx="1630">
                  <c:v>2064.7083169849761</c:v>
                </c:pt>
                <c:pt idx="1631">
                  <c:v>2064.7083169849761</c:v>
                </c:pt>
                <c:pt idx="1632">
                  <c:v>2064.7083169849761</c:v>
                </c:pt>
                <c:pt idx="1633">
                  <c:v>2064.7083169849761</c:v>
                </c:pt>
                <c:pt idx="1634">
                  <c:v>2064.7083169849761</c:v>
                </c:pt>
                <c:pt idx="1635">
                  <c:v>2064.7083169849761</c:v>
                </c:pt>
                <c:pt idx="1636">
                  <c:v>2064.7083169849761</c:v>
                </c:pt>
                <c:pt idx="1637">
                  <c:v>2064.7083169849761</c:v>
                </c:pt>
                <c:pt idx="1638">
                  <c:v>2081.2900298075365</c:v>
                </c:pt>
                <c:pt idx="1639">
                  <c:v>2081.2900298075365</c:v>
                </c:pt>
                <c:pt idx="1640">
                  <c:v>2081.2900298075365</c:v>
                </c:pt>
                <c:pt idx="1641">
                  <c:v>2081.2900298075365</c:v>
                </c:pt>
                <c:pt idx="1642">
                  <c:v>2081.2900298075365</c:v>
                </c:pt>
                <c:pt idx="1643">
                  <c:v>2081.2900298075365</c:v>
                </c:pt>
                <c:pt idx="1644">
                  <c:v>2081.2900298075365</c:v>
                </c:pt>
                <c:pt idx="1645">
                  <c:v>2081.2900298075365</c:v>
                </c:pt>
                <c:pt idx="1646">
                  <c:v>2081.2900298075365</c:v>
                </c:pt>
                <c:pt idx="1647">
                  <c:v>2081.2900298075365</c:v>
                </c:pt>
                <c:pt idx="1648">
                  <c:v>2081.2900298075365</c:v>
                </c:pt>
                <c:pt idx="1649">
                  <c:v>2081.2900298075365</c:v>
                </c:pt>
                <c:pt idx="1650">
                  <c:v>2081.2900298075365</c:v>
                </c:pt>
                <c:pt idx="1651">
                  <c:v>2081.2900298075365</c:v>
                </c:pt>
                <c:pt idx="1652">
                  <c:v>2081.2900298075365</c:v>
                </c:pt>
                <c:pt idx="1653">
                  <c:v>2081.2900298075365</c:v>
                </c:pt>
                <c:pt idx="1654">
                  <c:v>2081.2900298075365</c:v>
                </c:pt>
                <c:pt idx="1655">
                  <c:v>2081.2900298075365</c:v>
                </c:pt>
                <c:pt idx="1656">
                  <c:v>2081.2900298075365</c:v>
                </c:pt>
                <c:pt idx="1657">
                  <c:v>2081.2900298075365</c:v>
                </c:pt>
                <c:pt idx="1658">
                  <c:v>2081.2900298075365</c:v>
                </c:pt>
                <c:pt idx="1659">
                  <c:v>2081.2900298075365</c:v>
                </c:pt>
                <c:pt idx="1660">
                  <c:v>2081.2900298075365</c:v>
                </c:pt>
                <c:pt idx="1661">
                  <c:v>2081.2900298075365</c:v>
                </c:pt>
                <c:pt idx="1662">
                  <c:v>2081.2900298075365</c:v>
                </c:pt>
                <c:pt idx="1663">
                  <c:v>2081.2900298075365</c:v>
                </c:pt>
                <c:pt idx="1664">
                  <c:v>2081.2900298075365</c:v>
                </c:pt>
                <c:pt idx="1665">
                  <c:v>2081.2900298075365</c:v>
                </c:pt>
                <c:pt idx="1666">
                  <c:v>2081.2900298075365</c:v>
                </c:pt>
                <c:pt idx="1667">
                  <c:v>2081.2900298075365</c:v>
                </c:pt>
                <c:pt idx="1668">
                  <c:v>2081.2900298075365</c:v>
                </c:pt>
                <c:pt idx="1669">
                  <c:v>2081.2900298075365</c:v>
                </c:pt>
                <c:pt idx="1670">
                  <c:v>2081.2900298075365</c:v>
                </c:pt>
                <c:pt idx="1671">
                  <c:v>2081.2900298075365</c:v>
                </c:pt>
                <c:pt idx="1672">
                  <c:v>2081.2900298075365</c:v>
                </c:pt>
                <c:pt idx="1673">
                  <c:v>2081.2900298075365</c:v>
                </c:pt>
                <c:pt idx="1674">
                  <c:v>2081.2900298075365</c:v>
                </c:pt>
                <c:pt idx="1675">
                  <c:v>2081.2900298075365</c:v>
                </c:pt>
                <c:pt idx="1676">
                  <c:v>2081.2900298075365</c:v>
                </c:pt>
                <c:pt idx="1677">
                  <c:v>2081.2900298075365</c:v>
                </c:pt>
                <c:pt idx="1678">
                  <c:v>2081.2900298075365</c:v>
                </c:pt>
                <c:pt idx="1679">
                  <c:v>2081.2900298075365</c:v>
                </c:pt>
                <c:pt idx="1680">
                  <c:v>2081.2900298075365</c:v>
                </c:pt>
                <c:pt idx="1681">
                  <c:v>2081.2900298075365</c:v>
                </c:pt>
                <c:pt idx="1682">
                  <c:v>2081.2900298075365</c:v>
                </c:pt>
                <c:pt idx="1683">
                  <c:v>2081.2900298075365</c:v>
                </c:pt>
                <c:pt idx="1684">
                  <c:v>2081.2900298075365</c:v>
                </c:pt>
                <c:pt idx="1685">
                  <c:v>2081.2900298075365</c:v>
                </c:pt>
                <c:pt idx="1686">
                  <c:v>2081.2900298075365</c:v>
                </c:pt>
                <c:pt idx="1687">
                  <c:v>2081.2900298075365</c:v>
                </c:pt>
                <c:pt idx="1688">
                  <c:v>2081.2900298075365</c:v>
                </c:pt>
                <c:pt idx="1689">
                  <c:v>2081.2900298075365</c:v>
                </c:pt>
                <c:pt idx="1690">
                  <c:v>2081.2900298075365</c:v>
                </c:pt>
                <c:pt idx="1691">
                  <c:v>2081.2900298075365</c:v>
                </c:pt>
                <c:pt idx="1692">
                  <c:v>2081.2900298075365</c:v>
                </c:pt>
                <c:pt idx="1693">
                  <c:v>2081.2900298075365</c:v>
                </c:pt>
                <c:pt idx="1694">
                  <c:v>2081.2900298075365</c:v>
                </c:pt>
                <c:pt idx="1695">
                  <c:v>2081.2900298075365</c:v>
                </c:pt>
                <c:pt idx="1696">
                  <c:v>2081.2900298075365</c:v>
                </c:pt>
                <c:pt idx="1697">
                  <c:v>2081.2900298075365</c:v>
                </c:pt>
                <c:pt idx="1698">
                  <c:v>2081.2900298075365</c:v>
                </c:pt>
                <c:pt idx="1699">
                  <c:v>2081.2900298075365</c:v>
                </c:pt>
                <c:pt idx="1700">
                  <c:v>2081.2900298075365</c:v>
                </c:pt>
                <c:pt idx="1701">
                  <c:v>2081.2900298075365</c:v>
                </c:pt>
                <c:pt idx="1702">
                  <c:v>2081.2900298075365</c:v>
                </c:pt>
                <c:pt idx="1703">
                  <c:v>2081.2900298075365</c:v>
                </c:pt>
                <c:pt idx="1704">
                  <c:v>2081.2900298075365</c:v>
                </c:pt>
                <c:pt idx="1705">
                  <c:v>2081.2900298075365</c:v>
                </c:pt>
                <c:pt idx="1706">
                  <c:v>2081.2900298075365</c:v>
                </c:pt>
                <c:pt idx="1707">
                  <c:v>2081.2900298075365</c:v>
                </c:pt>
                <c:pt idx="1708">
                  <c:v>2081.2900298075365</c:v>
                </c:pt>
                <c:pt idx="1709">
                  <c:v>2081.2900298075365</c:v>
                </c:pt>
                <c:pt idx="1710">
                  <c:v>2081.2900298075365</c:v>
                </c:pt>
                <c:pt idx="1711">
                  <c:v>2081.2900298075365</c:v>
                </c:pt>
                <c:pt idx="1712">
                  <c:v>2081.2900298075365</c:v>
                </c:pt>
                <c:pt idx="1713">
                  <c:v>2081.2900298075365</c:v>
                </c:pt>
                <c:pt idx="1714">
                  <c:v>2081.2900298075365</c:v>
                </c:pt>
                <c:pt idx="1715">
                  <c:v>2081.2900298075365</c:v>
                </c:pt>
                <c:pt idx="1716">
                  <c:v>2081.2900298075365</c:v>
                </c:pt>
                <c:pt idx="1717">
                  <c:v>2081.2900298075365</c:v>
                </c:pt>
                <c:pt idx="1718">
                  <c:v>2081.2900298075365</c:v>
                </c:pt>
                <c:pt idx="1719">
                  <c:v>2081.2900298075365</c:v>
                </c:pt>
                <c:pt idx="1720">
                  <c:v>2081.2900298075365</c:v>
                </c:pt>
                <c:pt idx="1721">
                  <c:v>2081.2900298075365</c:v>
                </c:pt>
                <c:pt idx="1722">
                  <c:v>2081.2900298075365</c:v>
                </c:pt>
                <c:pt idx="1723">
                  <c:v>2081.2900298075365</c:v>
                </c:pt>
                <c:pt idx="1724">
                  <c:v>2081.2900298075365</c:v>
                </c:pt>
                <c:pt idx="1725">
                  <c:v>2081.2900298075365</c:v>
                </c:pt>
                <c:pt idx="1726">
                  <c:v>2081.2900298075365</c:v>
                </c:pt>
                <c:pt idx="1727">
                  <c:v>2081.2900298075365</c:v>
                </c:pt>
                <c:pt idx="1728">
                  <c:v>2081.2900298075365</c:v>
                </c:pt>
                <c:pt idx="1729">
                  <c:v>2081.2900298075365</c:v>
                </c:pt>
                <c:pt idx="1730">
                  <c:v>2081.2900298075365</c:v>
                </c:pt>
                <c:pt idx="1731">
                  <c:v>2081.2900298075365</c:v>
                </c:pt>
                <c:pt idx="1732">
                  <c:v>2081.2900298075365</c:v>
                </c:pt>
                <c:pt idx="1733">
                  <c:v>2081.2900298075365</c:v>
                </c:pt>
                <c:pt idx="1734">
                  <c:v>2081.2900298075365</c:v>
                </c:pt>
                <c:pt idx="1735">
                  <c:v>2081.2900298075365</c:v>
                </c:pt>
                <c:pt idx="1736">
                  <c:v>2081.2900298075365</c:v>
                </c:pt>
                <c:pt idx="1737">
                  <c:v>2081.2900298075365</c:v>
                </c:pt>
                <c:pt idx="1738">
                  <c:v>2081.2900298075365</c:v>
                </c:pt>
                <c:pt idx="1739">
                  <c:v>2081.2900298075365</c:v>
                </c:pt>
                <c:pt idx="1740">
                  <c:v>2081.2900298075365</c:v>
                </c:pt>
                <c:pt idx="1741">
                  <c:v>2081.2900298075365</c:v>
                </c:pt>
                <c:pt idx="1742">
                  <c:v>2081.2900298075365</c:v>
                </c:pt>
                <c:pt idx="1743">
                  <c:v>2081.2900298075365</c:v>
                </c:pt>
                <c:pt idx="1744">
                  <c:v>2081.2900298075365</c:v>
                </c:pt>
                <c:pt idx="1745">
                  <c:v>2081.2900298075365</c:v>
                </c:pt>
                <c:pt idx="1746">
                  <c:v>2081.2900298075365</c:v>
                </c:pt>
                <c:pt idx="1747">
                  <c:v>2081.2900298075365</c:v>
                </c:pt>
                <c:pt idx="1748">
                  <c:v>2081.2900298075365</c:v>
                </c:pt>
                <c:pt idx="1749">
                  <c:v>2081.2900298075365</c:v>
                </c:pt>
                <c:pt idx="1750">
                  <c:v>2081.2900298075365</c:v>
                </c:pt>
                <c:pt idx="1751">
                  <c:v>2081.2900298075365</c:v>
                </c:pt>
                <c:pt idx="1752">
                  <c:v>2081.2900298075365</c:v>
                </c:pt>
                <c:pt idx="1753">
                  <c:v>2081.2900298075365</c:v>
                </c:pt>
                <c:pt idx="1754">
                  <c:v>2081.2900298075365</c:v>
                </c:pt>
                <c:pt idx="1755">
                  <c:v>2081.2900298075365</c:v>
                </c:pt>
                <c:pt idx="1756">
                  <c:v>2081.2900298075365</c:v>
                </c:pt>
                <c:pt idx="1757">
                  <c:v>2081.2900298075365</c:v>
                </c:pt>
                <c:pt idx="1758">
                  <c:v>2081.2900298075365</c:v>
                </c:pt>
                <c:pt idx="1759">
                  <c:v>2081.2900298075365</c:v>
                </c:pt>
                <c:pt idx="1760">
                  <c:v>2081.2900298075365</c:v>
                </c:pt>
                <c:pt idx="1761">
                  <c:v>2081.2900298075365</c:v>
                </c:pt>
                <c:pt idx="1762">
                  <c:v>2081.2900298075365</c:v>
                </c:pt>
                <c:pt idx="1763">
                  <c:v>2081.2900298075365</c:v>
                </c:pt>
                <c:pt idx="1764">
                  <c:v>2081.2900298075365</c:v>
                </c:pt>
                <c:pt idx="1765">
                  <c:v>2081.2900298075365</c:v>
                </c:pt>
                <c:pt idx="1766">
                  <c:v>2081.2900298075365</c:v>
                </c:pt>
                <c:pt idx="1767">
                  <c:v>2081.2900298075365</c:v>
                </c:pt>
                <c:pt idx="1768">
                  <c:v>2081.2900298075365</c:v>
                </c:pt>
                <c:pt idx="1769">
                  <c:v>2081.2900298075365</c:v>
                </c:pt>
                <c:pt idx="1770">
                  <c:v>2081.2900298075365</c:v>
                </c:pt>
                <c:pt idx="1771">
                  <c:v>2081.2900298075365</c:v>
                </c:pt>
                <c:pt idx="1772">
                  <c:v>2081.2900298075365</c:v>
                </c:pt>
                <c:pt idx="1773">
                  <c:v>2081.2900298075365</c:v>
                </c:pt>
                <c:pt idx="1774">
                  <c:v>2081.2900298075365</c:v>
                </c:pt>
                <c:pt idx="1775">
                  <c:v>2081.2900298075365</c:v>
                </c:pt>
                <c:pt idx="1776">
                  <c:v>2081.2900298075365</c:v>
                </c:pt>
                <c:pt idx="1777">
                  <c:v>2081.2900298075365</c:v>
                </c:pt>
                <c:pt idx="1778">
                  <c:v>2081.2900298075365</c:v>
                </c:pt>
                <c:pt idx="1779">
                  <c:v>2081.2900298075365</c:v>
                </c:pt>
                <c:pt idx="1780">
                  <c:v>2081.2900298075365</c:v>
                </c:pt>
                <c:pt idx="1781">
                  <c:v>2081.2900298075365</c:v>
                </c:pt>
                <c:pt idx="1782">
                  <c:v>2081.2900298075365</c:v>
                </c:pt>
                <c:pt idx="1783">
                  <c:v>2081.2900298075365</c:v>
                </c:pt>
                <c:pt idx="1784">
                  <c:v>2081.2900298075365</c:v>
                </c:pt>
                <c:pt idx="1785">
                  <c:v>2081.2900298075365</c:v>
                </c:pt>
                <c:pt idx="1786">
                  <c:v>2081.2900298075365</c:v>
                </c:pt>
                <c:pt idx="1787">
                  <c:v>2081.2900298075365</c:v>
                </c:pt>
                <c:pt idx="1788">
                  <c:v>2081.2900298075365</c:v>
                </c:pt>
                <c:pt idx="1789">
                  <c:v>2081.2900298075365</c:v>
                </c:pt>
                <c:pt idx="1790">
                  <c:v>2081.2900298075365</c:v>
                </c:pt>
                <c:pt idx="1791">
                  <c:v>2081.2900298075365</c:v>
                </c:pt>
                <c:pt idx="1792">
                  <c:v>2081.2900298075365</c:v>
                </c:pt>
                <c:pt idx="1793">
                  <c:v>2081.2900298075365</c:v>
                </c:pt>
                <c:pt idx="1794">
                  <c:v>2081.2900298075365</c:v>
                </c:pt>
                <c:pt idx="1795">
                  <c:v>2081.2900298075365</c:v>
                </c:pt>
                <c:pt idx="1796">
                  <c:v>2081.2900298075365</c:v>
                </c:pt>
                <c:pt idx="1797">
                  <c:v>2081.2900298075365</c:v>
                </c:pt>
                <c:pt idx="1798">
                  <c:v>2081.2900298075365</c:v>
                </c:pt>
                <c:pt idx="1799">
                  <c:v>2081.2900298075365</c:v>
                </c:pt>
                <c:pt idx="1800">
                  <c:v>2081.2900298075365</c:v>
                </c:pt>
                <c:pt idx="1801">
                  <c:v>2081.2900298075365</c:v>
                </c:pt>
                <c:pt idx="1802">
                  <c:v>2081.2900298075365</c:v>
                </c:pt>
                <c:pt idx="1803">
                  <c:v>2081.2900298075365</c:v>
                </c:pt>
                <c:pt idx="1804">
                  <c:v>2081.2900298075365</c:v>
                </c:pt>
                <c:pt idx="1805">
                  <c:v>2081.2900298075365</c:v>
                </c:pt>
                <c:pt idx="1806">
                  <c:v>2081.2900298075365</c:v>
                </c:pt>
                <c:pt idx="1807">
                  <c:v>2081.2900298075365</c:v>
                </c:pt>
                <c:pt idx="1808">
                  <c:v>2081.2900298075365</c:v>
                </c:pt>
                <c:pt idx="1809">
                  <c:v>2081.2900298075365</c:v>
                </c:pt>
                <c:pt idx="1810">
                  <c:v>2081.2900298075365</c:v>
                </c:pt>
                <c:pt idx="1811">
                  <c:v>2081.2900298075365</c:v>
                </c:pt>
                <c:pt idx="1812">
                  <c:v>2081.2900298075365</c:v>
                </c:pt>
                <c:pt idx="1813">
                  <c:v>2081.2900298075365</c:v>
                </c:pt>
                <c:pt idx="1814">
                  <c:v>2081.2900298075365</c:v>
                </c:pt>
                <c:pt idx="1815">
                  <c:v>2081.2900298075365</c:v>
                </c:pt>
                <c:pt idx="1816">
                  <c:v>2081.2900298075365</c:v>
                </c:pt>
                <c:pt idx="1817">
                  <c:v>2081.2900298075365</c:v>
                </c:pt>
                <c:pt idx="1818">
                  <c:v>2081.2900298075365</c:v>
                </c:pt>
                <c:pt idx="1819">
                  <c:v>2081.2900298075365</c:v>
                </c:pt>
                <c:pt idx="1820">
                  <c:v>2081.2900298075365</c:v>
                </c:pt>
                <c:pt idx="1821">
                  <c:v>2081.2900298075365</c:v>
                </c:pt>
                <c:pt idx="1822">
                  <c:v>2081.2900298075365</c:v>
                </c:pt>
                <c:pt idx="1823">
                  <c:v>2081.2900298075365</c:v>
                </c:pt>
                <c:pt idx="1824">
                  <c:v>2081.2900298075365</c:v>
                </c:pt>
                <c:pt idx="1825">
                  <c:v>2081.2900298075365</c:v>
                </c:pt>
                <c:pt idx="1826">
                  <c:v>2081.2900298075365</c:v>
                </c:pt>
                <c:pt idx="1827">
                  <c:v>2081.2900298075365</c:v>
                </c:pt>
                <c:pt idx="1828">
                  <c:v>2081.2900298075365</c:v>
                </c:pt>
                <c:pt idx="1829">
                  <c:v>2081.2900298075365</c:v>
                </c:pt>
                <c:pt idx="1830">
                  <c:v>2081.2900298075365</c:v>
                </c:pt>
                <c:pt idx="1831">
                  <c:v>2081.2900298075365</c:v>
                </c:pt>
                <c:pt idx="1832">
                  <c:v>2081.2900298075365</c:v>
                </c:pt>
                <c:pt idx="1833">
                  <c:v>2081.2900298075365</c:v>
                </c:pt>
                <c:pt idx="1834">
                  <c:v>2081.2900298075365</c:v>
                </c:pt>
                <c:pt idx="1835">
                  <c:v>2081.2900298075365</c:v>
                </c:pt>
                <c:pt idx="1836">
                  <c:v>2081.2900298075365</c:v>
                </c:pt>
                <c:pt idx="1837">
                  <c:v>2081.2900298075365</c:v>
                </c:pt>
                <c:pt idx="1838">
                  <c:v>2081.2900298075365</c:v>
                </c:pt>
                <c:pt idx="1839">
                  <c:v>2081.2900298075365</c:v>
                </c:pt>
                <c:pt idx="1840">
                  <c:v>2081.2900298075365</c:v>
                </c:pt>
                <c:pt idx="1841">
                  <c:v>2081.2900298075365</c:v>
                </c:pt>
                <c:pt idx="1842">
                  <c:v>2081.2900298075365</c:v>
                </c:pt>
                <c:pt idx="1843">
                  <c:v>2081.2900298075365</c:v>
                </c:pt>
                <c:pt idx="1844">
                  <c:v>2081.2900298075365</c:v>
                </c:pt>
                <c:pt idx="1845">
                  <c:v>2081.2900298075365</c:v>
                </c:pt>
                <c:pt idx="1846">
                  <c:v>2081.2900298075365</c:v>
                </c:pt>
                <c:pt idx="1847">
                  <c:v>2081.2900298075365</c:v>
                </c:pt>
                <c:pt idx="1848">
                  <c:v>2081.2900298075365</c:v>
                </c:pt>
                <c:pt idx="1849">
                  <c:v>2081.2900298075365</c:v>
                </c:pt>
                <c:pt idx="1850">
                  <c:v>2081.2900298075365</c:v>
                </c:pt>
                <c:pt idx="1851">
                  <c:v>2081.2900298075365</c:v>
                </c:pt>
                <c:pt idx="1852">
                  <c:v>2081.2900298075365</c:v>
                </c:pt>
                <c:pt idx="1853">
                  <c:v>2081.2900298075365</c:v>
                </c:pt>
                <c:pt idx="1854">
                  <c:v>2081.2900298075365</c:v>
                </c:pt>
                <c:pt idx="1855">
                  <c:v>2081.2900298075365</c:v>
                </c:pt>
                <c:pt idx="1856">
                  <c:v>2081.2900298075365</c:v>
                </c:pt>
                <c:pt idx="1857">
                  <c:v>2081.2900298075365</c:v>
                </c:pt>
                <c:pt idx="1858">
                  <c:v>2081.2900298075365</c:v>
                </c:pt>
                <c:pt idx="1859">
                  <c:v>2081.2900298075365</c:v>
                </c:pt>
                <c:pt idx="1860">
                  <c:v>2081.2900298075365</c:v>
                </c:pt>
                <c:pt idx="1861">
                  <c:v>2081.2900298075365</c:v>
                </c:pt>
                <c:pt idx="1862">
                  <c:v>2081.2900298075365</c:v>
                </c:pt>
                <c:pt idx="1863">
                  <c:v>2081.2900298075365</c:v>
                </c:pt>
                <c:pt idx="1864">
                  <c:v>2081.2900298075365</c:v>
                </c:pt>
                <c:pt idx="1865">
                  <c:v>2081.2900298075365</c:v>
                </c:pt>
                <c:pt idx="1866">
                  <c:v>2081.2900298075365</c:v>
                </c:pt>
                <c:pt idx="1867">
                  <c:v>2081.2900298075365</c:v>
                </c:pt>
                <c:pt idx="1868">
                  <c:v>2081.2900298075365</c:v>
                </c:pt>
                <c:pt idx="1869">
                  <c:v>2081.2900298075365</c:v>
                </c:pt>
                <c:pt idx="1870">
                  <c:v>2122.3019837923962</c:v>
                </c:pt>
                <c:pt idx="1871">
                  <c:v>2122.3019837923962</c:v>
                </c:pt>
                <c:pt idx="1872">
                  <c:v>2122.3019837923962</c:v>
                </c:pt>
                <c:pt idx="1873">
                  <c:v>2122.3019837923962</c:v>
                </c:pt>
                <c:pt idx="1874">
                  <c:v>2122.3019837923962</c:v>
                </c:pt>
                <c:pt idx="1875">
                  <c:v>2122.3019837923962</c:v>
                </c:pt>
                <c:pt idx="1876">
                  <c:v>2170.719029100519</c:v>
                </c:pt>
                <c:pt idx="1877">
                  <c:v>2170.719029100519</c:v>
                </c:pt>
                <c:pt idx="1878">
                  <c:v>2170.719029100519</c:v>
                </c:pt>
                <c:pt idx="1879">
                  <c:v>2170.719029100519</c:v>
                </c:pt>
                <c:pt idx="1880">
                  <c:v>2170.719029100519</c:v>
                </c:pt>
                <c:pt idx="1881">
                  <c:v>2170.719029100519</c:v>
                </c:pt>
                <c:pt idx="1882">
                  <c:v>2170.719029100519</c:v>
                </c:pt>
                <c:pt idx="1883">
                  <c:v>2170.719029100519</c:v>
                </c:pt>
                <c:pt idx="1884">
                  <c:v>2170.719029100519</c:v>
                </c:pt>
                <c:pt idx="1885">
                  <c:v>2170.719029100519</c:v>
                </c:pt>
                <c:pt idx="1886">
                  <c:v>2170.719029100519</c:v>
                </c:pt>
                <c:pt idx="1887">
                  <c:v>2170.719029100519</c:v>
                </c:pt>
                <c:pt idx="1888">
                  <c:v>2170.719029100519</c:v>
                </c:pt>
                <c:pt idx="1889">
                  <c:v>2170.719029100519</c:v>
                </c:pt>
                <c:pt idx="1890">
                  <c:v>2170.719029100519</c:v>
                </c:pt>
                <c:pt idx="1891">
                  <c:v>2170.719029100519</c:v>
                </c:pt>
                <c:pt idx="1892">
                  <c:v>2170.719029100519</c:v>
                </c:pt>
                <c:pt idx="1893">
                  <c:v>2170.719029100519</c:v>
                </c:pt>
                <c:pt idx="1894">
                  <c:v>2170.719029100519</c:v>
                </c:pt>
                <c:pt idx="1895">
                  <c:v>2170.719029100519</c:v>
                </c:pt>
                <c:pt idx="1896">
                  <c:v>2170.719029100519</c:v>
                </c:pt>
                <c:pt idx="1897">
                  <c:v>2170.719029100519</c:v>
                </c:pt>
                <c:pt idx="1898">
                  <c:v>2170.719029100519</c:v>
                </c:pt>
                <c:pt idx="1899">
                  <c:v>2170.719029100519</c:v>
                </c:pt>
                <c:pt idx="1900">
                  <c:v>2170.719029100519</c:v>
                </c:pt>
                <c:pt idx="1901">
                  <c:v>2186.5650201447847</c:v>
                </c:pt>
                <c:pt idx="1902">
                  <c:v>2186.5650201447847</c:v>
                </c:pt>
                <c:pt idx="1903">
                  <c:v>2186.5650201447847</c:v>
                </c:pt>
                <c:pt idx="1904">
                  <c:v>2186.5650201447847</c:v>
                </c:pt>
                <c:pt idx="1905">
                  <c:v>2186.5650201447847</c:v>
                </c:pt>
                <c:pt idx="1906">
                  <c:v>2186.5650201447847</c:v>
                </c:pt>
                <c:pt idx="1907">
                  <c:v>2186.5650201447847</c:v>
                </c:pt>
                <c:pt idx="1908">
                  <c:v>2186.5650201447847</c:v>
                </c:pt>
                <c:pt idx="1909">
                  <c:v>2186.5650201447847</c:v>
                </c:pt>
                <c:pt idx="1910">
                  <c:v>2186.5650201447847</c:v>
                </c:pt>
                <c:pt idx="1911">
                  <c:v>2186.5650201447847</c:v>
                </c:pt>
                <c:pt idx="1912">
                  <c:v>2186.5650201447847</c:v>
                </c:pt>
                <c:pt idx="1913">
                  <c:v>2186.5650201447847</c:v>
                </c:pt>
                <c:pt idx="1914">
                  <c:v>2186.5650201447847</c:v>
                </c:pt>
                <c:pt idx="1915">
                  <c:v>2186.5650201447847</c:v>
                </c:pt>
                <c:pt idx="1916">
                  <c:v>2186.5650201447847</c:v>
                </c:pt>
                <c:pt idx="1917">
                  <c:v>2186.5650201447847</c:v>
                </c:pt>
                <c:pt idx="1918">
                  <c:v>2186.5650201447847</c:v>
                </c:pt>
                <c:pt idx="1919">
                  <c:v>2186.5650201447847</c:v>
                </c:pt>
                <c:pt idx="1920">
                  <c:v>2186.5650201447847</c:v>
                </c:pt>
                <c:pt idx="1921">
                  <c:v>2186.5650201447847</c:v>
                </c:pt>
                <c:pt idx="1922">
                  <c:v>2186.5650201447847</c:v>
                </c:pt>
                <c:pt idx="1923">
                  <c:v>2227.3309869972722</c:v>
                </c:pt>
                <c:pt idx="1924">
                  <c:v>2227.3309869972722</c:v>
                </c:pt>
                <c:pt idx="1925">
                  <c:v>2227.3309869972722</c:v>
                </c:pt>
                <c:pt idx="1926">
                  <c:v>2227.3309869972722</c:v>
                </c:pt>
                <c:pt idx="1927">
                  <c:v>2227.3309869972722</c:v>
                </c:pt>
                <c:pt idx="1928">
                  <c:v>2229.9283545340172</c:v>
                </c:pt>
                <c:pt idx="1929">
                  <c:v>2229.9283545340172</c:v>
                </c:pt>
                <c:pt idx="1930">
                  <c:v>2229.9283545340172</c:v>
                </c:pt>
                <c:pt idx="1931">
                  <c:v>2229.9283545340172</c:v>
                </c:pt>
                <c:pt idx="1932">
                  <c:v>2229.9283545340172</c:v>
                </c:pt>
                <c:pt idx="1933">
                  <c:v>2229.9283545340172</c:v>
                </c:pt>
                <c:pt idx="1934">
                  <c:v>2229.9283545340172</c:v>
                </c:pt>
                <c:pt idx="1935">
                  <c:v>2229.9283545340172</c:v>
                </c:pt>
                <c:pt idx="1936">
                  <c:v>2229.9283545340172</c:v>
                </c:pt>
                <c:pt idx="1937">
                  <c:v>2229.9283545340172</c:v>
                </c:pt>
                <c:pt idx="1938">
                  <c:v>2229.9283545340172</c:v>
                </c:pt>
                <c:pt idx="1939">
                  <c:v>2244.3445293048289</c:v>
                </c:pt>
                <c:pt idx="1940">
                  <c:v>2244.3445293048289</c:v>
                </c:pt>
                <c:pt idx="1941">
                  <c:v>2244.3445293048289</c:v>
                </c:pt>
                <c:pt idx="1942">
                  <c:v>2244.3445293048289</c:v>
                </c:pt>
                <c:pt idx="1943">
                  <c:v>2244.3445293048289</c:v>
                </c:pt>
                <c:pt idx="1944">
                  <c:v>2244.3445293048289</c:v>
                </c:pt>
                <c:pt idx="1945">
                  <c:v>2244.3445293048289</c:v>
                </c:pt>
                <c:pt idx="1946">
                  <c:v>2244.3445293048289</c:v>
                </c:pt>
                <c:pt idx="1947">
                  <c:v>2244.3445293048289</c:v>
                </c:pt>
                <c:pt idx="1948">
                  <c:v>2244.3445293048289</c:v>
                </c:pt>
                <c:pt idx="1949">
                  <c:v>2244.3445293048289</c:v>
                </c:pt>
                <c:pt idx="1950">
                  <c:v>2244.3445293048289</c:v>
                </c:pt>
                <c:pt idx="1951">
                  <c:v>2244.3445293048289</c:v>
                </c:pt>
                <c:pt idx="1952">
                  <c:v>2244.3445293048289</c:v>
                </c:pt>
                <c:pt idx="1953">
                  <c:v>2244.3445293048289</c:v>
                </c:pt>
                <c:pt idx="1954">
                  <c:v>2244.3445293048289</c:v>
                </c:pt>
                <c:pt idx="1955">
                  <c:v>2244.3445293048289</c:v>
                </c:pt>
                <c:pt idx="1956">
                  <c:v>2244.3445293048289</c:v>
                </c:pt>
                <c:pt idx="1957">
                  <c:v>2244.3445293048289</c:v>
                </c:pt>
                <c:pt idx="1958">
                  <c:v>2244.3445293048289</c:v>
                </c:pt>
                <c:pt idx="1959">
                  <c:v>2244.3445293048289</c:v>
                </c:pt>
                <c:pt idx="1960">
                  <c:v>2244.3445293048289</c:v>
                </c:pt>
                <c:pt idx="1961">
                  <c:v>2244.3445293048289</c:v>
                </c:pt>
                <c:pt idx="1962">
                  <c:v>2244.3445293048289</c:v>
                </c:pt>
                <c:pt idx="1963">
                  <c:v>2244.3445293048289</c:v>
                </c:pt>
                <c:pt idx="1964">
                  <c:v>2244.3445293048289</c:v>
                </c:pt>
                <c:pt idx="1965">
                  <c:v>2244.3445293048289</c:v>
                </c:pt>
                <c:pt idx="1966">
                  <c:v>2244.3445293048289</c:v>
                </c:pt>
                <c:pt idx="1967">
                  <c:v>2244.3445293048289</c:v>
                </c:pt>
                <c:pt idx="1968">
                  <c:v>2244.3445293048289</c:v>
                </c:pt>
                <c:pt idx="1969">
                  <c:v>2244.3445293048289</c:v>
                </c:pt>
                <c:pt idx="1970">
                  <c:v>2244.3445293048289</c:v>
                </c:pt>
                <c:pt idx="1971">
                  <c:v>2244.3445293048289</c:v>
                </c:pt>
                <c:pt idx="1972">
                  <c:v>2244.3445293048289</c:v>
                </c:pt>
                <c:pt idx="1973">
                  <c:v>2244.3445293048289</c:v>
                </c:pt>
                <c:pt idx="1974">
                  <c:v>2244.3445293048289</c:v>
                </c:pt>
                <c:pt idx="1975">
                  <c:v>2244.3445293048289</c:v>
                </c:pt>
                <c:pt idx="1976">
                  <c:v>2244.3445293048289</c:v>
                </c:pt>
                <c:pt idx="1977">
                  <c:v>2253.8430438453879</c:v>
                </c:pt>
                <c:pt idx="1978">
                  <c:v>2253.8430438453879</c:v>
                </c:pt>
                <c:pt idx="1979">
                  <c:v>2253.8430438453879</c:v>
                </c:pt>
                <c:pt idx="1980">
                  <c:v>2253.8430438453879</c:v>
                </c:pt>
                <c:pt idx="1981">
                  <c:v>2253.8430438453879</c:v>
                </c:pt>
                <c:pt idx="1982">
                  <c:v>2253.8430438453879</c:v>
                </c:pt>
                <c:pt idx="1983">
                  <c:v>2253.8430438453879</c:v>
                </c:pt>
                <c:pt idx="1984">
                  <c:v>2253.8430438453879</c:v>
                </c:pt>
                <c:pt idx="1985">
                  <c:v>2253.8430438453879</c:v>
                </c:pt>
                <c:pt idx="1986">
                  <c:v>2253.8430438453879</c:v>
                </c:pt>
                <c:pt idx="1987">
                  <c:v>2253.8430438453879</c:v>
                </c:pt>
                <c:pt idx="1988">
                  <c:v>2253.8430438453879</c:v>
                </c:pt>
                <c:pt idx="1989">
                  <c:v>2253.8430438453879</c:v>
                </c:pt>
                <c:pt idx="1990">
                  <c:v>2253.8430438453879</c:v>
                </c:pt>
                <c:pt idx="1991">
                  <c:v>2253.8430438453879</c:v>
                </c:pt>
                <c:pt idx="1992">
                  <c:v>2253.8430438453879</c:v>
                </c:pt>
                <c:pt idx="1993">
                  <c:v>2253.8430438453879</c:v>
                </c:pt>
                <c:pt idx="1994">
                  <c:v>2253.8430438453879</c:v>
                </c:pt>
                <c:pt idx="1995">
                  <c:v>2253.8430438453879</c:v>
                </c:pt>
                <c:pt idx="1996">
                  <c:v>2253.8430438453879</c:v>
                </c:pt>
                <c:pt idx="1997">
                  <c:v>2253.8430438453879</c:v>
                </c:pt>
                <c:pt idx="1998">
                  <c:v>2253.8430438453879</c:v>
                </c:pt>
                <c:pt idx="1999">
                  <c:v>2253.8430438453879</c:v>
                </c:pt>
                <c:pt idx="2000">
                  <c:v>2253.8430438453879</c:v>
                </c:pt>
                <c:pt idx="2001">
                  <c:v>2253.8430438453879</c:v>
                </c:pt>
                <c:pt idx="2002">
                  <c:v>2253.8430438453879</c:v>
                </c:pt>
                <c:pt idx="2003">
                  <c:v>2253.8430438453879</c:v>
                </c:pt>
                <c:pt idx="2004">
                  <c:v>2253.8430438453879</c:v>
                </c:pt>
                <c:pt idx="2005">
                  <c:v>2253.8430438453879</c:v>
                </c:pt>
                <c:pt idx="2006">
                  <c:v>2253.8430438453879</c:v>
                </c:pt>
                <c:pt idx="2007">
                  <c:v>2253.8430438453879</c:v>
                </c:pt>
                <c:pt idx="2008">
                  <c:v>2253.8430438453879</c:v>
                </c:pt>
                <c:pt idx="2009">
                  <c:v>2253.8430438453879</c:v>
                </c:pt>
                <c:pt idx="2010">
                  <c:v>2253.8430438453879</c:v>
                </c:pt>
                <c:pt idx="2011">
                  <c:v>2253.8430438453879</c:v>
                </c:pt>
                <c:pt idx="2012">
                  <c:v>2253.8430438453879</c:v>
                </c:pt>
                <c:pt idx="2013">
                  <c:v>2253.8430438453879</c:v>
                </c:pt>
                <c:pt idx="2014">
                  <c:v>2253.8430438453879</c:v>
                </c:pt>
                <c:pt idx="2015">
                  <c:v>2253.8430438453879</c:v>
                </c:pt>
                <c:pt idx="2016">
                  <c:v>2253.8430438453879</c:v>
                </c:pt>
                <c:pt idx="2017">
                  <c:v>2253.8430438453879</c:v>
                </c:pt>
                <c:pt idx="2018">
                  <c:v>2253.8430438453879</c:v>
                </c:pt>
                <c:pt idx="2019">
                  <c:v>2253.8430438453879</c:v>
                </c:pt>
                <c:pt idx="2020">
                  <c:v>2253.8430438453879</c:v>
                </c:pt>
                <c:pt idx="2021">
                  <c:v>2253.8430438453879</c:v>
                </c:pt>
                <c:pt idx="2022">
                  <c:v>2253.8430438453879</c:v>
                </c:pt>
                <c:pt idx="2023">
                  <c:v>2253.8430438453879</c:v>
                </c:pt>
                <c:pt idx="2024">
                  <c:v>2253.8430438453879</c:v>
                </c:pt>
                <c:pt idx="2025">
                  <c:v>2255.3650468080541</c:v>
                </c:pt>
                <c:pt idx="2026">
                  <c:v>2255.3650468080541</c:v>
                </c:pt>
                <c:pt idx="2027">
                  <c:v>2255.3650468080541</c:v>
                </c:pt>
                <c:pt idx="2028">
                  <c:v>2255.3650468080541</c:v>
                </c:pt>
                <c:pt idx="2029">
                  <c:v>2255.3650468080541</c:v>
                </c:pt>
                <c:pt idx="2030">
                  <c:v>2255.3650468080541</c:v>
                </c:pt>
                <c:pt idx="2031">
                  <c:v>2255.3650468080541</c:v>
                </c:pt>
                <c:pt idx="2032">
                  <c:v>2255.3650468080541</c:v>
                </c:pt>
                <c:pt idx="2033">
                  <c:v>2255.3650468080541</c:v>
                </c:pt>
                <c:pt idx="2034">
                  <c:v>2255.3650468080541</c:v>
                </c:pt>
                <c:pt idx="2035">
                  <c:v>2255.3650468080541</c:v>
                </c:pt>
                <c:pt idx="2036">
                  <c:v>2255.3650468080541</c:v>
                </c:pt>
                <c:pt idx="2037">
                  <c:v>2255.3650468080541</c:v>
                </c:pt>
                <c:pt idx="2038">
                  <c:v>2255.3650468080541</c:v>
                </c:pt>
                <c:pt idx="2039">
                  <c:v>2255.3650468080541</c:v>
                </c:pt>
                <c:pt idx="2040">
                  <c:v>2255.3650468080541</c:v>
                </c:pt>
                <c:pt idx="2041">
                  <c:v>2255.3650468080541</c:v>
                </c:pt>
                <c:pt idx="2042">
                  <c:v>2255.3650468080541</c:v>
                </c:pt>
                <c:pt idx="2043">
                  <c:v>2255.3650468080541</c:v>
                </c:pt>
                <c:pt idx="2044">
                  <c:v>2255.3650468080541</c:v>
                </c:pt>
                <c:pt idx="2045">
                  <c:v>2255.3650468080541</c:v>
                </c:pt>
                <c:pt idx="2046">
                  <c:v>2255.3650468080541</c:v>
                </c:pt>
                <c:pt idx="2047">
                  <c:v>2255.3650468080541</c:v>
                </c:pt>
                <c:pt idx="2048">
                  <c:v>2255.3650468080541</c:v>
                </c:pt>
                <c:pt idx="2049">
                  <c:v>2255.3650468080541</c:v>
                </c:pt>
                <c:pt idx="2050">
                  <c:v>2255.3650468080541</c:v>
                </c:pt>
                <c:pt idx="2051">
                  <c:v>2255.3650468080541</c:v>
                </c:pt>
                <c:pt idx="2052">
                  <c:v>2255.3650468080541</c:v>
                </c:pt>
                <c:pt idx="2053">
                  <c:v>2255.3650468080541</c:v>
                </c:pt>
                <c:pt idx="2054">
                  <c:v>2255.3650468080541</c:v>
                </c:pt>
                <c:pt idx="2055">
                  <c:v>2255.3650468080541</c:v>
                </c:pt>
                <c:pt idx="2056">
                  <c:v>2255.3650468080541</c:v>
                </c:pt>
                <c:pt idx="2057">
                  <c:v>2255.3650468080541</c:v>
                </c:pt>
                <c:pt idx="2058">
                  <c:v>2255.3650468080541</c:v>
                </c:pt>
                <c:pt idx="2059">
                  <c:v>2255.3650468080541</c:v>
                </c:pt>
                <c:pt idx="2060">
                  <c:v>2255.3650468080541</c:v>
                </c:pt>
                <c:pt idx="2061">
                  <c:v>2255.3650468080541</c:v>
                </c:pt>
                <c:pt idx="2062">
                  <c:v>2255.3650468080541</c:v>
                </c:pt>
                <c:pt idx="2063">
                  <c:v>2255.3650468080541</c:v>
                </c:pt>
                <c:pt idx="2064">
                  <c:v>2255.3650468080541</c:v>
                </c:pt>
                <c:pt idx="2065">
                  <c:v>2255.3650468080541</c:v>
                </c:pt>
                <c:pt idx="2066">
                  <c:v>2255.3650468080541</c:v>
                </c:pt>
                <c:pt idx="2067">
                  <c:v>2255.3650468080541</c:v>
                </c:pt>
                <c:pt idx="2068">
                  <c:v>2255.3650468080541</c:v>
                </c:pt>
                <c:pt idx="2069">
                  <c:v>2255.3650468080541</c:v>
                </c:pt>
                <c:pt idx="2070">
                  <c:v>2255.3650468080541</c:v>
                </c:pt>
                <c:pt idx="2071">
                  <c:v>2255.3650468080541</c:v>
                </c:pt>
                <c:pt idx="2072">
                  <c:v>2255.3650468080541</c:v>
                </c:pt>
                <c:pt idx="2073">
                  <c:v>2255.3650468080541</c:v>
                </c:pt>
                <c:pt idx="2074">
                  <c:v>2255.3650468080541</c:v>
                </c:pt>
                <c:pt idx="2075">
                  <c:v>2255.3650468080541</c:v>
                </c:pt>
                <c:pt idx="2076">
                  <c:v>2255.3650468080541</c:v>
                </c:pt>
                <c:pt idx="2077">
                  <c:v>2255.3650468080541</c:v>
                </c:pt>
                <c:pt idx="2078">
                  <c:v>2255.3650468080541</c:v>
                </c:pt>
                <c:pt idx="2079">
                  <c:v>2255.3650468080541</c:v>
                </c:pt>
                <c:pt idx="2080">
                  <c:v>2255.3650468080541</c:v>
                </c:pt>
                <c:pt idx="2081">
                  <c:v>2255.3650468080541</c:v>
                </c:pt>
                <c:pt idx="2082">
                  <c:v>2255.3650468080541</c:v>
                </c:pt>
                <c:pt idx="2083">
                  <c:v>2255.3650468080541</c:v>
                </c:pt>
                <c:pt idx="2084">
                  <c:v>2255.3650468080541</c:v>
                </c:pt>
                <c:pt idx="2085">
                  <c:v>2255.3650468080541</c:v>
                </c:pt>
                <c:pt idx="2086">
                  <c:v>2255.3650468080541</c:v>
                </c:pt>
                <c:pt idx="2087">
                  <c:v>2255.3650468080541</c:v>
                </c:pt>
                <c:pt idx="2088">
                  <c:v>2255.3650468080541</c:v>
                </c:pt>
                <c:pt idx="2089">
                  <c:v>2255.3650468080541</c:v>
                </c:pt>
                <c:pt idx="2090">
                  <c:v>2255.3650468080541</c:v>
                </c:pt>
                <c:pt idx="2091">
                  <c:v>2255.3650468080541</c:v>
                </c:pt>
                <c:pt idx="2092">
                  <c:v>2255.3650468080541</c:v>
                </c:pt>
                <c:pt idx="2093">
                  <c:v>2255.3650468080541</c:v>
                </c:pt>
                <c:pt idx="2094">
                  <c:v>2255.3650468080541</c:v>
                </c:pt>
                <c:pt idx="2095">
                  <c:v>2255.3650468080541</c:v>
                </c:pt>
                <c:pt idx="2096">
                  <c:v>2255.3650468080541</c:v>
                </c:pt>
                <c:pt idx="2097">
                  <c:v>2255.3650468080541</c:v>
                </c:pt>
                <c:pt idx="2098">
                  <c:v>2255.3650468080541</c:v>
                </c:pt>
                <c:pt idx="2099">
                  <c:v>2255.3650468080541</c:v>
                </c:pt>
                <c:pt idx="2100">
                  <c:v>2255.3650468080541</c:v>
                </c:pt>
                <c:pt idx="2101">
                  <c:v>2255.3650468080541</c:v>
                </c:pt>
                <c:pt idx="2102">
                  <c:v>2255.3650468080541</c:v>
                </c:pt>
                <c:pt idx="2103">
                  <c:v>2255.3650468080541</c:v>
                </c:pt>
                <c:pt idx="2104">
                  <c:v>2255.3650468080541</c:v>
                </c:pt>
                <c:pt idx="2105">
                  <c:v>2255.3650468080541</c:v>
                </c:pt>
                <c:pt idx="2106">
                  <c:v>2255.3650468080541</c:v>
                </c:pt>
                <c:pt idx="2107">
                  <c:v>2255.3650468080541</c:v>
                </c:pt>
                <c:pt idx="2108">
                  <c:v>2255.3650468080541</c:v>
                </c:pt>
                <c:pt idx="2109">
                  <c:v>2255.3650468080541</c:v>
                </c:pt>
                <c:pt idx="2110">
                  <c:v>2255.3650468080541</c:v>
                </c:pt>
                <c:pt idx="2111">
                  <c:v>2255.3650468080541</c:v>
                </c:pt>
                <c:pt idx="2112">
                  <c:v>2255.3650468080541</c:v>
                </c:pt>
                <c:pt idx="2113">
                  <c:v>2255.3650468080541</c:v>
                </c:pt>
                <c:pt idx="2114">
                  <c:v>2255.3650468080541</c:v>
                </c:pt>
                <c:pt idx="2115">
                  <c:v>2255.3650468080541</c:v>
                </c:pt>
                <c:pt idx="2116">
                  <c:v>2255.3650468080541</c:v>
                </c:pt>
                <c:pt idx="2117">
                  <c:v>2255.3650468080541</c:v>
                </c:pt>
                <c:pt idx="2118">
                  <c:v>2255.3650468080541</c:v>
                </c:pt>
                <c:pt idx="2119">
                  <c:v>2255.3650468080541</c:v>
                </c:pt>
                <c:pt idx="2120">
                  <c:v>2255.3650468080541</c:v>
                </c:pt>
                <c:pt idx="2121">
                  <c:v>2255.3650468080541</c:v>
                </c:pt>
                <c:pt idx="2122">
                  <c:v>2255.3650468080541</c:v>
                </c:pt>
                <c:pt idx="2123">
                  <c:v>2255.3650468080541</c:v>
                </c:pt>
                <c:pt idx="2124">
                  <c:v>2255.3650468080541</c:v>
                </c:pt>
                <c:pt idx="2125">
                  <c:v>2255.3650468080541</c:v>
                </c:pt>
                <c:pt idx="2126">
                  <c:v>2255.3650468080541</c:v>
                </c:pt>
                <c:pt idx="2127">
                  <c:v>2255.3650468080541</c:v>
                </c:pt>
                <c:pt idx="2128">
                  <c:v>2255.3650468080541</c:v>
                </c:pt>
                <c:pt idx="2129">
                  <c:v>2255.3650468080541</c:v>
                </c:pt>
                <c:pt idx="2130">
                  <c:v>2255.3650468080541</c:v>
                </c:pt>
                <c:pt idx="2131">
                  <c:v>2255.3650468080541</c:v>
                </c:pt>
                <c:pt idx="2132">
                  <c:v>2255.3650468080541</c:v>
                </c:pt>
                <c:pt idx="2133">
                  <c:v>2255.3650468080541</c:v>
                </c:pt>
                <c:pt idx="2134">
                  <c:v>2255.3650468080541</c:v>
                </c:pt>
                <c:pt idx="2135">
                  <c:v>2255.3650468080541</c:v>
                </c:pt>
                <c:pt idx="2136">
                  <c:v>2255.3650468080541</c:v>
                </c:pt>
                <c:pt idx="2137">
                  <c:v>2255.3650468080541</c:v>
                </c:pt>
                <c:pt idx="2138">
                  <c:v>2255.3650468080541</c:v>
                </c:pt>
                <c:pt idx="2139">
                  <c:v>2255.3650468080541</c:v>
                </c:pt>
                <c:pt idx="2140">
                  <c:v>2255.3650468080541</c:v>
                </c:pt>
                <c:pt idx="2141">
                  <c:v>2255.3650468080541</c:v>
                </c:pt>
                <c:pt idx="2142">
                  <c:v>2255.3650468080541</c:v>
                </c:pt>
                <c:pt idx="2143">
                  <c:v>2255.3650468080541</c:v>
                </c:pt>
                <c:pt idx="2144">
                  <c:v>2255.3650468080541</c:v>
                </c:pt>
                <c:pt idx="2145">
                  <c:v>2255.3650468080541</c:v>
                </c:pt>
                <c:pt idx="2146">
                  <c:v>2255.3650468080541</c:v>
                </c:pt>
                <c:pt idx="2147">
                  <c:v>2255.3650468080541</c:v>
                </c:pt>
                <c:pt idx="2148">
                  <c:v>2352.839871148783</c:v>
                </c:pt>
                <c:pt idx="2149">
                  <c:v>2352.839871148783</c:v>
                </c:pt>
                <c:pt idx="2150">
                  <c:v>2352.839871148783</c:v>
                </c:pt>
                <c:pt idx="2151">
                  <c:v>2352.839871148783</c:v>
                </c:pt>
                <c:pt idx="2152">
                  <c:v>2352.839871148783</c:v>
                </c:pt>
                <c:pt idx="2153">
                  <c:v>2365.7510271172605</c:v>
                </c:pt>
                <c:pt idx="2154">
                  <c:v>2365.7510271172605</c:v>
                </c:pt>
                <c:pt idx="2155">
                  <c:v>2365.7510271172605</c:v>
                </c:pt>
                <c:pt idx="2156">
                  <c:v>2365.7510271172605</c:v>
                </c:pt>
                <c:pt idx="2157">
                  <c:v>2365.7510271172605</c:v>
                </c:pt>
                <c:pt idx="2158">
                  <c:v>2365.7510271172605</c:v>
                </c:pt>
                <c:pt idx="2159">
                  <c:v>2365.7510271172605</c:v>
                </c:pt>
                <c:pt idx="2160">
                  <c:v>2365.7510271172605</c:v>
                </c:pt>
                <c:pt idx="2161">
                  <c:v>2365.7510271172605</c:v>
                </c:pt>
                <c:pt idx="2162">
                  <c:v>2365.7510271172605</c:v>
                </c:pt>
                <c:pt idx="2163">
                  <c:v>2365.7510271172605</c:v>
                </c:pt>
                <c:pt idx="2164">
                  <c:v>2365.7510271172605</c:v>
                </c:pt>
                <c:pt idx="2165">
                  <c:v>2394.0648369059013</c:v>
                </c:pt>
                <c:pt idx="2166">
                  <c:v>2394.0648369059013</c:v>
                </c:pt>
                <c:pt idx="2167">
                  <c:v>2394.0648369059013</c:v>
                </c:pt>
                <c:pt idx="2168">
                  <c:v>2394.0648369059013</c:v>
                </c:pt>
                <c:pt idx="2169">
                  <c:v>2394.0648369059013</c:v>
                </c:pt>
                <c:pt idx="2170">
                  <c:v>2394.0648369059013</c:v>
                </c:pt>
                <c:pt idx="2171">
                  <c:v>2394.0648369059013</c:v>
                </c:pt>
                <c:pt idx="2172">
                  <c:v>2394.0648369059013</c:v>
                </c:pt>
                <c:pt idx="2173">
                  <c:v>2394.0648369059013</c:v>
                </c:pt>
                <c:pt idx="2174">
                  <c:v>2394.0648369059013</c:v>
                </c:pt>
                <c:pt idx="2175">
                  <c:v>2394.0648369059013</c:v>
                </c:pt>
                <c:pt idx="2176">
                  <c:v>2394.0648369059013</c:v>
                </c:pt>
                <c:pt idx="2177">
                  <c:v>2394.0648369059013</c:v>
                </c:pt>
                <c:pt idx="2178">
                  <c:v>2394.0648369059013</c:v>
                </c:pt>
                <c:pt idx="2179">
                  <c:v>2394.0648369059013</c:v>
                </c:pt>
                <c:pt idx="2180">
                  <c:v>2394.0648369059013</c:v>
                </c:pt>
                <c:pt idx="2181">
                  <c:v>2394.0648369059013</c:v>
                </c:pt>
                <c:pt idx="2182">
                  <c:v>2394.0648369059013</c:v>
                </c:pt>
                <c:pt idx="2183">
                  <c:v>2394.0648369059013</c:v>
                </c:pt>
                <c:pt idx="2184">
                  <c:v>2394.0648369059013</c:v>
                </c:pt>
                <c:pt idx="2185">
                  <c:v>2394.0648369059013</c:v>
                </c:pt>
                <c:pt idx="2186">
                  <c:v>2394.0648369059013</c:v>
                </c:pt>
                <c:pt idx="2187">
                  <c:v>2394.0648369059013</c:v>
                </c:pt>
                <c:pt idx="2188">
                  <c:v>2394.0648369059013</c:v>
                </c:pt>
                <c:pt idx="2189">
                  <c:v>2394.0648369059013</c:v>
                </c:pt>
                <c:pt idx="2190">
                  <c:v>2394.0648369059013</c:v>
                </c:pt>
                <c:pt idx="2191">
                  <c:v>2394.0648369059013</c:v>
                </c:pt>
                <c:pt idx="2192">
                  <c:v>2394.0648369059013</c:v>
                </c:pt>
                <c:pt idx="2193">
                  <c:v>2394.0648369059013</c:v>
                </c:pt>
                <c:pt idx="2194">
                  <c:v>2394.0648369059013</c:v>
                </c:pt>
                <c:pt idx="2195">
                  <c:v>2394.0648369059013</c:v>
                </c:pt>
                <c:pt idx="2196">
                  <c:v>2394.0648369059013</c:v>
                </c:pt>
                <c:pt idx="2197">
                  <c:v>2394.0648369059013</c:v>
                </c:pt>
                <c:pt idx="2198">
                  <c:v>2394.0648369059013</c:v>
                </c:pt>
                <c:pt idx="2199">
                  <c:v>2394.0648369059013</c:v>
                </c:pt>
                <c:pt idx="2200">
                  <c:v>2394.0648369059013</c:v>
                </c:pt>
                <c:pt idx="2201">
                  <c:v>2394.0648369059013</c:v>
                </c:pt>
                <c:pt idx="2202">
                  <c:v>2394.0648369059013</c:v>
                </c:pt>
                <c:pt idx="2203">
                  <c:v>2394.0648369059013</c:v>
                </c:pt>
                <c:pt idx="2204">
                  <c:v>2394.0648369059013</c:v>
                </c:pt>
                <c:pt idx="2205">
                  <c:v>2394.0648369059013</c:v>
                </c:pt>
                <c:pt idx="2206">
                  <c:v>2394.0648369059013</c:v>
                </c:pt>
                <c:pt idx="2207">
                  <c:v>2394.0648369059013</c:v>
                </c:pt>
                <c:pt idx="2208">
                  <c:v>2394.0648369059013</c:v>
                </c:pt>
                <c:pt idx="2209">
                  <c:v>2394.0648369059013</c:v>
                </c:pt>
                <c:pt idx="2210">
                  <c:v>2394.0648369059013</c:v>
                </c:pt>
                <c:pt idx="2211">
                  <c:v>2394.0648369059013</c:v>
                </c:pt>
                <c:pt idx="2212">
                  <c:v>2394.0648369059013</c:v>
                </c:pt>
                <c:pt idx="2213">
                  <c:v>2394.0648369059013</c:v>
                </c:pt>
                <c:pt idx="2214">
                  <c:v>2394.0648369059013</c:v>
                </c:pt>
                <c:pt idx="2215">
                  <c:v>2417.8096331973702</c:v>
                </c:pt>
                <c:pt idx="2216">
                  <c:v>2417.8096331973702</c:v>
                </c:pt>
                <c:pt idx="2217">
                  <c:v>2417.8096331973702</c:v>
                </c:pt>
                <c:pt idx="2218">
                  <c:v>2417.8096331973702</c:v>
                </c:pt>
                <c:pt idx="2219">
                  <c:v>2417.8096331973702</c:v>
                </c:pt>
                <c:pt idx="2220">
                  <c:v>2417.8096331973702</c:v>
                </c:pt>
                <c:pt idx="2221">
                  <c:v>2417.8096331973702</c:v>
                </c:pt>
                <c:pt idx="2222">
                  <c:v>2417.8096331973702</c:v>
                </c:pt>
                <c:pt idx="2223">
                  <c:v>2417.8096331973702</c:v>
                </c:pt>
                <c:pt idx="2224">
                  <c:v>2417.8096331973702</c:v>
                </c:pt>
                <c:pt idx="2225">
                  <c:v>2417.8096331973702</c:v>
                </c:pt>
                <c:pt idx="2226">
                  <c:v>2417.8096331973702</c:v>
                </c:pt>
                <c:pt idx="2227">
                  <c:v>2417.8096331973702</c:v>
                </c:pt>
                <c:pt idx="2228">
                  <c:v>2417.8096331973702</c:v>
                </c:pt>
                <c:pt idx="2229">
                  <c:v>2417.8096331973702</c:v>
                </c:pt>
                <c:pt idx="2230">
                  <c:v>2417.8096331973702</c:v>
                </c:pt>
                <c:pt idx="2231">
                  <c:v>2417.8096331973702</c:v>
                </c:pt>
                <c:pt idx="2232">
                  <c:v>2417.8096331973702</c:v>
                </c:pt>
                <c:pt idx="2233">
                  <c:v>2417.8096331973702</c:v>
                </c:pt>
                <c:pt idx="2234">
                  <c:v>2422.4544330945378</c:v>
                </c:pt>
                <c:pt idx="2235">
                  <c:v>2422.4544330945378</c:v>
                </c:pt>
                <c:pt idx="2236">
                  <c:v>2422.4544330945378</c:v>
                </c:pt>
                <c:pt idx="2237">
                  <c:v>2422.4544330945378</c:v>
                </c:pt>
                <c:pt idx="2238">
                  <c:v>2422.4544330945378</c:v>
                </c:pt>
                <c:pt idx="2239">
                  <c:v>2422.4544330945378</c:v>
                </c:pt>
                <c:pt idx="2240">
                  <c:v>2422.4544330945378</c:v>
                </c:pt>
                <c:pt idx="2241">
                  <c:v>2422.4544330945378</c:v>
                </c:pt>
                <c:pt idx="2242">
                  <c:v>2422.4544330945378</c:v>
                </c:pt>
                <c:pt idx="2243">
                  <c:v>2422.4544330945378</c:v>
                </c:pt>
                <c:pt idx="2244">
                  <c:v>2422.4544330945378</c:v>
                </c:pt>
                <c:pt idx="2245">
                  <c:v>2422.4544330945378</c:v>
                </c:pt>
                <c:pt idx="2246">
                  <c:v>2422.4544330945378</c:v>
                </c:pt>
                <c:pt idx="2247">
                  <c:v>2422.4544330945378</c:v>
                </c:pt>
                <c:pt idx="2248">
                  <c:v>2422.4544330945378</c:v>
                </c:pt>
                <c:pt idx="2249">
                  <c:v>2422.4544330945378</c:v>
                </c:pt>
                <c:pt idx="2250">
                  <c:v>2422.4544330945378</c:v>
                </c:pt>
                <c:pt idx="2251">
                  <c:v>2422.4544330945378</c:v>
                </c:pt>
                <c:pt idx="2252">
                  <c:v>2422.4544330945378</c:v>
                </c:pt>
                <c:pt idx="2253">
                  <c:v>2422.4544330945378</c:v>
                </c:pt>
                <c:pt idx="2254">
                  <c:v>2422.4544330945378</c:v>
                </c:pt>
                <c:pt idx="2255">
                  <c:v>2422.4544330945378</c:v>
                </c:pt>
                <c:pt idx="2256">
                  <c:v>2422.4544330945378</c:v>
                </c:pt>
                <c:pt idx="2257">
                  <c:v>2422.4544330945378</c:v>
                </c:pt>
                <c:pt idx="2258">
                  <c:v>2422.4544330945378</c:v>
                </c:pt>
                <c:pt idx="2259">
                  <c:v>2422.4544330945378</c:v>
                </c:pt>
                <c:pt idx="2260">
                  <c:v>2422.4544330945378</c:v>
                </c:pt>
                <c:pt idx="2261">
                  <c:v>2422.4544330945378</c:v>
                </c:pt>
                <c:pt idx="2262">
                  <c:v>2422.4544330945378</c:v>
                </c:pt>
                <c:pt idx="2263">
                  <c:v>2422.4544330945378</c:v>
                </c:pt>
                <c:pt idx="2264">
                  <c:v>2422.4544330945378</c:v>
                </c:pt>
                <c:pt idx="2265">
                  <c:v>2422.4544330945378</c:v>
                </c:pt>
                <c:pt idx="2266">
                  <c:v>2422.4544330945378</c:v>
                </c:pt>
                <c:pt idx="2267">
                  <c:v>2422.4544330945378</c:v>
                </c:pt>
                <c:pt idx="2268">
                  <c:v>2422.4544330945378</c:v>
                </c:pt>
                <c:pt idx="2269">
                  <c:v>2422.4544330945378</c:v>
                </c:pt>
                <c:pt idx="2270">
                  <c:v>2422.4544330945378</c:v>
                </c:pt>
                <c:pt idx="2271">
                  <c:v>2422.4544330945378</c:v>
                </c:pt>
                <c:pt idx="2272">
                  <c:v>2422.4544330945378</c:v>
                </c:pt>
                <c:pt idx="2273">
                  <c:v>2422.4544330945378</c:v>
                </c:pt>
                <c:pt idx="2274">
                  <c:v>2422.4544330945378</c:v>
                </c:pt>
                <c:pt idx="2275">
                  <c:v>2422.4544330945378</c:v>
                </c:pt>
                <c:pt idx="2276">
                  <c:v>2422.4544330945378</c:v>
                </c:pt>
                <c:pt idx="2277">
                  <c:v>2422.4544330945378</c:v>
                </c:pt>
                <c:pt idx="2278">
                  <c:v>2422.4544330945378</c:v>
                </c:pt>
                <c:pt idx="2279">
                  <c:v>2422.4544330945378</c:v>
                </c:pt>
                <c:pt idx="2280">
                  <c:v>2422.4544330945378</c:v>
                </c:pt>
                <c:pt idx="2281">
                  <c:v>2422.4544330945378</c:v>
                </c:pt>
                <c:pt idx="2282">
                  <c:v>2422.4544330945378</c:v>
                </c:pt>
                <c:pt idx="2283">
                  <c:v>2422.4544330945378</c:v>
                </c:pt>
                <c:pt idx="2284">
                  <c:v>2422.4544330945378</c:v>
                </c:pt>
                <c:pt idx="2285">
                  <c:v>2422.4544330945378</c:v>
                </c:pt>
                <c:pt idx="2286">
                  <c:v>2422.4544330945378</c:v>
                </c:pt>
                <c:pt idx="2287">
                  <c:v>2422.4544330945378</c:v>
                </c:pt>
                <c:pt idx="2288">
                  <c:v>2422.4544330945378</c:v>
                </c:pt>
                <c:pt idx="2289">
                  <c:v>2422.4544330945378</c:v>
                </c:pt>
                <c:pt idx="2290">
                  <c:v>2422.4544330945378</c:v>
                </c:pt>
                <c:pt idx="2291">
                  <c:v>2422.4544330945378</c:v>
                </c:pt>
                <c:pt idx="2292">
                  <c:v>2422.4544330945378</c:v>
                </c:pt>
                <c:pt idx="2293">
                  <c:v>2422.4544330945378</c:v>
                </c:pt>
                <c:pt idx="2294">
                  <c:v>2422.4544330945378</c:v>
                </c:pt>
                <c:pt idx="2295">
                  <c:v>2422.4544330945378</c:v>
                </c:pt>
                <c:pt idx="2296">
                  <c:v>2465.8352781502322</c:v>
                </c:pt>
                <c:pt idx="2297">
                  <c:v>2465.8352781502322</c:v>
                </c:pt>
                <c:pt idx="2298">
                  <c:v>2465.8352781502322</c:v>
                </c:pt>
                <c:pt idx="2299">
                  <c:v>2465.8352781502322</c:v>
                </c:pt>
                <c:pt idx="2300">
                  <c:v>2465.8352781502322</c:v>
                </c:pt>
                <c:pt idx="2301">
                  <c:v>2465.8352781502322</c:v>
                </c:pt>
                <c:pt idx="2302">
                  <c:v>2465.8352781502322</c:v>
                </c:pt>
                <c:pt idx="2303">
                  <c:v>2465.8352781502322</c:v>
                </c:pt>
                <c:pt idx="2304">
                  <c:v>2465.8352781502322</c:v>
                </c:pt>
                <c:pt idx="2305">
                  <c:v>2465.8352781502322</c:v>
                </c:pt>
                <c:pt idx="2306">
                  <c:v>2465.8352781502322</c:v>
                </c:pt>
                <c:pt idx="2307">
                  <c:v>2465.8352781502322</c:v>
                </c:pt>
                <c:pt idx="2308">
                  <c:v>2465.8352781502322</c:v>
                </c:pt>
                <c:pt idx="2309">
                  <c:v>2465.8352781502322</c:v>
                </c:pt>
                <c:pt idx="2310">
                  <c:v>2465.8352781502322</c:v>
                </c:pt>
                <c:pt idx="2311">
                  <c:v>2465.8352781502322</c:v>
                </c:pt>
                <c:pt idx="2312">
                  <c:v>2465.8352781502322</c:v>
                </c:pt>
                <c:pt idx="2313">
                  <c:v>2465.8352781502322</c:v>
                </c:pt>
                <c:pt idx="2314">
                  <c:v>2465.8352781502322</c:v>
                </c:pt>
                <c:pt idx="2315">
                  <c:v>2465.8352781502322</c:v>
                </c:pt>
                <c:pt idx="2316">
                  <c:v>2473.8898077688186</c:v>
                </c:pt>
                <c:pt idx="2317">
                  <c:v>2473.8898077688186</c:v>
                </c:pt>
                <c:pt idx="2318">
                  <c:v>2473.8898077688186</c:v>
                </c:pt>
                <c:pt idx="2319">
                  <c:v>2473.8898077688186</c:v>
                </c:pt>
                <c:pt idx="2320">
                  <c:v>2473.8898077688186</c:v>
                </c:pt>
                <c:pt idx="2321">
                  <c:v>2473.8898077688186</c:v>
                </c:pt>
                <c:pt idx="2322">
                  <c:v>2473.8898077688186</c:v>
                </c:pt>
                <c:pt idx="2323">
                  <c:v>2473.8898077688186</c:v>
                </c:pt>
                <c:pt idx="2324">
                  <c:v>2473.8898077688186</c:v>
                </c:pt>
                <c:pt idx="2325">
                  <c:v>2473.8898077688186</c:v>
                </c:pt>
                <c:pt idx="2326">
                  <c:v>2473.8898077688186</c:v>
                </c:pt>
                <c:pt idx="2327">
                  <c:v>2473.8898077688186</c:v>
                </c:pt>
                <c:pt idx="2328">
                  <c:v>2473.8898077688186</c:v>
                </c:pt>
                <c:pt idx="2329">
                  <c:v>2473.8898077688186</c:v>
                </c:pt>
                <c:pt idx="2330">
                  <c:v>2473.8898077688186</c:v>
                </c:pt>
                <c:pt idx="2331">
                  <c:v>2473.8898077688186</c:v>
                </c:pt>
                <c:pt idx="2332">
                  <c:v>2473.8898077688186</c:v>
                </c:pt>
                <c:pt idx="2333">
                  <c:v>2473.8898077688186</c:v>
                </c:pt>
                <c:pt idx="2334">
                  <c:v>2473.8898077688186</c:v>
                </c:pt>
                <c:pt idx="2335">
                  <c:v>2489.1594338915329</c:v>
                </c:pt>
                <c:pt idx="2336">
                  <c:v>2489.1594338915329</c:v>
                </c:pt>
                <c:pt idx="2337">
                  <c:v>2489.1594338915329</c:v>
                </c:pt>
                <c:pt idx="2338">
                  <c:v>2489.1594338915329</c:v>
                </c:pt>
                <c:pt idx="2339">
                  <c:v>2489.1594338915329</c:v>
                </c:pt>
                <c:pt idx="2340">
                  <c:v>2489.1594338915329</c:v>
                </c:pt>
                <c:pt idx="2341">
                  <c:v>2489.1594338915329</c:v>
                </c:pt>
                <c:pt idx="2342">
                  <c:v>2489.1594338915329</c:v>
                </c:pt>
                <c:pt idx="2343">
                  <c:v>2489.1594338915329</c:v>
                </c:pt>
                <c:pt idx="2344">
                  <c:v>2489.1594338915329</c:v>
                </c:pt>
                <c:pt idx="2345">
                  <c:v>2489.1594338915329</c:v>
                </c:pt>
                <c:pt idx="2346">
                  <c:v>2489.1594338915329</c:v>
                </c:pt>
                <c:pt idx="2347">
                  <c:v>2489.1594338915329</c:v>
                </c:pt>
                <c:pt idx="2348">
                  <c:v>2489.1594338915329</c:v>
                </c:pt>
                <c:pt idx="2349">
                  <c:v>2493.5105667738321</c:v>
                </c:pt>
                <c:pt idx="2350">
                  <c:v>2493.5105667738321</c:v>
                </c:pt>
                <c:pt idx="2351">
                  <c:v>2493.5105667738321</c:v>
                </c:pt>
                <c:pt idx="2352">
                  <c:v>2493.5105667738321</c:v>
                </c:pt>
                <c:pt idx="2353">
                  <c:v>2493.5105667738321</c:v>
                </c:pt>
                <c:pt idx="2354">
                  <c:v>2493.5105667738321</c:v>
                </c:pt>
                <c:pt idx="2355">
                  <c:v>2493.5105667738321</c:v>
                </c:pt>
                <c:pt idx="2356">
                  <c:v>2493.5105667738321</c:v>
                </c:pt>
                <c:pt idx="2357">
                  <c:v>2493.5105667738321</c:v>
                </c:pt>
                <c:pt idx="2358">
                  <c:v>2498.5077966916006</c:v>
                </c:pt>
                <c:pt idx="2359">
                  <c:v>2498.5077966916006</c:v>
                </c:pt>
                <c:pt idx="2360">
                  <c:v>2498.5077966916006</c:v>
                </c:pt>
                <c:pt idx="2361">
                  <c:v>2498.5077966916006</c:v>
                </c:pt>
                <c:pt idx="2362">
                  <c:v>2498.5077966916006</c:v>
                </c:pt>
                <c:pt idx="2363">
                  <c:v>2498.5077966916006</c:v>
                </c:pt>
                <c:pt idx="2364">
                  <c:v>2498.5077966916006</c:v>
                </c:pt>
                <c:pt idx="2365">
                  <c:v>2498.5077966916006</c:v>
                </c:pt>
                <c:pt idx="2366">
                  <c:v>2498.5077966916006</c:v>
                </c:pt>
                <c:pt idx="2367">
                  <c:v>2498.5077966916006</c:v>
                </c:pt>
                <c:pt idx="2368">
                  <c:v>2498.5077966916006</c:v>
                </c:pt>
                <c:pt idx="2369">
                  <c:v>2498.5077966916006</c:v>
                </c:pt>
                <c:pt idx="2370">
                  <c:v>2498.5077966916006</c:v>
                </c:pt>
                <c:pt idx="2371">
                  <c:v>2498.5077966916006</c:v>
                </c:pt>
                <c:pt idx="2372">
                  <c:v>2498.5077966916006</c:v>
                </c:pt>
                <c:pt idx="2373">
                  <c:v>2498.5077966916006</c:v>
                </c:pt>
                <c:pt idx="2374">
                  <c:v>2498.5077966916006</c:v>
                </c:pt>
                <c:pt idx="2375">
                  <c:v>2498.5077966916006</c:v>
                </c:pt>
                <c:pt idx="2376">
                  <c:v>2498.5077966916006</c:v>
                </c:pt>
                <c:pt idx="2377">
                  <c:v>2498.5077966916006</c:v>
                </c:pt>
                <c:pt idx="2378">
                  <c:v>2498.5077966916006</c:v>
                </c:pt>
                <c:pt idx="2379">
                  <c:v>2498.5077966916006</c:v>
                </c:pt>
                <c:pt idx="2380">
                  <c:v>2498.5077966916006</c:v>
                </c:pt>
                <c:pt idx="2381">
                  <c:v>2498.5077966916006</c:v>
                </c:pt>
                <c:pt idx="2382">
                  <c:v>2498.5077966916006</c:v>
                </c:pt>
                <c:pt idx="2383">
                  <c:v>2498.5077966916006</c:v>
                </c:pt>
                <c:pt idx="2384">
                  <c:v>2498.5077966916006</c:v>
                </c:pt>
                <c:pt idx="2385">
                  <c:v>2498.5077966916006</c:v>
                </c:pt>
                <c:pt idx="2386">
                  <c:v>2498.5077966916006</c:v>
                </c:pt>
                <c:pt idx="2387">
                  <c:v>2498.5077966916006</c:v>
                </c:pt>
                <c:pt idx="2388">
                  <c:v>2498.5077966916006</c:v>
                </c:pt>
                <c:pt idx="2389">
                  <c:v>2498.5077966916006</c:v>
                </c:pt>
                <c:pt idx="2390">
                  <c:v>2498.5077966916006</c:v>
                </c:pt>
                <c:pt idx="2391">
                  <c:v>2498.5077966916006</c:v>
                </c:pt>
                <c:pt idx="2392">
                  <c:v>2498.5077966916006</c:v>
                </c:pt>
                <c:pt idx="2393">
                  <c:v>2498.5077966916006</c:v>
                </c:pt>
                <c:pt idx="2394">
                  <c:v>2498.5077966916006</c:v>
                </c:pt>
                <c:pt idx="2395">
                  <c:v>2498.5077966916006</c:v>
                </c:pt>
                <c:pt idx="2396">
                  <c:v>2498.5077966916006</c:v>
                </c:pt>
                <c:pt idx="2397">
                  <c:v>2498.5077966916006</c:v>
                </c:pt>
                <c:pt idx="2398">
                  <c:v>2498.5077966916006</c:v>
                </c:pt>
                <c:pt idx="2399">
                  <c:v>2498.5077966916006</c:v>
                </c:pt>
                <c:pt idx="2400">
                  <c:v>2498.5077966916006</c:v>
                </c:pt>
                <c:pt idx="2401">
                  <c:v>2498.5077966916006</c:v>
                </c:pt>
                <c:pt idx="2402">
                  <c:v>2498.5077966916006</c:v>
                </c:pt>
                <c:pt idx="2403">
                  <c:v>2498.5077966916006</c:v>
                </c:pt>
                <c:pt idx="2404">
                  <c:v>2498.5077966916006</c:v>
                </c:pt>
                <c:pt idx="2405">
                  <c:v>2498.5077966916006</c:v>
                </c:pt>
                <c:pt idx="2406">
                  <c:v>2498.5077966916006</c:v>
                </c:pt>
                <c:pt idx="2407">
                  <c:v>2498.5077966916006</c:v>
                </c:pt>
                <c:pt idx="2408">
                  <c:v>2498.5077966916006</c:v>
                </c:pt>
                <c:pt idx="2409">
                  <c:v>2498.5077966916006</c:v>
                </c:pt>
                <c:pt idx="2410">
                  <c:v>2498.5077966916006</c:v>
                </c:pt>
                <c:pt idx="2411">
                  <c:v>2498.5077966916006</c:v>
                </c:pt>
                <c:pt idx="2412">
                  <c:v>2498.5077966916006</c:v>
                </c:pt>
                <c:pt idx="2413">
                  <c:v>2498.5077966916006</c:v>
                </c:pt>
                <c:pt idx="2414">
                  <c:v>2498.5077966916006</c:v>
                </c:pt>
                <c:pt idx="2415">
                  <c:v>2498.5077966916006</c:v>
                </c:pt>
                <c:pt idx="2416">
                  <c:v>2498.5077966916006</c:v>
                </c:pt>
                <c:pt idx="2417">
                  <c:v>2498.5077966916006</c:v>
                </c:pt>
                <c:pt idx="2418">
                  <c:v>2498.5077966916006</c:v>
                </c:pt>
                <c:pt idx="2419">
                  <c:v>2498.5077966916006</c:v>
                </c:pt>
                <c:pt idx="2420">
                  <c:v>2498.5077966916006</c:v>
                </c:pt>
                <c:pt idx="2421">
                  <c:v>2498.5077966916006</c:v>
                </c:pt>
                <c:pt idx="2422">
                  <c:v>2498.5077966916006</c:v>
                </c:pt>
                <c:pt idx="2423">
                  <c:v>2498.5077966916006</c:v>
                </c:pt>
                <c:pt idx="2424">
                  <c:v>2498.5077966916006</c:v>
                </c:pt>
                <c:pt idx="2425">
                  <c:v>2498.5077966916006</c:v>
                </c:pt>
                <c:pt idx="2426">
                  <c:v>2498.5077966916006</c:v>
                </c:pt>
                <c:pt idx="2427">
                  <c:v>2498.5077966916006</c:v>
                </c:pt>
                <c:pt idx="2428">
                  <c:v>2498.5077966916006</c:v>
                </c:pt>
                <c:pt idx="2429">
                  <c:v>2498.5077966916006</c:v>
                </c:pt>
                <c:pt idx="2430">
                  <c:v>2498.5077966916006</c:v>
                </c:pt>
                <c:pt idx="2431">
                  <c:v>2498.5077966916006</c:v>
                </c:pt>
                <c:pt idx="2432">
                  <c:v>2498.5077966916006</c:v>
                </c:pt>
                <c:pt idx="2433">
                  <c:v>2498.5077966916006</c:v>
                </c:pt>
                <c:pt idx="2434">
                  <c:v>2498.5077966916006</c:v>
                </c:pt>
                <c:pt idx="2435">
                  <c:v>2498.5077966916006</c:v>
                </c:pt>
                <c:pt idx="2436">
                  <c:v>2498.5077966916006</c:v>
                </c:pt>
                <c:pt idx="2437">
                  <c:v>2548.7157096996257</c:v>
                </c:pt>
                <c:pt idx="2438">
                  <c:v>2548.7157096996257</c:v>
                </c:pt>
                <c:pt idx="2439">
                  <c:v>2548.7157096996257</c:v>
                </c:pt>
                <c:pt idx="2440">
                  <c:v>2548.7157096996257</c:v>
                </c:pt>
                <c:pt idx="2441">
                  <c:v>2548.7157096996257</c:v>
                </c:pt>
                <c:pt idx="2442">
                  <c:v>2548.7157096996257</c:v>
                </c:pt>
                <c:pt idx="2443">
                  <c:v>2548.7157096996257</c:v>
                </c:pt>
                <c:pt idx="2444">
                  <c:v>2548.7157096996257</c:v>
                </c:pt>
                <c:pt idx="2445">
                  <c:v>2548.7157096996257</c:v>
                </c:pt>
                <c:pt idx="2446">
                  <c:v>2548.7157096996257</c:v>
                </c:pt>
                <c:pt idx="2447">
                  <c:v>2549.2574485394102</c:v>
                </c:pt>
                <c:pt idx="2448">
                  <c:v>2549.2574485394102</c:v>
                </c:pt>
                <c:pt idx="2449">
                  <c:v>2549.2574485394102</c:v>
                </c:pt>
                <c:pt idx="2450">
                  <c:v>2549.2574485394102</c:v>
                </c:pt>
                <c:pt idx="2451">
                  <c:v>2549.2574485394102</c:v>
                </c:pt>
                <c:pt idx="2452">
                  <c:v>2549.2574485394102</c:v>
                </c:pt>
                <c:pt idx="2453">
                  <c:v>2549.2574485394102</c:v>
                </c:pt>
                <c:pt idx="2454">
                  <c:v>2549.2574485394102</c:v>
                </c:pt>
                <c:pt idx="2455">
                  <c:v>2549.2574485394102</c:v>
                </c:pt>
                <c:pt idx="2456">
                  <c:v>2549.2574485394102</c:v>
                </c:pt>
                <c:pt idx="2457">
                  <c:v>2549.2574485394102</c:v>
                </c:pt>
                <c:pt idx="2458">
                  <c:v>2549.2574485394102</c:v>
                </c:pt>
                <c:pt idx="2459">
                  <c:v>2549.2574485394102</c:v>
                </c:pt>
                <c:pt idx="2460">
                  <c:v>2549.2574485394102</c:v>
                </c:pt>
                <c:pt idx="2461">
                  <c:v>2549.6283717045717</c:v>
                </c:pt>
                <c:pt idx="2462">
                  <c:v>2549.6283717045717</c:v>
                </c:pt>
                <c:pt idx="2463">
                  <c:v>2549.6283717045717</c:v>
                </c:pt>
                <c:pt idx="2464">
                  <c:v>2549.6283717045717</c:v>
                </c:pt>
                <c:pt idx="2465">
                  <c:v>2549.6283717045717</c:v>
                </c:pt>
                <c:pt idx="2466">
                  <c:v>2549.6283717045717</c:v>
                </c:pt>
                <c:pt idx="2467">
                  <c:v>2549.6283717045717</c:v>
                </c:pt>
                <c:pt idx="2468">
                  <c:v>2549.6283717045717</c:v>
                </c:pt>
                <c:pt idx="2469">
                  <c:v>2549.6283717045717</c:v>
                </c:pt>
                <c:pt idx="2470">
                  <c:v>2549.6283717045717</c:v>
                </c:pt>
                <c:pt idx="2471">
                  <c:v>2549.6283717045717</c:v>
                </c:pt>
                <c:pt idx="2472">
                  <c:v>2549.6283717045717</c:v>
                </c:pt>
                <c:pt idx="2473">
                  <c:v>2549.6283717045717</c:v>
                </c:pt>
                <c:pt idx="2474">
                  <c:v>2549.6283717045717</c:v>
                </c:pt>
                <c:pt idx="2475">
                  <c:v>2560.2240029774412</c:v>
                </c:pt>
                <c:pt idx="2476">
                  <c:v>2560.2240029774412</c:v>
                </c:pt>
                <c:pt idx="2477">
                  <c:v>2560.2240029774412</c:v>
                </c:pt>
                <c:pt idx="2478">
                  <c:v>2560.2240029774412</c:v>
                </c:pt>
                <c:pt idx="2479">
                  <c:v>2560.2240029774412</c:v>
                </c:pt>
                <c:pt idx="2480">
                  <c:v>2560.2240029774412</c:v>
                </c:pt>
                <c:pt idx="2481">
                  <c:v>2560.2240029774412</c:v>
                </c:pt>
                <c:pt idx="2482">
                  <c:v>2560.2240029774412</c:v>
                </c:pt>
                <c:pt idx="2483">
                  <c:v>2560.2240029774412</c:v>
                </c:pt>
                <c:pt idx="2484">
                  <c:v>2560.2240029774412</c:v>
                </c:pt>
                <c:pt idx="2485">
                  <c:v>2560.2240029774412</c:v>
                </c:pt>
                <c:pt idx="2486">
                  <c:v>2560.2240029774412</c:v>
                </c:pt>
                <c:pt idx="2487">
                  <c:v>2560.2240029774412</c:v>
                </c:pt>
                <c:pt idx="2488">
                  <c:v>2560.2240029774412</c:v>
                </c:pt>
                <c:pt idx="2489">
                  <c:v>2560.2240029774412</c:v>
                </c:pt>
                <c:pt idx="2490">
                  <c:v>2560.2240029774412</c:v>
                </c:pt>
                <c:pt idx="2491">
                  <c:v>2560.2240029774412</c:v>
                </c:pt>
                <c:pt idx="2492">
                  <c:v>2560.2240029774412</c:v>
                </c:pt>
                <c:pt idx="2493">
                  <c:v>2560.2240029774412</c:v>
                </c:pt>
                <c:pt idx="2494">
                  <c:v>2560.2240029774412</c:v>
                </c:pt>
                <c:pt idx="2495">
                  <c:v>2560.2240029774412</c:v>
                </c:pt>
                <c:pt idx="2496">
                  <c:v>2560.2240029774412</c:v>
                </c:pt>
                <c:pt idx="2497">
                  <c:v>2560.2240029774412</c:v>
                </c:pt>
                <c:pt idx="2498">
                  <c:v>2560.2240029774412</c:v>
                </c:pt>
                <c:pt idx="2499">
                  <c:v>2560.2240029774412</c:v>
                </c:pt>
                <c:pt idx="2500">
                  <c:v>2566.89488713019</c:v>
                </c:pt>
                <c:pt idx="2501">
                  <c:v>2566.89488713019</c:v>
                </c:pt>
                <c:pt idx="2502">
                  <c:v>2566.89488713019</c:v>
                </c:pt>
                <c:pt idx="2503">
                  <c:v>2566.89488713019</c:v>
                </c:pt>
                <c:pt idx="2504">
                  <c:v>2566.89488713019</c:v>
                </c:pt>
                <c:pt idx="2505">
                  <c:v>2566.89488713019</c:v>
                </c:pt>
                <c:pt idx="2506">
                  <c:v>2566.89488713019</c:v>
                </c:pt>
                <c:pt idx="2507">
                  <c:v>2566.89488713019</c:v>
                </c:pt>
                <c:pt idx="2508">
                  <c:v>2566.89488713019</c:v>
                </c:pt>
                <c:pt idx="2509">
                  <c:v>2566.89488713019</c:v>
                </c:pt>
                <c:pt idx="2510">
                  <c:v>2566.89488713019</c:v>
                </c:pt>
                <c:pt idx="2511">
                  <c:v>2566.89488713019</c:v>
                </c:pt>
                <c:pt idx="2512">
                  <c:v>2566.89488713019</c:v>
                </c:pt>
                <c:pt idx="2513">
                  <c:v>2566.89488713019</c:v>
                </c:pt>
                <c:pt idx="2514">
                  <c:v>2566.89488713019</c:v>
                </c:pt>
                <c:pt idx="2515">
                  <c:v>2566.89488713019</c:v>
                </c:pt>
                <c:pt idx="2516">
                  <c:v>2566.89488713019</c:v>
                </c:pt>
                <c:pt idx="2517">
                  <c:v>2566.89488713019</c:v>
                </c:pt>
                <c:pt idx="2518">
                  <c:v>2566.89488713019</c:v>
                </c:pt>
                <c:pt idx="2519">
                  <c:v>2566.89488713019</c:v>
                </c:pt>
                <c:pt idx="2520">
                  <c:v>2566.89488713019</c:v>
                </c:pt>
                <c:pt idx="2521">
                  <c:v>2566.89488713019</c:v>
                </c:pt>
                <c:pt idx="2522">
                  <c:v>2566.89488713019</c:v>
                </c:pt>
                <c:pt idx="2523">
                  <c:v>2566.89488713019</c:v>
                </c:pt>
                <c:pt idx="2524">
                  <c:v>2566.89488713019</c:v>
                </c:pt>
                <c:pt idx="2525">
                  <c:v>2566.89488713019</c:v>
                </c:pt>
                <c:pt idx="2526">
                  <c:v>2566.89488713019</c:v>
                </c:pt>
                <c:pt idx="2527">
                  <c:v>2566.89488713019</c:v>
                </c:pt>
                <c:pt idx="2528">
                  <c:v>2566.89488713019</c:v>
                </c:pt>
                <c:pt idx="2529">
                  <c:v>2566.89488713019</c:v>
                </c:pt>
                <c:pt idx="2530">
                  <c:v>2566.89488713019</c:v>
                </c:pt>
                <c:pt idx="2531">
                  <c:v>2566.89488713019</c:v>
                </c:pt>
                <c:pt idx="2532">
                  <c:v>2566.89488713019</c:v>
                </c:pt>
                <c:pt idx="2533">
                  <c:v>2566.89488713019</c:v>
                </c:pt>
                <c:pt idx="2534">
                  <c:v>2566.89488713019</c:v>
                </c:pt>
                <c:pt idx="2535">
                  <c:v>2566.89488713019</c:v>
                </c:pt>
                <c:pt idx="2536">
                  <c:v>2566.89488713019</c:v>
                </c:pt>
                <c:pt idx="2537">
                  <c:v>2566.89488713019</c:v>
                </c:pt>
                <c:pt idx="2538">
                  <c:v>2566.89488713019</c:v>
                </c:pt>
                <c:pt idx="2539">
                  <c:v>2566.89488713019</c:v>
                </c:pt>
                <c:pt idx="2540">
                  <c:v>2566.89488713019</c:v>
                </c:pt>
                <c:pt idx="2541">
                  <c:v>2566.89488713019</c:v>
                </c:pt>
                <c:pt idx="2542">
                  <c:v>2566.89488713019</c:v>
                </c:pt>
                <c:pt idx="2543">
                  <c:v>2566.89488713019</c:v>
                </c:pt>
                <c:pt idx="2544">
                  <c:v>2566.89488713019</c:v>
                </c:pt>
                <c:pt idx="2545">
                  <c:v>2566.89488713019</c:v>
                </c:pt>
                <c:pt idx="2546">
                  <c:v>2566.89488713019</c:v>
                </c:pt>
                <c:pt idx="2547">
                  <c:v>2566.89488713019</c:v>
                </c:pt>
                <c:pt idx="2548">
                  <c:v>2566.89488713019</c:v>
                </c:pt>
                <c:pt idx="2549">
                  <c:v>2566.89488713019</c:v>
                </c:pt>
                <c:pt idx="2550">
                  <c:v>2566.89488713019</c:v>
                </c:pt>
                <c:pt idx="2551">
                  <c:v>2566.89488713019</c:v>
                </c:pt>
                <c:pt idx="2552">
                  <c:v>2566.89488713019</c:v>
                </c:pt>
                <c:pt idx="2553">
                  <c:v>2566.89488713019</c:v>
                </c:pt>
                <c:pt idx="2554">
                  <c:v>2566.89488713019</c:v>
                </c:pt>
                <c:pt idx="2555">
                  <c:v>2566.89488713019</c:v>
                </c:pt>
                <c:pt idx="2556">
                  <c:v>2566.89488713019</c:v>
                </c:pt>
                <c:pt idx="2557">
                  <c:v>2566.89488713019</c:v>
                </c:pt>
                <c:pt idx="2558">
                  <c:v>2566.89488713019</c:v>
                </c:pt>
                <c:pt idx="2559">
                  <c:v>2566.89488713019</c:v>
                </c:pt>
                <c:pt idx="2560">
                  <c:v>2566.89488713019</c:v>
                </c:pt>
                <c:pt idx="2561">
                  <c:v>2566.89488713019</c:v>
                </c:pt>
                <c:pt idx="2562">
                  <c:v>2566.89488713019</c:v>
                </c:pt>
                <c:pt idx="2563">
                  <c:v>2566.89488713019</c:v>
                </c:pt>
                <c:pt idx="2564">
                  <c:v>2566.89488713019</c:v>
                </c:pt>
                <c:pt idx="2565">
                  <c:v>2566.89488713019</c:v>
                </c:pt>
                <c:pt idx="2566">
                  <c:v>2566.89488713019</c:v>
                </c:pt>
                <c:pt idx="2567">
                  <c:v>2566.89488713019</c:v>
                </c:pt>
                <c:pt idx="2568">
                  <c:v>2566.89488713019</c:v>
                </c:pt>
                <c:pt idx="2569">
                  <c:v>2566.89488713019</c:v>
                </c:pt>
                <c:pt idx="2570">
                  <c:v>2566.89488713019</c:v>
                </c:pt>
                <c:pt idx="2571">
                  <c:v>2566.89488713019</c:v>
                </c:pt>
                <c:pt idx="2572">
                  <c:v>2566.89488713019</c:v>
                </c:pt>
                <c:pt idx="2573">
                  <c:v>2566.89488713019</c:v>
                </c:pt>
                <c:pt idx="2574">
                  <c:v>2566.89488713019</c:v>
                </c:pt>
                <c:pt idx="2575">
                  <c:v>2581.3959709406822</c:v>
                </c:pt>
                <c:pt idx="2576">
                  <c:v>2581.3959709406822</c:v>
                </c:pt>
                <c:pt idx="2577">
                  <c:v>2581.3959709406822</c:v>
                </c:pt>
                <c:pt idx="2578">
                  <c:v>2581.3959709406822</c:v>
                </c:pt>
                <c:pt idx="2579">
                  <c:v>2581.3959709406822</c:v>
                </c:pt>
                <c:pt idx="2580">
                  <c:v>2581.3959709406822</c:v>
                </c:pt>
                <c:pt idx="2581">
                  <c:v>2581.3959709406822</c:v>
                </c:pt>
                <c:pt idx="2582">
                  <c:v>2581.3959709406822</c:v>
                </c:pt>
                <c:pt idx="2583">
                  <c:v>2581.3959709406822</c:v>
                </c:pt>
                <c:pt idx="2584">
                  <c:v>2604.7066640891248</c:v>
                </c:pt>
                <c:pt idx="2585">
                  <c:v>2604.7066640891248</c:v>
                </c:pt>
                <c:pt idx="2586">
                  <c:v>2604.7066640891248</c:v>
                </c:pt>
                <c:pt idx="2587">
                  <c:v>2604.7066640891248</c:v>
                </c:pt>
                <c:pt idx="2588">
                  <c:v>2618.368638447233</c:v>
                </c:pt>
                <c:pt idx="2589">
                  <c:v>2618.368638447233</c:v>
                </c:pt>
                <c:pt idx="2590">
                  <c:v>2618.368638447233</c:v>
                </c:pt>
                <c:pt idx="2591">
                  <c:v>2618.368638447233</c:v>
                </c:pt>
                <c:pt idx="2592">
                  <c:v>2618.368638447233</c:v>
                </c:pt>
                <c:pt idx="2593">
                  <c:v>2618.368638447233</c:v>
                </c:pt>
                <c:pt idx="2594">
                  <c:v>2618.368638447233</c:v>
                </c:pt>
                <c:pt idx="2595">
                  <c:v>2618.368638447233</c:v>
                </c:pt>
                <c:pt idx="2596">
                  <c:v>2618.368638447233</c:v>
                </c:pt>
                <c:pt idx="2597">
                  <c:v>2618.368638447233</c:v>
                </c:pt>
                <c:pt idx="2598">
                  <c:v>2618.368638447233</c:v>
                </c:pt>
                <c:pt idx="2599">
                  <c:v>2618.368638447233</c:v>
                </c:pt>
                <c:pt idx="2600">
                  <c:v>2618.368638447233</c:v>
                </c:pt>
                <c:pt idx="2601">
                  <c:v>2618.368638447233</c:v>
                </c:pt>
                <c:pt idx="2602">
                  <c:v>2618.368638447233</c:v>
                </c:pt>
                <c:pt idx="2603">
                  <c:v>2618.368638447233</c:v>
                </c:pt>
                <c:pt idx="2604">
                  <c:v>2618.368638447233</c:v>
                </c:pt>
                <c:pt idx="2605">
                  <c:v>2618.368638447233</c:v>
                </c:pt>
                <c:pt idx="2606">
                  <c:v>2618.368638447233</c:v>
                </c:pt>
                <c:pt idx="2607">
                  <c:v>2618.368638447233</c:v>
                </c:pt>
                <c:pt idx="2608">
                  <c:v>2618.368638447233</c:v>
                </c:pt>
                <c:pt idx="2609">
                  <c:v>2618.368638447233</c:v>
                </c:pt>
                <c:pt idx="2610">
                  <c:v>2618.368638447233</c:v>
                </c:pt>
                <c:pt idx="2611">
                  <c:v>2618.368638447233</c:v>
                </c:pt>
                <c:pt idx="2612">
                  <c:v>2633.9238734340515</c:v>
                </c:pt>
                <c:pt idx="2613">
                  <c:v>2633.9238734340515</c:v>
                </c:pt>
                <c:pt idx="2614">
                  <c:v>2633.9238734340515</c:v>
                </c:pt>
                <c:pt idx="2615">
                  <c:v>2633.9238734340515</c:v>
                </c:pt>
                <c:pt idx="2616">
                  <c:v>2633.9238734340515</c:v>
                </c:pt>
                <c:pt idx="2617">
                  <c:v>2633.9238734340515</c:v>
                </c:pt>
                <c:pt idx="2618">
                  <c:v>2633.9238734340515</c:v>
                </c:pt>
                <c:pt idx="2619">
                  <c:v>2633.9238734340515</c:v>
                </c:pt>
                <c:pt idx="2620">
                  <c:v>2633.9238734340515</c:v>
                </c:pt>
                <c:pt idx="2621">
                  <c:v>2633.9238734340515</c:v>
                </c:pt>
                <c:pt idx="2622">
                  <c:v>2633.9238734340515</c:v>
                </c:pt>
                <c:pt idx="2623">
                  <c:v>2633.9238734340515</c:v>
                </c:pt>
                <c:pt idx="2624">
                  <c:v>2633.9238734340515</c:v>
                </c:pt>
                <c:pt idx="2625">
                  <c:v>2633.9238734340515</c:v>
                </c:pt>
                <c:pt idx="2626">
                  <c:v>2633.9238734340515</c:v>
                </c:pt>
                <c:pt idx="2627">
                  <c:v>2634.3078758529136</c:v>
                </c:pt>
                <c:pt idx="2628">
                  <c:v>2634.3078758529136</c:v>
                </c:pt>
                <c:pt idx="2629">
                  <c:v>2634.3078758529136</c:v>
                </c:pt>
                <c:pt idx="2630">
                  <c:v>2634.3078758529136</c:v>
                </c:pt>
                <c:pt idx="2631">
                  <c:v>2634.3078758529136</c:v>
                </c:pt>
                <c:pt idx="2632">
                  <c:v>2634.3078758529136</c:v>
                </c:pt>
                <c:pt idx="2633">
                  <c:v>2634.3078758529136</c:v>
                </c:pt>
                <c:pt idx="2634">
                  <c:v>2634.3078758529136</c:v>
                </c:pt>
                <c:pt idx="2635">
                  <c:v>2634.3078758529136</c:v>
                </c:pt>
                <c:pt idx="2636">
                  <c:v>2634.3078758529136</c:v>
                </c:pt>
                <c:pt idx="2637">
                  <c:v>2634.3078758529136</c:v>
                </c:pt>
                <c:pt idx="2638">
                  <c:v>2634.3078758529136</c:v>
                </c:pt>
                <c:pt idx="2639">
                  <c:v>2641.4020426915722</c:v>
                </c:pt>
                <c:pt idx="2640">
                  <c:v>2641.4020426915722</c:v>
                </c:pt>
                <c:pt idx="2641">
                  <c:v>2641.4020426915722</c:v>
                </c:pt>
                <c:pt idx="2642">
                  <c:v>2641.4020426915722</c:v>
                </c:pt>
                <c:pt idx="2643">
                  <c:v>2641.4020426915722</c:v>
                </c:pt>
                <c:pt idx="2644">
                  <c:v>2641.4020426915722</c:v>
                </c:pt>
                <c:pt idx="2645">
                  <c:v>2641.4020426915722</c:v>
                </c:pt>
                <c:pt idx="2646">
                  <c:v>2641.4020426915722</c:v>
                </c:pt>
                <c:pt idx="2647">
                  <c:v>2641.4020426915722</c:v>
                </c:pt>
                <c:pt idx="2648">
                  <c:v>2641.4020426915722</c:v>
                </c:pt>
                <c:pt idx="2649">
                  <c:v>2641.4020426915722</c:v>
                </c:pt>
                <c:pt idx="2650">
                  <c:v>2641.4020426915722</c:v>
                </c:pt>
                <c:pt idx="2651">
                  <c:v>2641.4020426915722</c:v>
                </c:pt>
                <c:pt idx="2652">
                  <c:v>2641.4020426915722</c:v>
                </c:pt>
                <c:pt idx="2653">
                  <c:v>2644.2366311112237</c:v>
                </c:pt>
                <c:pt idx="2654">
                  <c:v>2644.2366311112237</c:v>
                </c:pt>
                <c:pt idx="2655">
                  <c:v>2644.2366311112237</c:v>
                </c:pt>
                <c:pt idx="2656">
                  <c:v>2644.2366311112237</c:v>
                </c:pt>
                <c:pt idx="2657">
                  <c:v>2644.2366311112237</c:v>
                </c:pt>
                <c:pt idx="2658">
                  <c:v>2644.2366311112237</c:v>
                </c:pt>
                <c:pt idx="2659">
                  <c:v>2644.2366311112237</c:v>
                </c:pt>
                <c:pt idx="2660">
                  <c:v>2644.2366311112237</c:v>
                </c:pt>
                <c:pt idx="2661">
                  <c:v>2644.2366311112237</c:v>
                </c:pt>
                <c:pt idx="2662">
                  <c:v>2644.2366311112237</c:v>
                </c:pt>
                <c:pt idx="2663">
                  <c:v>2644.2366311112237</c:v>
                </c:pt>
                <c:pt idx="2664">
                  <c:v>2644.2366311112237</c:v>
                </c:pt>
                <c:pt idx="2665">
                  <c:v>2644.2366311112237</c:v>
                </c:pt>
                <c:pt idx="2666">
                  <c:v>2644.2366311112237</c:v>
                </c:pt>
                <c:pt idx="2667">
                  <c:v>2644.2366311112237</c:v>
                </c:pt>
                <c:pt idx="2668">
                  <c:v>2661.478114476557</c:v>
                </c:pt>
                <c:pt idx="2669">
                  <c:v>2661.478114476557</c:v>
                </c:pt>
                <c:pt idx="2670">
                  <c:v>2661.478114476557</c:v>
                </c:pt>
                <c:pt idx="2671">
                  <c:v>2661.478114476557</c:v>
                </c:pt>
                <c:pt idx="2672">
                  <c:v>2661.478114476557</c:v>
                </c:pt>
                <c:pt idx="2673">
                  <c:v>2661.478114476557</c:v>
                </c:pt>
                <c:pt idx="2674">
                  <c:v>2661.478114476557</c:v>
                </c:pt>
                <c:pt idx="2675">
                  <c:v>2661.478114476557</c:v>
                </c:pt>
                <c:pt idx="2676">
                  <c:v>2661.478114476557</c:v>
                </c:pt>
                <c:pt idx="2677">
                  <c:v>2661.478114476557</c:v>
                </c:pt>
                <c:pt idx="2678">
                  <c:v>2661.478114476557</c:v>
                </c:pt>
                <c:pt idx="2679">
                  <c:v>2661.478114476557</c:v>
                </c:pt>
                <c:pt idx="2680">
                  <c:v>2661.478114476557</c:v>
                </c:pt>
                <c:pt idx="2681">
                  <c:v>2661.478114476557</c:v>
                </c:pt>
                <c:pt idx="2682">
                  <c:v>2661.478114476557</c:v>
                </c:pt>
                <c:pt idx="2683">
                  <c:v>2661.478114476557</c:v>
                </c:pt>
                <c:pt idx="2684">
                  <c:v>2661.478114476557</c:v>
                </c:pt>
                <c:pt idx="2685">
                  <c:v>2661.478114476557</c:v>
                </c:pt>
                <c:pt idx="2686">
                  <c:v>2661.478114476557</c:v>
                </c:pt>
                <c:pt idx="2687">
                  <c:v>2661.478114476557</c:v>
                </c:pt>
                <c:pt idx="2688">
                  <c:v>2661.478114476557</c:v>
                </c:pt>
                <c:pt idx="2689">
                  <c:v>2661.478114476557</c:v>
                </c:pt>
                <c:pt idx="2690">
                  <c:v>2661.478114476557</c:v>
                </c:pt>
                <c:pt idx="2691">
                  <c:v>2661.478114476557</c:v>
                </c:pt>
                <c:pt idx="2692">
                  <c:v>2661.478114476557</c:v>
                </c:pt>
                <c:pt idx="2693">
                  <c:v>2661.478114476557</c:v>
                </c:pt>
                <c:pt idx="2694">
                  <c:v>2661.478114476557</c:v>
                </c:pt>
                <c:pt idx="2695">
                  <c:v>2661.478114476557</c:v>
                </c:pt>
                <c:pt idx="2696">
                  <c:v>2661.478114476557</c:v>
                </c:pt>
                <c:pt idx="2697">
                  <c:v>2661.478114476557</c:v>
                </c:pt>
                <c:pt idx="2698">
                  <c:v>2661.478114476557</c:v>
                </c:pt>
                <c:pt idx="2699">
                  <c:v>2661.478114476557</c:v>
                </c:pt>
                <c:pt idx="2700">
                  <c:v>2661.478114476557</c:v>
                </c:pt>
                <c:pt idx="2701">
                  <c:v>2661.478114476557</c:v>
                </c:pt>
                <c:pt idx="2702">
                  <c:v>2661.478114476557</c:v>
                </c:pt>
                <c:pt idx="2703">
                  <c:v>2661.478114476557</c:v>
                </c:pt>
                <c:pt idx="2704">
                  <c:v>2661.478114476557</c:v>
                </c:pt>
                <c:pt idx="2705">
                  <c:v>2661.478114476557</c:v>
                </c:pt>
                <c:pt idx="2706">
                  <c:v>2661.478114476557</c:v>
                </c:pt>
                <c:pt idx="2707">
                  <c:v>2661.478114476557</c:v>
                </c:pt>
                <c:pt idx="2708">
                  <c:v>2661.478114476557</c:v>
                </c:pt>
                <c:pt idx="2709">
                  <c:v>2724.1542140904626</c:v>
                </c:pt>
                <c:pt idx="2710">
                  <c:v>2724.1542140904626</c:v>
                </c:pt>
                <c:pt idx="2711">
                  <c:v>2724.1542140904626</c:v>
                </c:pt>
                <c:pt idx="2712">
                  <c:v>2724.1542140904626</c:v>
                </c:pt>
                <c:pt idx="2713">
                  <c:v>2724.1542140904626</c:v>
                </c:pt>
                <c:pt idx="2714">
                  <c:v>2724.1542140904626</c:v>
                </c:pt>
                <c:pt idx="2715">
                  <c:v>2724.1542140904626</c:v>
                </c:pt>
                <c:pt idx="2716">
                  <c:v>2724.1542140904626</c:v>
                </c:pt>
                <c:pt idx="2717">
                  <c:v>2724.9882715818167</c:v>
                </c:pt>
                <c:pt idx="2718">
                  <c:v>2724.9882715818167</c:v>
                </c:pt>
                <c:pt idx="2719">
                  <c:v>2724.9882715818167</c:v>
                </c:pt>
                <c:pt idx="2720">
                  <c:v>2724.9882715818167</c:v>
                </c:pt>
                <c:pt idx="2721">
                  <c:v>2724.9882715818167</c:v>
                </c:pt>
                <c:pt idx="2722">
                  <c:v>2724.9882715818167</c:v>
                </c:pt>
                <c:pt idx="2723">
                  <c:v>2724.9882715818167</c:v>
                </c:pt>
                <c:pt idx="2724">
                  <c:v>2724.9882715818167</c:v>
                </c:pt>
                <c:pt idx="2725">
                  <c:v>2724.9882715818167</c:v>
                </c:pt>
                <c:pt idx="2726">
                  <c:v>2724.9882715818167</c:v>
                </c:pt>
                <c:pt idx="2727">
                  <c:v>2724.9882715818167</c:v>
                </c:pt>
                <c:pt idx="2728">
                  <c:v>2724.9882715818167</c:v>
                </c:pt>
                <c:pt idx="2729">
                  <c:v>2724.9882715818167</c:v>
                </c:pt>
                <c:pt idx="2730">
                  <c:v>2724.9882715818167</c:v>
                </c:pt>
                <c:pt idx="2731">
                  <c:v>2724.9882715818167</c:v>
                </c:pt>
                <c:pt idx="2732">
                  <c:v>2724.9882715818167</c:v>
                </c:pt>
                <c:pt idx="2733">
                  <c:v>2724.9882715818167</c:v>
                </c:pt>
                <c:pt idx="2734">
                  <c:v>2724.9882715818167</c:v>
                </c:pt>
                <c:pt idx="2735">
                  <c:v>2724.9882715818167</c:v>
                </c:pt>
                <c:pt idx="2736">
                  <c:v>2724.9882715818167</c:v>
                </c:pt>
                <c:pt idx="2737">
                  <c:v>2724.9882715818167</c:v>
                </c:pt>
                <c:pt idx="2738">
                  <c:v>2724.9882715818167</c:v>
                </c:pt>
                <c:pt idx="2739">
                  <c:v>2724.9882715818167</c:v>
                </c:pt>
                <c:pt idx="2740">
                  <c:v>2724.9882715818167</c:v>
                </c:pt>
                <c:pt idx="2741">
                  <c:v>2724.9882715818167</c:v>
                </c:pt>
                <c:pt idx="2742">
                  <c:v>2724.9882715818167</c:v>
                </c:pt>
                <c:pt idx="2743">
                  <c:v>2724.9882715818167</c:v>
                </c:pt>
                <c:pt idx="2744">
                  <c:v>2724.9882715818167</c:v>
                </c:pt>
                <c:pt idx="2745">
                  <c:v>2724.9882715818167</c:v>
                </c:pt>
                <c:pt idx="2746">
                  <c:v>2724.9882715818167</c:v>
                </c:pt>
                <c:pt idx="2747">
                  <c:v>2749.2392696003149</c:v>
                </c:pt>
                <c:pt idx="2748">
                  <c:v>2749.2392696003149</c:v>
                </c:pt>
                <c:pt idx="2749">
                  <c:v>2749.2392696003149</c:v>
                </c:pt>
                <c:pt idx="2750">
                  <c:v>2749.2392696003149</c:v>
                </c:pt>
                <c:pt idx="2751">
                  <c:v>2749.2392696003149</c:v>
                </c:pt>
                <c:pt idx="2752">
                  <c:v>2749.2392696003149</c:v>
                </c:pt>
                <c:pt idx="2753">
                  <c:v>2749.2392696003149</c:v>
                </c:pt>
                <c:pt idx="2754">
                  <c:v>2749.2392696003149</c:v>
                </c:pt>
                <c:pt idx="2755">
                  <c:v>2749.2392696003149</c:v>
                </c:pt>
                <c:pt idx="2756">
                  <c:v>2749.2392696003149</c:v>
                </c:pt>
                <c:pt idx="2757">
                  <c:v>2749.2392696003149</c:v>
                </c:pt>
                <c:pt idx="2758">
                  <c:v>2749.2392696003149</c:v>
                </c:pt>
                <c:pt idx="2759">
                  <c:v>2749.2392696003149</c:v>
                </c:pt>
                <c:pt idx="2760">
                  <c:v>2749.2392696003149</c:v>
                </c:pt>
                <c:pt idx="2761">
                  <c:v>2749.2392696003149</c:v>
                </c:pt>
                <c:pt idx="2762">
                  <c:v>2749.2392696003149</c:v>
                </c:pt>
                <c:pt idx="2763">
                  <c:v>2749.2392696003149</c:v>
                </c:pt>
                <c:pt idx="2764">
                  <c:v>2749.2392696003149</c:v>
                </c:pt>
                <c:pt idx="2765">
                  <c:v>2749.2392696003149</c:v>
                </c:pt>
                <c:pt idx="2766">
                  <c:v>2749.2392696003149</c:v>
                </c:pt>
                <c:pt idx="2767">
                  <c:v>2749.2392696003149</c:v>
                </c:pt>
                <c:pt idx="2768">
                  <c:v>2749.2392696003149</c:v>
                </c:pt>
                <c:pt idx="2769">
                  <c:v>2749.2392696003149</c:v>
                </c:pt>
                <c:pt idx="2770">
                  <c:v>2749.2392696003149</c:v>
                </c:pt>
                <c:pt idx="2771">
                  <c:v>2749.2392696003149</c:v>
                </c:pt>
                <c:pt idx="2772">
                  <c:v>2749.2392696003149</c:v>
                </c:pt>
                <c:pt idx="2773">
                  <c:v>2749.2392696003149</c:v>
                </c:pt>
                <c:pt idx="2774">
                  <c:v>2749.2392696003149</c:v>
                </c:pt>
                <c:pt idx="2775">
                  <c:v>2749.2392696003149</c:v>
                </c:pt>
                <c:pt idx="2776">
                  <c:v>2749.2392696003149</c:v>
                </c:pt>
                <c:pt idx="2777">
                  <c:v>2749.2392696003149</c:v>
                </c:pt>
                <c:pt idx="2778">
                  <c:v>2749.2392696003149</c:v>
                </c:pt>
                <c:pt idx="2779">
                  <c:v>2749.2392696003149</c:v>
                </c:pt>
                <c:pt idx="2780">
                  <c:v>2749.2392696003149</c:v>
                </c:pt>
                <c:pt idx="2781">
                  <c:v>2749.2392696003149</c:v>
                </c:pt>
                <c:pt idx="2782">
                  <c:v>2749.2392696003149</c:v>
                </c:pt>
                <c:pt idx="2783">
                  <c:v>2749.2392696003149</c:v>
                </c:pt>
                <c:pt idx="2784">
                  <c:v>2749.2392696003149</c:v>
                </c:pt>
                <c:pt idx="2785">
                  <c:v>2749.2392696003149</c:v>
                </c:pt>
                <c:pt idx="2786">
                  <c:v>2749.2392696003149</c:v>
                </c:pt>
                <c:pt idx="2787">
                  <c:v>2749.2392696003149</c:v>
                </c:pt>
                <c:pt idx="2788">
                  <c:v>2749.2392696003149</c:v>
                </c:pt>
                <c:pt idx="2789">
                  <c:v>2749.2392696003149</c:v>
                </c:pt>
                <c:pt idx="2790">
                  <c:v>2749.2392696003149</c:v>
                </c:pt>
                <c:pt idx="2791">
                  <c:v>2749.2392696003149</c:v>
                </c:pt>
                <c:pt idx="2792">
                  <c:v>2749.2392696003149</c:v>
                </c:pt>
                <c:pt idx="2793">
                  <c:v>2749.2392696003149</c:v>
                </c:pt>
                <c:pt idx="2794">
                  <c:v>2749.2392696003149</c:v>
                </c:pt>
                <c:pt idx="2795">
                  <c:v>2749.2392696003149</c:v>
                </c:pt>
                <c:pt idx="2796">
                  <c:v>2749.2392696003149</c:v>
                </c:pt>
                <c:pt idx="2797">
                  <c:v>2749.2392696003149</c:v>
                </c:pt>
                <c:pt idx="2798">
                  <c:v>2749.2392696003149</c:v>
                </c:pt>
                <c:pt idx="2799">
                  <c:v>2749.2392696003149</c:v>
                </c:pt>
                <c:pt idx="2800">
                  <c:v>2749.2392696003149</c:v>
                </c:pt>
                <c:pt idx="2801">
                  <c:v>2749.2392696003149</c:v>
                </c:pt>
                <c:pt idx="2802">
                  <c:v>2749.2392696003149</c:v>
                </c:pt>
                <c:pt idx="2803">
                  <c:v>2749.2392696003149</c:v>
                </c:pt>
                <c:pt idx="2804">
                  <c:v>2749.2392696003149</c:v>
                </c:pt>
                <c:pt idx="2805">
                  <c:v>2749.2392696003149</c:v>
                </c:pt>
                <c:pt idx="2806">
                  <c:v>2749.2392696003149</c:v>
                </c:pt>
                <c:pt idx="2807">
                  <c:v>2749.2392696003149</c:v>
                </c:pt>
                <c:pt idx="2808">
                  <c:v>2749.2392696003149</c:v>
                </c:pt>
                <c:pt idx="2809">
                  <c:v>2749.2392696003149</c:v>
                </c:pt>
                <c:pt idx="2810">
                  <c:v>2749.2392696003149</c:v>
                </c:pt>
                <c:pt idx="2811">
                  <c:v>2749.2392696003149</c:v>
                </c:pt>
                <c:pt idx="2812">
                  <c:v>2749.2392696003149</c:v>
                </c:pt>
                <c:pt idx="2813">
                  <c:v>2750.4661550351052</c:v>
                </c:pt>
                <c:pt idx="2814">
                  <c:v>2750.4661550351052</c:v>
                </c:pt>
                <c:pt idx="2815">
                  <c:v>2750.4661550351052</c:v>
                </c:pt>
                <c:pt idx="2816">
                  <c:v>2750.4661550351052</c:v>
                </c:pt>
                <c:pt idx="2817">
                  <c:v>2750.4661550351052</c:v>
                </c:pt>
                <c:pt idx="2818">
                  <c:v>2750.4661550351052</c:v>
                </c:pt>
                <c:pt idx="2819">
                  <c:v>2750.4661550351052</c:v>
                </c:pt>
                <c:pt idx="2820">
                  <c:v>2750.4661550351052</c:v>
                </c:pt>
                <c:pt idx="2821">
                  <c:v>2750.4661550351052</c:v>
                </c:pt>
                <c:pt idx="2822">
                  <c:v>2750.4661550351052</c:v>
                </c:pt>
                <c:pt idx="2823">
                  <c:v>2750.4661550351052</c:v>
                </c:pt>
                <c:pt idx="2824">
                  <c:v>2750.4661550351052</c:v>
                </c:pt>
                <c:pt idx="2825">
                  <c:v>2750.4661550351052</c:v>
                </c:pt>
                <c:pt idx="2826">
                  <c:v>2750.4661550351052</c:v>
                </c:pt>
                <c:pt idx="2827">
                  <c:v>2750.4661550351052</c:v>
                </c:pt>
                <c:pt idx="2828">
                  <c:v>2750.4661550351052</c:v>
                </c:pt>
                <c:pt idx="2829">
                  <c:v>2750.4661550351052</c:v>
                </c:pt>
                <c:pt idx="2830">
                  <c:v>2750.4661550351052</c:v>
                </c:pt>
                <c:pt idx="2831">
                  <c:v>2750.4661550351052</c:v>
                </c:pt>
                <c:pt idx="2832">
                  <c:v>2750.4661550351052</c:v>
                </c:pt>
                <c:pt idx="2833">
                  <c:v>2750.4661550351052</c:v>
                </c:pt>
                <c:pt idx="2834">
                  <c:v>2750.4661550351052</c:v>
                </c:pt>
                <c:pt idx="2835">
                  <c:v>2755.8659794676287</c:v>
                </c:pt>
                <c:pt idx="2836">
                  <c:v>2755.8659794676287</c:v>
                </c:pt>
                <c:pt idx="2837">
                  <c:v>2755.8659794676287</c:v>
                </c:pt>
                <c:pt idx="2838">
                  <c:v>2755.8659794676287</c:v>
                </c:pt>
                <c:pt idx="2839">
                  <c:v>2755.8659794676287</c:v>
                </c:pt>
                <c:pt idx="2840">
                  <c:v>2755.8659794676287</c:v>
                </c:pt>
                <c:pt idx="2841">
                  <c:v>2755.8659794676287</c:v>
                </c:pt>
                <c:pt idx="2842">
                  <c:v>2755.8659794676287</c:v>
                </c:pt>
                <c:pt idx="2843">
                  <c:v>2756.1635001759882</c:v>
                </c:pt>
                <c:pt idx="2844">
                  <c:v>2756.1635001759882</c:v>
                </c:pt>
                <c:pt idx="2845">
                  <c:v>2756.1635001759882</c:v>
                </c:pt>
                <c:pt idx="2846">
                  <c:v>2756.1635001759882</c:v>
                </c:pt>
                <c:pt idx="2847">
                  <c:v>2756.1635001759882</c:v>
                </c:pt>
                <c:pt idx="2848">
                  <c:v>2756.1635001759882</c:v>
                </c:pt>
                <c:pt idx="2849">
                  <c:v>2756.1635001759882</c:v>
                </c:pt>
                <c:pt idx="2850">
                  <c:v>2756.1635001759882</c:v>
                </c:pt>
                <c:pt idx="2851">
                  <c:v>2756.1635001759882</c:v>
                </c:pt>
                <c:pt idx="2852">
                  <c:v>2756.1635001759882</c:v>
                </c:pt>
                <c:pt idx="2853">
                  <c:v>2756.1635001759882</c:v>
                </c:pt>
                <c:pt idx="2854">
                  <c:v>2756.1635001759882</c:v>
                </c:pt>
                <c:pt idx="2855">
                  <c:v>2756.1635001759882</c:v>
                </c:pt>
                <c:pt idx="2856">
                  <c:v>2756.1635001759882</c:v>
                </c:pt>
                <c:pt idx="2857">
                  <c:v>2756.1635001759882</c:v>
                </c:pt>
                <c:pt idx="2858">
                  <c:v>2756.1635001759882</c:v>
                </c:pt>
                <c:pt idx="2859">
                  <c:v>2756.1635001759882</c:v>
                </c:pt>
                <c:pt idx="2860">
                  <c:v>2756.1635001759882</c:v>
                </c:pt>
                <c:pt idx="2861">
                  <c:v>2756.1635001759882</c:v>
                </c:pt>
                <c:pt idx="2862">
                  <c:v>2760.8025368124354</c:v>
                </c:pt>
                <c:pt idx="2863">
                  <c:v>2760.8025368124354</c:v>
                </c:pt>
                <c:pt idx="2864">
                  <c:v>2760.8025368124354</c:v>
                </c:pt>
                <c:pt idx="2865">
                  <c:v>2760.8025368124354</c:v>
                </c:pt>
                <c:pt idx="2866">
                  <c:v>2760.8025368124354</c:v>
                </c:pt>
                <c:pt idx="2867">
                  <c:v>2760.8025368124354</c:v>
                </c:pt>
                <c:pt idx="2868">
                  <c:v>2760.8025368124354</c:v>
                </c:pt>
                <c:pt idx="2869">
                  <c:v>2760.8025368124354</c:v>
                </c:pt>
                <c:pt idx="2870">
                  <c:v>2760.8025368124354</c:v>
                </c:pt>
                <c:pt idx="2871">
                  <c:v>2760.8025368124354</c:v>
                </c:pt>
                <c:pt idx="2872">
                  <c:v>2760.8025368124354</c:v>
                </c:pt>
                <c:pt idx="2873">
                  <c:v>2760.8025368124354</c:v>
                </c:pt>
                <c:pt idx="2874">
                  <c:v>2767.3218951366957</c:v>
                </c:pt>
                <c:pt idx="2875">
                  <c:v>2767.3218951366957</c:v>
                </c:pt>
                <c:pt idx="2876">
                  <c:v>2767.3218951366957</c:v>
                </c:pt>
                <c:pt idx="2877">
                  <c:v>2767.3218951366957</c:v>
                </c:pt>
                <c:pt idx="2878">
                  <c:v>2767.3218951366957</c:v>
                </c:pt>
                <c:pt idx="2879">
                  <c:v>2767.3218951366957</c:v>
                </c:pt>
                <c:pt idx="2880">
                  <c:v>2767.3218951366957</c:v>
                </c:pt>
                <c:pt idx="2881">
                  <c:v>2767.3218951366957</c:v>
                </c:pt>
                <c:pt idx="2882">
                  <c:v>2767.3218951366957</c:v>
                </c:pt>
                <c:pt idx="2883">
                  <c:v>2767.3218951366957</c:v>
                </c:pt>
                <c:pt idx="2884">
                  <c:v>2767.3218951366957</c:v>
                </c:pt>
                <c:pt idx="2885">
                  <c:v>2767.3218951366957</c:v>
                </c:pt>
                <c:pt idx="2886">
                  <c:v>2767.3218951366957</c:v>
                </c:pt>
                <c:pt idx="2887">
                  <c:v>2767.3218951366957</c:v>
                </c:pt>
                <c:pt idx="2888">
                  <c:v>2767.3218951366957</c:v>
                </c:pt>
                <c:pt idx="2889">
                  <c:v>2767.3218951366957</c:v>
                </c:pt>
                <c:pt idx="2890">
                  <c:v>2767.3218951366957</c:v>
                </c:pt>
                <c:pt idx="2891">
                  <c:v>2776.9929952642492</c:v>
                </c:pt>
                <c:pt idx="2892">
                  <c:v>2776.9929952642492</c:v>
                </c:pt>
                <c:pt idx="2893">
                  <c:v>2776.9929952642492</c:v>
                </c:pt>
                <c:pt idx="2894">
                  <c:v>2776.9929952642492</c:v>
                </c:pt>
                <c:pt idx="2895">
                  <c:v>2776.9929952642492</c:v>
                </c:pt>
                <c:pt idx="2896">
                  <c:v>2776.9929952642492</c:v>
                </c:pt>
                <c:pt idx="2897">
                  <c:v>2777.6013071548996</c:v>
                </c:pt>
                <c:pt idx="2898">
                  <c:v>2777.6013071548996</c:v>
                </c:pt>
                <c:pt idx="2899">
                  <c:v>2777.6013071548996</c:v>
                </c:pt>
                <c:pt idx="2900">
                  <c:v>2777.6013071548996</c:v>
                </c:pt>
                <c:pt idx="2901">
                  <c:v>2777.6013071548996</c:v>
                </c:pt>
                <c:pt idx="2902">
                  <c:v>2777.6013071548996</c:v>
                </c:pt>
                <c:pt idx="2903">
                  <c:v>2777.6013071548996</c:v>
                </c:pt>
                <c:pt idx="2904">
                  <c:v>2777.6013071548996</c:v>
                </c:pt>
                <c:pt idx="2905">
                  <c:v>2777.6013071548996</c:v>
                </c:pt>
                <c:pt idx="2906">
                  <c:v>2777.6013071548996</c:v>
                </c:pt>
                <c:pt idx="2907">
                  <c:v>2777.6013071548996</c:v>
                </c:pt>
                <c:pt idx="2908">
                  <c:v>2777.6013071548996</c:v>
                </c:pt>
                <c:pt idx="2909">
                  <c:v>2777.6013071548996</c:v>
                </c:pt>
                <c:pt idx="2910">
                  <c:v>2777.6013071548996</c:v>
                </c:pt>
                <c:pt idx="2911">
                  <c:v>2777.6013071548996</c:v>
                </c:pt>
                <c:pt idx="2912">
                  <c:v>2777.6013071548996</c:v>
                </c:pt>
                <c:pt idx="2913">
                  <c:v>2777.6013071548996</c:v>
                </c:pt>
                <c:pt idx="2914">
                  <c:v>2777.6013071548996</c:v>
                </c:pt>
                <c:pt idx="2915">
                  <c:v>2777.6013071548996</c:v>
                </c:pt>
                <c:pt idx="2916">
                  <c:v>2777.6013071548996</c:v>
                </c:pt>
                <c:pt idx="2917">
                  <c:v>2777.6013071548996</c:v>
                </c:pt>
                <c:pt idx="2918">
                  <c:v>2777.6013071548996</c:v>
                </c:pt>
                <c:pt idx="2919">
                  <c:v>2777.6013071548996</c:v>
                </c:pt>
                <c:pt idx="2920">
                  <c:v>2777.6013071548996</c:v>
                </c:pt>
                <c:pt idx="2921">
                  <c:v>2777.6013071548996</c:v>
                </c:pt>
                <c:pt idx="2922">
                  <c:v>2777.6013071548996</c:v>
                </c:pt>
                <c:pt idx="2923">
                  <c:v>2777.6013071548996</c:v>
                </c:pt>
                <c:pt idx="2924">
                  <c:v>2777.6013071548996</c:v>
                </c:pt>
                <c:pt idx="2925">
                  <c:v>2777.6013071548996</c:v>
                </c:pt>
                <c:pt idx="2926">
                  <c:v>2777.6013071548996</c:v>
                </c:pt>
                <c:pt idx="2927">
                  <c:v>2777.6013071548996</c:v>
                </c:pt>
                <c:pt idx="2928">
                  <c:v>2777.6013071548996</c:v>
                </c:pt>
                <c:pt idx="2929">
                  <c:v>2780.2832317246293</c:v>
                </c:pt>
                <c:pt idx="2930">
                  <c:v>2780.2832317246293</c:v>
                </c:pt>
                <c:pt idx="2931">
                  <c:v>2780.2832317246293</c:v>
                </c:pt>
                <c:pt idx="2932">
                  <c:v>2780.2832317246293</c:v>
                </c:pt>
                <c:pt idx="2933">
                  <c:v>2780.2832317246293</c:v>
                </c:pt>
                <c:pt idx="2934">
                  <c:v>2780.2832317246293</c:v>
                </c:pt>
                <c:pt idx="2935">
                  <c:v>2780.2832317246293</c:v>
                </c:pt>
                <c:pt idx="2936">
                  <c:v>2780.2832317246293</c:v>
                </c:pt>
                <c:pt idx="2937">
                  <c:v>2780.2832317246293</c:v>
                </c:pt>
                <c:pt idx="2938">
                  <c:v>2780.2832317246293</c:v>
                </c:pt>
                <c:pt idx="2939">
                  <c:v>2780.2832317246293</c:v>
                </c:pt>
                <c:pt idx="2940">
                  <c:v>2780.2832317246293</c:v>
                </c:pt>
                <c:pt idx="2941">
                  <c:v>2780.2832317246293</c:v>
                </c:pt>
                <c:pt idx="2942">
                  <c:v>2780.2832317246293</c:v>
                </c:pt>
                <c:pt idx="2943">
                  <c:v>2780.2832317246293</c:v>
                </c:pt>
                <c:pt idx="2944">
                  <c:v>2780.2832317246293</c:v>
                </c:pt>
                <c:pt idx="2945">
                  <c:v>2780.2832317246293</c:v>
                </c:pt>
                <c:pt idx="2946">
                  <c:v>2780.2832317246293</c:v>
                </c:pt>
                <c:pt idx="2947">
                  <c:v>2780.2832317246293</c:v>
                </c:pt>
                <c:pt idx="2948">
                  <c:v>2780.2832317246293</c:v>
                </c:pt>
                <c:pt idx="2949">
                  <c:v>2780.2832317246293</c:v>
                </c:pt>
                <c:pt idx="2950">
                  <c:v>2780.2832317246293</c:v>
                </c:pt>
                <c:pt idx="2951">
                  <c:v>2780.2832317246293</c:v>
                </c:pt>
                <c:pt idx="2952">
                  <c:v>2780.2832317246293</c:v>
                </c:pt>
                <c:pt idx="2953">
                  <c:v>2780.2832317246293</c:v>
                </c:pt>
                <c:pt idx="2954">
                  <c:v>2780.2832317246293</c:v>
                </c:pt>
                <c:pt idx="2955">
                  <c:v>2780.2832317246293</c:v>
                </c:pt>
                <c:pt idx="2956">
                  <c:v>2780.2832317246293</c:v>
                </c:pt>
                <c:pt idx="2957">
                  <c:v>2780.2832317246293</c:v>
                </c:pt>
                <c:pt idx="2958">
                  <c:v>2780.2832317246293</c:v>
                </c:pt>
                <c:pt idx="2959">
                  <c:v>2780.2832317246293</c:v>
                </c:pt>
                <c:pt idx="2960">
                  <c:v>2780.2832317246293</c:v>
                </c:pt>
                <c:pt idx="2961">
                  <c:v>2780.2832317246293</c:v>
                </c:pt>
                <c:pt idx="2962">
                  <c:v>2780.2832317246293</c:v>
                </c:pt>
                <c:pt idx="2963">
                  <c:v>2780.2832317246293</c:v>
                </c:pt>
                <c:pt idx="2964">
                  <c:v>2780.2832317246293</c:v>
                </c:pt>
                <c:pt idx="2965">
                  <c:v>2780.2832317246293</c:v>
                </c:pt>
                <c:pt idx="2966">
                  <c:v>2780.2832317246293</c:v>
                </c:pt>
                <c:pt idx="2967">
                  <c:v>2780.2832317246293</c:v>
                </c:pt>
                <c:pt idx="2968">
                  <c:v>2780.2832317246293</c:v>
                </c:pt>
                <c:pt idx="2969">
                  <c:v>2780.2832317246293</c:v>
                </c:pt>
                <c:pt idx="2970">
                  <c:v>2780.2832317246293</c:v>
                </c:pt>
                <c:pt idx="2971">
                  <c:v>2780.2832317246293</c:v>
                </c:pt>
                <c:pt idx="2972">
                  <c:v>2802.8775406129071</c:v>
                </c:pt>
                <c:pt idx="2973">
                  <c:v>2802.8775406129071</c:v>
                </c:pt>
                <c:pt idx="2974">
                  <c:v>2802.8775406129071</c:v>
                </c:pt>
                <c:pt idx="2975">
                  <c:v>2802.8775406129071</c:v>
                </c:pt>
                <c:pt idx="2976">
                  <c:v>2802.8775406129071</c:v>
                </c:pt>
                <c:pt idx="2977">
                  <c:v>2802.8775406129071</c:v>
                </c:pt>
                <c:pt idx="2978">
                  <c:v>2802.8775406129071</c:v>
                </c:pt>
                <c:pt idx="2979">
                  <c:v>2802.8775406129071</c:v>
                </c:pt>
                <c:pt idx="2980">
                  <c:v>2802.8775406129071</c:v>
                </c:pt>
                <c:pt idx="2981">
                  <c:v>2802.8775406129071</c:v>
                </c:pt>
                <c:pt idx="2982">
                  <c:v>2802.8775406129071</c:v>
                </c:pt>
                <c:pt idx="2983">
                  <c:v>2802.8775406129071</c:v>
                </c:pt>
                <c:pt idx="2984">
                  <c:v>2802.8775406129071</c:v>
                </c:pt>
                <c:pt idx="2985">
                  <c:v>2802.8775406129071</c:v>
                </c:pt>
                <c:pt idx="2986">
                  <c:v>2802.8775406129071</c:v>
                </c:pt>
                <c:pt idx="2987">
                  <c:v>2802.8775406129071</c:v>
                </c:pt>
                <c:pt idx="2988">
                  <c:v>2802.8775406129071</c:v>
                </c:pt>
                <c:pt idx="2989">
                  <c:v>2802.8775406129071</c:v>
                </c:pt>
                <c:pt idx="2990">
                  <c:v>2802.8775406129071</c:v>
                </c:pt>
                <c:pt idx="2991">
                  <c:v>2802.8775406129071</c:v>
                </c:pt>
                <c:pt idx="2992">
                  <c:v>2818.9108315992421</c:v>
                </c:pt>
                <c:pt idx="2993">
                  <c:v>2818.9108315992421</c:v>
                </c:pt>
                <c:pt idx="2994">
                  <c:v>2818.9108315992421</c:v>
                </c:pt>
                <c:pt idx="2995">
                  <c:v>2818.9108315992421</c:v>
                </c:pt>
                <c:pt idx="2996">
                  <c:v>2818.9108315992421</c:v>
                </c:pt>
                <c:pt idx="2997">
                  <c:v>2818.9108315992421</c:v>
                </c:pt>
                <c:pt idx="2998">
                  <c:v>2818.9108315992421</c:v>
                </c:pt>
                <c:pt idx="2999">
                  <c:v>2818.9108315992421</c:v>
                </c:pt>
                <c:pt idx="3000">
                  <c:v>2818.9108315992421</c:v>
                </c:pt>
                <c:pt idx="3001">
                  <c:v>2818.9108315992421</c:v>
                </c:pt>
                <c:pt idx="3002">
                  <c:v>2818.9108315992421</c:v>
                </c:pt>
                <c:pt idx="3003">
                  <c:v>2818.9108315992421</c:v>
                </c:pt>
                <c:pt idx="3004">
                  <c:v>2818.9108315992421</c:v>
                </c:pt>
                <c:pt idx="3005">
                  <c:v>2818.9108315992421</c:v>
                </c:pt>
                <c:pt idx="3006">
                  <c:v>2818.9108315992421</c:v>
                </c:pt>
                <c:pt idx="3007">
                  <c:v>2818.9108315992421</c:v>
                </c:pt>
                <c:pt idx="3008">
                  <c:v>2818.9108315992421</c:v>
                </c:pt>
                <c:pt idx="3009">
                  <c:v>2818.9108315992421</c:v>
                </c:pt>
                <c:pt idx="3010">
                  <c:v>2818.9108315992421</c:v>
                </c:pt>
                <c:pt idx="3011">
                  <c:v>2818.9108315992421</c:v>
                </c:pt>
                <c:pt idx="3012">
                  <c:v>2818.9108315992421</c:v>
                </c:pt>
                <c:pt idx="3013">
                  <c:v>2818.9108315992421</c:v>
                </c:pt>
                <c:pt idx="3014">
                  <c:v>2818.9108315992421</c:v>
                </c:pt>
                <c:pt idx="3015">
                  <c:v>2818.9108315992421</c:v>
                </c:pt>
                <c:pt idx="3016">
                  <c:v>2818.9108315992421</c:v>
                </c:pt>
                <c:pt idx="3017">
                  <c:v>2818.9108315992421</c:v>
                </c:pt>
                <c:pt idx="3018">
                  <c:v>2818.9108315992421</c:v>
                </c:pt>
                <c:pt idx="3019">
                  <c:v>2818.9108315992421</c:v>
                </c:pt>
                <c:pt idx="3020">
                  <c:v>2818.9108315992421</c:v>
                </c:pt>
                <c:pt idx="3021">
                  <c:v>2818.9108315992421</c:v>
                </c:pt>
                <c:pt idx="3022">
                  <c:v>2818.9108315992421</c:v>
                </c:pt>
                <c:pt idx="3023">
                  <c:v>2818.9108315992421</c:v>
                </c:pt>
                <c:pt idx="3024">
                  <c:v>2818.9108315992421</c:v>
                </c:pt>
                <c:pt idx="3025">
                  <c:v>2818.9108315992421</c:v>
                </c:pt>
                <c:pt idx="3026">
                  <c:v>2818.9108315992421</c:v>
                </c:pt>
                <c:pt idx="3027">
                  <c:v>2818.9108315992421</c:v>
                </c:pt>
                <c:pt idx="3028">
                  <c:v>2818.9108315992421</c:v>
                </c:pt>
                <c:pt idx="3029">
                  <c:v>2818.9108315992421</c:v>
                </c:pt>
                <c:pt idx="3030">
                  <c:v>2818.9108315992421</c:v>
                </c:pt>
                <c:pt idx="3031">
                  <c:v>2818.9108315992421</c:v>
                </c:pt>
                <c:pt idx="3032">
                  <c:v>2818.9108315992421</c:v>
                </c:pt>
                <c:pt idx="3033">
                  <c:v>2818.9108315992421</c:v>
                </c:pt>
                <c:pt idx="3034">
                  <c:v>2818.9108315992421</c:v>
                </c:pt>
                <c:pt idx="3035">
                  <c:v>2818.9108315992421</c:v>
                </c:pt>
                <c:pt idx="3036">
                  <c:v>2818.9108315992421</c:v>
                </c:pt>
                <c:pt idx="3037">
                  <c:v>2818.9108315992421</c:v>
                </c:pt>
                <c:pt idx="3038">
                  <c:v>2818.9108315992421</c:v>
                </c:pt>
                <c:pt idx="3039">
                  <c:v>2818.9108315992421</c:v>
                </c:pt>
                <c:pt idx="3040">
                  <c:v>2818.9108315992421</c:v>
                </c:pt>
                <c:pt idx="3041">
                  <c:v>2818.9108315992421</c:v>
                </c:pt>
                <c:pt idx="3042">
                  <c:v>2844.7674208478797</c:v>
                </c:pt>
                <c:pt idx="3043">
                  <c:v>2844.7674208478797</c:v>
                </c:pt>
                <c:pt idx="3044">
                  <c:v>2844.7674208478797</c:v>
                </c:pt>
                <c:pt idx="3045">
                  <c:v>2844.7674208478797</c:v>
                </c:pt>
                <c:pt idx="3046">
                  <c:v>2844.7674208478797</c:v>
                </c:pt>
                <c:pt idx="3047">
                  <c:v>2844.7674208478797</c:v>
                </c:pt>
                <c:pt idx="3048">
                  <c:v>2844.7674208478797</c:v>
                </c:pt>
                <c:pt idx="3049">
                  <c:v>2844.7674208478797</c:v>
                </c:pt>
                <c:pt idx="3050">
                  <c:v>2844.7674208478797</c:v>
                </c:pt>
                <c:pt idx="3051">
                  <c:v>2844.7674208478797</c:v>
                </c:pt>
                <c:pt idx="3052">
                  <c:v>2844.7674208478797</c:v>
                </c:pt>
                <c:pt idx="3053">
                  <c:v>2844.7674208478797</c:v>
                </c:pt>
                <c:pt idx="3054">
                  <c:v>2844.7674208478797</c:v>
                </c:pt>
                <c:pt idx="3055">
                  <c:v>2844.7674208478797</c:v>
                </c:pt>
                <c:pt idx="3056">
                  <c:v>2844.7674208478797</c:v>
                </c:pt>
                <c:pt idx="3057">
                  <c:v>2844.7674208478797</c:v>
                </c:pt>
                <c:pt idx="3058">
                  <c:v>2844.7674208478797</c:v>
                </c:pt>
                <c:pt idx="3059">
                  <c:v>2844.7674208478797</c:v>
                </c:pt>
                <c:pt idx="3060">
                  <c:v>2844.7674208478797</c:v>
                </c:pt>
                <c:pt idx="3061">
                  <c:v>2844.7674208478797</c:v>
                </c:pt>
                <c:pt idx="3062">
                  <c:v>2844.7674208478797</c:v>
                </c:pt>
                <c:pt idx="3063">
                  <c:v>2844.7674208478797</c:v>
                </c:pt>
                <c:pt idx="3064">
                  <c:v>2844.7674208478797</c:v>
                </c:pt>
                <c:pt idx="3065">
                  <c:v>2844.7674208478797</c:v>
                </c:pt>
                <c:pt idx="3066">
                  <c:v>2844.7674208478797</c:v>
                </c:pt>
                <c:pt idx="3067">
                  <c:v>2844.7674208478797</c:v>
                </c:pt>
                <c:pt idx="3068">
                  <c:v>2844.7674208478797</c:v>
                </c:pt>
                <c:pt idx="3069">
                  <c:v>2844.7674208478797</c:v>
                </c:pt>
                <c:pt idx="3070">
                  <c:v>2844.7674208478797</c:v>
                </c:pt>
                <c:pt idx="3071">
                  <c:v>2844.7674208478797</c:v>
                </c:pt>
                <c:pt idx="3072">
                  <c:v>2844.7674208478797</c:v>
                </c:pt>
                <c:pt idx="3073">
                  <c:v>2844.7674208478797</c:v>
                </c:pt>
                <c:pt idx="3074">
                  <c:v>2844.7674208478797</c:v>
                </c:pt>
                <c:pt idx="3075">
                  <c:v>2844.7674208478797</c:v>
                </c:pt>
                <c:pt idx="3076">
                  <c:v>2844.7674208478797</c:v>
                </c:pt>
                <c:pt idx="3077">
                  <c:v>2844.7674208478797</c:v>
                </c:pt>
                <c:pt idx="3078">
                  <c:v>2844.7674208478797</c:v>
                </c:pt>
                <c:pt idx="3079">
                  <c:v>2844.7674208478797</c:v>
                </c:pt>
                <c:pt idx="3080">
                  <c:v>2844.7674208478797</c:v>
                </c:pt>
                <c:pt idx="3081">
                  <c:v>2844.7674208478797</c:v>
                </c:pt>
                <c:pt idx="3082">
                  <c:v>2844.7674208478797</c:v>
                </c:pt>
                <c:pt idx="3083">
                  <c:v>2844.7674208478797</c:v>
                </c:pt>
                <c:pt idx="3084">
                  <c:v>2844.7674208478797</c:v>
                </c:pt>
                <c:pt idx="3085">
                  <c:v>2844.7674208478797</c:v>
                </c:pt>
                <c:pt idx="3086">
                  <c:v>2867.3236439608531</c:v>
                </c:pt>
                <c:pt idx="3087">
                  <c:v>2867.3236439608531</c:v>
                </c:pt>
                <c:pt idx="3088">
                  <c:v>2867.3236439608531</c:v>
                </c:pt>
                <c:pt idx="3089">
                  <c:v>2867.3236439608531</c:v>
                </c:pt>
                <c:pt idx="3090">
                  <c:v>2867.3236439608531</c:v>
                </c:pt>
                <c:pt idx="3091">
                  <c:v>2867.3236439608531</c:v>
                </c:pt>
                <c:pt idx="3092">
                  <c:v>2867.3236439608531</c:v>
                </c:pt>
                <c:pt idx="3093">
                  <c:v>2867.3236439608531</c:v>
                </c:pt>
                <c:pt idx="3094">
                  <c:v>2867.3236439608531</c:v>
                </c:pt>
                <c:pt idx="3095">
                  <c:v>2891.4538918912372</c:v>
                </c:pt>
                <c:pt idx="3096">
                  <c:v>2891.4538918912372</c:v>
                </c:pt>
                <c:pt idx="3097">
                  <c:v>2891.4538918912372</c:v>
                </c:pt>
                <c:pt idx="3098">
                  <c:v>2891.4538918912372</c:v>
                </c:pt>
                <c:pt idx="3099">
                  <c:v>2891.4538918912372</c:v>
                </c:pt>
                <c:pt idx="3100">
                  <c:v>2891.4538918912372</c:v>
                </c:pt>
                <c:pt idx="3101">
                  <c:v>2891.4538918912372</c:v>
                </c:pt>
                <c:pt idx="3102">
                  <c:v>2891.4538918912372</c:v>
                </c:pt>
                <c:pt idx="3103">
                  <c:v>2891.4538918912372</c:v>
                </c:pt>
                <c:pt idx="3104">
                  <c:v>2891.4538918912372</c:v>
                </c:pt>
                <c:pt idx="3105">
                  <c:v>2891.4538918912372</c:v>
                </c:pt>
                <c:pt idx="3106">
                  <c:v>2891.4538918912372</c:v>
                </c:pt>
                <c:pt idx="3107">
                  <c:v>2891.4538918912372</c:v>
                </c:pt>
                <c:pt idx="3108">
                  <c:v>2891.4538918912372</c:v>
                </c:pt>
                <c:pt idx="3109">
                  <c:v>2891.4538918912372</c:v>
                </c:pt>
                <c:pt idx="3110">
                  <c:v>2891.4538918912372</c:v>
                </c:pt>
                <c:pt idx="3111">
                  <c:v>2891.4538918912372</c:v>
                </c:pt>
                <c:pt idx="3112">
                  <c:v>2891.4538918912372</c:v>
                </c:pt>
                <c:pt idx="3113">
                  <c:v>2891.4538918912372</c:v>
                </c:pt>
                <c:pt idx="3114">
                  <c:v>2891.4538918912372</c:v>
                </c:pt>
                <c:pt idx="3115">
                  <c:v>2891.4538918912372</c:v>
                </c:pt>
                <c:pt idx="3116">
                  <c:v>2891.4538918912372</c:v>
                </c:pt>
                <c:pt idx="3117">
                  <c:v>2981.0548077005369</c:v>
                </c:pt>
                <c:pt idx="3118">
                  <c:v>2981.0548077005369</c:v>
                </c:pt>
                <c:pt idx="3119">
                  <c:v>2981.0548077005369</c:v>
                </c:pt>
                <c:pt idx="3120">
                  <c:v>2981.0548077005369</c:v>
                </c:pt>
                <c:pt idx="3121">
                  <c:v>2981.0548077005369</c:v>
                </c:pt>
                <c:pt idx="3122">
                  <c:v>2981.0548077005369</c:v>
                </c:pt>
                <c:pt idx="3123">
                  <c:v>2981.0548077005369</c:v>
                </c:pt>
                <c:pt idx="3124">
                  <c:v>2981.0548077005369</c:v>
                </c:pt>
                <c:pt idx="3125">
                  <c:v>2981.0548077005369</c:v>
                </c:pt>
                <c:pt idx="3126">
                  <c:v>2998.9468513992038</c:v>
                </c:pt>
                <c:pt idx="3127">
                  <c:v>2998.9468513992038</c:v>
                </c:pt>
                <c:pt idx="3128">
                  <c:v>2998.9468513992038</c:v>
                </c:pt>
                <c:pt idx="3129">
                  <c:v>2998.9468513992038</c:v>
                </c:pt>
                <c:pt idx="3130">
                  <c:v>2998.9468513992038</c:v>
                </c:pt>
                <c:pt idx="3131">
                  <c:v>2998.9468513992038</c:v>
                </c:pt>
                <c:pt idx="3132">
                  <c:v>2998.9468513992038</c:v>
                </c:pt>
                <c:pt idx="3133">
                  <c:v>2998.9468513992038</c:v>
                </c:pt>
                <c:pt idx="3134">
                  <c:v>2998.9468513992038</c:v>
                </c:pt>
                <c:pt idx="3135">
                  <c:v>2998.9468513992038</c:v>
                </c:pt>
                <c:pt idx="3136">
                  <c:v>2998.9468513992038</c:v>
                </c:pt>
                <c:pt idx="3137">
                  <c:v>2998.9468513992038</c:v>
                </c:pt>
                <c:pt idx="3138">
                  <c:v>2998.9468513992038</c:v>
                </c:pt>
                <c:pt idx="3139">
                  <c:v>2998.9468513992038</c:v>
                </c:pt>
                <c:pt idx="3140">
                  <c:v>2998.9468513992038</c:v>
                </c:pt>
                <c:pt idx="3141">
                  <c:v>2998.9468513992038</c:v>
                </c:pt>
                <c:pt idx="3142">
                  <c:v>2998.9468513992038</c:v>
                </c:pt>
                <c:pt idx="3143">
                  <c:v>2998.9468513992038</c:v>
                </c:pt>
                <c:pt idx="3144">
                  <c:v>2998.9468513992038</c:v>
                </c:pt>
                <c:pt idx="3145">
                  <c:v>2998.9468513992038</c:v>
                </c:pt>
                <c:pt idx="3146">
                  <c:v>2998.9468513992038</c:v>
                </c:pt>
                <c:pt idx="3147">
                  <c:v>2998.9468513992038</c:v>
                </c:pt>
                <c:pt idx="3148">
                  <c:v>2998.9468513992038</c:v>
                </c:pt>
                <c:pt idx="3149">
                  <c:v>2998.9468513992038</c:v>
                </c:pt>
                <c:pt idx="3150">
                  <c:v>2998.9468513992038</c:v>
                </c:pt>
                <c:pt idx="3151">
                  <c:v>3006.6432546314122</c:v>
                </c:pt>
                <c:pt idx="3152">
                  <c:v>3006.6432546314122</c:v>
                </c:pt>
                <c:pt idx="3153">
                  <c:v>3006.6432546314122</c:v>
                </c:pt>
                <c:pt idx="3154">
                  <c:v>3006.6432546314122</c:v>
                </c:pt>
                <c:pt idx="3155">
                  <c:v>3006.6432546314122</c:v>
                </c:pt>
                <c:pt idx="3156">
                  <c:v>3006.6432546314122</c:v>
                </c:pt>
                <c:pt idx="3157">
                  <c:v>3006.6432546314122</c:v>
                </c:pt>
                <c:pt idx="3158">
                  <c:v>3006.6432546314122</c:v>
                </c:pt>
                <c:pt idx="3159">
                  <c:v>3006.6432546314122</c:v>
                </c:pt>
                <c:pt idx="3160">
                  <c:v>3006.6432546314122</c:v>
                </c:pt>
                <c:pt idx="3161">
                  <c:v>3006.6432546314122</c:v>
                </c:pt>
                <c:pt idx="3162">
                  <c:v>3006.6432546314122</c:v>
                </c:pt>
                <c:pt idx="3163">
                  <c:v>3006.6432546314122</c:v>
                </c:pt>
                <c:pt idx="3164">
                  <c:v>3006.6432546314122</c:v>
                </c:pt>
                <c:pt idx="3165">
                  <c:v>3006.6432546314122</c:v>
                </c:pt>
                <c:pt idx="3166">
                  <c:v>3006.6432546314122</c:v>
                </c:pt>
                <c:pt idx="3167">
                  <c:v>3006.6432546314122</c:v>
                </c:pt>
                <c:pt idx="3168">
                  <c:v>3006.6432546314122</c:v>
                </c:pt>
                <c:pt idx="3169">
                  <c:v>3006.6432546314122</c:v>
                </c:pt>
                <c:pt idx="3170">
                  <c:v>3006.6432546314122</c:v>
                </c:pt>
                <c:pt idx="3171">
                  <c:v>3006.6432546314122</c:v>
                </c:pt>
                <c:pt idx="3172">
                  <c:v>3006.6432546314122</c:v>
                </c:pt>
                <c:pt idx="3173">
                  <c:v>3006.6432546314122</c:v>
                </c:pt>
                <c:pt idx="3174">
                  <c:v>3006.6432546314122</c:v>
                </c:pt>
                <c:pt idx="3175">
                  <c:v>3006.6432546314122</c:v>
                </c:pt>
                <c:pt idx="3176">
                  <c:v>3006.6432546314122</c:v>
                </c:pt>
                <c:pt idx="3177">
                  <c:v>3006.6432546314122</c:v>
                </c:pt>
                <c:pt idx="3178">
                  <c:v>3006.6432546314122</c:v>
                </c:pt>
                <c:pt idx="3179">
                  <c:v>3006.6432546314122</c:v>
                </c:pt>
                <c:pt idx="3180">
                  <c:v>3006.6432546314122</c:v>
                </c:pt>
                <c:pt idx="3181">
                  <c:v>3006.6432546314122</c:v>
                </c:pt>
                <c:pt idx="3182">
                  <c:v>3006.6432546314122</c:v>
                </c:pt>
                <c:pt idx="3183">
                  <c:v>3006.6432546314122</c:v>
                </c:pt>
                <c:pt idx="3184">
                  <c:v>3006.6432546314122</c:v>
                </c:pt>
                <c:pt idx="3185">
                  <c:v>3006.6432546314122</c:v>
                </c:pt>
                <c:pt idx="3186">
                  <c:v>3006.6432546314122</c:v>
                </c:pt>
                <c:pt idx="3187">
                  <c:v>3006.6432546314122</c:v>
                </c:pt>
                <c:pt idx="3188">
                  <c:v>3006.6432546314122</c:v>
                </c:pt>
                <c:pt idx="3189">
                  <c:v>3006.6432546314122</c:v>
                </c:pt>
                <c:pt idx="3190">
                  <c:v>3006.6432546314122</c:v>
                </c:pt>
                <c:pt idx="3191">
                  <c:v>3006.6432546314122</c:v>
                </c:pt>
                <c:pt idx="3192">
                  <c:v>3006.6432546314122</c:v>
                </c:pt>
                <c:pt idx="3193">
                  <c:v>3006.6432546314122</c:v>
                </c:pt>
                <c:pt idx="3194">
                  <c:v>3006.6432546314122</c:v>
                </c:pt>
                <c:pt idx="3195">
                  <c:v>3006.6432546314122</c:v>
                </c:pt>
                <c:pt idx="3196">
                  <c:v>3006.6432546314122</c:v>
                </c:pt>
                <c:pt idx="3197">
                  <c:v>3006.6432546314122</c:v>
                </c:pt>
                <c:pt idx="3198">
                  <c:v>3006.6432546314122</c:v>
                </c:pt>
                <c:pt idx="3199">
                  <c:v>3006.6432546314122</c:v>
                </c:pt>
                <c:pt idx="3200">
                  <c:v>3006.6432546314122</c:v>
                </c:pt>
                <c:pt idx="3201">
                  <c:v>3006.6432546314122</c:v>
                </c:pt>
                <c:pt idx="3202">
                  <c:v>3006.6432546314122</c:v>
                </c:pt>
                <c:pt idx="3203">
                  <c:v>3006.6432546314122</c:v>
                </c:pt>
                <c:pt idx="3204">
                  <c:v>3006.6432546314122</c:v>
                </c:pt>
                <c:pt idx="3205">
                  <c:v>3006.6432546314122</c:v>
                </c:pt>
                <c:pt idx="3206">
                  <c:v>3006.6432546314122</c:v>
                </c:pt>
                <c:pt idx="3207">
                  <c:v>3006.6432546314122</c:v>
                </c:pt>
                <c:pt idx="3208">
                  <c:v>3006.6432546314122</c:v>
                </c:pt>
                <c:pt idx="3209">
                  <c:v>3006.6432546314122</c:v>
                </c:pt>
                <c:pt idx="3210">
                  <c:v>3006.6432546314122</c:v>
                </c:pt>
                <c:pt idx="3211">
                  <c:v>3006.6432546314122</c:v>
                </c:pt>
                <c:pt idx="3212">
                  <c:v>3006.6432546314122</c:v>
                </c:pt>
                <c:pt idx="3213">
                  <c:v>3006.6432546314122</c:v>
                </c:pt>
                <c:pt idx="3214">
                  <c:v>3006.6432546314122</c:v>
                </c:pt>
                <c:pt idx="3215">
                  <c:v>3006.6432546314122</c:v>
                </c:pt>
                <c:pt idx="3216">
                  <c:v>3006.6432546314122</c:v>
                </c:pt>
                <c:pt idx="3217">
                  <c:v>3006.6432546314122</c:v>
                </c:pt>
                <c:pt idx="3218">
                  <c:v>3006.6432546314122</c:v>
                </c:pt>
                <c:pt idx="3219">
                  <c:v>3006.6432546314122</c:v>
                </c:pt>
                <c:pt idx="3220">
                  <c:v>3006.6432546314122</c:v>
                </c:pt>
                <c:pt idx="3221">
                  <c:v>3006.6432546314122</c:v>
                </c:pt>
                <c:pt idx="3222">
                  <c:v>3006.6432546314122</c:v>
                </c:pt>
                <c:pt idx="3223">
                  <c:v>3006.6432546314122</c:v>
                </c:pt>
                <c:pt idx="3224">
                  <c:v>3006.6432546314122</c:v>
                </c:pt>
                <c:pt idx="3225">
                  <c:v>3006.6432546314122</c:v>
                </c:pt>
                <c:pt idx="3226">
                  <c:v>3006.6432546314122</c:v>
                </c:pt>
                <c:pt idx="3227">
                  <c:v>3006.6432546314122</c:v>
                </c:pt>
                <c:pt idx="3228">
                  <c:v>3006.6432546314122</c:v>
                </c:pt>
                <c:pt idx="3229">
                  <c:v>3006.6432546314122</c:v>
                </c:pt>
                <c:pt idx="3230">
                  <c:v>3006.6432546314122</c:v>
                </c:pt>
                <c:pt idx="3231">
                  <c:v>3006.6432546314122</c:v>
                </c:pt>
                <c:pt idx="3232">
                  <c:v>3006.6432546314122</c:v>
                </c:pt>
                <c:pt idx="3233">
                  <c:v>3006.6432546314122</c:v>
                </c:pt>
                <c:pt idx="3234">
                  <c:v>3006.6432546314122</c:v>
                </c:pt>
                <c:pt idx="3235">
                  <c:v>3006.6432546314122</c:v>
                </c:pt>
                <c:pt idx="3236">
                  <c:v>3006.6432546314122</c:v>
                </c:pt>
                <c:pt idx="3237">
                  <c:v>3006.6432546314122</c:v>
                </c:pt>
                <c:pt idx="3238">
                  <c:v>3006.6432546314122</c:v>
                </c:pt>
                <c:pt idx="3239">
                  <c:v>3006.6432546314122</c:v>
                </c:pt>
                <c:pt idx="3240">
                  <c:v>3006.6432546314122</c:v>
                </c:pt>
                <c:pt idx="3241">
                  <c:v>3006.6432546314122</c:v>
                </c:pt>
                <c:pt idx="3242">
                  <c:v>3006.6432546314122</c:v>
                </c:pt>
                <c:pt idx="3243">
                  <c:v>3006.6432546314122</c:v>
                </c:pt>
                <c:pt idx="3244">
                  <c:v>3006.6432546314122</c:v>
                </c:pt>
                <c:pt idx="3245">
                  <c:v>3006.6432546314122</c:v>
                </c:pt>
                <c:pt idx="3246">
                  <c:v>3006.6432546314122</c:v>
                </c:pt>
                <c:pt idx="3247">
                  <c:v>3017.9990706145422</c:v>
                </c:pt>
                <c:pt idx="3248">
                  <c:v>3017.9990706145422</c:v>
                </c:pt>
                <c:pt idx="3249">
                  <c:v>3017.9990706145422</c:v>
                </c:pt>
                <c:pt idx="3250">
                  <c:v>3017.9990706145422</c:v>
                </c:pt>
                <c:pt idx="3251">
                  <c:v>3017.9990706145422</c:v>
                </c:pt>
                <c:pt idx="3252">
                  <c:v>3017.9990706145422</c:v>
                </c:pt>
                <c:pt idx="3253">
                  <c:v>3017.9990706145422</c:v>
                </c:pt>
                <c:pt idx="3254">
                  <c:v>3017.9990706145422</c:v>
                </c:pt>
                <c:pt idx="3255">
                  <c:v>3017.9990706145422</c:v>
                </c:pt>
                <c:pt idx="3256">
                  <c:v>3017.9990706145422</c:v>
                </c:pt>
                <c:pt idx="3257">
                  <c:v>3017.9990706145422</c:v>
                </c:pt>
                <c:pt idx="3258">
                  <c:v>3017.9990706145422</c:v>
                </c:pt>
                <c:pt idx="3259">
                  <c:v>3017.9990706145422</c:v>
                </c:pt>
                <c:pt idx="3260">
                  <c:v>3033.3341519760602</c:v>
                </c:pt>
                <c:pt idx="3261">
                  <c:v>3033.3341519760602</c:v>
                </c:pt>
                <c:pt idx="3262">
                  <c:v>3033.3341519760602</c:v>
                </c:pt>
                <c:pt idx="3263">
                  <c:v>3033.3341519760602</c:v>
                </c:pt>
                <c:pt idx="3264">
                  <c:v>3033.3341519760602</c:v>
                </c:pt>
                <c:pt idx="3265">
                  <c:v>3033.3341519760602</c:v>
                </c:pt>
                <c:pt idx="3266">
                  <c:v>3033.3341519760602</c:v>
                </c:pt>
                <c:pt idx="3267">
                  <c:v>3033.3341519760602</c:v>
                </c:pt>
                <c:pt idx="3268">
                  <c:v>3033.3341519760602</c:v>
                </c:pt>
                <c:pt idx="3269">
                  <c:v>3033.3341519760602</c:v>
                </c:pt>
                <c:pt idx="3270">
                  <c:v>3033.3341519760602</c:v>
                </c:pt>
                <c:pt idx="3271">
                  <c:v>3057.7929281495904</c:v>
                </c:pt>
                <c:pt idx="3272">
                  <c:v>3057.7929281495904</c:v>
                </c:pt>
                <c:pt idx="3273">
                  <c:v>3057.7929281495904</c:v>
                </c:pt>
                <c:pt idx="3274">
                  <c:v>3057.7929281495904</c:v>
                </c:pt>
                <c:pt idx="3275">
                  <c:v>3057.7929281495904</c:v>
                </c:pt>
                <c:pt idx="3276">
                  <c:v>3057.7929281495904</c:v>
                </c:pt>
                <c:pt idx="3277">
                  <c:v>3057.7929281495904</c:v>
                </c:pt>
                <c:pt idx="3278">
                  <c:v>3057.7929281495904</c:v>
                </c:pt>
                <c:pt idx="3279">
                  <c:v>3057.7929281495904</c:v>
                </c:pt>
                <c:pt idx="3280">
                  <c:v>3057.7929281495904</c:v>
                </c:pt>
                <c:pt idx="3281">
                  <c:v>3057.7929281495904</c:v>
                </c:pt>
                <c:pt idx="3282">
                  <c:v>3057.7929281495904</c:v>
                </c:pt>
                <c:pt idx="3283">
                  <c:v>3057.7929281495904</c:v>
                </c:pt>
                <c:pt idx="3284">
                  <c:v>3057.7929281495904</c:v>
                </c:pt>
                <c:pt idx="3285">
                  <c:v>3057.7929281495904</c:v>
                </c:pt>
                <c:pt idx="3286">
                  <c:v>3057.7929281495904</c:v>
                </c:pt>
                <c:pt idx="3287">
                  <c:v>3057.7929281495904</c:v>
                </c:pt>
                <c:pt idx="3288">
                  <c:v>3057.7929281495904</c:v>
                </c:pt>
                <c:pt idx="3289">
                  <c:v>3057.7929281495904</c:v>
                </c:pt>
                <c:pt idx="3290">
                  <c:v>3057.7929281495904</c:v>
                </c:pt>
                <c:pt idx="3291">
                  <c:v>3057.7929281495904</c:v>
                </c:pt>
                <c:pt idx="3292">
                  <c:v>3064.9454802727291</c:v>
                </c:pt>
                <c:pt idx="3293">
                  <c:v>3064.9454802727291</c:v>
                </c:pt>
                <c:pt idx="3294">
                  <c:v>3064.9454802727291</c:v>
                </c:pt>
                <c:pt idx="3295">
                  <c:v>3064.9454802727291</c:v>
                </c:pt>
                <c:pt idx="3296">
                  <c:v>3064.9454802727291</c:v>
                </c:pt>
                <c:pt idx="3297">
                  <c:v>3064.9454802727291</c:v>
                </c:pt>
                <c:pt idx="3298">
                  <c:v>3064.9454802727291</c:v>
                </c:pt>
                <c:pt idx="3299">
                  <c:v>3064.9454802727291</c:v>
                </c:pt>
                <c:pt idx="3300">
                  <c:v>3064.9454802727291</c:v>
                </c:pt>
                <c:pt idx="3301">
                  <c:v>3064.9454802727291</c:v>
                </c:pt>
                <c:pt idx="3302">
                  <c:v>3064.9454802727291</c:v>
                </c:pt>
                <c:pt idx="3303">
                  <c:v>3064.9454802727291</c:v>
                </c:pt>
                <c:pt idx="3304">
                  <c:v>3064.9454802727291</c:v>
                </c:pt>
                <c:pt idx="3305">
                  <c:v>3064.9454802727291</c:v>
                </c:pt>
                <c:pt idx="3306">
                  <c:v>3068.1221292912228</c:v>
                </c:pt>
                <c:pt idx="3307">
                  <c:v>3068.1221292912228</c:v>
                </c:pt>
                <c:pt idx="3308">
                  <c:v>3068.1221292912228</c:v>
                </c:pt>
                <c:pt idx="3309">
                  <c:v>3068.1221292912228</c:v>
                </c:pt>
                <c:pt idx="3310">
                  <c:v>3068.1221292912228</c:v>
                </c:pt>
                <c:pt idx="3311">
                  <c:v>3068.1221292912228</c:v>
                </c:pt>
                <c:pt idx="3312">
                  <c:v>3068.1221292912228</c:v>
                </c:pt>
                <c:pt idx="3313">
                  <c:v>3068.1221292912228</c:v>
                </c:pt>
                <c:pt idx="3314">
                  <c:v>3068.1221292912228</c:v>
                </c:pt>
                <c:pt idx="3315">
                  <c:v>3068.1221292912228</c:v>
                </c:pt>
                <c:pt idx="3316">
                  <c:v>3068.1221292912228</c:v>
                </c:pt>
                <c:pt idx="3317">
                  <c:v>3068.1221292912228</c:v>
                </c:pt>
                <c:pt idx="3318">
                  <c:v>3068.1221292912228</c:v>
                </c:pt>
                <c:pt idx="3319">
                  <c:v>3068.1221292912228</c:v>
                </c:pt>
                <c:pt idx="3320">
                  <c:v>3068.1221292912228</c:v>
                </c:pt>
                <c:pt idx="3321">
                  <c:v>3068.1221292912228</c:v>
                </c:pt>
                <c:pt idx="3322">
                  <c:v>3068.1221292912228</c:v>
                </c:pt>
                <c:pt idx="3323">
                  <c:v>3068.1221292912228</c:v>
                </c:pt>
                <c:pt idx="3324">
                  <c:v>3068.1221292912228</c:v>
                </c:pt>
                <c:pt idx="3325">
                  <c:v>3068.1221292912228</c:v>
                </c:pt>
                <c:pt idx="3326">
                  <c:v>3068.1221292912228</c:v>
                </c:pt>
                <c:pt idx="3327">
                  <c:v>3068.1221292912228</c:v>
                </c:pt>
                <c:pt idx="3328">
                  <c:v>3070.7675911155607</c:v>
                </c:pt>
                <c:pt idx="3329">
                  <c:v>3070.7675911155607</c:v>
                </c:pt>
                <c:pt idx="3330">
                  <c:v>3070.7675911155607</c:v>
                </c:pt>
                <c:pt idx="3331">
                  <c:v>3070.7675911155607</c:v>
                </c:pt>
                <c:pt idx="3332">
                  <c:v>3070.7675911155607</c:v>
                </c:pt>
                <c:pt idx="3333">
                  <c:v>3070.7675911155607</c:v>
                </c:pt>
                <c:pt idx="3334">
                  <c:v>3070.7675911155607</c:v>
                </c:pt>
                <c:pt idx="3335">
                  <c:v>3070.7675911155607</c:v>
                </c:pt>
                <c:pt idx="3336">
                  <c:v>3070.7675911155607</c:v>
                </c:pt>
                <c:pt idx="3337">
                  <c:v>3070.7675911155607</c:v>
                </c:pt>
                <c:pt idx="3338">
                  <c:v>3070.7675911155607</c:v>
                </c:pt>
                <c:pt idx="3339">
                  <c:v>3070.7675911155607</c:v>
                </c:pt>
                <c:pt idx="3340">
                  <c:v>3070.7675911155607</c:v>
                </c:pt>
                <c:pt idx="3341">
                  <c:v>3070.7675911155607</c:v>
                </c:pt>
                <c:pt idx="3342">
                  <c:v>3119.6718277922196</c:v>
                </c:pt>
                <c:pt idx="3343">
                  <c:v>3119.6718277922196</c:v>
                </c:pt>
                <c:pt idx="3344">
                  <c:v>3119.6718277922196</c:v>
                </c:pt>
                <c:pt idx="3345">
                  <c:v>3119.6718277922196</c:v>
                </c:pt>
                <c:pt idx="3346">
                  <c:v>3119.6718277922196</c:v>
                </c:pt>
                <c:pt idx="3347">
                  <c:v>3119.6718277922196</c:v>
                </c:pt>
                <c:pt idx="3348">
                  <c:v>3119.6718277922196</c:v>
                </c:pt>
                <c:pt idx="3349">
                  <c:v>3119.6718277922196</c:v>
                </c:pt>
                <c:pt idx="3350">
                  <c:v>3119.6718277922196</c:v>
                </c:pt>
                <c:pt idx="3351">
                  <c:v>3119.6718277922196</c:v>
                </c:pt>
                <c:pt idx="3352">
                  <c:v>3119.6718277922196</c:v>
                </c:pt>
                <c:pt idx="3353">
                  <c:v>3119.6718277922196</c:v>
                </c:pt>
                <c:pt idx="3354">
                  <c:v>3119.6718277922196</c:v>
                </c:pt>
                <c:pt idx="3355">
                  <c:v>3119.6718277922196</c:v>
                </c:pt>
                <c:pt idx="3356">
                  <c:v>3119.6718277922196</c:v>
                </c:pt>
                <c:pt idx="3357">
                  <c:v>3119.6718277922196</c:v>
                </c:pt>
                <c:pt idx="3358">
                  <c:v>3119.6718277922196</c:v>
                </c:pt>
                <c:pt idx="3359">
                  <c:v>3119.6718277922196</c:v>
                </c:pt>
                <c:pt idx="3360">
                  <c:v>3119.6718277922196</c:v>
                </c:pt>
                <c:pt idx="3361">
                  <c:v>3119.6718277922196</c:v>
                </c:pt>
                <c:pt idx="3362">
                  <c:v>3119.6718277922196</c:v>
                </c:pt>
                <c:pt idx="3363">
                  <c:v>3119.6718277922196</c:v>
                </c:pt>
                <c:pt idx="3364">
                  <c:v>3119.6718277922196</c:v>
                </c:pt>
                <c:pt idx="3365">
                  <c:v>3119.6718277922196</c:v>
                </c:pt>
                <c:pt idx="3366">
                  <c:v>3119.6718277922196</c:v>
                </c:pt>
                <c:pt idx="3367">
                  <c:v>3119.6718277922196</c:v>
                </c:pt>
                <c:pt idx="3368">
                  <c:v>3119.6718277922196</c:v>
                </c:pt>
                <c:pt idx="3369">
                  <c:v>3129.6169420548349</c:v>
                </c:pt>
                <c:pt idx="3370">
                  <c:v>3129.6169420548349</c:v>
                </c:pt>
                <c:pt idx="3371">
                  <c:v>3129.6169420548349</c:v>
                </c:pt>
                <c:pt idx="3372">
                  <c:v>3129.6169420548349</c:v>
                </c:pt>
                <c:pt idx="3373">
                  <c:v>3129.6169420548349</c:v>
                </c:pt>
                <c:pt idx="3374">
                  <c:v>3129.6169420548349</c:v>
                </c:pt>
                <c:pt idx="3375">
                  <c:v>3149.3238872711322</c:v>
                </c:pt>
                <c:pt idx="3376">
                  <c:v>3149.3238872711322</c:v>
                </c:pt>
                <c:pt idx="3377">
                  <c:v>3149.3238872711322</c:v>
                </c:pt>
                <c:pt idx="3378">
                  <c:v>3149.3238872711322</c:v>
                </c:pt>
                <c:pt idx="3379">
                  <c:v>3149.3238872711322</c:v>
                </c:pt>
                <c:pt idx="3380">
                  <c:v>3149.3238872711322</c:v>
                </c:pt>
                <c:pt idx="3381">
                  <c:v>3149.3238872711322</c:v>
                </c:pt>
                <c:pt idx="3382">
                  <c:v>3149.3238872711322</c:v>
                </c:pt>
                <c:pt idx="3383">
                  <c:v>3149.3238872711322</c:v>
                </c:pt>
                <c:pt idx="3384">
                  <c:v>3149.3238872711322</c:v>
                </c:pt>
                <c:pt idx="3385">
                  <c:v>3149.3238872711322</c:v>
                </c:pt>
                <c:pt idx="3386">
                  <c:v>3149.3238872711322</c:v>
                </c:pt>
                <c:pt idx="3387">
                  <c:v>3149.3238872711322</c:v>
                </c:pt>
                <c:pt idx="3388">
                  <c:v>3149.3238872711322</c:v>
                </c:pt>
                <c:pt idx="3389">
                  <c:v>3149.3238872711322</c:v>
                </c:pt>
                <c:pt idx="3390">
                  <c:v>3160.3855418435819</c:v>
                </c:pt>
                <c:pt idx="3391">
                  <c:v>3160.3855418435819</c:v>
                </c:pt>
                <c:pt idx="3392">
                  <c:v>3160.3855418435819</c:v>
                </c:pt>
                <c:pt idx="3393">
                  <c:v>3160.3855418435819</c:v>
                </c:pt>
                <c:pt idx="3394">
                  <c:v>3160.3855418435819</c:v>
                </c:pt>
                <c:pt idx="3395">
                  <c:v>3160.3855418435819</c:v>
                </c:pt>
                <c:pt idx="3396">
                  <c:v>3160.3855418435819</c:v>
                </c:pt>
                <c:pt idx="3397">
                  <c:v>3160.3855418435819</c:v>
                </c:pt>
                <c:pt idx="3398">
                  <c:v>3160.3855418435819</c:v>
                </c:pt>
                <c:pt idx="3399">
                  <c:v>3160.3855418435819</c:v>
                </c:pt>
                <c:pt idx="3400">
                  <c:v>3160.3855418435819</c:v>
                </c:pt>
                <c:pt idx="3401">
                  <c:v>3160.3855418435819</c:v>
                </c:pt>
                <c:pt idx="3402">
                  <c:v>3160.3855418435819</c:v>
                </c:pt>
                <c:pt idx="3403">
                  <c:v>3160.3855418435819</c:v>
                </c:pt>
                <c:pt idx="3404">
                  <c:v>3160.5492972109878</c:v>
                </c:pt>
                <c:pt idx="3405">
                  <c:v>3160.5492972109878</c:v>
                </c:pt>
                <c:pt idx="3406">
                  <c:v>3160.5492972109878</c:v>
                </c:pt>
                <c:pt idx="3407">
                  <c:v>3160.5492972109878</c:v>
                </c:pt>
                <c:pt idx="3408">
                  <c:v>3160.5492972109878</c:v>
                </c:pt>
                <c:pt idx="3409">
                  <c:v>3160.5492972109878</c:v>
                </c:pt>
                <c:pt idx="3410">
                  <c:v>3160.5492972109878</c:v>
                </c:pt>
                <c:pt idx="3411">
                  <c:v>3160.5492972109878</c:v>
                </c:pt>
                <c:pt idx="3412">
                  <c:v>3160.5492972109878</c:v>
                </c:pt>
                <c:pt idx="3413">
                  <c:v>3160.5492972109878</c:v>
                </c:pt>
                <c:pt idx="3414">
                  <c:v>3160.5492972109878</c:v>
                </c:pt>
                <c:pt idx="3415">
                  <c:v>3160.5492972109878</c:v>
                </c:pt>
                <c:pt idx="3416">
                  <c:v>3160.5492972109878</c:v>
                </c:pt>
                <c:pt idx="3417">
                  <c:v>3160.5492972109878</c:v>
                </c:pt>
                <c:pt idx="3418">
                  <c:v>3160.5492972109878</c:v>
                </c:pt>
                <c:pt idx="3419">
                  <c:v>3160.5492972109878</c:v>
                </c:pt>
                <c:pt idx="3420">
                  <c:v>3160.5492972109878</c:v>
                </c:pt>
                <c:pt idx="3421">
                  <c:v>3160.5492972109878</c:v>
                </c:pt>
                <c:pt idx="3422">
                  <c:v>3160.5492972109878</c:v>
                </c:pt>
                <c:pt idx="3423">
                  <c:v>3160.5492972109878</c:v>
                </c:pt>
                <c:pt idx="3424">
                  <c:v>3160.5492972109878</c:v>
                </c:pt>
                <c:pt idx="3425">
                  <c:v>3160.5492972109878</c:v>
                </c:pt>
                <c:pt idx="3426">
                  <c:v>3160.5492972109878</c:v>
                </c:pt>
                <c:pt idx="3427">
                  <c:v>3160.5492972109878</c:v>
                </c:pt>
                <c:pt idx="3428">
                  <c:v>3160.5492972109878</c:v>
                </c:pt>
                <c:pt idx="3429">
                  <c:v>3160.5492972109878</c:v>
                </c:pt>
                <c:pt idx="3430">
                  <c:v>3160.5492972109878</c:v>
                </c:pt>
                <c:pt idx="3431">
                  <c:v>3160.5492972109878</c:v>
                </c:pt>
                <c:pt idx="3432">
                  <c:v>3160.5492972109878</c:v>
                </c:pt>
                <c:pt idx="3433">
                  <c:v>3160.5492972109878</c:v>
                </c:pt>
                <c:pt idx="3434">
                  <c:v>3160.5492972109878</c:v>
                </c:pt>
                <c:pt idx="3435">
                  <c:v>3160.5492972109878</c:v>
                </c:pt>
                <c:pt idx="3436">
                  <c:v>3160.5492972109878</c:v>
                </c:pt>
                <c:pt idx="3437">
                  <c:v>3160.5492972109878</c:v>
                </c:pt>
                <c:pt idx="3438">
                  <c:v>3160.5492972109878</c:v>
                </c:pt>
                <c:pt idx="3439">
                  <c:v>3160.5492972109878</c:v>
                </c:pt>
                <c:pt idx="3440">
                  <c:v>3160.5492972109878</c:v>
                </c:pt>
                <c:pt idx="3441">
                  <c:v>3160.5492972109878</c:v>
                </c:pt>
                <c:pt idx="3442">
                  <c:v>3160.5492972109878</c:v>
                </c:pt>
                <c:pt idx="3443">
                  <c:v>3160.5492972109878</c:v>
                </c:pt>
                <c:pt idx="3444">
                  <c:v>3160.5492972109878</c:v>
                </c:pt>
                <c:pt idx="3445">
                  <c:v>3160.5492972109878</c:v>
                </c:pt>
                <c:pt idx="3446">
                  <c:v>3197.4669783664913</c:v>
                </c:pt>
                <c:pt idx="3447">
                  <c:v>3197.4669783664913</c:v>
                </c:pt>
                <c:pt idx="3448">
                  <c:v>3197.4669783664913</c:v>
                </c:pt>
                <c:pt idx="3449">
                  <c:v>3197.4669783664913</c:v>
                </c:pt>
                <c:pt idx="3450">
                  <c:v>3197.4669783664913</c:v>
                </c:pt>
                <c:pt idx="3451">
                  <c:v>3197.4669783664913</c:v>
                </c:pt>
                <c:pt idx="3452">
                  <c:v>3197.4669783664913</c:v>
                </c:pt>
                <c:pt idx="3453">
                  <c:v>3197.4669783664913</c:v>
                </c:pt>
                <c:pt idx="3454">
                  <c:v>3197.4669783664913</c:v>
                </c:pt>
                <c:pt idx="3455">
                  <c:v>3197.8472419043392</c:v>
                </c:pt>
                <c:pt idx="3456">
                  <c:v>3197.8472419043392</c:v>
                </c:pt>
                <c:pt idx="3457">
                  <c:v>3197.8472419043392</c:v>
                </c:pt>
                <c:pt idx="3458">
                  <c:v>3197.8472419043392</c:v>
                </c:pt>
                <c:pt idx="3459">
                  <c:v>3197.8472419043392</c:v>
                </c:pt>
                <c:pt idx="3460">
                  <c:v>3197.8472419043392</c:v>
                </c:pt>
                <c:pt idx="3461">
                  <c:v>3236.8120911711762</c:v>
                </c:pt>
                <c:pt idx="3462">
                  <c:v>3236.8120911711762</c:v>
                </c:pt>
                <c:pt idx="3463">
                  <c:v>3236.8120911711762</c:v>
                </c:pt>
                <c:pt idx="3464">
                  <c:v>3247.1042659667373</c:v>
                </c:pt>
                <c:pt idx="3465">
                  <c:v>3247.1042659667373</c:v>
                </c:pt>
                <c:pt idx="3466">
                  <c:v>3247.1042659667373</c:v>
                </c:pt>
                <c:pt idx="3467">
                  <c:v>3247.1042659667373</c:v>
                </c:pt>
                <c:pt idx="3468">
                  <c:v>3247.1042659667373</c:v>
                </c:pt>
                <c:pt idx="3469">
                  <c:v>3247.1042659667373</c:v>
                </c:pt>
                <c:pt idx="3470">
                  <c:v>3247.1042659667373</c:v>
                </c:pt>
                <c:pt idx="3471">
                  <c:v>3247.1042659667373</c:v>
                </c:pt>
                <c:pt idx="3472">
                  <c:v>3247.1042659667373</c:v>
                </c:pt>
                <c:pt idx="3473">
                  <c:v>3247.1042659667373</c:v>
                </c:pt>
                <c:pt idx="3474">
                  <c:v>3247.1042659667373</c:v>
                </c:pt>
                <c:pt idx="3475">
                  <c:v>3247.1042659667373</c:v>
                </c:pt>
                <c:pt idx="3476">
                  <c:v>3247.1042659667373</c:v>
                </c:pt>
                <c:pt idx="3477">
                  <c:v>3247.1042659667373</c:v>
                </c:pt>
                <c:pt idx="3478">
                  <c:v>3247.1042659667373</c:v>
                </c:pt>
                <c:pt idx="3479">
                  <c:v>3247.1042659667373</c:v>
                </c:pt>
                <c:pt idx="3480">
                  <c:v>3259.2798743887997</c:v>
                </c:pt>
                <c:pt idx="3481">
                  <c:v>3259.2798743887997</c:v>
                </c:pt>
                <c:pt idx="3482">
                  <c:v>3259.2798743887997</c:v>
                </c:pt>
                <c:pt idx="3483">
                  <c:v>3259.2798743887997</c:v>
                </c:pt>
                <c:pt idx="3484">
                  <c:v>3259.2798743887997</c:v>
                </c:pt>
                <c:pt idx="3485">
                  <c:v>3259.2798743887997</c:v>
                </c:pt>
                <c:pt idx="3486">
                  <c:v>3259.2798743887997</c:v>
                </c:pt>
                <c:pt idx="3487">
                  <c:v>3259.2798743887997</c:v>
                </c:pt>
                <c:pt idx="3488">
                  <c:v>3259.2798743887997</c:v>
                </c:pt>
                <c:pt idx="3489">
                  <c:v>3259.3504218728372</c:v>
                </c:pt>
                <c:pt idx="3490">
                  <c:v>3259.3504218728372</c:v>
                </c:pt>
                <c:pt idx="3491">
                  <c:v>3259.3504218728372</c:v>
                </c:pt>
                <c:pt idx="3492">
                  <c:v>3259.3504218728372</c:v>
                </c:pt>
                <c:pt idx="3493">
                  <c:v>3259.3504218728372</c:v>
                </c:pt>
                <c:pt idx="3494">
                  <c:v>3259.3504218728372</c:v>
                </c:pt>
                <c:pt idx="3495">
                  <c:v>3259.3504218728372</c:v>
                </c:pt>
                <c:pt idx="3496">
                  <c:v>3259.3504218728372</c:v>
                </c:pt>
                <c:pt idx="3497">
                  <c:v>3259.3504218728372</c:v>
                </c:pt>
                <c:pt idx="3498">
                  <c:v>3259.3504218728372</c:v>
                </c:pt>
                <c:pt idx="3499">
                  <c:v>3259.3504218728372</c:v>
                </c:pt>
                <c:pt idx="3500">
                  <c:v>3259.3504218728372</c:v>
                </c:pt>
                <c:pt idx="3501">
                  <c:v>3259.3504218728372</c:v>
                </c:pt>
                <c:pt idx="3502">
                  <c:v>3259.3504218728372</c:v>
                </c:pt>
                <c:pt idx="3503">
                  <c:v>3259.3504218728372</c:v>
                </c:pt>
                <c:pt idx="3504">
                  <c:v>3259.3504218728372</c:v>
                </c:pt>
                <c:pt idx="3505">
                  <c:v>3294.6645631684337</c:v>
                </c:pt>
                <c:pt idx="3506">
                  <c:v>3294.6645631684337</c:v>
                </c:pt>
                <c:pt idx="3507">
                  <c:v>3294.6645631684337</c:v>
                </c:pt>
                <c:pt idx="3508">
                  <c:v>3294.6645631684337</c:v>
                </c:pt>
                <c:pt idx="3509">
                  <c:v>3294.6645631684337</c:v>
                </c:pt>
                <c:pt idx="3510">
                  <c:v>3294.6645631684337</c:v>
                </c:pt>
                <c:pt idx="3511">
                  <c:v>3294.6645631684337</c:v>
                </c:pt>
                <c:pt idx="3512">
                  <c:v>3294.6645631684337</c:v>
                </c:pt>
                <c:pt idx="3513">
                  <c:v>3294.6645631684337</c:v>
                </c:pt>
                <c:pt idx="3514">
                  <c:v>3294.6645631684337</c:v>
                </c:pt>
                <c:pt idx="3515">
                  <c:v>3294.6645631684337</c:v>
                </c:pt>
                <c:pt idx="3516">
                  <c:v>3294.6645631684337</c:v>
                </c:pt>
                <c:pt idx="3517">
                  <c:v>3294.6645631684337</c:v>
                </c:pt>
                <c:pt idx="3518">
                  <c:v>3294.6645631684337</c:v>
                </c:pt>
                <c:pt idx="3519">
                  <c:v>3294.6645631684337</c:v>
                </c:pt>
                <c:pt idx="3520">
                  <c:v>3294.6645631684337</c:v>
                </c:pt>
                <c:pt idx="3521">
                  <c:v>3294.6645631684337</c:v>
                </c:pt>
                <c:pt idx="3522">
                  <c:v>3294.6645631684337</c:v>
                </c:pt>
                <c:pt idx="3523">
                  <c:v>3294.6645631684337</c:v>
                </c:pt>
                <c:pt idx="3524">
                  <c:v>3294.6645631684337</c:v>
                </c:pt>
                <c:pt idx="3525">
                  <c:v>3294.6645631684337</c:v>
                </c:pt>
                <c:pt idx="3526">
                  <c:v>3294.6645631684337</c:v>
                </c:pt>
                <c:pt idx="3527">
                  <c:v>3294.6645631684337</c:v>
                </c:pt>
                <c:pt idx="3528">
                  <c:v>3294.6645631684337</c:v>
                </c:pt>
                <c:pt idx="3529">
                  <c:v>3294.6645631684337</c:v>
                </c:pt>
                <c:pt idx="3530">
                  <c:v>3294.6645631684337</c:v>
                </c:pt>
                <c:pt idx="3531">
                  <c:v>3294.6645631684337</c:v>
                </c:pt>
                <c:pt idx="3532">
                  <c:v>3294.6645631684337</c:v>
                </c:pt>
                <c:pt idx="3533">
                  <c:v>3294.6645631684337</c:v>
                </c:pt>
                <c:pt idx="3534">
                  <c:v>3294.6645631684337</c:v>
                </c:pt>
                <c:pt idx="3535">
                  <c:v>3294.6645631684337</c:v>
                </c:pt>
                <c:pt idx="3536">
                  <c:v>3294.6645631684337</c:v>
                </c:pt>
                <c:pt idx="3537">
                  <c:v>3294.6645631684337</c:v>
                </c:pt>
                <c:pt idx="3538">
                  <c:v>3294.6645631684337</c:v>
                </c:pt>
                <c:pt idx="3539">
                  <c:v>3294.6645631684337</c:v>
                </c:pt>
                <c:pt idx="3540">
                  <c:v>3294.6645631684337</c:v>
                </c:pt>
                <c:pt idx="3541">
                  <c:v>3294.6645631684337</c:v>
                </c:pt>
                <c:pt idx="3542">
                  <c:v>3294.6645631684337</c:v>
                </c:pt>
                <c:pt idx="3543">
                  <c:v>3294.6645631684337</c:v>
                </c:pt>
                <c:pt idx="3544">
                  <c:v>3299.2444573580747</c:v>
                </c:pt>
                <c:pt idx="3545">
                  <c:v>3299.2444573580747</c:v>
                </c:pt>
                <c:pt idx="3546">
                  <c:v>3299.2444573580747</c:v>
                </c:pt>
                <c:pt idx="3547">
                  <c:v>3299.2444573580747</c:v>
                </c:pt>
                <c:pt idx="3548">
                  <c:v>3306.2715075438787</c:v>
                </c:pt>
                <c:pt idx="3549">
                  <c:v>3306.2715075438787</c:v>
                </c:pt>
                <c:pt idx="3550">
                  <c:v>3306.2715075438787</c:v>
                </c:pt>
                <c:pt idx="3551">
                  <c:v>3306.2715075438787</c:v>
                </c:pt>
                <c:pt idx="3552">
                  <c:v>3306.2715075438787</c:v>
                </c:pt>
                <c:pt idx="3553">
                  <c:v>3306.2715075438787</c:v>
                </c:pt>
                <c:pt idx="3554">
                  <c:v>3306.2715075438787</c:v>
                </c:pt>
                <c:pt idx="3555">
                  <c:v>3306.2715075438787</c:v>
                </c:pt>
                <c:pt idx="3556">
                  <c:v>3306.2715075438787</c:v>
                </c:pt>
                <c:pt idx="3557">
                  <c:v>3306.2715075438787</c:v>
                </c:pt>
                <c:pt idx="3558">
                  <c:v>3306.2715075438787</c:v>
                </c:pt>
                <c:pt idx="3559">
                  <c:v>3306.2715075438787</c:v>
                </c:pt>
                <c:pt idx="3560">
                  <c:v>3306.2715075438787</c:v>
                </c:pt>
                <c:pt idx="3561">
                  <c:v>3307.0688811885666</c:v>
                </c:pt>
                <c:pt idx="3562">
                  <c:v>3307.0688811885666</c:v>
                </c:pt>
                <c:pt idx="3563">
                  <c:v>3307.0688811885666</c:v>
                </c:pt>
                <c:pt idx="3564">
                  <c:v>3307.0688811885666</c:v>
                </c:pt>
                <c:pt idx="3565">
                  <c:v>3307.0688811885666</c:v>
                </c:pt>
                <c:pt idx="3566">
                  <c:v>3307.0688811885666</c:v>
                </c:pt>
                <c:pt idx="3567">
                  <c:v>3307.0688811885666</c:v>
                </c:pt>
                <c:pt idx="3568">
                  <c:v>3307.0688811885666</c:v>
                </c:pt>
                <c:pt idx="3569">
                  <c:v>3307.0688811885666</c:v>
                </c:pt>
                <c:pt idx="3570">
                  <c:v>3307.0688811885666</c:v>
                </c:pt>
                <c:pt idx="3571">
                  <c:v>3307.0688811885666</c:v>
                </c:pt>
                <c:pt idx="3572">
                  <c:v>3307.0688811885666</c:v>
                </c:pt>
                <c:pt idx="3573">
                  <c:v>3313.0178601543307</c:v>
                </c:pt>
                <c:pt idx="3574">
                  <c:v>3313.0178601543307</c:v>
                </c:pt>
                <c:pt idx="3575">
                  <c:v>3313.0178601543307</c:v>
                </c:pt>
                <c:pt idx="3576">
                  <c:v>3313.0178601543307</c:v>
                </c:pt>
                <c:pt idx="3577">
                  <c:v>3313.0178601543307</c:v>
                </c:pt>
                <c:pt idx="3578">
                  <c:v>3313.0178601543307</c:v>
                </c:pt>
                <c:pt idx="3579">
                  <c:v>3313.0178601543307</c:v>
                </c:pt>
                <c:pt idx="3580">
                  <c:v>3313.0178601543307</c:v>
                </c:pt>
                <c:pt idx="3581">
                  <c:v>3313.0178601543307</c:v>
                </c:pt>
                <c:pt idx="3582">
                  <c:v>3313.0178601543307</c:v>
                </c:pt>
                <c:pt idx="3583">
                  <c:v>3313.0178601543307</c:v>
                </c:pt>
                <c:pt idx="3584">
                  <c:v>3313.0178601543307</c:v>
                </c:pt>
                <c:pt idx="3585">
                  <c:v>3313.0178601543307</c:v>
                </c:pt>
                <c:pt idx="3586">
                  <c:v>3313.0178601543307</c:v>
                </c:pt>
                <c:pt idx="3587">
                  <c:v>3313.0178601543307</c:v>
                </c:pt>
                <c:pt idx="3588">
                  <c:v>3313.0178601543307</c:v>
                </c:pt>
                <c:pt idx="3589">
                  <c:v>3322.514850842686</c:v>
                </c:pt>
                <c:pt idx="3590">
                  <c:v>3322.514850842686</c:v>
                </c:pt>
                <c:pt idx="3591">
                  <c:v>3322.514850842686</c:v>
                </c:pt>
                <c:pt idx="3592">
                  <c:v>3322.514850842686</c:v>
                </c:pt>
                <c:pt idx="3593">
                  <c:v>3322.514850842686</c:v>
                </c:pt>
                <c:pt idx="3594">
                  <c:v>3322.514850842686</c:v>
                </c:pt>
                <c:pt idx="3595">
                  <c:v>3322.514850842686</c:v>
                </c:pt>
                <c:pt idx="3596">
                  <c:v>3322.514850842686</c:v>
                </c:pt>
                <c:pt idx="3597">
                  <c:v>3322.514850842686</c:v>
                </c:pt>
                <c:pt idx="3598">
                  <c:v>3322.514850842686</c:v>
                </c:pt>
                <c:pt idx="3599">
                  <c:v>3322.514850842686</c:v>
                </c:pt>
                <c:pt idx="3600">
                  <c:v>3322.514850842686</c:v>
                </c:pt>
                <c:pt idx="3601">
                  <c:v>3322.514850842686</c:v>
                </c:pt>
                <c:pt idx="3602">
                  <c:v>3322.514850842686</c:v>
                </c:pt>
                <c:pt idx="3603">
                  <c:v>3322.514850842686</c:v>
                </c:pt>
                <c:pt idx="3604">
                  <c:v>3322.514850842686</c:v>
                </c:pt>
                <c:pt idx="3605">
                  <c:v>3322.514850842686</c:v>
                </c:pt>
                <c:pt idx="3606">
                  <c:v>3322.514850842686</c:v>
                </c:pt>
                <c:pt idx="3607">
                  <c:v>3322.514850842686</c:v>
                </c:pt>
                <c:pt idx="3608">
                  <c:v>3322.514850842686</c:v>
                </c:pt>
                <c:pt idx="3609">
                  <c:v>3322.514850842686</c:v>
                </c:pt>
                <c:pt idx="3610">
                  <c:v>3322.514850842686</c:v>
                </c:pt>
                <c:pt idx="3611">
                  <c:v>3322.514850842686</c:v>
                </c:pt>
                <c:pt idx="3612">
                  <c:v>3373.7283352791792</c:v>
                </c:pt>
                <c:pt idx="3613">
                  <c:v>3373.7283352791792</c:v>
                </c:pt>
                <c:pt idx="3614">
                  <c:v>3380.500192751761</c:v>
                </c:pt>
                <c:pt idx="3615">
                  <c:v>3380.500192751761</c:v>
                </c:pt>
                <c:pt idx="3616">
                  <c:v>3380.500192751761</c:v>
                </c:pt>
                <c:pt idx="3617">
                  <c:v>3380.500192751761</c:v>
                </c:pt>
                <c:pt idx="3618">
                  <c:v>3380.500192751761</c:v>
                </c:pt>
                <c:pt idx="3619">
                  <c:v>3380.500192751761</c:v>
                </c:pt>
                <c:pt idx="3620">
                  <c:v>3380.500192751761</c:v>
                </c:pt>
                <c:pt idx="3621">
                  <c:v>3494.3203159497102</c:v>
                </c:pt>
                <c:pt idx="3622">
                  <c:v>3494.3203159497102</c:v>
                </c:pt>
                <c:pt idx="3623">
                  <c:v>3494.3203159497102</c:v>
                </c:pt>
                <c:pt idx="3624">
                  <c:v>3494.3203159497102</c:v>
                </c:pt>
                <c:pt idx="3625">
                  <c:v>3494.3203159497102</c:v>
                </c:pt>
                <c:pt idx="3626">
                  <c:v>3494.3203159497102</c:v>
                </c:pt>
                <c:pt idx="3627">
                  <c:v>3494.3203159497102</c:v>
                </c:pt>
                <c:pt idx="3628">
                  <c:v>3494.3203159497102</c:v>
                </c:pt>
                <c:pt idx="3629">
                  <c:v>3494.3203159497102</c:v>
                </c:pt>
                <c:pt idx="3630">
                  <c:v>3494.3203159497102</c:v>
                </c:pt>
                <c:pt idx="3631">
                  <c:v>3494.3203159497102</c:v>
                </c:pt>
                <c:pt idx="3632">
                  <c:v>3496.2855587396307</c:v>
                </c:pt>
                <c:pt idx="3633">
                  <c:v>3496.2855587396307</c:v>
                </c:pt>
                <c:pt idx="3634">
                  <c:v>3496.2855587396307</c:v>
                </c:pt>
                <c:pt idx="3635">
                  <c:v>3496.2855587396307</c:v>
                </c:pt>
                <c:pt idx="3636">
                  <c:v>3496.2855587396307</c:v>
                </c:pt>
                <c:pt idx="3637">
                  <c:v>3496.2855587396307</c:v>
                </c:pt>
                <c:pt idx="3638">
                  <c:v>3496.2855587396307</c:v>
                </c:pt>
                <c:pt idx="3639">
                  <c:v>3496.2855587396307</c:v>
                </c:pt>
                <c:pt idx="3640">
                  <c:v>3496.2855587396307</c:v>
                </c:pt>
                <c:pt idx="3641">
                  <c:v>3496.2855587396307</c:v>
                </c:pt>
                <c:pt idx="3642">
                  <c:v>3496.2855587396307</c:v>
                </c:pt>
                <c:pt idx="3643">
                  <c:v>3496.2855587396307</c:v>
                </c:pt>
                <c:pt idx="3644">
                  <c:v>3496.2855587396307</c:v>
                </c:pt>
                <c:pt idx="3645">
                  <c:v>3496.2855587396307</c:v>
                </c:pt>
                <c:pt idx="3646">
                  <c:v>3496.2855587396307</c:v>
                </c:pt>
                <c:pt idx="3647">
                  <c:v>3496.2855587396307</c:v>
                </c:pt>
                <c:pt idx="3648">
                  <c:v>3496.2855587396307</c:v>
                </c:pt>
                <c:pt idx="3649">
                  <c:v>3496.2855587396307</c:v>
                </c:pt>
                <c:pt idx="3650">
                  <c:v>3496.2855587396307</c:v>
                </c:pt>
                <c:pt idx="3651">
                  <c:v>3496.2855587396307</c:v>
                </c:pt>
                <c:pt idx="3652">
                  <c:v>3509.9205178970842</c:v>
                </c:pt>
                <c:pt idx="3653">
                  <c:v>3509.9205178970842</c:v>
                </c:pt>
                <c:pt idx="3654">
                  <c:v>3522.8102769526472</c:v>
                </c:pt>
                <c:pt idx="3655">
                  <c:v>3522.8102769526472</c:v>
                </c:pt>
                <c:pt idx="3656">
                  <c:v>3522.8102769526472</c:v>
                </c:pt>
                <c:pt idx="3657">
                  <c:v>3522.8102769526472</c:v>
                </c:pt>
                <c:pt idx="3658">
                  <c:v>3522.8102769526472</c:v>
                </c:pt>
                <c:pt idx="3659">
                  <c:v>3522.8102769526472</c:v>
                </c:pt>
                <c:pt idx="3660">
                  <c:v>3522.8102769526472</c:v>
                </c:pt>
                <c:pt idx="3661">
                  <c:v>3522.8102769526472</c:v>
                </c:pt>
                <c:pt idx="3662">
                  <c:v>3522.8102769526472</c:v>
                </c:pt>
                <c:pt idx="3663">
                  <c:v>3522.8102769526472</c:v>
                </c:pt>
                <c:pt idx="3664">
                  <c:v>3522.8102769526472</c:v>
                </c:pt>
                <c:pt idx="3665">
                  <c:v>3522.8102769526472</c:v>
                </c:pt>
                <c:pt idx="3666">
                  <c:v>3544.3972133137222</c:v>
                </c:pt>
                <c:pt idx="3667">
                  <c:v>3544.3972133137222</c:v>
                </c:pt>
                <c:pt idx="3668">
                  <c:v>3544.3972133137222</c:v>
                </c:pt>
                <c:pt idx="3669">
                  <c:v>3544.3972133137222</c:v>
                </c:pt>
                <c:pt idx="3670">
                  <c:v>3545.1691212651649</c:v>
                </c:pt>
                <c:pt idx="3671">
                  <c:v>3545.1691212651649</c:v>
                </c:pt>
                <c:pt idx="3672">
                  <c:v>3545.1691212651649</c:v>
                </c:pt>
                <c:pt idx="3673">
                  <c:v>3545.1691212651649</c:v>
                </c:pt>
                <c:pt idx="3674">
                  <c:v>3545.1691212651649</c:v>
                </c:pt>
                <c:pt idx="3675">
                  <c:v>3545.1691212651649</c:v>
                </c:pt>
                <c:pt idx="3676">
                  <c:v>3545.1691212651649</c:v>
                </c:pt>
                <c:pt idx="3677">
                  <c:v>3545.1691212651649</c:v>
                </c:pt>
                <c:pt idx="3678">
                  <c:v>3545.1691212651649</c:v>
                </c:pt>
                <c:pt idx="3679">
                  <c:v>3545.1691212651649</c:v>
                </c:pt>
                <c:pt idx="3680">
                  <c:v>3545.1691212651649</c:v>
                </c:pt>
                <c:pt idx="3681">
                  <c:v>3545.1691212651649</c:v>
                </c:pt>
                <c:pt idx="3682">
                  <c:v>3545.1691212651649</c:v>
                </c:pt>
                <c:pt idx="3683">
                  <c:v>3545.1691212651649</c:v>
                </c:pt>
                <c:pt idx="3684">
                  <c:v>3545.1691212651649</c:v>
                </c:pt>
                <c:pt idx="3685">
                  <c:v>3545.1691212651649</c:v>
                </c:pt>
                <c:pt idx="3686">
                  <c:v>3545.1691212651649</c:v>
                </c:pt>
                <c:pt idx="3687">
                  <c:v>3545.1691212651649</c:v>
                </c:pt>
                <c:pt idx="3688">
                  <c:v>3545.1691212651649</c:v>
                </c:pt>
                <c:pt idx="3689">
                  <c:v>3545.1691212651649</c:v>
                </c:pt>
                <c:pt idx="3690">
                  <c:v>3545.1691212651649</c:v>
                </c:pt>
                <c:pt idx="3691">
                  <c:v>3552.0853629371572</c:v>
                </c:pt>
                <c:pt idx="3692">
                  <c:v>3552.0853629371572</c:v>
                </c:pt>
                <c:pt idx="3693">
                  <c:v>3552.0853629371572</c:v>
                </c:pt>
                <c:pt idx="3694">
                  <c:v>3552.0853629371572</c:v>
                </c:pt>
                <c:pt idx="3695">
                  <c:v>3552.0853629371572</c:v>
                </c:pt>
                <c:pt idx="3696">
                  <c:v>3552.0853629371572</c:v>
                </c:pt>
                <c:pt idx="3697">
                  <c:v>3552.0853629371572</c:v>
                </c:pt>
                <c:pt idx="3698">
                  <c:v>3552.0853629371572</c:v>
                </c:pt>
                <c:pt idx="3699">
                  <c:v>3552.0853629371572</c:v>
                </c:pt>
                <c:pt idx="3700">
                  <c:v>3552.0853629371572</c:v>
                </c:pt>
                <c:pt idx="3701">
                  <c:v>3552.0853629371572</c:v>
                </c:pt>
                <c:pt idx="3702">
                  <c:v>3552.0853629371572</c:v>
                </c:pt>
                <c:pt idx="3703">
                  <c:v>3552.0853629371572</c:v>
                </c:pt>
                <c:pt idx="3704">
                  <c:v>3552.0853629371572</c:v>
                </c:pt>
                <c:pt idx="3705">
                  <c:v>3552.0853629371572</c:v>
                </c:pt>
                <c:pt idx="3706">
                  <c:v>3552.0853629371572</c:v>
                </c:pt>
                <c:pt idx="3707">
                  <c:v>3552.0853629371572</c:v>
                </c:pt>
                <c:pt idx="3708">
                  <c:v>3552.0853629371572</c:v>
                </c:pt>
                <c:pt idx="3709">
                  <c:v>3552.0853629371572</c:v>
                </c:pt>
                <c:pt idx="3710">
                  <c:v>3552.0853629371572</c:v>
                </c:pt>
                <c:pt idx="3711">
                  <c:v>3552.0853629371572</c:v>
                </c:pt>
                <c:pt idx="3712">
                  <c:v>3552.0853629371572</c:v>
                </c:pt>
                <c:pt idx="3713">
                  <c:v>3552.0853629371572</c:v>
                </c:pt>
                <c:pt idx="3714">
                  <c:v>3552.0853629371572</c:v>
                </c:pt>
                <c:pt idx="3715">
                  <c:v>3552.0853629371572</c:v>
                </c:pt>
                <c:pt idx="3716">
                  <c:v>3552.0853629371572</c:v>
                </c:pt>
                <c:pt idx="3717">
                  <c:v>3552.0853629371572</c:v>
                </c:pt>
                <c:pt idx="3718">
                  <c:v>3552.0853629371572</c:v>
                </c:pt>
                <c:pt idx="3719">
                  <c:v>3552.0853629371572</c:v>
                </c:pt>
                <c:pt idx="3720">
                  <c:v>3552.0853629371572</c:v>
                </c:pt>
                <c:pt idx="3721">
                  <c:v>3552.0853629371572</c:v>
                </c:pt>
                <c:pt idx="3722">
                  <c:v>3552.0853629371572</c:v>
                </c:pt>
                <c:pt idx="3723">
                  <c:v>3552.0853629371572</c:v>
                </c:pt>
                <c:pt idx="3724">
                  <c:v>3552.0853629371572</c:v>
                </c:pt>
                <c:pt idx="3725">
                  <c:v>3552.0853629371572</c:v>
                </c:pt>
                <c:pt idx="3726">
                  <c:v>3569.2689962722575</c:v>
                </c:pt>
                <c:pt idx="3727">
                  <c:v>3569.2689962722575</c:v>
                </c:pt>
                <c:pt idx="3728">
                  <c:v>3569.2689962722575</c:v>
                </c:pt>
                <c:pt idx="3729">
                  <c:v>3569.2689962722575</c:v>
                </c:pt>
                <c:pt idx="3730">
                  <c:v>3569.2689962722575</c:v>
                </c:pt>
                <c:pt idx="3731">
                  <c:v>3569.2689962722575</c:v>
                </c:pt>
                <c:pt idx="3732">
                  <c:v>3569.2689962722575</c:v>
                </c:pt>
                <c:pt idx="3733">
                  <c:v>3569.2689962722575</c:v>
                </c:pt>
                <c:pt idx="3734">
                  <c:v>3569.2689962722575</c:v>
                </c:pt>
                <c:pt idx="3735">
                  <c:v>3569.2689962722575</c:v>
                </c:pt>
                <c:pt idx="3736">
                  <c:v>3569.2689962722575</c:v>
                </c:pt>
                <c:pt idx="3737">
                  <c:v>3569.2689962722575</c:v>
                </c:pt>
                <c:pt idx="3738">
                  <c:v>3569.2689962722575</c:v>
                </c:pt>
                <c:pt idx="3739">
                  <c:v>3569.2689962722575</c:v>
                </c:pt>
                <c:pt idx="3740">
                  <c:v>3569.2689962722575</c:v>
                </c:pt>
                <c:pt idx="3741">
                  <c:v>3569.2689962722575</c:v>
                </c:pt>
                <c:pt idx="3742">
                  <c:v>3569.2689962722575</c:v>
                </c:pt>
                <c:pt idx="3743">
                  <c:v>3569.2689962722575</c:v>
                </c:pt>
                <c:pt idx="3744">
                  <c:v>3569.2689962722575</c:v>
                </c:pt>
                <c:pt idx="3745">
                  <c:v>3569.2689962722575</c:v>
                </c:pt>
                <c:pt idx="3746">
                  <c:v>3569.2689962722575</c:v>
                </c:pt>
                <c:pt idx="3747">
                  <c:v>3569.2689962722575</c:v>
                </c:pt>
                <c:pt idx="3748">
                  <c:v>3569.2689962722575</c:v>
                </c:pt>
                <c:pt idx="3749">
                  <c:v>3569.2689962722575</c:v>
                </c:pt>
                <c:pt idx="3750">
                  <c:v>3569.2689962722575</c:v>
                </c:pt>
                <c:pt idx="3751">
                  <c:v>3569.2689962722575</c:v>
                </c:pt>
                <c:pt idx="3752">
                  <c:v>3569.2689962722575</c:v>
                </c:pt>
                <c:pt idx="3753">
                  <c:v>3569.2689962722575</c:v>
                </c:pt>
                <c:pt idx="3754">
                  <c:v>3569.2689962722575</c:v>
                </c:pt>
                <c:pt idx="3755">
                  <c:v>3569.2689962722575</c:v>
                </c:pt>
                <c:pt idx="3756">
                  <c:v>3569.2689962722575</c:v>
                </c:pt>
                <c:pt idx="3757">
                  <c:v>3569.2689962722575</c:v>
                </c:pt>
                <c:pt idx="3758">
                  <c:v>3569.2689962722575</c:v>
                </c:pt>
                <c:pt idx="3759">
                  <c:v>3569.2689962722575</c:v>
                </c:pt>
                <c:pt idx="3760">
                  <c:v>3569.2689962722575</c:v>
                </c:pt>
                <c:pt idx="3761">
                  <c:v>3569.2689962722575</c:v>
                </c:pt>
                <c:pt idx="3762">
                  <c:v>3569.2689962722575</c:v>
                </c:pt>
                <c:pt idx="3763">
                  <c:v>3569.2689962722575</c:v>
                </c:pt>
                <c:pt idx="3764">
                  <c:v>3569.2689962722575</c:v>
                </c:pt>
                <c:pt idx="3765">
                  <c:v>3569.2689962722575</c:v>
                </c:pt>
                <c:pt idx="3766">
                  <c:v>3569.2689962722575</c:v>
                </c:pt>
                <c:pt idx="3767">
                  <c:v>3569.2689962722575</c:v>
                </c:pt>
                <c:pt idx="3768">
                  <c:v>3569.2689962722575</c:v>
                </c:pt>
                <c:pt idx="3769">
                  <c:v>3648.2814160831772</c:v>
                </c:pt>
                <c:pt idx="3770">
                  <c:v>3648.2814160831772</c:v>
                </c:pt>
                <c:pt idx="3771">
                  <c:v>3648.2814160831772</c:v>
                </c:pt>
                <c:pt idx="3772">
                  <c:v>3648.2814160831772</c:v>
                </c:pt>
                <c:pt idx="3773">
                  <c:v>3648.2814160831772</c:v>
                </c:pt>
                <c:pt idx="3774">
                  <c:v>3648.2814160831772</c:v>
                </c:pt>
                <c:pt idx="3775">
                  <c:v>3648.2814160831772</c:v>
                </c:pt>
                <c:pt idx="3776">
                  <c:v>3648.2814160831772</c:v>
                </c:pt>
                <c:pt idx="3777">
                  <c:v>3648.2814160831772</c:v>
                </c:pt>
                <c:pt idx="3778">
                  <c:v>3648.2814160831772</c:v>
                </c:pt>
                <c:pt idx="3779">
                  <c:v>3648.2814160831772</c:v>
                </c:pt>
                <c:pt idx="3780">
                  <c:v>3648.2814160831772</c:v>
                </c:pt>
                <c:pt idx="3781">
                  <c:v>3648.2814160831772</c:v>
                </c:pt>
                <c:pt idx="3782">
                  <c:v>3648.2814160831772</c:v>
                </c:pt>
                <c:pt idx="3783">
                  <c:v>3648.2814160831772</c:v>
                </c:pt>
                <c:pt idx="3784">
                  <c:v>3648.2814160831772</c:v>
                </c:pt>
                <c:pt idx="3785">
                  <c:v>3648.2814160831772</c:v>
                </c:pt>
                <c:pt idx="3786">
                  <c:v>3648.2814160831772</c:v>
                </c:pt>
                <c:pt idx="3787">
                  <c:v>3648.2814160831772</c:v>
                </c:pt>
                <c:pt idx="3788">
                  <c:v>3648.2814160831772</c:v>
                </c:pt>
                <c:pt idx="3789">
                  <c:v>3648.2814160831772</c:v>
                </c:pt>
                <c:pt idx="3790">
                  <c:v>3648.2814160831772</c:v>
                </c:pt>
                <c:pt idx="3791">
                  <c:v>3648.2814160831772</c:v>
                </c:pt>
                <c:pt idx="3792">
                  <c:v>3648.2814160831772</c:v>
                </c:pt>
                <c:pt idx="3793">
                  <c:v>3648.2814160831772</c:v>
                </c:pt>
                <c:pt idx="3794">
                  <c:v>3648.2814160831772</c:v>
                </c:pt>
                <c:pt idx="3795">
                  <c:v>3648.2814160831772</c:v>
                </c:pt>
                <c:pt idx="3796">
                  <c:v>3648.2814160831772</c:v>
                </c:pt>
                <c:pt idx="3797">
                  <c:v>3648.2814160831772</c:v>
                </c:pt>
                <c:pt idx="3798">
                  <c:v>3648.2814160831772</c:v>
                </c:pt>
                <c:pt idx="3799">
                  <c:v>3648.2814160831772</c:v>
                </c:pt>
                <c:pt idx="3800">
                  <c:v>3648.2814160831772</c:v>
                </c:pt>
                <c:pt idx="3801">
                  <c:v>3648.2814160831772</c:v>
                </c:pt>
                <c:pt idx="3802">
                  <c:v>3648.2814160831772</c:v>
                </c:pt>
                <c:pt idx="3803">
                  <c:v>3648.2814160831772</c:v>
                </c:pt>
                <c:pt idx="3804">
                  <c:v>3648.2814160831772</c:v>
                </c:pt>
                <c:pt idx="3805">
                  <c:v>3648.2814160831772</c:v>
                </c:pt>
                <c:pt idx="3806">
                  <c:v>3648.2814160831772</c:v>
                </c:pt>
                <c:pt idx="3807">
                  <c:v>3648.2814160831772</c:v>
                </c:pt>
                <c:pt idx="3808">
                  <c:v>3648.2814160831772</c:v>
                </c:pt>
                <c:pt idx="3809">
                  <c:v>3648.2814160831772</c:v>
                </c:pt>
                <c:pt idx="3810">
                  <c:v>3648.2814160831772</c:v>
                </c:pt>
                <c:pt idx="3811">
                  <c:v>3648.2814160831772</c:v>
                </c:pt>
                <c:pt idx="3812">
                  <c:v>3648.2814160831772</c:v>
                </c:pt>
                <c:pt idx="3813">
                  <c:v>3648.2814160831772</c:v>
                </c:pt>
                <c:pt idx="3814">
                  <c:v>3648.2814160831772</c:v>
                </c:pt>
                <c:pt idx="3815">
                  <c:v>3648.2814160831772</c:v>
                </c:pt>
                <c:pt idx="3816">
                  <c:v>3648.2814160831772</c:v>
                </c:pt>
                <c:pt idx="3817">
                  <c:v>3700.6059503495212</c:v>
                </c:pt>
                <c:pt idx="3818">
                  <c:v>3700.6059503495212</c:v>
                </c:pt>
                <c:pt idx="3819">
                  <c:v>3700.6059503495212</c:v>
                </c:pt>
                <c:pt idx="3820">
                  <c:v>3700.6059503495212</c:v>
                </c:pt>
                <c:pt idx="3821">
                  <c:v>3700.6059503495212</c:v>
                </c:pt>
                <c:pt idx="3822">
                  <c:v>3700.6059503495212</c:v>
                </c:pt>
                <c:pt idx="3823">
                  <c:v>3700.6059503495212</c:v>
                </c:pt>
                <c:pt idx="3824">
                  <c:v>3700.6059503495212</c:v>
                </c:pt>
                <c:pt idx="3825">
                  <c:v>3700.6059503495212</c:v>
                </c:pt>
                <c:pt idx="3826">
                  <c:v>3702.1383808322262</c:v>
                </c:pt>
                <c:pt idx="3827">
                  <c:v>3702.1383808322262</c:v>
                </c:pt>
                <c:pt idx="3828">
                  <c:v>3702.1383808322262</c:v>
                </c:pt>
                <c:pt idx="3829">
                  <c:v>3702.1383808322262</c:v>
                </c:pt>
                <c:pt idx="3830">
                  <c:v>3702.1383808322262</c:v>
                </c:pt>
                <c:pt idx="3831">
                  <c:v>3702.1383808322262</c:v>
                </c:pt>
                <c:pt idx="3832">
                  <c:v>3702.1383808322262</c:v>
                </c:pt>
                <c:pt idx="3833">
                  <c:v>3702.1383808322262</c:v>
                </c:pt>
                <c:pt idx="3834">
                  <c:v>3702.1383808322262</c:v>
                </c:pt>
                <c:pt idx="3835">
                  <c:v>3711.3517389166022</c:v>
                </c:pt>
                <c:pt idx="3836">
                  <c:v>3711.3517389166022</c:v>
                </c:pt>
                <c:pt idx="3837">
                  <c:v>3711.3517389166022</c:v>
                </c:pt>
                <c:pt idx="3838">
                  <c:v>3711.3517389166022</c:v>
                </c:pt>
                <c:pt idx="3839">
                  <c:v>3711.3517389166022</c:v>
                </c:pt>
                <c:pt idx="3840">
                  <c:v>3711.3517389166022</c:v>
                </c:pt>
                <c:pt idx="3841">
                  <c:v>3711.3517389166022</c:v>
                </c:pt>
                <c:pt idx="3842">
                  <c:v>3711.3517389166022</c:v>
                </c:pt>
                <c:pt idx="3843">
                  <c:v>3711.3517389166022</c:v>
                </c:pt>
                <c:pt idx="3844">
                  <c:v>3711.3517389166022</c:v>
                </c:pt>
                <c:pt idx="3845">
                  <c:v>3711.3517389166022</c:v>
                </c:pt>
                <c:pt idx="3846">
                  <c:v>3711.3517389166022</c:v>
                </c:pt>
                <c:pt idx="3847">
                  <c:v>3711.3517389166022</c:v>
                </c:pt>
                <c:pt idx="3848">
                  <c:v>3711.3517389166022</c:v>
                </c:pt>
                <c:pt idx="3849">
                  <c:v>3711.3517389166022</c:v>
                </c:pt>
                <c:pt idx="3850">
                  <c:v>3711.3517389166022</c:v>
                </c:pt>
                <c:pt idx="3851">
                  <c:v>3711.3517389166022</c:v>
                </c:pt>
                <c:pt idx="3852">
                  <c:v>3711.3517389166022</c:v>
                </c:pt>
                <c:pt idx="3853">
                  <c:v>3711.3517389166022</c:v>
                </c:pt>
                <c:pt idx="3854">
                  <c:v>3711.3517389166022</c:v>
                </c:pt>
                <c:pt idx="3855">
                  <c:v>3711.3517389166022</c:v>
                </c:pt>
                <c:pt idx="3856">
                  <c:v>3711.3517389166022</c:v>
                </c:pt>
                <c:pt idx="3857">
                  <c:v>3711.3517389166022</c:v>
                </c:pt>
                <c:pt idx="3858">
                  <c:v>3711.3517389166022</c:v>
                </c:pt>
                <c:pt idx="3859">
                  <c:v>3711.3517389166022</c:v>
                </c:pt>
                <c:pt idx="3860">
                  <c:v>3711.3517389166022</c:v>
                </c:pt>
                <c:pt idx="3861">
                  <c:v>3711.3517389166022</c:v>
                </c:pt>
                <c:pt idx="3862">
                  <c:v>3762.4932680622396</c:v>
                </c:pt>
                <c:pt idx="3863">
                  <c:v>3762.4932680622396</c:v>
                </c:pt>
                <c:pt idx="3864">
                  <c:v>3762.4932680622396</c:v>
                </c:pt>
                <c:pt idx="3865">
                  <c:v>3762.4932680622396</c:v>
                </c:pt>
                <c:pt idx="3866">
                  <c:v>3762.4932680622396</c:v>
                </c:pt>
                <c:pt idx="3867">
                  <c:v>3762.4932680622396</c:v>
                </c:pt>
                <c:pt idx="3868">
                  <c:v>3762.4932680622396</c:v>
                </c:pt>
                <c:pt idx="3869">
                  <c:v>3762.4932680622396</c:v>
                </c:pt>
                <c:pt idx="3870">
                  <c:v>3762.4932680622396</c:v>
                </c:pt>
                <c:pt idx="3871">
                  <c:v>3762.4932680622396</c:v>
                </c:pt>
                <c:pt idx="3872">
                  <c:v>3762.4932680622396</c:v>
                </c:pt>
                <c:pt idx="3873">
                  <c:v>3762.4932680622396</c:v>
                </c:pt>
                <c:pt idx="3874">
                  <c:v>3762.4932680622396</c:v>
                </c:pt>
                <c:pt idx="3875">
                  <c:v>3762.4932680622396</c:v>
                </c:pt>
                <c:pt idx="3876">
                  <c:v>3762.4932680622396</c:v>
                </c:pt>
                <c:pt idx="3877">
                  <c:v>3762.4932680622396</c:v>
                </c:pt>
                <c:pt idx="3878">
                  <c:v>3762.4932680622396</c:v>
                </c:pt>
                <c:pt idx="3879">
                  <c:v>3762.4932680622396</c:v>
                </c:pt>
                <c:pt idx="3880">
                  <c:v>3762.4932680622396</c:v>
                </c:pt>
                <c:pt idx="3881">
                  <c:v>3762.4932680622396</c:v>
                </c:pt>
                <c:pt idx="3882">
                  <c:v>3762.4932680622396</c:v>
                </c:pt>
                <c:pt idx="3883">
                  <c:v>3762.4932680622396</c:v>
                </c:pt>
                <c:pt idx="3884">
                  <c:v>3762.4932680622396</c:v>
                </c:pt>
                <c:pt idx="3885">
                  <c:v>3762.4932680622396</c:v>
                </c:pt>
                <c:pt idx="3886">
                  <c:v>3762.4932680622396</c:v>
                </c:pt>
                <c:pt idx="3887">
                  <c:v>3762.4932680622396</c:v>
                </c:pt>
                <c:pt idx="3888">
                  <c:v>3762.4932680622396</c:v>
                </c:pt>
                <c:pt idx="3889">
                  <c:v>3762.4932680622396</c:v>
                </c:pt>
                <c:pt idx="3890">
                  <c:v>3762.4932680622396</c:v>
                </c:pt>
                <c:pt idx="3891">
                  <c:v>3762.4932680622396</c:v>
                </c:pt>
                <c:pt idx="3892">
                  <c:v>3769.3957300439497</c:v>
                </c:pt>
                <c:pt idx="3893">
                  <c:v>3769.3957300439497</c:v>
                </c:pt>
                <c:pt idx="3894">
                  <c:v>3769.3957300439497</c:v>
                </c:pt>
                <c:pt idx="3895">
                  <c:v>3776.6137317615226</c:v>
                </c:pt>
                <c:pt idx="3896">
                  <c:v>3776.6137317615226</c:v>
                </c:pt>
                <c:pt idx="3897">
                  <c:v>3776.6137317615226</c:v>
                </c:pt>
                <c:pt idx="3898">
                  <c:v>3789.792089433709</c:v>
                </c:pt>
                <c:pt idx="3899">
                  <c:v>3789.792089433709</c:v>
                </c:pt>
                <c:pt idx="3900">
                  <c:v>3789.792089433709</c:v>
                </c:pt>
                <c:pt idx="3901">
                  <c:v>3789.792089433709</c:v>
                </c:pt>
                <c:pt idx="3902">
                  <c:v>3789.792089433709</c:v>
                </c:pt>
                <c:pt idx="3903">
                  <c:v>3827.6700062023692</c:v>
                </c:pt>
                <c:pt idx="3904">
                  <c:v>3827.6700062023692</c:v>
                </c:pt>
                <c:pt idx="3905">
                  <c:v>3827.6700062023692</c:v>
                </c:pt>
                <c:pt idx="3906">
                  <c:v>3827.6700062023692</c:v>
                </c:pt>
                <c:pt idx="3907">
                  <c:v>3827.6700062023692</c:v>
                </c:pt>
                <c:pt idx="3908">
                  <c:v>3832.1345265165983</c:v>
                </c:pt>
                <c:pt idx="3909">
                  <c:v>3832.1345265165983</c:v>
                </c:pt>
                <c:pt idx="3910">
                  <c:v>3832.1345265165983</c:v>
                </c:pt>
                <c:pt idx="3911">
                  <c:v>3832.1345265165983</c:v>
                </c:pt>
                <c:pt idx="3912">
                  <c:v>3832.1345265165983</c:v>
                </c:pt>
                <c:pt idx="3913">
                  <c:v>3832.1345265165983</c:v>
                </c:pt>
                <c:pt idx="3914">
                  <c:v>3832.1345265165983</c:v>
                </c:pt>
                <c:pt idx="3915">
                  <c:v>3832.1345265165983</c:v>
                </c:pt>
                <c:pt idx="3916">
                  <c:v>3832.1345265165983</c:v>
                </c:pt>
                <c:pt idx="3917">
                  <c:v>3832.1345265165983</c:v>
                </c:pt>
                <c:pt idx="3918">
                  <c:v>3832.1345265165983</c:v>
                </c:pt>
                <c:pt idx="3919">
                  <c:v>3832.1345265165983</c:v>
                </c:pt>
                <c:pt idx="3920">
                  <c:v>3832.1345265165983</c:v>
                </c:pt>
                <c:pt idx="3921">
                  <c:v>3832.1345265165983</c:v>
                </c:pt>
                <c:pt idx="3922">
                  <c:v>3832.1345265165983</c:v>
                </c:pt>
                <c:pt idx="3923">
                  <c:v>3832.1345265165983</c:v>
                </c:pt>
                <c:pt idx="3924">
                  <c:v>3832.1345265165983</c:v>
                </c:pt>
                <c:pt idx="3925">
                  <c:v>3832.1345265165983</c:v>
                </c:pt>
                <c:pt idx="3926">
                  <c:v>3832.1345265165983</c:v>
                </c:pt>
                <c:pt idx="3927">
                  <c:v>3832.1345265165983</c:v>
                </c:pt>
                <c:pt idx="3928">
                  <c:v>3832.1345265165983</c:v>
                </c:pt>
                <c:pt idx="3929">
                  <c:v>3832.1345265165983</c:v>
                </c:pt>
                <c:pt idx="3930">
                  <c:v>3880.8825075187265</c:v>
                </c:pt>
                <c:pt idx="3931">
                  <c:v>3880.8825075187265</c:v>
                </c:pt>
                <c:pt idx="3932">
                  <c:v>3880.8825075187265</c:v>
                </c:pt>
                <c:pt idx="3933">
                  <c:v>3880.8825075187265</c:v>
                </c:pt>
                <c:pt idx="3934">
                  <c:v>3880.8825075187265</c:v>
                </c:pt>
                <c:pt idx="3935">
                  <c:v>3880.8825075187265</c:v>
                </c:pt>
                <c:pt idx="3936">
                  <c:v>3880.8825075187265</c:v>
                </c:pt>
                <c:pt idx="3937">
                  <c:v>3880.8825075187265</c:v>
                </c:pt>
                <c:pt idx="3938">
                  <c:v>3880.8825075187265</c:v>
                </c:pt>
                <c:pt idx="3939">
                  <c:v>3880.8825075187265</c:v>
                </c:pt>
                <c:pt idx="3940">
                  <c:v>3880.8825075187265</c:v>
                </c:pt>
                <c:pt idx="3941">
                  <c:v>3880.8825075187265</c:v>
                </c:pt>
                <c:pt idx="3942">
                  <c:v>3880.8825075187265</c:v>
                </c:pt>
                <c:pt idx="3943">
                  <c:v>3880.8825075187265</c:v>
                </c:pt>
                <c:pt idx="3944">
                  <c:v>3880.8825075187265</c:v>
                </c:pt>
                <c:pt idx="3945">
                  <c:v>3880.8825075187265</c:v>
                </c:pt>
                <c:pt idx="3946">
                  <c:v>3880.8825075187265</c:v>
                </c:pt>
                <c:pt idx="3947">
                  <c:v>3880.8825075187265</c:v>
                </c:pt>
                <c:pt idx="3948">
                  <c:v>3880.8825075187265</c:v>
                </c:pt>
                <c:pt idx="3949">
                  <c:v>3880.8825075187265</c:v>
                </c:pt>
                <c:pt idx="3950">
                  <c:v>3880.8825075187265</c:v>
                </c:pt>
                <c:pt idx="3951">
                  <c:v>3880.8825075187265</c:v>
                </c:pt>
                <c:pt idx="3952">
                  <c:v>3880.8825075187265</c:v>
                </c:pt>
                <c:pt idx="3953">
                  <c:v>3880.8825075187265</c:v>
                </c:pt>
                <c:pt idx="3954">
                  <c:v>3880.8825075187265</c:v>
                </c:pt>
                <c:pt idx="3955">
                  <c:v>3880.8825075187265</c:v>
                </c:pt>
                <c:pt idx="3956">
                  <c:v>3880.8825075187265</c:v>
                </c:pt>
                <c:pt idx="3957">
                  <c:v>3880.8825075187265</c:v>
                </c:pt>
                <c:pt idx="3958">
                  <c:v>3904.3822263785269</c:v>
                </c:pt>
                <c:pt idx="3959">
                  <c:v>3904.3822263785269</c:v>
                </c:pt>
                <c:pt idx="3960">
                  <c:v>3904.3822263785269</c:v>
                </c:pt>
                <c:pt idx="3961">
                  <c:v>3904.3822263785269</c:v>
                </c:pt>
                <c:pt idx="3962">
                  <c:v>3904.3822263785269</c:v>
                </c:pt>
                <c:pt idx="3963">
                  <c:v>3904.3822263785269</c:v>
                </c:pt>
                <c:pt idx="3964">
                  <c:v>3904.3822263785269</c:v>
                </c:pt>
                <c:pt idx="3965">
                  <c:v>3904.3822263785269</c:v>
                </c:pt>
                <c:pt idx="3966">
                  <c:v>3904.3822263785269</c:v>
                </c:pt>
                <c:pt idx="3967">
                  <c:v>3904.3822263785269</c:v>
                </c:pt>
                <c:pt idx="3968">
                  <c:v>4012.0465386336623</c:v>
                </c:pt>
                <c:pt idx="3969">
                  <c:v>4012.0465386336623</c:v>
                </c:pt>
                <c:pt idx="3970">
                  <c:v>4012.0465386336623</c:v>
                </c:pt>
                <c:pt idx="3971">
                  <c:v>4012.0465386336623</c:v>
                </c:pt>
                <c:pt idx="3972">
                  <c:v>4012.0465386336623</c:v>
                </c:pt>
                <c:pt idx="3973">
                  <c:v>4012.0465386336623</c:v>
                </c:pt>
                <c:pt idx="3974">
                  <c:v>4012.0465386336623</c:v>
                </c:pt>
                <c:pt idx="3975">
                  <c:v>4012.0465386336623</c:v>
                </c:pt>
                <c:pt idx="3976">
                  <c:v>4012.0465386336623</c:v>
                </c:pt>
                <c:pt idx="3977">
                  <c:v>4012.0465386336623</c:v>
                </c:pt>
                <c:pt idx="3978">
                  <c:v>4012.0465386336623</c:v>
                </c:pt>
                <c:pt idx="3979">
                  <c:v>4012.3480444674497</c:v>
                </c:pt>
                <c:pt idx="3980">
                  <c:v>4012.3480444674497</c:v>
                </c:pt>
                <c:pt idx="3981">
                  <c:v>4012.3480444674497</c:v>
                </c:pt>
                <c:pt idx="3982">
                  <c:v>4012.3480444674497</c:v>
                </c:pt>
                <c:pt idx="3983">
                  <c:v>4012.3480444674497</c:v>
                </c:pt>
                <c:pt idx="3984">
                  <c:v>4012.3480444674497</c:v>
                </c:pt>
                <c:pt idx="3985">
                  <c:v>4012.3480444674497</c:v>
                </c:pt>
                <c:pt idx="3986">
                  <c:v>4012.3480444674497</c:v>
                </c:pt>
                <c:pt idx="3987">
                  <c:v>4012.3480444674497</c:v>
                </c:pt>
                <c:pt idx="3988">
                  <c:v>4012.3480444674497</c:v>
                </c:pt>
                <c:pt idx="3989">
                  <c:v>4012.3480444674497</c:v>
                </c:pt>
                <c:pt idx="3990">
                  <c:v>4012.3480444674497</c:v>
                </c:pt>
                <c:pt idx="3991">
                  <c:v>4012.3480444674497</c:v>
                </c:pt>
                <c:pt idx="3992">
                  <c:v>4012.3480444674497</c:v>
                </c:pt>
                <c:pt idx="3993">
                  <c:v>4012.3480444674497</c:v>
                </c:pt>
                <c:pt idx="3994">
                  <c:v>4012.3480444674497</c:v>
                </c:pt>
                <c:pt idx="3995">
                  <c:v>4012.3480444674497</c:v>
                </c:pt>
                <c:pt idx="3996">
                  <c:v>4012.3480444674497</c:v>
                </c:pt>
                <c:pt idx="3997">
                  <c:v>4012.3480444674497</c:v>
                </c:pt>
                <c:pt idx="3998">
                  <c:v>4012.3480444674497</c:v>
                </c:pt>
                <c:pt idx="3999">
                  <c:v>4029.0617856774425</c:v>
                </c:pt>
                <c:pt idx="4000">
                  <c:v>4029.0617856774425</c:v>
                </c:pt>
                <c:pt idx="4001">
                  <c:v>4029.0617856774425</c:v>
                </c:pt>
                <c:pt idx="4002">
                  <c:v>4029.0617856774425</c:v>
                </c:pt>
                <c:pt idx="4003">
                  <c:v>4029.0617856774425</c:v>
                </c:pt>
                <c:pt idx="4004">
                  <c:v>4029.0617856774425</c:v>
                </c:pt>
                <c:pt idx="4005">
                  <c:v>4029.0617856774425</c:v>
                </c:pt>
                <c:pt idx="4006">
                  <c:v>4042.9163704952102</c:v>
                </c:pt>
                <c:pt idx="4007">
                  <c:v>4042.9163704952102</c:v>
                </c:pt>
                <c:pt idx="4008">
                  <c:v>4042.9163704952102</c:v>
                </c:pt>
                <c:pt idx="4009">
                  <c:v>4042.9163704952102</c:v>
                </c:pt>
                <c:pt idx="4010">
                  <c:v>4042.9163704952102</c:v>
                </c:pt>
                <c:pt idx="4011">
                  <c:v>4042.9163704952102</c:v>
                </c:pt>
                <c:pt idx="4012">
                  <c:v>4042.9163704952102</c:v>
                </c:pt>
                <c:pt idx="4013">
                  <c:v>4042.9163704952102</c:v>
                </c:pt>
                <c:pt idx="4014">
                  <c:v>4042.9163704952102</c:v>
                </c:pt>
                <c:pt idx="4015">
                  <c:v>4042.9163704952102</c:v>
                </c:pt>
                <c:pt idx="4016">
                  <c:v>4042.9163704952102</c:v>
                </c:pt>
                <c:pt idx="4017">
                  <c:v>4042.9163704952102</c:v>
                </c:pt>
                <c:pt idx="4018">
                  <c:v>4053.2174828382772</c:v>
                </c:pt>
                <c:pt idx="4019">
                  <c:v>4053.2174828382772</c:v>
                </c:pt>
                <c:pt idx="4020">
                  <c:v>4053.2174828382772</c:v>
                </c:pt>
                <c:pt idx="4021">
                  <c:v>4053.2174828382772</c:v>
                </c:pt>
                <c:pt idx="4022">
                  <c:v>4053.2174828382772</c:v>
                </c:pt>
                <c:pt idx="4023">
                  <c:v>4053.2174828382772</c:v>
                </c:pt>
                <c:pt idx="4024">
                  <c:v>4053.2174828382772</c:v>
                </c:pt>
                <c:pt idx="4025">
                  <c:v>4053.2174828382772</c:v>
                </c:pt>
                <c:pt idx="4026">
                  <c:v>4053.2174828382772</c:v>
                </c:pt>
                <c:pt idx="4027">
                  <c:v>4053.2174828382772</c:v>
                </c:pt>
                <c:pt idx="4028">
                  <c:v>4053.2174828382772</c:v>
                </c:pt>
                <c:pt idx="4029">
                  <c:v>4053.2174828382772</c:v>
                </c:pt>
                <c:pt idx="4030">
                  <c:v>4053.2174828382772</c:v>
                </c:pt>
                <c:pt idx="4031">
                  <c:v>4053.2174828382772</c:v>
                </c:pt>
                <c:pt idx="4032">
                  <c:v>4053.2174828382772</c:v>
                </c:pt>
                <c:pt idx="4033">
                  <c:v>4053.2174828382772</c:v>
                </c:pt>
                <c:pt idx="4034">
                  <c:v>4053.2174828382772</c:v>
                </c:pt>
                <c:pt idx="4035">
                  <c:v>4053.2174828382772</c:v>
                </c:pt>
                <c:pt idx="4036">
                  <c:v>4053.2174828382772</c:v>
                </c:pt>
                <c:pt idx="4037">
                  <c:v>4053.2174828382772</c:v>
                </c:pt>
                <c:pt idx="4038">
                  <c:v>4053.2174828382772</c:v>
                </c:pt>
                <c:pt idx="4039">
                  <c:v>4053.2174828382772</c:v>
                </c:pt>
                <c:pt idx="4040">
                  <c:v>4053.2174828382772</c:v>
                </c:pt>
                <c:pt idx="4041">
                  <c:v>4053.2174828382772</c:v>
                </c:pt>
                <c:pt idx="4042">
                  <c:v>4053.2174828382772</c:v>
                </c:pt>
                <c:pt idx="4043">
                  <c:v>4053.2174828382772</c:v>
                </c:pt>
                <c:pt idx="4044">
                  <c:v>4053.2174828382772</c:v>
                </c:pt>
                <c:pt idx="4045">
                  <c:v>4053.2174828382772</c:v>
                </c:pt>
                <c:pt idx="4046">
                  <c:v>4053.2174828382772</c:v>
                </c:pt>
                <c:pt idx="4047">
                  <c:v>4053.2174828382772</c:v>
                </c:pt>
                <c:pt idx="4048">
                  <c:v>4053.2174828382772</c:v>
                </c:pt>
                <c:pt idx="4049">
                  <c:v>4053.2174828382772</c:v>
                </c:pt>
                <c:pt idx="4050">
                  <c:v>4053.3200767551402</c:v>
                </c:pt>
                <c:pt idx="4051">
                  <c:v>4053.3200767551402</c:v>
                </c:pt>
                <c:pt idx="4052">
                  <c:v>4053.3200767551402</c:v>
                </c:pt>
                <c:pt idx="4053">
                  <c:v>4053.3200767551402</c:v>
                </c:pt>
                <c:pt idx="4054">
                  <c:v>4053.3200767551402</c:v>
                </c:pt>
                <c:pt idx="4055">
                  <c:v>4053.3200767551402</c:v>
                </c:pt>
                <c:pt idx="4056">
                  <c:v>4053.3200767551402</c:v>
                </c:pt>
                <c:pt idx="4057">
                  <c:v>4053.3200767551402</c:v>
                </c:pt>
                <c:pt idx="4058">
                  <c:v>4053.3200767551402</c:v>
                </c:pt>
                <c:pt idx="4059">
                  <c:v>4053.3200767551402</c:v>
                </c:pt>
                <c:pt idx="4060">
                  <c:v>4053.3200767551402</c:v>
                </c:pt>
                <c:pt idx="4061">
                  <c:v>4068.0254984023227</c:v>
                </c:pt>
                <c:pt idx="4062">
                  <c:v>4068.0254984023227</c:v>
                </c:pt>
                <c:pt idx="4063">
                  <c:v>4068.0254984023227</c:v>
                </c:pt>
                <c:pt idx="4064">
                  <c:v>4107.9174124778247</c:v>
                </c:pt>
                <c:pt idx="4065">
                  <c:v>4107.9174124778247</c:v>
                </c:pt>
                <c:pt idx="4066">
                  <c:v>4107.9174124778247</c:v>
                </c:pt>
                <c:pt idx="4067">
                  <c:v>4107.9174124778247</c:v>
                </c:pt>
                <c:pt idx="4068">
                  <c:v>4107.9174124778247</c:v>
                </c:pt>
                <c:pt idx="4069">
                  <c:v>4107.9174124778247</c:v>
                </c:pt>
                <c:pt idx="4070">
                  <c:v>4107.9174124778247</c:v>
                </c:pt>
                <c:pt idx="4071">
                  <c:v>4119.0425756279601</c:v>
                </c:pt>
                <c:pt idx="4072">
                  <c:v>4119.0425756279601</c:v>
                </c:pt>
                <c:pt idx="4073">
                  <c:v>4119.0425756279601</c:v>
                </c:pt>
                <c:pt idx="4074">
                  <c:v>4119.0425756279601</c:v>
                </c:pt>
                <c:pt idx="4075">
                  <c:v>4119.0425756279601</c:v>
                </c:pt>
                <c:pt idx="4076">
                  <c:v>4119.0425756279601</c:v>
                </c:pt>
                <c:pt idx="4077">
                  <c:v>4119.0425756279601</c:v>
                </c:pt>
                <c:pt idx="4078">
                  <c:v>4119.0425756279601</c:v>
                </c:pt>
                <c:pt idx="4079">
                  <c:v>4119.0425756279601</c:v>
                </c:pt>
                <c:pt idx="4080">
                  <c:v>4119.0425756279601</c:v>
                </c:pt>
                <c:pt idx="4081">
                  <c:v>4119.0425756279601</c:v>
                </c:pt>
                <c:pt idx="4082">
                  <c:v>4119.0425756279601</c:v>
                </c:pt>
                <c:pt idx="4083">
                  <c:v>4119.0425756279601</c:v>
                </c:pt>
                <c:pt idx="4084">
                  <c:v>4124.7120110319402</c:v>
                </c:pt>
                <c:pt idx="4085">
                  <c:v>4124.7120110319402</c:v>
                </c:pt>
                <c:pt idx="4086">
                  <c:v>4124.7120110319402</c:v>
                </c:pt>
                <c:pt idx="4087">
                  <c:v>4124.7120110319402</c:v>
                </c:pt>
                <c:pt idx="4088">
                  <c:v>4124.7120110319402</c:v>
                </c:pt>
                <c:pt idx="4089">
                  <c:v>4124.7120110319402</c:v>
                </c:pt>
                <c:pt idx="4090">
                  <c:v>4124.7120110319402</c:v>
                </c:pt>
                <c:pt idx="4091">
                  <c:v>4124.7120110319402</c:v>
                </c:pt>
                <c:pt idx="4092">
                  <c:v>4124.7120110319402</c:v>
                </c:pt>
                <c:pt idx="4093">
                  <c:v>4124.7120110319402</c:v>
                </c:pt>
                <c:pt idx="4094">
                  <c:v>4124.7120110319402</c:v>
                </c:pt>
                <c:pt idx="4095">
                  <c:v>4124.7120110319402</c:v>
                </c:pt>
                <c:pt idx="4096">
                  <c:v>4124.7120110319402</c:v>
                </c:pt>
                <c:pt idx="4097">
                  <c:v>4133.0911548880613</c:v>
                </c:pt>
                <c:pt idx="4098">
                  <c:v>4133.0911548880613</c:v>
                </c:pt>
                <c:pt idx="4099">
                  <c:v>4133.0911548880613</c:v>
                </c:pt>
                <c:pt idx="4100">
                  <c:v>4133.0911548880613</c:v>
                </c:pt>
                <c:pt idx="4101">
                  <c:v>4133.0911548880613</c:v>
                </c:pt>
                <c:pt idx="4102">
                  <c:v>4134.9835347880535</c:v>
                </c:pt>
                <c:pt idx="4103">
                  <c:v>4134.9835347880535</c:v>
                </c:pt>
                <c:pt idx="4104">
                  <c:v>4134.9835347880535</c:v>
                </c:pt>
                <c:pt idx="4105">
                  <c:v>4134.9835347880535</c:v>
                </c:pt>
                <c:pt idx="4106">
                  <c:v>4134.9835347880535</c:v>
                </c:pt>
                <c:pt idx="4107">
                  <c:v>4134.9835347880535</c:v>
                </c:pt>
                <c:pt idx="4108">
                  <c:v>4134.9835347880535</c:v>
                </c:pt>
                <c:pt idx="4109">
                  <c:v>4134.9835347880535</c:v>
                </c:pt>
                <c:pt idx="4110">
                  <c:v>4134.9835347880535</c:v>
                </c:pt>
                <c:pt idx="4111">
                  <c:v>4134.9835347880535</c:v>
                </c:pt>
                <c:pt idx="4112">
                  <c:v>4134.9835347880535</c:v>
                </c:pt>
                <c:pt idx="4113">
                  <c:v>4237.4109505745919</c:v>
                </c:pt>
                <c:pt idx="4114">
                  <c:v>4237.4109505745919</c:v>
                </c:pt>
                <c:pt idx="4115">
                  <c:v>4237.4109505745919</c:v>
                </c:pt>
                <c:pt idx="4116">
                  <c:v>4237.4109505745919</c:v>
                </c:pt>
                <c:pt idx="4117">
                  <c:v>4237.4109505745919</c:v>
                </c:pt>
                <c:pt idx="4118">
                  <c:v>4237.4109505745919</c:v>
                </c:pt>
                <c:pt idx="4119">
                  <c:v>4237.4109505745919</c:v>
                </c:pt>
                <c:pt idx="4120">
                  <c:v>4237.4109505745919</c:v>
                </c:pt>
                <c:pt idx="4121">
                  <c:v>4237.4109505745919</c:v>
                </c:pt>
                <c:pt idx="4122">
                  <c:v>4237.4109505745919</c:v>
                </c:pt>
                <c:pt idx="4123">
                  <c:v>4237.4109505745919</c:v>
                </c:pt>
                <c:pt idx="4124">
                  <c:v>4237.4109505745919</c:v>
                </c:pt>
                <c:pt idx="4125">
                  <c:v>4237.4109505745919</c:v>
                </c:pt>
                <c:pt idx="4126">
                  <c:v>4237.4109505745919</c:v>
                </c:pt>
                <c:pt idx="4127">
                  <c:v>4237.4109505745919</c:v>
                </c:pt>
                <c:pt idx="4128">
                  <c:v>4237.4109505745919</c:v>
                </c:pt>
                <c:pt idx="4129">
                  <c:v>4237.4109505745919</c:v>
                </c:pt>
                <c:pt idx="4130">
                  <c:v>4237.4109505745919</c:v>
                </c:pt>
                <c:pt idx="4131">
                  <c:v>4237.4109505745919</c:v>
                </c:pt>
                <c:pt idx="4132">
                  <c:v>4237.4109505745919</c:v>
                </c:pt>
                <c:pt idx="4133">
                  <c:v>4237.4109505745919</c:v>
                </c:pt>
                <c:pt idx="4134">
                  <c:v>4237.4109505745919</c:v>
                </c:pt>
                <c:pt idx="4135">
                  <c:v>4237.4109505745919</c:v>
                </c:pt>
                <c:pt idx="4136">
                  <c:v>4237.4109505745919</c:v>
                </c:pt>
                <c:pt idx="4137">
                  <c:v>4237.4109505745919</c:v>
                </c:pt>
                <c:pt idx="4138">
                  <c:v>4237.4109505745919</c:v>
                </c:pt>
                <c:pt idx="4139">
                  <c:v>4237.4109505745919</c:v>
                </c:pt>
                <c:pt idx="4140">
                  <c:v>4237.4109505745919</c:v>
                </c:pt>
                <c:pt idx="4141">
                  <c:v>4237.4109505745919</c:v>
                </c:pt>
                <c:pt idx="4142">
                  <c:v>4237.4109505745919</c:v>
                </c:pt>
                <c:pt idx="4143">
                  <c:v>4237.4109505745919</c:v>
                </c:pt>
                <c:pt idx="4144">
                  <c:v>4237.4109505745919</c:v>
                </c:pt>
                <c:pt idx="4145">
                  <c:v>4237.4109505745919</c:v>
                </c:pt>
                <c:pt idx="4146">
                  <c:v>4237.4109505745919</c:v>
                </c:pt>
                <c:pt idx="4147">
                  <c:v>4237.4109505745919</c:v>
                </c:pt>
                <c:pt idx="4148">
                  <c:v>4248.7712690816334</c:v>
                </c:pt>
                <c:pt idx="4149">
                  <c:v>4248.7712690816334</c:v>
                </c:pt>
                <c:pt idx="4150">
                  <c:v>4248.7712690816334</c:v>
                </c:pt>
                <c:pt idx="4151">
                  <c:v>4248.7712690816334</c:v>
                </c:pt>
                <c:pt idx="4152">
                  <c:v>4248.7712690816334</c:v>
                </c:pt>
                <c:pt idx="4153">
                  <c:v>4248.7712690816334</c:v>
                </c:pt>
                <c:pt idx="4154">
                  <c:v>4248.7712690816334</c:v>
                </c:pt>
                <c:pt idx="4155">
                  <c:v>4248.7712690816334</c:v>
                </c:pt>
                <c:pt idx="4156">
                  <c:v>4248.7712690816334</c:v>
                </c:pt>
                <c:pt idx="4157">
                  <c:v>4260.3253858137214</c:v>
                </c:pt>
                <c:pt idx="4158">
                  <c:v>4260.3253858137214</c:v>
                </c:pt>
                <c:pt idx="4159">
                  <c:v>4260.3253858137214</c:v>
                </c:pt>
                <c:pt idx="4160">
                  <c:v>4260.3253858137214</c:v>
                </c:pt>
                <c:pt idx="4161">
                  <c:v>4260.3253858137214</c:v>
                </c:pt>
                <c:pt idx="4162">
                  <c:v>4260.3253858137214</c:v>
                </c:pt>
                <c:pt idx="4163">
                  <c:v>4260.3253858137214</c:v>
                </c:pt>
                <c:pt idx="4164">
                  <c:v>4260.3253858137214</c:v>
                </c:pt>
                <c:pt idx="4165">
                  <c:v>4260.3253858137214</c:v>
                </c:pt>
                <c:pt idx="4166">
                  <c:v>4260.3253858137214</c:v>
                </c:pt>
                <c:pt idx="4167">
                  <c:v>4260.3253858137214</c:v>
                </c:pt>
                <c:pt idx="4168">
                  <c:v>4260.3253858137214</c:v>
                </c:pt>
                <c:pt idx="4169">
                  <c:v>4260.3253858137214</c:v>
                </c:pt>
                <c:pt idx="4170">
                  <c:v>4260.3253858137214</c:v>
                </c:pt>
                <c:pt idx="4171">
                  <c:v>4260.3253858137214</c:v>
                </c:pt>
                <c:pt idx="4172">
                  <c:v>4260.3253858137214</c:v>
                </c:pt>
                <c:pt idx="4173">
                  <c:v>4260.3253858137214</c:v>
                </c:pt>
                <c:pt idx="4174">
                  <c:v>4260.3253858137214</c:v>
                </c:pt>
                <c:pt idx="4175">
                  <c:v>4260.3253858137214</c:v>
                </c:pt>
                <c:pt idx="4176">
                  <c:v>4260.3253858137214</c:v>
                </c:pt>
                <c:pt idx="4177">
                  <c:v>4265.6392940252263</c:v>
                </c:pt>
                <c:pt idx="4178">
                  <c:v>4265.6392940252263</c:v>
                </c:pt>
                <c:pt idx="4179">
                  <c:v>4265.6392940252263</c:v>
                </c:pt>
                <c:pt idx="4180">
                  <c:v>4279.2350244619392</c:v>
                </c:pt>
                <c:pt idx="4181">
                  <c:v>4279.2350244619392</c:v>
                </c:pt>
                <c:pt idx="4182">
                  <c:v>4279.2350244619392</c:v>
                </c:pt>
                <c:pt idx="4183">
                  <c:v>4279.2350244619392</c:v>
                </c:pt>
                <c:pt idx="4184">
                  <c:v>4279.2350244619392</c:v>
                </c:pt>
                <c:pt idx="4185">
                  <c:v>4279.2350244619392</c:v>
                </c:pt>
                <c:pt idx="4186">
                  <c:v>4279.2350244619392</c:v>
                </c:pt>
                <c:pt idx="4187">
                  <c:v>4279.2350244619392</c:v>
                </c:pt>
                <c:pt idx="4188">
                  <c:v>4279.2350244619392</c:v>
                </c:pt>
                <c:pt idx="4189">
                  <c:v>4299.1985826734644</c:v>
                </c:pt>
                <c:pt idx="4190">
                  <c:v>4299.1985826734644</c:v>
                </c:pt>
                <c:pt idx="4191">
                  <c:v>4299.1985826734644</c:v>
                </c:pt>
                <c:pt idx="4192">
                  <c:v>4299.1985826734644</c:v>
                </c:pt>
                <c:pt idx="4193">
                  <c:v>4299.1985826734644</c:v>
                </c:pt>
                <c:pt idx="4194">
                  <c:v>4299.1985826734644</c:v>
                </c:pt>
                <c:pt idx="4195">
                  <c:v>4299.1985826734644</c:v>
                </c:pt>
                <c:pt idx="4196">
                  <c:v>4299.1985826734644</c:v>
                </c:pt>
                <c:pt idx="4197">
                  <c:v>4299.1985826734644</c:v>
                </c:pt>
                <c:pt idx="4198">
                  <c:v>4299.1985826734644</c:v>
                </c:pt>
                <c:pt idx="4199">
                  <c:v>4299.1985826734644</c:v>
                </c:pt>
                <c:pt idx="4200">
                  <c:v>4299.1985826734644</c:v>
                </c:pt>
                <c:pt idx="4201">
                  <c:v>4299.1985826734644</c:v>
                </c:pt>
                <c:pt idx="4202">
                  <c:v>4299.1985826734644</c:v>
                </c:pt>
                <c:pt idx="4203">
                  <c:v>4299.1985826734644</c:v>
                </c:pt>
                <c:pt idx="4204">
                  <c:v>4299.1985826734644</c:v>
                </c:pt>
                <c:pt idx="4205">
                  <c:v>4299.1985826734644</c:v>
                </c:pt>
                <c:pt idx="4206">
                  <c:v>4299.1985826734644</c:v>
                </c:pt>
                <c:pt idx="4207">
                  <c:v>4299.1985826734644</c:v>
                </c:pt>
                <c:pt idx="4208">
                  <c:v>4299.1985826734644</c:v>
                </c:pt>
                <c:pt idx="4209">
                  <c:v>4299.1985826734644</c:v>
                </c:pt>
                <c:pt idx="4210">
                  <c:v>4299.1985826734644</c:v>
                </c:pt>
                <c:pt idx="4211">
                  <c:v>4299.1985826734644</c:v>
                </c:pt>
                <c:pt idx="4212">
                  <c:v>4301.0012346930916</c:v>
                </c:pt>
                <c:pt idx="4213">
                  <c:v>4301.0012346930916</c:v>
                </c:pt>
                <c:pt idx="4214">
                  <c:v>4301.0012346930916</c:v>
                </c:pt>
                <c:pt idx="4215">
                  <c:v>4301.0012346930916</c:v>
                </c:pt>
                <c:pt idx="4216">
                  <c:v>4301.0012346930916</c:v>
                </c:pt>
                <c:pt idx="4217">
                  <c:v>4301.0012346930916</c:v>
                </c:pt>
                <c:pt idx="4218">
                  <c:v>4301.0012346930916</c:v>
                </c:pt>
                <c:pt idx="4219">
                  <c:v>4301.0012346930916</c:v>
                </c:pt>
                <c:pt idx="4220">
                  <c:v>4349.6878462242967</c:v>
                </c:pt>
                <c:pt idx="4221">
                  <c:v>4349.6878462242967</c:v>
                </c:pt>
                <c:pt idx="4222">
                  <c:v>4349.6878462242967</c:v>
                </c:pt>
                <c:pt idx="4223">
                  <c:v>4349.6878462242967</c:v>
                </c:pt>
                <c:pt idx="4224">
                  <c:v>4349.6878462242967</c:v>
                </c:pt>
                <c:pt idx="4225">
                  <c:v>4349.6878462242967</c:v>
                </c:pt>
                <c:pt idx="4226">
                  <c:v>4349.6878462242967</c:v>
                </c:pt>
                <c:pt idx="4227">
                  <c:v>4349.6878462242967</c:v>
                </c:pt>
                <c:pt idx="4228">
                  <c:v>4429.2243857265485</c:v>
                </c:pt>
                <c:pt idx="4229">
                  <c:v>4429.2243857265485</c:v>
                </c:pt>
                <c:pt idx="4230">
                  <c:v>4429.2243857265485</c:v>
                </c:pt>
                <c:pt idx="4231">
                  <c:v>4429.2243857265485</c:v>
                </c:pt>
                <c:pt idx="4232">
                  <c:v>4429.2243857265485</c:v>
                </c:pt>
                <c:pt idx="4233">
                  <c:v>4429.2243857265485</c:v>
                </c:pt>
                <c:pt idx="4234">
                  <c:v>4429.2243857265485</c:v>
                </c:pt>
                <c:pt idx="4235">
                  <c:v>4429.2243857265485</c:v>
                </c:pt>
                <c:pt idx="4236">
                  <c:v>4429.2243857265485</c:v>
                </c:pt>
                <c:pt idx="4237">
                  <c:v>4429.2243857265485</c:v>
                </c:pt>
                <c:pt idx="4238">
                  <c:v>4429.2243857265485</c:v>
                </c:pt>
                <c:pt idx="4239">
                  <c:v>4429.2243857265485</c:v>
                </c:pt>
                <c:pt idx="4240">
                  <c:v>4429.2243857265485</c:v>
                </c:pt>
                <c:pt idx="4241">
                  <c:v>4429.2243857265485</c:v>
                </c:pt>
                <c:pt idx="4242">
                  <c:v>4429.2243857265485</c:v>
                </c:pt>
                <c:pt idx="4243">
                  <c:v>4429.2243857265485</c:v>
                </c:pt>
                <c:pt idx="4244">
                  <c:v>4429.2243857265485</c:v>
                </c:pt>
                <c:pt idx="4245">
                  <c:v>4429.2243857265485</c:v>
                </c:pt>
                <c:pt idx="4246">
                  <c:v>4429.2243857265485</c:v>
                </c:pt>
                <c:pt idx="4247">
                  <c:v>4429.2243857265485</c:v>
                </c:pt>
                <c:pt idx="4248">
                  <c:v>4429.2243857265485</c:v>
                </c:pt>
                <c:pt idx="4249">
                  <c:v>4429.2243857265485</c:v>
                </c:pt>
                <c:pt idx="4250">
                  <c:v>4429.2243857265485</c:v>
                </c:pt>
                <c:pt idx="4251">
                  <c:v>4429.2243857265485</c:v>
                </c:pt>
                <c:pt idx="4252">
                  <c:v>4429.2243857265485</c:v>
                </c:pt>
                <c:pt idx="4253">
                  <c:v>4429.2243857265485</c:v>
                </c:pt>
                <c:pt idx="4254">
                  <c:v>4429.2243857265485</c:v>
                </c:pt>
                <c:pt idx="4255">
                  <c:v>4429.2243857265485</c:v>
                </c:pt>
                <c:pt idx="4256">
                  <c:v>4429.2243857265485</c:v>
                </c:pt>
                <c:pt idx="4257">
                  <c:v>4429.2243857265485</c:v>
                </c:pt>
                <c:pt idx="4258">
                  <c:v>4429.2243857265485</c:v>
                </c:pt>
                <c:pt idx="4259">
                  <c:v>4429.2243857265485</c:v>
                </c:pt>
                <c:pt idx="4260">
                  <c:v>4429.2243857265485</c:v>
                </c:pt>
                <c:pt idx="4261">
                  <c:v>4429.2243857265485</c:v>
                </c:pt>
                <c:pt idx="4262">
                  <c:v>4429.2243857265485</c:v>
                </c:pt>
                <c:pt idx="4263">
                  <c:v>4429.2243857265485</c:v>
                </c:pt>
                <c:pt idx="4264">
                  <c:v>4429.2243857265485</c:v>
                </c:pt>
                <c:pt idx="4265">
                  <c:v>4429.2243857265485</c:v>
                </c:pt>
                <c:pt idx="4266">
                  <c:v>4429.2243857265485</c:v>
                </c:pt>
                <c:pt idx="4267">
                  <c:v>4429.2243857265485</c:v>
                </c:pt>
                <c:pt idx="4268">
                  <c:v>4429.2243857265485</c:v>
                </c:pt>
                <c:pt idx="4269">
                  <c:v>4429.2243857265485</c:v>
                </c:pt>
                <c:pt idx="4270">
                  <c:v>4429.2243857265485</c:v>
                </c:pt>
                <c:pt idx="4271">
                  <c:v>4429.2243857265485</c:v>
                </c:pt>
                <c:pt idx="4272">
                  <c:v>4429.2243857265485</c:v>
                </c:pt>
                <c:pt idx="4273">
                  <c:v>4429.2243857265485</c:v>
                </c:pt>
                <c:pt idx="4274">
                  <c:v>4429.2243857265485</c:v>
                </c:pt>
                <c:pt idx="4275">
                  <c:v>4429.2243857265485</c:v>
                </c:pt>
                <c:pt idx="4276">
                  <c:v>4429.2243857265485</c:v>
                </c:pt>
                <c:pt idx="4277">
                  <c:v>4429.2243857265485</c:v>
                </c:pt>
                <c:pt idx="4278">
                  <c:v>4429.2243857265485</c:v>
                </c:pt>
                <c:pt idx="4279">
                  <c:v>4429.2243857265485</c:v>
                </c:pt>
                <c:pt idx="4280">
                  <c:v>4429.2243857265485</c:v>
                </c:pt>
                <c:pt idx="4281">
                  <c:v>4476.6960521484316</c:v>
                </c:pt>
                <c:pt idx="4282">
                  <c:v>4476.6960521484316</c:v>
                </c:pt>
                <c:pt idx="4283">
                  <c:v>4476.6960521484316</c:v>
                </c:pt>
                <c:pt idx="4284">
                  <c:v>4476.6960521484316</c:v>
                </c:pt>
                <c:pt idx="4285">
                  <c:v>4476.6960521484316</c:v>
                </c:pt>
                <c:pt idx="4286">
                  <c:v>4514.3811203411024</c:v>
                </c:pt>
                <c:pt idx="4287">
                  <c:v>4514.3811203411024</c:v>
                </c:pt>
                <c:pt idx="4288">
                  <c:v>4514.3811203411024</c:v>
                </c:pt>
                <c:pt idx="4289">
                  <c:v>4514.3811203411024</c:v>
                </c:pt>
                <c:pt idx="4290">
                  <c:v>4514.3811203411024</c:v>
                </c:pt>
                <c:pt idx="4291">
                  <c:v>4514.3811203411024</c:v>
                </c:pt>
                <c:pt idx="4292">
                  <c:v>4514.3811203411024</c:v>
                </c:pt>
                <c:pt idx="4293">
                  <c:v>4514.3811203411024</c:v>
                </c:pt>
                <c:pt idx="4294">
                  <c:v>4514.3811203411024</c:v>
                </c:pt>
                <c:pt idx="4295">
                  <c:v>4514.3811203411024</c:v>
                </c:pt>
                <c:pt idx="4296">
                  <c:v>4514.3811203411024</c:v>
                </c:pt>
                <c:pt idx="4297">
                  <c:v>4514.3811203411024</c:v>
                </c:pt>
                <c:pt idx="4298">
                  <c:v>4514.3811203411024</c:v>
                </c:pt>
                <c:pt idx="4299">
                  <c:v>4514.3811203411024</c:v>
                </c:pt>
                <c:pt idx="4300">
                  <c:v>4514.3811203411024</c:v>
                </c:pt>
                <c:pt idx="4301">
                  <c:v>4514.3811203411024</c:v>
                </c:pt>
                <c:pt idx="4302">
                  <c:v>4514.3811203411024</c:v>
                </c:pt>
                <c:pt idx="4303">
                  <c:v>4514.3811203411024</c:v>
                </c:pt>
                <c:pt idx="4304">
                  <c:v>4514.3811203411024</c:v>
                </c:pt>
                <c:pt idx="4305">
                  <c:v>4514.3811203411024</c:v>
                </c:pt>
                <c:pt idx="4306">
                  <c:v>4514.3811203411024</c:v>
                </c:pt>
                <c:pt idx="4307">
                  <c:v>4514.3811203411024</c:v>
                </c:pt>
                <c:pt idx="4308">
                  <c:v>4517.7384420712415</c:v>
                </c:pt>
                <c:pt idx="4309">
                  <c:v>4517.7384420712415</c:v>
                </c:pt>
                <c:pt idx="4310">
                  <c:v>4517.7384420712415</c:v>
                </c:pt>
                <c:pt idx="4311">
                  <c:v>4517.7384420712415</c:v>
                </c:pt>
                <c:pt idx="4312">
                  <c:v>4517.7384420712415</c:v>
                </c:pt>
                <c:pt idx="4313">
                  <c:v>4517.7384420712415</c:v>
                </c:pt>
                <c:pt idx="4314">
                  <c:v>4517.7384420712415</c:v>
                </c:pt>
                <c:pt idx="4315">
                  <c:v>4570.1252529725134</c:v>
                </c:pt>
                <c:pt idx="4316">
                  <c:v>4570.1252529725134</c:v>
                </c:pt>
                <c:pt idx="4317">
                  <c:v>4570.1252529725134</c:v>
                </c:pt>
                <c:pt idx="4318">
                  <c:v>4570.1252529725134</c:v>
                </c:pt>
                <c:pt idx="4319">
                  <c:v>4570.1252529725134</c:v>
                </c:pt>
                <c:pt idx="4320">
                  <c:v>4570.1252529725134</c:v>
                </c:pt>
                <c:pt idx="4321">
                  <c:v>4570.1252529725134</c:v>
                </c:pt>
                <c:pt idx="4322">
                  <c:v>4570.1252529725134</c:v>
                </c:pt>
                <c:pt idx="4323">
                  <c:v>4570.1252529725134</c:v>
                </c:pt>
                <c:pt idx="4324">
                  <c:v>4570.1252529725134</c:v>
                </c:pt>
                <c:pt idx="4325">
                  <c:v>4570.1252529725134</c:v>
                </c:pt>
                <c:pt idx="4326">
                  <c:v>4570.1252529725134</c:v>
                </c:pt>
                <c:pt idx="4327">
                  <c:v>4570.1252529725134</c:v>
                </c:pt>
                <c:pt idx="4328">
                  <c:v>4570.1252529725134</c:v>
                </c:pt>
                <c:pt idx="4329">
                  <c:v>4570.1252529725134</c:v>
                </c:pt>
                <c:pt idx="4330">
                  <c:v>4570.1252529725134</c:v>
                </c:pt>
                <c:pt idx="4331">
                  <c:v>4570.1252529725134</c:v>
                </c:pt>
                <c:pt idx="4332">
                  <c:v>4570.1252529725134</c:v>
                </c:pt>
                <c:pt idx="4333">
                  <c:v>4570.1252529725134</c:v>
                </c:pt>
                <c:pt idx="4334">
                  <c:v>4570.1252529725134</c:v>
                </c:pt>
                <c:pt idx="4335">
                  <c:v>4570.1252529725134</c:v>
                </c:pt>
                <c:pt idx="4336">
                  <c:v>4570.1252529725134</c:v>
                </c:pt>
                <c:pt idx="4337">
                  <c:v>4570.1252529725134</c:v>
                </c:pt>
                <c:pt idx="4338">
                  <c:v>4570.1252529725134</c:v>
                </c:pt>
                <c:pt idx="4339">
                  <c:v>4570.1252529725134</c:v>
                </c:pt>
                <c:pt idx="4340">
                  <c:v>4570.1252529725134</c:v>
                </c:pt>
                <c:pt idx="4341">
                  <c:v>4570.1252529725134</c:v>
                </c:pt>
                <c:pt idx="4342">
                  <c:v>4570.1252529725134</c:v>
                </c:pt>
                <c:pt idx="4343">
                  <c:v>4570.1252529725134</c:v>
                </c:pt>
                <c:pt idx="4344">
                  <c:v>4570.1252529725134</c:v>
                </c:pt>
                <c:pt idx="4345">
                  <c:v>4570.1252529725134</c:v>
                </c:pt>
                <c:pt idx="4346">
                  <c:v>4570.1252529725134</c:v>
                </c:pt>
                <c:pt idx="4347">
                  <c:v>4570.1252529725134</c:v>
                </c:pt>
                <c:pt idx="4348">
                  <c:v>4570.1252529725134</c:v>
                </c:pt>
                <c:pt idx="4349">
                  <c:v>4570.1252529725134</c:v>
                </c:pt>
                <c:pt idx="4350">
                  <c:v>4570.1252529725134</c:v>
                </c:pt>
                <c:pt idx="4351">
                  <c:v>4570.1252529725134</c:v>
                </c:pt>
                <c:pt idx="4352">
                  <c:v>4570.1252529725134</c:v>
                </c:pt>
                <c:pt idx="4353">
                  <c:v>4570.1252529725134</c:v>
                </c:pt>
                <c:pt idx="4354">
                  <c:v>4570.1252529725134</c:v>
                </c:pt>
                <c:pt idx="4355">
                  <c:v>4570.1252529725134</c:v>
                </c:pt>
                <c:pt idx="4356">
                  <c:v>4570.1252529725134</c:v>
                </c:pt>
                <c:pt idx="4357">
                  <c:v>4570.1252529725134</c:v>
                </c:pt>
                <c:pt idx="4358">
                  <c:v>4570.1252529725134</c:v>
                </c:pt>
                <c:pt idx="4359">
                  <c:v>4570.7922566141424</c:v>
                </c:pt>
                <c:pt idx="4360">
                  <c:v>4570.7922566141424</c:v>
                </c:pt>
                <c:pt idx="4361">
                  <c:v>4570.7922566141424</c:v>
                </c:pt>
                <c:pt idx="4362">
                  <c:v>4570.7922566141424</c:v>
                </c:pt>
                <c:pt idx="4363">
                  <c:v>4623.3775288487095</c:v>
                </c:pt>
                <c:pt idx="4364">
                  <c:v>4623.3775288487095</c:v>
                </c:pt>
                <c:pt idx="4365">
                  <c:v>4632.8221953753318</c:v>
                </c:pt>
                <c:pt idx="4366">
                  <c:v>4632.8221953753318</c:v>
                </c:pt>
                <c:pt idx="4367">
                  <c:v>4632.8221953753318</c:v>
                </c:pt>
                <c:pt idx="4368">
                  <c:v>4632.8221953753318</c:v>
                </c:pt>
                <c:pt idx="4369">
                  <c:v>4632.8221953753318</c:v>
                </c:pt>
                <c:pt idx="4370">
                  <c:v>4632.8221953753318</c:v>
                </c:pt>
                <c:pt idx="4371">
                  <c:v>4632.8221953753318</c:v>
                </c:pt>
                <c:pt idx="4372">
                  <c:v>4632.8221953753318</c:v>
                </c:pt>
                <c:pt idx="4373">
                  <c:v>4632.8221953753318</c:v>
                </c:pt>
                <c:pt idx="4374">
                  <c:v>4632.8221953753318</c:v>
                </c:pt>
                <c:pt idx="4375">
                  <c:v>4632.8221953753318</c:v>
                </c:pt>
                <c:pt idx="4376">
                  <c:v>4637.9955690705201</c:v>
                </c:pt>
                <c:pt idx="4377">
                  <c:v>4637.9955690705201</c:v>
                </c:pt>
                <c:pt idx="4378">
                  <c:v>4637.9955690705201</c:v>
                </c:pt>
                <c:pt idx="4379">
                  <c:v>4637.9955690705201</c:v>
                </c:pt>
                <c:pt idx="4380">
                  <c:v>4637.9955690705201</c:v>
                </c:pt>
                <c:pt idx="4381">
                  <c:v>4637.9955690705201</c:v>
                </c:pt>
                <c:pt idx="4382">
                  <c:v>4637.9955690705201</c:v>
                </c:pt>
                <c:pt idx="4383">
                  <c:v>4637.9955690705201</c:v>
                </c:pt>
                <c:pt idx="4384">
                  <c:v>4637.9955690705201</c:v>
                </c:pt>
                <c:pt idx="4385">
                  <c:v>4637.9955690705201</c:v>
                </c:pt>
                <c:pt idx="4386">
                  <c:v>4637.9955690705201</c:v>
                </c:pt>
                <c:pt idx="4387">
                  <c:v>4637.9955690705201</c:v>
                </c:pt>
                <c:pt idx="4388">
                  <c:v>4637.9955690705201</c:v>
                </c:pt>
                <c:pt idx="4389">
                  <c:v>4653.3462632667715</c:v>
                </c:pt>
                <c:pt idx="4390">
                  <c:v>4653.3462632667715</c:v>
                </c:pt>
                <c:pt idx="4391">
                  <c:v>4653.3462632667715</c:v>
                </c:pt>
                <c:pt idx="4392">
                  <c:v>4653.3462632667715</c:v>
                </c:pt>
                <c:pt idx="4393">
                  <c:v>4653.3462632667715</c:v>
                </c:pt>
                <c:pt idx="4394">
                  <c:v>4653.3462632667715</c:v>
                </c:pt>
                <c:pt idx="4395">
                  <c:v>4653.3462632667715</c:v>
                </c:pt>
                <c:pt idx="4396">
                  <c:v>4664.4578207633704</c:v>
                </c:pt>
                <c:pt idx="4397">
                  <c:v>4664.4578207633704</c:v>
                </c:pt>
                <c:pt idx="4398">
                  <c:v>4664.4578207633704</c:v>
                </c:pt>
                <c:pt idx="4399">
                  <c:v>4664.4578207633704</c:v>
                </c:pt>
                <c:pt idx="4400">
                  <c:v>4664.4578207633704</c:v>
                </c:pt>
                <c:pt idx="4401">
                  <c:v>4664.4578207633704</c:v>
                </c:pt>
                <c:pt idx="4402">
                  <c:v>4664.4578207633704</c:v>
                </c:pt>
                <c:pt idx="4403">
                  <c:v>4664.4578207633704</c:v>
                </c:pt>
                <c:pt idx="4404">
                  <c:v>4664.4578207633704</c:v>
                </c:pt>
                <c:pt idx="4405">
                  <c:v>4664.4578207633704</c:v>
                </c:pt>
                <c:pt idx="4406">
                  <c:v>4664.4578207633704</c:v>
                </c:pt>
                <c:pt idx="4407">
                  <c:v>4664.4578207633704</c:v>
                </c:pt>
                <c:pt idx="4408">
                  <c:v>4664.4578207633704</c:v>
                </c:pt>
                <c:pt idx="4409">
                  <c:v>4664.4578207633704</c:v>
                </c:pt>
                <c:pt idx="4410">
                  <c:v>4664.4578207633704</c:v>
                </c:pt>
                <c:pt idx="4411">
                  <c:v>4664.4578207633704</c:v>
                </c:pt>
                <c:pt idx="4412">
                  <c:v>4664.4578207633704</c:v>
                </c:pt>
                <c:pt idx="4413">
                  <c:v>4664.4578207633704</c:v>
                </c:pt>
                <c:pt idx="4414">
                  <c:v>4664.4578207633704</c:v>
                </c:pt>
                <c:pt idx="4415">
                  <c:v>4664.4578207633704</c:v>
                </c:pt>
                <c:pt idx="4416">
                  <c:v>4664.4578207633704</c:v>
                </c:pt>
                <c:pt idx="4417">
                  <c:v>4676.3509267098734</c:v>
                </c:pt>
                <c:pt idx="4418">
                  <c:v>4676.3509267098734</c:v>
                </c:pt>
                <c:pt idx="4419">
                  <c:v>4676.3509267098734</c:v>
                </c:pt>
                <c:pt idx="4420">
                  <c:v>4676.3509267098734</c:v>
                </c:pt>
                <c:pt idx="4421">
                  <c:v>4676.3509267098734</c:v>
                </c:pt>
                <c:pt idx="4422">
                  <c:v>4676.3509267098734</c:v>
                </c:pt>
                <c:pt idx="4423">
                  <c:v>4676.3509267098734</c:v>
                </c:pt>
                <c:pt idx="4424">
                  <c:v>4676.3509267098734</c:v>
                </c:pt>
                <c:pt idx="4425">
                  <c:v>4676.3509267098734</c:v>
                </c:pt>
                <c:pt idx="4426">
                  <c:v>4676.3509267098734</c:v>
                </c:pt>
                <c:pt idx="4427">
                  <c:v>4676.3509267098734</c:v>
                </c:pt>
                <c:pt idx="4428">
                  <c:v>4676.3509267098734</c:v>
                </c:pt>
                <c:pt idx="4429">
                  <c:v>4778.2926276420194</c:v>
                </c:pt>
                <c:pt idx="4430">
                  <c:v>4778.2926276420194</c:v>
                </c:pt>
                <c:pt idx="4431">
                  <c:v>4778.2926276420194</c:v>
                </c:pt>
                <c:pt idx="4432">
                  <c:v>4836.9763092933299</c:v>
                </c:pt>
                <c:pt idx="4433">
                  <c:v>4836.9763092933299</c:v>
                </c:pt>
                <c:pt idx="4434">
                  <c:v>4836.9763092933299</c:v>
                </c:pt>
                <c:pt idx="4435">
                  <c:v>4836.9763092933299</c:v>
                </c:pt>
                <c:pt idx="4436">
                  <c:v>4836.9763092933299</c:v>
                </c:pt>
                <c:pt idx="4437">
                  <c:v>4836.9763092933299</c:v>
                </c:pt>
                <c:pt idx="4438">
                  <c:v>4852.9015053600206</c:v>
                </c:pt>
                <c:pt idx="4439">
                  <c:v>4852.9015053600206</c:v>
                </c:pt>
                <c:pt idx="4440">
                  <c:v>4852.9015053600206</c:v>
                </c:pt>
                <c:pt idx="4441">
                  <c:v>4852.9015053600206</c:v>
                </c:pt>
                <c:pt idx="4442">
                  <c:v>4852.9015053600206</c:v>
                </c:pt>
                <c:pt idx="4443">
                  <c:v>4852.9015053600206</c:v>
                </c:pt>
                <c:pt idx="4444">
                  <c:v>4852.9015053600206</c:v>
                </c:pt>
                <c:pt idx="4445">
                  <c:v>4852.9015053600206</c:v>
                </c:pt>
                <c:pt idx="4446">
                  <c:v>4866.779122180983</c:v>
                </c:pt>
                <c:pt idx="4447">
                  <c:v>4866.779122180983</c:v>
                </c:pt>
                <c:pt idx="4448">
                  <c:v>4866.779122180983</c:v>
                </c:pt>
                <c:pt idx="4449">
                  <c:v>4866.779122180983</c:v>
                </c:pt>
                <c:pt idx="4450">
                  <c:v>4866.779122180983</c:v>
                </c:pt>
                <c:pt idx="4451">
                  <c:v>4866.779122180983</c:v>
                </c:pt>
                <c:pt idx="4452">
                  <c:v>4866.779122180983</c:v>
                </c:pt>
                <c:pt idx="4453">
                  <c:v>4866.779122180983</c:v>
                </c:pt>
                <c:pt idx="4454">
                  <c:v>4866.779122180983</c:v>
                </c:pt>
                <c:pt idx="4455">
                  <c:v>4879.4164524250791</c:v>
                </c:pt>
                <c:pt idx="4456">
                  <c:v>4879.4164524250791</c:v>
                </c:pt>
                <c:pt idx="4457">
                  <c:v>4879.4164524250791</c:v>
                </c:pt>
                <c:pt idx="4458">
                  <c:v>4879.4164524250791</c:v>
                </c:pt>
                <c:pt idx="4459">
                  <c:v>4879.4164524250791</c:v>
                </c:pt>
                <c:pt idx="4460">
                  <c:v>4879.4164524250791</c:v>
                </c:pt>
                <c:pt idx="4461">
                  <c:v>4879.4164524250791</c:v>
                </c:pt>
                <c:pt idx="4462">
                  <c:v>4879.4164524250791</c:v>
                </c:pt>
                <c:pt idx="4463">
                  <c:v>4879.4164524250791</c:v>
                </c:pt>
                <c:pt idx="4464">
                  <c:v>4879.4164524250791</c:v>
                </c:pt>
                <c:pt idx="4465">
                  <c:v>4915.350098641471</c:v>
                </c:pt>
                <c:pt idx="4466">
                  <c:v>4915.350098641471</c:v>
                </c:pt>
                <c:pt idx="4467">
                  <c:v>4915.350098641471</c:v>
                </c:pt>
                <c:pt idx="4468">
                  <c:v>4915.350098641471</c:v>
                </c:pt>
                <c:pt idx="4469">
                  <c:v>4915.350098641471</c:v>
                </c:pt>
                <c:pt idx="4470">
                  <c:v>4915.350098641471</c:v>
                </c:pt>
                <c:pt idx="4471">
                  <c:v>4948.0780450723869</c:v>
                </c:pt>
                <c:pt idx="4472">
                  <c:v>4948.0780450723869</c:v>
                </c:pt>
                <c:pt idx="4473">
                  <c:v>4948.0780450723869</c:v>
                </c:pt>
                <c:pt idx="4474">
                  <c:v>4948.0780450723869</c:v>
                </c:pt>
                <c:pt idx="4475">
                  <c:v>4948.0780450723869</c:v>
                </c:pt>
                <c:pt idx="4476">
                  <c:v>4948.0780450723869</c:v>
                </c:pt>
                <c:pt idx="4477">
                  <c:v>4948.0780450723869</c:v>
                </c:pt>
                <c:pt idx="4478">
                  <c:v>4948.0780450723869</c:v>
                </c:pt>
                <c:pt idx="4479">
                  <c:v>4948.0780450723869</c:v>
                </c:pt>
                <c:pt idx="4480">
                  <c:v>4948.0780450723869</c:v>
                </c:pt>
                <c:pt idx="4481">
                  <c:v>4948.0780450723869</c:v>
                </c:pt>
                <c:pt idx="4482">
                  <c:v>4948.0780450723869</c:v>
                </c:pt>
                <c:pt idx="4483">
                  <c:v>4948.0780450723869</c:v>
                </c:pt>
                <c:pt idx="4484">
                  <c:v>4948.0780450723869</c:v>
                </c:pt>
                <c:pt idx="4485">
                  <c:v>4953.4840125064375</c:v>
                </c:pt>
                <c:pt idx="4486">
                  <c:v>4953.4840125064375</c:v>
                </c:pt>
                <c:pt idx="4487">
                  <c:v>4953.4840125064375</c:v>
                </c:pt>
                <c:pt idx="4488">
                  <c:v>4953.4840125064375</c:v>
                </c:pt>
                <c:pt idx="4489">
                  <c:v>4953.4840125064375</c:v>
                </c:pt>
                <c:pt idx="4490">
                  <c:v>4953.4840125064375</c:v>
                </c:pt>
                <c:pt idx="4491">
                  <c:v>4953.4840125064375</c:v>
                </c:pt>
                <c:pt idx="4492">
                  <c:v>4953.4840125064375</c:v>
                </c:pt>
                <c:pt idx="4493">
                  <c:v>4953.4840125064375</c:v>
                </c:pt>
                <c:pt idx="4494">
                  <c:v>4953.4840125064375</c:v>
                </c:pt>
                <c:pt idx="4495">
                  <c:v>4953.4840125064375</c:v>
                </c:pt>
                <c:pt idx="4496">
                  <c:v>4953.4840125064375</c:v>
                </c:pt>
                <c:pt idx="4497">
                  <c:v>4953.4840125064375</c:v>
                </c:pt>
                <c:pt idx="4498">
                  <c:v>4953.4840125064375</c:v>
                </c:pt>
                <c:pt idx="4499">
                  <c:v>4953.4840125064375</c:v>
                </c:pt>
                <c:pt idx="4500">
                  <c:v>4953.4840125064375</c:v>
                </c:pt>
                <c:pt idx="4501">
                  <c:v>4953.4840125064375</c:v>
                </c:pt>
                <c:pt idx="4502">
                  <c:v>4953.4840125064375</c:v>
                </c:pt>
                <c:pt idx="4503">
                  <c:v>4953.4840125064375</c:v>
                </c:pt>
                <c:pt idx="4504">
                  <c:v>4953.4840125064375</c:v>
                </c:pt>
                <c:pt idx="4505">
                  <c:v>4953.4840125064375</c:v>
                </c:pt>
                <c:pt idx="4506">
                  <c:v>4953.4840125064375</c:v>
                </c:pt>
                <c:pt idx="4507">
                  <c:v>4953.4840125064375</c:v>
                </c:pt>
                <c:pt idx="4508">
                  <c:v>4953.4840125064375</c:v>
                </c:pt>
                <c:pt idx="4509">
                  <c:v>4953.4840125064375</c:v>
                </c:pt>
                <c:pt idx="4510">
                  <c:v>4953.4840125064375</c:v>
                </c:pt>
                <c:pt idx="4511">
                  <c:v>4953.4840125064375</c:v>
                </c:pt>
                <c:pt idx="4512">
                  <c:v>4953.4840125064375</c:v>
                </c:pt>
                <c:pt idx="4513">
                  <c:v>4953.4840125064375</c:v>
                </c:pt>
                <c:pt idx="4514">
                  <c:v>4953.4840125064375</c:v>
                </c:pt>
                <c:pt idx="4515">
                  <c:v>4953.4840125064375</c:v>
                </c:pt>
                <c:pt idx="4516">
                  <c:v>4953.4840125064375</c:v>
                </c:pt>
                <c:pt idx="4517">
                  <c:v>4953.4840125064375</c:v>
                </c:pt>
                <c:pt idx="4518">
                  <c:v>4953.4840125064375</c:v>
                </c:pt>
                <c:pt idx="4519">
                  <c:v>4953.4840125064375</c:v>
                </c:pt>
                <c:pt idx="4520">
                  <c:v>4953.4840125064375</c:v>
                </c:pt>
                <c:pt idx="4521">
                  <c:v>4953.4840125064375</c:v>
                </c:pt>
                <c:pt idx="4522">
                  <c:v>4953.4840125064375</c:v>
                </c:pt>
                <c:pt idx="4523">
                  <c:v>4953.4840125064375</c:v>
                </c:pt>
                <c:pt idx="4524">
                  <c:v>4953.4840125064375</c:v>
                </c:pt>
                <c:pt idx="4525">
                  <c:v>4953.4840125064375</c:v>
                </c:pt>
                <c:pt idx="4526">
                  <c:v>4953.4840125064375</c:v>
                </c:pt>
                <c:pt idx="4527">
                  <c:v>4953.4840125064375</c:v>
                </c:pt>
                <c:pt idx="4528">
                  <c:v>4953.4840125064375</c:v>
                </c:pt>
                <c:pt idx="4529">
                  <c:v>4953.4840125064375</c:v>
                </c:pt>
                <c:pt idx="4530">
                  <c:v>4953.4840125064375</c:v>
                </c:pt>
                <c:pt idx="4531">
                  <c:v>4953.4840125064375</c:v>
                </c:pt>
                <c:pt idx="4532">
                  <c:v>4953.4840125064375</c:v>
                </c:pt>
                <c:pt idx="4533">
                  <c:v>4953.4840125064375</c:v>
                </c:pt>
                <c:pt idx="4534">
                  <c:v>4953.4840125064375</c:v>
                </c:pt>
                <c:pt idx="4535">
                  <c:v>4953.4840125064375</c:v>
                </c:pt>
                <c:pt idx="4536">
                  <c:v>4953.4840125064375</c:v>
                </c:pt>
                <c:pt idx="4537">
                  <c:v>4953.4840125064375</c:v>
                </c:pt>
                <c:pt idx="4538">
                  <c:v>4953.4840125064375</c:v>
                </c:pt>
                <c:pt idx="4539">
                  <c:v>4953.4840125064375</c:v>
                </c:pt>
                <c:pt idx="4540">
                  <c:v>4953.4840125064375</c:v>
                </c:pt>
                <c:pt idx="4541">
                  <c:v>4953.4840125064375</c:v>
                </c:pt>
                <c:pt idx="4542">
                  <c:v>4953.4840125064375</c:v>
                </c:pt>
                <c:pt idx="4543">
                  <c:v>4985.3426821014154</c:v>
                </c:pt>
                <c:pt idx="4544">
                  <c:v>4985.3426821014154</c:v>
                </c:pt>
                <c:pt idx="4545">
                  <c:v>4985.3426821014154</c:v>
                </c:pt>
                <c:pt idx="4546">
                  <c:v>4985.3426821014154</c:v>
                </c:pt>
                <c:pt idx="4547">
                  <c:v>4985.3426821014154</c:v>
                </c:pt>
                <c:pt idx="4548">
                  <c:v>4985.3426821014154</c:v>
                </c:pt>
                <c:pt idx="4549">
                  <c:v>4985.3426821014154</c:v>
                </c:pt>
                <c:pt idx="4550">
                  <c:v>4985.3426821014154</c:v>
                </c:pt>
                <c:pt idx="4551">
                  <c:v>4985.3426821014154</c:v>
                </c:pt>
                <c:pt idx="4552">
                  <c:v>4985.3426821014154</c:v>
                </c:pt>
                <c:pt idx="4553">
                  <c:v>4985.3426821014154</c:v>
                </c:pt>
                <c:pt idx="4554">
                  <c:v>4985.3426821014154</c:v>
                </c:pt>
                <c:pt idx="4555">
                  <c:v>4985.3426821014154</c:v>
                </c:pt>
                <c:pt idx="4556">
                  <c:v>4985.3426821014154</c:v>
                </c:pt>
                <c:pt idx="4557">
                  <c:v>4985.3426821014154</c:v>
                </c:pt>
                <c:pt idx="4558">
                  <c:v>4985.3426821014154</c:v>
                </c:pt>
                <c:pt idx="4559">
                  <c:v>4985.3426821014154</c:v>
                </c:pt>
                <c:pt idx="4560">
                  <c:v>4985.3426821014154</c:v>
                </c:pt>
                <c:pt idx="4561">
                  <c:v>4985.3426821014154</c:v>
                </c:pt>
                <c:pt idx="4562">
                  <c:v>5001.786390312006</c:v>
                </c:pt>
                <c:pt idx="4563">
                  <c:v>5001.786390312006</c:v>
                </c:pt>
                <c:pt idx="4564">
                  <c:v>5001.786390312006</c:v>
                </c:pt>
                <c:pt idx="4565">
                  <c:v>5001.786390312006</c:v>
                </c:pt>
                <c:pt idx="4566">
                  <c:v>5001.786390312006</c:v>
                </c:pt>
                <c:pt idx="4567">
                  <c:v>5001.786390312006</c:v>
                </c:pt>
                <c:pt idx="4568">
                  <c:v>5001.786390312006</c:v>
                </c:pt>
                <c:pt idx="4569">
                  <c:v>5001.786390312006</c:v>
                </c:pt>
                <c:pt idx="4570">
                  <c:v>5001.786390312006</c:v>
                </c:pt>
                <c:pt idx="4571">
                  <c:v>5001.786390312006</c:v>
                </c:pt>
                <c:pt idx="4572">
                  <c:v>5001.786390312006</c:v>
                </c:pt>
                <c:pt idx="4573">
                  <c:v>5002.6863791749593</c:v>
                </c:pt>
                <c:pt idx="4574">
                  <c:v>5002.6863791749593</c:v>
                </c:pt>
                <c:pt idx="4575">
                  <c:v>5002.6863791749593</c:v>
                </c:pt>
                <c:pt idx="4576">
                  <c:v>5002.6863791749593</c:v>
                </c:pt>
                <c:pt idx="4577">
                  <c:v>5030.5906382844514</c:v>
                </c:pt>
                <c:pt idx="4578">
                  <c:v>5030.5906382844514</c:v>
                </c:pt>
                <c:pt idx="4579">
                  <c:v>5030.5906382844514</c:v>
                </c:pt>
                <c:pt idx="4580">
                  <c:v>5038.0958476197547</c:v>
                </c:pt>
                <c:pt idx="4581">
                  <c:v>5038.0958476197547</c:v>
                </c:pt>
                <c:pt idx="4582">
                  <c:v>5038.0958476197547</c:v>
                </c:pt>
                <c:pt idx="4583">
                  <c:v>5038.0958476197547</c:v>
                </c:pt>
                <c:pt idx="4584">
                  <c:v>5068.9024169297863</c:v>
                </c:pt>
                <c:pt idx="4585">
                  <c:v>5068.9024169297863</c:v>
                </c:pt>
                <c:pt idx="4586">
                  <c:v>5068.9024169297863</c:v>
                </c:pt>
                <c:pt idx="4587">
                  <c:v>5068.9024169297863</c:v>
                </c:pt>
                <c:pt idx="4588">
                  <c:v>5068.9024169297863</c:v>
                </c:pt>
                <c:pt idx="4589">
                  <c:v>5068.9024169297863</c:v>
                </c:pt>
                <c:pt idx="4590">
                  <c:v>5073.763179030534</c:v>
                </c:pt>
                <c:pt idx="4591">
                  <c:v>5073.763179030534</c:v>
                </c:pt>
                <c:pt idx="4592">
                  <c:v>5073.763179030534</c:v>
                </c:pt>
                <c:pt idx="4593">
                  <c:v>5073.763179030534</c:v>
                </c:pt>
                <c:pt idx="4594">
                  <c:v>5073.763179030534</c:v>
                </c:pt>
                <c:pt idx="4595">
                  <c:v>5073.763179030534</c:v>
                </c:pt>
                <c:pt idx="4596">
                  <c:v>5073.763179030534</c:v>
                </c:pt>
                <c:pt idx="4597">
                  <c:v>5073.763179030534</c:v>
                </c:pt>
                <c:pt idx="4598">
                  <c:v>5073.763179030534</c:v>
                </c:pt>
                <c:pt idx="4599">
                  <c:v>5073.763179030534</c:v>
                </c:pt>
                <c:pt idx="4600">
                  <c:v>5073.763179030534</c:v>
                </c:pt>
                <c:pt idx="4601">
                  <c:v>5073.763179030534</c:v>
                </c:pt>
                <c:pt idx="4602">
                  <c:v>5073.763179030534</c:v>
                </c:pt>
                <c:pt idx="4603">
                  <c:v>5073.763179030534</c:v>
                </c:pt>
                <c:pt idx="4604">
                  <c:v>5073.763179030534</c:v>
                </c:pt>
                <c:pt idx="4605">
                  <c:v>5073.763179030534</c:v>
                </c:pt>
                <c:pt idx="4606">
                  <c:v>5073.763179030534</c:v>
                </c:pt>
                <c:pt idx="4607">
                  <c:v>5073.763179030534</c:v>
                </c:pt>
                <c:pt idx="4608">
                  <c:v>5073.763179030534</c:v>
                </c:pt>
                <c:pt idx="4609">
                  <c:v>5073.763179030534</c:v>
                </c:pt>
                <c:pt idx="4610">
                  <c:v>5073.763179030534</c:v>
                </c:pt>
                <c:pt idx="4611">
                  <c:v>5073.763179030534</c:v>
                </c:pt>
                <c:pt idx="4612">
                  <c:v>5073.763179030534</c:v>
                </c:pt>
                <c:pt idx="4613">
                  <c:v>5073.763179030534</c:v>
                </c:pt>
                <c:pt idx="4614">
                  <c:v>5073.763179030534</c:v>
                </c:pt>
                <c:pt idx="4615">
                  <c:v>5073.763179030534</c:v>
                </c:pt>
                <c:pt idx="4616">
                  <c:v>5073.763179030534</c:v>
                </c:pt>
                <c:pt idx="4617">
                  <c:v>5073.763179030534</c:v>
                </c:pt>
                <c:pt idx="4618">
                  <c:v>5073.763179030534</c:v>
                </c:pt>
                <c:pt idx="4619">
                  <c:v>5073.763179030534</c:v>
                </c:pt>
                <c:pt idx="4620">
                  <c:v>5073.763179030534</c:v>
                </c:pt>
                <c:pt idx="4621">
                  <c:v>5073.763179030534</c:v>
                </c:pt>
                <c:pt idx="4622">
                  <c:v>5073.763179030534</c:v>
                </c:pt>
                <c:pt idx="4623">
                  <c:v>5073.763179030534</c:v>
                </c:pt>
                <c:pt idx="4624">
                  <c:v>5073.763179030534</c:v>
                </c:pt>
                <c:pt idx="4625">
                  <c:v>5073.763179030534</c:v>
                </c:pt>
                <c:pt idx="4626">
                  <c:v>5073.763179030534</c:v>
                </c:pt>
                <c:pt idx="4627">
                  <c:v>5073.763179030534</c:v>
                </c:pt>
                <c:pt idx="4628">
                  <c:v>5073.763179030534</c:v>
                </c:pt>
                <c:pt idx="4629">
                  <c:v>5073.763179030534</c:v>
                </c:pt>
                <c:pt idx="4630">
                  <c:v>5073.763179030534</c:v>
                </c:pt>
                <c:pt idx="4631">
                  <c:v>5073.763179030534</c:v>
                </c:pt>
                <c:pt idx="4632">
                  <c:v>5073.763179030534</c:v>
                </c:pt>
                <c:pt idx="4633">
                  <c:v>5073.763179030534</c:v>
                </c:pt>
                <c:pt idx="4634">
                  <c:v>5073.763179030534</c:v>
                </c:pt>
                <c:pt idx="4635">
                  <c:v>5215.0459554007612</c:v>
                </c:pt>
                <c:pt idx="4636">
                  <c:v>5215.0459554007612</c:v>
                </c:pt>
                <c:pt idx="4637">
                  <c:v>5215.0459554007612</c:v>
                </c:pt>
                <c:pt idx="4638">
                  <c:v>5215.0459554007612</c:v>
                </c:pt>
                <c:pt idx="4639">
                  <c:v>5215.0459554007612</c:v>
                </c:pt>
                <c:pt idx="4640">
                  <c:v>5215.0459554007612</c:v>
                </c:pt>
                <c:pt idx="4641">
                  <c:v>5215.0459554007612</c:v>
                </c:pt>
                <c:pt idx="4642">
                  <c:v>5220.2051718575549</c:v>
                </c:pt>
                <c:pt idx="4643">
                  <c:v>5220.2051718575549</c:v>
                </c:pt>
                <c:pt idx="4644">
                  <c:v>5220.2051718575549</c:v>
                </c:pt>
                <c:pt idx="4645">
                  <c:v>5220.2051718575549</c:v>
                </c:pt>
                <c:pt idx="4646">
                  <c:v>5220.2051718575549</c:v>
                </c:pt>
                <c:pt idx="4647">
                  <c:v>5220.2051718575549</c:v>
                </c:pt>
                <c:pt idx="4648">
                  <c:v>5220.2051718575549</c:v>
                </c:pt>
                <c:pt idx="4649">
                  <c:v>5220.2051718575549</c:v>
                </c:pt>
                <c:pt idx="4650">
                  <c:v>5220.2051718575549</c:v>
                </c:pt>
                <c:pt idx="4651">
                  <c:v>5220.2051718575549</c:v>
                </c:pt>
                <c:pt idx="4652">
                  <c:v>5220.2051718575549</c:v>
                </c:pt>
                <c:pt idx="4653">
                  <c:v>5220.2051718575549</c:v>
                </c:pt>
                <c:pt idx="4654">
                  <c:v>5220.2051718575549</c:v>
                </c:pt>
                <c:pt idx="4655">
                  <c:v>5221.5187246808928</c:v>
                </c:pt>
                <c:pt idx="4656">
                  <c:v>5221.5187246808928</c:v>
                </c:pt>
                <c:pt idx="4657">
                  <c:v>5221.5187246808928</c:v>
                </c:pt>
                <c:pt idx="4658">
                  <c:v>5221.5187246808928</c:v>
                </c:pt>
                <c:pt idx="4659">
                  <c:v>5221.5187246808928</c:v>
                </c:pt>
                <c:pt idx="4660">
                  <c:v>5221.5187246808928</c:v>
                </c:pt>
                <c:pt idx="4661">
                  <c:v>5221.5187246808928</c:v>
                </c:pt>
                <c:pt idx="4662">
                  <c:v>5221.5187246808928</c:v>
                </c:pt>
                <c:pt idx="4663">
                  <c:v>5221.5187246808928</c:v>
                </c:pt>
                <c:pt idx="4664">
                  <c:v>5226.6219267624792</c:v>
                </c:pt>
                <c:pt idx="4665">
                  <c:v>5226.6219267624792</c:v>
                </c:pt>
                <c:pt idx="4666">
                  <c:v>5226.6219267624792</c:v>
                </c:pt>
                <c:pt idx="4667">
                  <c:v>5226.6219267624792</c:v>
                </c:pt>
                <c:pt idx="4668">
                  <c:v>5250.3319857419629</c:v>
                </c:pt>
                <c:pt idx="4669">
                  <c:v>5265.3256217603812</c:v>
                </c:pt>
                <c:pt idx="4670">
                  <c:v>5265.3256217603812</c:v>
                </c:pt>
                <c:pt idx="4671">
                  <c:v>5265.3256217603812</c:v>
                </c:pt>
                <c:pt idx="4672">
                  <c:v>5265.3256217603812</c:v>
                </c:pt>
                <c:pt idx="4673">
                  <c:v>5265.3256217603812</c:v>
                </c:pt>
                <c:pt idx="4674">
                  <c:v>5328.2545403943905</c:v>
                </c:pt>
                <c:pt idx="4675">
                  <c:v>5328.2545403943905</c:v>
                </c:pt>
                <c:pt idx="4676">
                  <c:v>5328.2545403943905</c:v>
                </c:pt>
                <c:pt idx="4677">
                  <c:v>5328.2545403943905</c:v>
                </c:pt>
                <c:pt idx="4678">
                  <c:v>5328.2545403943905</c:v>
                </c:pt>
                <c:pt idx="4679">
                  <c:v>5328.2545403943905</c:v>
                </c:pt>
                <c:pt idx="4680">
                  <c:v>5377.2779355469875</c:v>
                </c:pt>
                <c:pt idx="4681">
                  <c:v>5377.2779355469875</c:v>
                </c:pt>
                <c:pt idx="4682">
                  <c:v>5377.2779355469875</c:v>
                </c:pt>
                <c:pt idx="4683">
                  <c:v>5377.2779355469875</c:v>
                </c:pt>
                <c:pt idx="4684">
                  <c:v>5377.2779355469875</c:v>
                </c:pt>
                <c:pt idx="4685">
                  <c:v>5377.2779355469875</c:v>
                </c:pt>
                <c:pt idx="4686">
                  <c:v>5377.2779355469875</c:v>
                </c:pt>
                <c:pt idx="4687">
                  <c:v>5377.2779355469875</c:v>
                </c:pt>
                <c:pt idx="4688">
                  <c:v>5377.2779355469875</c:v>
                </c:pt>
                <c:pt idx="4689">
                  <c:v>5395.0121987898647</c:v>
                </c:pt>
                <c:pt idx="4690">
                  <c:v>5395.0121987898647</c:v>
                </c:pt>
                <c:pt idx="4691">
                  <c:v>5395.0121987898647</c:v>
                </c:pt>
                <c:pt idx="4692">
                  <c:v>5395.0121987898647</c:v>
                </c:pt>
                <c:pt idx="4693">
                  <c:v>5395.0121987898647</c:v>
                </c:pt>
                <c:pt idx="4694">
                  <c:v>5410.4676374502151</c:v>
                </c:pt>
                <c:pt idx="4695">
                  <c:v>5410.4676374502151</c:v>
                </c:pt>
                <c:pt idx="4696">
                  <c:v>5410.4676374502151</c:v>
                </c:pt>
                <c:pt idx="4697">
                  <c:v>5410.4676374502151</c:v>
                </c:pt>
                <c:pt idx="4698">
                  <c:v>5410.4676374502151</c:v>
                </c:pt>
                <c:pt idx="4699">
                  <c:v>5410.4676374502151</c:v>
                </c:pt>
                <c:pt idx="4700">
                  <c:v>5410.4676374502151</c:v>
                </c:pt>
                <c:pt idx="4701">
                  <c:v>5410.4676374502151</c:v>
                </c:pt>
                <c:pt idx="4702">
                  <c:v>5410.4676374502151</c:v>
                </c:pt>
                <c:pt idx="4703">
                  <c:v>5410.4676374502151</c:v>
                </c:pt>
                <c:pt idx="4704">
                  <c:v>5410.4676374502151</c:v>
                </c:pt>
                <c:pt idx="4705">
                  <c:v>5410.4676374502151</c:v>
                </c:pt>
                <c:pt idx="4706">
                  <c:v>5410.4676374502151</c:v>
                </c:pt>
                <c:pt idx="4707">
                  <c:v>5559.7869117429727</c:v>
                </c:pt>
                <c:pt idx="4708">
                  <c:v>5559.7869117429727</c:v>
                </c:pt>
                <c:pt idx="4709">
                  <c:v>5559.7869117429727</c:v>
                </c:pt>
                <c:pt idx="4710">
                  <c:v>5559.7869117429727</c:v>
                </c:pt>
                <c:pt idx="4711">
                  <c:v>5561.1373651053227</c:v>
                </c:pt>
                <c:pt idx="4712">
                  <c:v>5561.1373651053227</c:v>
                </c:pt>
                <c:pt idx="4713">
                  <c:v>5561.1373651053227</c:v>
                </c:pt>
                <c:pt idx="4714">
                  <c:v>5561.1373651053227</c:v>
                </c:pt>
                <c:pt idx="4715">
                  <c:v>5561.1373651053227</c:v>
                </c:pt>
                <c:pt idx="4716">
                  <c:v>5629.1619853205357</c:v>
                </c:pt>
                <c:pt idx="4717">
                  <c:v>5629.1619853205357</c:v>
                </c:pt>
                <c:pt idx="4718">
                  <c:v>5629.1619853205357</c:v>
                </c:pt>
                <c:pt idx="4719">
                  <c:v>5629.1619853205357</c:v>
                </c:pt>
                <c:pt idx="4720">
                  <c:v>5697.7658848379124</c:v>
                </c:pt>
                <c:pt idx="4721">
                  <c:v>5697.7658848379124</c:v>
                </c:pt>
                <c:pt idx="4722">
                  <c:v>5697.7658848379124</c:v>
                </c:pt>
                <c:pt idx="4723">
                  <c:v>5697.7658848379124</c:v>
                </c:pt>
                <c:pt idx="4724">
                  <c:v>5697.7658848379124</c:v>
                </c:pt>
                <c:pt idx="4725">
                  <c:v>5697.7658848379124</c:v>
                </c:pt>
                <c:pt idx="4726">
                  <c:v>5697.7658848379124</c:v>
                </c:pt>
                <c:pt idx="4727">
                  <c:v>5697.7658848379124</c:v>
                </c:pt>
                <c:pt idx="4728">
                  <c:v>5697.7658848379124</c:v>
                </c:pt>
                <c:pt idx="4729">
                  <c:v>5697.7658848379124</c:v>
                </c:pt>
                <c:pt idx="4730">
                  <c:v>5697.7658848379124</c:v>
                </c:pt>
                <c:pt idx="4731">
                  <c:v>5697.7658848379124</c:v>
                </c:pt>
                <c:pt idx="4732">
                  <c:v>5697.7658848379124</c:v>
                </c:pt>
                <c:pt idx="4733">
                  <c:v>5697.7658848379124</c:v>
                </c:pt>
                <c:pt idx="4734">
                  <c:v>5730.2110902838049</c:v>
                </c:pt>
                <c:pt idx="4735">
                  <c:v>5730.2110902838049</c:v>
                </c:pt>
                <c:pt idx="4736">
                  <c:v>5730.2110902838049</c:v>
                </c:pt>
                <c:pt idx="4737">
                  <c:v>5730.2110902838049</c:v>
                </c:pt>
                <c:pt idx="4738">
                  <c:v>5730.2110902838049</c:v>
                </c:pt>
                <c:pt idx="4739">
                  <c:v>5730.2110902838049</c:v>
                </c:pt>
                <c:pt idx="4740">
                  <c:v>5730.2110902838049</c:v>
                </c:pt>
                <c:pt idx="4741">
                  <c:v>5730.2110902838049</c:v>
                </c:pt>
                <c:pt idx="4742">
                  <c:v>5730.2110902838049</c:v>
                </c:pt>
                <c:pt idx="4743">
                  <c:v>5749.9868983037904</c:v>
                </c:pt>
                <c:pt idx="4744">
                  <c:v>5749.9868983037904</c:v>
                </c:pt>
                <c:pt idx="4745">
                  <c:v>5749.9868983037904</c:v>
                </c:pt>
                <c:pt idx="4746">
                  <c:v>5749.9868983037904</c:v>
                </c:pt>
                <c:pt idx="4747">
                  <c:v>5787.3989982303065</c:v>
                </c:pt>
                <c:pt idx="4748">
                  <c:v>5803.0158773722915</c:v>
                </c:pt>
                <c:pt idx="4749">
                  <c:v>5812.2356248036131</c:v>
                </c:pt>
                <c:pt idx="4750">
                  <c:v>5812.2356248036131</c:v>
                </c:pt>
                <c:pt idx="4751">
                  <c:v>5812.2356248036131</c:v>
                </c:pt>
                <c:pt idx="4752">
                  <c:v>5812.2356248036131</c:v>
                </c:pt>
                <c:pt idx="4753">
                  <c:v>5812.2356248036131</c:v>
                </c:pt>
                <c:pt idx="4754">
                  <c:v>5812.2356248036131</c:v>
                </c:pt>
                <c:pt idx="4755">
                  <c:v>5812.2356248036131</c:v>
                </c:pt>
                <c:pt idx="4756">
                  <c:v>5812.2356248036131</c:v>
                </c:pt>
                <c:pt idx="4757">
                  <c:v>5812.2356248036131</c:v>
                </c:pt>
                <c:pt idx="4758">
                  <c:v>5812.2356248036131</c:v>
                </c:pt>
                <c:pt idx="4759">
                  <c:v>5812.2356248036131</c:v>
                </c:pt>
                <c:pt idx="4760">
                  <c:v>6010.2665812974028</c:v>
                </c:pt>
                <c:pt idx="4761">
                  <c:v>6010.2665812974028</c:v>
                </c:pt>
                <c:pt idx="4762">
                  <c:v>6010.2665812974028</c:v>
                </c:pt>
                <c:pt idx="4763">
                  <c:v>6010.2665812974028</c:v>
                </c:pt>
                <c:pt idx="4764">
                  <c:v>6217.1605247370535</c:v>
                </c:pt>
                <c:pt idx="4765">
                  <c:v>6217.1605247370535</c:v>
                </c:pt>
                <c:pt idx="4766">
                  <c:v>6217.1605247370535</c:v>
                </c:pt>
                <c:pt idx="4767">
                  <c:v>6217.1605247370535</c:v>
                </c:pt>
                <c:pt idx="4768">
                  <c:v>6217.1605247370535</c:v>
                </c:pt>
                <c:pt idx="4769">
                  <c:v>6217.1605247370535</c:v>
                </c:pt>
                <c:pt idx="4770">
                  <c:v>6374.0696575132624</c:v>
                </c:pt>
                <c:pt idx="4771">
                  <c:v>6374.0696575132624</c:v>
                </c:pt>
                <c:pt idx="4772">
                  <c:v>6374.0696575132624</c:v>
                </c:pt>
                <c:pt idx="4773">
                  <c:v>6374.0696575132624</c:v>
                </c:pt>
                <c:pt idx="4774">
                  <c:v>6374.0696575132624</c:v>
                </c:pt>
                <c:pt idx="4775">
                  <c:v>6374.0696575132624</c:v>
                </c:pt>
                <c:pt idx="4776">
                  <c:v>6590.1023678807414</c:v>
                </c:pt>
                <c:pt idx="4777">
                  <c:v>6590.1023678807414</c:v>
                </c:pt>
                <c:pt idx="4778">
                  <c:v>6590.1023678807414</c:v>
                </c:pt>
                <c:pt idx="4779">
                  <c:v>6590.1023678807414</c:v>
                </c:pt>
                <c:pt idx="4780">
                  <c:v>6590.1023678807414</c:v>
                </c:pt>
                <c:pt idx="4781">
                  <c:v>6590.1023678807414</c:v>
                </c:pt>
                <c:pt idx="4782">
                  <c:v>6590.1023678807414</c:v>
                </c:pt>
                <c:pt idx="4783">
                  <c:v>6590.1023678807414</c:v>
                </c:pt>
                <c:pt idx="4784">
                  <c:v>6590.1023678807414</c:v>
                </c:pt>
                <c:pt idx="4785">
                  <c:v>6590.1023678807414</c:v>
                </c:pt>
                <c:pt idx="4786">
                  <c:v>6590.1023678807414</c:v>
                </c:pt>
                <c:pt idx="4787">
                  <c:v>6817.6424766604505</c:v>
                </c:pt>
                <c:pt idx="4788">
                  <c:v>6817.6424766604505</c:v>
                </c:pt>
                <c:pt idx="4789">
                  <c:v>6817.6424766604505</c:v>
                </c:pt>
                <c:pt idx="4790">
                  <c:v>6817.6424766604505</c:v>
                </c:pt>
                <c:pt idx="4791">
                  <c:v>6817.6424766604505</c:v>
                </c:pt>
                <c:pt idx="4792">
                  <c:v>6817.6424766604505</c:v>
                </c:pt>
                <c:pt idx="4793">
                  <c:v>6817.6424766604505</c:v>
                </c:pt>
                <c:pt idx="4794">
                  <c:v>6817.6424766604505</c:v>
                </c:pt>
                <c:pt idx="4795">
                  <c:v>6817.6424766604505</c:v>
                </c:pt>
                <c:pt idx="4796">
                  <c:v>6817.6424766604505</c:v>
                </c:pt>
                <c:pt idx="4797">
                  <c:v>6817.6424766604505</c:v>
                </c:pt>
                <c:pt idx="4798">
                  <c:v>6817.6424766604505</c:v>
                </c:pt>
                <c:pt idx="4799">
                  <c:v>6817.6424766604505</c:v>
                </c:pt>
                <c:pt idx="4800">
                  <c:v>6817.6424766604505</c:v>
                </c:pt>
                <c:pt idx="4801">
                  <c:v>6817.6424766604505</c:v>
                </c:pt>
                <c:pt idx="4802">
                  <c:v>6817.6424766604505</c:v>
                </c:pt>
                <c:pt idx="4803">
                  <c:v>6817.6424766604505</c:v>
                </c:pt>
                <c:pt idx="4804">
                  <c:v>6817.6424766604505</c:v>
                </c:pt>
                <c:pt idx="4805">
                  <c:v>6817.6424766604505</c:v>
                </c:pt>
                <c:pt idx="4806">
                  <c:v>6817.6424766604505</c:v>
                </c:pt>
                <c:pt idx="4807">
                  <c:v>6817.6424766604505</c:v>
                </c:pt>
                <c:pt idx="4808">
                  <c:v>6817.6424766604505</c:v>
                </c:pt>
                <c:pt idx="4809">
                  <c:v>6897.6671269021654</c:v>
                </c:pt>
                <c:pt idx="4810">
                  <c:v>6897.6671269021654</c:v>
                </c:pt>
                <c:pt idx="4811">
                  <c:v>6897.6671269021654</c:v>
                </c:pt>
                <c:pt idx="4812">
                  <c:v>6897.6671269021654</c:v>
                </c:pt>
                <c:pt idx="4813">
                  <c:v>6897.6671269021654</c:v>
                </c:pt>
                <c:pt idx="4814">
                  <c:v>6897.6671269021654</c:v>
                </c:pt>
                <c:pt idx="4815">
                  <c:v>7022.5716249219258</c:v>
                </c:pt>
                <c:pt idx="4816">
                  <c:v>7080.6907265506334</c:v>
                </c:pt>
                <c:pt idx="4817">
                  <c:v>7080.6907265506334</c:v>
                </c:pt>
                <c:pt idx="4818">
                  <c:v>7080.6907265506334</c:v>
                </c:pt>
                <c:pt idx="4819">
                  <c:v>7080.6907265506334</c:v>
                </c:pt>
                <c:pt idx="4820">
                  <c:v>7080.6907265506334</c:v>
                </c:pt>
                <c:pt idx="4821">
                  <c:v>7080.6907265506334</c:v>
                </c:pt>
                <c:pt idx="4822">
                  <c:v>7080.6907265506334</c:v>
                </c:pt>
                <c:pt idx="4823">
                  <c:v>7080.6907265506334</c:v>
                </c:pt>
                <c:pt idx="4824">
                  <c:v>7080.6907265506334</c:v>
                </c:pt>
                <c:pt idx="4825">
                  <c:v>7080.6907265506334</c:v>
                </c:pt>
                <c:pt idx="4826">
                  <c:v>7080.6907265506334</c:v>
                </c:pt>
                <c:pt idx="4827">
                  <c:v>7080.6907265506334</c:v>
                </c:pt>
                <c:pt idx="4828">
                  <c:v>7080.6907265506334</c:v>
                </c:pt>
                <c:pt idx="4829">
                  <c:v>7080.6907265506334</c:v>
                </c:pt>
                <c:pt idx="4830">
                  <c:v>7107.3467869295155</c:v>
                </c:pt>
                <c:pt idx="4831">
                  <c:v>7107.3467869295155</c:v>
                </c:pt>
                <c:pt idx="4832">
                  <c:v>7107.3467869295155</c:v>
                </c:pt>
                <c:pt idx="4833">
                  <c:v>7107.3467869295155</c:v>
                </c:pt>
                <c:pt idx="4834">
                  <c:v>7107.3467869295155</c:v>
                </c:pt>
                <c:pt idx="4835">
                  <c:v>7107.3467869295155</c:v>
                </c:pt>
                <c:pt idx="4836">
                  <c:v>7107.3467869295155</c:v>
                </c:pt>
                <c:pt idx="4837">
                  <c:v>7107.3467869295155</c:v>
                </c:pt>
                <c:pt idx="4838">
                  <c:v>7107.3467869295155</c:v>
                </c:pt>
                <c:pt idx="4839">
                  <c:v>7107.3467869295155</c:v>
                </c:pt>
                <c:pt idx="4840">
                  <c:v>7107.3467869295155</c:v>
                </c:pt>
                <c:pt idx="4841">
                  <c:v>7107.3467869295155</c:v>
                </c:pt>
                <c:pt idx="4842">
                  <c:v>7107.3467869295155</c:v>
                </c:pt>
                <c:pt idx="4843">
                  <c:v>7107.3467869295155</c:v>
                </c:pt>
                <c:pt idx="4844">
                  <c:v>7107.3467869295155</c:v>
                </c:pt>
                <c:pt idx="4845">
                  <c:v>7107.3467869295155</c:v>
                </c:pt>
                <c:pt idx="4846">
                  <c:v>7107.3467869295155</c:v>
                </c:pt>
                <c:pt idx="4847">
                  <c:v>7107.3467869295155</c:v>
                </c:pt>
                <c:pt idx="4848">
                  <c:v>7107.3467869295155</c:v>
                </c:pt>
                <c:pt idx="4849">
                  <c:v>7107.3467869295155</c:v>
                </c:pt>
                <c:pt idx="4850">
                  <c:v>7107.3467869295155</c:v>
                </c:pt>
                <c:pt idx="4851">
                  <c:v>7127.9527386511354</c:v>
                </c:pt>
                <c:pt idx="4852">
                  <c:v>7127.9527386511354</c:v>
                </c:pt>
                <c:pt idx="4853">
                  <c:v>7127.9527386511354</c:v>
                </c:pt>
                <c:pt idx="4854">
                  <c:v>7127.9527386511354</c:v>
                </c:pt>
                <c:pt idx="4855">
                  <c:v>7127.9527386511354</c:v>
                </c:pt>
                <c:pt idx="4856">
                  <c:v>7127.9527386511354</c:v>
                </c:pt>
                <c:pt idx="4857">
                  <c:v>7127.9527386511354</c:v>
                </c:pt>
                <c:pt idx="4858">
                  <c:v>7127.9527386511354</c:v>
                </c:pt>
                <c:pt idx="4859">
                  <c:v>7127.9527386511354</c:v>
                </c:pt>
                <c:pt idx="4860">
                  <c:v>7208.0260696979258</c:v>
                </c:pt>
                <c:pt idx="4861">
                  <c:v>7208.0260696979258</c:v>
                </c:pt>
                <c:pt idx="4862">
                  <c:v>7208.0260696979258</c:v>
                </c:pt>
                <c:pt idx="4863">
                  <c:v>7208.0260696979258</c:v>
                </c:pt>
                <c:pt idx="4864">
                  <c:v>7208.0260696979258</c:v>
                </c:pt>
                <c:pt idx="4865">
                  <c:v>7208.0260696979258</c:v>
                </c:pt>
                <c:pt idx="4866">
                  <c:v>7208.0260696979258</c:v>
                </c:pt>
                <c:pt idx="4867">
                  <c:v>7208.0260696979258</c:v>
                </c:pt>
                <c:pt idx="4868">
                  <c:v>7208.0260696979258</c:v>
                </c:pt>
                <c:pt idx="4869">
                  <c:v>7221.3119411821244</c:v>
                </c:pt>
                <c:pt idx="4870">
                  <c:v>7221.3119411821244</c:v>
                </c:pt>
                <c:pt idx="4871">
                  <c:v>7221.3119411821244</c:v>
                </c:pt>
                <c:pt idx="4872">
                  <c:v>7221.3119411821244</c:v>
                </c:pt>
                <c:pt idx="4873">
                  <c:v>7221.3119411821244</c:v>
                </c:pt>
                <c:pt idx="4874">
                  <c:v>7362.6134080535412</c:v>
                </c:pt>
                <c:pt idx="4875">
                  <c:v>7362.6134080535412</c:v>
                </c:pt>
                <c:pt idx="4876">
                  <c:v>7362.6134080535412</c:v>
                </c:pt>
                <c:pt idx="4877">
                  <c:v>7362.6134080535412</c:v>
                </c:pt>
                <c:pt idx="4878">
                  <c:v>7362.6134080535412</c:v>
                </c:pt>
                <c:pt idx="4879">
                  <c:v>7362.6134080535412</c:v>
                </c:pt>
                <c:pt idx="4880">
                  <c:v>7362.6134080535412</c:v>
                </c:pt>
                <c:pt idx="4881">
                  <c:v>7362.6134080535412</c:v>
                </c:pt>
                <c:pt idx="4882">
                  <c:v>7362.6134080535412</c:v>
                </c:pt>
                <c:pt idx="4883">
                  <c:v>7362.6134080535412</c:v>
                </c:pt>
                <c:pt idx="4884">
                  <c:v>7362.6134080535412</c:v>
                </c:pt>
                <c:pt idx="4885">
                  <c:v>7362.6134080535412</c:v>
                </c:pt>
                <c:pt idx="4886">
                  <c:v>7362.6134080535412</c:v>
                </c:pt>
                <c:pt idx="4887">
                  <c:v>7362.6134080535412</c:v>
                </c:pt>
                <c:pt idx="4888">
                  <c:v>7362.6134080535412</c:v>
                </c:pt>
                <c:pt idx="4889">
                  <c:v>7362.6134080535412</c:v>
                </c:pt>
                <c:pt idx="4890">
                  <c:v>7362.6134080535412</c:v>
                </c:pt>
                <c:pt idx="4891">
                  <c:v>7362.6134080535412</c:v>
                </c:pt>
                <c:pt idx="4892">
                  <c:v>7362.6134080535412</c:v>
                </c:pt>
                <c:pt idx="4893">
                  <c:v>7362.6134080535412</c:v>
                </c:pt>
                <c:pt idx="4894">
                  <c:v>7362.6134080535412</c:v>
                </c:pt>
                <c:pt idx="4895">
                  <c:v>7362.6134080535412</c:v>
                </c:pt>
                <c:pt idx="4896">
                  <c:v>7362.6134080535412</c:v>
                </c:pt>
                <c:pt idx="4897">
                  <c:v>7362.6134080535412</c:v>
                </c:pt>
                <c:pt idx="4898">
                  <c:v>7399.9061406071132</c:v>
                </c:pt>
                <c:pt idx="4899">
                  <c:v>7399.9061406071132</c:v>
                </c:pt>
                <c:pt idx="4900">
                  <c:v>7399.9061406071132</c:v>
                </c:pt>
                <c:pt idx="4901">
                  <c:v>7399.9061406071132</c:v>
                </c:pt>
                <c:pt idx="4902">
                  <c:v>7405.6487760394721</c:v>
                </c:pt>
                <c:pt idx="4903">
                  <c:v>7405.6487760394721</c:v>
                </c:pt>
                <c:pt idx="4904">
                  <c:v>7405.6487760394721</c:v>
                </c:pt>
                <c:pt idx="4905">
                  <c:v>7405.6487760394721</c:v>
                </c:pt>
                <c:pt idx="4906">
                  <c:v>7405.6487760394721</c:v>
                </c:pt>
                <c:pt idx="4907">
                  <c:v>7405.6487760394721</c:v>
                </c:pt>
                <c:pt idx="4908">
                  <c:v>7405.6487760394721</c:v>
                </c:pt>
                <c:pt idx="4909">
                  <c:v>7405.6487760394721</c:v>
                </c:pt>
                <c:pt idx="4910">
                  <c:v>7405.6487760394721</c:v>
                </c:pt>
                <c:pt idx="4911">
                  <c:v>7405.6487760394721</c:v>
                </c:pt>
                <c:pt idx="4912">
                  <c:v>7405.6487760394721</c:v>
                </c:pt>
                <c:pt idx="4913">
                  <c:v>7405.6487760394721</c:v>
                </c:pt>
                <c:pt idx="4914">
                  <c:v>7405.6487760394721</c:v>
                </c:pt>
                <c:pt idx="4915">
                  <c:v>7405.6487760394721</c:v>
                </c:pt>
                <c:pt idx="4916">
                  <c:v>7405.6487760394721</c:v>
                </c:pt>
                <c:pt idx="4917">
                  <c:v>7405.6487760394721</c:v>
                </c:pt>
                <c:pt idx="4918">
                  <c:v>7405.6487760394721</c:v>
                </c:pt>
                <c:pt idx="4919">
                  <c:v>7405.6487760394721</c:v>
                </c:pt>
                <c:pt idx="4920">
                  <c:v>7476.1677714861244</c:v>
                </c:pt>
                <c:pt idx="4921">
                  <c:v>7634.5893861425375</c:v>
                </c:pt>
                <c:pt idx="4922">
                  <c:v>7634.5893861425375</c:v>
                </c:pt>
                <c:pt idx="4923">
                  <c:v>7634.5893861425375</c:v>
                </c:pt>
                <c:pt idx="4924">
                  <c:v>7634.5893861425375</c:v>
                </c:pt>
                <c:pt idx="4925">
                  <c:v>7634.5893861425375</c:v>
                </c:pt>
                <c:pt idx="4926">
                  <c:v>7634.5893861425375</c:v>
                </c:pt>
                <c:pt idx="4927">
                  <c:v>7634.5893861425375</c:v>
                </c:pt>
                <c:pt idx="4928">
                  <c:v>7634.5893861425375</c:v>
                </c:pt>
                <c:pt idx="4929">
                  <c:v>7634.5893861425375</c:v>
                </c:pt>
                <c:pt idx="4930">
                  <c:v>7634.5893861425375</c:v>
                </c:pt>
                <c:pt idx="4931">
                  <c:v>7634.5893861425375</c:v>
                </c:pt>
                <c:pt idx="4932">
                  <c:v>7634.5893861425375</c:v>
                </c:pt>
                <c:pt idx="4933">
                  <c:v>7634.5893861425375</c:v>
                </c:pt>
                <c:pt idx="4934">
                  <c:v>7634.5893861425375</c:v>
                </c:pt>
                <c:pt idx="4935">
                  <c:v>7634.5893861425375</c:v>
                </c:pt>
                <c:pt idx="4936">
                  <c:v>7634.5893861425375</c:v>
                </c:pt>
                <c:pt idx="4937">
                  <c:v>7634.5893861425375</c:v>
                </c:pt>
                <c:pt idx="4938">
                  <c:v>7634.5893861425375</c:v>
                </c:pt>
                <c:pt idx="4939">
                  <c:v>7634.5893861425375</c:v>
                </c:pt>
                <c:pt idx="4940">
                  <c:v>7634.5893861425375</c:v>
                </c:pt>
                <c:pt idx="4941">
                  <c:v>7634.5893861425375</c:v>
                </c:pt>
                <c:pt idx="4942">
                  <c:v>7634.5893861425375</c:v>
                </c:pt>
                <c:pt idx="4943">
                  <c:v>7634.5893861425375</c:v>
                </c:pt>
                <c:pt idx="4944">
                  <c:v>7634.5893861425375</c:v>
                </c:pt>
                <c:pt idx="4945">
                  <c:v>7634.5893861425375</c:v>
                </c:pt>
                <c:pt idx="4946">
                  <c:v>7634.5893861425375</c:v>
                </c:pt>
                <c:pt idx="4947">
                  <c:v>7682.5828666522248</c:v>
                </c:pt>
                <c:pt idx="4948">
                  <c:v>7682.5828666522248</c:v>
                </c:pt>
                <c:pt idx="4949">
                  <c:v>7682.5828666522248</c:v>
                </c:pt>
                <c:pt idx="4950">
                  <c:v>7682.5828666522248</c:v>
                </c:pt>
                <c:pt idx="4951">
                  <c:v>7682.5828666522248</c:v>
                </c:pt>
                <c:pt idx="4952">
                  <c:v>7682.5828666522248</c:v>
                </c:pt>
                <c:pt idx="4953">
                  <c:v>7682.5828666522248</c:v>
                </c:pt>
                <c:pt idx="4954">
                  <c:v>7682.5828666522248</c:v>
                </c:pt>
                <c:pt idx="4955">
                  <c:v>7682.5828666522248</c:v>
                </c:pt>
                <c:pt idx="4956">
                  <c:v>7682.5828666522248</c:v>
                </c:pt>
                <c:pt idx="4957">
                  <c:v>7682.5828666522248</c:v>
                </c:pt>
                <c:pt idx="4958">
                  <c:v>8005.7830371515547</c:v>
                </c:pt>
                <c:pt idx="4959">
                  <c:v>8005.7830371515547</c:v>
                </c:pt>
                <c:pt idx="4960">
                  <c:v>8005.7830371515547</c:v>
                </c:pt>
                <c:pt idx="4961">
                  <c:v>8005.7830371515547</c:v>
                </c:pt>
                <c:pt idx="4962">
                  <c:v>8005.7830371515547</c:v>
                </c:pt>
                <c:pt idx="4963">
                  <c:v>8005.7830371515547</c:v>
                </c:pt>
                <c:pt idx="4964">
                  <c:v>8005.7830371515547</c:v>
                </c:pt>
                <c:pt idx="4965">
                  <c:v>8005.7830371515547</c:v>
                </c:pt>
                <c:pt idx="4966">
                  <c:v>8005.7830371515547</c:v>
                </c:pt>
                <c:pt idx="4967">
                  <c:v>8005.7830371515547</c:v>
                </c:pt>
                <c:pt idx="4968">
                  <c:v>8005.7830371515547</c:v>
                </c:pt>
                <c:pt idx="4969">
                  <c:v>8005.7830371515547</c:v>
                </c:pt>
                <c:pt idx="4970">
                  <c:v>8315.932733226311</c:v>
                </c:pt>
                <c:pt idx="4971">
                  <c:v>8315.932733226311</c:v>
                </c:pt>
                <c:pt idx="4972">
                  <c:v>8315.932733226311</c:v>
                </c:pt>
                <c:pt idx="4973">
                  <c:v>8315.932733226311</c:v>
                </c:pt>
                <c:pt idx="4974">
                  <c:v>8315.932733226311</c:v>
                </c:pt>
                <c:pt idx="4975">
                  <c:v>8315.932733226311</c:v>
                </c:pt>
                <c:pt idx="4976">
                  <c:v>8315.932733226311</c:v>
                </c:pt>
                <c:pt idx="4977">
                  <c:v>8315.932733226311</c:v>
                </c:pt>
                <c:pt idx="4978">
                  <c:v>8315.932733226311</c:v>
                </c:pt>
                <c:pt idx="4979">
                  <c:v>8315.932733226311</c:v>
                </c:pt>
                <c:pt idx="4980">
                  <c:v>8315.932733226311</c:v>
                </c:pt>
                <c:pt idx="4981">
                  <c:v>8315.932733226311</c:v>
                </c:pt>
                <c:pt idx="4982">
                  <c:v>8315.932733226311</c:v>
                </c:pt>
                <c:pt idx="4983">
                  <c:v>8315.932733226311</c:v>
                </c:pt>
                <c:pt idx="4984">
                  <c:v>8315.932733226311</c:v>
                </c:pt>
                <c:pt idx="4985">
                  <c:v>9007.2274964387598</c:v>
                </c:pt>
                <c:pt idx="4986">
                  <c:v>9007.2274964387598</c:v>
                </c:pt>
                <c:pt idx="4987">
                  <c:v>9094.7109471228323</c:v>
                </c:pt>
                <c:pt idx="4988">
                  <c:v>9094.7109471228323</c:v>
                </c:pt>
                <c:pt idx="4989">
                  <c:v>9281.6142066291668</c:v>
                </c:pt>
                <c:pt idx="4990">
                  <c:v>9281.6142066291668</c:v>
                </c:pt>
                <c:pt idx="4991">
                  <c:v>9281.6142066291668</c:v>
                </c:pt>
                <c:pt idx="4992">
                  <c:v>9281.6142066291668</c:v>
                </c:pt>
                <c:pt idx="4993">
                  <c:v>9281.6142066291668</c:v>
                </c:pt>
                <c:pt idx="4994">
                  <c:v>9281.6142066291668</c:v>
                </c:pt>
                <c:pt idx="4995">
                  <c:v>9281.6142066291668</c:v>
                </c:pt>
                <c:pt idx="4996">
                  <c:v>9281.6142066291668</c:v>
                </c:pt>
                <c:pt idx="4997">
                  <c:v>9281.6142066291668</c:v>
                </c:pt>
                <c:pt idx="4998">
                  <c:v>9438.5867226269711</c:v>
                </c:pt>
                <c:pt idx="4999">
                  <c:v>9438.5867226269711</c:v>
                </c:pt>
              </c:numCache>
            </c:numRef>
          </c:val>
        </c:ser>
        <c:marker val="1"/>
        <c:axId val="64338560"/>
        <c:axId val="99061760"/>
      </c:lineChart>
      <c:catAx>
        <c:axId val="64338560"/>
        <c:scaling>
          <c:orientation val="minMax"/>
        </c:scaling>
        <c:axPos val="b"/>
        <c:numFmt formatCode="#,##0.0,;\-#,##0.0," sourceLinked="0"/>
        <c:tickLblPos val="low"/>
        <c:txPr>
          <a:bodyPr/>
          <a:lstStyle/>
          <a:p>
            <a:pPr>
              <a:defRPr lang="en-GB" sz="1200" b="0">
                <a:latin typeface="Arial" pitchFamily="34" charset="0"/>
                <a:cs typeface="Arial" pitchFamily="34" charset="0"/>
              </a:defRPr>
            </a:pPr>
            <a:endParaRPr lang="zh-CN"/>
          </a:p>
        </c:txPr>
        <c:crossAx val="99061760"/>
        <c:crosses val="autoZero"/>
        <c:auto val="1"/>
        <c:lblAlgn val="ctr"/>
        <c:lblOffset val="100"/>
        <c:tickLblSkip val="1249"/>
        <c:tickMarkSkip val="1249"/>
      </c:catAx>
      <c:valAx>
        <c:axId val="99061760"/>
        <c:scaling>
          <c:orientation val="minMax"/>
          <c:max val="10000"/>
          <c:min val="-2500"/>
        </c:scaling>
        <c:axPos val="l"/>
        <c:numFmt formatCode="#,##0" sourceLinked="0"/>
        <c:tickLblPos val="nextTo"/>
        <c:txPr>
          <a:bodyPr/>
          <a:lstStyle/>
          <a:p>
            <a:pPr>
              <a:defRPr lang="en-GB" sz="1200">
                <a:latin typeface="Arial" pitchFamily="34" charset="0"/>
                <a:cs typeface="Arial" pitchFamily="34" charset="0"/>
              </a:defRPr>
            </a:pPr>
            <a:endParaRPr lang="zh-CN"/>
          </a:p>
        </c:txPr>
        <c:crossAx val="64338560"/>
        <c:crosses val="autoZero"/>
        <c:crossBetween val="between"/>
        <c:majorUnit val="2500"/>
      </c:valAx>
    </c:plotArea>
    <c:legend>
      <c:legendPos val="r"/>
      <c:layout>
        <c:manualLayout>
          <c:xMode val="edge"/>
          <c:yMode val="edge"/>
          <c:x val="6.4085826771653545E-2"/>
          <c:y val="4.882857142857143E-2"/>
          <c:w val="0.23372391732283471"/>
          <c:h val="5.5284814398200224E-2"/>
        </c:manualLayout>
      </c:layout>
      <c:txPr>
        <a:bodyPr/>
        <a:lstStyle/>
        <a:p>
          <a:pPr>
            <a:defRPr lang="en-GB" sz="1200">
              <a:latin typeface="Arial" pitchFamily="34" charset="0"/>
              <a:cs typeface="Arial" pitchFamily="34" charset="0"/>
            </a:defRPr>
          </a:pPr>
          <a:endParaRPr lang="zh-CN"/>
        </a:p>
      </c:txPr>
    </c:legend>
    <c:plotVisOnly val="1"/>
    <c:dispBlanksAs val="zero"/>
  </c:chart>
  <c:externalData r:id="rId1"/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CN"/>
  <c:chart>
    <c:plotArea>
      <c:layout>
        <c:manualLayout>
          <c:layoutTarget val="inner"/>
          <c:xMode val="edge"/>
          <c:yMode val="edge"/>
          <c:x val="6.1052460629921534E-2"/>
          <c:y val="0.11361934758155252"/>
          <c:w val="0.86183070866141764"/>
          <c:h val="0.70810019835356863"/>
        </c:manualLayout>
      </c:layout>
      <c:scatterChart>
        <c:scatterStyle val="lineMarker"/>
        <c:ser>
          <c:idx val="0"/>
          <c:order val="0"/>
          <c:tx>
            <c:strRef>
              <c:f>Sheet2!$F$2</c:f>
              <c:strCache>
                <c:ptCount val="1"/>
                <c:pt idx="0">
                  <c:v>2012</c:v>
                </c:pt>
              </c:strCache>
            </c:strRef>
          </c:tx>
          <c:spPr>
            <a:ln>
              <a:solidFill>
                <a:srgbClr val="003D7E"/>
              </a:solidFill>
              <a:prstDash val="solid"/>
            </a:ln>
          </c:spPr>
          <c:marker>
            <c:symbol val="none"/>
          </c:marker>
          <c:xVal>
            <c:numRef>
              <c:f>Sheet2!$F$4:$F$498</c:f>
              <c:numCache>
                <c:formatCode>0</c:formatCode>
                <c:ptCount val="495"/>
                <c:pt idx="0">
                  <c:v>0</c:v>
                </c:pt>
                <c:pt idx="1">
                  <c:v>31.582222222221979</c:v>
                </c:pt>
                <c:pt idx="2">
                  <c:v>31.582222222221979</c:v>
                </c:pt>
                <c:pt idx="3">
                  <c:v>66.18524325088211</c:v>
                </c:pt>
                <c:pt idx="4">
                  <c:v>66.18524325088211</c:v>
                </c:pt>
                <c:pt idx="5">
                  <c:v>208.24156325088038</c:v>
                </c:pt>
                <c:pt idx="6">
                  <c:v>208.24156325088038</c:v>
                </c:pt>
                <c:pt idx="7">
                  <c:v>236.80156325088132</c:v>
                </c:pt>
                <c:pt idx="8">
                  <c:v>236.80156325088132</c:v>
                </c:pt>
                <c:pt idx="9">
                  <c:v>307.36824964780158</c:v>
                </c:pt>
                <c:pt idx="10">
                  <c:v>307.36824964780158</c:v>
                </c:pt>
                <c:pt idx="11">
                  <c:v>424.90662921320359</c:v>
                </c:pt>
                <c:pt idx="12">
                  <c:v>424.90662921320359</c:v>
                </c:pt>
                <c:pt idx="13">
                  <c:v>454.40704521320356</c:v>
                </c:pt>
                <c:pt idx="14">
                  <c:v>454.40704521320356</c:v>
                </c:pt>
                <c:pt idx="15">
                  <c:v>546.0079325818765</c:v>
                </c:pt>
                <c:pt idx="16">
                  <c:v>546.0079325818765</c:v>
                </c:pt>
                <c:pt idx="17">
                  <c:v>583.92793258187635</c:v>
                </c:pt>
                <c:pt idx="18">
                  <c:v>583.92793258187635</c:v>
                </c:pt>
                <c:pt idx="19">
                  <c:v>614.08258367952385</c:v>
                </c:pt>
                <c:pt idx="20">
                  <c:v>614.08258367952385</c:v>
                </c:pt>
                <c:pt idx="21">
                  <c:v>641.42008367952383</c:v>
                </c:pt>
                <c:pt idx="22">
                  <c:v>641.42008367952383</c:v>
                </c:pt>
                <c:pt idx="23">
                  <c:v>657.38950390241257</c:v>
                </c:pt>
                <c:pt idx="24">
                  <c:v>657.38950390241257</c:v>
                </c:pt>
                <c:pt idx="25">
                  <c:v>802.44851210090746</c:v>
                </c:pt>
                <c:pt idx="26">
                  <c:v>802.44851210090746</c:v>
                </c:pt>
                <c:pt idx="27">
                  <c:v>822.52598202001093</c:v>
                </c:pt>
                <c:pt idx="28">
                  <c:v>822.52598202001093</c:v>
                </c:pt>
                <c:pt idx="29">
                  <c:v>1014.508498106523</c:v>
                </c:pt>
                <c:pt idx="30">
                  <c:v>1014.508498106523</c:v>
                </c:pt>
                <c:pt idx="31">
                  <c:v>1044.6839829682858</c:v>
                </c:pt>
                <c:pt idx="32">
                  <c:v>1044.6839829682858</c:v>
                </c:pt>
                <c:pt idx="33">
                  <c:v>1060.6843829682848</c:v>
                </c:pt>
                <c:pt idx="34">
                  <c:v>1060.6843829682848</c:v>
                </c:pt>
                <c:pt idx="35">
                  <c:v>1078.597729459555</c:v>
                </c:pt>
                <c:pt idx="36">
                  <c:v>1078.597729459555</c:v>
                </c:pt>
                <c:pt idx="37">
                  <c:v>1091.6145227817235</c:v>
                </c:pt>
                <c:pt idx="38">
                  <c:v>1091.6145227817235</c:v>
                </c:pt>
                <c:pt idx="39">
                  <c:v>1094.4623908553449</c:v>
                </c:pt>
                <c:pt idx="40">
                  <c:v>1094.4623908553449</c:v>
                </c:pt>
                <c:pt idx="41">
                  <c:v>1108.9120462807505</c:v>
                </c:pt>
                <c:pt idx="42">
                  <c:v>1108.9120462807505</c:v>
                </c:pt>
                <c:pt idx="43">
                  <c:v>1144.7740385880531</c:v>
                </c:pt>
                <c:pt idx="44">
                  <c:v>1144.7740385880531</c:v>
                </c:pt>
                <c:pt idx="45">
                  <c:v>1190.1524810895592</c:v>
                </c:pt>
                <c:pt idx="46">
                  <c:v>1190.1524810895592</c:v>
                </c:pt>
                <c:pt idx="47">
                  <c:v>1219.2065878094961</c:v>
                </c:pt>
                <c:pt idx="48">
                  <c:v>1219.2065878094961</c:v>
                </c:pt>
                <c:pt idx="49">
                  <c:v>1235.7498534492299</c:v>
                </c:pt>
                <c:pt idx="50">
                  <c:v>1235.7498534492299</c:v>
                </c:pt>
                <c:pt idx="51">
                  <c:v>1315.468017336628</c:v>
                </c:pt>
                <c:pt idx="52">
                  <c:v>1315.468017336628</c:v>
                </c:pt>
                <c:pt idx="53">
                  <c:v>1374.9733435188757</c:v>
                </c:pt>
                <c:pt idx="54">
                  <c:v>1374.9733435188757</c:v>
                </c:pt>
                <c:pt idx="55">
                  <c:v>1463.0858833401446</c:v>
                </c:pt>
                <c:pt idx="56">
                  <c:v>1463.0858833401446</c:v>
                </c:pt>
                <c:pt idx="57">
                  <c:v>1499.5969759781287</c:v>
                </c:pt>
                <c:pt idx="58">
                  <c:v>1499.5969759781287</c:v>
                </c:pt>
                <c:pt idx="59">
                  <c:v>1539.2090979221666</c:v>
                </c:pt>
                <c:pt idx="60">
                  <c:v>1539.2090979221666</c:v>
                </c:pt>
                <c:pt idx="61">
                  <c:v>1589.3044785533382</c:v>
                </c:pt>
                <c:pt idx="62">
                  <c:v>1589.3044785533382</c:v>
                </c:pt>
                <c:pt idx="63">
                  <c:v>1620.3409720000004</c:v>
                </c:pt>
                <c:pt idx="64">
                  <c:v>1620.3409720000004</c:v>
                </c:pt>
                <c:pt idx="65">
                  <c:v>1620.3409720000004</c:v>
                </c:pt>
                <c:pt idx="66">
                  <c:v>1620.3409720000004</c:v>
                </c:pt>
                <c:pt idx="67">
                  <c:v>1620.3409720000004</c:v>
                </c:pt>
                <c:pt idx="68">
                  <c:v>1620.3409720000004</c:v>
                </c:pt>
                <c:pt idx="69">
                  <c:v>1620.3409720000004</c:v>
                </c:pt>
                <c:pt idx="70">
                  <c:v>1620.3409720000004</c:v>
                </c:pt>
                <c:pt idx="71">
                  <c:v>1620.3409720000004</c:v>
                </c:pt>
                <c:pt idx="72">
                  <c:v>1620.3409720000004</c:v>
                </c:pt>
                <c:pt idx="73">
                  <c:v>1620.3409720000004</c:v>
                </c:pt>
                <c:pt idx="74">
                  <c:v>1620.3409720000004</c:v>
                </c:pt>
                <c:pt idx="75">
                  <c:v>1620.3409720000004</c:v>
                </c:pt>
                <c:pt idx="76">
                  <c:v>1620.3409720000004</c:v>
                </c:pt>
                <c:pt idx="77">
                  <c:v>1620.3409720000004</c:v>
                </c:pt>
                <c:pt idx="78">
                  <c:v>1620.3409720000004</c:v>
                </c:pt>
                <c:pt idx="79">
                  <c:v>1620.3409720000004</c:v>
                </c:pt>
                <c:pt idx="80">
                  <c:v>1620.3409720000004</c:v>
                </c:pt>
                <c:pt idx="81">
                  <c:v>1620.3409720000004</c:v>
                </c:pt>
                <c:pt idx="82">
                  <c:v>1620.3409720000004</c:v>
                </c:pt>
                <c:pt idx="83">
                  <c:v>1620.3409720000004</c:v>
                </c:pt>
                <c:pt idx="84">
                  <c:v>1620.3409720000004</c:v>
                </c:pt>
                <c:pt idx="85">
                  <c:v>1620.3409720000004</c:v>
                </c:pt>
                <c:pt idx="86">
                  <c:v>1620.3409720000004</c:v>
                </c:pt>
                <c:pt idx="87">
                  <c:v>1620.3409720000004</c:v>
                </c:pt>
                <c:pt idx="88">
                  <c:v>1620.3409720000004</c:v>
                </c:pt>
                <c:pt idx="89">
                  <c:v>1620.3409720000004</c:v>
                </c:pt>
                <c:pt idx="90">
                  <c:v>1620.3409720000004</c:v>
                </c:pt>
                <c:pt idx="91">
                  <c:v>1620.3409720000004</c:v>
                </c:pt>
                <c:pt idx="92">
                  <c:v>1620.3409720000004</c:v>
                </c:pt>
                <c:pt idx="93">
                  <c:v>1620.3409720000004</c:v>
                </c:pt>
                <c:pt idx="94">
                  <c:v>1620.3409720000004</c:v>
                </c:pt>
                <c:pt idx="95">
                  <c:v>1620.3409720000004</c:v>
                </c:pt>
                <c:pt idx="96">
                  <c:v>1620.3409720000004</c:v>
                </c:pt>
                <c:pt idx="97">
                  <c:v>1620.3409720000004</c:v>
                </c:pt>
                <c:pt idx="98">
                  <c:v>1620.3409720000004</c:v>
                </c:pt>
                <c:pt idx="99">
                  <c:v>1620.3409720000004</c:v>
                </c:pt>
                <c:pt idx="100">
                  <c:v>1620.3409720000004</c:v>
                </c:pt>
                <c:pt idx="101">
                  <c:v>1620.3409720000004</c:v>
                </c:pt>
                <c:pt idx="102">
                  <c:v>1620.3409720000004</c:v>
                </c:pt>
                <c:pt idx="103">
                  <c:v>1620.3409720000004</c:v>
                </c:pt>
                <c:pt idx="104">
                  <c:v>1620.3409720000004</c:v>
                </c:pt>
                <c:pt idx="105">
                  <c:v>1620.3409720000004</c:v>
                </c:pt>
                <c:pt idx="106">
                  <c:v>1620.3409720000004</c:v>
                </c:pt>
                <c:pt idx="107">
                  <c:v>1620.3409720000004</c:v>
                </c:pt>
                <c:pt idx="108">
                  <c:v>1620.3409720000004</c:v>
                </c:pt>
                <c:pt idx="109">
                  <c:v>1620.3409720000004</c:v>
                </c:pt>
                <c:pt idx="110">
                  <c:v>1620.3409720000004</c:v>
                </c:pt>
                <c:pt idx="111">
                  <c:v>1620.3409720000004</c:v>
                </c:pt>
                <c:pt idx="112">
                  <c:v>1620.3409720000004</c:v>
                </c:pt>
                <c:pt idx="113">
                  <c:v>1620.3409720000004</c:v>
                </c:pt>
                <c:pt idx="114">
                  <c:v>1620.3409720000004</c:v>
                </c:pt>
                <c:pt idx="115">
                  <c:v>1620.3409720000004</c:v>
                </c:pt>
                <c:pt idx="116">
                  <c:v>1620.3409720000004</c:v>
                </c:pt>
                <c:pt idx="117">
                  <c:v>1620.3409720000004</c:v>
                </c:pt>
                <c:pt idx="118">
                  <c:v>1620.3409720000004</c:v>
                </c:pt>
                <c:pt idx="119">
                  <c:v>1620.3409720000004</c:v>
                </c:pt>
                <c:pt idx="120">
                  <c:v>1620.3409720000004</c:v>
                </c:pt>
                <c:pt idx="121">
                  <c:v>1620.3409720000004</c:v>
                </c:pt>
                <c:pt idx="122">
                  <c:v>1620.3409720000004</c:v>
                </c:pt>
                <c:pt idx="123">
                  <c:v>1620.3409720000004</c:v>
                </c:pt>
                <c:pt idx="124">
                  <c:v>1620.3409720000004</c:v>
                </c:pt>
                <c:pt idx="125">
                  <c:v>1620.3409720000004</c:v>
                </c:pt>
                <c:pt idx="126">
                  <c:v>1620.3409720000004</c:v>
                </c:pt>
                <c:pt idx="127">
                  <c:v>1620.3409720000004</c:v>
                </c:pt>
                <c:pt idx="128">
                  <c:v>1620.3409720000004</c:v>
                </c:pt>
                <c:pt idx="129">
                  <c:v>1620.3409720000004</c:v>
                </c:pt>
                <c:pt idx="130">
                  <c:v>1620.3409720000004</c:v>
                </c:pt>
                <c:pt idx="131">
                  <c:v>1620.3409720000004</c:v>
                </c:pt>
                <c:pt idx="132">
                  <c:v>1620.3409720000004</c:v>
                </c:pt>
                <c:pt idx="133">
                  <c:v>1620.3409720000004</c:v>
                </c:pt>
                <c:pt idx="134">
                  <c:v>1620.3409720000004</c:v>
                </c:pt>
                <c:pt idx="135">
                  <c:v>1620.3409720000004</c:v>
                </c:pt>
                <c:pt idx="136">
                  <c:v>1620.3409720000004</c:v>
                </c:pt>
                <c:pt idx="137">
                  <c:v>1620.3409720000004</c:v>
                </c:pt>
                <c:pt idx="138">
                  <c:v>1620.3409720000004</c:v>
                </c:pt>
                <c:pt idx="139">
                  <c:v>1620.3409720000004</c:v>
                </c:pt>
                <c:pt idx="140">
                  <c:v>1620.3409720000004</c:v>
                </c:pt>
                <c:pt idx="141">
                  <c:v>1620.3409720000004</c:v>
                </c:pt>
                <c:pt idx="142">
                  <c:v>1620.3409720000004</c:v>
                </c:pt>
                <c:pt idx="143">
                  <c:v>1620.3409720000004</c:v>
                </c:pt>
                <c:pt idx="144">
                  <c:v>1620.3409720000004</c:v>
                </c:pt>
                <c:pt idx="145">
                  <c:v>1620.3409720000004</c:v>
                </c:pt>
                <c:pt idx="146">
                  <c:v>1620.3409720000004</c:v>
                </c:pt>
                <c:pt idx="147">
                  <c:v>1620.3409720000004</c:v>
                </c:pt>
                <c:pt idx="148">
                  <c:v>1620.3409720000004</c:v>
                </c:pt>
                <c:pt idx="149">
                  <c:v>1620.3409720000004</c:v>
                </c:pt>
                <c:pt idx="150">
                  <c:v>1620.3409720000004</c:v>
                </c:pt>
                <c:pt idx="151">
                  <c:v>1620.3409720000004</c:v>
                </c:pt>
                <c:pt idx="152">
                  <c:v>1620.3409720000004</c:v>
                </c:pt>
                <c:pt idx="153">
                  <c:v>1620.3409720000004</c:v>
                </c:pt>
                <c:pt idx="154">
                  <c:v>1620.3409720000004</c:v>
                </c:pt>
                <c:pt idx="155">
                  <c:v>1620.3409720000004</c:v>
                </c:pt>
                <c:pt idx="156">
                  <c:v>1620.3409720000004</c:v>
                </c:pt>
                <c:pt idx="157">
                  <c:v>1620.3409720000004</c:v>
                </c:pt>
                <c:pt idx="158">
                  <c:v>1620.3409720000004</c:v>
                </c:pt>
                <c:pt idx="159">
                  <c:v>1620.3409720000004</c:v>
                </c:pt>
                <c:pt idx="160">
                  <c:v>1620.3409720000004</c:v>
                </c:pt>
                <c:pt idx="161">
                  <c:v>1620.3409720000004</c:v>
                </c:pt>
                <c:pt idx="162">
                  <c:v>1620.3409720000004</c:v>
                </c:pt>
                <c:pt idx="163">
                  <c:v>1620.3409720000004</c:v>
                </c:pt>
                <c:pt idx="164">
                  <c:v>1620.3409720000004</c:v>
                </c:pt>
                <c:pt idx="165">
                  <c:v>1620.3409720000004</c:v>
                </c:pt>
                <c:pt idx="166">
                  <c:v>1620.3409720000004</c:v>
                </c:pt>
                <c:pt idx="167">
                  <c:v>1620.3409720000004</c:v>
                </c:pt>
                <c:pt idx="168">
                  <c:v>1620.3409720000004</c:v>
                </c:pt>
                <c:pt idx="169">
                  <c:v>1620.3409720000004</c:v>
                </c:pt>
                <c:pt idx="170">
                  <c:v>1620.3409720000004</c:v>
                </c:pt>
                <c:pt idx="171">
                  <c:v>1620.3409720000004</c:v>
                </c:pt>
                <c:pt idx="172">
                  <c:v>1620.3409720000004</c:v>
                </c:pt>
                <c:pt idx="173">
                  <c:v>1620.3409720000004</c:v>
                </c:pt>
                <c:pt idx="174">
                  <c:v>1620.3409720000004</c:v>
                </c:pt>
                <c:pt idx="175">
                  <c:v>1620.3409720000004</c:v>
                </c:pt>
                <c:pt idx="176">
                  <c:v>1620.3409720000004</c:v>
                </c:pt>
                <c:pt idx="177">
                  <c:v>1620.3409720000004</c:v>
                </c:pt>
                <c:pt idx="178">
                  <c:v>1620.3409720000004</c:v>
                </c:pt>
                <c:pt idx="179">
                  <c:v>1620.3409720000004</c:v>
                </c:pt>
                <c:pt idx="180">
                  <c:v>1620.3409720000004</c:v>
                </c:pt>
                <c:pt idx="181">
                  <c:v>1620.3409720000004</c:v>
                </c:pt>
                <c:pt idx="182">
                  <c:v>1620.3409720000004</c:v>
                </c:pt>
                <c:pt idx="183">
                  <c:v>1620.3409720000004</c:v>
                </c:pt>
                <c:pt idx="184">
                  <c:v>1620.3409720000004</c:v>
                </c:pt>
                <c:pt idx="185">
                  <c:v>1620.3409720000004</c:v>
                </c:pt>
                <c:pt idx="186">
                  <c:v>1620.3409720000004</c:v>
                </c:pt>
                <c:pt idx="187">
                  <c:v>1620.3409720000004</c:v>
                </c:pt>
                <c:pt idx="188">
                  <c:v>1620.3409720000004</c:v>
                </c:pt>
                <c:pt idx="189">
                  <c:v>1620.3409720000004</c:v>
                </c:pt>
                <c:pt idx="190">
                  <c:v>1620.3409720000004</c:v>
                </c:pt>
                <c:pt idx="191">
                  <c:v>1620.3409720000004</c:v>
                </c:pt>
                <c:pt idx="192">
                  <c:v>1620.3409720000004</c:v>
                </c:pt>
                <c:pt idx="193">
                  <c:v>1620.3409720000004</c:v>
                </c:pt>
                <c:pt idx="194">
                  <c:v>1620.3409720000004</c:v>
                </c:pt>
                <c:pt idx="195">
                  <c:v>1620.3409720000004</c:v>
                </c:pt>
                <c:pt idx="196">
                  <c:v>1620.3409720000004</c:v>
                </c:pt>
                <c:pt idx="197">
                  <c:v>1620.3409720000004</c:v>
                </c:pt>
                <c:pt idx="198">
                  <c:v>1620.3409720000004</c:v>
                </c:pt>
                <c:pt idx="199">
                  <c:v>1620.3409720000004</c:v>
                </c:pt>
                <c:pt idx="200">
                  <c:v>1620.3409720000004</c:v>
                </c:pt>
                <c:pt idx="201">
                  <c:v>1620.3409720000004</c:v>
                </c:pt>
                <c:pt idx="202">
                  <c:v>1620.3409720000004</c:v>
                </c:pt>
                <c:pt idx="203">
                  <c:v>1620.3409720000004</c:v>
                </c:pt>
                <c:pt idx="204">
                  <c:v>1620.3409720000004</c:v>
                </c:pt>
                <c:pt idx="205">
                  <c:v>1620.3409720000004</c:v>
                </c:pt>
                <c:pt idx="206">
                  <c:v>1620.3409720000004</c:v>
                </c:pt>
                <c:pt idx="207">
                  <c:v>1620.3409720000004</c:v>
                </c:pt>
                <c:pt idx="208">
                  <c:v>1620.3409720000004</c:v>
                </c:pt>
                <c:pt idx="209">
                  <c:v>1620.3409720000004</c:v>
                </c:pt>
                <c:pt idx="210">
                  <c:v>1620.3409720000004</c:v>
                </c:pt>
                <c:pt idx="211">
                  <c:v>1620.3409720000004</c:v>
                </c:pt>
                <c:pt idx="212">
                  <c:v>1620.3409720000004</c:v>
                </c:pt>
                <c:pt idx="213">
                  <c:v>1620.3409720000004</c:v>
                </c:pt>
                <c:pt idx="214">
                  <c:v>1620.3409720000004</c:v>
                </c:pt>
                <c:pt idx="215">
                  <c:v>1620.3409720000004</c:v>
                </c:pt>
                <c:pt idx="216">
                  <c:v>1620.3409720000004</c:v>
                </c:pt>
                <c:pt idx="217">
                  <c:v>1620.3409720000004</c:v>
                </c:pt>
                <c:pt idx="218">
                  <c:v>1620.3409720000004</c:v>
                </c:pt>
                <c:pt idx="219">
                  <c:v>1620.3409720000004</c:v>
                </c:pt>
                <c:pt idx="220">
                  <c:v>1620.3409720000004</c:v>
                </c:pt>
                <c:pt idx="221">
                  <c:v>1620.3409720000004</c:v>
                </c:pt>
                <c:pt idx="222">
                  <c:v>1620.3409720000004</c:v>
                </c:pt>
                <c:pt idx="223">
                  <c:v>1620.3409720000004</c:v>
                </c:pt>
                <c:pt idx="224">
                  <c:v>1620.3409720000004</c:v>
                </c:pt>
                <c:pt idx="225">
                  <c:v>1620.3409720000004</c:v>
                </c:pt>
                <c:pt idx="226">
                  <c:v>1620.3409720000004</c:v>
                </c:pt>
                <c:pt idx="227">
                  <c:v>1620.3409720000004</c:v>
                </c:pt>
                <c:pt idx="228">
                  <c:v>1620.3409720000004</c:v>
                </c:pt>
                <c:pt idx="229">
                  <c:v>1620.3409720000004</c:v>
                </c:pt>
                <c:pt idx="230">
                  <c:v>1620.3409720000004</c:v>
                </c:pt>
                <c:pt idx="231">
                  <c:v>1620.3409720000004</c:v>
                </c:pt>
                <c:pt idx="232">
                  <c:v>1620.3409720000004</c:v>
                </c:pt>
                <c:pt idx="233">
                  <c:v>1620.3409720000004</c:v>
                </c:pt>
                <c:pt idx="234">
                  <c:v>1620.3409720000004</c:v>
                </c:pt>
                <c:pt idx="235">
                  <c:v>1620.3409720000004</c:v>
                </c:pt>
                <c:pt idx="236">
                  <c:v>1620.3409720000004</c:v>
                </c:pt>
                <c:pt idx="237">
                  <c:v>1620.3409720000004</c:v>
                </c:pt>
                <c:pt idx="238">
                  <c:v>1620.3409720000004</c:v>
                </c:pt>
                <c:pt idx="239">
                  <c:v>1620.3409720000004</c:v>
                </c:pt>
                <c:pt idx="240">
                  <c:v>1620.3409720000004</c:v>
                </c:pt>
                <c:pt idx="241">
                  <c:v>1620.3409720000004</c:v>
                </c:pt>
                <c:pt idx="242">
                  <c:v>1620.3409720000004</c:v>
                </c:pt>
                <c:pt idx="243">
                  <c:v>1620.3409720000004</c:v>
                </c:pt>
                <c:pt idx="244">
                  <c:v>1620.3409720000004</c:v>
                </c:pt>
                <c:pt idx="245">
                  <c:v>1620.3409720000004</c:v>
                </c:pt>
                <c:pt idx="246">
                  <c:v>1620.3409720000004</c:v>
                </c:pt>
                <c:pt idx="247">
                  <c:v>1620.3409720000004</c:v>
                </c:pt>
                <c:pt idx="248">
                  <c:v>1620.3409720000004</c:v>
                </c:pt>
                <c:pt idx="249">
                  <c:v>1620.3409720000004</c:v>
                </c:pt>
                <c:pt idx="250">
                  <c:v>1620.3409720000004</c:v>
                </c:pt>
                <c:pt idx="251">
                  <c:v>1620.3409720000004</c:v>
                </c:pt>
                <c:pt idx="252">
                  <c:v>1620.3409720000004</c:v>
                </c:pt>
                <c:pt idx="253">
                  <c:v>1620.3409720000004</c:v>
                </c:pt>
                <c:pt idx="254">
                  <c:v>1620.3409720000004</c:v>
                </c:pt>
                <c:pt idx="255">
                  <c:v>1620.3409720000004</c:v>
                </c:pt>
                <c:pt idx="256">
                  <c:v>1620.3409720000004</c:v>
                </c:pt>
                <c:pt idx="257">
                  <c:v>1620.3409720000004</c:v>
                </c:pt>
                <c:pt idx="258">
                  <c:v>1620.3409720000004</c:v>
                </c:pt>
                <c:pt idx="259">
                  <c:v>1620.3409720000004</c:v>
                </c:pt>
                <c:pt idx="260">
                  <c:v>1620.3409720000004</c:v>
                </c:pt>
                <c:pt idx="261">
                  <c:v>1620.3409720000004</c:v>
                </c:pt>
                <c:pt idx="262">
                  <c:v>1620.3409720000004</c:v>
                </c:pt>
                <c:pt idx="263">
                  <c:v>1620.3409720000004</c:v>
                </c:pt>
                <c:pt idx="264">
                  <c:v>1620.3409720000004</c:v>
                </c:pt>
                <c:pt idx="265">
                  <c:v>1620.3409720000004</c:v>
                </c:pt>
                <c:pt idx="266">
                  <c:v>1620.3409720000004</c:v>
                </c:pt>
                <c:pt idx="267">
                  <c:v>1620.3409720000004</c:v>
                </c:pt>
                <c:pt idx="268">
                  <c:v>1620.3409720000004</c:v>
                </c:pt>
                <c:pt idx="269">
                  <c:v>1620.3409720000004</c:v>
                </c:pt>
                <c:pt idx="270">
                  <c:v>1620.3409720000004</c:v>
                </c:pt>
                <c:pt idx="271">
                  <c:v>1620.3409720000004</c:v>
                </c:pt>
                <c:pt idx="272">
                  <c:v>1620.3409720000004</c:v>
                </c:pt>
                <c:pt idx="273">
                  <c:v>1620.3409720000004</c:v>
                </c:pt>
                <c:pt idx="274">
                  <c:v>1620.3409720000004</c:v>
                </c:pt>
                <c:pt idx="275">
                  <c:v>1620.3409720000004</c:v>
                </c:pt>
                <c:pt idx="276">
                  <c:v>1620.3409720000004</c:v>
                </c:pt>
                <c:pt idx="277">
                  <c:v>1620.3409720000004</c:v>
                </c:pt>
                <c:pt idx="278">
                  <c:v>1620.3409720000004</c:v>
                </c:pt>
                <c:pt idx="279">
                  <c:v>1620.3409720000004</c:v>
                </c:pt>
                <c:pt idx="280">
                  <c:v>1620.3409720000004</c:v>
                </c:pt>
                <c:pt idx="281">
                  <c:v>1620.3409720000004</c:v>
                </c:pt>
                <c:pt idx="282">
                  <c:v>1620.3409720000004</c:v>
                </c:pt>
                <c:pt idx="283">
                  <c:v>1620.3409720000004</c:v>
                </c:pt>
                <c:pt idx="284">
                  <c:v>1620.3409720000004</c:v>
                </c:pt>
                <c:pt idx="285">
                  <c:v>1620.3409720000004</c:v>
                </c:pt>
                <c:pt idx="286">
                  <c:v>1620.3409720000004</c:v>
                </c:pt>
                <c:pt idx="287">
                  <c:v>1620.3409720000004</c:v>
                </c:pt>
                <c:pt idx="288">
                  <c:v>1620.3409720000004</c:v>
                </c:pt>
                <c:pt idx="289">
                  <c:v>1620.3409720000004</c:v>
                </c:pt>
                <c:pt idx="290">
                  <c:v>1620.3409720000004</c:v>
                </c:pt>
                <c:pt idx="291">
                  <c:v>1620.3409720000004</c:v>
                </c:pt>
                <c:pt idx="292">
                  <c:v>1620.3409720000004</c:v>
                </c:pt>
                <c:pt idx="293">
                  <c:v>1620.3409720000004</c:v>
                </c:pt>
                <c:pt idx="294">
                  <c:v>1620.3409720000004</c:v>
                </c:pt>
                <c:pt idx="295">
                  <c:v>1620.3409720000004</c:v>
                </c:pt>
                <c:pt idx="296">
                  <c:v>1620.3409720000004</c:v>
                </c:pt>
                <c:pt idx="297">
                  <c:v>1620.3409720000004</c:v>
                </c:pt>
                <c:pt idx="298">
                  <c:v>1620.3409720000004</c:v>
                </c:pt>
                <c:pt idx="299">
                  <c:v>1620.3409720000004</c:v>
                </c:pt>
                <c:pt idx="300">
                  <c:v>1620.3409720000004</c:v>
                </c:pt>
                <c:pt idx="301">
                  <c:v>1620.3409720000004</c:v>
                </c:pt>
                <c:pt idx="302">
                  <c:v>1620.3409720000004</c:v>
                </c:pt>
                <c:pt idx="303">
                  <c:v>1620.3409720000004</c:v>
                </c:pt>
                <c:pt idx="304">
                  <c:v>1620.3409720000004</c:v>
                </c:pt>
                <c:pt idx="305">
                  <c:v>1620.3409720000004</c:v>
                </c:pt>
                <c:pt idx="306">
                  <c:v>1620.3409720000004</c:v>
                </c:pt>
                <c:pt idx="307">
                  <c:v>1620.3409720000004</c:v>
                </c:pt>
                <c:pt idx="308">
                  <c:v>1620.3409720000004</c:v>
                </c:pt>
                <c:pt idx="309">
                  <c:v>1620.3409720000004</c:v>
                </c:pt>
                <c:pt idx="310">
                  <c:v>1620.3409720000004</c:v>
                </c:pt>
                <c:pt idx="311">
                  <c:v>1620.3409720000004</c:v>
                </c:pt>
                <c:pt idx="312">
                  <c:v>1620.3409720000004</c:v>
                </c:pt>
                <c:pt idx="313">
                  <c:v>1620.3409720000004</c:v>
                </c:pt>
                <c:pt idx="314">
                  <c:v>1620.3409720000004</c:v>
                </c:pt>
                <c:pt idx="315">
                  <c:v>1620.3409720000004</c:v>
                </c:pt>
                <c:pt idx="316">
                  <c:v>1620.3409720000004</c:v>
                </c:pt>
                <c:pt idx="317">
                  <c:v>1620.3409720000004</c:v>
                </c:pt>
                <c:pt idx="318">
                  <c:v>1620.3409720000004</c:v>
                </c:pt>
                <c:pt idx="319">
                  <c:v>1620.3409720000004</c:v>
                </c:pt>
                <c:pt idx="320">
                  <c:v>1620.3409720000004</c:v>
                </c:pt>
                <c:pt idx="321">
                  <c:v>1620.3409720000004</c:v>
                </c:pt>
                <c:pt idx="322">
                  <c:v>1620.3409720000004</c:v>
                </c:pt>
                <c:pt idx="323">
                  <c:v>1620.3409720000004</c:v>
                </c:pt>
                <c:pt idx="324">
                  <c:v>1620.3409720000004</c:v>
                </c:pt>
                <c:pt idx="325">
                  <c:v>1620.3409720000004</c:v>
                </c:pt>
                <c:pt idx="326">
                  <c:v>1620.3409720000004</c:v>
                </c:pt>
                <c:pt idx="327">
                  <c:v>1620.3409720000004</c:v>
                </c:pt>
                <c:pt idx="328">
                  <c:v>1620.3409720000004</c:v>
                </c:pt>
                <c:pt idx="329">
                  <c:v>1620.3409720000004</c:v>
                </c:pt>
                <c:pt idx="330">
                  <c:v>1620.3409720000004</c:v>
                </c:pt>
                <c:pt idx="331">
                  <c:v>1620.3409720000004</c:v>
                </c:pt>
                <c:pt idx="332">
                  <c:v>1620.3409720000004</c:v>
                </c:pt>
                <c:pt idx="333">
                  <c:v>1620.3409720000004</c:v>
                </c:pt>
                <c:pt idx="334">
                  <c:v>1620.3409720000004</c:v>
                </c:pt>
                <c:pt idx="335">
                  <c:v>1620.3409720000004</c:v>
                </c:pt>
                <c:pt idx="336">
                  <c:v>1620.3409720000004</c:v>
                </c:pt>
                <c:pt idx="337">
                  <c:v>1620.3409720000004</c:v>
                </c:pt>
                <c:pt idx="338">
                  <c:v>1620.3409720000004</c:v>
                </c:pt>
                <c:pt idx="339">
                  <c:v>1620.3409720000004</c:v>
                </c:pt>
                <c:pt idx="340">
                  <c:v>1620.3409720000004</c:v>
                </c:pt>
                <c:pt idx="341">
                  <c:v>1620.3409720000004</c:v>
                </c:pt>
                <c:pt idx="342">
                  <c:v>1620.3409720000004</c:v>
                </c:pt>
                <c:pt idx="343">
                  <c:v>1620.3409720000004</c:v>
                </c:pt>
                <c:pt idx="344">
                  <c:v>1620.3409720000004</c:v>
                </c:pt>
                <c:pt idx="345">
                  <c:v>1620.3409720000004</c:v>
                </c:pt>
                <c:pt idx="346">
                  <c:v>1620.3409720000004</c:v>
                </c:pt>
                <c:pt idx="347">
                  <c:v>1620.3409720000004</c:v>
                </c:pt>
                <c:pt idx="348">
                  <c:v>1620.3409720000004</c:v>
                </c:pt>
                <c:pt idx="349">
                  <c:v>1620.3409720000004</c:v>
                </c:pt>
                <c:pt idx="350">
                  <c:v>1620.3409720000004</c:v>
                </c:pt>
                <c:pt idx="351">
                  <c:v>1620.3409720000004</c:v>
                </c:pt>
                <c:pt idx="352">
                  <c:v>1620.3409720000004</c:v>
                </c:pt>
                <c:pt idx="353">
                  <c:v>1620.3409720000004</c:v>
                </c:pt>
                <c:pt idx="354">
                  <c:v>1620.3409720000004</c:v>
                </c:pt>
                <c:pt idx="355">
                  <c:v>1620.3409720000004</c:v>
                </c:pt>
                <c:pt idx="356">
                  <c:v>1620.3409720000004</c:v>
                </c:pt>
                <c:pt idx="357">
                  <c:v>1620.3409720000004</c:v>
                </c:pt>
                <c:pt idx="358">
                  <c:v>1620.3409720000004</c:v>
                </c:pt>
                <c:pt idx="359">
                  <c:v>1620.3409720000004</c:v>
                </c:pt>
                <c:pt idx="360">
                  <c:v>1620.3409720000004</c:v>
                </c:pt>
                <c:pt idx="361">
                  <c:v>1620.3409720000004</c:v>
                </c:pt>
                <c:pt idx="362">
                  <c:v>1620.3409720000004</c:v>
                </c:pt>
                <c:pt idx="363">
                  <c:v>1620.3409720000004</c:v>
                </c:pt>
                <c:pt idx="364">
                  <c:v>1620.3409720000004</c:v>
                </c:pt>
                <c:pt idx="365">
                  <c:v>1620.3409720000004</c:v>
                </c:pt>
                <c:pt idx="366">
                  <c:v>1620.3409720000004</c:v>
                </c:pt>
                <c:pt idx="367">
                  <c:v>1620.3409720000004</c:v>
                </c:pt>
                <c:pt idx="368">
                  <c:v>1620.3409720000004</c:v>
                </c:pt>
                <c:pt idx="369">
                  <c:v>1620.3409720000004</c:v>
                </c:pt>
                <c:pt idx="370">
                  <c:v>1620.3409720000004</c:v>
                </c:pt>
                <c:pt idx="371">
                  <c:v>1620.3409720000004</c:v>
                </c:pt>
                <c:pt idx="372">
                  <c:v>1620.3409720000004</c:v>
                </c:pt>
                <c:pt idx="373">
                  <c:v>1620.3409720000004</c:v>
                </c:pt>
                <c:pt idx="374">
                  <c:v>1620.3409720000004</c:v>
                </c:pt>
                <c:pt idx="375">
                  <c:v>1620.3409720000004</c:v>
                </c:pt>
                <c:pt idx="376">
                  <c:v>1620.3409720000004</c:v>
                </c:pt>
                <c:pt idx="377">
                  <c:v>1620.3409720000004</c:v>
                </c:pt>
                <c:pt idx="378">
                  <c:v>1620.3409720000004</c:v>
                </c:pt>
                <c:pt idx="379">
                  <c:v>1620.3409720000004</c:v>
                </c:pt>
                <c:pt idx="380">
                  <c:v>1620.3409720000004</c:v>
                </c:pt>
                <c:pt idx="381">
                  <c:v>1620.3409720000004</c:v>
                </c:pt>
                <c:pt idx="382">
                  <c:v>1620.3409720000004</c:v>
                </c:pt>
                <c:pt idx="383">
                  <c:v>1620.3409720000004</c:v>
                </c:pt>
                <c:pt idx="384">
                  <c:v>1620.3409720000004</c:v>
                </c:pt>
                <c:pt idx="385">
                  <c:v>1620.3409720000004</c:v>
                </c:pt>
                <c:pt idx="386">
                  <c:v>1620.3409720000004</c:v>
                </c:pt>
                <c:pt idx="387">
                  <c:v>1620.3409720000004</c:v>
                </c:pt>
                <c:pt idx="388">
                  <c:v>1620.3409720000004</c:v>
                </c:pt>
                <c:pt idx="389">
                  <c:v>1620.3409720000004</c:v>
                </c:pt>
                <c:pt idx="390">
                  <c:v>1620.3409720000004</c:v>
                </c:pt>
                <c:pt idx="391">
                  <c:v>1620.3409720000004</c:v>
                </c:pt>
                <c:pt idx="392">
                  <c:v>1620.3409720000004</c:v>
                </c:pt>
                <c:pt idx="393">
                  <c:v>1620.3409720000004</c:v>
                </c:pt>
                <c:pt idx="394">
                  <c:v>1620.3409720000004</c:v>
                </c:pt>
                <c:pt idx="395">
                  <c:v>1620.3409720000004</c:v>
                </c:pt>
                <c:pt idx="396">
                  <c:v>1620.3409720000004</c:v>
                </c:pt>
                <c:pt idx="397">
                  <c:v>1620.3409720000004</c:v>
                </c:pt>
                <c:pt idx="398">
                  <c:v>1620.3409720000004</c:v>
                </c:pt>
                <c:pt idx="399">
                  <c:v>1620.3409720000004</c:v>
                </c:pt>
                <c:pt idx="400">
                  <c:v>1620.3409720000004</c:v>
                </c:pt>
                <c:pt idx="401">
                  <c:v>1620.3409720000004</c:v>
                </c:pt>
                <c:pt idx="402">
                  <c:v>1620.3409720000004</c:v>
                </c:pt>
                <c:pt idx="403">
                  <c:v>1620.3409720000004</c:v>
                </c:pt>
                <c:pt idx="404">
                  <c:v>1620.3409720000004</c:v>
                </c:pt>
                <c:pt idx="405">
                  <c:v>1620.3409720000004</c:v>
                </c:pt>
                <c:pt idx="406">
                  <c:v>1620.3409720000004</c:v>
                </c:pt>
                <c:pt idx="407">
                  <c:v>1620.3409720000004</c:v>
                </c:pt>
                <c:pt idx="408">
                  <c:v>1620.3409720000004</c:v>
                </c:pt>
                <c:pt idx="409">
                  <c:v>1620.3409720000004</c:v>
                </c:pt>
                <c:pt idx="410">
                  <c:v>1620.3409720000004</c:v>
                </c:pt>
                <c:pt idx="411">
                  <c:v>1620.3409720000004</c:v>
                </c:pt>
                <c:pt idx="412">
                  <c:v>1620.3409720000004</c:v>
                </c:pt>
                <c:pt idx="413">
                  <c:v>1620.3409720000004</c:v>
                </c:pt>
                <c:pt idx="414">
                  <c:v>1620.3409720000004</c:v>
                </c:pt>
                <c:pt idx="415">
                  <c:v>1620.3409720000004</c:v>
                </c:pt>
                <c:pt idx="416">
                  <c:v>1620.3409720000004</c:v>
                </c:pt>
                <c:pt idx="417">
                  <c:v>1620.3409720000004</c:v>
                </c:pt>
                <c:pt idx="418">
                  <c:v>1620.3409720000004</c:v>
                </c:pt>
                <c:pt idx="419">
                  <c:v>1620.3409720000004</c:v>
                </c:pt>
                <c:pt idx="420">
                  <c:v>1620.3409720000004</c:v>
                </c:pt>
                <c:pt idx="421">
                  <c:v>1620.3409720000004</c:v>
                </c:pt>
                <c:pt idx="422">
                  <c:v>1620.3409720000004</c:v>
                </c:pt>
                <c:pt idx="423">
                  <c:v>1620.3409720000004</c:v>
                </c:pt>
                <c:pt idx="424">
                  <c:v>1620.3409720000004</c:v>
                </c:pt>
                <c:pt idx="425">
                  <c:v>1620.3409720000004</c:v>
                </c:pt>
                <c:pt idx="426">
                  <c:v>1620.3409720000004</c:v>
                </c:pt>
                <c:pt idx="427">
                  <c:v>1620.3409720000004</c:v>
                </c:pt>
                <c:pt idx="428">
                  <c:v>1620.3409720000004</c:v>
                </c:pt>
                <c:pt idx="429">
                  <c:v>1620.3409720000004</c:v>
                </c:pt>
                <c:pt idx="430">
                  <c:v>1620.3409720000004</c:v>
                </c:pt>
                <c:pt idx="431">
                  <c:v>1620.3409720000004</c:v>
                </c:pt>
                <c:pt idx="432">
                  <c:v>1620.3409720000004</c:v>
                </c:pt>
                <c:pt idx="433">
                  <c:v>1620.3409720000004</c:v>
                </c:pt>
                <c:pt idx="434">
                  <c:v>1620.3409720000004</c:v>
                </c:pt>
                <c:pt idx="435">
                  <c:v>1620.3409720000004</c:v>
                </c:pt>
                <c:pt idx="436">
                  <c:v>1620.3409720000004</c:v>
                </c:pt>
                <c:pt idx="437">
                  <c:v>1620.3409720000004</c:v>
                </c:pt>
                <c:pt idx="438">
                  <c:v>1620.3409720000004</c:v>
                </c:pt>
                <c:pt idx="439">
                  <c:v>1620.3409720000004</c:v>
                </c:pt>
                <c:pt idx="440">
                  <c:v>1620.3409720000004</c:v>
                </c:pt>
                <c:pt idx="441">
                  <c:v>1620.3409720000004</c:v>
                </c:pt>
                <c:pt idx="442">
                  <c:v>1620.3409720000004</c:v>
                </c:pt>
                <c:pt idx="443">
                  <c:v>1620.3409720000004</c:v>
                </c:pt>
                <c:pt idx="444">
                  <c:v>1620.3409720000004</c:v>
                </c:pt>
                <c:pt idx="445">
                  <c:v>1620.3409720000004</c:v>
                </c:pt>
                <c:pt idx="446">
                  <c:v>1620.3409720000004</c:v>
                </c:pt>
                <c:pt idx="447">
                  <c:v>1620.3409720000004</c:v>
                </c:pt>
                <c:pt idx="448">
                  <c:v>1620.3409720000004</c:v>
                </c:pt>
                <c:pt idx="449">
                  <c:v>1620.3409720000004</c:v>
                </c:pt>
                <c:pt idx="450">
                  <c:v>1620.3409720000004</c:v>
                </c:pt>
                <c:pt idx="451">
                  <c:v>1620.3409720000004</c:v>
                </c:pt>
                <c:pt idx="452">
                  <c:v>1620.3409720000004</c:v>
                </c:pt>
                <c:pt idx="453">
                  <c:v>1620.3409720000004</c:v>
                </c:pt>
                <c:pt idx="454">
                  <c:v>1620.3409720000004</c:v>
                </c:pt>
                <c:pt idx="455">
                  <c:v>1620.3409720000004</c:v>
                </c:pt>
                <c:pt idx="456">
                  <c:v>1620.3409720000004</c:v>
                </c:pt>
                <c:pt idx="457">
                  <c:v>1620.3409720000004</c:v>
                </c:pt>
                <c:pt idx="458">
                  <c:v>1620.3409720000004</c:v>
                </c:pt>
                <c:pt idx="459">
                  <c:v>1620.3409720000004</c:v>
                </c:pt>
                <c:pt idx="460">
                  <c:v>1620.3409720000004</c:v>
                </c:pt>
                <c:pt idx="461">
                  <c:v>1620.3409720000004</c:v>
                </c:pt>
                <c:pt idx="462">
                  <c:v>1620.3409720000004</c:v>
                </c:pt>
                <c:pt idx="463">
                  <c:v>1620.3409720000004</c:v>
                </c:pt>
                <c:pt idx="464">
                  <c:v>1620.3409720000004</c:v>
                </c:pt>
                <c:pt idx="465">
                  <c:v>1620.3409720000004</c:v>
                </c:pt>
                <c:pt idx="466">
                  <c:v>1620.3409720000004</c:v>
                </c:pt>
                <c:pt idx="467">
                  <c:v>1620.3409720000004</c:v>
                </c:pt>
                <c:pt idx="468">
                  <c:v>1620.3409720000004</c:v>
                </c:pt>
                <c:pt idx="469">
                  <c:v>1620.3409720000004</c:v>
                </c:pt>
                <c:pt idx="470">
                  <c:v>1620.3409720000004</c:v>
                </c:pt>
                <c:pt idx="471">
                  <c:v>1620.3409720000004</c:v>
                </c:pt>
                <c:pt idx="472">
                  <c:v>1620.3409720000004</c:v>
                </c:pt>
                <c:pt idx="473">
                  <c:v>1620.3409720000004</c:v>
                </c:pt>
                <c:pt idx="474">
                  <c:v>1620.3409720000004</c:v>
                </c:pt>
                <c:pt idx="475">
                  <c:v>1620.3409720000004</c:v>
                </c:pt>
                <c:pt idx="476">
                  <c:v>1620.3409720000004</c:v>
                </c:pt>
                <c:pt idx="477">
                  <c:v>1620.3409720000004</c:v>
                </c:pt>
                <c:pt idx="478">
                  <c:v>1620.3409720000004</c:v>
                </c:pt>
                <c:pt idx="479">
                  <c:v>1620.3409720000004</c:v>
                </c:pt>
                <c:pt idx="480">
                  <c:v>1620.3409720000004</c:v>
                </c:pt>
                <c:pt idx="481">
                  <c:v>1620.3409720000004</c:v>
                </c:pt>
                <c:pt idx="482">
                  <c:v>1620.3409720000004</c:v>
                </c:pt>
                <c:pt idx="483">
                  <c:v>1620.3409720000004</c:v>
                </c:pt>
                <c:pt idx="484">
                  <c:v>1620.3409720000004</c:v>
                </c:pt>
                <c:pt idx="485">
                  <c:v>1620.3409720000004</c:v>
                </c:pt>
                <c:pt idx="486">
                  <c:v>1620.3409720000004</c:v>
                </c:pt>
                <c:pt idx="487">
                  <c:v>1620.3409720000004</c:v>
                </c:pt>
                <c:pt idx="488">
                  <c:v>1620.3409720000004</c:v>
                </c:pt>
                <c:pt idx="489">
                  <c:v>1620.3409720000004</c:v>
                </c:pt>
                <c:pt idx="490">
                  <c:v>1620.3409720000004</c:v>
                </c:pt>
                <c:pt idx="491">
                  <c:v>1620.3409720000004</c:v>
                </c:pt>
                <c:pt idx="492">
                  <c:v>1620.3409720000004</c:v>
                </c:pt>
                <c:pt idx="493">
                  <c:v>1620.3409720000004</c:v>
                </c:pt>
                <c:pt idx="494">
                  <c:v>1620.3409720000004</c:v>
                </c:pt>
              </c:numCache>
            </c:numRef>
          </c:xVal>
          <c:yVal>
            <c:numRef>
              <c:f>Sheet2!$G$4:$G$498</c:f>
              <c:numCache>
                <c:formatCode>0</c:formatCode>
                <c:ptCount val="495"/>
                <c:pt idx="0">
                  <c:v>-1865.5583532883309</c:v>
                </c:pt>
                <c:pt idx="1">
                  <c:v>-1865.5583532883309</c:v>
                </c:pt>
                <c:pt idx="2">
                  <c:v>1246.8395671749483</c:v>
                </c:pt>
                <c:pt idx="3">
                  <c:v>1246.8395671749483</c:v>
                </c:pt>
                <c:pt idx="4">
                  <c:v>1263.5939215276308</c:v>
                </c:pt>
                <c:pt idx="5">
                  <c:v>1263.5939215276308</c:v>
                </c:pt>
                <c:pt idx="6">
                  <c:v>2981.0548077005369</c:v>
                </c:pt>
                <c:pt idx="7">
                  <c:v>2981.0548077005369</c:v>
                </c:pt>
                <c:pt idx="8">
                  <c:v>3545.1691212651649</c:v>
                </c:pt>
                <c:pt idx="9">
                  <c:v>3545.1691212651649</c:v>
                </c:pt>
                <c:pt idx="10">
                  <c:v>3552.0853629371572</c:v>
                </c:pt>
                <c:pt idx="11">
                  <c:v>3552.0853629371572</c:v>
                </c:pt>
                <c:pt idx="12">
                  <c:v>3702.1383808322262</c:v>
                </c:pt>
                <c:pt idx="13">
                  <c:v>3702.1383808322262</c:v>
                </c:pt>
                <c:pt idx="14">
                  <c:v>3880.8825075187265</c:v>
                </c:pt>
                <c:pt idx="15">
                  <c:v>3880.8825075187265</c:v>
                </c:pt>
                <c:pt idx="16">
                  <c:v>4012.0465386336623</c:v>
                </c:pt>
                <c:pt idx="17">
                  <c:v>4012.0465386336623</c:v>
                </c:pt>
                <c:pt idx="18">
                  <c:v>4279.2350244619711</c:v>
                </c:pt>
                <c:pt idx="19">
                  <c:v>4279.2350244619711</c:v>
                </c:pt>
                <c:pt idx="20">
                  <c:v>4349.6878462242967</c:v>
                </c:pt>
                <c:pt idx="21">
                  <c:v>4349.6878462242967</c:v>
                </c:pt>
                <c:pt idx="22">
                  <c:v>4476.6960521484316</c:v>
                </c:pt>
                <c:pt idx="23">
                  <c:v>4476.6960521484316</c:v>
                </c:pt>
                <c:pt idx="24">
                  <c:v>4570.1252529725134</c:v>
                </c:pt>
                <c:pt idx="25">
                  <c:v>4570.1252529725134</c:v>
                </c:pt>
                <c:pt idx="26">
                  <c:v>4836.9763092933299</c:v>
                </c:pt>
                <c:pt idx="27">
                  <c:v>4836.9763092933299</c:v>
                </c:pt>
                <c:pt idx="28">
                  <c:v>4953.4840125064375</c:v>
                </c:pt>
                <c:pt idx="29">
                  <c:v>4953.4840125064375</c:v>
                </c:pt>
                <c:pt idx="30">
                  <c:v>5377.2779355469875</c:v>
                </c:pt>
                <c:pt idx="31">
                  <c:v>5377.2779355469875</c:v>
                </c:pt>
                <c:pt idx="32">
                  <c:v>5395.0121987898965</c:v>
                </c:pt>
                <c:pt idx="33">
                  <c:v>5395.0121987898965</c:v>
                </c:pt>
                <c:pt idx="34">
                  <c:v>5561.1373651053227</c:v>
                </c:pt>
                <c:pt idx="35">
                  <c:v>5561.1373651053227</c:v>
                </c:pt>
                <c:pt idx="36">
                  <c:v>5629.1619853205357</c:v>
                </c:pt>
                <c:pt idx="37">
                  <c:v>5629.1619853205357</c:v>
                </c:pt>
                <c:pt idx="38">
                  <c:v>5787.3989982303065</c:v>
                </c:pt>
                <c:pt idx="39">
                  <c:v>5787.3989982303065</c:v>
                </c:pt>
                <c:pt idx="40">
                  <c:v>6010.2665812974183</c:v>
                </c:pt>
                <c:pt idx="41">
                  <c:v>6010.2665812974183</c:v>
                </c:pt>
                <c:pt idx="42">
                  <c:v>6590.1023678807414</c:v>
                </c:pt>
                <c:pt idx="43">
                  <c:v>6590.1023678807414</c:v>
                </c:pt>
                <c:pt idx="44">
                  <c:v>7080.6907265506552</c:v>
                </c:pt>
                <c:pt idx="45">
                  <c:v>7080.6907265506552</c:v>
                </c:pt>
                <c:pt idx="46">
                  <c:v>7208.0260696979576</c:v>
                </c:pt>
                <c:pt idx="47">
                  <c:v>7208.0260696979576</c:v>
                </c:pt>
                <c:pt idx="48">
                  <c:v>7221.3119411821244</c:v>
                </c:pt>
                <c:pt idx="49">
                  <c:v>7221.3119411821244</c:v>
                </c:pt>
                <c:pt idx="50">
                  <c:v>7362.6134080535585</c:v>
                </c:pt>
                <c:pt idx="51">
                  <c:v>7362.6134080535585</c:v>
                </c:pt>
                <c:pt idx="52">
                  <c:v>7405.6487760394721</c:v>
                </c:pt>
                <c:pt idx="53">
                  <c:v>7405.6487760394721</c:v>
                </c:pt>
                <c:pt idx="54">
                  <c:v>7634.5893861425375</c:v>
                </c:pt>
                <c:pt idx="55">
                  <c:v>7634.5893861425375</c:v>
                </c:pt>
                <c:pt idx="56">
                  <c:v>7682.5828666522411</c:v>
                </c:pt>
                <c:pt idx="57">
                  <c:v>7682.5828666522411</c:v>
                </c:pt>
                <c:pt idx="58">
                  <c:v>8005.7830371515547</c:v>
                </c:pt>
                <c:pt idx="59">
                  <c:v>8005.7830371515547</c:v>
                </c:pt>
                <c:pt idx="60">
                  <c:v>8315.932733226311</c:v>
                </c:pt>
                <c:pt idx="61">
                  <c:v>8315.932733226311</c:v>
                </c:pt>
                <c:pt idx="62">
                  <c:v>9281.6142066291668</c:v>
                </c:pt>
                <c:pt idx="63">
                  <c:v>9281.6142066291668</c:v>
                </c:pt>
                <c:pt idx="64">
                  <c:v>9281.6142066291668</c:v>
                </c:pt>
                <c:pt idx="65">
                  <c:v>9281.6142066291668</c:v>
                </c:pt>
                <c:pt idx="66">
                  <c:v>9281.6142066291668</c:v>
                </c:pt>
                <c:pt idx="67">
                  <c:v>9281.6142066291668</c:v>
                </c:pt>
                <c:pt idx="68">
                  <c:v>9281.6142066291668</c:v>
                </c:pt>
                <c:pt idx="69">
                  <c:v>9281.6142066291668</c:v>
                </c:pt>
                <c:pt idx="70">
                  <c:v>9281.6142066291668</c:v>
                </c:pt>
                <c:pt idx="71">
                  <c:v>9281.6142066291668</c:v>
                </c:pt>
                <c:pt idx="72">
                  <c:v>9281.6142066291668</c:v>
                </c:pt>
                <c:pt idx="73">
                  <c:v>9281.6142066291668</c:v>
                </c:pt>
                <c:pt idx="74">
                  <c:v>9281.6142066291668</c:v>
                </c:pt>
                <c:pt idx="75">
                  <c:v>9281.6142066291668</c:v>
                </c:pt>
                <c:pt idx="76">
                  <c:v>9281.6142066291668</c:v>
                </c:pt>
                <c:pt idx="77">
                  <c:v>9281.6142066291668</c:v>
                </c:pt>
                <c:pt idx="78">
                  <c:v>9281.6142066291668</c:v>
                </c:pt>
                <c:pt idx="79">
                  <c:v>9281.6142066291668</c:v>
                </c:pt>
                <c:pt idx="80">
                  <c:v>9281.6142066291668</c:v>
                </c:pt>
                <c:pt idx="81">
                  <c:v>9281.6142066291668</c:v>
                </c:pt>
                <c:pt idx="82">
                  <c:v>9281.6142066291668</c:v>
                </c:pt>
                <c:pt idx="83">
                  <c:v>9281.6142066291668</c:v>
                </c:pt>
                <c:pt idx="84">
                  <c:v>9281.6142066291668</c:v>
                </c:pt>
                <c:pt idx="85">
                  <c:v>9281.6142066291668</c:v>
                </c:pt>
                <c:pt idx="86">
                  <c:v>9281.6142066291668</c:v>
                </c:pt>
                <c:pt idx="87">
                  <c:v>9281.6142066291668</c:v>
                </c:pt>
                <c:pt idx="88">
                  <c:v>9281.6142066291668</c:v>
                </c:pt>
                <c:pt idx="89">
                  <c:v>9281.6142066291668</c:v>
                </c:pt>
                <c:pt idx="90">
                  <c:v>9281.6142066291668</c:v>
                </c:pt>
                <c:pt idx="91">
                  <c:v>9281.6142066291668</c:v>
                </c:pt>
                <c:pt idx="92">
                  <c:v>9281.6142066291668</c:v>
                </c:pt>
                <c:pt idx="93">
                  <c:v>9281.6142066291668</c:v>
                </c:pt>
                <c:pt idx="94">
                  <c:v>9281.6142066291668</c:v>
                </c:pt>
                <c:pt idx="95">
                  <c:v>9281.6142066291668</c:v>
                </c:pt>
                <c:pt idx="96">
                  <c:v>9281.6142066291668</c:v>
                </c:pt>
                <c:pt idx="97">
                  <c:v>9281.6142066291668</c:v>
                </c:pt>
                <c:pt idx="98">
                  <c:v>9281.6142066291668</c:v>
                </c:pt>
                <c:pt idx="99">
                  <c:v>9281.6142066291668</c:v>
                </c:pt>
                <c:pt idx="100">
                  <c:v>9281.6142066291668</c:v>
                </c:pt>
                <c:pt idx="101">
                  <c:v>9281.6142066291668</c:v>
                </c:pt>
                <c:pt idx="102">
                  <c:v>9281.6142066291668</c:v>
                </c:pt>
                <c:pt idx="103">
                  <c:v>9281.6142066291668</c:v>
                </c:pt>
                <c:pt idx="104">
                  <c:v>9281.6142066291668</c:v>
                </c:pt>
                <c:pt idx="105">
                  <c:v>9281.6142066291668</c:v>
                </c:pt>
                <c:pt idx="106">
                  <c:v>9281.6142066291668</c:v>
                </c:pt>
                <c:pt idx="107">
                  <c:v>9281.6142066291668</c:v>
                </c:pt>
                <c:pt idx="108">
                  <c:v>9281.6142066291668</c:v>
                </c:pt>
                <c:pt idx="109">
                  <c:v>9281.6142066291668</c:v>
                </c:pt>
                <c:pt idx="110">
                  <c:v>9281.6142066291668</c:v>
                </c:pt>
                <c:pt idx="111">
                  <c:v>9281.6142066291668</c:v>
                </c:pt>
                <c:pt idx="112">
                  <c:v>9281.6142066291668</c:v>
                </c:pt>
                <c:pt idx="113">
                  <c:v>9281.6142066291668</c:v>
                </c:pt>
                <c:pt idx="114">
                  <c:v>9281.6142066291668</c:v>
                </c:pt>
                <c:pt idx="115">
                  <c:v>9281.6142066291668</c:v>
                </c:pt>
                <c:pt idx="116">
                  <c:v>9281.6142066291668</c:v>
                </c:pt>
                <c:pt idx="117">
                  <c:v>9281.6142066291668</c:v>
                </c:pt>
                <c:pt idx="118">
                  <c:v>9281.6142066291668</c:v>
                </c:pt>
                <c:pt idx="119">
                  <c:v>9281.6142066291668</c:v>
                </c:pt>
                <c:pt idx="120">
                  <c:v>9281.6142066291668</c:v>
                </c:pt>
                <c:pt idx="121">
                  <c:v>9281.6142066291668</c:v>
                </c:pt>
                <c:pt idx="122">
                  <c:v>9281.6142066291668</c:v>
                </c:pt>
                <c:pt idx="123">
                  <c:v>9281.6142066291668</c:v>
                </c:pt>
                <c:pt idx="124">
                  <c:v>9281.6142066291668</c:v>
                </c:pt>
                <c:pt idx="125">
                  <c:v>9281.6142066291668</c:v>
                </c:pt>
                <c:pt idx="126">
                  <c:v>9281.6142066291668</c:v>
                </c:pt>
                <c:pt idx="127">
                  <c:v>9281.6142066291668</c:v>
                </c:pt>
                <c:pt idx="128">
                  <c:v>9281.6142066291668</c:v>
                </c:pt>
                <c:pt idx="129">
                  <c:v>9281.6142066291668</c:v>
                </c:pt>
                <c:pt idx="130">
                  <c:v>9281.6142066291668</c:v>
                </c:pt>
                <c:pt idx="131">
                  <c:v>9281.6142066291668</c:v>
                </c:pt>
                <c:pt idx="132">
                  <c:v>9281.6142066291668</c:v>
                </c:pt>
                <c:pt idx="133">
                  <c:v>9281.6142066291668</c:v>
                </c:pt>
                <c:pt idx="134">
                  <c:v>9281.6142066291668</c:v>
                </c:pt>
                <c:pt idx="135">
                  <c:v>9281.6142066291668</c:v>
                </c:pt>
                <c:pt idx="136">
                  <c:v>9281.6142066291668</c:v>
                </c:pt>
                <c:pt idx="137">
                  <c:v>9281.6142066291668</c:v>
                </c:pt>
                <c:pt idx="138">
                  <c:v>9281.6142066291668</c:v>
                </c:pt>
                <c:pt idx="139">
                  <c:v>9281.6142066291668</c:v>
                </c:pt>
                <c:pt idx="140">
                  <c:v>9281.6142066291668</c:v>
                </c:pt>
                <c:pt idx="141">
                  <c:v>9281.6142066291668</c:v>
                </c:pt>
                <c:pt idx="142">
                  <c:v>9281.6142066291668</c:v>
                </c:pt>
                <c:pt idx="143">
                  <c:v>9281.6142066291668</c:v>
                </c:pt>
                <c:pt idx="144">
                  <c:v>9281.6142066291668</c:v>
                </c:pt>
                <c:pt idx="145">
                  <c:v>9281.6142066291668</c:v>
                </c:pt>
                <c:pt idx="146">
                  <c:v>9281.6142066291668</c:v>
                </c:pt>
                <c:pt idx="147">
                  <c:v>9281.6142066291668</c:v>
                </c:pt>
                <c:pt idx="148">
                  <c:v>9281.6142066291668</c:v>
                </c:pt>
                <c:pt idx="149">
                  <c:v>9281.6142066291668</c:v>
                </c:pt>
                <c:pt idx="150">
                  <c:v>9281.6142066291668</c:v>
                </c:pt>
                <c:pt idx="151">
                  <c:v>9281.6142066291668</c:v>
                </c:pt>
                <c:pt idx="152">
                  <c:v>9281.6142066291668</c:v>
                </c:pt>
                <c:pt idx="153">
                  <c:v>9281.6142066291668</c:v>
                </c:pt>
                <c:pt idx="154">
                  <c:v>9281.6142066291668</c:v>
                </c:pt>
                <c:pt idx="155">
                  <c:v>9281.6142066291668</c:v>
                </c:pt>
                <c:pt idx="156">
                  <c:v>9281.6142066291668</c:v>
                </c:pt>
                <c:pt idx="157">
                  <c:v>9281.6142066291668</c:v>
                </c:pt>
                <c:pt idx="158">
                  <c:v>9281.6142066291668</c:v>
                </c:pt>
                <c:pt idx="159">
                  <c:v>9281.6142066291668</c:v>
                </c:pt>
                <c:pt idx="160">
                  <c:v>9281.6142066291668</c:v>
                </c:pt>
                <c:pt idx="161">
                  <c:v>9281.6142066291668</c:v>
                </c:pt>
                <c:pt idx="162">
                  <c:v>9281.6142066291668</c:v>
                </c:pt>
                <c:pt idx="163">
                  <c:v>9281.6142066291668</c:v>
                </c:pt>
                <c:pt idx="164">
                  <c:v>9281.6142066291668</c:v>
                </c:pt>
                <c:pt idx="165">
                  <c:v>9281.6142066291668</c:v>
                </c:pt>
                <c:pt idx="166">
                  <c:v>9281.6142066291668</c:v>
                </c:pt>
                <c:pt idx="167">
                  <c:v>9281.6142066291668</c:v>
                </c:pt>
                <c:pt idx="168">
                  <c:v>9281.6142066291668</c:v>
                </c:pt>
                <c:pt idx="169">
                  <c:v>9281.6142066291668</c:v>
                </c:pt>
                <c:pt idx="170">
                  <c:v>9281.6142066291668</c:v>
                </c:pt>
                <c:pt idx="171">
                  <c:v>9281.6142066291668</c:v>
                </c:pt>
                <c:pt idx="172">
                  <c:v>9281.6142066291668</c:v>
                </c:pt>
                <c:pt idx="173">
                  <c:v>9281.6142066291668</c:v>
                </c:pt>
                <c:pt idx="174">
                  <c:v>9281.6142066291668</c:v>
                </c:pt>
                <c:pt idx="175">
                  <c:v>9281.6142066291668</c:v>
                </c:pt>
                <c:pt idx="176">
                  <c:v>9281.6142066291668</c:v>
                </c:pt>
                <c:pt idx="177">
                  <c:v>9281.6142066291668</c:v>
                </c:pt>
                <c:pt idx="178">
                  <c:v>9281.6142066291668</c:v>
                </c:pt>
                <c:pt idx="179">
                  <c:v>9281.6142066291668</c:v>
                </c:pt>
                <c:pt idx="180">
                  <c:v>9281.6142066291668</c:v>
                </c:pt>
                <c:pt idx="181">
                  <c:v>9281.6142066291668</c:v>
                </c:pt>
                <c:pt idx="182">
                  <c:v>9281.6142066291668</c:v>
                </c:pt>
                <c:pt idx="183">
                  <c:v>9281.6142066291668</c:v>
                </c:pt>
                <c:pt idx="184">
                  <c:v>9281.6142066291668</c:v>
                </c:pt>
                <c:pt idx="185">
                  <c:v>9281.6142066291668</c:v>
                </c:pt>
                <c:pt idx="186">
                  <c:v>9281.6142066291668</c:v>
                </c:pt>
                <c:pt idx="187">
                  <c:v>9281.6142066291668</c:v>
                </c:pt>
                <c:pt idx="188">
                  <c:v>9281.6142066291668</c:v>
                </c:pt>
                <c:pt idx="189">
                  <c:v>9281.6142066291668</c:v>
                </c:pt>
                <c:pt idx="190">
                  <c:v>9281.6142066291668</c:v>
                </c:pt>
                <c:pt idx="191">
                  <c:v>9281.6142066291668</c:v>
                </c:pt>
                <c:pt idx="192">
                  <c:v>9281.6142066291668</c:v>
                </c:pt>
                <c:pt idx="193">
                  <c:v>9281.6142066291668</c:v>
                </c:pt>
                <c:pt idx="194">
                  <c:v>9281.6142066291668</c:v>
                </c:pt>
                <c:pt idx="195">
                  <c:v>9281.6142066291668</c:v>
                </c:pt>
                <c:pt idx="196">
                  <c:v>9281.6142066291668</c:v>
                </c:pt>
                <c:pt idx="197">
                  <c:v>9281.6142066291668</c:v>
                </c:pt>
                <c:pt idx="198">
                  <c:v>9281.6142066291668</c:v>
                </c:pt>
                <c:pt idx="199">
                  <c:v>9281.6142066291668</c:v>
                </c:pt>
                <c:pt idx="200">
                  <c:v>9281.6142066291668</c:v>
                </c:pt>
                <c:pt idx="201">
                  <c:v>9281.6142066291668</c:v>
                </c:pt>
                <c:pt idx="202">
                  <c:v>9281.6142066291668</c:v>
                </c:pt>
                <c:pt idx="203">
                  <c:v>9281.6142066291668</c:v>
                </c:pt>
                <c:pt idx="204">
                  <c:v>9281.6142066291668</c:v>
                </c:pt>
                <c:pt idx="205">
                  <c:v>9281.6142066291668</c:v>
                </c:pt>
                <c:pt idx="206">
                  <c:v>9281.6142066291668</c:v>
                </c:pt>
                <c:pt idx="207">
                  <c:v>9281.6142066291668</c:v>
                </c:pt>
                <c:pt idx="208">
                  <c:v>9281.6142066291668</c:v>
                </c:pt>
                <c:pt idx="209">
                  <c:v>9281.6142066291668</c:v>
                </c:pt>
                <c:pt idx="210">
                  <c:v>9281.6142066291668</c:v>
                </c:pt>
                <c:pt idx="211">
                  <c:v>9281.6142066291668</c:v>
                </c:pt>
                <c:pt idx="212">
                  <c:v>9281.6142066291668</c:v>
                </c:pt>
                <c:pt idx="213">
                  <c:v>9281.6142066291668</c:v>
                </c:pt>
                <c:pt idx="214">
                  <c:v>9281.6142066291668</c:v>
                </c:pt>
                <c:pt idx="215">
                  <c:v>9281.6142066291668</c:v>
                </c:pt>
                <c:pt idx="216">
                  <c:v>9281.6142066291668</c:v>
                </c:pt>
                <c:pt idx="217">
                  <c:v>9281.6142066291668</c:v>
                </c:pt>
                <c:pt idx="218">
                  <c:v>9281.6142066291668</c:v>
                </c:pt>
                <c:pt idx="219">
                  <c:v>9281.6142066291668</c:v>
                </c:pt>
                <c:pt idx="220">
                  <c:v>9281.6142066291668</c:v>
                </c:pt>
                <c:pt idx="221">
                  <c:v>9281.6142066291668</c:v>
                </c:pt>
                <c:pt idx="222">
                  <c:v>9281.6142066291668</c:v>
                </c:pt>
                <c:pt idx="223">
                  <c:v>9281.6142066291668</c:v>
                </c:pt>
                <c:pt idx="224">
                  <c:v>9281.6142066291668</c:v>
                </c:pt>
                <c:pt idx="225">
                  <c:v>9281.6142066291668</c:v>
                </c:pt>
                <c:pt idx="226">
                  <c:v>9281.6142066291668</c:v>
                </c:pt>
                <c:pt idx="227">
                  <c:v>9281.6142066291668</c:v>
                </c:pt>
                <c:pt idx="228">
                  <c:v>9281.6142066291668</c:v>
                </c:pt>
                <c:pt idx="229">
                  <c:v>9281.6142066291668</c:v>
                </c:pt>
                <c:pt idx="230">
                  <c:v>9281.6142066291668</c:v>
                </c:pt>
                <c:pt idx="231">
                  <c:v>9281.6142066291668</c:v>
                </c:pt>
                <c:pt idx="232">
                  <c:v>9281.6142066291668</c:v>
                </c:pt>
                <c:pt idx="233">
                  <c:v>9281.6142066291668</c:v>
                </c:pt>
                <c:pt idx="234">
                  <c:v>9281.6142066291668</c:v>
                </c:pt>
                <c:pt idx="235">
                  <c:v>9281.6142066291668</c:v>
                </c:pt>
                <c:pt idx="236">
                  <c:v>9281.6142066291668</c:v>
                </c:pt>
                <c:pt idx="237">
                  <c:v>9281.6142066291668</c:v>
                </c:pt>
                <c:pt idx="238">
                  <c:v>9281.6142066291668</c:v>
                </c:pt>
                <c:pt idx="239">
                  <c:v>9281.6142066291668</c:v>
                </c:pt>
                <c:pt idx="240">
                  <c:v>9281.6142066291668</c:v>
                </c:pt>
                <c:pt idx="241">
                  <c:v>9281.6142066291668</c:v>
                </c:pt>
                <c:pt idx="242">
                  <c:v>9281.6142066291668</c:v>
                </c:pt>
                <c:pt idx="243">
                  <c:v>9281.6142066291668</c:v>
                </c:pt>
                <c:pt idx="244">
                  <c:v>9281.6142066291668</c:v>
                </c:pt>
                <c:pt idx="245">
                  <c:v>9281.6142066291668</c:v>
                </c:pt>
                <c:pt idx="246">
                  <c:v>9281.6142066291668</c:v>
                </c:pt>
                <c:pt idx="247">
                  <c:v>9281.6142066291668</c:v>
                </c:pt>
                <c:pt idx="248">
                  <c:v>9281.6142066291668</c:v>
                </c:pt>
                <c:pt idx="249">
                  <c:v>9281.6142066291668</c:v>
                </c:pt>
                <c:pt idx="250">
                  <c:v>9281.6142066291668</c:v>
                </c:pt>
                <c:pt idx="251">
                  <c:v>9281.6142066291668</c:v>
                </c:pt>
                <c:pt idx="252">
                  <c:v>9281.6142066291668</c:v>
                </c:pt>
                <c:pt idx="253">
                  <c:v>9281.6142066291668</c:v>
                </c:pt>
                <c:pt idx="254">
                  <c:v>9281.6142066291668</c:v>
                </c:pt>
                <c:pt idx="255">
                  <c:v>9281.6142066291668</c:v>
                </c:pt>
                <c:pt idx="256">
                  <c:v>9281.6142066291668</c:v>
                </c:pt>
                <c:pt idx="257">
                  <c:v>9281.6142066291668</c:v>
                </c:pt>
                <c:pt idx="258">
                  <c:v>9281.6142066291668</c:v>
                </c:pt>
                <c:pt idx="259">
                  <c:v>9281.6142066291668</c:v>
                </c:pt>
                <c:pt idx="260">
                  <c:v>9281.6142066291668</c:v>
                </c:pt>
                <c:pt idx="261">
                  <c:v>9281.6142066291668</c:v>
                </c:pt>
                <c:pt idx="262">
                  <c:v>9281.6142066291668</c:v>
                </c:pt>
                <c:pt idx="263">
                  <c:v>9281.6142066291668</c:v>
                </c:pt>
                <c:pt idx="264">
                  <c:v>9281.6142066291668</c:v>
                </c:pt>
                <c:pt idx="265">
                  <c:v>9281.6142066291668</c:v>
                </c:pt>
                <c:pt idx="266">
                  <c:v>9281.6142066291668</c:v>
                </c:pt>
                <c:pt idx="267">
                  <c:v>9281.6142066291668</c:v>
                </c:pt>
                <c:pt idx="268">
                  <c:v>9281.6142066291668</c:v>
                </c:pt>
                <c:pt idx="269">
                  <c:v>9281.6142066291668</c:v>
                </c:pt>
                <c:pt idx="270">
                  <c:v>9281.6142066291668</c:v>
                </c:pt>
                <c:pt idx="271">
                  <c:v>9281.6142066291668</c:v>
                </c:pt>
                <c:pt idx="272">
                  <c:v>9281.6142066291668</c:v>
                </c:pt>
                <c:pt idx="273">
                  <c:v>9281.6142066291668</c:v>
                </c:pt>
                <c:pt idx="274">
                  <c:v>9281.6142066291668</c:v>
                </c:pt>
                <c:pt idx="275">
                  <c:v>9281.6142066291668</c:v>
                </c:pt>
                <c:pt idx="276">
                  <c:v>9281.6142066291668</c:v>
                </c:pt>
                <c:pt idx="277">
                  <c:v>9281.6142066291668</c:v>
                </c:pt>
                <c:pt idx="278">
                  <c:v>9281.6142066291668</c:v>
                </c:pt>
                <c:pt idx="279">
                  <c:v>9281.6142066291668</c:v>
                </c:pt>
                <c:pt idx="280">
                  <c:v>9281.6142066291668</c:v>
                </c:pt>
                <c:pt idx="281">
                  <c:v>9281.6142066291668</c:v>
                </c:pt>
                <c:pt idx="282">
                  <c:v>9281.6142066291668</c:v>
                </c:pt>
                <c:pt idx="283">
                  <c:v>9281.6142066291668</c:v>
                </c:pt>
                <c:pt idx="284">
                  <c:v>9281.6142066291668</c:v>
                </c:pt>
                <c:pt idx="285">
                  <c:v>9281.6142066291668</c:v>
                </c:pt>
                <c:pt idx="286">
                  <c:v>9281.6142066291668</c:v>
                </c:pt>
                <c:pt idx="287">
                  <c:v>9281.6142066291668</c:v>
                </c:pt>
                <c:pt idx="288">
                  <c:v>9281.6142066291668</c:v>
                </c:pt>
                <c:pt idx="289">
                  <c:v>9281.6142066291668</c:v>
                </c:pt>
                <c:pt idx="290">
                  <c:v>9281.6142066291668</c:v>
                </c:pt>
                <c:pt idx="291">
                  <c:v>9281.6142066291668</c:v>
                </c:pt>
                <c:pt idx="292">
                  <c:v>9281.6142066291668</c:v>
                </c:pt>
                <c:pt idx="293">
                  <c:v>9281.6142066291668</c:v>
                </c:pt>
                <c:pt idx="294">
                  <c:v>9281.6142066291668</c:v>
                </c:pt>
                <c:pt idx="295">
                  <c:v>9281.6142066291668</c:v>
                </c:pt>
                <c:pt idx="296">
                  <c:v>9281.6142066291668</c:v>
                </c:pt>
                <c:pt idx="297">
                  <c:v>9281.6142066291668</c:v>
                </c:pt>
                <c:pt idx="298">
                  <c:v>9281.6142066291668</c:v>
                </c:pt>
                <c:pt idx="299">
                  <c:v>9281.6142066291668</c:v>
                </c:pt>
                <c:pt idx="300">
                  <c:v>9281.6142066291668</c:v>
                </c:pt>
                <c:pt idx="301">
                  <c:v>9281.6142066291668</c:v>
                </c:pt>
                <c:pt idx="302">
                  <c:v>9281.6142066291668</c:v>
                </c:pt>
                <c:pt idx="303">
                  <c:v>9281.6142066291668</c:v>
                </c:pt>
                <c:pt idx="304">
                  <c:v>9281.6142066291668</c:v>
                </c:pt>
                <c:pt idx="305">
                  <c:v>9281.6142066291668</c:v>
                </c:pt>
                <c:pt idx="306">
                  <c:v>9281.6142066291668</c:v>
                </c:pt>
                <c:pt idx="307">
                  <c:v>9281.6142066291668</c:v>
                </c:pt>
                <c:pt idx="308">
                  <c:v>9281.6142066291668</c:v>
                </c:pt>
                <c:pt idx="309">
                  <c:v>9281.6142066291668</c:v>
                </c:pt>
                <c:pt idx="310">
                  <c:v>9281.6142066291668</c:v>
                </c:pt>
                <c:pt idx="311">
                  <c:v>9281.6142066291668</c:v>
                </c:pt>
                <c:pt idx="312">
                  <c:v>9281.6142066291668</c:v>
                </c:pt>
                <c:pt idx="313">
                  <c:v>9281.6142066291668</c:v>
                </c:pt>
                <c:pt idx="314">
                  <c:v>9281.6142066291668</c:v>
                </c:pt>
                <c:pt idx="315">
                  <c:v>9281.6142066291668</c:v>
                </c:pt>
                <c:pt idx="316">
                  <c:v>9281.6142066291668</c:v>
                </c:pt>
                <c:pt idx="317">
                  <c:v>9281.6142066291668</c:v>
                </c:pt>
                <c:pt idx="318">
                  <c:v>9281.6142066291668</c:v>
                </c:pt>
                <c:pt idx="319">
                  <c:v>9281.6142066291668</c:v>
                </c:pt>
                <c:pt idx="320">
                  <c:v>9281.6142066291668</c:v>
                </c:pt>
                <c:pt idx="321">
                  <c:v>9281.6142066291668</c:v>
                </c:pt>
                <c:pt idx="322">
                  <c:v>9281.6142066291668</c:v>
                </c:pt>
                <c:pt idx="323">
                  <c:v>9281.6142066291668</c:v>
                </c:pt>
                <c:pt idx="324">
                  <c:v>9281.6142066291668</c:v>
                </c:pt>
                <c:pt idx="325">
                  <c:v>9281.6142066291668</c:v>
                </c:pt>
                <c:pt idx="326">
                  <c:v>9281.6142066291668</c:v>
                </c:pt>
                <c:pt idx="327">
                  <c:v>9281.6142066291668</c:v>
                </c:pt>
                <c:pt idx="328">
                  <c:v>9281.6142066291668</c:v>
                </c:pt>
                <c:pt idx="329">
                  <c:v>9281.6142066291668</c:v>
                </c:pt>
                <c:pt idx="330">
                  <c:v>9281.6142066291668</c:v>
                </c:pt>
                <c:pt idx="331">
                  <c:v>9281.6142066291668</c:v>
                </c:pt>
                <c:pt idx="332">
                  <c:v>9281.6142066291668</c:v>
                </c:pt>
                <c:pt idx="333">
                  <c:v>9281.6142066291668</c:v>
                </c:pt>
                <c:pt idx="334">
                  <c:v>9281.6142066291668</c:v>
                </c:pt>
                <c:pt idx="335">
                  <c:v>9281.6142066291668</c:v>
                </c:pt>
                <c:pt idx="336">
                  <c:v>9281.6142066291668</c:v>
                </c:pt>
                <c:pt idx="337">
                  <c:v>9281.6142066291668</c:v>
                </c:pt>
                <c:pt idx="338">
                  <c:v>9281.6142066291668</c:v>
                </c:pt>
                <c:pt idx="339">
                  <c:v>9281.6142066291668</c:v>
                </c:pt>
                <c:pt idx="340">
                  <c:v>9281.6142066291668</c:v>
                </c:pt>
                <c:pt idx="341">
                  <c:v>9281.6142066291668</c:v>
                </c:pt>
                <c:pt idx="342">
                  <c:v>9281.6142066291668</c:v>
                </c:pt>
                <c:pt idx="343">
                  <c:v>9281.6142066291668</c:v>
                </c:pt>
                <c:pt idx="344">
                  <c:v>9281.6142066291668</c:v>
                </c:pt>
                <c:pt idx="345">
                  <c:v>9281.6142066291668</c:v>
                </c:pt>
                <c:pt idx="346">
                  <c:v>9281.6142066291668</c:v>
                </c:pt>
                <c:pt idx="347">
                  <c:v>9281.6142066291668</c:v>
                </c:pt>
                <c:pt idx="348">
                  <c:v>9281.6142066291668</c:v>
                </c:pt>
                <c:pt idx="349">
                  <c:v>9281.6142066291668</c:v>
                </c:pt>
                <c:pt idx="350">
                  <c:v>9281.6142066291668</c:v>
                </c:pt>
                <c:pt idx="351">
                  <c:v>9281.6142066291668</c:v>
                </c:pt>
                <c:pt idx="352">
                  <c:v>9281.6142066291668</c:v>
                </c:pt>
                <c:pt idx="353">
                  <c:v>9281.6142066291668</c:v>
                </c:pt>
                <c:pt idx="354">
                  <c:v>9281.6142066291668</c:v>
                </c:pt>
                <c:pt idx="355">
                  <c:v>9281.6142066291668</c:v>
                </c:pt>
                <c:pt idx="356">
                  <c:v>9281.6142066291668</c:v>
                </c:pt>
                <c:pt idx="357">
                  <c:v>9281.6142066291668</c:v>
                </c:pt>
                <c:pt idx="358">
                  <c:v>9281.6142066291668</c:v>
                </c:pt>
                <c:pt idx="359">
                  <c:v>9281.6142066291668</c:v>
                </c:pt>
                <c:pt idx="360">
                  <c:v>9281.6142066291668</c:v>
                </c:pt>
                <c:pt idx="361">
                  <c:v>9281.6142066291668</c:v>
                </c:pt>
                <c:pt idx="362">
                  <c:v>9281.6142066291668</c:v>
                </c:pt>
                <c:pt idx="363">
                  <c:v>9281.6142066291668</c:v>
                </c:pt>
                <c:pt idx="364">
                  <c:v>9281.6142066291668</c:v>
                </c:pt>
                <c:pt idx="365">
                  <c:v>9281.6142066291668</c:v>
                </c:pt>
                <c:pt idx="366">
                  <c:v>9281.6142066291668</c:v>
                </c:pt>
                <c:pt idx="367">
                  <c:v>9281.6142066291668</c:v>
                </c:pt>
                <c:pt idx="368">
                  <c:v>9281.6142066291668</c:v>
                </c:pt>
                <c:pt idx="369">
                  <c:v>9281.6142066291668</c:v>
                </c:pt>
                <c:pt idx="370">
                  <c:v>9281.6142066291668</c:v>
                </c:pt>
                <c:pt idx="371">
                  <c:v>9281.6142066291668</c:v>
                </c:pt>
                <c:pt idx="372">
                  <c:v>9281.6142066291668</c:v>
                </c:pt>
                <c:pt idx="373">
                  <c:v>9281.6142066291668</c:v>
                </c:pt>
                <c:pt idx="374">
                  <c:v>9281.6142066291668</c:v>
                </c:pt>
                <c:pt idx="375">
                  <c:v>9281.6142066291668</c:v>
                </c:pt>
                <c:pt idx="376">
                  <c:v>9281.6142066291668</c:v>
                </c:pt>
                <c:pt idx="377">
                  <c:v>9281.6142066291668</c:v>
                </c:pt>
                <c:pt idx="378">
                  <c:v>9281.6142066291668</c:v>
                </c:pt>
                <c:pt idx="379">
                  <c:v>9281.6142066291668</c:v>
                </c:pt>
                <c:pt idx="380">
                  <c:v>9281.6142066291668</c:v>
                </c:pt>
                <c:pt idx="381">
                  <c:v>9281.6142066291668</c:v>
                </c:pt>
                <c:pt idx="382">
                  <c:v>9281.6142066291668</c:v>
                </c:pt>
                <c:pt idx="383">
                  <c:v>9281.6142066291668</c:v>
                </c:pt>
                <c:pt idx="384">
                  <c:v>9281.6142066291668</c:v>
                </c:pt>
                <c:pt idx="385">
                  <c:v>9281.6142066291668</c:v>
                </c:pt>
                <c:pt idx="386">
                  <c:v>9281.6142066291668</c:v>
                </c:pt>
                <c:pt idx="387">
                  <c:v>9281.6142066291668</c:v>
                </c:pt>
                <c:pt idx="388">
                  <c:v>9281.6142066291668</c:v>
                </c:pt>
                <c:pt idx="389">
                  <c:v>9281.6142066291668</c:v>
                </c:pt>
                <c:pt idx="390">
                  <c:v>9281.6142066291668</c:v>
                </c:pt>
                <c:pt idx="391">
                  <c:v>9281.6142066291668</c:v>
                </c:pt>
                <c:pt idx="392">
                  <c:v>9281.6142066291668</c:v>
                </c:pt>
                <c:pt idx="393">
                  <c:v>9281.6142066291668</c:v>
                </c:pt>
                <c:pt idx="394">
                  <c:v>9281.6142066291668</c:v>
                </c:pt>
                <c:pt idx="395">
                  <c:v>9281.6142066291668</c:v>
                </c:pt>
                <c:pt idx="396">
                  <c:v>9281.6142066291668</c:v>
                </c:pt>
                <c:pt idx="397">
                  <c:v>9281.6142066291668</c:v>
                </c:pt>
                <c:pt idx="398">
                  <c:v>9281.6142066291668</c:v>
                </c:pt>
                <c:pt idx="399">
                  <c:v>9281.6142066291668</c:v>
                </c:pt>
                <c:pt idx="400">
                  <c:v>9281.6142066291668</c:v>
                </c:pt>
                <c:pt idx="401">
                  <c:v>9281.6142066291668</c:v>
                </c:pt>
                <c:pt idx="402">
                  <c:v>9281.6142066291668</c:v>
                </c:pt>
                <c:pt idx="403">
                  <c:v>9281.6142066291668</c:v>
                </c:pt>
                <c:pt idx="404">
                  <c:v>9281.6142066291668</c:v>
                </c:pt>
                <c:pt idx="405">
                  <c:v>9281.6142066291668</c:v>
                </c:pt>
                <c:pt idx="406">
                  <c:v>9281.6142066291668</c:v>
                </c:pt>
                <c:pt idx="407">
                  <c:v>9281.6142066291668</c:v>
                </c:pt>
                <c:pt idx="408">
                  <c:v>9281.6142066291668</c:v>
                </c:pt>
                <c:pt idx="409">
                  <c:v>9281.6142066291668</c:v>
                </c:pt>
                <c:pt idx="410">
                  <c:v>9281.6142066291668</c:v>
                </c:pt>
                <c:pt idx="411">
                  <c:v>9281.6142066291668</c:v>
                </c:pt>
                <c:pt idx="412">
                  <c:v>9281.6142066291668</c:v>
                </c:pt>
                <c:pt idx="413">
                  <c:v>9281.6142066291668</c:v>
                </c:pt>
                <c:pt idx="414">
                  <c:v>9281.6142066291668</c:v>
                </c:pt>
                <c:pt idx="415">
                  <c:v>9281.6142066291668</c:v>
                </c:pt>
                <c:pt idx="416">
                  <c:v>9281.6142066291668</c:v>
                </c:pt>
                <c:pt idx="417">
                  <c:v>9281.6142066291668</c:v>
                </c:pt>
                <c:pt idx="418">
                  <c:v>9281.6142066291668</c:v>
                </c:pt>
                <c:pt idx="419">
                  <c:v>9281.6142066291668</c:v>
                </c:pt>
                <c:pt idx="420">
                  <c:v>9281.6142066291668</c:v>
                </c:pt>
                <c:pt idx="421">
                  <c:v>9281.6142066291668</c:v>
                </c:pt>
                <c:pt idx="422">
                  <c:v>9281.6142066291668</c:v>
                </c:pt>
                <c:pt idx="423">
                  <c:v>9281.6142066291668</c:v>
                </c:pt>
                <c:pt idx="424">
                  <c:v>9281.6142066291668</c:v>
                </c:pt>
                <c:pt idx="425">
                  <c:v>9281.6142066291668</c:v>
                </c:pt>
                <c:pt idx="426">
                  <c:v>9281.6142066291668</c:v>
                </c:pt>
                <c:pt idx="427">
                  <c:v>9281.6142066291668</c:v>
                </c:pt>
                <c:pt idx="428">
                  <c:v>9281.6142066291668</c:v>
                </c:pt>
                <c:pt idx="429">
                  <c:v>9281.6142066291668</c:v>
                </c:pt>
                <c:pt idx="430">
                  <c:v>9281.6142066291668</c:v>
                </c:pt>
                <c:pt idx="431">
                  <c:v>9281.6142066291668</c:v>
                </c:pt>
                <c:pt idx="432">
                  <c:v>9281.6142066291668</c:v>
                </c:pt>
                <c:pt idx="433">
                  <c:v>9281.6142066291668</c:v>
                </c:pt>
                <c:pt idx="434">
                  <c:v>9281.6142066291668</c:v>
                </c:pt>
                <c:pt idx="435">
                  <c:v>9281.6142066291668</c:v>
                </c:pt>
                <c:pt idx="436">
                  <c:v>9281.6142066291668</c:v>
                </c:pt>
                <c:pt idx="437">
                  <c:v>9281.6142066291668</c:v>
                </c:pt>
                <c:pt idx="438">
                  <c:v>9281.6142066291668</c:v>
                </c:pt>
                <c:pt idx="439">
                  <c:v>9281.6142066291668</c:v>
                </c:pt>
                <c:pt idx="440">
                  <c:v>9281.6142066291668</c:v>
                </c:pt>
                <c:pt idx="441">
                  <c:v>9281.6142066291668</c:v>
                </c:pt>
                <c:pt idx="442">
                  <c:v>9281.6142066291668</c:v>
                </c:pt>
                <c:pt idx="443">
                  <c:v>9281.6142066291668</c:v>
                </c:pt>
                <c:pt idx="444">
                  <c:v>9281.6142066291668</c:v>
                </c:pt>
                <c:pt idx="445">
                  <c:v>9281.6142066291668</c:v>
                </c:pt>
                <c:pt idx="446">
                  <c:v>9281.6142066291668</c:v>
                </c:pt>
                <c:pt idx="447">
                  <c:v>9281.6142066291668</c:v>
                </c:pt>
                <c:pt idx="448">
                  <c:v>9281.6142066291668</c:v>
                </c:pt>
                <c:pt idx="449">
                  <c:v>9281.6142066291668</c:v>
                </c:pt>
                <c:pt idx="450">
                  <c:v>9281.6142066291668</c:v>
                </c:pt>
                <c:pt idx="451">
                  <c:v>9281.6142066291668</c:v>
                </c:pt>
                <c:pt idx="452">
                  <c:v>9281.6142066291668</c:v>
                </c:pt>
                <c:pt idx="453">
                  <c:v>9281.6142066291668</c:v>
                </c:pt>
                <c:pt idx="454">
                  <c:v>9281.6142066291668</c:v>
                </c:pt>
                <c:pt idx="455">
                  <c:v>9281.6142066291668</c:v>
                </c:pt>
                <c:pt idx="456">
                  <c:v>9281.6142066291668</c:v>
                </c:pt>
                <c:pt idx="457">
                  <c:v>9281.6142066291668</c:v>
                </c:pt>
                <c:pt idx="458">
                  <c:v>9281.6142066291668</c:v>
                </c:pt>
                <c:pt idx="459">
                  <c:v>9281.6142066291668</c:v>
                </c:pt>
                <c:pt idx="460">
                  <c:v>9281.6142066291668</c:v>
                </c:pt>
                <c:pt idx="461">
                  <c:v>9281.6142066291668</c:v>
                </c:pt>
                <c:pt idx="462">
                  <c:v>9281.6142066291668</c:v>
                </c:pt>
                <c:pt idx="463">
                  <c:v>9281.6142066291668</c:v>
                </c:pt>
                <c:pt idx="464">
                  <c:v>9281.6142066291668</c:v>
                </c:pt>
                <c:pt idx="465">
                  <c:v>9281.6142066291668</c:v>
                </c:pt>
                <c:pt idx="466">
                  <c:v>9281.6142066291668</c:v>
                </c:pt>
                <c:pt idx="467">
                  <c:v>9281.6142066291668</c:v>
                </c:pt>
                <c:pt idx="468">
                  <c:v>9281.6142066291668</c:v>
                </c:pt>
                <c:pt idx="469">
                  <c:v>9281.6142066291668</c:v>
                </c:pt>
                <c:pt idx="470">
                  <c:v>9281.6142066291668</c:v>
                </c:pt>
                <c:pt idx="471">
                  <c:v>9281.6142066291668</c:v>
                </c:pt>
                <c:pt idx="472">
                  <c:v>9281.6142066291668</c:v>
                </c:pt>
                <c:pt idx="473">
                  <c:v>9281.6142066291668</c:v>
                </c:pt>
                <c:pt idx="474">
                  <c:v>9281.6142066291668</c:v>
                </c:pt>
                <c:pt idx="475">
                  <c:v>9281.6142066291668</c:v>
                </c:pt>
                <c:pt idx="476">
                  <c:v>9281.6142066291668</c:v>
                </c:pt>
                <c:pt idx="477">
                  <c:v>9281.6142066291668</c:v>
                </c:pt>
                <c:pt idx="478">
                  <c:v>9281.6142066291668</c:v>
                </c:pt>
                <c:pt idx="479">
                  <c:v>9281.6142066291668</c:v>
                </c:pt>
                <c:pt idx="480">
                  <c:v>9281.6142066291668</c:v>
                </c:pt>
                <c:pt idx="481">
                  <c:v>9281.6142066291668</c:v>
                </c:pt>
                <c:pt idx="482">
                  <c:v>9281.6142066291668</c:v>
                </c:pt>
                <c:pt idx="483">
                  <c:v>9281.6142066291668</c:v>
                </c:pt>
                <c:pt idx="484">
                  <c:v>9281.6142066291668</c:v>
                </c:pt>
                <c:pt idx="485">
                  <c:v>9281.6142066291668</c:v>
                </c:pt>
                <c:pt idx="486">
                  <c:v>9281.6142066291668</c:v>
                </c:pt>
                <c:pt idx="487">
                  <c:v>9281.6142066291668</c:v>
                </c:pt>
                <c:pt idx="488">
                  <c:v>9281.6142066291668</c:v>
                </c:pt>
                <c:pt idx="489">
                  <c:v>9281.6142066291668</c:v>
                </c:pt>
                <c:pt idx="490">
                  <c:v>9281.6142066291668</c:v>
                </c:pt>
                <c:pt idx="491">
                  <c:v>9281.6142066291668</c:v>
                </c:pt>
                <c:pt idx="492">
                  <c:v>9281.6142066291668</c:v>
                </c:pt>
                <c:pt idx="493">
                  <c:v>9281.6142066291668</c:v>
                </c:pt>
                <c:pt idx="494">
                  <c:v>9281.6142066291668</c:v>
                </c:pt>
              </c:numCache>
            </c:numRef>
          </c:yVal>
        </c:ser>
        <c:ser>
          <c:idx val="3"/>
          <c:order val="1"/>
          <c:spPr>
            <a:ln w="25400">
              <a:solidFill>
                <a:srgbClr val="003D7E"/>
              </a:solidFill>
              <a:prstDash val="sysDash"/>
            </a:ln>
          </c:spPr>
          <c:marker>
            <c:symbol val="none"/>
          </c:marker>
          <c:xVal>
            <c:numRef>
              <c:f>Sheet2!$L$4:$L$5</c:f>
              <c:numCache>
                <c:formatCode>0</c:formatCode>
                <c:ptCount val="2"/>
                <c:pt idx="0">
                  <c:v>1419.0296134295131</c:v>
                </c:pt>
                <c:pt idx="1">
                  <c:v>1419.0296134295131</c:v>
                </c:pt>
              </c:numCache>
            </c:numRef>
          </c:xVal>
          <c:yVal>
            <c:numRef>
              <c:f>Sheet2!$M$4:$M$5</c:f>
              <c:numCache>
                <c:formatCode>0</c:formatCode>
                <c:ptCount val="2"/>
                <c:pt idx="0">
                  <c:v>-2500</c:v>
                </c:pt>
                <c:pt idx="1">
                  <c:v>50000</c:v>
                </c:pt>
              </c:numCache>
            </c:numRef>
          </c:yVal>
        </c:ser>
        <c:axId val="64403328"/>
        <c:axId val="64404864"/>
      </c:scatterChart>
      <c:valAx>
        <c:axId val="64403328"/>
        <c:scaling>
          <c:orientation val="minMax"/>
          <c:max val="1621"/>
          <c:min val="0"/>
        </c:scaling>
        <c:axPos val="b"/>
        <c:numFmt formatCode="#,##0" sourceLinked="0"/>
        <c:tickLblPos val="low"/>
        <c:txPr>
          <a:bodyPr/>
          <a:lstStyle/>
          <a:p>
            <a:pPr>
              <a:defRPr lang="en-GB" sz="1200" b="0">
                <a:latin typeface="Arial" pitchFamily="34" charset="0"/>
                <a:cs typeface="Arial" pitchFamily="34" charset="0"/>
              </a:defRPr>
            </a:pPr>
            <a:endParaRPr lang="zh-CN"/>
          </a:p>
        </c:txPr>
        <c:crossAx val="64404864"/>
        <c:crosses val="autoZero"/>
        <c:crossBetween val="midCat"/>
      </c:valAx>
      <c:valAx>
        <c:axId val="64404864"/>
        <c:scaling>
          <c:orientation val="minMax"/>
          <c:max val="10000"/>
          <c:min val="-2500"/>
        </c:scaling>
        <c:axPos val="l"/>
        <c:numFmt formatCode="#,##0" sourceLinked="0"/>
        <c:tickLblPos val="nextTo"/>
        <c:txPr>
          <a:bodyPr/>
          <a:lstStyle/>
          <a:p>
            <a:pPr>
              <a:defRPr lang="en-GB" sz="1200">
                <a:latin typeface="Arial" pitchFamily="34" charset="0"/>
                <a:cs typeface="Arial" pitchFamily="34" charset="0"/>
              </a:defRPr>
            </a:pPr>
            <a:endParaRPr lang="zh-CN"/>
          </a:p>
        </c:txPr>
        <c:crossAx val="64403328"/>
        <c:crosses val="autoZero"/>
        <c:crossBetween val="midCat"/>
        <c:majorUnit val="2500"/>
      </c:valAx>
    </c:plotArea>
    <c:plotVisOnly val="1"/>
    <c:dispBlanksAs val="zero"/>
  </c:chart>
  <c:externalData r:id="rId1"/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CN"/>
  <c:chart>
    <c:plotArea>
      <c:layout>
        <c:manualLayout>
          <c:layoutTarget val="inner"/>
          <c:xMode val="edge"/>
          <c:yMode val="edge"/>
          <c:x val="5.4904185197961704E-2"/>
          <c:y val="7.9980189383911882E-2"/>
          <c:w val="0.77801630831135749"/>
          <c:h val="0.81422689228157841"/>
        </c:manualLayout>
      </c:layout>
      <c:barChart>
        <c:barDir val="col"/>
        <c:grouping val="stacked"/>
        <c:ser>
          <c:idx val="0"/>
          <c:order val="0"/>
          <c:tx>
            <c:strRef>
              <c:f>Sheet1!$A$33:$E$33</c:f>
              <c:strCache>
                <c:ptCount val="1"/>
                <c:pt idx="0">
                  <c:v>Royalties</c:v>
                </c:pt>
              </c:strCache>
            </c:strRef>
          </c:tx>
          <c:spPr>
            <a:solidFill>
              <a:srgbClr val="003D7E"/>
            </a:solidFill>
            <a:ln>
              <a:noFill/>
            </a:ln>
          </c:spPr>
          <c:cat>
            <c:numRef>
              <c:f>Sheet1!$F$32:$N$32</c:f>
              <c:numCache>
                <c:formatCode>General</c:formatCode>
                <c:ptCount val="9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  <c:pt idx="3">
                  <c:v>2010</c:v>
                </c:pt>
                <c:pt idx="4">
                  <c:v>2011</c:v>
                </c:pt>
                <c:pt idx="5">
                  <c:v>2012</c:v>
                </c:pt>
                <c:pt idx="6">
                  <c:v>2013</c:v>
                </c:pt>
                <c:pt idx="7">
                  <c:v>2014</c:v>
                </c:pt>
                <c:pt idx="8">
                  <c:v>2015</c:v>
                </c:pt>
              </c:numCache>
            </c:numRef>
          </c:cat>
          <c:val>
            <c:numRef>
              <c:f>Sheet1!$F$33:$N$33</c:f>
              <c:numCache>
                <c:formatCode>0.0</c:formatCode>
                <c:ptCount val="9"/>
                <c:pt idx="0">
                  <c:v>219.83948238932823</c:v>
                </c:pt>
                <c:pt idx="1">
                  <c:v>168.97452813135413</c:v>
                </c:pt>
                <c:pt idx="2">
                  <c:v>127.60515123091714</c:v>
                </c:pt>
                <c:pt idx="3">
                  <c:v>187.38511752071281</c:v>
                </c:pt>
                <c:pt idx="4">
                  <c:v>215.26699282082635</c:v>
                </c:pt>
                <c:pt idx="5">
                  <c:v>217.23054737076203</c:v>
                </c:pt>
              </c:numCache>
            </c:numRef>
          </c:val>
        </c:ser>
        <c:ser>
          <c:idx val="1"/>
          <c:order val="1"/>
          <c:tx>
            <c:strRef>
              <c:f>Sheet1!$A$34:$E$34</c:f>
              <c:strCache>
                <c:ptCount val="1"/>
                <c:pt idx="0">
                  <c:v>Labour</c:v>
                </c:pt>
              </c:strCache>
            </c:strRef>
          </c:tx>
          <c:spPr>
            <a:solidFill>
              <a:srgbClr val="68A4F4"/>
            </a:solidFill>
            <a:ln>
              <a:noFill/>
            </a:ln>
          </c:spPr>
          <c:cat>
            <c:numRef>
              <c:f>Sheet1!$F$32:$N$32</c:f>
              <c:numCache>
                <c:formatCode>General</c:formatCode>
                <c:ptCount val="9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  <c:pt idx="3">
                  <c:v>2010</c:v>
                </c:pt>
                <c:pt idx="4">
                  <c:v>2011</c:v>
                </c:pt>
                <c:pt idx="5">
                  <c:v>2012</c:v>
                </c:pt>
                <c:pt idx="6">
                  <c:v>2013</c:v>
                </c:pt>
                <c:pt idx="7">
                  <c:v>2014</c:v>
                </c:pt>
                <c:pt idx="8">
                  <c:v>2015</c:v>
                </c:pt>
              </c:numCache>
            </c:numRef>
          </c:cat>
          <c:val>
            <c:numRef>
              <c:f>Sheet1!$F$34:$N$34</c:f>
              <c:numCache>
                <c:formatCode>0.0</c:formatCode>
                <c:ptCount val="9"/>
                <c:pt idx="0">
                  <c:v>528.22497974598753</c:v>
                </c:pt>
                <c:pt idx="1">
                  <c:v>580.04992628067623</c:v>
                </c:pt>
                <c:pt idx="2">
                  <c:v>525.7960190515289</c:v>
                </c:pt>
                <c:pt idx="3">
                  <c:v>586.47181401160663</c:v>
                </c:pt>
                <c:pt idx="4">
                  <c:v>665.97220542888533</c:v>
                </c:pt>
                <c:pt idx="5">
                  <c:v>680.97492031127479</c:v>
                </c:pt>
              </c:numCache>
            </c:numRef>
          </c:val>
        </c:ser>
        <c:ser>
          <c:idx val="2"/>
          <c:order val="2"/>
          <c:tx>
            <c:strRef>
              <c:f>Sheet1!$A$35:$E$35</c:f>
              <c:strCache>
                <c:ptCount val="1"/>
                <c:pt idx="0">
                  <c:v>Power</c:v>
                </c:pt>
              </c:strCache>
            </c:strRef>
          </c:tx>
          <c:spPr>
            <a:solidFill>
              <a:srgbClr val="C9DEFB"/>
            </a:solidFill>
            <a:ln>
              <a:noFill/>
            </a:ln>
          </c:spPr>
          <c:cat>
            <c:numRef>
              <c:f>Sheet1!$F$32:$N$32</c:f>
              <c:numCache>
                <c:formatCode>General</c:formatCode>
                <c:ptCount val="9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  <c:pt idx="3">
                  <c:v>2010</c:v>
                </c:pt>
                <c:pt idx="4">
                  <c:v>2011</c:v>
                </c:pt>
                <c:pt idx="5">
                  <c:v>2012</c:v>
                </c:pt>
                <c:pt idx="6">
                  <c:v>2013</c:v>
                </c:pt>
                <c:pt idx="7">
                  <c:v>2014</c:v>
                </c:pt>
                <c:pt idx="8">
                  <c:v>2015</c:v>
                </c:pt>
              </c:numCache>
            </c:numRef>
          </c:cat>
          <c:val>
            <c:numRef>
              <c:f>Sheet1!$F$35:$N$35</c:f>
              <c:numCache>
                <c:formatCode>0.0</c:formatCode>
                <c:ptCount val="9"/>
                <c:pt idx="0">
                  <c:v>250.40654389426192</c:v>
                </c:pt>
                <c:pt idx="1">
                  <c:v>315.04462426302302</c:v>
                </c:pt>
                <c:pt idx="2">
                  <c:v>291.59575337907194</c:v>
                </c:pt>
                <c:pt idx="3">
                  <c:v>333.21525454980019</c:v>
                </c:pt>
                <c:pt idx="4">
                  <c:v>369.67185061324739</c:v>
                </c:pt>
                <c:pt idx="5">
                  <c:v>369.61010622724859</c:v>
                </c:pt>
              </c:numCache>
            </c:numRef>
          </c:val>
        </c:ser>
        <c:ser>
          <c:idx val="3"/>
          <c:order val="3"/>
          <c:tx>
            <c:strRef>
              <c:f>Sheet1!$A$36:$E$36</c:f>
              <c:strCache>
                <c:ptCount val="1"/>
                <c:pt idx="0">
                  <c:v>Fuel</c:v>
                </c:pt>
              </c:strCache>
            </c:strRef>
          </c:tx>
          <c:spPr>
            <a:solidFill>
              <a:srgbClr val="B02226"/>
            </a:solidFill>
            <a:ln>
              <a:noFill/>
            </a:ln>
          </c:spPr>
          <c:cat>
            <c:numRef>
              <c:f>Sheet1!$F$32:$N$32</c:f>
              <c:numCache>
                <c:formatCode>General</c:formatCode>
                <c:ptCount val="9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  <c:pt idx="3">
                  <c:v>2010</c:v>
                </c:pt>
                <c:pt idx="4">
                  <c:v>2011</c:v>
                </c:pt>
                <c:pt idx="5">
                  <c:v>2012</c:v>
                </c:pt>
                <c:pt idx="6">
                  <c:v>2013</c:v>
                </c:pt>
                <c:pt idx="7">
                  <c:v>2014</c:v>
                </c:pt>
                <c:pt idx="8">
                  <c:v>2015</c:v>
                </c:pt>
              </c:numCache>
            </c:numRef>
          </c:cat>
          <c:val>
            <c:numRef>
              <c:f>Sheet1!$F$36:$N$36</c:f>
              <c:numCache>
                <c:formatCode>0.0</c:formatCode>
                <c:ptCount val="9"/>
                <c:pt idx="0">
                  <c:v>194.57916342429542</c:v>
                </c:pt>
                <c:pt idx="1">
                  <c:v>250.31066203581435</c:v>
                </c:pt>
                <c:pt idx="2">
                  <c:v>171.31998214649022</c:v>
                </c:pt>
                <c:pt idx="3">
                  <c:v>202.37652722220838</c:v>
                </c:pt>
                <c:pt idx="4">
                  <c:v>265.79249466678425</c:v>
                </c:pt>
                <c:pt idx="5">
                  <c:v>269.08883582871766</c:v>
                </c:pt>
              </c:numCache>
            </c:numRef>
          </c:val>
        </c:ser>
        <c:ser>
          <c:idx val="4"/>
          <c:order val="4"/>
          <c:tx>
            <c:strRef>
              <c:f>Sheet1!$A$37:$E$37</c:f>
              <c:strCache>
                <c:ptCount val="1"/>
                <c:pt idx="0">
                  <c:v>Consumables</c:v>
                </c:pt>
              </c:strCache>
            </c:strRef>
          </c:tx>
          <c:spPr>
            <a:solidFill>
              <a:srgbClr val="F4C4C5"/>
            </a:solidFill>
            <a:ln>
              <a:noFill/>
            </a:ln>
          </c:spPr>
          <c:cat>
            <c:numRef>
              <c:f>Sheet1!$F$32:$N$32</c:f>
              <c:numCache>
                <c:formatCode>General</c:formatCode>
                <c:ptCount val="9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  <c:pt idx="3">
                  <c:v>2010</c:v>
                </c:pt>
                <c:pt idx="4">
                  <c:v>2011</c:v>
                </c:pt>
                <c:pt idx="5">
                  <c:v>2012</c:v>
                </c:pt>
                <c:pt idx="6">
                  <c:v>2013</c:v>
                </c:pt>
                <c:pt idx="7">
                  <c:v>2014</c:v>
                </c:pt>
                <c:pt idx="8">
                  <c:v>2015</c:v>
                </c:pt>
              </c:numCache>
            </c:numRef>
          </c:cat>
          <c:val>
            <c:numRef>
              <c:f>Sheet1!$F$37:$N$37</c:f>
              <c:numCache>
                <c:formatCode>0.0</c:formatCode>
                <c:ptCount val="9"/>
                <c:pt idx="0">
                  <c:v>936.61849836726992</c:v>
                </c:pt>
                <c:pt idx="1">
                  <c:v>1157.6398817772535</c:v>
                </c:pt>
                <c:pt idx="2">
                  <c:v>947.69212250868952</c:v>
                </c:pt>
                <c:pt idx="3">
                  <c:v>1032.0796595208001</c:v>
                </c:pt>
                <c:pt idx="4">
                  <c:v>1183.1493436663147</c:v>
                </c:pt>
                <c:pt idx="5">
                  <c:v>1226.475417244643</c:v>
                </c:pt>
              </c:numCache>
            </c:numRef>
          </c:val>
        </c:ser>
        <c:ser>
          <c:idx val="5"/>
          <c:order val="5"/>
          <c:tx>
            <c:strRef>
              <c:f>Sheet1!$A$38:$E$38</c:f>
              <c:strCache>
                <c:ptCount val="1"/>
                <c:pt idx="0">
                  <c:v>Maintenance</c:v>
                </c:pt>
              </c:strCache>
            </c:strRef>
          </c:tx>
          <c:spPr>
            <a:solidFill>
              <a:srgbClr val="808080"/>
            </a:solidFill>
            <a:ln>
              <a:noFill/>
            </a:ln>
          </c:spPr>
          <c:cat>
            <c:numRef>
              <c:f>Sheet1!$F$32:$N$32</c:f>
              <c:numCache>
                <c:formatCode>General</c:formatCode>
                <c:ptCount val="9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  <c:pt idx="3">
                  <c:v>2010</c:v>
                </c:pt>
                <c:pt idx="4">
                  <c:v>2011</c:v>
                </c:pt>
                <c:pt idx="5">
                  <c:v>2012</c:v>
                </c:pt>
                <c:pt idx="6">
                  <c:v>2013</c:v>
                </c:pt>
                <c:pt idx="7">
                  <c:v>2014</c:v>
                </c:pt>
                <c:pt idx="8">
                  <c:v>2015</c:v>
                </c:pt>
              </c:numCache>
            </c:numRef>
          </c:cat>
          <c:val>
            <c:numRef>
              <c:f>Sheet1!$F$38:$N$38</c:f>
              <c:numCache>
                <c:formatCode>0.0</c:formatCode>
                <c:ptCount val="9"/>
                <c:pt idx="0">
                  <c:v>101.22375045696845</c:v>
                </c:pt>
                <c:pt idx="1">
                  <c:v>125.27489086292555</c:v>
                </c:pt>
                <c:pt idx="2">
                  <c:v>131.98467037032</c:v>
                </c:pt>
                <c:pt idx="3">
                  <c:v>140.18914174679327</c:v>
                </c:pt>
                <c:pt idx="4">
                  <c:v>160.70400717837055</c:v>
                </c:pt>
                <c:pt idx="5">
                  <c:v>162.63985705707401</c:v>
                </c:pt>
              </c:numCache>
            </c:numRef>
          </c:val>
        </c:ser>
        <c:ser>
          <c:idx val="6"/>
          <c:order val="6"/>
          <c:tx>
            <c:strRef>
              <c:f>Sheet1!$A$39:$E$39</c:f>
              <c:strCache>
                <c:ptCount val="1"/>
                <c:pt idx="0">
                  <c:v>Sustaining Capital</c:v>
                </c:pt>
              </c:strCache>
            </c:strRef>
          </c:tx>
          <c:spPr>
            <a:solidFill>
              <a:srgbClr val="D8D8D8"/>
            </a:solidFill>
            <a:ln>
              <a:noFill/>
            </a:ln>
          </c:spPr>
          <c:cat>
            <c:numRef>
              <c:f>Sheet1!$F$32:$N$32</c:f>
              <c:numCache>
                <c:formatCode>General</c:formatCode>
                <c:ptCount val="9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  <c:pt idx="3">
                  <c:v>2010</c:v>
                </c:pt>
                <c:pt idx="4">
                  <c:v>2011</c:v>
                </c:pt>
                <c:pt idx="5">
                  <c:v>2012</c:v>
                </c:pt>
                <c:pt idx="6">
                  <c:v>2013</c:v>
                </c:pt>
                <c:pt idx="7">
                  <c:v>2014</c:v>
                </c:pt>
                <c:pt idx="8">
                  <c:v>2015</c:v>
                </c:pt>
              </c:numCache>
            </c:numRef>
          </c:cat>
          <c:val>
            <c:numRef>
              <c:f>Sheet1!$F$39:$N$39</c:f>
              <c:numCache>
                <c:formatCode>0.0</c:formatCode>
                <c:ptCount val="9"/>
                <c:pt idx="0">
                  <c:v>115.56653062552726</c:v>
                </c:pt>
                <c:pt idx="1">
                  <c:v>144.54888150334122</c:v>
                </c:pt>
                <c:pt idx="2">
                  <c:v>150.83974667292804</c:v>
                </c:pt>
                <c:pt idx="3">
                  <c:v>161.2357519305867</c:v>
                </c:pt>
                <c:pt idx="4">
                  <c:v>184.69500592084393</c:v>
                </c:pt>
                <c:pt idx="5">
                  <c:v>185.57651231825758</c:v>
                </c:pt>
              </c:numCache>
            </c:numRef>
          </c:val>
        </c:ser>
        <c:ser>
          <c:idx val="7"/>
          <c:order val="7"/>
          <c:tx>
            <c:strRef>
              <c:f>Sheet1!$A$40:$E$40</c:f>
              <c:strCache>
                <c:ptCount val="1"/>
                <c:pt idx="0">
                  <c:v>Working Capital</c:v>
                </c:pt>
              </c:strCache>
            </c:strRef>
          </c:tx>
          <c:spPr>
            <a:solidFill>
              <a:srgbClr val="40B7C2"/>
            </a:solidFill>
            <a:ln>
              <a:noFill/>
            </a:ln>
          </c:spPr>
          <c:cat>
            <c:numRef>
              <c:f>Sheet1!$F$32:$N$32</c:f>
              <c:numCache>
                <c:formatCode>General</c:formatCode>
                <c:ptCount val="9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  <c:pt idx="3">
                  <c:v>2010</c:v>
                </c:pt>
                <c:pt idx="4">
                  <c:v>2011</c:v>
                </c:pt>
                <c:pt idx="5">
                  <c:v>2012</c:v>
                </c:pt>
                <c:pt idx="6">
                  <c:v>2013</c:v>
                </c:pt>
                <c:pt idx="7">
                  <c:v>2014</c:v>
                </c:pt>
                <c:pt idx="8">
                  <c:v>2015</c:v>
                </c:pt>
              </c:numCache>
            </c:numRef>
          </c:cat>
          <c:val>
            <c:numRef>
              <c:f>Sheet1!$F$40:$N$40</c:f>
              <c:numCache>
                <c:formatCode>0.0</c:formatCode>
                <c:ptCount val="9"/>
                <c:pt idx="0">
                  <c:v>29.570301571422789</c:v>
                </c:pt>
                <c:pt idx="1">
                  <c:v>34.018171237980013</c:v>
                </c:pt>
                <c:pt idx="2">
                  <c:v>32.597200707800326</c:v>
                </c:pt>
                <c:pt idx="3">
                  <c:v>37.649032046851026</c:v>
                </c:pt>
                <c:pt idx="4">
                  <c:v>45.161766036601556</c:v>
                </c:pt>
                <c:pt idx="5">
                  <c:v>33.382268310253544</c:v>
                </c:pt>
              </c:numCache>
            </c:numRef>
          </c:val>
        </c:ser>
        <c:gapWidth val="70"/>
        <c:overlap val="100"/>
        <c:axId val="64924288"/>
        <c:axId val="64934272"/>
      </c:barChart>
      <c:catAx>
        <c:axId val="64924288"/>
        <c:scaling>
          <c:orientation val="minMax"/>
        </c:scaling>
        <c:axPos val="b"/>
        <c:numFmt formatCode="General" sourceLinked="1"/>
        <c:tickLblPos val="nextTo"/>
        <c:txPr>
          <a:bodyPr/>
          <a:lstStyle/>
          <a:p>
            <a:pPr>
              <a:defRPr lang="en-GB" sz="1200" b="0">
                <a:latin typeface="Arial" pitchFamily="34" charset="0"/>
                <a:cs typeface="Arial" pitchFamily="34" charset="0"/>
              </a:defRPr>
            </a:pPr>
            <a:endParaRPr lang="zh-CN"/>
          </a:p>
        </c:txPr>
        <c:crossAx val="64934272"/>
        <c:crosses val="autoZero"/>
        <c:auto val="1"/>
        <c:lblAlgn val="ctr"/>
        <c:lblOffset val="100"/>
      </c:catAx>
      <c:valAx>
        <c:axId val="64934272"/>
        <c:scaling>
          <c:orientation val="minMax"/>
          <c:max val="4000"/>
          <c:min val="0"/>
        </c:scaling>
        <c:axPos val="l"/>
        <c:majorGridlines>
          <c:spPr>
            <a:ln>
              <a:solidFill>
                <a:schemeClr val="bg1">
                  <a:lumMod val="50000"/>
                </a:schemeClr>
              </a:solidFill>
            </a:ln>
          </c:spPr>
        </c:majorGridlines>
        <c:numFmt formatCode="#,##0" sourceLinked="0"/>
        <c:tickLblPos val="nextTo"/>
        <c:txPr>
          <a:bodyPr/>
          <a:lstStyle/>
          <a:p>
            <a:pPr>
              <a:defRPr lang="en-GB" sz="1200">
                <a:latin typeface="Arial" pitchFamily="34" charset="0"/>
                <a:cs typeface="Arial" pitchFamily="34" charset="0"/>
              </a:defRPr>
            </a:pPr>
            <a:endParaRPr lang="zh-CN"/>
          </a:p>
        </c:txPr>
        <c:crossAx val="64924288"/>
        <c:crosses val="autoZero"/>
        <c:crossBetween val="between"/>
        <c:majorUnit val="800"/>
      </c:valAx>
    </c:plotArea>
    <c:legend>
      <c:legendPos val="r"/>
      <c:layout>
        <c:manualLayout>
          <c:xMode val="edge"/>
          <c:yMode val="edge"/>
          <c:x val="0.84909220771102523"/>
          <c:y val="0.11365868656604969"/>
          <c:w val="0.14208685726986273"/>
          <c:h val="0.7841081432922915"/>
        </c:manualLayout>
      </c:layout>
      <c:txPr>
        <a:bodyPr/>
        <a:lstStyle/>
        <a:p>
          <a:pPr>
            <a:defRPr lang="en-GB">
              <a:latin typeface="Arial" pitchFamily="34" charset="0"/>
              <a:cs typeface="Arial" pitchFamily="34" charset="0"/>
            </a:defRPr>
          </a:pPr>
          <a:endParaRPr lang="zh-CN"/>
        </a:p>
      </c:txPr>
    </c:legend>
    <c:plotVisOnly val="1"/>
    <c:dispBlanksAs val="zero"/>
  </c:chart>
  <c:externalData r:id="rId1"/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CN"/>
  <c:chart>
    <c:plotArea>
      <c:layout>
        <c:manualLayout>
          <c:layoutTarget val="inner"/>
          <c:xMode val="edge"/>
          <c:yMode val="edge"/>
          <c:x val="4.6730118746917876E-2"/>
          <c:y val="8.5693060054191528E-2"/>
          <c:w val="0.58905797101449253"/>
          <c:h val="0.80565758627615525"/>
        </c:manualLayout>
      </c:layout>
      <c:lineChart>
        <c:grouping val="standard"/>
        <c:ser>
          <c:idx val="1"/>
          <c:order val="0"/>
          <c:tx>
            <c:strRef>
              <c:f>Sheet1!$A$73</c:f>
              <c:strCache>
                <c:ptCount val="1"/>
                <c:pt idx="0">
                  <c:v>Chinese Renminbi</c:v>
                </c:pt>
              </c:strCache>
            </c:strRef>
          </c:tx>
          <c:spPr>
            <a:ln>
              <a:solidFill>
                <a:srgbClr val="68A4F4"/>
              </a:solidFill>
              <a:prstDash val="solid"/>
            </a:ln>
          </c:spPr>
          <c:marker>
            <c:symbol val="none"/>
          </c:marker>
          <c:cat>
            <c:numRef>
              <c:f>Sheet1!$B$71:$G$71</c:f>
              <c:numCache>
                <c:formatCode>General</c:formatCode>
                <c:ptCount val="6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</c:numCache>
            </c:numRef>
          </c:cat>
          <c:val>
            <c:numRef>
              <c:f>Sheet1!$B$73:$G$73</c:f>
              <c:numCache>
                <c:formatCode>0</c:formatCode>
                <c:ptCount val="6"/>
                <c:pt idx="0" formatCode="General">
                  <c:v>100</c:v>
                </c:pt>
                <c:pt idx="1">
                  <c:v>101.05796562184091</c:v>
                </c:pt>
                <c:pt idx="2">
                  <c:v>103.13153257408121</c:v>
                </c:pt>
                <c:pt idx="3">
                  <c:v>105.24090338102449</c:v>
                </c:pt>
                <c:pt idx="4">
                  <c:v>106.87600611865085</c:v>
                </c:pt>
                <c:pt idx="5">
                  <c:v>108.61652042982834</c:v>
                </c:pt>
              </c:numCache>
            </c:numRef>
          </c:val>
        </c:ser>
        <c:ser>
          <c:idx val="4"/>
          <c:order val="1"/>
          <c:tx>
            <c:strRef>
              <c:f>Sheet1!$A$76</c:f>
              <c:strCache>
                <c:ptCount val="1"/>
                <c:pt idx="0">
                  <c:v>Chilean Pesos</c:v>
                </c:pt>
              </c:strCache>
            </c:strRef>
          </c:tx>
          <c:spPr>
            <a:ln>
              <a:solidFill>
                <a:srgbClr val="808080"/>
              </a:solidFill>
              <a:prstDash val="solid"/>
            </a:ln>
          </c:spPr>
          <c:marker>
            <c:symbol val="none"/>
          </c:marker>
          <c:cat>
            <c:numRef>
              <c:f>Sheet1!$B$71:$G$71</c:f>
              <c:numCache>
                <c:formatCode>General</c:formatCode>
                <c:ptCount val="6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</c:numCache>
            </c:numRef>
          </c:cat>
          <c:val>
            <c:numRef>
              <c:f>Sheet1!$B$76:$G$76</c:f>
              <c:numCache>
                <c:formatCode>0</c:formatCode>
                <c:ptCount val="6"/>
                <c:pt idx="0" formatCode="General">
                  <c:v>100</c:v>
                </c:pt>
                <c:pt idx="1">
                  <c:v>100.14864405486361</c:v>
                </c:pt>
                <c:pt idx="2">
                  <c:v>95.315254970008596</c:v>
                </c:pt>
                <c:pt idx="3">
                  <c:v>92.822860981512605</c:v>
                </c:pt>
                <c:pt idx="4">
                  <c:v>91.322475204010658</c:v>
                </c:pt>
                <c:pt idx="5">
                  <c:v>89.811262578254272</c:v>
                </c:pt>
              </c:numCache>
            </c:numRef>
          </c:val>
        </c:ser>
        <c:ser>
          <c:idx val="5"/>
          <c:order val="2"/>
          <c:tx>
            <c:strRef>
              <c:f>Sheet1!$A$77</c:f>
              <c:strCache>
                <c:ptCount val="1"/>
                <c:pt idx="0">
                  <c:v>Peruvian Nuevo Sol</c:v>
                </c:pt>
              </c:strCache>
            </c:strRef>
          </c:tx>
          <c:spPr>
            <a:ln>
              <a:solidFill>
                <a:srgbClr val="40B7C2"/>
              </a:solidFill>
              <a:prstDash val="solid"/>
            </a:ln>
          </c:spPr>
          <c:marker>
            <c:symbol val="none"/>
          </c:marker>
          <c:cat>
            <c:numRef>
              <c:f>Sheet1!$B$71:$G$71</c:f>
              <c:numCache>
                <c:formatCode>General</c:formatCode>
                <c:ptCount val="6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</c:numCache>
            </c:numRef>
          </c:cat>
          <c:val>
            <c:numRef>
              <c:f>Sheet1!$B$77:$G$77</c:f>
              <c:numCache>
                <c:formatCode>0</c:formatCode>
                <c:ptCount val="6"/>
                <c:pt idx="0" formatCode="General">
                  <c:v>100</c:v>
                </c:pt>
                <c:pt idx="1">
                  <c:v>101.15456968225382</c:v>
                </c:pt>
                <c:pt idx="2">
                  <c:v>99.160705393760736</c:v>
                </c:pt>
                <c:pt idx="3">
                  <c:v>94.506263203715605</c:v>
                </c:pt>
                <c:pt idx="4">
                  <c:v>90.064981281602726</c:v>
                </c:pt>
                <c:pt idx="5">
                  <c:v>88.182569522556093</c:v>
                </c:pt>
              </c:numCache>
            </c:numRef>
          </c:val>
        </c:ser>
        <c:ser>
          <c:idx val="2"/>
          <c:order val="3"/>
          <c:tx>
            <c:strRef>
              <c:f>Sheet1!$A$74</c:f>
              <c:strCache>
                <c:ptCount val="1"/>
                <c:pt idx="0">
                  <c:v>Australian Dollar</c:v>
                </c:pt>
              </c:strCache>
            </c:strRef>
          </c:tx>
          <c:spPr>
            <a:ln>
              <a:solidFill>
                <a:srgbClr val="B02226"/>
              </a:solidFill>
              <a:prstDash val="solid"/>
            </a:ln>
          </c:spPr>
          <c:marker>
            <c:symbol val="none"/>
          </c:marker>
          <c:cat>
            <c:numRef>
              <c:f>Sheet1!$B$71:$G$71</c:f>
              <c:numCache>
                <c:formatCode>General</c:formatCode>
                <c:ptCount val="6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</c:numCache>
            </c:numRef>
          </c:cat>
          <c:val>
            <c:numRef>
              <c:f>Sheet1!$B$74:$G$74</c:f>
              <c:numCache>
                <c:formatCode>0</c:formatCode>
                <c:ptCount val="6"/>
                <c:pt idx="0" formatCode="General">
                  <c:v>100</c:v>
                </c:pt>
                <c:pt idx="1">
                  <c:v>96.679375223173295</c:v>
                </c:pt>
                <c:pt idx="2">
                  <c:v>91.794106062341427</c:v>
                </c:pt>
                <c:pt idx="3">
                  <c:v>87.247625006299089</c:v>
                </c:pt>
                <c:pt idx="4">
                  <c:v>83.002261584861316</c:v>
                </c:pt>
                <c:pt idx="5">
                  <c:v>79.025400572034684</c:v>
                </c:pt>
              </c:numCache>
            </c:numRef>
          </c:val>
        </c:ser>
        <c:ser>
          <c:idx val="3"/>
          <c:order val="4"/>
          <c:tx>
            <c:strRef>
              <c:f>Sheet1!$A$75</c:f>
              <c:strCache>
                <c:ptCount val="1"/>
                <c:pt idx="0">
                  <c:v>Brazilian Real</c:v>
                </c:pt>
              </c:strCache>
            </c:strRef>
          </c:tx>
          <c:spPr>
            <a:ln>
              <a:solidFill>
                <a:srgbClr val="9B81A5"/>
              </a:solidFill>
              <a:prstDash val="solid"/>
            </a:ln>
          </c:spPr>
          <c:marker>
            <c:symbol val="none"/>
          </c:marker>
          <c:cat>
            <c:numRef>
              <c:f>Sheet1!$B$71:$G$71</c:f>
              <c:numCache>
                <c:formatCode>General</c:formatCode>
                <c:ptCount val="6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</c:numCache>
            </c:numRef>
          </c:cat>
          <c:val>
            <c:numRef>
              <c:f>Sheet1!$B$75:$G$75</c:f>
              <c:numCache>
                <c:formatCode>0</c:formatCode>
                <c:ptCount val="6"/>
                <c:pt idx="0" formatCode="General">
                  <c:v>100</c:v>
                </c:pt>
                <c:pt idx="1">
                  <c:v>98.017867546112697</c:v>
                </c:pt>
                <c:pt idx="2">
                  <c:v>94.105447796151253</c:v>
                </c:pt>
                <c:pt idx="3">
                  <c:v>86.428633861315646</c:v>
                </c:pt>
                <c:pt idx="4">
                  <c:v>80.612712877042</c:v>
                </c:pt>
                <c:pt idx="5">
                  <c:v>76.266533219367645</c:v>
                </c:pt>
              </c:numCache>
            </c:numRef>
          </c:val>
        </c:ser>
        <c:ser>
          <c:idx val="0"/>
          <c:order val="5"/>
          <c:tx>
            <c:strRef>
              <c:f>Sheet1!$A$72</c:f>
              <c:strCache>
                <c:ptCount val="1"/>
                <c:pt idx="0">
                  <c:v>DRC Congolese Franc</c:v>
                </c:pt>
              </c:strCache>
            </c:strRef>
          </c:tx>
          <c:spPr>
            <a:ln>
              <a:solidFill>
                <a:srgbClr val="003D7E"/>
              </a:solidFill>
              <a:prstDash val="solid"/>
            </a:ln>
          </c:spPr>
          <c:marker>
            <c:symbol val="none"/>
          </c:marker>
          <c:cat>
            <c:numRef>
              <c:f>Sheet1!$B$71:$G$71</c:f>
              <c:numCache>
                <c:formatCode>General</c:formatCode>
                <c:ptCount val="6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</c:numCache>
            </c:numRef>
          </c:cat>
          <c:val>
            <c:numRef>
              <c:f>Sheet1!$B$72:$G$72</c:f>
              <c:numCache>
                <c:formatCode>0</c:formatCode>
                <c:ptCount val="6"/>
                <c:pt idx="0" formatCode="General">
                  <c:v>100</c:v>
                </c:pt>
                <c:pt idx="1">
                  <c:v>98.102967270493409</c:v>
                </c:pt>
                <c:pt idx="2">
                  <c:v>91.421983933801954</c:v>
                </c:pt>
                <c:pt idx="3">
                  <c:v>83.661468946189558</c:v>
                </c:pt>
                <c:pt idx="4">
                  <c:v>74.793168604055694</c:v>
                </c:pt>
                <c:pt idx="5">
                  <c:v>66.845466986563878</c:v>
                </c:pt>
              </c:numCache>
            </c:numRef>
          </c:val>
        </c:ser>
        <c:marker val="1"/>
        <c:axId val="64746240"/>
        <c:axId val="64747776"/>
      </c:lineChart>
      <c:catAx>
        <c:axId val="64746240"/>
        <c:scaling>
          <c:orientation val="minMax"/>
        </c:scaling>
        <c:axPos val="b"/>
        <c:numFmt formatCode="General" sourceLinked="1"/>
        <c:tickLblPos val="low"/>
        <c:txPr>
          <a:bodyPr/>
          <a:lstStyle/>
          <a:p>
            <a:pPr>
              <a:defRPr lang="en-GB" sz="900" b="0">
                <a:latin typeface="Arial" pitchFamily="34" charset="0"/>
                <a:cs typeface="Arial" pitchFamily="34" charset="0"/>
              </a:defRPr>
            </a:pPr>
            <a:endParaRPr lang="zh-CN"/>
          </a:p>
        </c:txPr>
        <c:crossAx val="64747776"/>
        <c:crosses val="autoZero"/>
        <c:auto val="1"/>
        <c:lblAlgn val="ctr"/>
        <c:lblOffset val="100"/>
      </c:catAx>
      <c:valAx>
        <c:axId val="64747776"/>
        <c:scaling>
          <c:orientation val="minMax"/>
          <c:min val="60"/>
        </c:scaling>
        <c:axPos val="l"/>
        <c:majorGridlines>
          <c:spPr>
            <a:ln>
              <a:solidFill>
                <a:schemeClr val="bg1">
                  <a:lumMod val="50000"/>
                </a:schemeClr>
              </a:solidFill>
            </a:ln>
          </c:spPr>
        </c:majorGridlines>
        <c:numFmt formatCode="#,##0" sourceLinked="0"/>
        <c:tickLblPos val="nextTo"/>
        <c:txPr>
          <a:bodyPr/>
          <a:lstStyle/>
          <a:p>
            <a:pPr>
              <a:defRPr lang="en-GB" sz="900">
                <a:latin typeface="Arial" pitchFamily="34" charset="0"/>
                <a:cs typeface="Arial" pitchFamily="34" charset="0"/>
              </a:defRPr>
            </a:pPr>
            <a:endParaRPr lang="zh-CN"/>
          </a:p>
        </c:txPr>
        <c:crossAx val="64746240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68877125603865208"/>
          <c:y val="0.19948080808080809"/>
          <c:w val="0.30240772946859901"/>
          <c:h val="0.63175707070707265"/>
        </c:manualLayout>
      </c:layout>
      <c:txPr>
        <a:bodyPr/>
        <a:lstStyle/>
        <a:p>
          <a:pPr>
            <a:defRPr lang="en-GB" sz="800">
              <a:latin typeface="Arial" pitchFamily="34" charset="0"/>
              <a:cs typeface="Arial" pitchFamily="34" charset="0"/>
            </a:defRPr>
          </a:pPr>
          <a:endParaRPr lang="zh-CN"/>
        </a:p>
      </c:txPr>
    </c:legend>
    <c:plotVisOnly val="1"/>
    <c:dispBlanksAs val="zero"/>
  </c:chart>
  <c:spPr>
    <a:ln>
      <a:noFill/>
    </a:ln>
  </c:spPr>
  <c:externalData r:id="rId1"/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CN"/>
  <c:chart>
    <c:plotArea>
      <c:layout>
        <c:manualLayout>
          <c:layoutTarget val="inner"/>
          <c:xMode val="edge"/>
          <c:yMode val="edge"/>
          <c:x val="4.8297050195982176E-2"/>
          <c:y val="8.8271049173197266E-2"/>
          <c:w val="0.62173478260869997"/>
          <c:h val="0.80593603249228962"/>
        </c:manualLayout>
      </c:layout>
      <c:lineChart>
        <c:grouping val="standard"/>
        <c:ser>
          <c:idx val="1"/>
          <c:order val="0"/>
          <c:tx>
            <c:strRef>
              <c:f>Sheet2!$A$31:$E$31</c:f>
              <c:strCache>
                <c:ptCount val="1"/>
                <c:pt idx="0">
                  <c:v>Zinc</c:v>
                </c:pt>
              </c:strCache>
            </c:strRef>
          </c:tx>
          <c:spPr>
            <a:ln>
              <a:solidFill>
                <a:srgbClr val="68A4F4"/>
              </a:solidFill>
              <a:prstDash val="solid"/>
            </a:ln>
          </c:spPr>
          <c:marker>
            <c:symbol val="none"/>
          </c:marker>
          <c:cat>
            <c:numRef>
              <c:f>Sheet2!$F$30:$K$30</c:f>
              <c:numCache>
                <c:formatCode>General</c:formatCode>
                <c:ptCount val="6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</c:numCache>
            </c:numRef>
          </c:cat>
          <c:val>
            <c:numRef>
              <c:f>Sheet2!$F$31:$K$31</c:f>
              <c:numCache>
                <c:formatCode>0</c:formatCode>
                <c:ptCount val="6"/>
                <c:pt idx="0" formatCode="General">
                  <c:v>100</c:v>
                </c:pt>
                <c:pt idx="1">
                  <c:v>104.72764645426552</c:v>
                </c:pt>
                <c:pt idx="2">
                  <c:v>103.8026721479953</c:v>
                </c:pt>
                <c:pt idx="3">
                  <c:v>114.33710174717369</c:v>
                </c:pt>
                <c:pt idx="4">
                  <c:v>144.65570400822199</c:v>
                </c:pt>
                <c:pt idx="5">
                  <c:v>186.53648509763624</c:v>
                </c:pt>
              </c:numCache>
            </c:numRef>
          </c:val>
        </c:ser>
        <c:ser>
          <c:idx val="4"/>
          <c:order val="1"/>
          <c:tx>
            <c:strRef>
              <c:f>Sheet2!$A$33:$E$33</c:f>
              <c:strCache>
                <c:ptCount val="1"/>
                <c:pt idx="0">
                  <c:v>Molybdenum</c:v>
                </c:pt>
              </c:strCache>
            </c:strRef>
          </c:tx>
          <c:spPr>
            <a:ln>
              <a:solidFill>
                <a:srgbClr val="808080"/>
              </a:solidFill>
              <a:prstDash val="solid"/>
            </a:ln>
          </c:spPr>
          <c:marker>
            <c:symbol val="none"/>
          </c:marker>
          <c:cat>
            <c:numRef>
              <c:f>Sheet2!$F$30:$K$30</c:f>
              <c:numCache>
                <c:formatCode>General</c:formatCode>
                <c:ptCount val="6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</c:numCache>
            </c:numRef>
          </c:cat>
          <c:val>
            <c:numRef>
              <c:f>Sheet2!$F$33:$K$33</c:f>
              <c:numCache>
                <c:formatCode>0</c:formatCode>
                <c:ptCount val="6"/>
                <c:pt idx="0" formatCode="General">
                  <c:v>100</c:v>
                </c:pt>
                <c:pt idx="1">
                  <c:v>107.69230769230768</c:v>
                </c:pt>
                <c:pt idx="2">
                  <c:v>123.07692307692307</c:v>
                </c:pt>
                <c:pt idx="3">
                  <c:v>130.76923076923075</c:v>
                </c:pt>
                <c:pt idx="4">
                  <c:v>149.80769230769357</c:v>
                </c:pt>
                <c:pt idx="5">
                  <c:v>153.55288461538461</c:v>
                </c:pt>
              </c:numCache>
            </c:numRef>
          </c:val>
        </c:ser>
        <c:ser>
          <c:idx val="5"/>
          <c:order val="2"/>
          <c:tx>
            <c:strRef>
              <c:f>Sheet2!$A$32:$E$32</c:f>
              <c:strCache>
                <c:ptCount val="1"/>
                <c:pt idx="0">
                  <c:v>Nickel</c:v>
                </c:pt>
              </c:strCache>
            </c:strRef>
          </c:tx>
          <c:spPr>
            <a:ln>
              <a:solidFill>
                <a:srgbClr val="40B7C2"/>
              </a:solidFill>
              <a:prstDash val="solid"/>
            </a:ln>
          </c:spPr>
          <c:marker>
            <c:symbol val="none"/>
          </c:marker>
          <c:cat>
            <c:numRef>
              <c:f>Sheet2!$F$30:$K$30</c:f>
              <c:numCache>
                <c:formatCode>General</c:formatCode>
                <c:ptCount val="6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</c:numCache>
            </c:numRef>
          </c:cat>
          <c:val>
            <c:numRef>
              <c:f>Sheet2!$F$32:$K$32</c:f>
              <c:numCache>
                <c:formatCode>0</c:formatCode>
                <c:ptCount val="6"/>
                <c:pt idx="0" formatCode="General">
                  <c:v>100</c:v>
                </c:pt>
                <c:pt idx="1">
                  <c:v>102.29274302971319</c:v>
                </c:pt>
                <c:pt idx="2">
                  <c:v>113.89512888308828</c:v>
                </c:pt>
                <c:pt idx="3">
                  <c:v>122.22024035707851</c:v>
                </c:pt>
                <c:pt idx="4">
                  <c:v>131.74203442525732</c:v>
                </c:pt>
                <c:pt idx="5">
                  <c:v>124.19401796742135</c:v>
                </c:pt>
              </c:numCache>
            </c:numRef>
          </c:val>
        </c:ser>
        <c:ser>
          <c:idx val="2"/>
          <c:order val="3"/>
          <c:tx>
            <c:strRef>
              <c:f>Sheet2!$A$34:$E$34</c:f>
              <c:strCache>
                <c:ptCount val="1"/>
                <c:pt idx="0">
                  <c:v>Cobalt</c:v>
                </c:pt>
              </c:strCache>
            </c:strRef>
          </c:tx>
          <c:spPr>
            <a:ln>
              <a:solidFill>
                <a:srgbClr val="B02226"/>
              </a:solidFill>
              <a:prstDash val="solid"/>
            </a:ln>
          </c:spPr>
          <c:marker>
            <c:symbol val="none"/>
          </c:marker>
          <c:cat>
            <c:numRef>
              <c:f>Sheet2!$F$30:$K$30</c:f>
              <c:numCache>
                <c:formatCode>General</c:formatCode>
                <c:ptCount val="6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</c:numCache>
            </c:numRef>
          </c:cat>
          <c:val>
            <c:numRef>
              <c:f>Sheet2!$F$34:$K$34</c:f>
              <c:numCache>
                <c:formatCode>0</c:formatCode>
                <c:ptCount val="6"/>
                <c:pt idx="0" formatCode="General">
                  <c:v>100</c:v>
                </c:pt>
                <c:pt idx="1">
                  <c:v>92.857142857142819</c:v>
                </c:pt>
                <c:pt idx="2">
                  <c:v>91.428571428571388</c:v>
                </c:pt>
                <c:pt idx="3">
                  <c:v>96.428571428571388</c:v>
                </c:pt>
                <c:pt idx="4">
                  <c:v>107.14285714285653</c:v>
                </c:pt>
                <c:pt idx="5">
                  <c:v>121.42857142857135</c:v>
                </c:pt>
              </c:numCache>
            </c:numRef>
          </c:val>
        </c:ser>
        <c:ser>
          <c:idx val="3"/>
          <c:order val="4"/>
          <c:tx>
            <c:strRef>
              <c:f>Sheet2!$A$35:$E$35</c:f>
              <c:strCache>
                <c:ptCount val="1"/>
                <c:pt idx="0">
                  <c:v>Gold</c:v>
                </c:pt>
              </c:strCache>
            </c:strRef>
          </c:tx>
          <c:spPr>
            <a:ln>
              <a:solidFill>
                <a:srgbClr val="9B81A5"/>
              </a:solidFill>
              <a:prstDash val="solid"/>
            </a:ln>
          </c:spPr>
          <c:marker>
            <c:symbol val="none"/>
          </c:marker>
          <c:cat>
            <c:numRef>
              <c:f>Sheet2!$F$30:$K$30</c:f>
              <c:numCache>
                <c:formatCode>General</c:formatCode>
                <c:ptCount val="6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</c:numCache>
            </c:numRef>
          </c:cat>
          <c:val>
            <c:numRef>
              <c:f>Sheet2!$F$35:$K$35</c:f>
              <c:numCache>
                <c:formatCode>0</c:formatCode>
                <c:ptCount val="6"/>
                <c:pt idx="0" formatCode="General">
                  <c:v>100</c:v>
                </c:pt>
                <c:pt idx="1">
                  <c:v>101.42794637315798</c:v>
                </c:pt>
                <c:pt idx="2">
                  <c:v>97.382643492045645</c:v>
                </c:pt>
                <c:pt idx="3">
                  <c:v>95.138646034505058</c:v>
                </c:pt>
                <c:pt idx="4">
                  <c:v>88.050434179348954</c:v>
                </c:pt>
                <c:pt idx="5">
                  <c:v>87.30019702771591</c:v>
                </c:pt>
              </c:numCache>
            </c:numRef>
          </c:val>
        </c:ser>
        <c:marker val="1"/>
        <c:axId val="64846848"/>
        <c:axId val="64869120"/>
      </c:lineChart>
      <c:catAx>
        <c:axId val="64846848"/>
        <c:scaling>
          <c:orientation val="minMax"/>
        </c:scaling>
        <c:axPos val="b"/>
        <c:numFmt formatCode="General" sourceLinked="1"/>
        <c:tickLblPos val="low"/>
        <c:txPr>
          <a:bodyPr/>
          <a:lstStyle/>
          <a:p>
            <a:pPr>
              <a:defRPr lang="en-GB"/>
            </a:pPr>
            <a:endParaRPr lang="zh-CN"/>
          </a:p>
        </c:txPr>
        <c:crossAx val="64869120"/>
        <c:crosses val="autoZero"/>
        <c:auto val="1"/>
        <c:lblAlgn val="ctr"/>
        <c:lblOffset val="100"/>
      </c:catAx>
      <c:valAx>
        <c:axId val="64869120"/>
        <c:scaling>
          <c:orientation val="minMax"/>
          <c:min val="60"/>
        </c:scaling>
        <c:axPos val="l"/>
        <c:majorGridlines>
          <c:spPr>
            <a:ln>
              <a:solidFill>
                <a:schemeClr val="bg1">
                  <a:lumMod val="50000"/>
                </a:schemeClr>
              </a:solidFill>
            </a:ln>
          </c:spPr>
        </c:majorGridlines>
        <c:numFmt formatCode="#,##0" sourceLinked="0"/>
        <c:tickLblPos val="nextTo"/>
        <c:txPr>
          <a:bodyPr/>
          <a:lstStyle/>
          <a:p>
            <a:pPr>
              <a:defRPr lang="en-GB"/>
            </a:pPr>
            <a:endParaRPr lang="zh-CN"/>
          </a:p>
        </c:txPr>
        <c:crossAx val="64846848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72165120772947211"/>
          <c:y val="0.10323674608381694"/>
          <c:w val="0.2783487922705325"/>
          <c:h val="0.65981464646464993"/>
        </c:manualLayout>
      </c:layout>
      <c:txPr>
        <a:bodyPr/>
        <a:lstStyle/>
        <a:p>
          <a:pPr>
            <a:defRPr lang="en-GB"/>
          </a:pPr>
          <a:endParaRPr lang="zh-CN"/>
        </a:p>
      </c:txPr>
    </c:legend>
    <c:plotVisOnly val="1"/>
    <c:dispBlanksAs val="zero"/>
  </c:chart>
  <c:spPr>
    <a:ln>
      <a:noFill/>
    </a:ln>
  </c:spPr>
  <c:txPr>
    <a:bodyPr/>
    <a:lstStyle/>
    <a:p>
      <a:pPr>
        <a:defRPr sz="1100">
          <a:latin typeface="Arial" pitchFamily="34" charset="0"/>
          <a:cs typeface="Arial" pitchFamily="34" charset="0"/>
        </a:defRPr>
      </a:pPr>
      <a:endParaRPr lang="zh-CN"/>
    </a:p>
  </c:txPr>
  <c:externalData r:id="rId1"/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CN"/>
  <c:chart>
    <c:plotArea>
      <c:layout>
        <c:manualLayout>
          <c:layoutTarget val="inner"/>
          <c:xMode val="edge"/>
          <c:yMode val="edge"/>
          <c:x val="5.0691204763767865E-2"/>
          <c:y val="0.12555090403929195"/>
          <c:w val="0.90692431822970165"/>
          <c:h val="0.76216622159505587"/>
        </c:manualLayout>
      </c:layout>
      <c:lineChart>
        <c:grouping val="standard"/>
        <c:ser>
          <c:idx val="1"/>
          <c:order val="0"/>
          <c:tx>
            <c:strRef>
              <c:f>Sheet3!$A$11</c:f>
              <c:strCache>
                <c:ptCount val="1"/>
                <c:pt idx="0">
                  <c:v>Nominal</c:v>
                </c:pt>
              </c:strCache>
            </c:strRef>
          </c:tx>
          <c:spPr>
            <a:ln>
              <a:solidFill>
                <a:srgbClr val="B02226"/>
              </a:solidFill>
              <a:prstDash val="solid"/>
            </a:ln>
          </c:spPr>
          <c:marker>
            <c:symbol val="none"/>
          </c:marker>
          <c:cat>
            <c:numRef>
              <c:f>Sheet3!$B$10:$L$10</c:f>
              <c:numCache>
                <c:formatCode>General</c:formatCode>
                <c:ptCount val="11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  <c:pt idx="3">
                  <c:v>2010</c:v>
                </c:pt>
                <c:pt idx="4">
                  <c:v>2011</c:v>
                </c:pt>
                <c:pt idx="5">
                  <c:v>2012</c:v>
                </c:pt>
                <c:pt idx="6">
                  <c:v>2013</c:v>
                </c:pt>
                <c:pt idx="7">
                  <c:v>2014</c:v>
                </c:pt>
                <c:pt idx="8">
                  <c:v>2015</c:v>
                </c:pt>
                <c:pt idx="9">
                  <c:v>2016</c:v>
                </c:pt>
                <c:pt idx="10">
                  <c:v>2017</c:v>
                </c:pt>
              </c:numCache>
            </c:numRef>
          </c:cat>
          <c:val>
            <c:numRef>
              <c:f>Sheet3!$B$11:$L$11</c:f>
              <c:numCache>
                <c:formatCode>0.0</c:formatCode>
                <c:ptCount val="11"/>
                <c:pt idx="0">
                  <c:v>72.514160000000516</c:v>
                </c:pt>
                <c:pt idx="1">
                  <c:v>97.173329999999979</c:v>
                </c:pt>
                <c:pt idx="2">
                  <c:v>61.545000000000002</c:v>
                </c:pt>
                <c:pt idx="3">
                  <c:v>79.485000000000014</c:v>
                </c:pt>
                <c:pt idx="4">
                  <c:v>111.3216</c:v>
                </c:pt>
                <c:pt idx="5">
                  <c:v>111.7383</c:v>
                </c:pt>
                <c:pt idx="6">
                  <c:v>109.75</c:v>
                </c:pt>
                <c:pt idx="7">
                  <c:v>105</c:v>
                </c:pt>
                <c:pt idx="8">
                  <c:v>105</c:v>
                </c:pt>
                <c:pt idx="9">
                  <c:v>105.99990000000012</c:v>
                </c:pt>
                <c:pt idx="10">
                  <c:v>107.49990000000012</c:v>
                </c:pt>
              </c:numCache>
            </c:numRef>
          </c:val>
        </c:ser>
        <c:ser>
          <c:idx val="4"/>
          <c:order val="1"/>
          <c:tx>
            <c:strRef>
              <c:f>Sheet3!$A$12</c:f>
              <c:strCache>
                <c:ptCount val="1"/>
                <c:pt idx="0">
                  <c:v>Real, 2012$</c:v>
                </c:pt>
              </c:strCache>
            </c:strRef>
          </c:tx>
          <c:spPr>
            <a:ln>
              <a:solidFill>
                <a:srgbClr val="F4C4C5"/>
              </a:solidFill>
              <a:prstDash val="solid"/>
            </a:ln>
          </c:spPr>
          <c:marker>
            <c:symbol val="none"/>
          </c:marker>
          <c:cat>
            <c:numRef>
              <c:f>Sheet3!$B$10:$L$10</c:f>
              <c:numCache>
                <c:formatCode>General</c:formatCode>
                <c:ptCount val="11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  <c:pt idx="3">
                  <c:v>2010</c:v>
                </c:pt>
                <c:pt idx="4">
                  <c:v>2011</c:v>
                </c:pt>
                <c:pt idx="5">
                  <c:v>2012</c:v>
                </c:pt>
                <c:pt idx="6">
                  <c:v>2013</c:v>
                </c:pt>
                <c:pt idx="7">
                  <c:v>2014</c:v>
                </c:pt>
                <c:pt idx="8">
                  <c:v>2015</c:v>
                </c:pt>
                <c:pt idx="9">
                  <c:v>2016</c:v>
                </c:pt>
                <c:pt idx="10">
                  <c:v>2017</c:v>
                </c:pt>
              </c:numCache>
            </c:numRef>
          </c:cat>
          <c:val>
            <c:numRef>
              <c:f>Sheet3!$B$12:$L$12</c:f>
              <c:numCache>
                <c:formatCode>0.0</c:formatCode>
                <c:ptCount val="11"/>
                <c:pt idx="0">
                  <c:v>78.750092542903019</c:v>
                </c:pt>
                <c:pt idx="1">
                  <c:v>103.23011352755843</c:v>
                </c:pt>
                <c:pt idx="2">
                  <c:v>64.820083950752519</c:v>
                </c:pt>
                <c:pt idx="3">
                  <c:v>82.613301026770259</c:v>
                </c:pt>
                <c:pt idx="4">
                  <c:v>113.2881871579865</c:v>
                </c:pt>
                <c:pt idx="5">
                  <c:v>111.7383</c:v>
                </c:pt>
                <c:pt idx="6">
                  <c:v>108.05190368857635</c:v>
                </c:pt>
                <c:pt idx="7">
                  <c:v>101.14624198970913</c:v>
                </c:pt>
                <c:pt idx="8">
                  <c:v>98.977699040416027</c:v>
                </c:pt>
                <c:pt idx="9">
                  <c:v>97.809106934000908</c:v>
                </c:pt>
                <c:pt idx="10">
                  <c:v>97.105183130718757</c:v>
                </c:pt>
              </c:numCache>
            </c:numRef>
          </c:val>
        </c:ser>
        <c:marker val="1"/>
        <c:axId val="65816064"/>
        <c:axId val="65817600"/>
      </c:lineChart>
      <c:catAx>
        <c:axId val="65816064"/>
        <c:scaling>
          <c:orientation val="minMax"/>
        </c:scaling>
        <c:axPos val="b"/>
        <c:numFmt formatCode="General" sourceLinked="1"/>
        <c:tickLblPos val="low"/>
        <c:txPr>
          <a:bodyPr/>
          <a:lstStyle/>
          <a:p>
            <a:pPr>
              <a:defRPr lang="en-GB"/>
            </a:pPr>
            <a:endParaRPr lang="zh-CN"/>
          </a:p>
        </c:txPr>
        <c:crossAx val="65817600"/>
        <c:crosses val="autoZero"/>
        <c:auto val="1"/>
        <c:lblAlgn val="ctr"/>
        <c:lblOffset val="100"/>
      </c:catAx>
      <c:valAx>
        <c:axId val="65817600"/>
        <c:scaling>
          <c:orientation val="minMax"/>
          <c:min val="60"/>
        </c:scaling>
        <c:axPos val="l"/>
        <c:majorGridlines>
          <c:spPr>
            <a:ln>
              <a:solidFill>
                <a:schemeClr val="bg1">
                  <a:lumMod val="50000"/>
                </a:schemeClr>
              </a:solidFill>
            </a:ln>
          </c:spPr>
        </c:majorGridlines>
        <c:numFmt formatCode="#,##0" sourceLinked="0"/>
        <c:tickLblPos val="nextTo"/>
        <c:txPr>
          <a:bodyPr/>
          <a:lstStyle/>
          <a:p>
            <a:pPr>
              <a:defRPr lang="en-GB"/>
            </a:pPr>
            <a:endParaRPr lang="zh-CN"/>
          </a:p>
        </c:txPr>
        <c:crossAx val="65816064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28393937198067792"/>
          <c:y val="1.4191414141414144E-2"/>
          <c:w val="0.46473502415458923"/>
          <c:h val="8.9308080808080822E-2"/>
        </c:manualLayout>
      </c:layout>
      <c:txPr>
        <a:bodyPr/>
        <a:lstStyle/>
        <a:p>
          <a:pPr>
            <a:defRPr lang="en-GB"/>
          </a:pPr>
          <a:endParaRPr lang="zh-CN"/>
        </a:p>
      </c:txPr>
    </c:legend>
    <c:plotVisOnly val="1"/>
    <c:dispBlanksAs val="zero"/>
  </c:chart>
  <c:spPr>
    <a:ln>
      <a:noFill/>
    </a:ln>
  </c:spPr>
  <c:txPr>
    <a:bodyPr/>
    <a:lstStyle/>
    <a:p>
      <a:pPr>
        <a:defRPr sz="1050">
          <a:latin typeface="Arial" pitchFamily="34" charset="0"/>
          <a:cs typeface="Arial" pitchFamily="34" charset="0"/>
        </a:defRPr>
      </a:pPr>
      <a:endParaRPr lang="zh-CN"/>
    </a:p>
  </c:txPr>
  <c:externalData r:id="rId1"/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CN"/>
  <c:chart>
    <c:plotArea>
      <c:layout>
        <c:manualLayout>
          <c:layoutTarget val="inner"/>
          <c:xMode val="edge"/>
          <c:yMode val="edge"/>
          <c:x val="9.453459298259817E-2"/>
          <c:y val="3.8171226631394745E-2"/>
          <c:w val="0.66503842478576702"/>
          <c:h val="0.87100780928460064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Existing operations</c:v>
                </c:pt>
              </c:strCache>
            </c:strRef>
          </c:tx>
          <c:spPr>
            <a:solidFill>
              <a:schemeClr val="tx2">
                <a:lumMod val="40000"/>
                <a:lumOff val="60000"/>
              </a:schemeClr>
            </a:solidFill>
          </c:spPr>
          <c:cat>
            <c:numRef>
              <c:f>Sheet1!$A$2:$A$7</c:f>
              <c:numCache>
                <c:formatCode>General</c:formatCode>
                <c:ptCount val="6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16691</c:v>
                </c:pt>
                <c:pt idx="1">
                  <c:v>18362</c:v>
                </c:pt>
                <c:pt idx="2">
                  <c:v>19009</c:v>
                </c:pt>
                <c:pt idx="3">
                  <c:v>19216</c:v>
                </c:pt>
                <c:pt idx="4">
                  <c:v>18903</c:v>
                </c:pt>
                <c:pt idx="5">
                  <c:v>18708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Committed projects</c:v>
                </c:pt>
              </c:strCache>
            </c:strRef>
          </c:tx>
          <c:spPr>
            <a:solidFill>
              <a:schemeClr val="tx2"/>
            </a:solidFill>
          </c:spPr>
          <c:cat>
            <c:numRef>
              <c:f>Sheet1!$A$2:$A$7</c:f>
              <c:numCache>
                <c:formatCode>General</c:formatCode>
                <c:ptCount val="6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</c:numCache>
            </c:num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178</c:v>
                </c:pt>
                <c:pt idx="2">
                  <c:v>873</c:v>
                </c:pt>
                <c:pt idx="3">
                  <c:v>1638</c:v>
                </c:pt>
                <c:pt idx="4">
                  <c:v>2158</c:v>
                </c:pt>
                <c:pt idx="5">
                  <c:v>2436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Probable projects</c:v>
                </c:pt>
              </c:strCache>
            </c:strRef>
          </c:tx>
          <c:spPr>
            <a:solidFill>
              <a:srgbClr val="C00000"/>
            </a:solidFill>
          </c:spPr>
          <c:cat>
            <c:numRef>
              <c:f>Sheet1!$A$2:$A$7</c:f>
              <c:numCache>
                <c:formatCode>General</c:formatCode>
                <c:ptCount val="6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</c:numCache>
            </c:num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41</c:v>
                </c:pt>
                <c:pt idx="2">
                  <c:v>305</c:v>
                </c:pt>
                <c:pt idx="3">
                  <c:v>763</c:v>
                </c:pt>
                <c:pt idx="4">
                  <c:v>1245</c:v>
                </c:pt>
                <c:pt idx="5">
                  <c:v>1765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Possible projects</c:v>
                </c:pt>
              </c:strCache>
            </c:strRef>
          </c:tx>
          <c:spPr>
            <a:solidFill>
              <a:srgbClr val="D48A88"/>
            </a:solidFill>
          </c:spPr>
          <c:cat>
            <c:numRef>
              <c:f>Sheet1!$A$2:$A$7</c:f>
              <c:numCache>
                <c:formatCode>General</c:formatCode>
                <c:ptCount val="6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</c:numCache>
            </c:numRef>
          </c:cat>
          <c:val>
            <c:numRef>
              <c:f>Sheet1!$E$2:$E$7</c:f>
              <c:numCache>
                <c:formatCode>General</c:formatCode>
                <c:ptCount val="6"/>
                <c:pt idx="0">
                  <c:v>0</c:v>
                </c:pt>
                <c:pt idx="1">
                  <c:v>1</c:v>
                </c:pt>
                <c:pt idx="2">
                  <c:v>32</c:v>
                </c:pt>
                <c:pt idx="3">
                  <c:v>124</c:v>
                </c:pt>
                <c:pt idx="4">
                  <c:v>318</c:v>
                </c:pt>
                <c:pt idx="5">
                  <c:v>576</c:v>
                </c:pt>
              </c:numCache>
            </c:numRef>
          </c:val>
        </c:ser>
        <c:gapWidth val="20"/>
        <c:overlap val="100"/>
        <c:axId val="102554624"/>
        <c:axId val="102556416"/>
      </c:barChart>
      <c:lineChart>
        <c:grouping val="standard"/>
        <c:ser>
          <c:idx val="4"/>
          <c:order val="4"/>
          <c:tx>
            <c:strRef>
              <c:f>Sheet1!$F$1</c:f>
              <c:strCache>
                <c:ptCount val="1"/>
                <c:pt idx="0">
                  <c:v>Total after disruption</c:v>
                </c:pt>
              </c:strCache>
            </c:strRef>
          </c:tx>
          <c:spPr>
            <a:ln w="44450">
              <a:solidFill>
                <a:srgbClr val="002060"/>
              </a:solidFill>
            </a:ln>
          </c:spPr>
          <c:marker>
            <c:symbol val="none"/>
          </c:marker>
          <c:cat>
            <c:numRef>
              <c:f>Sheet1!$A$2:$A$7</c:f>
              <c:numCache>
                <c:formatCode>General</c:formatCode>
                <c:ptCount val="6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</c:numCache>
            </c:numRef>
          </c:cat>
          <c:val>
            <c:numRef>
              <c:f>Sheet1!$F$2:$F$7</c:f>
              <c:numCache>
                <c:formatCode>General</c:formatCode>
                <c:ptCount val="6"/>
                <c:pt idx="0">
                  <c:v>16463</c:v>
                </c:pt>
                <c:pt idx="1">
                  <c:v>16984</c:v>
                </c:pt>
                <c:pt idx="2">
                  <c:v>17765</c:v>
                </c:pt>
                <c:pt idx="3">
                  <c:v>19092</c:v>
                </c:pt>
                <c:pt idx="4">
                  <c:v>19837</c:v>
                </c:pt>
                <c:pt idx="5">
                  <c:v>20795</c:v>
                </c:pt>
              </c:numCache>
            </c:numRef>
          </c:val>
        </c:ser>
        <c:marker val="1"/>
        <c:axId val="102554624"/>
        <c:axId val="102556416"/>
      </c:lineChart>
      <c:catAx>
        <c:axId val="102554624"/>
        <c:scaling>
          <c:orientation val="minMax"/>
        </c:scaling>
        <c:axPos val="b"/>
        <c:numFmt formatCode="General" sourceLinked="1"/>
        <c:tickLblPos val="nextTo"/>
        <c:txPr>
          <a:bodyPr/>
          <a:lstStyle/>
          <a:p>
            <a:pPr>
              <a:defRPr lang="en-GB" sz="1400">
                <a:latin typeface="Arial" pitchFamily="34" charset="0"/>
                <a:cs typeface="Arial" pitchFamily="34" charset="0"/>
              </a:defRPr>
            </a:pPr>
            <a:endParaRPr lang="zh-CN"/>
          </a:p>
        </c:txPr>
        <c:crossAx val="102556416"/>
        <c:crosses val="autoZero"/>
        <c:auto val="1"/>
        <c:lblAlgn val="ctr"/>
        <c:lblOffset val="100"/>
      </c:catAx>
      <c:valAx>
        <c:axId val="102556416"/>
        <c:scaling>
          <c:orientation val="minMax"/>
          <c:max val="24000"/>
          <c:min val="16000"/>
        </c:scaling>
        <c:axPos val="l"/>
        <c:majorGridlines>
          <c:spPr>
            <a:ln>
              <a:prstDash val="dash"/>
            </a:ln>
          </c:spPr>
        </c:majorGridlines>
        <c:numFmt formatCode="#,##0" sourceLinked="0"/>
        <c:tickLblPos val="nextTo"/>
        <c:txPr>
          <a:bodyPr/>
          <a:lstStyle/>
          <a:p>
            <a:pPr>
              <a:defRPr lang="en-GB" sz="1400">
                <a:latin typeface="Arial" pitchFamily="34" charset="0"/>
                <a:cs typeface="Arial" pitchFamily="34" charset="0"/>
              </a:defRPr>
            </a:pPr>
            <a:endParaRPr lang="zh-CN"/>
          </a:p>
        </c:txPr>
        <c:crossAx val="102554624"/>
        <c:crosses val="autoZero"/>
        <c:crossBetween val="between"/>
        <c:majorUnit val="4000"/>
      </c:valAx>
    </c:plotArea>
    <c:legend>
      <c:legendPos val="r"/>
      <c:layout>
        <c:manualLayout>
          <c:xMode val="edge"/>
          <c:yMode val="edge"/>
          <c:x val="0.76561845107881776"/>
          <c:y val="0.13522612193833872"/>
          <c:w val="0.22513761870777377"/>
          <c:h val="0.67982255625037546"/>
        </c:manualLayout>
      </c:layout>
      <c:txPr>
        <a:bodyPr/>
        <a:lstStyle/>
        <a:p>
          <a:pPr>
            <a:defRPr lang="en-GB" sz="1400">
              <a:latin typeface="Arial" pitchFamily="34" charset="0"/>
              <a:cs typeface="Arial" pitchFamily="34" charset="0"/>
            </a:defRPr>
          </a:pPr>
          <a:endParaRPr lang="zh-CN"/>
        </a:p>
      </c:txPr>
    </c:legend>
    <c:plotVisOnly val="1"/>
    <c:dispBlanksAs val="gap"/>
  </c:chart>
  <c:txPr>
    <a:bodyPr/>
    <a:lstStyle/>
    <a:p>
      <a:pPr>
        <a:defRPr sz="1800"/>
      </a:pPr>
      <a:endParaRPr lang="zh-CN"/>
    </a:p>
  </c:txPr>
  <c:externalData r:id="rId1"/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CN"/>
  <c:chart>
    <c:plotArea>
      <c:layout/>
      <c:barChart>
        <c:barDir val="col"/>
        <c:grouping val="clustered"/>
        <c:ser>
          <c:idx val="0"/>
          <c:order val="0"/>
          <c:tx>
            <c:v>Production</c:v>
          </c:tx>
          <c:spPr>
            <a:solidFill>
              <a:srgbClr val="003D7E"/>
            </a:solidFill>
          </c:spPr>
          <c:cat>
            <c:numRef>
              <c:f>'Table 3.3'!$Q$4:$U$4</c:f>
              <c:numCache>
                <c:formatCode>General</c:formatCode>
                <c:ptCount val="5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</c:numCache>
            </c:numRef>
          </c:cat>
          <c:val>
            <c:numRef>
              <c:f>'Table 3.3'!$Q$23:$U$23</c:f>
              <c:numCache>
                <c:formatCode>0</c:formatCode>
                <c:ptCount val="5"/>
                <c:pt idx="0">
                  <c:v>20472.473049913689</c:v>
                </c:pt>
                <c:pt idx="1">
                  <c:v>21368.46277422415</c:v>
                </c:pt>
                <c:pt idx="2">
                  <c:v>22959.525648967698</c:v>
                </c:pt>
                <c:pt idx="3">
                  <c:v>23753.06574471611</c:v>
                </c:pt>
                <c:pt idx="4">
                  <c:v>24708.916758692922</c:v>
                </c:pt>
              </c:numCache>
            </c:numRef>
          </c:val>
        </c:ser>
        <c:ser>
          <c:idx val="1"/>
          <c:order val="1"/>
          <c:tx>
            <c:v>Consumption</c:v>
          </c:tx>
          <c:spPr>
            <a:solidFill>
              <a:srgbClr val="C9DEFB"/>
            </a:solidFill>
          </c:spPr>
          <c:cat>
            <c:numRef>
              <c:f>'Table 3.3'!$Q$4:$U$4</c:f>
              <c:numCache>
                <c:formatCode>General</c:formatCode>
                <c:ptCount val="5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</c:numCache>
            </c:numRef>
          </c:cat>
          <c:val>
            <c:numRef>
              <c:f>'Table 3.3'!$Q$35:$U$35</c:f>
              <c:numCache>
                <c:formatCode>0</c:formatCode>
                <c:ptCount val="5"/>
                <c:pt idx="0">
                  <c:v>20470.086308273963</c:v>
                </c:pt>
                <c:pt idx="1">
                  <c:v>21377.306207832782</c:v>
                </c:pt>
                <c:pt idx="2">
                  <c:v>22362.798966696697</c:v>
                </c:pt>
                <c:pt idx="3">
                  <c:v>23337.263764489711</c:v>
                </c:pt>
                <c:pt idx="4">
                  <c:v>24273.545244044755</c:v>
                </c:pt>
              </c:numCache>
            </c:numRef>
          </c:val>
        </c:ser>
        <c:axId val="65936384"/>
        <c:axId val="65942272"/>
      </c:barChart>
      <c:catAx>
        <c:axId val="65936384"/>
        <c:scaling>
          <c:orientation val="minMax"/>
        </c:scaling>
        <c:axPos val="b"/>
        <c:numFmt formatCode="General" sourceLinked="1"/>
        <c:tickLblPos val="nextTo"/>
        <c:txPr>
          <a:bodyPr/>
          <a:lstStyle/>
          <a:p>
            <a:pPr>
              <a:defRPr lang="en-GB"/>
            </a:pPr>
            <a:endParaRPr lang="zh-CN"/>
          </a:p>
        </c:txPr>
        <c:crossAx val="65942272"/>
        <c:crosses val="autoZero"/>
        <c:auto val="1"/>
        <c:lblAlgn val="ctr"/>
        <c:lblOffset val="100"/>
      </c:catAx>
      <c:valAx>
        <c:axId val="65942272"/>
        <c:scaling>
          <c:orientation val="minMax"/>
          <c:min val="20000"/>
        </c:scaling>
        <c:axPos val="l"/>
        <c:numFmt formatCode="#,##0" sourceLinked="0"/>
        <c:tickLblPos val="nextTo"/>
        <c:txPr>
          <a:bodyPr/>
          <a:lstStyle/>
          <a:p>
            <a:pPr>
              <a:defRPr lang="en-GB"/>
            </a:pPr>
            <a:endParaRPr lang="zh-CN"/>
          </a:p>
        </c:txPr>
        <c:crossAx val="65936384"/>
        <c:crosses val="autoZero"/>
        <c:crossBetween val="between"/>
        <c:majorUnit val="2000"/>
      </c:valAx>
    </c:plotArea>
    <c:legend>
      <c:legendPos val="t"/>
      <c:layout>
        <c:manualLayout>
          <c:xMode val="edge"/>
          <c:yMode val="edge"/>
          <c:x val="0.15803805476894794"/>
          <c:y val="8.8308408801561128E-2"/>
          <c:w val="0.27833910212562435"/>
          <c:h val="6.5623885341356436E-2"/>
        </c:manualLayout>
      </c:layout>
      <c:txPr>
        <a:bodyPr/>
        <a:lstStyle/>
        <a:p>
          <a:pPr>
            <a:defRPr lang="en-GB"/>
          </a:pPr>
          <a:endParaRPr lang="zh-CN"/>
        </a:p>
      </c:txPr>
    </c:legend>
    <c:plotVisOnly val="1"/>
  </c:chart>
  <c:spPr>
    <a:ln>
      <a:noFill/>
    </a:ln>
  </c:spPr>
  <c:txPr>
    <a:bodyPr/>
    <a:lstStyle/>
    <a:p>
      <a:pPr>
        <a:defRPr sz="1400">
          <a:latin typeface="Arial" pitchFamily="34" charset="0"/>
          <a:cs typeface="Arial" pitchFamily="34" charset="0"/>
        </a:defRPr>
      </a:pPr>
      <a:endParaRPr lang="zh-CN"/>
    </a:p>
  </c:txPr>
  <c:externalData r:id="rId1"/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CN"/>
  <c:chart>
    <c:autoTitleDeleted val="1"/>
    <c:plotArea>
      <c:layout>
        <c:manualLayout>
          <c:layoutTarget val="inner"/>
          <c:xMode val="edge"/>
          <c:yMode val="edge"/>
          <c:x val="7.0470210831489424E-2"/>
          <c:y val="8.064861755294285E-2"/>
          <c:w val="0.89723242927967339"/>
          <c:h val="0.76008716053350722"/>
        </c:manualLayout>
      </c:layout>
      <c:barChart>
        <c:barDir val="col"/>
        <c:grouping val="stacked"/>
        <c:ser>
          <c:idx val="0"/>
          <c:order val="0"/>
          <c:tx>
            <c:strRef>
              <c:f>Sheet1!$A$2</c:f>
              <c:strCache>
                <c:ptCount val="1"/>
                <c:pt idx="0">
                  <c:v>Fundamentals</c:v>
                </c:pt>
              </c:strCache>
            </c:strRef>
          </c:tx>
          <c:spPr>
            <a:solidFill>
              <a:srgbClr val="003D7E"/>
            </a:solidFill>
          </c:spPr>
          <c:cat>
            <c:strRef>
              <c:f>Sheet1!$B$1:$G$1</c:f>
              <c:strCache>
                <c:ptCount val="6"/>
                <c:pt idx="0">
                  <c:v>Nov-12</c:v>
                </c:pt>
                <c:pt idx="1">
                  <c:v>Dec-12</c:v>
                </c:pt>
                <c:pt idx="2">
                  <c:v>Jan-13</c:v>
                </c:pt>
                <c:pt idx="3">
                  <c:v>Feb-13</c:v>
                </c:pt>
                <c:pt idx="4">
                  <c:v>Mar-13</c:v>
                </c:pt>
                <c:pt idx="5">
                  <c:v>Apr-13*</c:v>
                </c:pt>
              </c:strCache>
            </c:strRef>
          </c:cat>
          <c:val>
            <c:numRef>
              <c:f>Sheet1!$B$2:$G$2</c:f>
              <c:numCache>
                <c:formatCode>General</c:formatCode>
                <c:ptCount val="6"/>
                <c:pt idx="0">
                  <c:v>5605</c:v>
                </c:pt>
                <c:pt idx="1">
                  <c:v>6090</c:v>
                </c:pt>
                <c:pt idx="2">
                  <c:v>6220</c:v>
                </c:pt>
                <c:pt idx="3">
                  <c:v>6710</c:v>
                </c:pt>
                <c:pt idx="4">
                  <c:v>6220</c:v>
                </c:pt>
                <c:pt idx="5">
                  <c:v>6335</c:v>
                </c:pt>
              </c:numCache>
            </c:numRef>
          </c:val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Investor influence</c:v>
                </c:pt>
              </c:strCache>
            </c:strRef>
          </c:tx>
          <c:spPr>
            <a:solidFill>
              <a:srgbClr val="B02226"/>
            </a:solidFill>
          </c:spPr>
          <c:cat>
            <c:strRef>
              <c:f>Sheet1!$B$1:$G$1</c:f>
              <c:strCache>
                <c:ptCount val="6"/>
                <c:pt idx="0">
                  <c:v>Nov-12</c:v>
                </c:pt>
                <c:pt idx="1">
                  <c:v>Dec-12</c:v>
                </c:pt>
                <c:pt idx="2">
                  <c:v>Jan-13</c:v>
                </c:pt>
                <c:pt idx="3">
                  <c:v>Feb-13</c:v>
                </c:pt>
                <c:pt idx="4">
                  <c:v>Mar-13</c:v>
                </c:pt>
                <c:pt idx="5">
                  <c:v>Apr-13*</c:v>
                </c:pt>
              </c:strCache>
            </c:strRef>
          </c:cat>
          <c:val>
            <c:numRef>
              <c:f>Sheet1!$B$3:$G$3</c:f>
              <c:numCache>
                <c:formatCode>General</c:formatCode>
                <c:ptCount val="6"/>
                <c:pt idx="0">
                  <c:v>2090</c:v>
                </c:pt>
                <c:pt idx="1">
                  <c:v>1870</c:v>
                </c:pt>
                <c:pt idx="2">
                  <c:v>1830</c:v>
                </c:pt>
                <c:pt idx="3">
                  <c:v>1360</c:v>
                </c:pt>
                <c:pt idx="4">
                  <c:v>1445</c:v>
                </c:pt>
                <c:pt idx="5">
                  <c:v>990</c:v>
                </c:pt>
              </c:numCache>
            </c:numRef>
          </c:val>
        </c:ser>
        <c:gapWidth val="55"/>
        <c:overlap val="100"/>
        <c:axId val="65984000"/>
        <c:axId val="65985536"/>
      </c:barChart>
      <c:catAx>
        <c:axId val="65984000"/>
        <c:scaling>
          <c:orientation val="minMax"/>
        </c:scaling>
        <c:axPos val="b"/>
        <c:numFmt formatCode="mmm/yy" sourceLinked="1"/>
        <c:tickLblPos val="nextTo"/>
        <c:spPr>
          <a:ln>
            <a:solidFill>
              <a:sysClr val="windowText" lastClr="000000"/>
            </a:solidFill>
          </a:ln>
        </c:spPr>
        <c:txPr>
          <a:bodyPr/>
          <a:lstStyle/>
          <a:p>
            <a:pPr>
              <a:defRPr lang="en-GB"/>
            </a:pPr>
            <a:endParaRPr lang="zh-CN"/>
          </a:p>
        </c:txPr>
        <c:crossAx val="65985536"/>
        <c:crosses val="autoZero"/>
        <c:auto val="1"/>
        <c:lblAlgn val="ctr"/>
        <c:lblOffset val="100"/>
      </c:catAx>
      <c:valAx>
        <c:axId val="65985536"/>
        <c:scaling>
          <c:orientation val="minMax"/>
          <c:min val="0"/>
        </c:scaling>
        <c:axPos val="l"/>
        <c:numFmt formatCode="#,##0" sourceLinked="0"/>
        <c:tickLblPos val="nextTo"/>
        <c:spPr>
          <a:ln>
            <a:solidFill>
              <a:schemeClr val="tx1"/>
            </a:solidFill>
          </a:ln>
        </c:spPr>
        <c:txPr>
          <a:bodyPr/>
          <a:lstStyle/>
          <a:p>
            <a:pPr>
              <a:defRPr lang="en-GB"/>
            </a:pPr>
            <a:endParaRPr lang="zh-CN"/>
          </a:p>
        </c:txPr>
        <c:crossAx val="65984000"/>
        <c:crosses val="autoZero"/>
        <c:crossBetween val="between"/>
        <c:majorUnit val="2000"/>
      </c:valAx>
    </c:plotArea>
    <c:legend>
      <c:legendPos val="t"/>
      <c:layout/>
      <c:txPr>
        <a:bodyPr/>
        <a:lstStyle/>
        <a:p>
          <a:pPr>
            <a:defRPr lang="en-GB"/>
          </a:pPr>
          <a:endParaRPr lang="zh-CN"/>
        </a:p>
      </c:txPr>
    </c:legend>
    <c:plotVisOnly val="1"/>
  </c:chart>
  <c:spPr>
    <a:ln>
      <a:noFill/>
    </a:ln>
  </c:spPr>
  <c:txPr>
    <a:bodyPr/>
    <a:lstStyle/>
    <a:p>
      <a:pPr>
        <a:defRPr sz="1400">
          <a:latin typeface="Arial" pitchFamily="34" charset="0"/>
          <a:cs typeface="Arial" pitchFamily="34" charset="0"/>
        </a:defRPr>
      </a:pPr>
      <a:endParaRPr lang="zh-CN"/>
    </a:p>
  </c:txPr>
  <c:externalData r:id="rId1"/>
  <c:userShapes r:id="rId2"/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CN"/>
  <c:chart>
    <c:plotArea>
      <c:layout>
        <c:manualLayout>
          <c:layoutTarget val="inner"/>
          <c:xMode val="edge"/>
          <c:yMode val="edge"/>
          <c:x val="7.2018111968474893E-2"/>
          <c:y val="0.11699787883669473"/>
          <c:w val="0.85748502994011977"/>
          <c:h val="0.76886260721989796"/>
        </c:manualLayout>
      </c:layout>
      <c:areaChart>
        <c:grouping val="stacked"/>
        <c:ser>
          <c:idx val="5"/>
          <c:order val="5"/>
          <c:tx>
            <c:strRef>
              <c:f>'Sheet1'!$F$1</c:f>
              <c:strCache>
                <c:ptCount val="1"/>
                <c:pt idx="0">
                  <c:v>Low end</c:v>
                </c:pt>
              </c:strCache>
            </c:strRef>
          </c:tx>
          <c:spPr>
            <a:noFill/>
          </c:spPr>
          <c:val>
            <c:numRef>
              <c:f>'Sheet1'!$F$6:$F$11</c:f>
              <c:numCache>
                <c:formatCode>0.0</c:formatCode>
                <c:ptCount val="6"/>
                <c:pt idx="0">
                  <c:v>7947.9150313389018</c:v>
                </c:pt>
                <c:pt idx="1">
                  <c:v>7280.697555977863</c:v>
                </c:pt>
                <c:pt idx="2">
                  <c:v>6812.4515445475154</c:v>
                </c:pt>
                <c:pt idx="3">
                  <c:v>6029.3881855731724</c:v>
                </c:pt>
                <c:pt idx="4">
                  <c:v>5659.6785911498946</c:v>
                </c:pt>
                <c:pt idx="5">
                  <c:v>5255.7103782065415</c:v>
                </c:pt>
              </c:numCache>
            </c:numRef>
          </c:val>
        </c:ser>
        <c:ser>
          <c:idx val="6"/>
          <c:order val="6"/>
          <c:tx>
            <c:strRef>
              <c:f>'Sheet1'!$E$1</c:f>
              <c:strCache>
                <c:ptCount val="1"/>
                <c:pt idx="0">
                  <c:v>High end</c:v>
                </c:pt>
              </c:strCache>
            </c:strRef>
          </c:tx>
          <c:spPr>
            <a:solidFill>
              <a:srgbClr val="F4C4C5"/>
            </a:solidFill>
          </c:spPr>
          <c:val>
            <c:numRef>
              <c:f>'Sheet1'!$E$6:$E$11</c:f>
              <c:numCache>
                <c:formatCode>0.0</c:formatCode>
                <c:ptCount val="6"/>
                <c:pt idx="0">
                  <c:v>0</c:v>
                </c:pt>
                <c:pt idx="1">
                  <c:v>758.94879921910353</c:v>
                </c:pt>
                <c:pt idx="2">
                  <c:v>2124.5196680249537</c:v>
                </c:pt>
                <c:pt idx="3">
                  <c:v>2647.3031075344202</c:v>
                </c:pt>
                <c:pt idx="4">
                  <c:v>3415.5115517844574</c:v>
                </c:pt>
                <c:pt idx="5">
                  <c:v>3790.4189198047752</c:v>
                </c:pt>
              </c:numCache>
            </c:numRef>
          </c:val>
        </c:ser>
        <c:axId val="102626048"/>
        <c:axId val="102627584"/>
      </c:areaChart>
      <c:barChart>
        <c:barDir val="col"/>
        <c:grouping val="stacked"/>
        <c:ser>
          <c:idx val="0"/>
          <c:order val="0"/>
          <c:tx>
            <c:strRef>
              <c:f>'Sheet1'!$C$1</c:f>
              <c:strCache>
                <c:ptCount val="1"/>
                <c:pt idx="0">
                  <c:v>World balance</c:v>
                </c:pt>
              </c:strCache>
            </c:strRef>
          </c:tx>
          <c:spPr>
            <a:solidFill>
              <a:srgbClr val="153E78"/>
            </a:solidFill>
            <a:ln w="25860">
              <a:solidFill>
                <a:schemeClr val="tx2">
                  <a:lumMod val="75000"/>
                </a:schemeClr>
              </a:solidFill>
            </a:ln>
          </c:spPr>
          <c:cat>
            <c:numRef>
              <c:f>'Sheet1'!$A$6:$A$11</c:f>
              <c:numCache>
                <c:formatCode>General</c:formatCode>
                <c:ptCount val="6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</c:numCache>
            </c:numRef>
          </c:cat>
          <c:val>
            <c:numRef>
              <c:f>'Sheet1'!$C$2:$C$11</c:f>
              <c:numCache>
                <c:formatCode>0</c:formatCode>
                <c:ptCount val="6"/>
                <c:pt idx="0">
                  <c:v>-418.16546742711944</c:v>
                </c:pt>
                <c:pt idx="1">
                  <c:v>222.38674163972246</c:v>
                </c:pt>
                <c:pt idx="2">
                  <c:v>-8.8434336088939745</c:v>
                </c:pt>
                <c:pt idx="3">
                  <c:v>596.72668227099359</c:v>
                </c:pt>
                <c:pt idx="4">
                  <c:v>415.80198022630435</c:v>
                </c:pt>
                <c:pt idx="5">
                  <c:v>435.37151464817072</c:v>
                </c:pt>
              </c:numCache>
            </c:numRef>
          </c:val>
        </c:ser>
        <c:ser>
          <c:idx val="2"/>
          <c:order val="2"/>
          <c:tx>
            <c:strRef>
              <c:f>'Sheet1'!$D$1</c:f>
              <c:strCache>
                <c:ptCount val="1"/>
                <c:pt idx="0">
                  <c:v>Market-related production cut</c:v>
                </c:pt>
              </c:strCache>
            </c:strRef>
          </c:tx>
          <c:spPr>
            <a:solidFill>
              <a:srgbClr val="C9DEFB"/>
            </a:solidFill>
            <a:ln>
              <a:solidFill>
                <a:schemeClr val="accent1"/>
              </a:solidFill>
            </a:ln>
          </c:spPr>
          <c:val>
            <c:numRef>
              <c:f>'Sheet1'!$D$2:$D$11</c:f>
              <c:numCache>
                <c:formatCode>General</c:formatCode>
                <c:ptCount val="6"/>
                <c:pt idx="4" formatCode="0.0">
                  <c:v>180</c:v>
                </c:pt>
                <c:pt idx="5" formatCode="0.0">
                  <c:v>280</c:v>
                </c:pt>
              </c:numCache>
            </c:numRef>
          </c:val>
        </c:ser>
        <c:gapWidth val="34"/>
        <c:overlap val="100"/>
        <c:axId val="102601856"/>
        <c:axId val="102603392"/>
      </c:barChart>
      <c:lineChart>
        <c:grouping val="standard"/>
        <c:ser>
          <c:idx val="1"/>
          <c:order val="1"/>
          <c:tx>
            <c:strRef>
              <c:f>'Sheet1'!$B$1</c:f>
              <c:strCache>
                <c:ptCount val="1"/>
                <c:pt idx="0">
                  <c:v>Price</c:v>
                </c:pt>
              </c:strCache>
            </c:strRef>
          </c:tx>
          <c:spPr>
            <a:ln w="38791">
              <a:solidFill>
                <a:srgbClr val="FF0000"/>
              </a:solidFill>
              <a:prstDash val="solid"/>
            </a:ln>
          </c:spPr>
          <c:marker>
            <c:symbol val="none"/>
          </c:marker>
          <c:cat>
            <c:numRef>
              <c:f>'Sheet1'!$A$2:$A$13</c:f>
              <c:numCache>
                <c:formatCode>General</c:formatCode>
                <c:ptCount val="8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</c:numCache>
            </c:numRef>
          </c:cat>
          <c:val>
            <c:numRef>
              <c:f>'Sheet1'!$B$2:$B$11</c:f>
              <c:numCache>
                <c:formatCode>0.0</c:formatCode>
                <c:ptCount val="6"/>
                <c:pt idx="0">
                  <c:v>7949.7420634920654</c:v>
                </c:pt>
                <c:pt idx="1">
                  <c:v>7587.2829929914597</c:v>
                </c:pt>
                <c:pt idx="2">
                  <c:v>7673.8152658888366</c:v>
                </c:pt>
                <c:pt idx="3">
                  <c:v>6968.0116866678163</c:v>
                </c:pt>
                <c:pt idx="4">
                  <c:v>6766.4848540076237</c:v>
                </c:pt>
                <c:pt idx="5">
                  <c:v>6601.2004434471528</c:v>
                </c:pt>
              </c:numCache>
            </c:numRef>
          </c:val>
        </c:ser>
        <c:ser>
          <c:idx val="3"/>
          <c:order val="3"/>
          <c:tx>
            <c:strRef>
              <c:f>'Sheet1'!$F$1</c:f>
              <c:strCache>
                <c:ptCount val="1"/>
                <c:pt idx="0">
                  <c:v>Low end</c:v>
                </c:pt>
              </c:strCache>
            </c:strRef>
          </c:tx>
          <c:spPr>
            <a:ln>
              <a:solidFill>
                <a:srgbClr val="B02224"/>
              </a:solidFill>
              <a:prstDash val="dash"/>
            </a:ln>
          </c:spPr>
          <c:marker>
            <c:symbol val="none"/>
          </c:marker>
          <c:val>
            <c:numRef>
              <c:f>'Sheet1'!$F$6:$F$11</c:f>
              <c:numCache>
                <c:formatCode>0.0</c:formatCode>
                <c:ptCount val="6"/>
                <c:pt idx="0">
                  <c:v>7947.9150313389018</c:v>
                </c:pt>
                <c:pt idx="1">
                  <c:v>7280.697555977863</c:v>
                </c:pt>
                <c:pt idx="2">
                  <c:v>6812.4515445475154</c:v>
                </c:pt>
                <c:pt idx="3">
                  <c:v>6029.3881855731724</c:v>
                </c:pt>
                <c:pt idx="4">
                  <c:v>5659.6785911498946</c:v>
                </c:pt>
                <c:pt idx="5">
                  <c:v>5255.7103782065415</c:v>
                </c:pt>
              </c:numCache>
            </c:numRef>
          </c:val>
        </c:ser>
        <c:ser>
          <c:idx val="4"/>
          <c:order val="4"/>
          <c:tx>
            <c:strRef>
              <c:f>'Sheet1'!$E$1</c:f>
              <c:strCache>
                <c:ptCount val="1"/>
                <c:pt idx="0">
                  <c:v>High end</c:v>
                </c:pt>
              </c:strCache>
            </c:strRef>
          </c:tx>
          <c:spPr>
            <a:ln>
              <a:solidFill>
                <a:srgbClr val="B02224"/>
              </a:solidFill>
            </a:ln>
          </c:spPr>
          <c:marker>
            <c:symbol val="none"/>
          </c:marker>
          <c:val>
            <c:numRef>
              <c:f>'Sheet1'!$G$6:$G$11</c:f>
              <c:numCache>
                <c:formatCode>0.0</c:formatCode>
                <c:ptCount val="6"/>
                <c:pt idx="0">
                  <c:v>7947.9150313389018</c:v>
                </c:pt>
                <c:pt idx="1">
                  <c:v>8039.6463551969655</c:v>
                </c:pt>
                <c:pt idx="2">
                  <c:v>8936.9712125724709</c:v>
                </c:pt>
                <c:pt idx="3">
                  <c:v>8676.691293107564</c:v>
                </c:pt>
                <c:pt idx="4">
                  <c:v>9075.1901429343379</c:v>
                </c:pt>
                <c:pt idx="5">
                  <c:v>9046.1292980113667</c:v>
                </c:pt>
              </c:numCache>
            </c:numRef>
          </c:val>
        </c:ser>
        <c:marker val="1"/>
        <c:axId val="102626048"/>
        <c:axId val="102627584"/>
      </c:lineChart>
      <c:catAx>
        <c:axId val="102601856"/>
        <c:scaling>
          <c:orientation val="minMax"/>
        </c:scaling>
        <c:axPos val="b"/>
        <c:numFmt formatCode="General" sourceLinked="1"/>
        <c:majorTickMark val="none"/>
        <c:tickLblPos val="low"/>
        <c:spPr>
          <a:ln w="12930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lang="en-GB" b="1"/>
            </a:pPr>
            <a:endParaRPr lang="zh-CN"/>
          </a:p>
        </c:txPr>
        <c:crossAx val="102603392"/>
        <c:crosses val="autoZero"/>
        <c:lblAlgn val="ctr"/>
        <c:lblOffset val="100"/>
        <c:tickLblSkip val="1"/>
        <c:tickMarkSkip val="1"/>
      </c:catAx>
      <c:valAx>
        <c:axId val="102603392"/>
        <c:scaling>
          <c:orientation val="minMax"/>
          <c:max val="800"/>
          <c:min val="-400"/>
        </c:scaling>
        <c:axPos val="l"/>
        <c:title>
          <c:tx>
            <c:rich>
              <a:bodyPr rot="0" vert="horz"/>
              <a:lstStyle/>
              <a:p>
                <a:pPr algn="ctr">
                  <a:defRPr lang="en-GB" sz="1400" b="1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GB" sz="1400" b="1" i="0" u="none" strike="noStrike" baseline="0" dirty="0">
                    <a:solidFill>
                      <a:srgbClr val="000000"/>
                    </a:solidFill>
                    <a:latin typeface="Arial"/>
                    <a:cs typeface="Arial"/>
                  </a:rPr>
                  <a:t>‘000t Cu</a:t>
                </a:r>
              </a:p>
            </c:rich>
          </c:tx>
          <c:layout>
            <c:manualLayout>
              <c:xMode val="edge"/>
              <c:yMode val="edge"/>
              <c:x val="0"/>
              <c:y val="3.3940726682342125E-2"/>
            </c:manualLayout>
          </c:layout>
        </c:title>
        <c:numFmt formatCode="0" sourceLinked="0"/>
        <c:tickLblPos val="nextTo"/>
        <c:spPr>
          <a:ln w="12930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lang="en-GB" b="1"/>
            </a:pPr>
            <a:endParaRPr lang="zh-CN"/>
          </a:p>
        </c:txPr>
        <c:crossAx val="102601856"/>
        <c:crosses val="autoZero"/>
        <c:crossBetween val="between"/>
        <c:majorUnit val="500"/>
      </c:valAx>
      <c:catAx>
        <c:axId val="102626048"/>
        <c:scaling>
          <c:orientation val="minMax"/>
        </c:scaling>
        <c:delete val="1"/>
        <c:axPos val="b"/>
        <c:numFmt formatCode="General" sourceLinked="1"/>
        <c:tickLblPos val="none"/>
        <c:crossAx val="102627584"/>
        <c:crossesAt val="210"/>
        <c:lblAlgn val="ctr"/>
        <c:lblOffset val="100"/>
      </c:catAx>
      <c:valAx>
        <c:axId val="102627584"/>
        <c:scaling>
          <c:orientation val="minMax"/>
          <c:max val="9500"/>
          <c:min val="4500"/>
        </c:scaling>
        <c:axPos val="r"/>
        <c:title>
          <c:tx>
            <c:rich>
              <a:bodyPr rot="0" vert="horz"/>
              <a:lstStyle/>
              <a:p>
                <a:pPr>
                  <a:defRPr lang="en-GB" b="1"/>
                </a:pPr>
                <a:r>
                  <a:rPr lang="en-GB" b="1" dirty="0" smtClean="0"/>
                  <a:t>$/t</a:t>
                </a:r>
                <a:endParaRPr lang="en-GB" b="1" dirty="0"/>
              </a:p>
            </c:rich>
          </c:tx>
          <c:layout>
            <c:manualLayout>
              <c:xMode val="edge"/>
              <c:yMode val="edge"/>
              <c:x val="0.9482526188651198"/>
              <c:y val="1.8652266167878441E-3"/>
            </c:manualLayout>
          </c:layout>
        </c:title>
        <c:numFmt formatCode="0" sourceLinked="0"/>
        <c:tickLblPos val="nextTo"/>
        <c:spPr>
          <a:ln w="3236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lang="en-GB" b="1"/>
            </a:pPr>
            <a:endParaRPr lang="zh-CN"/>
          </a:p>
        </c:txPr>
        <c:crossAx val="102626048"/>
        <c:crosses val="max"/>
        <c:crossBetween val="between"/>
        <c:majorUnit val="1000"/>
      </c:valAx>
      <c:spPr>
        <a:solidFill>
          <a:srgbClr val="FFFFFF"/>
        </a:solidFill>
        <a:ln w="12930">
          <a:solidFill>
            <a:srgbClr val="FFFFFF"/>
          </a:solidFill>
          <a:prstDash val="solid"/>
        </a:ln>
      </c:spPr>
    </c:plotArea>
    <c:legend>
      <c:legendPos val="t"/>
      <c:legendEntry>
        <c:idx val="0"/>
        <c:delete val="1"/>
      </c:legendEntry>
      <c:legendEntry>
        <c:idx val="1"/>
        <c:delete val="1"/>
      </c:legendEntry>
      <c:layout>
        <c:manualLayout>
          <c:xMode val="edge"/>
          <c:yMode val="edge"/>
          <c:x val="6.9219373964324774E-2"/>
          <c:y val="0"/>
          <c:w val="0.40359242325277783"/>
          <c:h val="0.2947189322463124"/>
        </c:manualLayout>
      </c:layout>
      <c:txPr>
        <a:bodyPr/>
        <a:lstStyle/>
        <a:p>
          <a:pPr>
            <a:defRPr lang="en-GB"/>
          </a:pPr>
          <a:endParaRPr lang="zh-CN"/>
        </a:p>
      </c:txPr>
    </c:legend>
    <c:plotVisOnly val="1"/>
    <c:dispBlanksAs val="zero"/>
  </c:chart>
  <c:spPr>
    <a:noFill/>
    <a:ln>
      <a:noFill/>
    </a:ln>
  </c:spPr>
  <c:txPr>
    <a:bodyPr/>
    <a:lstStyle/>
    <a:p>
      <a:pPr>
        <a:defRPr sz="1400" b="0" i="0" u="none" strike="noStrike" baseline="0">
          <a:solidFill>
            <a:srgbClr val="000000"/>
          </a:solidFill>
          <a:latin typeface="Arial" pitchFamily="34" charset="0"/>
          <a:ea typeface="Arial"/>
          <a:cs typeface="Arial" pitchFamily="34" charset="0"/>
        </a:defRPr>
      </a:pPr>
      <a:endParaRPr lang="zh-CN"/>
    </a:p>
  </c:txPr>
  <c:externalData r:id="rId1"/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E41BD8-68E3-4929-9913-758F42B4AF28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D3CEE2C2-2B94-4577-ADC1-0BC926BE8A1E}">
      <dgm:prSet phldrT="[Text]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en-GB" dirty="0"/>
        </a:p>
      </dgm:t>
    </dgm:pt>
    <dgm:pt modelId="{C9666771-26CD-4D3A-A5D8-6D0092146E69}" type="parTrans" cxnId="{5E393E6D-E807-45AB-9E3C-FC132A4589B3}">
      <dgm:prSet/>
      <dgm:spPr/>
      <dgm:t>
        <a:bodyPr/>
        <a:lstStyle/>
        <a:p>
          <a:endParaRPr lang="en-GB"/>
        </a:p>
      </dgm:t>
    </dgm:pt>
    <dgm:pt modelId="{AACA9045-F14E-4192-B649-57F9477EEA50}" type="sibTrans" cxnId="{5E393E6D-E807-45AB-9E3C-FC132A4589B3}">
      <dgm:prSet/>
      <dgm:spPr/>
      <dgm:t>
        <a:bodyPr/>
        <a:lstStyle/>
        <a:p>
          <a:endParaRPr lang="en-GB"/>
        </a:p>
      </dgm:t>
    </dgm:pt>
    <dgm:pt modelId="{FF1825C8-6D94-4A89-A196-390B61954355}">
      <dgm:prSet phldrT="[Text]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GB" dirty="0"/>
        </a:p>
      </dgm:t>
    </dgm:pt>
    <dgm:pt modelId="{2CE7BCD1-1FAC-4ED7-8D8C-FEF6A81EF299}" type="parTrans" cxnId="{46E37520-5CF6-4A21-85BC-2935844A100E}">
      <dgm:prSet/>
      <dgm:spPr/>
      <dgm:t>
        <a:bodyPr/>
        <a:lstStyle/>
        <a:p>
          <a:endParaRPr lang="en-GB"/>
        </a:p>
      </dgm:t>
    </dgm:pt>
    <dgm:pt modelId="{51D4A15B-1CA0-40C8-83FB-E7D9BF27BCF3}" type="sibTrans" cxnId="{46E37520-5CF6-4A21-85BC-2935844A100E}">
      <dgm:prSet/>
      <dgm:spPr/>
      <dgm:t>
        <a:bodyPr/>
        <a:lstStyle/>
        <a:p>
          <a:endParaRPr lang="en-GB"/>
        </a:p>
      </dgm:t>
    </dgm:pt>
    <dgm:pt modelId="{755C4B6B-06CC-49B7-A562-CF178DE2BD39}">
      <dgm:prSet phldrT="[Text]"/>
      <dgm:spPr/>
      <dgm:t>
        <a:bodyPr/>
        <a:lstStyle/>
        <a:p>
          <a:endParaRPr lang="en-GB" dirty="0"/>
        </a:p>
      </dgm:t>
    </dgm:pt>
    <dgm:pt modelId="{997E44B2-70D0-4A80-84FF-CD1933482246}" type="parTrans" cxnId="{79CD9BD2-72DF-4638-805E-6BE0B8249DDC}">
      <dgm:prSet/>
      <dgm:spPr/>
      <dgm:t>
        <a:bodyPr/>
        <a:lstStyle/>
        <a:p>
          <a:endParaRPr lang="en-GB"/>
        </a:p>
      </dgm:t>
    </dgm:pt>
    <dgm:pt modelId="{4F022879-CBB0-4D96-9FD7-548AFAE69547}" type="sibTrans" cxnId="{79CD9BD2-72DF-4638-805E-6BE0B8249DDC}">
      <dgm:prSet/>
      <dgm:spPr/>
      <dgm:t>
        <a:bodyPr/>
        <a:lstStyle/>
        <a:p>
          <a:endParaRPr lang="en-GB"/>
        </a:p>
      </dgm:t>
    </dgm:pt>
    <dgm:pt modelId="{3F65B298-8966-4C67-B9B0-96B927532141}">
      <dgm:prSet phldrT="[Text]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GB" dirty="0">
            <a:solidFill>
              <a:schemeClr val="bg1"/>
            </a:solidFill>
          </a:endParaRPr>
        </a:p>
      </dgm:t>
    </dgm:pt>
    <dgm:pt modelId="{EBAE4C56-AA26-4663-A936-3C7C2934CEE5}" type="parTrans" cxnId="{585BDB05-D436-4A43-A65D-28D4B13DA37F}">
      <dgm:prSet/>
      <dgm:spPr/>
      <dgm:t>
        <a:bodyPr/>
        <a:lstStyle/>
        <a:p>
          <a:endParaRPr lang="en-GB"/>
        </a:p>
      </dgm:t>
    </dgm:pt>
    <dgm:pt modelId="{9D7792C3-1C85-4858-A131-16DF57FCA8D5}" type="sibTrans" cxnId="{585BDB05-D436-4A43-A65D-28D4B13DA37F}">
      <dgm:prSet/>
      <dgm:spPr/>
      <dgm:t>
        <a:bodyPr/>
        <a:lstStyle/>
        <a:p>
          <a:endParaRPr lang="en-GB"/>
        </a:p>
      </dgm:t>
    </dgm:pt>
    <dgm:pt modelId="{EADF6E38-D688-412E-9984-05F8ECCB2AC1}" type="pres">
      <dgm:prSet presAssocID="{85E41BD8-68E3-4929-9913-758F42B4AF28}" presName="matrix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E952B7CA-1237-4BFC-8CE3-EFF92D31F4E2}" type="pres">
      <dgm:prSet presAssocID="{85E41BD8-68E3-4929-9913-758F42B4AF28}" presName="diamond" presStyleLbl="bgShp" presStyleIdx="0" presStyleCnt="1" custAng="18925883" custFlipVert="1" custScaleX="58051" custScaleY="58800" custLinFactNeighborX="-3417" custLinFactNeighborY="6538"/>
      <dgm:spPr/>
    </dgm:pt>
    <dgm:pt modelId="{A390D344-F542-4F93-A5E3-8595929CA371}" type="pres">
      <dgm:prSet presAssocID="{85E41BD8-68E3-4929-9913-758F42B4AF28}" presName="quad1" presStyleLbl="node1" presStyleIdx="0" presStyleCnt="4" custScaleX="114145" custScaleY="103825" custLinFactNeighborX="-17807" custLinFactNeighborY="1915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514EAF2-14B3-4780-B114-791C135B984A}" type="pres">
      <dgm:prSet presAssocID="{85E41BD8-68E3-4929-9913-758F42B4AF28}" presName="quad2" presStyleLbl="node1" presStyleIdx="1" presStyleCnt="4" custScaleX="113173" custScaleY="103825" custLinFactNeighborX="-2232" custLinFactNeighborY="1915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FF6B8A53-F332-4D38-B89E-033A8E1559E5}" type="pres">
      <dgm:prSet presAssocID="{85E41BD8-68E3-4929-9913-758F42B4AF28}" presName="quad3" presStyleLbl="node1" presStyleIdx="2" presStyleCnt="4" custScaleX="114145" custScaleY="100985" custLinFactNeighborX="-18027" custLinFactNeighborY="1959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59195EAB-6709-4FFE-B6EA-252B83A4CDB2}" type="pres">
      <dgm:prSet presAssocID="{85E41BD8-68E3-4929-9913-758F42B4AF28}" presName="quad4" presStyleLbl="node1" presStyleIdx="3" presStyleCnt="4" custScaleX="114804" custScaleY="99835" custLinFactNeighborX="-2758" custLinFactNeighborY="1893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C3C1FAA9-401E-4A76-B41F-6A3B10D326E0}" type="presOf" srcId="{D3CEE2C2-2B94-4577-ADC1-0BC926BE8A1E}" destId="{A390D344-F542-4F93-A5E3-8595929CA371}" srcOrd="0" destOrd="0" presId="urn:microsoft.com/office/officeart/2005/8/layout/matrix3"/>
    <dgm:cxn modelId="{E015CAA0-2F64-4277-ADD5-5B7F0231D633}" type="presOf" srcId="{85E41BD8-68E3-4929-9913-758F42B4AF28}" destId="{EADF6E38-D688-412E-9984-05F8ECCB2AC1}" srcOrd="0" destOrd="0" presId="urn:microsoft.com/office/officeart/2005/8/layout/matrix3"/>
    <dgm:cxn modelId="{5E393E6D-E807-45AB-9E3C-FC132A4589B3}" srcId="{85E41BD8-68E3-4929-9913-758F42B4AF28}" destId="{D3CEE2C2-2B94-4577-ADC1-0BC926BE8A1E}" srcOrd="0" destOrd="0" parTransId="{C9666771-26CD-4D3A-A5D8-6D0092146E69}" sibTransId="{AACA9045-F14E-4192-B649-57F9477EEA50}"/>
    <dgm:cxn modelId="{79CD9BD2-72DF-4638-805E-6BE0B8249DDC}" srcId="{85E41BD8-68E3-4929-9913-758F42B4AF28}" destId="{755C4B6B-06CC-49B7-A562-CF178DE2BD39}" srcOrd="2" destOrd="0" parTransId="{997E44B2-70D0-4A80-84FF-CD1933482246}" sibTransId="{4F022879-CBB0-4D96-9FD7-548AFAE69547}"/>
    <dgm:cxn modelId="{A7DFE4C6-8062-4A17-9EE5-560BC885F8EC}" type="presOf" srcId="{755C4B6B-06CC-49B7-A562-CF178DE2BD39}" destId="{FF6B8A53-F332-4D38-B89E-033A8E1559E5}" srcOrd="0" destOrd="0" presId="urn:microsoft.com/office/officeart/2005/8/layout/matrix3"/>
    <dgm:cxn modelId="{46E37520-5CF6-4A21-85BC-2935844A100E}" srcId="{85E41BD8-68E3-4929-9913-758F42B4AF28}" destId="{FF1825C8-6D94-4A89-A196-390B61954355}" srcOrd="1" destOrd="0" parTransId="{2CE7BCD1-1FAC-4ED7-8D8C-FEF6A81EF299}" sibTransId="{51D4A15B-1CA0-40C8-83FB-E7D9BF27BCF3}"/>
    <dgm:cxn modelId="{585BDB05-D436-4A43-A65D-28D4B13DA37F}" srcId="{85E41BD8-68E3-4929-9913-758F42B4AF28}" destId="{3F65B298-8966-4C67-B9B0-96B927532141}" srcOrd="3" destOrd="0" parTransId="{EBAE4C56-AA26-4663-A936-3C7C2934CEE5}" sibTransId="{9D7792C3-1C85-4858-A131-16DF57FCA8D5}"/>
    <dgm:cxn modelId="{F638DA82-3559-4524-890D-930328F61064}" type="presOf" srcId="{FF1825C8-6D94-4A89-A196-390B61954355}" destId="{8514EAF2-14B3-4780-B114-791C135B984A}" srcOrd="0" destOrd="0" presId="urn:microsoft.com/office/officeart/2005/8/layout/matrix3"/>
    <dgm:cxn modelId="{79798C90-0767-47C2-B7EA-3889A3B4EFD0}" type="presOf" srcId="{3F65B298-8966-4C67-B9B0-96B927532141}" destId="{59195EAB-6709-4FFE-B6EA-252B83A4CDB2}" srcOrd="0" destOrd="0" presId="urn:microsoft.com/office/officeart/2005/8/layout/matrix3"/>
    <dgm:cxn modelId="{00FDF63E-DA22-48C1-A147-FE60D5ADED89}" type="presParOf" srcId="{EADF6E38-D688-412E-9984-05F8ECCB2AC1}" destId="{E952B7CA-1237-4BFC-8CE3-EFF92D31F4E2}" srcOrd="0" destOrd="0" presId="urn:microsoft.com/office/officeart/2005/8/layout/matrix3"/>
    <dgm:cxn modelId="{BA2E394E-0021-435D-93CF-90FF1023D8E6}" type="presParOf" srcId="{EADF6E38-D688-412E-9984-05F8ECCB2AC1}" destId="{A390D344-F542-4F93-A5E3-8595929CA371}" srcOrd="1" destOrd="0" presId="urn:microsoft.com/office/officeart/2005/8/layout/matrix3"/>
    <dgm:cxn modelId="{06F18F8B-B3D3-46B1-AA62-ED46E7FFF304}" type="presParOf" srcId="{EADF6E38-D688-412E-9984-05F8ECCB2AC1}" destId="{8514EAF2-14B3-4780-B114-791C135B984A}" srcOrd="2" destOrd="0" presId="urn:microsoft.com/office/officeart/2005/8/layout/matrix3"/>
    <dgm:cxn modelId="{11873D3D-6967-482F-AA42-885D94425243}" type="presParOf" srcId="{EADF6E38-D688-412E-9984-05F8ECCB2AC1}" destId="{FF6B8A53-F332-4D38-B89E-033A8E1559E5}" srcOrd="3" destOrd="0" presId="urn:microsoft.com/office/officeart/2005/8/layout/matrix3"/>
    <dgm:cxn modelId="{A193E52F-53D5-4CED-85EC-3FAF289C1B9A}" type="presParOf" srcId="{EADF6E38-D688-412E-9984-05F8ECCB2AC1}" destId="{59195EAB-6709-4FFE-B6EA-252B83A4CDB2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E952B7CA-1237-4BFC-8CE3-EFF92D31F4E2}">
      <dsp:nvSpPr>
        <dsp:cNvPr id="0" name=""/>
        <dsp:cNvSpPr/>
      </dsp:nvSpPr>
      <dsp:spPr>
        <a:xfrm rot="2674117" flipV="1">
          <a:off x="2139265" y="1414487"/>
          <a:ext cx="2995174" cy="3033819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90D344-F542-4F93-A5E3-8595929CA371}">
      <dsp:nvSpPr>
        <dsp:cNvPr id="0" name=""/>
        <dsp:cNvSpPr/>
      </dsp:nvSpPr>
      <dsp:spPr>
        <a:xfrm>
          <a:off x="1222901" y="851403"/>
          <a:ext cx="2296856" cy="2089194"/>
        </a:xfrm>
        <a:prstGeom prst="roundRect">
          <a:avLst/>
        </a:prstGeom>
        <a:gradFill rotWithShape="1">
          <a:gsLst>
            <a:gs pos="0">
              <a:schemeClr val="accent2">
                <a:shade val="51000"/>
                <a:satMod val="130000"/>
              </a:schemeClr>
            </a:gs>
            <a:gs pos="80000">
              <a:schemeClr val="accent2">
                <a:shade val="93000"/>
                <a:satMod val="130000"/>
              </a:schemeClr>
            </a:gs>
            <a:gs pos="100000">
              <a:schemeClr val="accent2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6500" kern="1200" dirty="0"/>
        </a:p>
      </dsp:txBody>
      <dsp:txXfrm>
        <a:off x="1222901" y="851403"/>
        <a:ext cx="2296856" cy="2089194"/>
      </dsp:txXfrm>
    </dsp:sp>
    <dsp:sp modelId="{8514EAF2-14B3-4780-B114-791C135B984A}">
      <dsp:nvSpPr>
        <dsp:cNvPr id="0" name=""/>
        <dsp:cNvSpPr/>
      </dsp:nvSpPr>
      <dsp:spPr>
        <a:xfrm>
          <a:off x="3713099" y="851403"/>
          <a:ext cx="2277297" cy="2089194"/>
        </a:xfrm>
        <a:prstGeom prst="roundRect">
          <a:avLst/>
        </a:prstGeom>
        <a:gradFill rotWithShape="1">
          <a:gsLst>
            <a:gs pos="0">
              <a:schemeClr val="accent2">
                <a:tint val="50000"/>
                <a:satMod val="300000"/>
              </a:schemeClr>
            </a:gs>
            <a:gs pos="35000">
              <a:schemeClr val="accent2">
                <a:tint val="37000"/>
                <a:satMod val="300000"/>
              </a:schemeClr>
            </a:gs>
            <a:gs pos="100000">
              <a:schemeClr val="accent2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6500" kern="1200" dirty="0"/>
        </a:p>
      </dsp:txBody>
      <dsp:txXfrm>
        <a:off x="3713099" y="851403"/>
        <a:ext cx="2277297" cy="2089194"/>
      </dsp:txXfrm>
    </dsp:sp>
    <dsp:sp modelId="{FF6B8A53-F332-4D38-B89E-033A8E1559E5}">
      <dsp:nvSpPr>
        <dsp:cNvPr id="0" name=""/>
        <dsp:cNvSpPr/>
      </dsp:nvSpPr>
      <dsp:spPr>
        <a:xfrm>
          <a:off x="1218474" y="3055743"/>
          <a:ext cx="2296856" cy="20320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6500" kern="1200" dirty="0"/>
        </a:p>
      </dsp:txBody>
      <dsp:txXfrm>
        <a:off x="1218474" y="3055743"/>
        <a:ext cx="2296856" cy="2032047"/>
      </dsp:txXfrm>
    </dsp:sp>
    <dsp:sp modelId="{59195EAB-6709-4FFE-B6EA-252B83A4CDB2}">
      <dsp:nvSpPr>
        <dsp:cNvPr id="0" name=""/>
        <dsp:cNvSpPr/>
      </dsp:nvSpPr>
      <dsp:spPr>
        <a:xfrm>
          <a:off x="3686105" y="3054073"/>
          <a:ext cx="2310117" cy="2008907"/>
        </a:xfrm>
        <a:prstGeom prst="roundRect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6500" kern="1200" dirty="0">
            <a:solidFill>
              <a:schemeClr val="bg1"/>
            </a:solidFill>
          </a:endParaRPr>
        </a:p>
      </dsp:txBody>
      <dsp:txXfrm>
        <a:off x="3686105" y="3054073"/>
        <a:ext cx="2310117" cy="20089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0</cdr:x>
      <cdr:y>0</cdr:y>
    </cdr:to>
    <cdr:sp macro="" textlink="">
      <cdr:nvSpPr>
        <cdr:cNvPr id="15" name="Straight Connector 14"/>
        <cdr:cNvSpPr/>
      </cdr:nvSpPr>
      <cdr:spPr bwMode="auto">
        <a:xfrm xmlns:a="http://schemas.openxmlformats.org/drawingml/2006/main" flipV="1">
          <a:off x="-467544" y="-1916832"/>
          <a:ext cx="0" cy="0"/>
        </a:xfrm>
        <a:prstGeom xmlns:a="http://schemas.openxmlformats.org/drawingml/2006/main" prst="line">
          <a:avLst/>
        </a:prstGeom>
        <a:solidFill xmlns:a="http://schemas.openxmlformats.org/drawingml/2006/main">
          <a:sysClr val="window" lastClr="FFFFFF">
            <a:lumMod val="95000"/>
          </a:sysClr>
        </a:solidFill>
        <a:ln xmlns:a="http://schemas.openxmlformats.org/drawingml/2006/main" w="12700">
          <a:solidFill>
            <a:sysClr val="window" lastClr="FFFFFF">
              <a:lumMod val="50000"/>
            </a:sysClr>
          </a:solidFill>
          <a:prstDash val="sysDash"/>
          <a:tailEnd type="oval"/>
        </a:ln>
      </cdr:spPr>
      <cdr:txBody>
        <a:bodyPr xmlns:a="http://schemas.openxmlformats.org/drawingml/2006/main" wrap="square">
          <a:spAutoFit/>
        </a:bodyPr>
        <a:lstStyle xmlns:a="http://schemas.openxmlformats.org/drawingml/2006/main">
          <a:lvl1pPr marL="0" indent="0">
            <a:defRPr sz="1100">
              <a:latin typeface="Times New Roman"/>
            </a:defRPr>
          </a:lvl1pPr>
          <a:lvl2pPr marL="457200" indent="0">
            <a:defRPr sz="1100">
              <a:latin typeface="Times New Roman"/>
            </a:defRPr>
          </a:lvl2pPr>
          <a:lvl3pPr marL="914400" indent="0">
            <a:defRPr sz="1100">
              <a:latin typeface="Times New Roman"/>
            </a:defRPr>
          </a:lvl3pPr>
          <a:lvl4pPr marL="1371600" indent="0">
            <a:defRPr sz="1100">
              <a:latin typeface="Times New Roman"/>
            </a:defRPr>
          </a:lvl4pPr>
          <a:lvl5pPr marL="1828800" indent="0">
            <a:defRPr sz="1100">
              <a:latin typeface="Times New Roman"/>
            </a:defRPr>
          </a:lvl5pPr>
          <a:lvl6pPr marL="2286000" indent="0">
            <a:defRPr sz="1100">
              <a:latin typeface="Times New Roman"/>
            </a:defRPr>
          </a:lvl6pPr>
          <a:lvl7pPr marL="2743200" indent="0">
            <a:defRPr sz="1100">
              <a:latin typeface="Times New Roman"/>
            </a:defRPr>
          </a:lvl7pPr>
          <a:lvl8pPr marL="3200400" indent="0">
            <a:defRPr sz="1100">
              <a:latin typeface="Times New Roman"/>
            </a:defRPr>
          </a:lvl8pPr>
          <a:lvl9pPr marL="3657600" indent="0">
            <a:defRPr sz="1100">
              <a:latin typeface="Times New Roman"/>
            </a:defRPr>
          </a:lvl9pPr>
        </a:lstStyle>
        <a:p xmlns:a="http://schemas.openxmlformats.org/drawingml/2006/main">
          <a:pPr marL="0" indent="0" algn="l" rtl="0" eaLnBrk="0" fontAlgn="base" hangingPunct="0">
            <a:spcBef>
              <a:spcPts val="0"/>
            </a:spcBef>
            <a:spcAft>
              <a:spcPct val="0"/>
            </a:spcAft>
            <a:defRPr/>
          </a:pPr>
          <a:endParaRPr lang="en-US" sz="1400" kern="0" noProof="0" dirty="0" smtClean="0">
            <a:solidFill>
              <a:sysClr val="windowText" lastClr="000000"/>
            </a:solidFill>
            <a:latin typeface="Arial" pitchFamily="34" charset="0"/>
            <a:cs typeface="Arial" pitchFamily="34" charset="0"/>
          </a:endParaRP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0.00901</cdr:x>
      <cdr:y>0.00914</cdr:y>
    </cdr:from>
    <cdr:to>
      <cdr:x>0.15773</cdr:x>
      <cdr:y>0.07106</cdr:y>
    </cdr:to>
    <cdr:sp macro="" textlink="">
      <cdr:nvSpPr>
        <cdr:cNvPr id="2" name="TextBox 4"/>
        <cdr:cNvSpPr txBox="1"/>
      </cdr:nvSpPr>
      <cdr:spPr>
        <a:xfrm xmlns:a="http://schemas.openxmlformats.org/drawingml/2006/main">
          <a:off x="77832" y="40889"/>
          <a:ext cx="1284664" cy="27699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en-GB"/>
          </a:defPPr>
          <a:lvl1pPr algn="l" rtl="0" fontAlgn="base">
            <a:spcBef>
              <a:spcPct val="0"/>
            </a:spcBef>
            <a:spcAft>
              <a:spcPct val="0"/>
            </a:spcAft>
            <a:defRPr sz="2400" kern="1200">
              <a:solidFill>
                <a:srgbClr val="1F497D"/>
              </a:solidFill>
              <a:latin typeface="Arial Black" pitchFamily="34" charset="0"/>
            </a:defRPr>
          </a:lvl1pPr>
          <a:lvl2pPr marL="457200" algn="l" rtl="0" fontAlgn="base">
            <a:spcBef>
              <a:spcPct val="0"/>
            </a:spcBef>
            <a:spcAft>
              <a:spcPct val="0"/>
            </a:spcAft>
            <a:defRPr sz="2400" kern="1200">
              <a:solidFill>
                <a:srgbClr val="1F497D"/>
              </a:solidFill>
              <a:latin typeface="Arial Black" pitchFamily="34" charset="0"/>
            </a:defRPr>
          </a:lvl2pPr>
          <a:lvl3pPr marL="914400" algn="l" rtl="0" fontAlgn="base">
            <a:spcBef>
              <a:spcPct val="0"/>
            </a:spcBef>
            <a:spcAft>
              <a:spcPct val="0"/>
            </a:spcAft>
            <a:defRPr sz="2400" kern="1200">
              <a:solidFill>
                <a:srgbClr val="1F497D"/>
              </a:solidFill>
              <a:latin typeface="Arial Black" pitchFamily="34" charset="0"/>
            </a:defRPr>
          </a:lvl3pPr>
          <a:lvl4pPr marL="1371600" algn="l" rtl="0" fontAlgn="base">
            <a:spcBef>
              <a:spcPct val="0"/>
            </a:spcBef>
            <a:spcAft>
              <a:spcPct val="0"/>
            </a:spcAft>
            <a:defRPr sz="2400" kern="1200">
              <a:solidFill>
                <a:srgbClr val="1F497D"/>
              </a:solidFill>
              <a:latin typeface="Arial Black" pitchFamily="34" charset="0"/>
            </a:defRPr>
          </a:lvl4pPr>
          <a:lvl5pPr marL="1828800" algn="l" rtl="0" fontAlgn="base">
            <a:spcBef>
              <a:spcPct val="0"/>
            </a:spcBef>
            <a:spcAft>
              <a:spcPct val="0"/>
            </a:spcAft>
            <a:defRPr sz="2400" kern="1200">
              <a:solidFill>
                <a:srgbClr val="1F497D"/>
              </a:solidFill>
              <a:latin typeface="Arial Black" pitchFamily="34" charset="0"/>
            </a:defRPr>
          </a:lvl5pPr>
          <a:lvl6pPr marL="2286000" algn="l" defTabSz="914400" rtl="0" eaLnBrk="1" latinLnBrk="0" hangingPunct="1">
            <a:defRPr sz="2400" kern="1200">
              <a:solidFill>
                <a:srgbClr val="1F497D"/>
              </a:solidFill>
              <a:latin typeface="Arial Black" pitchFamily="34" charset="0"/>
            </a:defRPr>
          </a:lvl6pPr>
          <a:lvl7pPr marL="2743200" algn="l" defTabSz="914400" rtl="0" eaLnBrk="1" latinLnBrk="0" hangingPunct="1">
            <a:defRPr sz="2400" kern="1200">
              <a:solidFill>
                <a:srgbClr val="1F497D"/>
              </a:solidFill>
              <a:latin typeface="Arial Black" pitchFamily="34" charset="0"/>
            </a:defRPr>
          </a:lvl7pPr>
          <a:lvl8pPr marL="3200400" algn="l" defTabSz="914400" rtl="0" eaLnBrk="1" latinLnBrk="0" hangingPunct="1">
            <a:defRPr sz="2400" kern="1200">
              <a:solidFill>
                <a:srgbClr val="1F497D"/>
              </a:solidFill>
              <a:latin typeface="Arial Black" pitchFamily="34" charset="0"/>
            </a:defRPr>
          </a:lvl8pPr>
          <a:lvl9pPr marL="3657600" algn="l" defTabSz="914400" rtl="0" eaLnBrk="1" latinLnBrk="0" hangingPunct="1">
            <a:defRPr sz="2400" kern="1200">
              <a:solidFill>
                <a:srgbClr val="1F497D"/>
              </a:solidFill>
              <a:latin typeface="Arial Black" pitchFamily="34" charset="0"/>
            </a:defRPr>
          </a:lvl9pPr>
        </a:lstStyle>
        <a:p xmlns:a="http://schemas.openxmlformats.org/drawingml/2006/main">
          <a:pPr marL="342900" marR="0" indent="-342900" algn="ctr" defTabSz="914400" rtl="0" eaLnBrk="0" fontAlgn="base" latinLnBrk="0" hangingPunct="0">
            <a:lnSpc>
              <a:spcPct val="100000"/>
            </a:lnSpc>
            <a:spcBef>
              <a:spcPct val="2000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zh-CN" altLang="en-US" sz="12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cs typeface="Arial" pitchFamily="34" charset="0"/>
            </a:rPr>
            <a:t>单位</a:t>
          </a:r>
          <a:r>
            <a:rPr kumimoji="0" lang="en-US" altLang="zh-CN" sz="12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cs typeface="Arial" pitchFamily="34" charset="0"/>
            </a:rPr>
            <a:t>: </a:t>
          </a:r>
          <a:r>
            <a:rPr kumimoji="0" lang="zh-CN" altLang="en-US" sz="12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cs typeface="Arial" pitchFamily="34" charset="0"/>
            </a:rPr>
            <a:t>百万美元</a:t>
          </a:r>
          <a:endParaRPr kumimoji="0" lang="en-GB" sz="1200" b="0" i="0" u="none" strike="noStrike" kern="0" cap="none" spc="0" normalizeH="0" baseline="0" noProof="0" dirty="0" smtClean="0">
            <a:ln>
              <a:noFill/>
            </a:ln>
            <a:solidFill>
              <a:sysClr val="windowText" lastClr="000000"/>
            </a:solidFill>
            <a:effectLst/>
            <a:uLnTx/>
            <a:uFillTx/>
            <a:latin typeface="Arial" pitchFamily="34" charset="0"/>
            <a:cs typeface="Arial" pitchFamily="34" charset="0"/>
          </a:endParaRPr>
        </a:p>
      </cdr:txBody>
    </cdr:sp>
  </cdr:relSizeAnchor>
  <cdr:relSizeAnchor xmlns:cdr="http://schemas.openxmlformats.org/drawingml/2006/chartDrawing">
    <cdr:from>
      <cdr:x>0.12363</cdr:x>
      <cdr:y>0.1857</cdr:y>
    </cdr:from>
    <cdr:to>
      <cdr:x>0.14797</cdr:x>
      <cdr:y>0.1857</cdr:y>
    </cdr:to>
    <cdr:sp macro="" textlink="">
      <cdr:nvSpPr>
        <cdr:cNvPr id="8" name="Straight Connector 7"/>
        <cdr:cNvSpPr/>
      </cdr:nvSpPr>
      <cdr:spPr bwMode="auto">
        <a:xfrm xmlns:a="http://schemas.openxmlformats.org/drawingml/2006/main" flipV="1">
          <a:off x="1067992" y="830967"/>
          <a:ext cx="210258" cy="0"/>
        </a:xfrm>
        <a:prstGeom xmlns:a="http://schemas.openxmlformats.org/drawingml/2006/main" prst="line">
          <a:avLst/>
        </a:prstGeom>
        <a:solidFill xmlns:a="http://schemas.openxmlformats.org/drawingml/2006/main">
          <a:srgbClr val="FFFFFF"/>
        </a:solidFill>
        <a:ln xmlns:a="http://schemas.openxmlformats.org/drawingml/2006/main" w="19050" cap="flat" cmpd="sng" algn="ctr">
          <a:solidFill>
            <a:srgbClr val="C00000"/>
          </a:solidFill>
          <a:prstDash val="sysDash"/>
          <a:round/>
          <a:headEnd type="none" w="med" len="med"/>
          <a:tailEnd type="none" w="med" len="med"/>
        </a:ln>
        <a:effectLst xmlns:a="http://schemas.openxmlformats.org/drawingml/2006/main"/>
      </cdr:spPr>
      <cdr:txBody>
        <a:bodyPr xmlns:a="http://schemas.openxmlformats.org/drawingml/2006/main" vertOverflow="clip" wrap="none" anchor="ctr"/>
        <a:lstStyle xmlns:a="http://schemas.openxmlformats.org/drawingml/2006/main"/>
        <a:p xmlns:a="http://schemas.openxmlformats.org/drawingml/2006/main">
          <a:endParaRPr lang="en-US"/>
        </a:p>
      </cdr:txBody>
    </cdr:sp>
  </cdr:relSizeAnchor>
  <cdr:relSizeAnchor xmlns:cdr="http://schemas.openxmlformats.org/drawingml/2006/chartDrawing">
    <cdr:from>
      <cdr:x>0.14414</cdr:x>
      <cdr:y>0.12871</cdr:y>
    </cdr:from>
    <cdr:to>
      <cdr:x>0.22473</cdr:x>
      <cdr:y>0.17685</cdr:y>
    </cdr:to>
    <cdr:sp macro="" textlink="">
      <cdr:nvSpPr>
        <cdr:cNvPr id="6" name="TextBox 4"/>
        <cdr:cNvSpPr txBox="1"/>
      </cdr:nvSpPr>
      <cdr:spPr>
        <a:xfrm xmlns:a="http://schemas.openxmlformats.org/drawingml/2006/main">
          <a:off x="1245134" y="575921"/>
          <a:ext cx="696142" cy="21544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en-GB"/>
          </a:defPPr>
          <a:lvl1pPr algn="l" rtl="0" fontAlgn="base">
            <a:spcBef>
              <a:spcPct val="0"/>
            </a:spcBef>
            <a:spcAft>
              <a:spcPct val="0"/>
            </a:spcAft>
            <a:defRPr sz="2400" kern="1200">
              <a:solidFill>
                <a:srgbClr val="1F497D"/>
              </a:solidFill>
              <a:latin typeface="Arial Black" pitchFamily="34" charset="0"/>
            </a:defRPr>
          </a:lvl1pPr>
          <a:lvl2pPr marL="457200" algn="l" rtl="0" fontAlgn="base">
            <a:spcBef>
              <a:spcPct val="0"/>
            </a:spcBef>
            <a:spcAft>
              <a:spcPct val="0"/>
            </a:spcAft>
            <a:defRPr sz="2400" kern="1200">
              <a:solidFill>
                <a:srgbClr val="1F497D"/>
              </a:solidFill>
              <a:latin typeface="Arial Black" pitchFamily="34" charset="0"/>
            </a:defRPr>
          </a:lvl2pPr>
          <a:lvl3pPr marL="914400" algn="l" rtl="0" fontAlgn="base">
            <a:spcBef>
              <a:spcPct val="0"/>
            </a:spcBef>
            <a:spcAft>
              <a:spcPct val="0"/>
            </a:spcAft>
            <a:defRPr sz="2400" kern="1200">
              <a:solidFill>
                <a:srgbClr val="1F497D"/>
              </a:solidFill>
              <a:latin typeface="Arial Black" pitchFamily="34" charset="0"/>
            </a:defRPr>
          </a:lvl3pPr>
          <a:lvl4pPr marL="1371600" algn="l" rtl="0" fontAlgn="base">
            <a:spcBef>
              <a:spcPct val="0"/>
            </a:spcBef>
            <a:spcAft>
              <a:spcPct val="0"/>
            </a:spcAft>
            <a:defRPr sz="2400" kern="1200">
              <a:solidFill>
                <a:srgbClr val="1F497D"/>
              </a:solidFill>
              <a:latin typeface="Arial Black" pitchFamily="34" charset="0"/>
            </a:defRPr>
          </a:lvl4pPr>
          <a:lvl5pPr marL="1828800" algn="l" rtl="0" fontAlgn="base">
            <a:spcBef>
              <a:spcPct val="0"/>
            </a:spcBef>
            <a:spcAft>
              <a:spcPct val="0"/>
            </a:spcAft>
            <a:defRPr sz="2400" kern="1200">
              <a:solidFill>
                <a:srgbClr val="1F497D"/>
              </a:solidFill>
              <a:latin typeface="Arial Black" pitchFamily="34" charset="0"/>
            </a:defRPr>
          </a:lvl5pPr>
          <a:lvl6pPr marL="2286000" algn="l" defTabSz="914400" rtl="0" eaLnBrk="1" latinLnBrk="0" hangingPunct="1">
            <a:defRPr sz="2400" kern="1200">
              <a:solidFill>
                <a:srgbClr val="1F497D"/>
              </a:solidFill>
              <a:latin typeface="Arial Black" pitchFamily="34" charset="0"/>
            </a:defRPr>
          </a:lvl6pPr>
          <a:lvl7pPr marL="2743200" algn="l" defTabSz="914400" rtl="0" eaLnBrk="1" latinLnBrk="0" hangingPunct="1">
            <a:defRPr sz="2400" kern="1200">
              <a:solidFill>
                <a:srgbClr val="1F497D"/>
              </a:solidFill>
              <a:latin typeface="Arial Black" pitchFamily="34" charset="0"/>
            </a:defRPr>
          </a:lvl7pPr>
          <a:lvl8pPr marL="3200400" algn="l" defTabSz="914400" rtl="0" eaLnBrk="1" latinLnBrk="0" hangingPunct="1">
            <a:defRPr sz="2400" kern="1200">
              <a:solidFill>
                <a:srgbClr val="1F497D"/>
              </a:solidFill>
              <a:latin typeface="Arial Black" pitchFamily="34" charset="0"/>
            </a:defRPr>
          </a:lvl8pPr>
          <a:lvl9pPr marL="3657600" algn="l" defTabSz="914400" rtl="0" eaLnBrk="1" latinLnBrk="0" hangingPunct="1">
            <a:defRPr sz="2400" kern="1200">
              <a:solidFill>
                <a:srgbClr val="1F497D"/>
              </a:solidFill>
              <a:latin typeface="Arial Black" pitchFamily="34" charset="0"/>
            </a:defRPr>
          </a:lvl9pPr>
        </a:lstStyle>
        <a:p xmlns:a="http://schemas.openxmlformats.org/drawingml/2006/main">
          <a:pPr marL="342900" marR="0" indent="-342900" algn="ctr" defTabSz="914400" rtl="0" eaLnBrk="0" fontAlgn="base" latinLnBrk="0" hangingPunct="0">
            <a:lnSpc>
              <a:spcPct val="100000"/>
            </a:lnSpc>
            <a:spcBef>
              <a:spcPct val="2000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GB" sz="800" b="0" i="0" u="none" strike="noStrike" kern="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itchFamily="34" charset="0"/>
              <a:cs typeface="Arial" pitchFamily="34" charset="0"/>
            </a:rPr>
            <a:t>US$20B</a:t>
          </a: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0.01001</cdr:x>
      <cdr:y>0.93151</cdr:y>
    </cdr:from>
    <cdr:to>
      <cdr:x>0.33845</cdr:x>
      <cdr:y>1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82352" y="3632547"/>
          <a:ext cx="2702930" cy="26638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GB" sz="1100" dirty="0" smtClean="0">
              <a:latin typeface="Arial" pitchFamily="34" charset="0"/>
              <a:cs typeface="Arial" pitchFamily="34" charset="0"/>
            </a:rPr>
            <a:t>*4</a:t>
          </a:r>
          <a:r>
            <a:rPr lang="zh-CN" altLang="en-US" dirty="0" smtClean="0">
              <a:latin typeface="Arial" pitchFamily="34" charset="0"/>
              <a:cs typeface="Arial" pitchFamily="34" charset="0"/>
            </a:rPr>
            <a:t>月部分数据来自预测值</a:t>
          </a:r>
          <a:endParaRPr lang="en-GB" sz="1100" dirty="0">
            <a:latin typeface="Arial" pitchFamily="34" charset="0"/>
            <a:cs typeface="Arial" pitchFamily="34" charset="0"/>
          </a:endParaRP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4575175" y="8945563"/>
            <a:ext cx="1562100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237" tIns="45618" rIns="91237" bIns="45618">
            <a:spAutoFit/>
          </a:bodyPr>
          <a:lstStyle/>
          <a:p>
            <a:pPr algn="r" defTabSz="912813" eaLnBrk="0" hangingPunct="0">
              <a:defRPr/>
            </a:pPr>
            <a:r>
              <a:rPr lang="en-GB" sz="700">
                <a:solidFill>
                  <a:schemeClr val="bg2"/>
                </a:solidFill>
                <a:latin typeface="Arial Black" pitchFamily="34" charset="0"/>
                <a:cs typeface="Times New Roman" pitchFamily="18" charset="0"/>
              </a:rPr>
              <a:t>CRU ANALYSIS </a:t>
            </a:r>
            <a:r>
              <a:rPr lang="en-GB" sz="700">
                <a:latin typeface="Arial" pitchFamily="34" charset="0"/>
                <a:cs typeface="Times New Roman" pitchFamily="18" charset="0"/>
              </a:rPr>
              <a:t> </a:t>
            </a:r>
            <a:r>
              <a:rPr lang="en-GB" sz="700">
                <a:latin typeface="Arial Black" pitchFamily="34" charset="0"/>
                <a:cs typeface="Times New Roman" pitchFamily="18" charset="0"/>
              </a:rPr>
              <a:t>confidential</a:t>
            </a:r>
            <a:endParaRPr lang="en-GB" sz="700">
              <a:latin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smtClean="0"/>
              <a:t>Click to edit Master text styles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</a:p>
        </p:txBody>
      </p:sp>
      <p:sp>
        <p:nvSpPr>
          <p:cNvPr id="5128" name="Text Box 8"/>
          <p:cNvSpPr txBox="1">
            <a:spLocks noChangeArrowheads="1"/>
          </p:cNvSpPr>
          <p:nvPr/>
        </p:nvSpPr>
        <p:spPr bwMode="auto">
          <a:xfrm>
            <a:off x="4638675" y="8945563"/>
            <a:ext cx="1536700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237" tIns="45618" rIns="91237" bIns="45618">
            <a:spAutoFit/>
          </a:bodyPr>
          <a:lstStyle/>
          <a:p>
            <a:pPr algn="r" defTabSz="912813" eaLnBrk="0" hangingPunct="0">
              <a:defRPr/>
            </a:pPr>
            <a:r>
              <a:rPr lang="en-GB" sz="700">
                <a:solidFill>
                  <a:schemeClr val="bg2"/>
                </a:solidFill>
                <a:latin typeface="Arial Black" pitchFamily="34" charset="0"/>
                <a:cs typeface="Times New Roman" pitchFamily="18" charset="0"/>
              </a:rPr>
              <a:t>CRU ANALYSIS </a:t>
            </a:r>
            <a:r>
              <a:rPr lang="en-GB" sz="700">
                <a:latin typeface="Arial Black" pitchFamily="34" charset="0"/>
                <a:cs typeface="Times New Roman" pitchFamily="18" charset="0"/>
              </a:rPr>
              <a:t>confidential</a:t>
            </a:r>
            <a:endParaRPr lang="en-GB" sz="700">
              <a:latin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Reduces pressure but anything with R&amp;D already done is not coming back…</a:t>
            </a:r>
            <a:r>
              <a:rPr lang="en-GB" dirty="0" err="1" smtClean="0"/>
              <a:t>microchannel</a:t>
            </a:r>
            <a:r>
              <a:rPr lang="en-GB" dirty="0" smtClean="0"/>
              <a:t> is a risk</a:t>
            </a:r>
            <a:endParaRPr lang="en-GB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4.3% growth</a:t>
            </a:r>
            <a:endParaRPr lang="en-GB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Esperanza		-	587	</a:t>
            </a:r>
          </a:p>
          <a:p>
            <a:r>
              <a:rPr lang="en-GB" sz="1200" baseline="0" dirty="0" err="1" smtClean="0">
                <a:solidFill>
                  <a:srgbClr val="000000"/>
                </a:solidFill>
                <a:latin typeface="Arial"/>
              </a:rPr>
              <a:t>Radomiro</a:t>
            </a:r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 </a:t>
            </a:r>
            <a:r>
              <a:rPr lang="en-GB" sz="1200" baseline="0" dirty="0" err="1" smtClean="0">
                <a:solidFill>
                  <a:srgbClr val="000000"/>
                </a:solidFill>
                <a:latin typeface="Arial"/>
              </a:rPr>
              <a:t>Tomic</a:t>
            </a:r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 (SXEW)	-	1816	</a:t>
            </a:r>
          </a:p>
          <a:p>
            <a:r>
              <a:rPr lang="en-GB" sz="1200" baseline="0" dirty="0" err="1" smtClean="0">
                <a:solidFill>
                  <a:srgbClr val="000000"/>
                </a:solidFill>
                <a:latin typeface="Arial"/>
              </a:rPr>
              <a:t>Andina</a:t>
            </a:r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		-	1859	</a:t>
            </a:r>
          </a:p>
          <a:p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Los </a:t>
            </a:r>
            <a:r>
              <a:rPr lang="en-GB" sz="1200" baseline="0" dirty="0" err="1" smtClean="0">
                <a:solidFill>
                  <a:srgbClr val="000000"/>
                </a:solidFill>
                <a:latin typeface="Arial"/>
              </a:rPr>
              <a:t>Bronces</a:t>
            </a:r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 (</a:t>
            </a:r>
            <a:r>
              <a:rPr lang="en-GB" sz="1200" baseline="0" dirty="0" err="1" smtClean="0">
                <a:solidFill>
                  <a:srgbClr val="000000"/>
                </a:solidFill>
                <a:latin typeface="Arial"/>
              </a:rPr>
              <a:t>Concs</a:t>
            </a:r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)	-	1945	</a:t>
            </a:r>
          </a:p>
          <a:p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El </a:t>
            </a:r>
            <a:r>
              <a:rPr lang="en-GB" sz="1200" baseline="0" dirty="0" err="1" smtClean="0">
                <a:solidFill>
                  <a:srgbClr val="000000"/>
                </a:solidFill>
                <a:latin typeface="Arial"/>
              </a:rPr>
              <a:t>Teniente</a:t>
            </a:r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		-	2065	</a:t>
            </a:r>
          </a:p>
          <a:p>
            <a:r>
              <a:rPr lang="en-GB" sz="1200" baseline="0" dirty="0" err="1" smtClean="0">
                <a:solidFill>
                  <a:srgbClr val="000000"/>
                </a:solidFill>
                <a:latin typeface="Arial"/>
              </a:rPr>
              <a:t>Escondida</a:t>
            </a:r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 (</a:t>
            </a:r>
            <a:r>
              <a:rPr lang="en-GB" sz="1200" baseline="0" dirty="0" err="1" smtClean="0">
                <a:solidFill>
                  <a:srgbClr val="000000"/>
                </a:solidFill>
                <a:latin typeface="Arial"/>
              </a:rPr>
              <a:t>Concs</a:t>
            </a:r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)	-	2081	</a:t>
            </a:r>
          </a:p>
          <a:p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SXEW Chile Various	-	2171	</a:t>
            </a:r>
          </a:p>
          <a:p>
            <a:r>
              <a:rPr lang="en-GB" sz="1200" baseline="0" dirty="0" err="1" smtClean="0">
                <a:solidFill>
                  <a:srgbClr val="000000"/>
                </a:solidFill>
                <a:latin typeface="Arial"/>
              </a:rPr>
              <a:t>Zaldivar</a:t>
            </a:r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		-	2244	</a:t>
            </a:r>
          </a:p>
          <a:p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Los </a:t>
            </a:r>
            <a:r>
              <a:rPr lang="en-GB" sz="1200" baseline="0" dirty="0" err="1" smtClean="0">
                <a:solidFill>
                  <a:srgbClr val="000000"/>
                </a:solidFill>
                <a:latin typeface="Arial"/>
              </a:rPr>
              <a:t>Pelambres</a:t>
            </a:r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	-	2255	</a:t>
            </a:r>
          </a:p>
          <a:p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Los </a:t>
            </a:r>
            <a:r>
              <a:rPr lang="en-GB" sz="1200" baseline="0" dirty="0" err="1" smtClean="0">
                <a:solidFill>
                  <a:srgbClr val="000000"/>
                </a:solidFill>
                <a:latin typeface="Arial"/>
              </a:rPr>
              <a:t>Bronces</a:t>
            </a:r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 (SXEW)	-	2366	</a:t>
            </a:r>
          </a:p>
          <a:p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Spence		-	2394	</a:t>
            </a:r>
          </a:p>
          <a:p>
            <a:r>
              <a:rPr lang="en-GB" sz="1200" baseline="0" dirty="0" err="1" smtClean="0">
                <a:solidFill>
                  <a:srgbClr val="000000"/>
                </a:solidFill>
                <a:latin typeface="Arial"/>
              </a:rPr>
              <a:t>Quebrada</a:t>
            </a:r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 Blanca	-	2418	</a:t>
            </a:r>
          </a:p>
          <a:p>
            <a:r>
              <a:rPr lang="en-GB" sz="1200" baseline="0" dirty="0" err="1" smtClean="0">
                <a:solidFill>
                  <a:srgbClr val="000000"/>
                </a:solidFill>
                <a:latin typeface="Arial"/>
              </a:rPr>
              <a:t>Chuquicamata</a:t>
            </a:r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 (</a:t>
            </a:r>
            <a:r>
              <a:rPr lang="en-GB" sz="1200" baseline="0" dirty="0" err="1" smtClean="0">
                <a:solidFill>
                  <a:srgbClr val="000000"/>
                </a:solidFill>
                <a:latin typeface="Arial"/>
              </a:rPr>
              <a:t>Concs</a:t>
            </a:r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)	-	2499	</a:t>
            </a:r>
          </a:p>
          <a:p>
            <a:r>
              <a:rPr lang="en-GB" sz="1200" baseline="0" dirty="0" err="1" smtClean="0">
                <a:solidFill>
                  <a:srgbClr val="000000"/>
                </a:solidFill>
                <a:latin typeface="Arial"/>
              </a:rPr>
              <a:t>Collahuasi</a:t>
            </a:r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 (</a:t>
            </a:r>
            <a:r>
              <a:rPr lang="en-GB" sz="1200" baseline="0" dirty="0" err="1" smtClean="0">
                <a:solidFill>
                  <a:srgbClr val="000000"/>
                </a:solidFill>
                <a:latin typeface="Arial"/>
              </a:rPr>
              <a:t>Concs</a:t>
            </a:r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)	-	2567	</a:t>
            </a:r>
          </a:p>
          <a:p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Ojos del Salado	-	2581	</a:t>
            </a:r>
          </a:p>
          <a:p>
            <a:r>
              <a:rPr lang="en-GB" sz="1200" baseline="0" dirty="0" err="1" smtClean="0">
                <a:solidFill>
                  <a:srgbClr val="000000"/>
                </a:solidFill>
                <a:latin typeface="Arial"/>
              </a:rPr>
              <a:t>Mantos</a:t>
            </a:r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 de Luna	-	2724	</a:t>
            </a:r>
          </a:p>
          <a:p>
            <a:r>
              <a:rPr lang="en-GB" sz="1200" baseline="0" dirty="0" err="1" smtClean="0">
                <a:solidFill>
                  <a:srgbClr val="000000"/>
                </a:solidFill>
                <a:latin typeface="Arial"/>
              </a:rPr>
              <a:t>Mantos</a:t>
            </a:r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 </a:t>
            </a:r>
            <a:r>
              <a:rPr lang="en-GB" sz="1200" baseline="0" dirty="0" err="1" smtClean="0">
                <a:solidFill>
                  <a:srgbClr val="000000"/>
                </a:solidFill>
                <a:latin typeface="Arial"/>
              </a:rPr>
              <a:t>Blancos</a:t>
            </a:r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 (</a:t>
            </a:r>
            <a:r>
              <a:rPr lang="en-GB" sz="1200" baseline="0" dirty="0" err="1" smtClean="0">
                <a:solidFill>
                  <a:srgbClr val="000000"/>
                </a:solidFill>
                <a:latin typeface="Arial"/>
              </a:rPr>
              <a:t>Concs</a:t>
            </a:r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)	-	2756	</a:t>
            </a:r>
          </a:p>
          <a:p>
            <a:r>
              <a:rPr lang="en-GB" sz="1200" baseline="0" dirty="0" err="1" smtClean="0">
                <a:solidFill>
                  <a:srgbClr val="000000"/>
                </a:solidFill>
                <a:latin typeface="Arial"/>
              </a:rPr>
              <a:t>Michilla</a:t>
            </a:r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		-	2761	</a:t>
            </a:r>
          </a:p>
          <a:p>
            <a:r>
              <a:rPr lang="en-GB" sz="1200" baseline="0" dirty="0" err="1" smtClean="0">
                <a:solidFill>
                  <a:srgbClr val="000000"/>
                </a:solidFill>
                <a:latin typeface="Arial"/>
              </a:rPr>
              <a:t>Mantoverde</a:t>
            </a:r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		-	2767	</a:t>
            </a:r>
          </a:p>
          <a:p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El Tesoro		-	2778	</a:t>
            </a:r>
          </a:p>
          <a:p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El </a:t>
            </a:r>
            <a:r>
              <a:rPr lang="en-GB" sz="1200" baseline="0" dirty="0" err="1" smtClean="0">
                <a:solidFill>
                  <a:srgbClr val="000000"/>
                </a:solidFill>
                <a:latin typeface="Arial"/>
              </a:rPr>
              <a:t>Abra</a:t>
            </a:r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		-	2845	</a:t>
            </a:r>
          </a:p>
          <a:p>
            <a:r>
              <a:rPr lang="en-GB" sz="1200" baseline="0" dirty="0" err="1" smtClean="0">
                <a:solidFill>
                  <a:srgbClr val="000000"/>
                </a:solidFill>
                <a:latin typeface="Arial"/>
              </a:rPr>
              <a:t>Escondida</a:t>
            </a:r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 (SXEW)	-	3007	</a:t>
            </a:r>
          </a:p>
          <a:p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Lomas </a:t>
            </a:r>
            <a:r>
              <a:rPr lang="en-GB" sz="1200" baseline="0" dirty="0" err="1" smtClean="0">
                <a:solidFill>
                  <a:srgbClr val="000000"/>
                </a:solidFill>
                <a:latin typeface="Arial"/>
              </a:rPr>
              <a:t>Bayas</a:t>
            </a:r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		-	3068	</a:t>
            </a:r>
          </a:p>
          <a:p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El </a:t>
            </a:r>
            <a:r>
              <a:rPr lang="en-GB" sz="1200" baseline="0" dirty="0" err="1" smtClean="0">
                <a:solidFill>
                  <a:srgbClr val="000000"/>
                </a:solidFill>
                <a:latin typeface="Arial"/>
              </a:rPr>
              <a:t>Soldado</a:t>
            </a:r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 (</a:t>
            </a:r>
            <a:r>
              <a:rPr lang="en-GB" sz="1200" baseline="0" dirty="0" err="1" smtClean="0">
                <a:solidFill>
                  <a:srgbClr val="000000"/>
                </a:solidFill>
                <a:latin typeface="Arial"/>
              </a:rPr>
              <a:t>Concs</a:t>
            </a:r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)	-	3160	</a:t>
            </a:r>
          </a:p>
          <a:p>
            <a:r>
              <a:rPr lang="en-GB" sz="1200" baseline="0" dirty="0" err="1" smtClean="0">
                <a:solidFill>
                  <a:srgbClr val="000000"/>
                </a:solidFill>
                <a:latin typeface="Arial"/>
              </a:rPr>
              <a:t>Franke</a:t>
            </a:r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		-	3197	</a:t>
            </a:r>
          </a:p>
          <a:p>
            <a:r>
              <a:rPr lang="en-GB" sz="1200" baseline="0" dirty="0" err="1" smtClean="0">
                <a:solidFill>
                  <a:srgbClr val="000000"/>
                </a:solidFill>
                <a:latin typeface="Arial"/>
              </a:rPr>
              <a:t>Chuquicamata</a:t>
            </a:r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 (SXEW)	-	3259	</a:t>
            </a:r>
          </a:p>
          <a:p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Gaby		-	3295	</a:t>
            </a:r>
          </a:p>
          <a:p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Salvador (</a:t>
            </a:r>
            <a:r>
              <a:rPr lang="en-GB" sz="1200" baseline="0" dirty="0" err="1" smtClean="0">
                <a:solidFill>
                  <a:srgbClr val="000000"/>
                </a:solidFill>
                <a:latin typeface="Arial"/>
              </a:rPr>
              <a:t>Concs</a:t>
            </a:r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)	-	3523	</a:t>
            </a:r>
          </a:p>
          <a:p>
            <a:r>
              <a:rPr lang="en-GB" sz="1200" baseline="0" dirty="0" err="1" smtClean="0">
                <a:solidFill>
                  <a:srgbClr val="000000"/>
                </a:solidFill>
                <a:latin typeface="Arial"/>
              </a:rPr>
              <a:t>Radomiro</a:t>
            </a:r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 </a:t>
            </a:r>
            <a:r>
              <a:rPr lang="en-GB" sz="1200" baseline="0" dirty="0" err="1" smtClean="0">
                <a:solidFill>
                  <a:srgbClr val="000000"/>
                </a:solidFill>
                <a:latin typeface="Arial"/>
              </a:rPr>
              <a:t>Tomic</a:t>
            </a:r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	-	3648	</a:t>
            </a:r>
          </a:p>
          <a:p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Cerro Colorado (SXEW)	-	3832	</a:t>
            </a:r>
          </a:p>
          <a:p>
            <a:r>
              <a:rPr lang="en-GB" sz="1200" baseline="0" dirty="0" err="1" smtClean="0">
                <a:solidFill>
                  <a:srgbClr val="000000"/>
                </a:solidFill>
                <a:latin typeface="Arial"/>
              </a:rPr>
              <a:t>Candelaria</a:t>
            </a:r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		-	4237	</a:t>
            </a:r>
          </a:p>
          <a:p>
            <a:r>
              <a:rPr lang="en-GB" sz="1200" baseline="0" dirty="0" err="1" smtClean="0">
                <a:solidFill>
                  <a:srgbClr val="000000"/>
                </a:solidFill>
                <a:latin typeface="Arial"/>
              </a:rPr>
              <a:t>Mantos</a:t>
            </a:r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 </a:t>
            </a:r>
            <a:r>
              <a:rPr lang="en-GB" sz="1200" baseline="0" dirty="0" err="1" smtClean="0">
                <a:solidFill>
                  <a:srgbClr val="000000"/>
                </a:solidFill>
                <a:latin typeface="Arial"/>
              </a:rPr>
              <a:t>Blancos</a:t>
            </a:r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 (SXEW)	-	4249	</a:t>
            </a:r>
          </a:p>
          <a:p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Carmen de </a:t>
            </a:r>
            <a:r>
              <a:rPr lang="en-GB" sz="1200" baseline="0" dirty="0" err="1" smtClean="0">
                <a:solidFill>
                  <a:srgbClr val="000000"/>
                </a:solidFill>
                <a:latin typeface="Arial"/>
              </a:rPr>
              <a:t>Andcollo</a:t>
            </a:r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	-	4664	</a:t>
            </a:r>
          </a:p>
          <a:p>
            <a:r>
              <a:rPr lang="es-ES" sz="1200" baseline="0" dirty="0" smtClean="0">
                <a:solidFill>
                  <a:srgbClr val="000000"/>
                </a:solidFill>
                <a:latin typeface="Arial"/>
              </a:rPr>
              <a:t>El Bronce de Atacama	-	4853	</a:t>
            </a:r>
          </a:p>
          <a:p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Punta del Cobra	-	5002	</a:t>
            </a:r>
          </a:p>
          <a:p>
            <a:r>
              <a:rPr lang="en-GB" sz="1200" baseline="0" dirty="0" err="1" smtClean="0">
                <a:solidFill>
                  <a:srgbClr val="000000"/>
                </a:solidFill>
                <a:latin typeface="Arial"/>
              </a:rPr>
              <a:t>Collahuasi</a:t>
            </a:r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 (SXEW)	-	5222	</a:t>
            </a:r>
          </a:p>
          <a:p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El </a:t>
            </a:r>
            <a:r>
              <a:rPr lang="en-GB" sz="1200" baseline="0" dirty="0" err="1" smtClean="0">
                <a:solidFill>
                  <a:srgbClr val="000000"/>
                </a:solidFill>
                <a:latin typeface="Arial"/>
              </a:rPr>
              <a:t>Soldado</a:t>
            </a:r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 (SXEW)	-	5803	</a:t>
            </a:r>
          </a:p>
          <a:p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Salvador (SXEW)	-	6374	</a:t>
            </a:r>
          </a:p>
          <a:p>
            <a:r>
              <a:rPr lang="en-GB" sz="1200" baseline="0" dirty="0" err="1" smtClean="0">
                <a:solidFill>
                  <a:srgbClr val="000000"/>
                </a:solidFill>
                <a:latin typeface="Arial"/>
              </a:rPr>
              <a:t>CuConc</a:t>
            </a:r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 Chile Various	-	6818	</a:t>
            </a:r>
          </a:p>
          <a:p>
            <a:r>
              <a:rPr lang="en-GB" sz="1200" baseline="0" dirty="0" err="1" smtClean="0">
                <a:solidFill>
                  <a:srgbClr val="000000"/>
                </a:solidFill>
                <a:latin typeface="Arial"/>
              </a:rPr>
              <a:t>AuAgCu</a:t>
            </a:r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 Chile Various	-	6898</a:t>
            </a:r>
            <a:endParaRPr lang="en-GB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marR="0" algn="l" rtl="0"/>
            <a:r>
              <a:rPr lang="en-GB" sz="1600" baseline="0" dirty="0" smtClean="0">
                <a:solidFill>
                  <a:srgbClr val="000000"/>
                </a:solidFill>
                <a:latin typeface="Arial Black"/>
              </a:rPr>
              <a:t>Table I: Chinese Net of By-product Cash Costs	</a:t>
            </a:r>
            <a:endParaRPr lang="en-GB" sz="1600" baseline="0" dirty="0" smtClean="0">
              <a:solidFill>
                <a:srgbClr val="000000"/>
              </a:solidFill>
              <a:latin typeface="Times New Roman"/>
            </a:endParaRPr>
          </a:p>
          <a:p>
            <a:pPr marR="0" algn="l" rtl="0"/>
            <a:r>
              <a:rPr lang="en-GB" sz="1600" baseline="0" dirty="0" smtClean="0">
                <a:solidFill>
                  <a:srgbClr val="000000"/>
                </a:solidFill>
                <a:latin typeface="Arial Black"/>
              </a:rPr>
              <a:t>2012	</a:t>
            </a:r>
            <a:r>
              <a:rPr lang="en-GB" sz="2000" baseline="0" dirty="0" smtClean="0">
                <a:solidFill>
                  <a:srgbClr val="000000"/>
                </a:solidFill>
                <a:latin typeface="Calibri"/>
              </a:rPr>
              <a:t> 	 	 	 	 	</a:t>
            </a:r>
            <a:endParaRPr lang="en-GB" sz="1600" baseline="0" dirty="0" smtClean="0">
              <a:solidFill>
                <a:srgbClr val="000000"/>
              </a:solidFill>
              <a:latin typeface="Times New Roman"/>
            </a:endParaRPr>
          </a:p>
          <a:p>
            <a:pPr marR="0" algn="l" rtl="0"/>
            <a:r>
              <a:rPr lang="en-GB" sz="1200" b="1" baseline="0" dirty="0" smtClean="0">
                <a:solidFill>
                  <a:srgbClr val="000000"/>
                </a:solidFill>
                <a:latin typeface="Arial"/>
              </a:rPr>
              <a:t> 	 	</a:t>
            </a:r>
            <a:r>
              <a:rPr lang="en-GB" sz="2000" b="1" baseline="0" dirty="0" smtClean="0">
                <a:solidFill>
                  <a:srgbClr val="000000"/>
                </a:solidFill>
                <a:latin typeface="Calibri"/>
              </a:rPr>
              <a:t> 	 	 	 	</a:t>
            </a:r>
            <a:endParaRPr lang="en-GB" sz="1600" b="1" baseline="0" dirty="0" smtClean="0">
              <a:solidFill>
                <a:srgbClr val="000000"/>
              </a:solidFill>
              <a:latin typeface="Times New Roman"/>
            </a:endParaRPr>
          </a:p>
          <a:p>
            <a:pPr marR="0" algn="l" rtl="0"/>
            <a:r>
              <a:rPr lang="en-GB" sz="1200" b="1" baseline="0" dirty="0" smtClean="0">
                <a:solidFill>
                  <a:srgbClr val="000000"/>
                </a:solidFill>
                <a:latin typeface="Arial"/>
              </a:rPr>
              <a:t>Mine			000t	$/t	Mine			000t	$/t	</a:t>
            </a:r>
            <a:endParaRPr lang="en-GB" sz="1600" b="1" baseline="0" dirty="0" smtClean="0">
              <a:solidFill>
                <a:srgbClr val="000000"/>
              </a:solidFill>
              <a:latin typeface="Times New Roman"/>
            </a:endParaRPr>
          </a:p>
          <a:p>
            <a:pPr marR="0" algn="l" rtl="0"/>
            <a:r>
              <a:rPr lang="en-GB" sz="1200" baseline="0" dirty="0" err="1" smtClean="0">
                <a:solidFill>
                  <a:srgbClr val="000000"/>
                </a:solidFill>
                <a:latin typeface="Arial"/>
              </a:rPr>
              <a:t>Jinchuan</a:t>
            </a:r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			32	-32725	</a:t>
            </a:r>
            <a:r>
              <a:rPr lang="en-GB" sz="1200" baseline="0" dirty="0" err="1" smtClean="0">
                <a:solidFill>
                  <a:srgbClr val="000000"/>
                </a:solidFill>
                <a:latin typeface="Arial"/>
              </a:rPr>
              <a:t>Yongping</a:t>
            </a:r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			16	5395	</a:t>
            </a:r>
            <a:endParaRPr lang="en-GB" sz="1600" baseline="0" dirty="0" smtClean="0">
              <a:solidFill>
                <a:srgbClr val="000000"/>
              </a:solidFill>
              <a:latin typeface="Times New Roman"/>
            </a:endParaRPr>
          </a:p>
          <a:p>
            <a:pPr marR="0" algn="l" rtl="0"/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Hubei Province Large		35	1247	</a:t>
            </a:r>
            <a:r>
              <a:rPr lang="en-GB" sz="1200" baseline="0" dirty="0" err="1" smtClean="0">
                <a:solidFill>
                  <a:srgbClr val="000000"/>
                </a:solidFill>
                <a:latin typeface="Arial"/>
              </a:rPr>
              <a:t>NorthEast</a:t>
            </a:r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 Region Various Large	18	5561	</a:t>
            </a:r>
            <a:endParaRPr lang="en-GB" sz="1600" baseline="0" dirty="0" smtClean="0">
              <a:solidFill>
                <a:srgbClr val="000000"/>
              </a:solidFill>
              <a:latin typeface="Times New Roman"/>
            </a:endParaRPr>
          </a:p>
          <a:p>
            <a:pPr marR="0" algn="l" rtl="0"/>
            <a:r>
              <a:rPr lang="en-GB" sz="1200" baseline="0" dirty="0" err="1" smtClean="0">
                <a:solidFill>
                  <a:srgbClr val="000000"/>
                </a:solidFill>
                <a:latin typeface="Arial"/>
              </a:rPr>
              <a:t>Dexing</a:t>
            </a:r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 (</a:t>
            </a:r>
            <a:r>
              <a:rPr lang="en-GB" sz="1200" baseline="0" dirty="0" err="1" smtClean="0">
                <a:solidFill>
                  <a:srgbClr val="000000"/>
                </a:solidFill>
                <a:latin typeface="Arial"/>
              </a:rPr>
              <a:t>Concs</a:t>
            </a:r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)		142	1264	</a:t>
            </a:r>
            <a:r>
              <a:rPr lang="en-GB" sz="1200" baseline="0" dirty="0" err="1" smtClean="0">
                <a:solidFill>
                  <a:srgbClr val="000000"/>
                </a:solidFill>
                <a:latin typeface="Arial"/>
              </a:rPr>
              <a:t>NorthEast</a:t>
            </a:r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 Region Various Small	13	5629	</a:t>
            </a:r>
            <a:endParaRPr lang="en-GB" sz="1600" baseline="0" dirty="0" smtClean="0">
              <a:solidFill>
                <a:srgbClr val="000000"/>
              </a:solidFill>
              <a:latin typeface="Times New Roman"/>
            </a:endParaRPr>
          </a:p>
          <a:p>
            <a:pPr marR="0" algn="l" rtl="0"/>
            <a:r>
              <a:rPr lang="en-GB" sz="1200" baseline="0" dirty="0" err="1" smtClean="0">
                <a:solidFill>
                  <a:srgbClr val="000000"/>
                </a:solidFill>
                <a:latin typeface="Arial"/>
              </a:rPr>
              <a:t>Deerni</a:t>
            </a:r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 (P)			29	2981	Henan Province Small		3	5787	</a:t>
            </a:r>
            <a:endParaRPr lang="en-GB" sz="1600" baseline="0" dirty="0" smtClean="0">
              <a:solidFill>
                <a:srgbClr val="000000"/>
              </a:solidFill>
              <a:latin typeface="Times New Roman"/>
            </a:endParaRPr>
          </a:p>
          <a:p>
            <a:pPr marR="0" algn="l" rtl="0"/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Xinjiang Province Large		71	3545	Gansu Province Small		14	6010	</a:t>
            </a:r>
            <a:endParaRPr lang="en-GB" sz="1600" baseline="0" dirty="0" smtClean="0">
              <a:solidFill>
                <a:srgbClr val="000000"/>
              </a:solidFill>
              <a:latin typeface="Times New Roman"/>
            </a:endParaRPr>
          </a:p>
          <a:p>
            <a:pPr marR="0" algn="l" rtl="0"/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Jiangxi Province Large		118	3552	West Region Various Small		36	6590	</a:t>
            </a:r>
            <a:endParaRPr lang="en-GB" sz="1600" baseline="0" dirty="0" smtClean="0">
              <a:solidFill>
                <a:srgbClr val="000000"/>
              </a:solidFill>
              <a:latin typeface="Times New Roman"/>
            </a:endParaRPr>
          </a:p>
          <a:p>
            <a:pPr marR="0" algn="l" rtl="0"/>
            <a:r>
              <a:rPr lang="en-GB" sz="1200" baseline="0" dirty="0" err="1" smtClean="0">
                <a:solidFill>
                  <a:srgbClr val="000000"/>
                </a:solidFill>
                <a:latin typeface="Arial"/>
              </a:rPr>
              <a:t>Dongguashan</a:t>
            </a:r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 (P)		30	3702	Inner Mongolia Province Small	45	7081	</a:t>
            </a:r>
            <a:endParaRPr lang="en-GB" sz="1600" baseline="0" dirty="0" smtClean="0">
              <a:solidFill>
                <a:srgbClr val="000000"/>
              </a:solidFill>
              <a:latin typeface="Times New Roman"/>
            </a:endParaRPr>
          </a:p>
          <a:p>
            <a:pPr marR="0" algn="l" rtl="0"/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Gansu Province Large		92	3881	Sichuan Province Small		29	7208	</a:t>
            </a:r>
            <a:endParaRPr lang="en-GB" sz="1600" baseline="0" dirty="0" smtClean="0">
              <a:solidFill>
                <a:srgbClr val="000000"/>
              </a:solidFill>
              <a:latin typeface="Times New Roman"/>
            </a:endParaRPr>
          </a:p>
          <a:p>
            <a:pPr marR="0" algn="l" rtl="0"/>
            <a:r>
              <a:rPr lang="en-GB" sz="1200" baseline="0" dirty="0" err="1" smtClean="0">
                <a:solidFill>
                  <a:srgbClr val="000000"/>
                </a:solidFill>
                <a:latin typeface="Arial"/>
              </a:rPr>
              <a:t>Ashele</a:t>
            </a:r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			38	4012	East Region Various Large		17	7221	</a:t>
            </a:r>
            <a:endParaRPr lang="en-GB" sz="1600" baseline="0" dirty="0" smtClean="0">
              <a:solidFill>
                <a:srgbClr val="000000"/>
              </a:solidFill>
              <a:latin typeface="Times New Roman"/>
            </a:endParaRPr>
          </a:p>
          <a:p>
            <a:pPr marR="0" algn="l" rtl="0"/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Shanxi Province Large		30	4279	Anhui Province Small		80	7363	</a:t>
            </a:r>
            <a:endParaRPr lang="en-GB" sz="1600" baseline="0" dirty="0" smtClean="0">
              <a:solidFill>
                <a:srgbClr val="000000"/>
              </a:solidFill>
              <a:latin typeface="Times New Roman"/>
            </a:endParaRPr>
          </a:p>
          <a:p>
            <a:pPr marR="0" algn="l" rtl="0"/>
            <a:r>
              <a:rPr lang="fr-FR" sz="1200" baseline="0" dirty="0" err="1" smtClean="0">
                <a:solidFill>
                  <a:srgbClr val="000000"/>
                </a:solidFill>
                <a:latin typeface="Arial"/>
              </a:rPr>
              <a:t>Dahongshan</a:t>
            </a:r>
            <a:r>
              <a:rPr lang="fr-FR" sz="1200" baseline="0" dirty="0" smtClean="0">
                <a:solidFill>
                  <a:srgbClr val="000000"/>
                </a:solidFill>
                <a:latin typeface="Arial"/>
              </a:rPr>
              <a:t> (P)		27	4350	Anhui Province Large		60	7406	</a:t>
            </a:r>
            <a:endParaRPr lang="fr-FR" sz="1600" baseline="0" dirty="0" smtClean="0">
              <a:solidFill>
                <a:srgbClr val="000000"/>
              </a:solidFill>
              <a:latin typeface="Times New Roman"/>
            </a:endParaRPr>
          </a:p>
          <a:p>
            <a:pPr marR="0" algn="l" rtl="0"/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Tibet Autonomous Region Large	16	4477	Central Region Various Small	88	7635	</a:t>
            </a:r>
            <a:endParaRPr lang="en-GB" sz="1600" baseline="0" dirty="0" smtClean="0">
              <a:solidFill>
                <a:srgbClr val="000000"/>
              </a:solidFill>
              <a:latin typeface="Times New Roman"/>
            </a:endParaRPr>
          </a:p>
          <a:p>
            <a:pPr marR="0" algn="l" rtl="0"/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Inner Mongolia Province Large	145	4570	Sichuan Province Large Underground	37	7683	</a:t>
            </a:r>
            <a:endParaRPr lang="en-GB" sz="1600" baseline="0" dirty="0" smtClean="0">
              <a:solidFill>
                <a:srgbClr val="000000"/>
              </a:solidFill>
              <a:latin typeface="Times New Roman"/>
            </a:endParaRPr>
          </a:p>
          <a:p>
            <a:pPr marR="0" algn="l" rtl="0"/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Sichuan Province Large </a:t>
            </a:r>
            <a:r>
              <a:rPr lang="en-GB" sz="1200" baseline="0" dirty="0" err="1" smtClean="0">
                <a:solidFill>
                  <a:srgbClr val="000000"/>
                </a:solidFill>
                <a:latin typeface="Arial"/>
              </a:rPr>
              <a:t>Openpit</a:t>
            </a:r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	20	4837	Guangxi Province Large		40	8006	</a:t>
            </a:r>
            <a:endParaRPr lang="en-GB" sz="1600" baseline="0" dirty="0" smtClean="0">
              <a:solidFill>
                <a:srgbClr val="000000"/>
              </a:solidFill>
              <a:latin typeface="Times New Roman"/>
            </a:endParaRPr>
          </a:p>
          <a:p>
            <a:pPr marR="0" algn="l" rtl="0"/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Yunnan Province Large		192	4953	Yunnan Province Small		50	8316	</a:t>
            </a:r>
            <a:endParaRPr lang="en-GB" sz="1600" baseline="0" dirty="0" smtClean="0">
              <a:solidFill>
                <a:srgbClr val="000000"/>
              </a:solidFill>
              <a:latin typeface="Times New Roman"/>
            </a:endParaRPr>
          </a:p>
          <a:p>
            <a:pPr marR="0" algn="l" rtl="0"/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Qinghai Province Large		30	5377	East Region Various Small		31	9282	</a:t>
            </a:r>
            <a:endParaRPr lang="en-GB" sz="1600" baseline="0" dirty="0" smtClean="0">
              <a:solidFill>
                <a:srgbClr val="000000"/>
              </a:solidFill>
              <a:latin typeface="Times New Roman"/>
            </a:endParaRPr>
          </a:p>
          <a:p>
            <a:pPr marR="0" algn="l" rtl="0"/>
            <a:r>
              <a:rPr lang="en-GB" sz="800" baseline="0" dirty="0" smtClean="0">
                <a:solidFill>
                  <a:srgbClr val="000000"/>
                </a:solidFill>
                <a:latin typeface="Arial"/>
              </a:rPr>
              <a:t>Data:  CRU	</a:t>
            </a:r>
            <a:r>
              <a:rPr lang="en-GB" sz="2000" baseline="0" dirty="0" smtClean="0">
                <a:solidFill>
                  <a:srgbClr val="000000"/>
                </a:solidFill>
                <a:latin typeface="Calibri"/>
              </a:rPr>
              <a:t> 	</a:t>
            </a:r>
            <a:r>
              <a:rPr lang="en-GB" sz="800" baseline="0" dirty="0" smtClean="0">
                <a:solidFill>
                  <a:srgbClr val="000000"/>
                </a:solidFill>
                <a:latin typeface="Arial"/>
              </a:rPr>
              <a:t> 	 	</a:t>
            </a:r>
            <a:r>
              <a:rPr lang="en-GB" sz="2000" baseline="0" dirty="0" smtClean="0">
                <a:solidFill>
                  <a:srgbClr val="000000"/>
                </a:solidFill>
                <a:latin typeface="Calibri"/>
              </a:rPr>
              <a:t> 	 	</a:t>
            </a:r>
            <a:endParaRPr lang="en-GB" sz="1600" baseline="0" dirty="0" smtClean="0">
              <a:solidFill>
                <a:srgbClr val="000000"/>
              </a:solidFill>
              <a:latin typeface="Times New Roman"/>
            </a:endParaRPr>
          </a:p>
          <a:p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	</a:t>
            </a:r>
          </a:p>
          <a:p>
            <a:endParaRPr lang="en-GB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GB" sz="900" b="0" baseline="0" dirty="0" smtClean="0">
                <a:solidFill>
                  <a:srgbClr val="000000"/>
                </a:solidFill>
                <a:latin typeface="Arial"/>
              </a:rPr>
              <a:t>2007-12 cumulative	</a:t>
            </a:r>
            <a:r>
              <a:rPr lang="en-GB" sz="1200" b="0" baseline="0" dirty="0" smtClean="0">
                <a:solidFill>
                  <a:srgbClr val="000000"/>
                </a:solidFill>
                <a:latin typeface="Calibri"/>
              </a:rPr>
              <a:t>	</a:t>
            </a:r>
          </a:p>
          <a:p>
            <a:r>
              <a:rPr lang="en-GB" sz="900" b="0" baseline="0" dirty="0" smtClean="0">
                <a:solidFill>
                  <a:srgbClr val="000000"/>
                </a:solidFill>
                <a:latin typeface="Arial"/>
              </a:rPr>
              <a:t>14.9%	</a:t>
            </a:r>
            <a:r>
              <a:rPr lang="en-GB" sz="1200" b="0" baseline="0" dirty="0" smtClean="0">
                <a:solidFill>
                  <a:srgbClr val="000000"/>
                </a:solidFill>
                <a:latin typeface="Calibri"/>
              </a:rPr>
              <a:t>North America	</a:t>
            </a:r>
          </a:p>
          <a:p>
            <a:r>
              <a:rPr lang="en-GB" sz="900" b="0" baseline="0" dirty="0" smtClean="0">
                <a:solidFill>
                  <a:srgbClr val="000000"/>
                </a:solidFill>
                <a:latin typeface="Arial"/>
              </a:rPr>
              <a:t>8.7%	</a:t>
            </a:r>
            <a:r>
              <a:rPr lang="en-GB" sz="1200" b="0" baseline="0" dirty="0" smtClean="0">
                <a:solidFill>
                  <a:srgbClr val="000000"/>
                </a:solidFill>
                <a:latin typeface="Calibri"/>
              </a:rPr>
              <a:t>Europe	</a:t>
            </a:r>
          </a:p>
          <a:p>
            <a:r>
              <a:rPr lang="en-GB" sz="900" b="0" baseline="0" dirty="0" smtClean="0">
                <a:solidFill>
                  <a:srgbClr val="000000"/>
                </a:solidFill>
                <a:latin typeface="Arial"/>
              </a:rPr>
              <a:t>9.3%	</a:t>
            </a:r>
            <a:r>
              <a:rPr lang="en-GB" sz="1200" b="0" baseline="0" dirty="0" smtClean="0">
                <a:solidFill>
                  <a:srgbClr val="000000"/>
                </a:solidFill>
                <a:latin typeface="Calibri"/>
              </a:rPr>
              <a:t>China	</a:t>
            </a:r>
          </a:p>
          <a:p>
            <a:r>
              <a:rPr lang="en-GB" sz="900" b="0" baseline="0" dirty="0" smtClean="0">
                <a:solidFill>
                  <a:srgbClr val="000000"/>
                </a:solidFill>
                <a:latin typeface="Arial"/>
              </a:rPr>
              <a:t>62.9%	</a:t>
            </a:r>
            <a:r>
              <a:rPr lang="en-GB" sz="1200" b="0" baseline="0" dirty="0" smtClean="0">
                <a:solidFill>
                  <a:srgbClr val="000000"/>
                </a:solidFill>
                <a:latin typeface="Calibri"/>
              </a:rPr>
              <a:t>Central &amp; South America	</a:t>
            </a:r>
          </a:p>
          <a:p>
            <a:r>
              <a:rPr lang="en-GB" sz="900" b="0" baseline="0" dirty="0" smtClean="0">
                <a:solidFill>
                  <a:srgbClr val="000000"/>
                </a:solidFill>
                <a:latin typeface="Arial"/>
              </a:rPr>
              <a:t>-21.1%	</a:t>
            </a:r>
            <a:r>
              <a:rPr lang="en-GB" sz="1200" b="0" baseline="0" dirty="0" smtClean="0">
                <a:solidFill>
                  <a:srgbClr val="000000"/>
                </a:solidFill>
                <a:latin typeface="Calibri"/>
              </a:rPr>
              <a:t>Africa	</a:t>
            </a:r>
          </a:p>
          <a:p>
            <a:r>
              <a:rPr lang="en-GB" sz="900" b="0" baseline="0" dirty="0" smtClean="0">
                <a:solidFill>
                  <a:srgbClr val="000000"/>
                </a:solidFill>
                <a:latin typeface="Arial"/>
              </a:rPr>
              <a:t>40.9%	</a:t>
            </a:r>
            <a:r>
              <a:rPr lang="en-GB" sz="1200" b="0" baseline="0" dirty="0" smtClean="0">
                <a:solidFill>
                  <a:srgbClr val="000000"/>
                </a:solidFill>
                <a:latin typeface="Calibri"/>
              </a:rPr>
              <a:t>Asia	</a:t>
            </a:r>
          </a:p>
          <a:p>
            <a:r>
              <a:rPr lang="en-GB" sz="900" b="0" baseline="0" dirty="0" smtClean="0">
                <a:solidFill>
                  <a:srgbClr val="000000"/>
                </a:solidFill>
                <a:latin typeface="Arial"/>
              </a:rPr>
              <a:t>44.9%	</a:t>
            </a:r>
            <a:r>
              <a:rPr lang="en-GB" sz="1200" b="0" baseline="0" dirty="0" smtClean="0">
                <a:solidFill>
                  <a:srgbClr val="000000"/>
                </a:solidFill>
                <a:latin typeface="Calibri"/>
              </a:rPr>
              <a:t>Australasia	</a:t>
            </a:r>
          </a:p>
          <a:p>
            <a:r>
              <a:rPr lang="en-GB" sz="900" b="0" baseline="0" dirty="0" smtClean="0">
                <a:solidFill>
                  <a:srgbClr val="000000"/>
                </a:solidFill>
                <a:latin typeface="Arial"/>
              </a:rPr>
              <a:t>	</a:t>
            </a:r>
            <a:r>
              <a:rPr lang="en-GB" sz="1200" b="0" baseline="0" dirty="0" smtClean="0">
                <a:solidFill>
                  <a:srgbClr val="000000"/>
                </a:solidFill>
                <a:latin typeface="Calibri"/>
              </a:rPr>
              <a:t>	</a:t>
            </a:r>
          </a:p>
          <a:p>
            <a:r>
              <a:rPr lang="en-GB" sz="900" b="0" baseline="0" dirty="0" smtClean="0">
                <a:solidFill>
                  <a:srgbClr val="000000"/>
                </a:solidFill>
                <a:latin typeface="Arial"/>
              </a:rPr>
              <a:t>32.4%	</a:t>
            </a:r>
            <a:r>
              <a:rPr lang="en-GB" sz="1200" b="0" baseline="0" dirty="0" smtClean="0">
                <a:solidFill>
                  <a:srgbClr val="000000"/>
                </a:solidFill>
                <a:latin typeface="Calibri"/>
              </a:rPr>
              <a:t>World	</a:t>
            </a:r>
          </a:p>
          <a:p>
            <a:endParaRPr lang="en-GB" b="0" dirty="0" smtClean="0"/>
          </a:p>
          <a:p>
            <a:r>
              <a:rPr lang="en-GB" sz="1200" b="0" baseline="0" dirty="0" smtClean="0">
                <a:solidFill>
                  <a:srgbClr val="000000"/>
                </a:solidFill>
                <a:latin typeface="Arial"/>
              </a:rPr>
              <a:t>	</a:t>
            </a:r>
          </a:p>
          <a:p>
            <a:endParaRPr lang="en-GB" b="0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aseline="0" dirty="0" smtClean="0">
                <a:solidFill>
                  <a:srgbClr val="000000"/>
                </a:solidFill>
                <a:latin typeface="Arial"/>
              </a:rPr>
              <a:t>Very long run, 2035</a:t>
            </a:r>
          </a:p>
          <a:p>
            <a:endParaRPr lang="en-GB" dirty="0" smtClean="0"/>
          </a:p>
          <a:p>
            <a:r>
              <a:rPr lang="en-GB" dirty="0" smtClean="0"/>
              <a:t>	Nominal	Real</a:t>
            </a:r>
          </a:p>
          <a:p>
            <a:r>
              <a:rPr lang="en-GB" dirty="0" smtClean="0"/>
              <a:t>CRU	207	131</a:t>
            </a:r>
          </a:p>
          <a:p>
            <a:r>
              <a:rPr lang="en-GB" dirty="0" smtClean="0"/>
              <a:t>IEA (min)	158	100</a:t>
            </a:r>
          </a:p>
          <a:p>
            <a:r>
              <a:rPr lang="en-GB" dirty="0" smtClean="0"/>
              <a:t>IEA (max)	230	145</a:t>
            </a:r>
          </a:p>
          <a:p>
            <a:r>
              <a:rPr lang="en-GB" dirty="0" smtClean="0"/>
              <a:t>EIA (min)	119	75</a:t>
            </a:r>
          </a:p>
          <a:p>
            <a:r>
              <a:rPr lang="en-GB" dirty="0" smtClean="0"/>
              <a:t>EIA (max)	317	200</a:t>
            </a:r>
          </a:p>
          <a:p>
            <a:r>
              <a:rPr lang="en-GB" dirty="0" smtClean="0"/>
              <a:t>OPEC	150	95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3852" y="8684899"/>
            <a:ext cx="2972547" cy="457639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0C233CE-D52E-43C1-A908-763B117AED28}" type="slidenum">
              <a:rPr lang="en-GB" smtClean="0"/>
              <a:pPr>
                <a:defRPr/>
              </a:pPr>
              <a:t>27</a:t>
            </a:fld>
            <a:endParaRPr lang="en-GB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Cru Master Powerpoint0311-2.eps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029" y="167602"/>
            <a:ext cx="9047945" cy="658960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sp>
        <p:nvSpPr>
          <p:cNvPr id="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92798" y="2067659"/>
            <a:ext cx="7772400" cy="1142735"/>
          </a:xfrm>
          <a:prstGeom prst="rect">
            <a:avLst/>
          </a:prstGeom>
        </p:spPr>
        <p:txBody>
          <a:bodyPr anchor="ctr"/>
          <a:lstStyle>
            <a:lvl1pPr>
              <a:defRPr sz="36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685800" y="3238804"/>
            <a:ext cx="7786396" cy="960041"/>
          </a:xfrm>
          <a:prstGeom prst="rect">
            <a:avLst/>
          </a:prstGeom>
        </p:spPr>
        <p:txBody>
          <a:bodyPr anchor="ctr"/>
          <a:lstStyle>
            <a:lvl1pPr marL="0" indent="0" algn="ctr">
              <a:spcBef>
                <a:spcPct val="35000"/>
              </a:spcBef>
              <a:buClr>
                <a:schemeClr val="bg2"/>
              </a:buClr>
              <a:buFontTx/>
              <a:buNone/>
              <a:defRPr sz="2400" b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mtClean="0"/>
              <a:t>Click to edit Master subtitle style</a:t>
            </a:r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170" y="964975"/>
            <a:ext cx="8229600" cy="578447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rgbClr val="003D7E"/>
                </a:solidFill>
                <a:latin typeface="Arial MT Md"/>
                <a:cs typeface="Arial MT Md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461170" y="1541203"/>
            <a:ext cx="8229600" cy="377372"/>
          </a:xfrm>
          <a:prstGeom prst="rect">
            <a:avLst/>
          </a:prstGeom>
        </p:spPr>
        <p:txBody>
          <a:bodyPr/>
          <a:lstStyle>
            <a:lvl1pPr algn="l">
              <a:buNone/>
              <a:defRPr sz="1600">
                <a:solidFill>
                  <a:schemeClr val="tx1"/>
                </a:solidFill>
                <a:latin typeface="Arial MT Md"/>
                <a:cs typeface="Arial MT Md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2339654" y="6134665"/>
            <a:ext cx="4464698" cy="23812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200"/>
              </a:spcBef>
              <a:buNone/>
              <a:defRPr sz="1100" baseline="0">
                <a:latin typeface="Arial" pitchFamily="34" charset="0"/>
                <a:cs typeface="Arial" pitchFamily="34" charset="0"/>
              </a:defRPr>
            </a:lvl1pPr>
            <a:lvl2pPr>
              <a:defRPr sz="1100">
                <a:latin typeface="Arial" pitchFamily="34" charset="0"/>
                <a:cs typeface="Arial" pitchFamily="34" charset="0"/>
              </a:defRPr>
            </a:lvl2pPr>
            <a:lvl3pPr>
              <a:defRPr sz="1050">
                <a:latin typeface="Arial" pitchFamily="34" charset="0"/>
                <a:cs typeface="Arial" pitchFamily="34" charset="0"/>
              </a:defRPr>
            </a:lvl3pPr>
            <a:lvl4pPr>
              <a:defRPr sz="1000">
                <a:latin typeface="Arial" pitchFamily="34" charset="0"/>
                <a:cs typeface="Arial" pitchFamily="34" charset="0"/>
              </a:defRPr>
            </a:lvl4pPr>
            <a:lvl5pPr>
              <a:defRPr sz="10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09324" y="6587412"/>
            <a:ext cx="184731" cy="261549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342900" marR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1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3" y="2245139"/>
            <a:ext cx="8229600" cy="3888953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512763" indent="-28575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679450" indent="-228600"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917575" indent="-228600"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143000" indent="-228600"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lin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3" y="2245139"/>
            <a:ext cx="8229600" cy="3888953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512763" indent="-28575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679450" indent="-228600"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917575" indent="-228600"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143000" indent="-228600"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61170" y="960281"/>
            <a:ext cx="8229600" cy="807714"/>
          </a:xfrm>
          <a:prstGeom prst="rect">
            <a:avLst/>
          </a:prstGeom>
        </p:spPr>
        <p:txBody>
          <a:bodyPr/>
          <a:lstStyle>
            <a:lvl1pPr algn="l">
              <a:defRPr sz="2400" baseline="0">
                <a:solidFill>
                  <a:srgbClr val="003D7E"/>
                </a:solidFill>
                <a:latin typeface="Arial MT Md"/>
                <a:cs typeface="Arial MT Md"/>
              </a:defRPr>
            </a:lvl1pPr>
          </a:lstStyle>
          <a:p>
            <a:r>
              <a:rPr lang="en-US" dirty="0" smtClean="0"/>
              <a:t>Click to edit Master title style heading that has run over two lines</a:t>
            </a:r>
            <a:endParaRPr lang="en-GB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461170" y="1770082"/>
            <a:ext cx="8229600" cy="377372"/>
          </a:xfrm>
          <a:prstGeom prst="rect">
            <a:avLst/>
          </a:prstGeom>
        </p:spPr>
        <p:txBody>
          <a:bodyPr/>
          <a:lstStyle>
            <a:lvl1pPr algn="l">
              <a:buNone/>
              <a:defRPr sz="1600">
                <a:solidFill>
                  <a:schemeClr val="tx1"/>
                </a:solidFill>
                <a:latin typeface="Arial MT Md"/>
                <a:cs typeface="Arial MT Md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2339654" y="6134665"/>
            <a:ext cx="4464698" cy="23812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200"/>
              </a:spcBef>
              <a:buNone/>
              <a:defRPr sz="1100" baseline="0">
                <a:latin typeface="Arial" pitchFamily="34" charset="0"/>
                <a:cs typeface="Arial" pitchFamily="34" charset="0"/>
              </a:defRPr>
            </a:lvl1pPr>
            <a:lvl2pPr>
              <a:defRPr sz="1100">
                <a:latin typeface="Arial" pitchFamily="34" charset="0"/>
                <a:cs typeface="Arial" pitchFamily="34" charset="0"/>
              </a:defRPr>
            </a:lvl2pPr>
            <a:lvl3pPr>
              <a:defRPr sz="1050">
                <a:latin typeface="Arial" pitchFamily="34" charset="0"/>
                <a:cs typeface="Arial" pitchFamily="34" charset="0"/>
              </a:defRPr>
            </a:lvl3pPr>
            <a:lvl4pPr>
              <a:defRPr sz="1000">
                <a:latin typeface="Arial" pitchFamily="34" charset="0"/>
                <a:cs typeface="Arial" pitchFamily="34" charset="0"/>
              </a:defRPr>
            </a:lvl4pPr>
            <a:lvl5pPr>
              <a:defRPr sz="10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line Title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5511"/>
            <a:ext cx="4038600" cy="3890699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512763" indent="-28575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679450" indent="-228600"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917575" indent="-228600">
              <a:defRPr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143000" indent="-228600">
              <a:defRPr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5511"/>
            <a:ext cx="4038600" cy="3890699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512763" indent="-28575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679450" indent="-228600"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917575" indent="-228600">
              <a:defRPr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143000" indent="-228600">
              <a:defRPr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19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2339654" y="6134665"/>
            <a:ext cx="4464698" cy="23812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200"/>
              </a:spcBef>
              <a:buNone/>
              <a:defRPr sz="1100" baseline="0">
                <a:latin typeface="Arial" pitchFamily="34" charset="0"/>
                <a:cs typeface="Arial" pitchFamily="34" charset="0"/>
              </a:defRPr>
            </a:lvl1pPr>
            <a:lvl2pPr>
              <a:defRPr sz="1100">
                <a:latin typeface="Arial" pitchFamily="34" charset="0"/>
                <a:cs typeface="Arial" pitchFamily="34" charset="0"/>
              </a:defRPr>
            </a:lvl2pPr>
            <a:lvl3pPr>
              <a:defRPr sz="1050">
                <a:latin typeface="Arial" pitchFamily="34" charset="0"/>
                <a:cs typeface="Arial" pitchFamily="34" charset="0"/>
              </a:defRPr>
            </a:lvl3pPr>
            <a:lvl4pPr>
              <a:defRPr sz="1000">
                <a:latin typeface="Arial" pitchFamily="34" charset="0"/>
                <a:cs typeface="Arial" pitchFamily="34" charset="0"/>
              </a:defRPr>
            </a:lvl4pPr>
            <a:lvl5pPr>
              <a:defRPr sz="10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1170" y="960281"/>
            <a:ext cx="8229600" cy="807714"/>
          </a:xfrm>
          <a:prstGeom prst="rect">
            <a:avLst/>
          </a:prstGeom>
        </p:spPr>
        <p:txBody>
          <a:bodyPr/>
          <a:lstStyle>
            <a:lvl1pPr algn="l">
              <a:defRPr sz="2400" baseline="0">
                <a:solidFill>
                  <a:srgbClr val="003D7E"/>
                </a:solidFill>
                <a:latin typeface="Arial MT Md"/>
                <a:cs typeface="Arial MT Md"/>
              </a:defRPr>
            </a:lvl1pPr>
          </a:lstStyle>
          <a:p>
            <a:r>
              <a:rPr lang="en-US" dirty="0" smtClean="0"/>
              <a:t>Click to edit Master title style heading that has run over two lines</a:t>
            </a:r>
            <a:endParaRPr lang="en-GB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461170" y="1770082"/>
            <a:ext cx="8229600" cy="377372"/>
          </a:xfrm>
          <a:prstGeom prst="rect">
            <a:avLst/>
          </a:prstGeom>
        </p:spPr>
        <p:txBody>
          <a:bodyPr/>
          <a:lstStyle>
            <a:lvl1pPr algn="l">
              <a:buNone/>
              <a:defRPr sz="1600">
                <a:solidFill>
                  <a:schemeClr val="tx1"/>
                </a:solidFill>
                <a:latin typeface="Arial MT Md"/>
                <a:cs typeface="Arial MT Md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20751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1" y="2220751"/>
            <a:ext cx="4041775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1" y="2860514"/>
            <a:ext cx="4041775" cy="3269926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512763" indent="-28575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679450" indent="-228600"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917575" indent="-228600">
              <a:defRPr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143000" indent="-228600">
              <a:defRPr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11" name="Content Placeholder 5"/>
          <p:cNvSpPr>
            <a:spLocks noGrp="1"/>
          </p:cNvSpPr>
          <p:nvPr>
            <p:ph sz="quarter" idx="11"/>
          </p:nvPr>
        </p:nvSpPr>
        <p:spPr>
          <a:xfrm>
            <a:off x="457204" y="2860514"/>
            <a:ext cx="4041775" cy="3269926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512763" indent="-28575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679450" indent="-228600"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917575" indent="-228600">
              <a:defRPr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143000" indent="-228600">
              <a:defRPr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461170" y="960277"/>
            <a:ext cx="8229600" cy="436563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rgbClr val="003D7E"/>
                </a:solidFill>
                <a:latin typeface="Arial MT Md"/>
                <a:cs typeface="Arial MT Md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461170" y="1406172"/>
            <a:ext cx="8229600" cy="377372"/>
          </a:xfrm>
          <a:prstGeom prst="rect">
            <a:avLst/>
          </a:prstGeom>
        </p:spPr>
        <p:txBody>
          <a:bodyPr/>
          <a:lstStyle>
            <a:lvl1pPr algn="l">
              <a:buNone/>
              <a:defRPr sz="1600">
                <a:solidFill>
                  <a:schemeClr val="tx1"/>
                </a:solidFill>
                <a:latin typeface="Arial MT Md"/>
                <a:cs typeface="Arial MT Md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2339654" y="6134665"/>
            <a:ext cx="4464698" cy="23812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200"/>
              </a:spcBef>
              <a:buNone/>
              <a:defRPr sz="1100" baseline="0">
                <a:latin typeface="Arial" pitchFamily="34" charset="0"/>
                <a:cs typeface="Arial" pitchFamily="34" charset="0"/>
              </a:defRPr>
            </a:lvl1pPr>
            <a:lvl2pPr>
              <a:defRPr sz="1100">
                <a:latin typeface="Arial" pitchFamily="34" charset="0"/>
                <a:cs typeface="Arial" pitchFamily="34" charset="0"/>
              </a:defRPr>
            </a:lvl2pPr>
            <a:lvl3pPr>
              <a:defRPr sz="1050">
                <a:latin typeface="Arial" pitchFamily="34" charset="0"/>
                <a:cs typeface="Arial" pitchFamily="34" charset="0"/>
              </a:defRPr>
            </a:lvl3pPr>
            <a:lvl4pPr>
              <a:defRPr sz="1000">
                <a:latin typeface="Arial" pitchFamily="34" charset="0"/>
                <a:cs typeface="Arial" pitchFamily="34" charset="0"/>
              </a:defRPr>
            </a:lvl4pPr>
            <a:lvl5pPr>
              <a:defRPr sz="10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61170" y="960277"/>
            <a:ext cx="8229600" cy="436563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rgbClr val="003D7E"/>
                </a:solidFill>
                <a:latin typeface="Arial MT Md"/>
                <a:cs typeface="Arial MT Md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461170" y="1406172"/>
            <a:ext cx="8229600" cy="377372"/>
          </a:xfrm>
          <a:prstGeom prst="rect">
            <a:avLst/>
          </a:prstGeom>
        </p:spPr>
        <p:txBody>
          <a:bodyPr/>
          <a:lstStyle>
            <a:lvl1pPr algn="l">
              <a:buNone/>
              <a:defRPr sz="1600">
                <a:solidFill>
                  <a:schemeClr val="tx1"/>
                </a:solidFill>
                <a:latin typeface="Arial MT Md"/>
                <a:cs typeface="Arial MT Md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15173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0" cap="none" baseline="0">
                <a:solidFill>
                  <a:srgbClr val="003D7E"/>
                </a:solidFill>
                <a:latin typeface="Arial MT Md"/>
                <a:cs typeface="Arial MT Md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1814991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Cru Master Powerpoint0311-2.eps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031" y="156972"/>
            <a:ext cx="9047945" cy="658960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sp>
        <p:nvSpPr>
          <p:cNvPr id="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92798" y="2067659"/>
            <a:ext cx="7772400" cy="1142735"/>
          </a:xfrm>
          <a:prstGeom prst="rect">
            <a:avLst/>
          </a:prstGeom>
        </p:spPr>
        <p:txBody>
          <a:bodyPr anchor="ctr"/>
          <a:lstStyle>
            <a:lvl1pPr>
              <a:defRPr sz="36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685800" y="3238805"/>
            <a:ext cx="7786396" cy="960041"/>
          </a:xfrm>
          <a:prstGeom prst="rect">
            <a:avLst/>
          </a:prstGeom>
        </p:spPr>
        <p:txBody>
          <a:bodyPr anchor="ctr"/>
          <a:lstStyle>
            <a:lvl1pPr marL="0" indent="0" algn="ctr">
              <a:spcBef>
                <a:spcPct val="35000"/>
              </a:spcBef>
              <a:buClr>
                <a:schemeClr val="bg2"/>
              </a:buClr>
              <a:buFontTx/>
              <a:buNone/>
              <a:defRPr sz="2400" b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mtClean="0"/>
              <a:t>Click to edit Master subtitle style</a:t>
            </a:r>
            <a:endParaRPr lang="en-GB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1_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652" y="1184276"/>
            <a:ext cx="8245475" cy="679451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714377" y="2005014"/>
            <a:ext cx="7896225" cy="18145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 smtClean="0"/>
              <a:t>Click icon to add chart</a:t>
            </a:r>
            <a:endParaRPr lang="en-GB" noProof="0" smtClean="0"/>
          </a:p>
        </p:txBody>
      </p:sp>
    </p:spTree>
  </p:cSld>
  <p:clrMapOvr>
    <a:masterClrMapping/>
  </p:clrMapOvr>
  <p:transition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274639"/>
            <a:ext cx="7758756" cy="436562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4321" y="1280160"/>
            <a:ext cx="8595360" cy="4846320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Arial" pitchFamily="34" charset="0"/>
                <a:cs typeface="Arial" pitchFamily="34" charset="0"/>
              </a:defRPr>
            </a:lvl1pPr>
            <a:lvl2pPr marL="512763" indent="-285750">
              <a:defRPr sz="2000">
                <a:latin typeface="Arial" pitchFamily="34" charset="0"/>
                <a:cs typeface="Arial" pitchFamily="34" charset="0"/>
              </a:defRPr>
            </a:lvl2pPr>
            <a:lvl3pPr marL="679450" indent="-228600">
              <a:defRPr sz="1800">
                <a:latin typeface="Arial" pitchFamily="34" charset="0"/>
                <a:cs typeface="Arial" pitchFamily="34" charset="0"/>
              </a:defRPr>
            </a:lvl3pPr>
            <a:lvl4pPr marL="917575" indent="-228600">
              <a:defRPr sz="1800">
                <a:latin typeface="Arial" pitchFamily="34" charset="0"/>
                <a:cs typeface="Arial" pitchFamily="34" charset="0"/>
              </a:defRPr>
            </a:lvl4pPr>
            <a:lvl5pPr marL="1143000" indent="-228600">
              <a:defRPr sz="18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274321" y="731520"/>
            <a:ext cx="7766152" cy="377372"/>
          </a:xfrm>
          <a:prstGeom prst="rect">
            <a:avLst/>
          </a:prstGeom>
        </p:spPr>
        <p:txBody>
          <a:bodyPr/>
          <a:lstStyle>
            <a:lvl1pPr algn="l">
              <a:buNone/>
              <a:defRPr sz="1600">
                <a:latin typeface="Arial Black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2593075" y="6619876"/>
            <a:ext cx="3848669" cy="238125"/>
          </a:xfrm>
          <a:prstGeom prst="rect">
            <a:avLst/>
          </a:prstGeom>
        </p:spPr>
        <p:txBody>
          <a:bodyPr/>
          <a:lstStyle>
            <a:lvl1pPr algn="ctr">
              <a:buNone/>
              <a:defRPr sz="1100" baseline="0">
                <a:latin typeface="Arial" pitchFamily="34" charset="0"/>
                <a:cs typeface="Arial" pitchFamily="34" charset="0"/>
              </a:defRPr>
            </a:lvl1pPr>
            <a:lvl2pPr>
              <a:defRPr sz="1100">
                <a:latin typeface="Arial" pitchFamily="34" charset="0"/>
                <a:cs typeface="Arial" pitchFamily="34" charset="0"/>
              </a:defRPr>
            </a:lvl2pPr>
            <a:lvl3pPr>
              <a:defRPr sz="1050">
                <a:latin typeface="Arial" pitchFamily="34" charset="0"/>
                <a:cs typeface="Arial" pitchFamily="34" charset="0"/>
              </a:defRPr>
            </a:lvl3pPr>
            <a:lvl4pPr>
              <a:defRPr sz="1000">
                <a:latin typeface="Arial" pitchFamily="34" charset="0"/>
                <a:cs typeface="Arial" pitchFamily="34" charset="0"/>
              </a:defRPr>
            </a:lvl4pPr>
            <a:lvl5pPr>
              <a:defRPr sz="10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170" y="274639"/>
            <a:ext cx="8229600" cy="578448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rgbClr val="003D7E"/>
                </a:solidFill>
                <a:latin typeface="Arial MT Md"/>
                <a:cs typeface="Arial MT Md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GB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3" y="1600205"/>
            <a:ext cx="8229600" cy="4525963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512763" indent="-28575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679450" indent="-228600"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917575" indent="-228600"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143000" indent="-228600"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GB" noProof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461170" y="850869"/>
            <a:ext cx="8229600" cy="377372"/>
          </a:xfrm>
          <a:prstGeom prst="rect">
            <a:avLst/>
          </a:prstGeom>
        </p:spPr>
        <p:txBody>
          <a:bodyPr/>
          <a:lstStyle>
            <a:lvl1pPr algn="l">
              <a:buNone/>
              <a:defRPr sz="1600">
                <a:solidFill>
                  <a:schemeClr val="tx1"/>
                </a:solidFill>
                <a:latin typeface="Arial MT Md"/>
                <a:cs typeface="Arial MT Md"/>
              </a:defRPr>
            </a:lvl1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2339654" y="6134665"/>
            <a:ext cx="4464698" cy="23812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200"/>
              </a:spcBef>
              <a:buNone/>
              <a:defRPr sz="1100" baseline="0">
                <a:latin typeface="Arial" pitchFamily="34" charset="0"/>
                <a:cs typeface="Arial" pitchFamily="34" charset="0"/>
              </a:defRPr>
            </a:lvl1pPr>
            <a:lvl2pPr>
              <a:defRPr sz="1100">
                <a:latin typeface="Arial" pitchFamily="34" charset="0"/>
                <a:cs typeface="Arial" pitchFamily="34" charset="0"/>
              </a:defRPr>
            </a:lvl2pPr>
            <a:lvl3pPr>
              <a:defRPr sz="1050">
                <a:latin typeface="Arial" pitchFamily="34" charset="0"/>
                <a:cs typeface="Arial" pitchFamily="34" charset="0"/>
              </a:defRPr>
            </a:lvl3pPr>
            <a:lvl4pPr>
              <a:defRPr sz="1000">
                <a:latin typeface="Arial" pitchFamily="34" charset="0"/>
                <a:cs typeface="Arial" pitchFamily="34" charset="0"/>
              </a:defRPr>
            </a:lvl4pPr>
            <a:lvl5pPr>
              <a:defRPr sz="10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09324" y="6587411"/>
            <a:ext cx="184731" cy="261549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342900" marR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1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74320" y="274639"/>
            <a:ext cx="7758756" cy="436562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274321" y="731520"/>
            <a:ext cx="7766152" cy="377372"/>
          </a:xfrm>
          <a:prstGeom prst="rect">
            <a:avLst/>
          </a:prstGeom>
        </p:spPr>
        <p:txBody>
          <a:bodyPr/>
          <a:lstStyle>
            <a:lvl1pPr algn="l">
              <a:buNone/>
              <a:defRPr sz="1600">
                <a:latin typeface="Arial Black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2593075" y="6619876"/>
            <a:ext cx="3848669" cy="238125"/>
          </a:xfrm>
          <a:prstGeom prst="rect">
            <a:avLst/>
          </a:prstGeom>
        </p:spPr>
        <p:txBody>
          <a:bodyPr/>
          <a:lstStyle>
            <a:lvl1pPr algn="ctr">
              <a:buNone/>
              <a:defRPr sz="1100" baseline="0">
                <a:latin typeface="Arial" pitchFamily="34" charset="0"/>
                <a:cs typeface="Arial" pitchFamily="34" charset="0"/>
              </a:defRPr>
            </a:lvl1pPr>
            <a:lvl2pPr>
              <a:defRPr sz="1100">
                <a:latin typeface="Arial" pitchFamily="34" charset="0"/>
                <a:cs typeface="Arial" pitchFamily="34" charset="0"/>
              </a:defRPr>
            </a:lvl2pPr>
            <a:lvl3pPr>
              <a:defRPr sz="1050">
                <a:latin typeface="Arial" pitchFamily="34" charset="0"/>
                <a:cs typeface="Arial" pitchFamily="34" charset="0"/>
              </a:defRPr>
            </a:lvl3pPr>
            <a:lvl4pPr>
              <a:defRPr sz="1000">
                <a:latin typeface="Arial" pitchFamily="34" charset="0"/>
                <a:cs typeface="Arial" pitchFamily="34" charset="0"/>
              </a:defRPr>
            </a:lvl4pPr>
            <a:lvl5pPr>
              <a:defRPr sz="10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5870" y="2420888"/>
            <a:ext cx="8666610" cy="144655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223902" y="1377265"/>
            <a:ext cx="8668578" cy="539568"/>
          </a:xfrm>
          <a:prstGeom prst="rect">
            <a:avLst/>
          </a:prstGeom>
        </p:spPr>
        <p:txBody>
          <a:bodyPr/>
          <a:lstStyle>
            <a:lvl1pPr>
              <a:defRPr lang="en-GB" sz="2400" b="1" kern="1200" dirty="0">
                <a:solidFill>
                  <a:srgbClr val="003D7E"/>
                </a:solidFill>
                <a:latin typeface="Arial" charset="0"/>
                <a:ea typeface="ＭＳ Ｐゴシック" charset="-128"/>
                <a:cs typeface="+mn-cs"/>
              </a:defRPr>
            </a:lvl1pPr>
          </a:lstStyle>
          <a:p>
            <a:r>
              <a:rPr lang="en-US" dirty="0" smtClean="0"/>
              <a:t>Click to edit Master title style</a:t>
            </a:r>
            <a:br>
              <a:rPr lang="en-US" dirty="0" smtClean="0"/>
            </a:br>
            <a:endParaRPr lang="en-GB" dirty="0"/>
          </a:p>
        </p:txBody>
      </p:sp>
      <p:sp>
        <p:nvSpPr>
          <p:cNvPr id="4" name="Rectangle 1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969472" y="6368628"/>
            <a:ext cx="1905000" cy="2571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712F14-128B-4525-A2AF-E724D1A1349A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5870" y="2420888"/>
            <a:ext cx="8666610" cy="144655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223902" y="1377265"/>
            <a:ext cx="8668578" cy="539568"/>
          </a:xfrm>
          <a:prstGeom prst="rect">
            <a:avLst/>
          </a:prstGeom>
        </p:spPr>
        <p:txBody>
          <a:bodyPr/>
          <a:lstStyle>
            <a:lvl1pPr>
              <a:defRPr lang="en-GB" sz="2400" b="1" kern="1200" dirty="0">
                <a:solidFill>
                  <a:srgbClr val="003D7E"/>
                </a:solidFill>
                <a:latin typeface="Arial" charset="0"/>
                <a:ea typeface="ＭＳ Ｐゴシック" charset="-128"/>
                <a:cs typeface="+mn-cs"/>
              </a:defRPr>
            </a:lvl1pPr>
          </a:lstStyle>
          <a:p>
            <a:r>
              <a:rPr lang="en-US" dirty="0" smtClean="0"/>
              <a:t>Click to edit Master title style</a:t>
            </a:r>
            <a:br>
              <a:rPr lang="en-US" dirty="0" smtClean="0"/>
            </a:br>
            <a:endParaRPr lang="en-GB" dirty="0"/>
          </a:p>
        </p:txBody>
      </p:sp>
      <p:sp>
        <p:nvSpPr>
          <p:cNvPr id="4" name="Rectangle 1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969472" y="6368628"/>
            <a:ext cx="1905000" cy="2571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712F14-128B-4525-A2AF-E724D1A1349A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5870" y="2420888"/>
            <a:ext cx="8666610" cy="144655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223902" y="1377265"/>
            <a:ext cx="8668578" cy="539568"/>
          </a:xfrm>
          <a:prstGeom prst="rect">
            <a:avLst/>
          </a:prstGeom>
        </p:spPr>
        <p:txBody>
          <a:bodyPr/>
          <a:lstStyle>
            <a:lvl1pPr>
              <a:defRPr lang="en-GB" sz="2400" b="1" kern="1200" dirty="0">
                <a:solidFill>
                  <a:srgbClr val="003D7E"/>
                </a:solidFill>
                <a:latin typeface="Arial" charset="0"/>
                <a:ea typeface="ＭＳ Ｐゴシック" charset="-128"/>
                <a:cs typeface="+mn-cs"/>
              </a:defRPr>
            </a:lvl1pPr>
          </a:lstStyle>
          <a:p>
            <a:r>
              <a:rPr lang="en-US" dirty="0" smtClean="0"/>
              <a:t>Click to edit Master title style</a:t>
            </a:r>
            <a:br>
              <a:rPr lang="en-US" dirty="0" smtClean="0"/>
            </a:br>
            <a:endParaRPr lang="en-GB" dirty="0"/>
          </a:p>
        </p:txBody>
      </p:sp>
      <p:sp>
        <p:nvSpPr>
          <p:cNvPr id="4" name="Rectangle 1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969472" y="6368628"/>
            <a:ext cx="1905000" cy="2571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712F14-128B-4525-A2AF-E724D1A1349A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4639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600201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/>
          <a:lstStyle/>
          <a:p>
            <a:fld id="{28F3F7D7-678A-4788-BCA1-C14466ED7E29}" type="datetimeFigureOut">
              <a:rPr lang="en-GB" smtClean="0"/>
              <a:pPr/>
              <a:t>06/08/2013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1" y="6356351"/>
            <a:ext cx="2133600" cy="365125"/>
          </a:xfrm>
          <a:prstGeom prst="rect">
            <a:avLst/>
          </a:prstGeom>
        </p:spPr>
        <p:txBody>
          <a:bodyPr/>
          <a:lstStyle/>
          <a:p>
            <a:fld id="{E488D57F-442F-4934-BD13-E41319A7144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 descr="Cru Master Powerpoint0311-2.eps"/>
          <p:cNvPicPr>
            <a:picLocks noChangeAspect="1"/>
          </p:cNvPicPr>
          <p:nvPr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0" y="0"/>
            <a:ext cx="9144000" cy="6856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6447152" y="6592887"/>
            <a:ext cx="2696848" cy="2153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 sz="800" dirty="0">
                <a:solidFill>
                  <a:srgbClr val="000000"/>
                </a:solidFill>
                <a:latin typeface="SymbolMT" charset="0"/>
              </a:rPr>
              <a:t>© </a:t>
            </a:r>
            <a:r>
              <a:rPr lang="en-GB" sz="800" dirty="0" smtClean="0">
                <a:solidFill>
                  <a:srgbClr val="000000"/>
                </a:solidFill>
                <a:latin typeface="Arial" pitchFamily="34" charset="0"/>
              </a:rPr>
              <a:t>2013 </a:t>
            </a:r>
            <a:r>
              <a:rPr lang="en-GB" sz="800" dirty="0">
                <a:solidFill>
                  <a:srgbClr val="000000"/>
                </a:solidFill>
                <a:latin typeface="Arial" pitchFamily="34" charset="0"/>
              </a:rPr>
              <a:t>CRU International Limited </a:t>
            </a:r>
            <a:r>
              <a:rPr lang="en-GB" sz="800" dirty="0">
                <a:solidFill>
                  <a:srgbClr val="000000"/>
                </a:solidFill>
              </a:rPr>
              <a:t>confidential</a:t>
            </a:r>
            <a:endParaRPr lang="en-GB" sz="800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93907" y="6566292"/>
            <a:ext cx="356187" cy="261549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342900" marR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fld id="{271044AF-9F7A-47B2-B390-108A5E00EA54}" type="slidenum">
              <a:rPr kumimoji="0" lang="en-US" sz="11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342900" marR="0" indent="-34290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1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8" r:id="rId14"/>
    <p:sldLayoutId id="2147483689" r:id="rId15"/>
    <p:sldLayoutId id="2147483690" r:id="rId16"/>
    <p:sldLayoutId id="2147483692" r:id="rId1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jpeg"/><Relationship Id="rId18" Type="http://schemas.openxmlformats.org/officeDocument/2006/relationships/image" Target="../media/image17.jpeg"/><Relationship Id="rId3" Type="http://schemas.openxmlformats.org/officeDocument/2006/relationships/diagramLayout" Target="../diagrams/layout1.xml"/><Relationship Id="rId7" Type="http://schemas.openxmlformats.org/officeDocument/2006/relationships/image" Target="../media/image6.jpeg"/><Relationship Id="rId12" Type="http://schemas.openxmlformats.org/officeDocument/2006/relationships/image" Target="../media/image11.jpeg"/><Relationship Id="rId17" Type="http://schemas.openxmlformats.org/officeDocument/2006/relationships/image" Target="../media/image16.jpeg"/><Relationship Id="rId2" Type="http://schemas.openxmlformats.org/officeDocument/2006/relationships/diagramData" Target="../diagrams/data1.xml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1.xml"/><Relationship Id="rId11" Type="http://schemas.openxmlformats.org/officeDocument/2006/relationships/image" Target="../media/image10.jpeg"/><Relationship Id="rId5" Type="http://schemas.openxmlformats.org/officeDocument/2006/relationships/diagramColors" Target="../diagrams/colors1.xml"/><Relationship Id="rId15" Type="http://schemas.openxmlformats.org/officeDocument/2006/relationships/image" Target="../media/image14.jpeg"/><Relationship Id="rId10" Type="http://schemas.openxmlformats.org/officeDocument/2006/relationships/image" Target="../media/image9.jpeg"/><Relationship Id="rId19" Type="http://schemas.openxmlformats.org/officeDocument/2006/relationships/image" Target="../media/image18.jpe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8.jpeg"/><Relationship Id="rId14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17.xml"/><Relationship Id="rId4" Type="http://schemas.openxmlformats.org/officeDocument/2006/relationships/chart" Target="../charts/chart1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e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0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mailto:Vivienne.lloyd@crugroup.com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全球铜市场展望</a:t>
            </a:r>
            <a:endParaRPr lang="en-GB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Vivienne Lloyd</a:t>
            </a:r>
          </a:p>
          <a:p>
            <a:r>
              <a:rPr lang="en-GB" dirty="0" smtClean="0"/>
              <a:t>CRU</a:t>
            </a:r>
            <a:endParaRPr lang="en-GB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683568" y="4869160"/>
            <a:ext cx="7786396" cy="960041"/>
          </a:xfrm>
          <a:prstGeom prst="rect">
            <a:avLst/>
          </a:prstGeom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bg2"/>
              </a:buClr>
              <a:buSzTx/>
              <a:buFontTx/>
              <a:buNone/>
              <a:tabLst/>
              <a:defRPr/>
            </a:pPr>
            <a:r>
              <a:rPr kumimoji="0" lang="en-GB" sz="20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2013 </a:t>
            </a:r>
            <a:r>
              <a:rPr kumimoji="0" lang="en-GB" sz="20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6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月</a:t>
            </a:r>
            <a:endParaRPr kumimoji="0" lang="en-GB" sz="20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bg2"/>
              </a:buClr>
              <a:buSzTx/>
              <a:buFontTx/>
              <a:buNone/>
              <a:tabLst/>
              <a:defRPr/>
            </a:pPr>
            <a:endParaRPr kumimoji="0" lang="en-GB" sz="2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Chart 10"/>
          <p:cNvGraphicFramePr/>
          <p:nvPr/>
        </p:nvGraphicFramePr>
        <p:xfrm>
          <a:off x="323528" y="1484784"/>
          <a:ext cx="8341281" cy="47325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近期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LME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铜价跌破</a:t>
            </a:r>
            <a:r>
              <a:rPr lang="en-GB" dirty="0" smtClean="0">
                <a:latin typeface="黑体" pitchFamily="2" charset="-122"/>
                <a:ea typeface="黑体" pitchFamily="2" charset="-122"/>
              </a:rPr>
              <a:t>7,000 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美元</a:t>
            </a:r>
            <a:endParaRPr lang="en-GB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67544" y="1484784"/>
            <a:ext cx="8229600" cy="377372"/>
          </a:xfrm>
        </p:spPr>
        <p:txBody>
          <a:bodyPr/>
          <a:lstStyle/>
          <a:p>
            <a:r>
              <a:rPr lang="en-US" altLang="zh-CN" dirty="0" smtClean="0"/>
              <a:t>LME</a:t>
            </a:r>
            <a:r>
              <a:rPr lang="zh-CN" altLang="en-US" dirty="0" smtClean="0"/>
              <a:t>当日结算价格</a:t>
            </a:r>
            <a:r>
              <a:rPr lang="en-GB" dirty="0" smtClean="0"/>
              <a:t>, </a:t>
            </a:r>
            <a:r>
              <a:rPr lang="zh-CN" altLang="en-US" dirty="0" smtClean="0"/>
              <a:t>单位</a:t>
            </a:r>
            <a:r>
              <a:rPr lang="en-US" altLang="zh-CN" dirty="0" smtClean="0"/>
              <a:t>:</a:t>
            </a:r>
            <a:r>
              <a:rPr lang="zh-CN" altLang="en-US" dirty="0" smtClean="0"/>
              <a:t>美元每吨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2483768" y="6165304"/>
            <a:ext cx="4464698" cy="238125"/>
          </a:xfrm>
        </p:spPr>
        <p:txBody>
          <a:bodyPr/>
          <a:lstStyle/>
          <a:p>
            <a:r>
              <a:rPr lang="zh-CN" altLang="en-US" dirty="0" smtClean="0"/>
              <a:t>数据来源</a:t>
            </a:r>
            <a:r>
              <a:rPr lang="en-GB" dirty="0" smtClean="0"/>
              <a:t>: </a:t>
            </a:r>
            <a:r>
              <a:rPr lang="zh-CN" altLang="en-US" dirty="0" smtClean="0"/>
              <a:t>伦敦金属交易所</a:t>
            </a:r>
            <a:endParaRPr lang="en-GB" dirty="0"/>
          </a:p>
        </p:txBody>
      </p:sp>
      <p:sp>
        <p:nvSpPr>
          <p:cNvPr id="8" name="TextBox 7"/>
          <p:cNvSpPr txBox="1"/>
          <p:nvPr/>
        </p:nvSpPr>
        <p:spPr>
          <a:xfrm>
            <a:off x="6156176" y="5013176"/>
            <a:ext cx="1944216" cy="523220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R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400" kern="0" dirty="0" smtClean="0">
                <a:latin typeface="Arial" pitchFamily="34" charset="0"/>
                <a:cs typeface="Arial" pitchFamily="34" charset="0"/>
              </a:rPr>
              <a:t>…</a:t>
            </a:r>
            <a:r>
              <a:rPr lang="zh-CN" altLang="en-US" sz="1400" kern="0" dirty="0" smtClean="0">
                <a:latin typeface="Arial" pitchFamily="34" charset="0"/>
                <a:cs typeface="Arial" pitchFamily="34" charset="0"/>
              </a:rPr>
              <a:t>下跌的原因是什么</a:t>
            </a:r>
            <a:r>
              <a:rPr kumimoji="0" lang="en-GB" sz="1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?</a:t>
            </a:r>
            <a:r>
              <a:rPr kumimoji="0" lang="zh-CN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接下来价格会怎么走</a:t>
            </a:r>
            <a:r>
              <a:rPr kumimoji="0" lang="en-US" altLang="zh-CN" sz="1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?</a:t>
            </a:r>
            <a:endParaRPr kumimoji="0" lang="en-GB" sz="1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/>
        </p:nvSpPr>
        <p:spPr bwMode="auto">
          <a:xfrm>
            <a:off x="251520" y="1484784"/>
            <a:ext cx="8640960" cy="4608512"/>
          </a:xfrm>
          <a:prstGeom prst="ellipse">
            <a:avLst/>
          </a:prstGeom>
          <a:solidFill>
            <a:srgbClr val="C9DEFB"/>
          </a:solidFill>
          <a:ln w="12700">
            <a:noFill/>
            <a:round/>
            <a:headEnd/>
            <a:tailEnd type="triangle" w="lg" len="med"/>
          </a:ln>
        </p:spPr>
        <p:txBody>
          <a:bodyPr wrap="none" rtlCol="0" anchor="ctr"/>
          <a:lstStyle/>
          <a:p>
            <a:pPr algn="ctr"/>
            <a:endParaRPr lang="en-GB"/>
          </a:p>
        </p:txBody>
      </p:sp>
      <p:grpSp>
        <p:nvGrpSpPr>
          <p:cNvPr id="2" name="Group 3"/>
          <p:cNvGrpSpPr/>
          <p:nvPr/>
        </p:nvGrpSpPr>
        <p:grpSpPr>
          <a:xfrm>
            <a:off x="467544" y="2708920"/>
            <a:ext cx="2448272" cy="1979773"/>
            <a:chOff x="4283968" y="2501074"/>
            <a:chExt cx="1008112" cy="1092518"/>
          </a:xfrm>
        </p:grpSpPr>
        <p:pic>
          <p:nvPicPr>
            <p:cNvPr id="5" name="Picture 5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4283968" y="2858706"/>
              <a:ext cx="1008112" cy="7348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7" name="TextBox 6"/>
            <p:cNvSpPr txBox="1"/>
            <p:nvPr/>
          </p:nvSpPr>
          <p:spPr>
            <a:xfrm>
              <a:off x="4427984" y="2501074"/>
              <a:ext cx="792088" cy="286599"/>
            </a:xfrm>
            <a:prstGeom prst="flowChartConnector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zh-CN" altLang="en-US" dirty="0" smtClean="0">
                  <a:latin typeface="黑体" pitchFamily="2" charset="-122"/>
                  <a:ea typeface="黑体" pitchFamily="2" charset="-122"/>
                  <a:cs typeface="Arial" pitchFamily="34" charset="0"/>
                </a:rPr>
                <a:t>供应</a:t>
              </a:r>
              <a:endParaRPr lang="en-GB" dirty="0">
                <a:latin typeface="黑体" pitchFamily="2" charset="-122"/>
                <a:ea typeface="黑体" pitchFamily="2" charset="-122"/>
                <a:cs typeface="Arial" pitchFamily="34" charset="0"/>
              </a:endParaRPr>
            </a:p>
          </p:txBody>
        </p:sp>
      </p:grpSp>
      <p:grpSp>
        <p:nvGrpSpPr>
          <p:cNvPr id="3" name="Group 12"/>
          <p:cNvGrpSpPr/>
          <p:nvPr/>
        </p:nvGrpSpPr>
        <p:grpSpPr>
          <a:xfrm>
            <a:off x="6372200" y="2708920"/>
            <a:ext cx="1923642" cy="2475521"/>
            <a:chOff x="6516216" y="2132856"/>
            <a:chExt cx="1923642" cy="2475521"/>
          </a:xfrm>
        </p:grpSpPr>
        <p:pic>
          <p:nvPicPr>
            <p:cNvPr id="8" name="Picture 30" descr="http://www.bhl.co.uk/images/products/65659/detail/20m-x-50mm-06mm-copper-fixing-strip.jpg"/>
            <p:cNvPicPr>
              <a:picLocks noChangeAspect="1" noChangeArrowheads="1"/>
            </p:cNvPicPr>
            <p:nvPr/>
          </p:nvPicPr>
          <p:blipFill>
            <a:blip r:embed="rId3" cstate="print">
              <a:lum/>
            </a:blip>
            <a:srcRect l="25033" t="2341" r="17523" b="2341"/>
            <a:stretch>
              <a:fillRect/>
            </a:stretch>
          </p:blipFill>
          <p:spPr bwMode="auto">
            <a:xfrm>
              <a:off x="6948264" y="2780928"/>
              <a:ext cx="1029731" cy="1827449"/>
            </a:xfrm>
            <a:prstGeom prst="rect">
              <a:avLst/>
            </a:prstGeom>
            <a:solidFill>
              <a:srgbClr val="C9DEFB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9" name="TextBox 8"/>
            <p:cNvSpPr txBox="1"/>
            <p:nvPr/>
          </p:nvSpPr>
          <p:spPr>
            <a:xfrm>
              <a:off x="6516216" y="2132856"/>
              <a:ext cx="1923642" cy="519351"/>
            </a:xfrm>
            <a:prstGeom prst="flowChartConnector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zh-CN" altLang="en-US" dirty="0" smtClean="0">
                  <a:latin typeface="黑体" pitchFamily="2" charset="-122"/>
                  <a:ea typeface="黑体" pitchFamily="2" charset="-122"/>
                  <a:cs typeface="Arial" pitchFamily="34" charset="0"/>
                </a:rPr>
                <a:t>需求</a:t>
              </a:r>
              <a:endParaRPr lang="en-GB" dirty="0">
                <a:latin typeface="黑体" pitchFamily="2" charset="-122"/>
                <a:ea typeface="黑体" pitchFamily="2" charset="-122"/>
                <a:cs typeface="Arial" pitchFamily="34" charset="0"/>
              </a:endParaRPr>
            </a:p>
          </p:txBody>
        </p:sp>
      </p:grp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全球铜市场展望</a:t>
            </a:r>
            <a:endParaRPr lang="en-GB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12146" y="5085184"/>
            <a:ext cx="1923642" cy="519351"/>
          </a:xfrm>
          <a:prstGeom prst="flowChartConnector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zh-CN" altLang="en-US" dirty="0" smtClean="0">
                <a:latin typeface="黑体" pitchFamily="2" charset="-122"/>
                <a:ea typeface="黑体" pitchFamily="2" charset="-122"/>
                <a:cs typeface="Arial" pitchFamily="34" charset="0"/>
              </a:rPr>
              <a:t>展望</a:t>
            </a:r>
            <a:endParaRPr lang="en-GB" dirty="0">
              <a:latin typeface="黑体" pitchFamily="2" charset="-122"/>
              <a:ea typeface="黑体" pitchFamily="2" charset="-122"/>
              <a:cs typeface="Arial" pitchFamily="34" charset="0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3095457" y="1988840"/>
            <a:ext cx="3000375" cy="2883521"/>
            <a:chOff x="3095457" y="1988840"/>
            <a:chExt cx="3000375" cy="2883521"/>
          </a:xfrm>
        </p:grpSpPr>
        <p:sp>
          <p:nvSpPr>
            <p:cNvPr id="12" name="TextBox 11"/>
            <p:cNvSpPr txBox="1"/>
            <p:nvPr/>
          </p:nvSpPr>
          <p:spPr>
            <a:xfrm>
              <a:off x="3563888" y="1988840"/>
              <a:ext cx="1923642" cy="519351"/>
            </a:xfrm>
            <a:prstGeom prst="flowChartConnector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sysClr val="windowText" lastClr="000000"/>
                  </a:solidFill>
                  <a:latin typeface="黑体" pitchFamily="2" charset="-122"/>
                  <a:ea typeface="黑体" pitchFamily="2" charset="-122"/>
                  <a:cs typeface="Arial" pitchFamily="34" charset="0"/>
                </a:rPr>
                <a:t>市场</a:t>
              </a:r>
              <a:endParaRPr lang="en-GB" dirty="0">
                <a:solidFill>
                  <a:sysClr val="windowText" lastClr="000000"/>
                </a:solidFill>
                <a:latin typeface="黑体" pitchFamily="2" charset="-122"/>
                <a:ea typeface="黑体" pitchFamily="2" charset="-122"/>
                <a:cs typeface="Arial" pitchFamily="34" charset="0"/>
              </a:endParaRPr>
            </a:p>
          </p:txBody>
        </p:sp>
        <p:pic>
          <p:nvPicPr>
            <p:cNvPr id="55298" name="Picture 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095457" y="2805436"/>
              <a:ext cx="3000375" cy="20669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/>
        </p:nvSpPr>
        <p:spPr bwMode="auto">
          <a:xfrm>
            <a:off x="251520" y="1484784"/>
            <a:ext cx="8640960" cy="4608512"/>
          </a:xfrm>
          <a:prstGeom prst="ellipse">
            <a:avLst/>
          </a:prstGeom>
          <a:solidFill>
            <a:srgbClr val="C9DEFB"/>
          </a:solidFill>
          <a:ln w="12700">
            <a:noFill/>
            <a:round/>
            <a:headEnd/>
            <a:tailEnd type="triangle" w="lg" len="med"/>
          </a:ln>
        </p:spPr>
        <p:txBody>
          <a:bodyPr wrap="none" rtlCol="0" anchor="ctr"/>
          <a:lstStyle/>
          <a:p>
            <a:pPr algn="ctr"/>
            <a:endParaRPr lang="en-GB"/>
          </a:p>
        </p:txBody>
      </p:sp>
      <p:grpSp>
        <p:nvGrpSpPr>
          <p:cNvPr id="2" name="Group 3"/>
          <p:cNvGrpSpPr/>
          <p:nvPr/>
        </p:nvGrpSpPr>
        <p:grpSpPr>
          <a:xfrm>
            <a:off x="467544" y="2708920"/>
            <a:ext cx="2448272" cy="1979773"/>
            <a:chOff x="4283968" y="2501074"/>
            <a:chExt cx="1008112" cy="1092518"/>
          </a:xfrm>
        </p:grpSpPr>
        <p:pic>
          <p:nvPicPr>
            <p:cNvPr id="5" name="Picture 5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4283968" y="2858706"/>
              <a:ext cx="1008112" cy="7348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7" name="TextBox 6"/>
            <p:cNvSpPr txBox="1"/>
            <p:nvPr/>
          </p:nvSpPr>
          <p:spPr>
            <a:xfrm>
              <a:off x="4427984" y="2501074"/>
              <a:ext cx="792088" cy="286599"/>
            </a:xfrm>
            <a:prstGeom prst="flowChartConnector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zh-CN" altLang="en-US" dirty="0" smtClean="0">
                  <a:latin typeface="黑体" pitchFamily="2" charset="-122"/>
                  <a:ea typeface="黑体" pitchFamily="2" charset="-122"/>
                  <a:cs typeface="Arial" pitchFamily="34" charset="0"/>
                </a:rPr>
                <a:t>供应</a:t>
              </a:r>
              <a:endParaRPr lang="en-GB" dirty="0">
                <a:latin typeface="黑体" pitchFamily="2" charset="-122"/>
                <a:ea typeface="黑体" pitchFamily="2" charset="-122"/>
                <a:cs typeface="Arial" pitchFamily="34" charset="0"/>
              </a:endParaRPr>
            </a:p>
          </p:txBody>
        </p:sp>
      </p:grpSp>
      <p:grpSp>
        <p:nvGrpSpPr>
          <p:cNvPr id="3" name="Group 12"/>
          <p:cNvGrpSpPr/>
          <p:nvPr/>
        </p:nvGrpSpPr>
        <p:grpSpPr>
          <a:xfrm>
            <a:off x="6372200" y="2708920"/>
            <a:ext cx="1923642" cy="2475521"/>
            <a:chOff x="6516216" y="2132856"/>
            <a:chExt cx="1923642" cy="2475521"/>
          </a:xfrm>
        </p:grpSpPr>
        <p:pic>
          <p:nvPicPr>
            <p:cNvPr id="8" name="Picture 30" descr="http://www.bhl.co.uk/images/products/65659/detail/20m-x-50mm-06mm-copper-fixing-strip.jpg"/>
            <p:cNvPicPr>
              <a:picLocks noChangeAspect="1" noChangeArrowheads="1"/>
            </p:cNvPicPr>
            <p:nvPr/>
          </p:nvPicPr>
          <p:blipFill>
            <a:blip r:embed="rId3" cstate="print">
              <a:lum/>
            </a:blip>
            <a:srcRect l="25033" t="2341" r="17523" b="2341"/>
            <a:stretch>
              <a:fillRect/>
            </a:stretch>
          </p:blipFill>
          <p:spPr bwMode="auto">
            <a:xfrm>
              <a:off x="6948264" y="2780928"/>
              <a:ext cx="1029731" cy="1827449"/>
            </a:xfrm>
            <a:prstGeom prst="rect">
              <a:avLst/>
            </a:prstGeom>
            <a:solidFill>
              <a:srgbClr val="C9DEFB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9" name="TextBox 8"/>
            <p:cNvSpPr txBox="1"/>
            <p:nvPr/>
          </p:nvSpPr>
          <p:spPr>
            <a:xfrm>
              <a:off x="6516216" y="2132856"/>
              <a:ext cx="1923642" cy="519351"/>
            </a:xfrm>
            <a:prstGeom prst="flowChartConnector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zh-CN" altLang="en-US" dirty="0" smtClean="0">
                  <a:latin typeface="黑体" pitchFamily="2" charset="-122"/>
                  <a:ea typeface="黑体" pitchFamily="2" charset="-122"/>
                  <a:cs typeface="Arial" pitchFamily="34" charset="0"/>
                </a:rPr>
                <a:t>需求</a:t>
              </a:r>
              <a:endParaRPr lang="en-GB" dirty="0">
                <a:latin typeface="黑体" pitchFamily="2" charset="-122"/>
                <a:ea typeface="黑体" pitchFamily="2" charset="-122"/>
                <a:cs typeface="Arial" pitchFamily="34" charset="0"/>
              </a:endParaRPr>
            </a:p>
          </p:txBody>
        </p:sp>
      </p:grp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全球铜市场展望</a:t>
            </a:r>
            <a:endParaRPr lang="en-GB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63888" y="1988840"/>
            <a:ext cx="1923642" cy="519351"/>
          </a:xfrm>
          <a:prstGeom prst="flowChartConnector">
            <a:avLst/>
          </a:prstGeom>
          <a:solidFill>
            <a:srgbClr val="68A4F4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黑体" pitchFamily="2" charset="-122"/>
                <a:ea typeface="黑体" pitchFamily="2" charset="-122"/>
                <a:cs typeface="Arial" pitchFamily="34" charset="0"/>
              </a:rPr>
              <a:t>市场</a:t>
            </a:r>
            <a:endParaRPr lang="en-GB" dirty="0">
              <a:solidFill>
                <a:schemeClr val="bg1"/>
              </a:solidFill>
              <a:latin typeface="黑体" pitchFamily="2" charset="-122"/>
              <a:ea typeface="黑体" pitchFamily="2" charset="-122"/>
              <a:cs typeface="Arial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12146" y="5085184"/>
            <a:ext cx="1923642" cy="519351"/>
          </a:xfrm>
          <a:prstGeom prst="flowChartConnector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zh-CN" altLang="en-US" dirty="0" smtClean="0">
                <a:latin typeface="黑体" pitchFamily="2" charset="-122"/>
                <a:ea typeface="黑体" pitchFamily="2" charset="-122"/>
                <a:cs typeface="Arial" pitchFamily="34" charset="0"/>
              </a:rPr>
              <a:t>展望</a:t>
            </a:r>
            <a:endParaRPr lang="en-GB" dirty="0">
              <a:latin typeface="黑体" pitchFamily="2" charset="-122"/>
              <a:ea typeface="黑体" pitchFamily="2" charset="-122"/>
              <a:cs typeface="Arial" pitchFamily="34" charset="0"/>
            </a:endParaRPr>
          </a:p>
        </p:txBody>
      </p:sp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95457" y="2805436"/>
            <a:ext cx="3000375" cy="206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 err="1" smtClean="0">
                <a:latin typeface="Arial" pitchFamily="34" charset="0"/>
                <a:ea typeface="黑体" pitchFamily="2" charset="-122"/>
                <a:cs typeface="Arial" pitchFamily="34" charset="0"/>
              </a:rPr>
              <a:t>Comex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空单持仓量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4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月初创近年新高</a:t>
            </a:r>
            <a:endParaRPr lang="en-GB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 smtClean="0"/>
              <a:t>数据来源</a:t>
            </a:r>
            <a:r>
              <a:rPr lang="en-US" altLang="zh-CN" dirty="0" smtClean="0"/>
              <a:t>;</a:t>
            </a:r>
            <a:r>
              <a:rPr lang="zh-CN" altLang="en-US" dirty="0" smtClean="0"/>
              <a:t> 美国商品期货交易委员会</a:t>
            </a:r>
            <a:endParaRPr lang="en-GB" dirty="0"/>
          </a:p>
        </p:txBody>
      </p:sp>
      <p:graphicFrame>
        <p:nvGraphicFramePr>
          <p:cNvPr id="7" name="Content Placeholder 5"/>
          <p:cNvGraphicFramePr>
            <a:graphicFrameLocks noGrp="1"/>
          </p:cNvGraphicFramePr>
          <p:nvPr>
            <p:ph idx="1"/>
          </p:nvPr>
        </p:nvGraphicFramePr>
        <p:xfrm>
          <a:off x="467544" y="1988840"/>
          <a:ext cx="8424936" cy="38884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61170" y="1541203"/>
            <a:ext cx="8229600" cy="377372"/>
          </a:xfrm>
        </p:spPr>
        <p:txBody>
          <a:bodyPr/>
          <a:lstStyle/>
          <a:p>
            <a:r>
              <a:rPr lang="en-GB" dirty="0" smtClean="0">
                <a:latin typeface="Arial" pitchFamily="34" charset="0"/>
                <a:cs typeface="Arial" pitchFamily="34" charset="0"/>
              </a:rPr>
              <a:t>’000 contracts, week ended date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6228184" y="4725143"/>
            <a:ext cx="1872208" cy="502896"/>
            <a:chOff x="6228184" y="4725143"/>
            <a:chExt cx="1872208" cy="502896"/>
          </a:xfrm>
        </p:grpSpPr>
        <p:sp>
          <p:nvSpPr>
            <p:cNvPr id="9" name="Straight Connector 8"/>
            <p:cNvSpPr/>
            <p:nvPr/>
          </p:nvSpPr>
          <p:spPr bwMode="auto">
            <a:xfrm flipV="1">
              <a:off x="7596336" y="4725143"/>
              <a:ext cx="504056" cy="336988"/>
            </a:xfrm>
            <a:prstGeom prst="line">
              <a:avLst/>
            </a:prstGeom>
            <a:solidFill>
              <a:sysClr val="window" lastClr="FFFFFF">
                <a:lumMod val="95000"/>
              </a:sysClr>
            </a:solidFill>
            <a:ln w="12700">
              <a:solidFill>
                <a:schemeClr val="bg1">
                  <a:lumMod val="50000"/>
                </a:schemeClr>
              </a:solidFill>
              <a:prstDash val="sysDash"/>
              <a:tailEnd type="oval"/>
            </a:ln>
          </p:spPr>
          <p:txBody>
            <a:bodyPr wrap="square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 rtl="0" eaLnBrk="0" fontAlgn="base" hangingPunct="0">
                <a:spcBef>
                  <a:spcPts val="0"/>
                </a:spcBef>
                <a:spcAft>
                  <a:spcPct val="0"/>
                </a:spcAft>
                <a:defRPr/>
              </a:pPr>
              <a:endParaRPr lang="en-US" sz="1400" kern="0" noProof="0" dirty="0" smtClean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228184" y="4797152"/>
              <a:ext cx="1368152" cy="43088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marR="0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1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Comex</a:t>
              </a:r>
              <a:r>
                <a:rPr kumimoji="0" lang="en-US" altLang="zh-CN" sz="1100" b="0" i="0" u="none" strike="noStrike" kern="0" cap="none" spc="0" normalizeH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 </a:t>
              </a:r>
              <a:r>
                <a:rPr kumimoji="0" lang="zh-CN" altLang="en-US" sz="1100" b="0" i="0" u="none" strike="noStrike" kern="0" cap="none" spc="0" normalizeH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空单持仓量高点</a:t>
              </a:r>
              <a:r>
                <a:rPr kumimoji="0" lang="en-US" altLang="zh-CN" sz="1100" b="0" i="0" u="none" strike="noStrike" kern="0" cap="none" spc="0" normalizeH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39,000 </a:t>
              </a:r>
              <a:r>
                <a:rPr lang="zh-CN" altLang="en-US" sz="1100" kern="0" dirty="0" smtClean="0">
                  <a:latin typeface="Arial" pitchFamily="34" charset="0"/>
                  <a:cs typeface="Arial" pitchFamily="34" charset="0"/>
                </a:rPr>
                <a:t>个合约</a:t>
              </a:r>
              <a:endParaRPr kumimoji="0" lang="en-GB" sz="11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黑体" pitchFamily="2" charset="-122"/>
                <a:ea typeface="黑体" pitchFamily="2" charset="-122"/>
              </a:rPr>
              <a:t>2012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铜价走势稳定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,2013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铜价震荡频率加大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?</a:t>
            </a:r>
            <a:endParaRPr lang="en-GB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95536" y="1844824"/>
            <a:ext cx="8229600" cy="377372"/>
          </a:xfrm>
        </p:spPr>
        <p:txBody>
          <a:bodyPr/>
          <a:lstStyle/>
          <a:p>
            <a:r>
              <a:rPr lang="zh-CN" altLang="en-US" dirty="0" smtClean="0"/>
              <a:t>美元每吨</a:t>
            </a:r>
            <a:r>
              <a:rPr lang="en-US" altLang="zh-CN" dirty="0" smtClean="0"/>
              <a:t>, LME </a:t>
            </a:r>
            <a:r>
              <a:rPr lang="zh-CN" altLang="en-US" dirty="0" smtClean="0"/>
              <a:t>现货月铜价格每日价差 </a:t>
            </a:r>
            <a:r>
              <a:rPr lang="en-US" altLang="zh-CN" dirty="0" smtClean="0"/>
              <a:t>2003</a:t>
            </a:r>
            <a:r>
              <a:rPr lang="zh-CN" altLang="en-US" dirty="0" smtClean="0"/>
              <a:t>年</a:t>
            </a:r>
            <a:r>
              <a:rPr lang="en-US" altLang="zh-CN" dirty="0" smtClean="0"/>
              <a:t>1</a:t>
            </a:r>
            <a:r>
              <a:rPr lang="zh-CN" altLang="en-US" dirty="0" smtClean="0"/>
              <a:t>月至</a:t>
            </a:r>
            <a:r>
              <a:rPr lang="en-US" altLang="zh-CN" dirty="0" smtClean="0"/>
              <a:t>2013</a:t>
            </a:r>
            <a:r>
              <a:rPr lang="zh-CN" altLang="en-US" dirty="0" smtClean="0"/>
              <a:t>年</a:t>
            </a:r>
            <a:r>
              <a:rPr lang="en-US" altLang="zh-CN" dirty="0" smtClean="0"/>
              <a:t>4</a:t>
            </a:r>
            <a:r>
              <a:rPr lang="zh-CN" altLang="en-US" dirty="0" smtClean="0"/>
              <a:t>月</a:t>
            </a:r>
            <a:endParaRPr lang="en-GB" dirty="0" smtClean="0"/>
          </a:p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 smtClean="0"/>
              <a:t>Data: LME</a:t>
            </a:r>
            <a:endParaRPr lang="en-GB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67544" y="2204864"/>
          <a:ext cx="8208912" cy="38884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7" name="Group 6"/>
          <p:cNvGrpSpPr/>
          <p:nvPr/>
        </p:nvGrpSpPr>
        <p:grpSpPr>
          <a:xfrm>
            <a:off x="7164288" y="4725143"/>
            <a:ext cx="1368152" cy="985466"/>
            <a:chOff x="6264696" y="4365102"/>
            <a:chExt cx="1368152" cy="985466"/>
          </a:xfrm>
        </p:grpSpPr>
        <p:sp>
          <p:nvSpPr>
            <p:cNvPr id="8" name="TextBox 7"/>
            <p:cNvSpPr txBox="1"/>
            <p:nvPr/>
          </p:nvSpPr>
          <p:spPr>
            <a:xfrm>
              <a:off x="6264696" y="4581127"/>
              <a:ext cx="1368152" cy="769441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marR="0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100" kern="0" noProof="0" dirty="0" smtClean="0">
                  <a:latin typeface="Arial" pitchFamily="34" charset="0"/>
                  <a:cs typeface="Arial" pitchFamily="34" charset="0"/>
                </a:rPr>
                <a:t>2013</a:t>
              </a:r>
              <a:r>
                <a:rPr lang="zh-CN" altLang="en-US" sz="1100" kern="0" noProof="0" dirty="0" smtClean="0">
                  <a:latin typeface="Arial" pitchFamily="34" charset="0"/>
                  <a:cs typeface="Arial" pitchFamily="34" charset="0"/>
                </a:rPr>
                <a:t>年</a:t>
              </a:r>
              <a:r>
                <a:rPr lang="en-US" altLang="zh-CN" sz="1100" kern="0" noProof="0" dirty="0" smtClean="0">
                  <a:latin typeface="Arial" pitchFamily="34" charset="0"/>
                  <a:cs typeface="Arial" pitchFamily="34" charset="0"/>
                </a:rPr>
                <a:t>1</a:t>
              </a:r>
              <a:r>
                <a:rPr lang="zh-CN" altLang="en-US" sz="1100" kern="0" noProof="0" dirty="0" smtClean="0">
                  <a:latin typeface="Arial" pitchFamily="34" charset="0"/>
                  <a:cs typeface="Arial" pitchFamily="34" charset="0"/>
                </a:rPr>
                <a:t>季度</a:t>
              </a:r>
              <a:r>
                <a:rPr kumimoji="0" lang="zh-CN" altLang="en-US" sz="11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中国</a:t>
              </a:r>
              <a:r>
                <a:rPr kumimoji="0" lang="en-US" altLang="zh-CN" sz="11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GDP</a:t>
              </a:r>
              <a:r>
                <a:rPr kumimoji="0" lang="zh-CN" altLang="en-US" sz="11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数据低于预期</a:t>
              </a:r>
              <a:r>
                <a:rPr kumimoji="0" lang="en-US" altLang="zh-CN" sz="11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,</a:t>
              </a:r>
              <a:r>
                <a:rPr kumimoji="0" lang="zh-CN" altLang="en-US" sz="11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铜价日跌幅创下</a:t>
              </a:r>
              <a:r>
                <a:rPr kumimoji="0" lang="en-US" altLang="zh-CN" sz="11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390</a:t>
              </a:r>
              <a:r>
                <a:rPr kumimoji="0" lang="zh-CN" altLang="en-US" sz="11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美元每吨</a:t>
              </a:r>
              <a:endParaRPr kumimoji="0" lang="en-GB" sz="11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9" name="Straight Connector 8"/>
            <p:cNvSpPr/>
            <p:nvPr/>
          </p:nvSpPr>
          <p:spPr bwMode="auto">
            <a:xfrm flipV="1">
              <a:off x="7512582" y="4365102"/>
              <a:ext cx="72008" cy="432046"/>
            </a:xfrm>
            <a:prstGeom prst="line">
              <a:avLst/>
            </a:prstGeom>
            <a:solidFill>
              <a:sysClr val="window" lastClr="FFFFFF">
                <a:lumMod val="95000"/>
              </a:sysClr>
            </a:solidFill>
            <a:ln w="12700">
              <a:solidFill>
                <a:schemeClr val="bg1">
                  <a:lumMod val="50000"/>
                </a:schemeClr>
              </a:solidFill>
              <a:prstDash val="sysDash"/>
              <a:tailEnd type="oval"/>
            </a:ln>
          </p:spPr>
          <p:txBody>
            <a:bodyPr wrap="square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 rtl="0" eaLnBrk="0" fontAlgn="base" hangingPunct="0">
                <a:spcBef>
                  <a:spcPts val="0"/>
                </a:spcBef>
                <a:spcAft>
                  <a:spcPct val="0"/>
                </a:spcAft>
                <a:defRPr/>
              </a:pPr>
              <a:endParaRPr lang="en-US" sz="1400" kern="0" noProof="0" dirty="0" smtClean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123728" y="3789039"/>
            <a:ext cx="1404664" cy="1006952"/>
            <a:chOff x="6228184" y="4365101"/>
            <a:chExt cx="1404664" cy="1006952"/>
          </a:xfrm>
        </p:grpSpPr>
        <p:sp>
          <p:nvSpPr>
            <p:cNvPr id="11" name="TextBox 10"/>
            <p:cNvSpPr txBox="1"/>
            <p:nvPr/>
          </p:nvSpPr>
          <p:spPr>
            <a:xfrm>
              <a:off x="6228184" y="4941166"/>
              <a:ext cx="1224136" cy="43088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marR="0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1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2006</a:t>
              </a:r>
              <a:r>
                <a:rPr kumimoji="0" lang="zh-CN" altLang="en-US" sz="11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年铜价第一次到达</a:t>
              </a:r>
              <a:r>
                <a:rPr kumimoji="0" lang="en-US" altLang="zh-CN" sz="11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8000</a:t>
              </a:r>
              <a:r>
                <a:rPr kumimoji="0" lang="zh-CN" altLang="en-US" sz="11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美金</a:t>
              </a:r>
              <a:endParaRPr kumimoji="0" lang="en-GB" sz="11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12" name="Straight Connector 11"/>
            <p:cNvSpPr/>
            <p:nvPr/>
          </p:nvSpPr>
          <p:spPr bwMode="auto">
            <a:xfrm flipV="1">
              <a:off x="7236296" y="4365101"/>
              <a:ext cx="396552" cy="576064"/>
            </a:xfrm>
            <a:prstGeom prst="line">
              <a:avLst/>
            </a:prstGeom>
            <a:solidFill>
              <a:sysClr val="window" lastClr="FFFFFF">
                <a:lumMod val="95000"/>
              </a:sysClr>
            </a:solidFill>
            <a:ln w="12700">
              <a:solidFill>
                <a:schemeClr val="bg1">
                  <a:lumMod val="50000"/>
                </a:schemeClr>
              </a:solidFill>
              <a:prstDash val="sysDash"/>
              <a:tailEnd type="oval"/>
            </a:ln>
          </p:spPr>
          <p:txBody>
            <a:bodyPr wrap="square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 rtl="0" eaLnBrk="0" fontAlgn="base" hangingPunct="0">
                <a:spcBef>
                  <a:spcPts val="0"/>
                </a:spcBef>
                <a:spcAft>
                  <a:spcPct val="0"/>
                </a:spcAft>
                <a:defRPr/>
              </a:pPr>
              <a:endParaRPr lang="en-US" sz="1400" kern="0" noProof="0" dirty="0" smtClean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004048" y="3861048"/>
            <a:ext cx="1152128" cy="1655024"/>
            <a:chOff x="6228184" y="3717029"/>
            <a:chExt cx="1152128" cy="1655024"/>
          </a:xfrm>
        </p:grpSpPr>
        <p:sp>
          <p:nvSpPr>
            <p:cNvPr id="14" name="TextBox 13"/>
            <p:cNvSpPr txBox="1"/>
            <p:nvPr/>
          </p:nvSpPr>
          <p:spPr>
            <a:xfrm>
              <a:off x="6228184" y="4941166"/>
              <a:ext cx="1152128" cy="43088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marR="0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1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2008</a:t>
              </a:r>
              <a:r>
                <a:rPr kumimoji="0" lang="zh-CN" altLang="en-US" sz="11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金融危机</a:t>
              </a:r>
              <a:r>
                <a:rPr kumimoji="0" lang="en-US" altLang="zh-CN" sz="11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,</a:t>
              </a:r>
              <a:r>
                <a:rPr kumimoji="0" lang="zh-CN" altLang="en-US" sz="11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铜价剧烈震荡</a:t>
              </a:r>
              <a:endParaRPr kumimoji="0" lang="en-GB" sz="11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15" name="Straight Connector 14"/>
            <p:cNvSpPr/>
            <p:nvPr/>
          </p:nvSpPr>
          <p:spPr bwMode="auto">
            <a:xfrm flipH="1" flipV="1">
              <a:off x="6516216" y="3717029"/>
              <a:ext cx="288032" cy="1224136"/>
            </a:xfrm>
            <a:prstGeom prst="line">
              <a:avLst/>
            </a:prstGeom>
            <a:solidFill>
              <a:sysClr val="window" lastClr="FFFFFF">
                <a:lumMod val="95000"/>
              </a:sysClr>
            </a:solidFill>
            <a:ln w="12700">
              <a:solidFill>
                <a:schemeClr val="bg1">
                  <a:lumMod val="50000"/>
                </a:schemeClr>
              </a:solidFill>
              <a:prstDash val="sysDash"/>
              <a:tailEnd type="oval"/>
            </a:ln>
          </p:spPr>
          <p:txBody>
            <a:bodyPr wrap="square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 rtl="0" eaLnBrk="0" fontAlgn="base" hangingPunct="0">
                <a:spcBef>
                  <a:spcPts val="0"/>
                </a:spcBef>
                <a:spcAft>
                  <a:spcPct val="0"/>
                </a:spcAft>
                <a:defRPr/>
              </a:pPr>
              <a:endParaRPr lang="en-US" sz="1400" kern="0" noProof="0" dirty="0" smtClean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251520" y="1916832"/>
          <a:ext cx="8445624" cy="20882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/>
          <p:cNvGraphicFramePr/>
          <p:nvPr/>
        </p:nvGraphicFramePr>
        <p:xfrm>
          <a:off x="323528" y="4077072"/>
          <a:ext cx="8424936" cy="20882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全球铜库存连续三季度增加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引发市场忧虑</a:t>
            </a:r>
            <a:r>
              <a:rPr lang="en-GB" dirty="0" smtClean="0">
                <a:latin typeface="黑体" pitchFamily="2" charset="-122"/>
                <a:ea typeface="黑体" pitchFamily="2" charset="-122"/>
              </a:rPr>
              <a:t>…</a:t>
            </a:r>
            <a:endParaRPr lang="en-GB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67544" y="1844824"/>
            <a:ext cx="8229600" cy="377372"/>
          </a:xfrm>
        </p:spPr>
        <p:txBody>
          <a:bodyPr/>
          <a:lstStyle/>
          <a:p>
            <a:r>
              <a:rPr lang="en-GB" sz="1000" dirty="0" smtClean="0"/>
              <a:t>000</a:t>
            </a:r>
            <a:r>
              <a:rPr lang="zh-CN" altLang="en-US" sz="1000" dirty="0" smtClean="0"/>
              <a:t>吨</a:t>
            </a:r>
            <a:r>
              <a:rPr lang="en-US" altLang="zh-CN" sz="1000" dirty="0" smtClean="0"/>
              <a:t>, </a:t>
            </a:r>
            <a:r>
              <a:rPr lang="zh-CN" altLang="en-US" sz="1000" dirty="0" smtClean="0"/>
              <a:t>季度变化量</a:t>
            </a:r>
            <a:r>
              <a:rPr lang="en-GB" sz="1000" dirty="0" smtClean="0"/>
              <a:t>, 2010</a:t>
            </a:r>
            <a:r>
              <a:rPr lang="zh-CN" altLang="en-US" sz="1000" dirty="0" smtClean="0"/>
              <a:t>年</a:t>
            </a:r>
            <a:r>
              <a:rPr lang="en-US" altLang="zh-CN" sz="1000" dirty="0" smtClean="0"/>
              <a:t>1</a:t>
            </a:r>
            <a:r>
              <a:rPr lang="zh-CN" altLang="en-US" sz="1000" dirty="0" smtClean="0"/>
              <a:t>季度到</a:t>
            </a:r>
            <a:r>
              <a:rPr lang="en-US" altLang="zh-CN" sz="1000" dirty="0" smtClean="0"/>
              <a:t>2013</a:t>
            </a:r>
            <a:r>
              <a:rPr lang="zh-CN" altLang="en-US" sz="1000" dirty="0" smtClean="0"/>
              <a:t>年</a:t>
            </a:r>
            <a:r>
              <a:rPr lang="en-US" altLang="zh-CN" sz="1000" dirty="0" smtClean="0"/>
              <a:t>1</a:t>
            </a:r>
            <a:r>
              <a:rPr lang="zh-CN" altLang="en-US" sz="1000" dirty="0" smtClean="0"/>
              <a:t>季度</a:t>
            </a:r>
            <a:endParaRPr lang="en-GB" sz="100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sz="1000" dirty="0" smtClean="0"/>
              <a:t>数据来源</a:t>
            </a:r>
            <a:r>
              <a:rPr lang="en-US" altLang="zh-CN" sz="1000" dirty="0" smtClean="0"/>
              <a:t>: CRU,</a:t>
            </a:r>
            <a:r>
              <a:rPr lang="zh-CN" altLang="en-US" sz="1000" dirty="0" smtClean="0"/>
              <a:t>伦敦金属交易所</a:t>
            </a:r>
            <a:r>
              <a:rPr lang="en-US" altLang="zh-CN" sz="1000" dirty="0" smtClean="0"/>
              <a:t>,  </a:t>
            </a:r>
            <a:r>
              <a:rPr lang="zh-CN" altLang="en-US" sz="1000" dirty="0" smtClean="0"/>
              <a:t>芝加哥商品交易所</a:t>
            </a:r>
            <a:r>
              <a:rPr lang="en-US" altLang="zh-CN" sz="1000" dirty="0" smtClean="0"/>
              <a:t>, </a:t>
            </a:r>
            <a:r>
              <a:rPr lang="zh-CN" altLang="en-US" sz="1000" dirty="0" smtClean="0"/>
              <a:t>上海期货交易所</a:t>
            </a:r>
            <a:endParaRPr lang="en-GB" sz="1000" dirty="0"/>
          </a:p>
        </p:txBody>
      </p:sp>
      <p:sp>
        <p:nvSpPr>
          <p:cNvPr id="8" name="Text Placeholder 2"/>
          <p:cNvSpPr txBox="1">
            <a:spLocks/>
          </p:cNvSpPr>
          <p:nvPr/>
        </p:nvSpPr>
        <p:spPr>
          <a:xfrm>
            <a:off x="467544" y="4077072"/>
            <a:ext cx="8229600" cy="377372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MT Md"/>
                <a:ea typeface="+mn-ea"/>
                <a:cs typeface="Arial MT Md"/>
              </a:rPr>
              <a:t>’000t stocks increase, August 2012-March 2013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5724128" y="4077072"/>
            <a:ext cx="2520280" cy="864096"/>
            <a:chOff x="5724128" y="4077072"/>
            <a:chExt cx="2520280" cy="864096"/>
          </a:xfrm>
        </p:grpSpPr>
        <p:grpSp>
          <p:nvGrpSpPr>
            <p:cNvPr id="10" name="Group 9"/>
            <p:cNvGrpSpPr/>
            <p:nvPr/>
          </p:nvGrpSpPr>
          <p:grpSpPr>
            <a:xfrm>
              <a:off x="5724128" y="4077072"/>
              <a:ext cx="2520280" cy="769441"/>
              <a:chOff x="6516216" y="4869157"/>
              <a:chExt cx="2520280" cy="769441"/>
            </a:xfrm>
          </p:grpSpPr>
          <p:sp>
            <p:nvSpPr>
              <p:cNvPr id="12" name="Straight Connector 11"/>
              <p:cNvSpPr/>
              <p:nvPr/>
            </p:nvSpPr>
            <p:spPr bwMode="auto">
              <a:xfrm>
                <a:off x="7668344" y="5229197"/>
                <a:ext cx="1368152" cy="216024"/>
              </a:xfrm>
              <a:prstGeom prst="line">
                <a:avLst/>
              </a:prstGeom>
              <a:solidFill>
                <a:sysClr val="window" lastClr="FFFFFF">
                  <a:lumMod val="95000"/>
                </a:sysClr>
              </a:solidFill>
              <a:ln w="12700">
                <a:solidFill>
                  <a:schemeClr val="bg1">
                    <a:lumMod val="50000"/>
                  </a:schemeClr>
                </a:solidFill>
                <a:prstDash val="sysDash"/>
                <a:tailEnd type="oval"/>
              </a:ln>
            </p:spPr>
            <p:txBody>
              <a:bodyPr wrap="square">
                <a:sp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 rtl="0" eaLnBrk="0" fontAlgn="base" hangingPunct="0">
                  <a:spcBef>
                    <a:spcPts val="0"/>
                  </a:spcBef>
                  <a:spcAft>
                    <a:spcPct val="0"/>
                  </a:spcAft>
                  <a:defRPr/>
                </a:pPr>
                <a:endParaRPr lang="en-US" sz="1400" kern="0" noProof="0" dirty="0" smtClean="0">
                  <a:solidFill>
                    <a:sysClr val="windowText" lastClr="00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6516216" y="4869157"/>
                <a:ext cx="1152128" cy="76944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 marR="0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zh-CN" altLang="en-US" sz="1100" kern="0" dirty="0" smtClean="0">
                    <a:latin typeface="Arial" pitchFamily="34" charset="0"/>
                    <a:cs typeface="Arial" pitchFamily="34" charset="0"/>
                  </a:rPr>
                  <a:t>但是增加的库存主要集中到了特定的三个仓库</a:t>
                </a:r>
                <a:endParaRPr kumimoji="0" lang="en-GB" sz="11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endParaRPr>
              </a:p>
            </p:txBody>
          </p:sp>
        </p:grpSp>
        <p:sp>
          <p:nvSpPr>
            <p:cNvPr id="13" name="Straight Connector 12"/>
            <p:cNvSpPr/>
            <p:nvPr/>
          </p:nvSpPr>
          <p:spPr bwMode="auto">
            <a:xfrm>
              <a:off x="6876256" y="4437112"/>
              <a:ext cx="504056" cy="504056"/>
            </a:xfrm>
            <a:prstGeom prst="line">
              <a:avLst/>
            </a:prstGeom>
            <a:solidFill>
              <a:sysClr val="window" lastClr="FFFFFF">
                <a:lumMod val="95000"/>
              </a:sysClr>
            </a:solidFill>
            <a:ln w="12700">
              <a:solidFill>
                <a:schemeClr val="bg1">
                  <a:lumMod val="50000"/>
                </a:schemeClr>
              </a:solidFill>
              <a:prstDash val="sysDash"/>
              <a:tailEnd type="oval"/>
            </a:ln>
          </p:spPr>
          <p:txBody>
            <a:bodyPr wrap="square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 rtl="0" eaLnBrk="0" fontAlgn="base" hangingPunct="0">
                <a:spcBef>
                  <a:spcPts val="0"/>
                </a:spcBef>
                <a:spcAft>
                  <a:spcPct val="0"/>
                </a:spcAft>
                <a:defRPr/>
              </a:pPr>
              <a:endParaRPr lang="en-US" sz="1400" kern="0" noProof="0" dirty="0" smtClean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Graphic spid="9" grpId="1">
        <p:bldAsOne/>
      </p:bldGraphic>
      <p:bldP spid="3" grpId="0" build="p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/>
        </p:nvSpPr>
        <p:spPr bwMode="auto">
          <a:xfrm>
            <a:off x="251520" y="1484784"/>
            <a:ext cx="8640960" cy="4608512"/>
          </a:xfrm>
          <a:prstGeom prst="ellipse">
            <a:avLst/>
          </a:prstGeom>
          <a:solidFill>
            <a:srgbClr val="C9DEFB"/>
          </a:solidFill>
          <a:ln w="12700">
            <a:noFill/>
            <a:round/>
            <a:headEnd/>
            <a:tailEnd type="triangle" w="lg" len="med"/>
          </a:ln>
        </p:spPr>
        <p:txBody>
          <a:bodyPr wrap="none" rtlCol="0" anchor="ctr"/>
          <a:lstStyle/>
          <a:p>
            <a:pPr algn="ctr"/>
            <a:endParaRPr lang="en-GB"/>
          </a:p>
        </p:txBody>
      </p:sp>
      <p:grpSp>
        <p:nvGrpSpPr>
          <p:cNvPr id="2" name="Group 3"/>
          <p:cNvGrpSpPr/>
          <p:nvPr/>
        </p:nvGrpSpPr>
        <p:grpSpPr>
          <a:xfrm>
            <a:off x="467544" y="2708920"/>
            <a:ext cx="2448272" cy="1979773"/>
            <a:chOff x="4283968" y="2501074"/>
            <a:chExt cx="1008112" cy="1092518"/>
          </a:xfrm>
        </p:grpSpPr>
        <p:pic>
          <p:nvPicPr>
            <p:cNvPr id="5" name="Picture 5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4283968" y="2858706"/>
              <a:ext cx="1008112" cy="7348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7" name="TextBox 6"/>
            <p:cNvSpPr txBox="1"/>
            <p:nvPr/>
          </p:nvSpPr>
          <p:spPr>
            <a:xfrm>
              <a:off x="4427984" y="2501074"/>
              <a:ext cx="792088" cy="286599"/>
            </a:xfrm>
            <a:prstGeom prst="flowChartConnector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zh-CN" altLang="en-US" dirty="0" smtClean="0">
                  <a:latin typeface="黑体" pitchFamily="2" charset="-122"/>
                  <a:ea typeface="黑体" pitchFamily="2" charset="-122"/>
                  <a:cs typeface="Arial" pitchFamily="34" charset="0"/>
                </a:rPr>
                <a:t>供应</a:t>
              </a:r>
              <a:endParaRPr lang="en-GB" dirty="0">
                <a:latin typeface="黑体" pitchFamily="2" charset="-122"/>
                <a:ea typeface="黑体" pitchFamily="2" charset="-122"/>
                <a:cs typeface="Arial" pitchFamily="34" charset="0"/>
              </a:endParaRPr>
            </a:p>
          </p:txBody>
        </p:sp>
      </p:grpSp>
      <p:grpSp>
        <p:nvGrpSpPr>
          <p:cNvPr id="3" name="Group 12"/>
          <p:cNvGrpSpPr/>
          <p:nvPr/>
        </p:nvGrpSpPr>
        <p:grpSpPr>
          <a:xfrm>
            <a:off x="6372200" y="2708920"/>
            <a:ext cx="1923642" cy="2475521"/>
            <a:chOff x="6516216" y="2132856"/>
            <a:chExt cx="1923642" cy="2475521"/>
          </a:xfrm>
        </p:grpSpPr>
        <p:pic>
          <p:nvPicPr>
            <p:cNvPr id="8" name="Picture 30" descr="http://www.bhl.co.uk/images/products/65659/detail/20m-x-50mm-06mm-copper-fixing-strip.jpg"/>
            <p:cNvPicPr>
              <a:picLocks noChangeAspect="1" noChangeArrowheads="1"/>
            </p:cNvPicPr>
            <p:nvPr/>
          </p:nvPicPr>
          <p:blipFill>
            <a:blip r:embed="rId3" cstate="print">
              <a:lum/>
            </a:blip>
            <a:srcRect l="25033" t="2341" r="17523" b="2341"/>
            <a:stretch>
              <a:fillRect/>
            </a:stretch>
          </p:blipFill>
          <p:spPr bwMode="auto">
            <a:xfrm>
              <a:off x="6948264" y="2780928"/>
              <a:ext cx="1029731" cy="1827449"/>
            </a:xfrm>
            <a:prstGeom prst="rect">
              <a:avLst/>
            </a:prstGeom>
            <a:solidFill>
              <a:srgbClr val="C9DEFB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9" name="TextBox 8"/>
            <p:cNvSpPr txBox="1"/>
            <p:nvPr/>
          </p:nvSpPr>
          <p:spPr>
            <a:xfrm>
              <a:off x="6516216" y="2132856"/>
              <a:ext cx="1923642" cy="519351"/>
            </a:xfrm>
            <a:prstGeom prst="flowChartConnector">
              <a:avLst/>
            </a:prstGeom>
            <a:solidFill>
              <a:srgbClr val="68A4F4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schemeClr val="bg1"/>
                  </a:solidFill>
                  <a:latin typeface="黑体" pitchFamily="2" charset="-122"/>
                  <a:ea typeface="黑体" pitchFamily="2" charset="-122"/>
                  <a:cs typeface="Arial" pitchFamily="34" charset="0"/>
                </a:rPr>
                <a:t>需求</a:t>
              </a:r>
              <a:endParaRPr lang="en-GB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  <a:cs typeface="Arial" pitchFamily="34" charset="0"/>
              </a:endParaRPr>
            </a:p>
          </p:txBody>
        </p:sp>
      </p:grp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全球铜市场展望</a:t>
            </a:r>
            <a:endParaRPr lang="en-GB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63888" y="1988840"/>
            <a:ext cx="1923642" cy="519351"/>
          </a:xfrm>
          <a:prstGeom prst="flowChartConnector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zh-CN" altLang="en-US" dirty="0" smtClean="0">
                <a:latin typeface="黑体" pitchFamily="2" charset="-122"/>
                <a:ea typeface="黑体" pitchFamily="2" charset="-122"/>
                <a:cs typeface="Arial" pitchFamily="34" charset="0"/>
              </a:rPr>
              <a:t>市场</a:t>
            </a:r>
            <a:endParaRPr lang="en-GB" dirty="0">
              <a:latin typeface="黑体" pitchFamily="2" charset="-122"/>
              <a:ea typeface="黑体" pitchFamily="2" charset="-122"/>
              <a:cs typeface="Arial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12146" y="5085184"/>
            <a:ext cx="1923642" cy="519351"/>
          </a:xfrm>
          <a:prstGeom prst="flowChartConnector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zh-CN" altLang="en-US" dirty="0" smtClean="0">
                <a:latin typeface="黑体" pitchFamily="2" charset="-122"/>
                <a:ea typeface="黑体" pitchFamily="2" charset="-122"/>
                <a:cs typeface="Arial" pitchFamily="34" charset="0"/>
              </a:rPr>
              <a:t>展望</a:t>
            </a:r>
            <a:endParaRPr lang="en-GB" dirty="0">
              <a:latin typeface="黑体" pitchFamily="2" charset="-122"/>
              <a:ea typeface="黑体" pitchFamily="2" charset="-122"/>
              <a:cs typeface="Arial" pitchFamily="34" charset="0"/>
            </a:endParaRPr>
          </a:p>
        </p:txBody>
      </p:sp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95457" y="2805436"/>
            <a:ext cx="3000375" cy="206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 smtClean="0">
                <a:latin typeface="黑体" pitchFamily="2" charset="-122"/>
                <a:ea typeface="黑体" pitchFamily="2" charset="-122"/>
              </a:rPr>
              <a:t>2013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年全球铜需求继续增长</a:t>
            </a:r>
            <a:endParaRPr lang="en-GB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69878" y="1367032"/>
            <a:ext cx="8229600" cy="377372"/>
          </a:xfrm>
        </p:spPr>
        <p:txBody>
          <a:bodyPr/>
          <a:lstStyle/>
          <a:p>
            <a:r>
              <a:rPr lang="en-GB" dirty="0" smtClean="0">
                <a:latin typeface="黑体" pitchFamily="2" charset="-122"/>
                <a:ea typeface="黑体" pitchFamily="2" charset="-122"/>
              </a:rPr>
              <a:t>2012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全球精炼铜需求同比增长幅度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%</a:t>
            </a:r>
            <a:endParaRPr lang="en-GB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reeform 5"/>
          <p:cNvSpPr>
            <a:spLocks/>
          </p:cNvSpPr>
          <p:nvPr/>
        </p:nvSpPr>
        <p:spPr bwMode="auto">
          <a:xfrm>
            <a:off x="4002475" y="2522544"/>
            <a:ext cx="594016" cy="664338"/>
          </a:xfrm>
          <a:custGeom>
            <a:avLst/>
            <a:gdLst/>
            <a:ahLst/>
            <a:cxnLst>
              <a:cxn ang="0">
                <a:pos x="2235" y="305"/>
              </a:cxn>
              <a:cxn ang="0">
                <a:pos x="2180" y="223"/>
              </a:cxn>
              <a:cxn ang="0">
                <a:pos x="2391" y="136"/>
              </a:cxn>
              <a:cxn ang="0">
                <a:pos x="2217" y="37"/>
              </a:cxn>
              <a:cxn ang="0">
                <a:pos x="2129" y="116"/>
              </a:cxn>
              <a:cxn ang="0">
                <a:pos x="2104" y="0"/>
              </a:cxn>
              <a:cxn ang="0">
                <a:pos x="1996" y="129"/>
              </a:cxn>
              <a:cxn ang="0">
                <a:pos x="1901" y="211"/>
              </a:cxn>
              <a:cxn ang="0">
                <a:pos x="1940" y="69"/>
              </a:cxn>
              <a:cxn ang="0">
                <a:pos x="1833" y="83"/>
              </a:cxn>
              <a:cxn ang="0">
                <a:pos x="1723" y="165"/>
              </a:cxn>
              <a:cxn ang="0">
                <a:pos x="1649" y="194"/>
              </a:cxn>
              <a:cxn ang="0">
                <a:pos x="1586" y="255"/>
              </a:cxn>
              <a:cxn ang="0">
                <a:pos x="1471" y="322"/>
              </a:cxn>
              <a:cxn ang="0">
                <a:pos x="1333" y="319"/>
              </a:cxn>
              <a:cxn ang="0">
                <a:pos x="1229" y="432"/>
              </a:cxn>
              <a:cxn ang="0">
                <a:pos x="1067" y="647"/>
              </a:cxn>
              <a:cxn ang="0">
                <a:pos x="1030" y="790"/>
              </a:cxn>
              <a:cxn ang="0">
                <a:pos x="807" y="875"/>
              </a:cxn>
              <a:cxn ang="0">
                <a:pos x="774" y="1017"/>
              </a:cxn>
              <a:cxn ang="0">
                <a:pos x="736" y="1124"/>
              </a:cxn>
              <a:cxn ang="0">
                <a:pos x="682" y="1271"/>
              </a:cxn>
              <a:cxn ang="0">
                <a:pos x="522" y="1431"/>
              </a:cxn>
              <a:cxn ang="0">
                <a:pos x="607" y="1458"/>
              </a:cxn>
              <a:cxn ang="0">
                <a:pos x="433" y="1581"/>
              </a:cxn>
              <a:cxn ang="0">
                <a:pos x="233" y="1705"/>
              </a:cxn>
              <a:cxn ang="0">
                <a:pos x="195" y="1790"/>
              </a:cxn>
              <a:cxn ang="0">
                <a:pos x="148" y="1838"/>
              </a:cxn>
              <a:cxn ang="0">
                <a:pos x="155" y="1941"/>
              </a:cxn>
              <a:cxn ang="0">
                <a:pos x="121" y="1970"/>
              </a:cxn>
              <a:cxn ang="0">
                <a:pos x="50" y="2141"/>
              </a:cxn>
              <a:cxn ang="0">
                <a:pos x="4" y="2209"/>
              </a:cxn>
              <a:cxn ang="0">
                <a:pos x="100" y="2243"/>
              </a:cxn>
              <a:cxn ang="0">
                <a:pos x="40" y="2335"/>
              </a:cxn>
              <a:cxn ang="0">
                <a:pos x="268" y="2452"/>
              </a:cxn>
              <a:cxn ang="0">
                <a:pos x="455" y="2330"/>
              </a:cxn>
              <a:cxn ang="0">
                <a:pos x="463" y="2326"/>
              </a:cxn>
              <a:cxn ang="0">
                <a:pos x="614" y="2209"/>
              </a:cxn>
              <a:cxn ang="0">
                <a:pos x="675" y="1952"/>
              </a:cxn>
              <a:cxn ang="0">
                <a:pos x="670" y="1581"/>
              </a:cxn>
              <a:cxn ang="0">
                <a:pos x="813" y="1401"/>
              </a:cxn>
              <a:cxn ang="0">
                <a:pos x="896" y="1174"/>
              </a:cxn>
              <a:cxn ang="0">
                <a:pos x="981" y="1032"/>
              </a:cxn>
              <a:cxn ang="0">
                <a:pos x="1067" y="849"/>
              </a:cxn>
              <a:cxn ang="0">
                <a:pos x="1195" y="683"/>
              </a:cxn>
              <a:cxn ang="0">
                <a:pos x="1346" y="629"/>
              </a:cxn>
              <a:cxn ang="0">
                <a:pos x="1417" y="478"/>
              </a:cxn>
              <a:cxn ang="0">
                <a:pos x="1579" y="490"/>
              </a:cxn>
              <a:cxn ang="0">
                <a:pos x="1861" y="515"/>
              </a:cxn>
              <a:cxn ang="0">
                <a:pos x="2054" y="289"/>
              </a:cxn>
              <a:cxn ang="0">
                <a:pos x="2177" y="405"/>
              </a:cxn>
              <a:cxn ang="0">
                <a:pos x="2282" y="422"/>
              </a:cxn>
            </a:cxnLst>
            <a:rect l="0" t="0" r="r" b="b"/>
            <a:pathLst>
              <a:path w="2391" h="2505">
                <a:moveTo>
                  <a:pt x="2363" y="368"/>
                </a:moveTo>
                <a:lnTo>
                  <a:pt x="2329" y="303"/>
                </a:lnTo>
                <a:lnTo>
                  <a:pt x="2267" y="331"/>
                </a:lnTo>
                <a:lnTo>
                  <a:pt x="2235" y="305"/>
                </a:lnTo>
                <a:lnTo>
                  <a:pt x="2235" y="280"/>
                </a:lnTo>
                <a:lnTo>
                  <a:pt x="2260" y="280"/>
                </a:lnTo>
                <a:lnTo>
                  <a:pt x="2180" y="255"/>
                </a:lnTo>
                <a:lnTo>
                  <a:pt x="2180" y="223"/>
                </a:lnTo>
                <a:lnTo>
                  <a:pt x="2275" y="246"/>
                </a:lnTo>
                <a:lnTo>
                  <a:pt x="2316" y="194"/>
                </a:lnTo>
                <a:lnTo>
                  <a:pt x="2352" y="198"/>
                </a:lnTo>
                <a:lnTo>
                  <a:pt x="2391" y="136"/>
                </a:lnTo>
                <a:lnTo>
                  <a:pt x="2314" y="129"/>
                </a:lnTo>
                <a:lnTo>
                  <a:pt x="2316" y="83"/>
                </a:lnTo>
                <a:lnTo>
                  <a:pt x="2247" y="77"/>
                </a:lnTo>
                <a:lnTo>
                  <a:pt x="2217" y="37"/>
                </a:lnTo>
                <a:lnTo>
                  <a:pt x="2168" y="86"/>
                </a:lnTo>
                <a:lnTo>
                  <a:pt x="2162" y="162"/>
                </a:lnTo>
                <a:lnTo>
                  <a:pt x="2091" y="156"/>
                </a:lnTo>
                <a:lnTo>
                  <a:pt x="2129" y="116"/>
                </a:lnTo>
                <a:lnTo>
                  <a:pt x="2116" y="69"/>
                </a:lnTo>
                <a:lnTo>
                  <a:pt x="2143" y="49"/>
                </a:lnTo>
                <a:lnTo>
                  <a:pt x="2143" y="3"/>
                </a:lnTo>
                <a:lnTo>
                  <a:pt x="2104" y="0"/>
                </a:lnTo>
                <a:lnTo>
                  <a:pt x="2049" y="83"/>
                </a:lnTo>
                <a:lnTo>
                  <a:pt x="2039" y="190"/>
                </a:lnTo>
                <a:lnTo>
                  <a:pt x="1993" y="172"/>
                </a:lnTo>
                <a:lnTo>
                  <a:pt x="1996" y="129"/>
                </a:lnTo>
                <a:lnTo>
                  <a:pt x="2024" y="55"/>
                </a:lnTo>
                <a:lnTo>
                  <a:pt x="1978" y="55"/>
                </a:lnTo>
                <a:lnTo>
                  <a:pt x="1904" y="144"/>
                </a:lnTo>
                <a:lnTo>
                  <a:pt x="1901" y="211"/>
                </a:lnTo>
                <a:lnTo>
                  <a:pt x="1826" y="214"/>
                </a:lnTo>
                <a:lnTo>
                  <a:pt x="1867" y="154"/>
                </a:lnTo>
                <a:lnTo>
                  <a:pt x="1868" y="86"/>
                </a:lnTo>
                <a:lnTo>
                  <a:pt x="1940" y="69"/>
                </a:lnTo>
                <a:lnTo>
                  <a:pt x="1944" y="37"/>
                </a:lnTo>
                <a:lnTo>
                  <a:pt x="1840" y="0"/>
                </a:lnTo>
                <a:lnTo>
                  <a:pt x="1783" y="19"/>
                </a:lnTo>
                <a:lnTo>
                  <a:pt x="1833" y="83"/>
                </a:lnTo>
                <a:lnTo>
                  <a:pt x="1750" y="133"/>
                </a:lnTo>
                <a:lnTo>
                  <a:pt x="1758" y="77"/>
                </a:lnTo>
                <a:lnTo>
                  <a:pt x="1714" y="83"/>
                </a:lnTo>
                <a:lnTo>
                  <a:pt x="1723" y="165"/>
                </a:lnTo>
                <a:lnTo>
                  <a:pt x="1682" y="187"/>
                </a:lnTo>
                <a:lnTo>
                  <a:pt x="1682" y="221"/>
                </a:lnTo>
                <a:lnTo>
                  <a:pt x="1649" y="221"/>
                </a:lnTo>
                <a:lnTo>
                  <a:pt x="1649" y="194"/>
                </a:lnTo>
                <a:lnTo>
                  <a:pt x="1554" y="122"/>
                </a:lnTo>
                <a:lnTo>
                  <a:pt x="1511" y="151"/>
                </a:lnTo>
                <a:lnTo>
                  <a:pt x="1593" y="187"/>
                </a:lnTo>
                <a:lnTo>
                  <a:pt x="1586" y="255"/>
                </a:lnTo>
                <a:lnTo>
                  <a:pt x="1525" y="214"/>
                </a:lnTo>
                <a:lnTo>
                  <a:pt x="1521" y="254"/>
                </a:lnTo>
                <a:lnTo>
                  <a:pt x="1471" y="246"/>
                </a:lnTo>
                <a:lnTo>
                  <a:pt x="1471" y="322"/>
                </a:lnTo>
                <a:lnTo>
                  <a:pt x="1406" y="319"/>
                </a:lnTo>
                <a:lnTo>
                  <a:pt x="1435" y="273"/>
                </a:lnTo>
                <a:lnTo>
                  <a:pt x="1421" y="246"/>
                </a:lnTo>
                <a:lnTo>
                  <a:pt x="1333" y="319"/>
                </a:lnTo>
                <a:lnTo>
                  <a:pt x="1346" y="425"/>
                </a:lnTo>
                <a:lnTo>
                  <a:pt x="1296" y="383"/>
                </a:lnTo>
                <a:lnTo>
                  <a:pt x="1226" y="393"/>
                </a:lnTo>
                <a:lnTo>
                  <a:pt x="1229" y="432"/>
                </a:lnTo>
                <a:lnTo>
                  <a:pt x="1177" y="485"/>
                </a:lnTo>
                <a:lnTo>
                  <a:pt x="1195" y="522"/>
                </a:lnTo>
                <a:lnTo>
                  <a:pt x="1074" y="567"/>
                </a:lnTo>
                <a:lnTo>
                  <a:pt x="1067" y="647"/>
                </a:lnTo>
                <a:lnTo>
                  <a:pt x="1025" y="634"/>
                </a:lnTo>
                <a:lnTo>
                  <a:pt x="966" y="658"/>
                </a:lnTo>
                <a:lnTo>
                  <a:pt x="962" y="751"/>
                </a:lnTo>
                <a:lnTo>
                  <a:pt x="1030" y="790"/>
                </a:lnTo>
                <a:lnTo>
                  <a:pt x="938" y="775"/>
                </a:lnTo>
                <a:lnTo>
                  <a:pt x="906" y="888"/>
                </a:lnTo>
                <a:lnTo>
                  <a:pt x="838" y="864"/>
                </a:lnTo>
                <a:lnTo>
                  <a:pt x="807" y="875"/>
                </a:lnTo>
                <a:lnTo>
                  <a:pt x="800" y="937"/>
                </a:lnTo>
                <a:lnTo>
                  <a:pt x="853" y="965"/>
                </a:lnTo>
                <a:lnTo>
                  <a:pt x="794" y="965"/>
                </a:lnTo>
                <a:lnTo>
                  <a:pt x="774" y="1017"/>
                </a:lnTo>
                <a:lnTo>
                  <a:pt x="838" y="1021"/>
                </a:lnTo>
                <a:lnTo>
                  <a:pt x="838" y="1042"/>
                </a:lnTo>
                <a:lnTo>
                  <a:pt x="736" y="1032"/>
                </a:lnTo>
                <a:lnTo>
                  <a:pt x="736" y="1124"/>
                </a:lnTo>
                <a:lnTo>
                  <a:pt x="708" y="1174"/>
                </a:lnTo>
                <a:lnTo>
                  <a:pt x="690" y="1156"/>
                </a:lnTo>
                <a:lnTo>
                  <a:pt x="639" y="1228"/>
                </a:lnTo>
                <a:lnTo>
                  <a:pt x="682" y="1271"/>
                </a:lnTo>
                <a:lnTo>
                  <a:pt x="592" y="1306"/>
                </a:lnTo>
                <a:lnTo>
                  <a:pt x="589" y="1362"/>
                </a:lnTo>
                <a:lnTo>
                  <a:pt x="525" y="1360"/>
                </a:lnTo>
                <a:lnTo>
                  <a:pt x="522" y="1431"/>
                </a:lnTo>
                <a:lnTo>
                  <a:pt x="455" y="1507"/>
                </a:lnTo>
                <a:lnTo>
                  <a:pt x="479" y="1566"/>
                </a:lnTo>
                <a:lnTo>
                  <a:pt x="525" y="1486"/>
                </a:lnTo>
                <a:lnTo>
                  <a:pt x="607" y="1458"/>
                </a:lnTo>
                <a:lnTo>
                  <a:pt x="592" y="1547"/>
                </a:lnTo>
                <a:lnTo>
                  <a:pt x="500" y="1616"/>
                </a:lnTo>
                <a:lnTo>
                  <a:pt x="455" y="1609"/>
                </a:lnTo>
                <a:lnTo>
                  <a:pt x="433" y="1581"/>
                </a:lnTo>
                <a:lnTo>
                  <a:pt x="314" y="1646"/>
                </a:lnTo>
                <a:lnTo>
                  <a:pt x="333" y="1694"/>
                </a:lnTo>
                <a:lnTo>
                  <a:pt x="286" y="1659"/>
                </a:lnTo>
                <a:lnTo>
                  <a:pt x="233" y="1705"/>
                </a:lnTo>
                <a:lnTo>
                  <a:pt x="198" y="1669"/>
                </a:lnTo>
                <a:lnTo>
                  <a:pt x="130" y="1734"/>
                </a:lnTo>
                <a:lnTo>
                  <a:pt x="195" y="1768"/>
                </a:lnTo>
                <a:lnTo>
                  <a:pt x="195" y="1790"/>
                </a:lnTo>
                <a:lnTo>
                  <a:pt x="124" y="1802"/>
                </a:lnTo>
                <a:lnTo>
                  <a:pt x="42" y="1790"/>
                </a:lnTo>
                <a:lnTo>
                  <a:pt x="40" y="1827"/>
                </a:lnTo>
                <a:lnTo>
                  <a:pt x="148" y="1838"/>
                </a:lnTo>
                <a:lnTo>
                  <a:pt x="145" y="1858"/>
                </a:lnTo>
                <a:lnTo>
                  <a:pt x="42" y="1858"/>
                </a:lnTo>
                <a:lnTo>
                  <a:pt x="40" y="1947"/>
                </a:lnTo>
                <a:lnTo>
                  <a:pt x="155" y="1941"/>
                </a:lnTo>
                <a:lnTo>
                  <a:pt x="195" y="1977"/>
                </a:lnTo>
                <a:lnTo>
                  <a:pt x="221" y="1947"/>
                </a:lnTo>
                <a:lnTo>
                  <a:pt x="219" y="2009"/>
                </a:lnTo>
                <a:lnTo>
                  <a:pt x="121" y="1970"/>
                </a:lnTo>
                <a:lnTo>
                  <a:pt x="29" y="1987"/>
                </a:lnTo>
                <a:lnTo>
                  <a:pt x="17" y="2092"/>
                </a:lnTo>
                <a:lnTo>
                  <a:pt x="54" y="2092"/>
                </a:lnTo>
                <a:lnTo>
                  <a:pt x="50" y="2141"/>
                </a:lnTo>
                <a:lnTo>
                  <a:pt x="153" y="2069"/>
                </a:lnTo>
                <a:lnTo>
                  <a:pt x="148" y="2123"/>
                </a:lnTo>
                <a:lnTo>
                  <a:pt x="121" y="2123"/>
                </a:lnTo>
                <a:lnTo>
                  <a:pt x="4" y="2209"/>
                </a:lnTo>
                <a:lnTo>
                  <a:pt x="0" y="2265"/>
                </a:lnTo>
                <a:lnTo>
                  <a:pt x="60" y="2272"/>
                </a:lnTo>
                <a:lnTo>
                  <a:pt x="65" y="2234"/>
                </a:lnTo>
                <a:lnTo>
                  <a:pt x="100" y="2243"/>
                </a:lnTo>
                <a:lnTo>
                  <a:pt x="97" y="2280"/>
                </a:lnTo>
                <a:lnTo>
                  <a:pt x="75" y="2294"/>
                </a:lnTo>
                <a:lnTo>
                  <a:pt x="106" y="2352"/>
                </a:lnTo>
                <a:lnTo>
                  <a:pt x="40" y="2335"/>
                </a:lnTo>
                <a:lnTo>
                  <a:pt x="7" y="2357"/>
                </a:lnTo>
                <a:lnTo>
                  <a:pt x="114" y="2494"/>
                </a:lnTo>
                <a:lnTo>
                  <a:pt x="227" y="2505"/>
                </a:lnTo>
                <a:lnTo>
                  <a:pt x="268" y="2452"/>
                </a:lnTo>
                <a:lnTo>
                  <a:pt x="346" y="2437"/>
                </a:lnTo>
                <a:lnTo>
                  <a:pt x="353" y="2350"/>
                </a:lnTo>
                <a:lnTo>
                  <a:pt x="406" y="2377"/>
                </a:lnTo>
                <a:lnTo>
                  <a:pt x="455" y="2330"/>
                </a:lnTo>
                <a:lnTo>
                  <a:pt x="433" y="2308"/>
                </a:lnTo>
                <a:lnTo>
                  <a:pt x="433" y="2265"/>
                </a:lnTo>
                <a:lnTo>
                  <a:pt x="464" y="2267"/>
                </a:lnTo>
                <a:lnTo>
                  <a:pt x="463" y="2326"/>
                </a:lnTo>
                <a:lnTo>
                  <a:pt x="529" y="2364"/>
                </a:lnTo>
                <a:lnTo>
                  <a:pt x="567" y="2364"/>
                </a:lnTo>
                <a:lnTo>
                  <a:pt x="614" y="2265"/>
                </a:lnTo>
                <a:lnTo>
                  <a:pt x="614" y="2209"/>
                </a:lnTo>
                <a:lnTo>
                  <a:pt x="670" y="2132"/>
                </a:lnTo>
                <a:lnTo>
                  <a:pt x="639" y="2051"/>
                </a:lnTo>
                <a:lnTo>
                  <a:pt x="687" y="1980"/>
                </a:lnTo>
                <a:lnTo>
                  <a:pt x="675" y="1952"/>
                </a:lnTo>
                <a:lnTo>
                  <a:pt x="652" y="1748"/>
                </a:lnTo>
                <a:lnTo>
                  <a:pt x="667" y="1705"/>
                </a:lnTo>
                <a:lnTo>
                  <a:pt x="675" y="1659"/>
                </a:lnTo>
                <a:lnTo>
                  <a:pt x="670" y="1581"/>
                </a:lnTo>
                <a:lnTo>
                  <a:pt x="749" y="1489"/>
                </a:lnTo>
                <a:lnTo>
                  <a:pt x="828" y="1492"/>
                </a:lnTo>
                <a:lnTo>
                  <a:pt x="836" y="1449"/>
                </a:lnTo>
                <a:lnTo>
                  <a:pt x="813" y="1401"/>
                </a:lnTo>
                <a:lnTo>
                  <a:pt x="813" y="1370"/>
                </a:lnTo>
                <a:lnTo>
                  <a:pt x="846" y="1345"/>
                </a:lnTo>
                <a:lnTo>
                  <a:pt x="886" y="1275"/>
                </a:lnTo>
                <a:lnTo>
                  <a:pt x="896" y="1174"/>
                </a:lnTo>
                <a:lnTo>
                  <a:pt x="900" y="1106"/>
                </a:lnTo>
                <a:lnTo>
                  <a:pt x="878" y="1089"/>
                </a:lnTo>
                <a:lnTo>
                  <a:pt x="911" y="1046"/>
                </a:lnTo>
                <a:lnTo>
                  <a:pt x="981" y="1032"/>
                </a:lnTo>
                <a:lnTo>
                  <a:pt x="985" y="972"/>
                </a:lnTo>
                <a:lnTo>
                  <a:pt x="1010" y="950"/>
                </a:lnTo>
                <a:lnTo>
                  <a:pt x="1049" y="937"/>
                </a:lnTo>
                <a:lnTo>
                  <a:pt x="1067" y="849"/>
                </a:lnTo>
                <a:lnTo>
                  <a:pt x="1054" y="809"/>
                </a:lnTo>
                <a:lnTo>
                  <a:pt x="1092" y="718"/>
                </a:lnTo>
                <a:lnTo>
                  <a:pt x="1147" y="668"/>
                </a:lnTo>
                <a:lnTo>
                  <a:pt x="1195" y="683"/>
                </a:lnTo>
                <a:lnTo>
                  <a:pt x="1229" y="668"/>
                </a:lnTo>
                <a:lnTo>
                  <a:pt x="1236" y="576"/>
                </a:lnTo>
                <a:lnTo>
                  <a:pt x="1333" y="601"/>
                </a:lnTo>
                <a:lnTo>
                  <a:pt x="1346" y="629"/>
                </a:lnTo>
                <a:lnTo>
                  <a:pt x="1406" y="637"/>
                </a:lnTo>
                <a:lnTo>
                  <a:pt x="1410" y="576"/>
                </a:lnTo>
                <a:lnTo>
                  <a:pt x="1428" y="567"/>
                </a:lnTo>
                <a:lnTo>
                  <a:pt x="1417" y="478"/>
                </a:lnTo>
                <a:lnTo>
                  <a:pt x="1460" y="457"/>
                </a:lnTo>
                <a:lnTo>
                  <a:pt x="1497" y="422"/>
                </a:lnTo>
                <a:lnTo>
                  <a:pt x="1554" y="425"/>
                </a:lnTo>
                <a:lnTo>
                  <a:pt x="1579" y="490"/>
                </a:lnTo>
                <a:lnTo>
                  <a:pt x="1671" y="567"/>
                </a:lnTo>
                <a:lnTo>
                  <a:pt x="1732" y="539"/>
                </a:lnTo>
                <a:lnTo>
                  <a:pt x="1826" y="567"/>
                </a:lnTo>
                <a:lnTo>
                  <a:pt x="1861" y="515"/>
                </a:lnTo>
                <a:lnTo>
                  <a:pt x="1916" y="515"/>
                </a:lnTo>
                <a:lnTo>
                  <a:pt x="1936" y="319"/>
                </a:lnTo>
                <a:lnTo>
                  <a:pt x="1954" y="285"/>
                </a:lnTo>
                <a:lnTo>
                  <a:pt x="2054" y="289"/>
                </a:lnTo>
                <a:lnTo>
                  <a:pt x="2067" y="254"/>
                </a:lnTo>
                <a:lnTo>
                  <a:pt x="2129" y="280"/>
                </a:lnTo>
                <a:lnTo>
                  <a:pt x="2210" y="368"/>
                </a:lnTo>
                <a:lnTo>
                  <a:pt x="2177" y="405"/>
                </a:lnTo>
                <a:lnTo>
                  <a:pt x="2172" y="465"/>
                </a:lnTo>
                <a:lnTo>
                  <a:pt x="2222" y="467"/>
                </a:lnTo>
                <a:lnTo>
                  <a:pt x="2235" y="418"/>
                </a:lnTo>
                <a:lnTo>
                  <a:pt x="2282" y="422"/>
                </a:lnTo>
                <a:lnTo>
                  <a:pt x="2296" y="376"/>
                </a:lnTo>
                <a:lnTo>
                  <a:pt x="2363" y="36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>
            <a:off x="4337017" y="3454005"/>
            <a:ext cx="339438" cy="218555"/>
          </a:xfrm>
          <a:custGeom>
            <a:avLst/>
            <a:gdLst/>
            <a:ahLst/>
            <a:cxnLst>
              <a:cxn ang="0">
                <a:pos x="584" y="20"/>
              </a:cxn>
              <a:cxn ang="0">
                <a:pos x="551" y="84"/>
              </a:cxn>
              <a:cxn ang="0">
                <a:pos x="502" y="83"/>
              </a:cxn>
              <a:cxn ang="0">
                <a:pos x="430" y="80"/>
              </a:cxn>
              <a:cxn ang="0">
                <a:pos x="362" y="76"/>
              </a:cxn>
              <a:cxn ang="0">
                <a:pos x="264" y="39"/>
              </a:cxn>
              <a:cxn ang="0">
                <a:pos x="146" y="35"/>
              </a:cxn>
              <a:cxn ang="0">
                <a:pos x="114" y="61"/>
              </a:cxn>
              <a:cxn ang="0">
                <a:pos x="123" y="121"/>
              </a:cxn>
              <a:cxn ang="0">
                <a:pos x="66" y="152"/>
              </a:cxn>
              <a:cxn ang="0">
                <a:pos x="26" y="201"/>
              </a:cxn>
              <a:cxn ang="0">
                <a:pos x="0" y="240"/>
              </a:cxn>
              <a:cxn ang="0">
                <a:pos x="25" y="289"/>
              </a:cxn>
              <a:cxn ang="0">
                <a:pos x="93" y="302"/>
              </a:cxn>
              <a:cxn ang="0">
                <a:pos x="215" y="277"/>
              </a:cxn>
              <a:cxn ang="0">
                <a:pos x="278" y="256"/>
              </a:cxn>
              <a:cxn ang="0">
                <a:pos x="321" y="273"/>
              </a:cxn>
              <a:cxn ang="0">
                <a:pos x="371" y="302"/>
              </a:cxn>
              <a:cxn ang="0">
                <a:pos x="408" y="345"/>
              </a:cxn>
              <a:cxn ang="0">
                <a:pos x="352" y="405"/>
              </a:cxn>
              <a:cxn ang="0">
                <a:pos x="337" y="431"/>
              </a:cxn>
              <a:cxn ang="0">
                <a:pos x="319" y="477"/>
              </a:cxn>
              <a:cxn ang="0">
                <a:pos x="309" y="504"/>
              </a:cxn>
              <a:cxn ang="0">
                <a:pos x="403" y="383"/>
              </a:cxn>
              <a:cxn ang="0">
                <a:pos x="461" y="353"/>
              </a:cxn>
              <a:cxn ang="0">
                <a:pos x="465" y="393"/>
              </a:cxn>
              <a:cxn ang="0">
                <a:pos x="558" y="402"/>
              </a:cxn>
              <a:cxn ang="0">
                <a:pos x="514" y="440"/>
              </a:cxn>
              <a:cxn ang="0">
                <a:pos x="574" y="439"/>
              </a:cxn>
              <a:cxn ang="0">
                <a:pos x="611" y="487"/>
              </a:cxn>
              <a:cxn ang="0">
                <a:pos x="657" y="450"/>
              </a:cxn>
              <a:cxn ang="0">
                <a:pos x="710" y="424"/>
              </a:cxn>
              <a:cxn ang="0">
                <a:pos x="653" y="398"/>
              </a:cxn>
              <a:cxn ang="0">
                <a:pos x="657" y="351"/>
              </a:cxn>
              <a:cxn ang="0">
                <a:pos x="766" y="294"/>
              </a:cxn>
              <a:cxn ang="0">
                <a:pos x="788" y="236"/>
              </a:cxn>
              <a:cxn ang="0">
                <a:pos x="824" y="198"/>
              </a:cxn>
              <a:cxn ang="0">
                <a:pos x="831" y="105"/>
              </a:cxn>
              <a:cxn ang="0">
                <a:pos x="820" y="35"/>
              </a:cxn>
              <a:cxn ang="0">
                <a:pos x="742" y="25"/>
              </a:cxn>
              <a:cxn ang="0">
                <a:pos x="661" y="11"/>
              </a:cxn>
            </a:cxnLst>
            <a:rect l="0" t="0" r="r" b="b"/>
            <a:pathLst>
              <a:path w="831" h="504">
                <a:moveTo>
                  <a:pt x="619" y="15"/>
                </a:moveTo>
                <a:lnTo>
                  <a:pt x="584" y="20"/>
                </a:lnTo>
                <a:lnTo>
                  <a:pt x="555" y="42"/>
                </a:lnTo>
                <a:lnTo>
                  <a:pt x="551" y="84"/>
                </a:lnTo>
                <a:lnTo>
                  <a:pt x="525" y="97"/>
                </a:lnTo>
                <a:lnTo>
                  <a:pt x="502" y="83"/>
                </a:lnTo>
                <a:lnTo>
                  <a:pt x="463" y="97"/>
                </a:lnTo>
                <a:lnTo>
                  <a:pt x="430" y="80"/>
                </a:lnTo>
                <a:lnTo>
                  <a:pt x="400" y="67"/>
                </a:lnTo>
                <a:lnTo>
                  <a:pt x="362" y="76"/>
                </a:lnTo>
                <a:lnTo>
                  <a:pt x="329" y="60"/>
                </a:lnTo>
                <a:lnTo>
                  <a:pt x="264" y="39"/>
                </a:lnTo>
                <a:lnTo>
                  <a:pt x="200" y="30"/>
                </a:lnTo>
                <a:lnTo>
                  <a:pt x="146" y="35"/>
                </a:lnTo>
                <a:lnTo>
                  <a:pt x="140" y="60"/>
                </a:lnTo>
                <a:lnTo>
                  <a:pt x="114" y="61"/>
                </a:lnTo>
                <a:lnTo>
                  <a:pt x="125" y="92"/>
                </a:lnTo>
                <a:lnTo>
                  <a:pt x="123" y="121"/>
                </a:lnTo>
                <a:lnTo>
                  <a:pt x="68" y="108"/>
                </a:lnTo>
                <a:lnTo>
                  <a:pt x="66" y="152"/>
                </a:lnTo>
                <a:lnTo>
                  <a:pt x="25" y="164"/>
                </a:lnTo>
                <a:lnTo>
                  <a:pt x="26" y="201"/>
                </a:lnTo>
                <a:lnTo>
                  <a:pt x="22" y="213"/>
                </a:lnTo>
                <a:lnTo>
                  <a:pt x="0" y="240"/>
                </a:lnTo>
                <a:lnTo>
                  <a:pt x="8" y="268"/>
                </a:lnTo>
                <a:lnTo>
                  <a:pt x="25" y="289"/>
                </a:lnTo>
                <a:lnTo>
                  <a:pt x="67" y="274"/>
                </a:lnTo>
                <a:lnTo>
                  <a:pt x="93" y="302"/>
                </a:lnTo>
                <a:lnTo>
                  <a:pt x="169" y="309"/>
                </a:lnTo>
                <a:lnTo>
                  <a:pt x="215" y="277"/>
                </a:lnTo>
                <a:lnTo>
                  <a:pt x="248" y="263"/>
                </a:lnTo>
                <a:lnTo>
                  <a:pt x="278" y="256"/>
                </a:lnTo>
                <a:lnTo>
                  <a:pt x="298" y="266"/>
                </a:lnTo>
                <a:lnTo>
                  <a:pt x="321" y="273"/>
                </a:lnTo>
                <a:lnTo>
                  <a:pt x="342" y="294"/>
                </a:lnTo>
                <a:lnTo>
                  <a:pt x="371" y="302"/>
                </a:lnTo>
                <a:lnTo>
                  <a:pt x="379" y="325"/>
                </a:lnTo>
                <a:lnTo>
                  <a:pt x="408" y="345"/>
                </a:lnTo>
                <a:lnTo>
                  <a:pt x="361" y="371"/>
                </a:lnTo>
                <a:lnTo>
                  <a:pt x="352" y="405"/>
                </a:lnTo>
                <a:lnTo>
                  <a:pt x="347" y="420"/>
                </a:lnTo>
                <a:lnTo>
                  <a:pt x="337" y="431"/>
                </a:lnTo>
                <a:lnTo>
                  <a:pt x="324" y="464"/>
                </a:lnTo>
                <a:lnTo>
                  <a:pt x="319" y="477"/>
                </a:lnTo>
                <a:lnTo>
                  <a:pt x="301" y="487"/>
                </a:lnTo>
                <a:lnTo>
                  <a:pt x="309" y="504"/>
                </a:lnTo>
                <a:lnTo>
                  <a:pt x="374" y="494"/>
                </a:lnTo>
                <a:lnTo>
                  <a:pt x="403" y="383"/>
                </a:lnTo>
                <a:lnTo>
                  <a:pt x="420" y="368"/>
                </a:lnTo>
                <a:lnTo>
                  <a:pt x="461" y="353"/>
                </a:lnTo>
                <a:lnTo>
                  <a:pt x="450" y="377"/>
                </a:lnTo>
                <a:lnTo>
                  <a:pt x="465" y="393"/>
                </a:lnTo>
                <a:lnTo>
                  <a:pt x="526" y="389"/>
                </a:lnTo>
                <a:lnTo>
                  <a:pt x="558" y="402"/>
                </a:lnTo>
                <a:lnTo>
                  <a:pt x="522" y="424"/>
                </a:lnTo>
                <a:lnTo>
                  <a:pt x="514" y="440"/>
                </a:lnTo>
                <a:lnTo>
                  <a:pt x="546" y="432"/>
                </a:lnTo>
                <a:lnTo>
                  <a:pt x="574" y="439"/>
                </a:lnTo>
                <a:lnTo>
                  <a:pt x="589" y="473"/>
                </a:lnTo>
                <a:lnTo>
                  <a:pt x="611" y="487"/>
                </a:lnTo>
                <a:lnTo>
                  <a:pt x="629" y="460"/>
                </a:lnTo>
                <a:lnTo>
                  <a:pt x="657" y="450"/>
                </a:lnTo>
                <a:lnTo>
                  <a:pt x="726" y="440"/>
                </a:lnTo>
                <a:lnTo>
                  <a:pt x="710" y="424"/>
                </a:lnTo>
                <a:lnTo>
                  <a:pt x="678" y="431"/>
                </a:lnTo>
                <a:lnTo>
                  <a:pt x="653" y="398"/>
                </a:lnTo>
                <a:lnTo>
                  <a:pt x="615" y="387"/>
                </a:lnTo>
                <a:lnTo>
                  <a:pt x="657" y="351"/>
                </a:lnTo>
                <a:lnTo>
                  <a:pt x="710" y="325"/>
                </a:lnTo>
                <a:lnTo>
                  <a:pt x="766" y="294"/>
                </a:lnTo>
                <a:lnTo>
                  <a:pt x="757" y="261"/>
                </a:lnTo>
                <a:lnTo>
                  <a:pt x="788" y="236"/>
                </a:lnTo>
                <a:lnTo>
                  <a:pt x="797" y="211"/>
                </a:lnTo>
                <a:lnTo>
                  <a:pt x="824" y="198"/>
                </a:lnTo>
                <a:lnTo>
                  <a:pt x="813" y="123"/>
                </a:lnTo>
                <a:lnTo>
                  <a:pt x="831" y="105"/>
                </a:lnTo>
                <a:lnTo>
                  <a:pt x="811" y="97"/>
                </a:lnTo>
                <a:lnTo>
                  <a:pt x="820" y="35"/>
                </a:lnTo>
                <a:lnTo>
                  <a:pt x="784" y="35"/>
                </a:lnTo>
                <a:lnTo>
                  <a:pt x="742" y="25"/>
                </a:lnTo>
                <a:lnTo>
                  <a:pt x="723" y="0"/>
                </a:lnTo>
                <a:lnTo>
                  <a:pt x="661" y="11"/>
                </a:lnTo>
                <a:lnTo>
                  <a:pt x="619" y="15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214623" y="3566752"/>
            <a:ext cx="138712" cy="81524"/>
          </a:xfrm>
          <a:custGeom>
            <a:avLst/>
            <a:gdLst/>
            <a:ahLst/>
            <a:cxnLst>
              <a:cxn ang="0">
                <a:pos x="523" y="32"/>
              </a:cxn>
              <a:cxn ang="0">
                <a:pos x="554" y="70"/>
              </a:cxn>
              <a:cxn ang="0">
                <a:pos x="538" y="101"/>
              </a:cxn>
              <a:cxn ang="0">
                <a:pos x="469" y="187"/>
              </a:cxn>
              <a:cxn ang="0">
                <a:pos x="465" y="211"/>
              </a:cxn>
              <a:cxn ang="0">
                <a:pos x="405" y="268"/>
              </a:cxn>
              <a:cxn ang="0">
                <a:pos x="343" y="293"/>
              </a:cxn>
              <a:cxn ang="0">
                <a:pos x="279" y="286"/>
              </a:cxn>
              <a:cxn ang="0">
                <a:pos x="241" y="311"/>
              </a:cxn>
              <a:cxn ang="0">
                <a:pos x="92" y="297"/>
              </a:cxn>
              <a:cxn ang="0">
                <a:pos x="0" y="211"/>
              </a:cxn>
              <a:cxn ang="0">
                <a:pos x="32" y="180"/>
              </a:cxn>
              <a:cxn ang="0">
                <a:pos x="30" y="168"/>
              </a:cxn>
              <a:cxn ang="0">
                <a:pos x="0" y="143"/>
              </a:cxn>
              <a:cxn ang="0">
                <a:pos x="22" y="115"/>
              </a:cxn>
              <a:cxn ang="0">
                <a:pos x="22" y="82"/>
              </a:cxn>
              <a:cxn ang="0">
                <a:pos x="37" y="66"/>
              </a:cxn>
              <a:cxn ang="0">
                <a:pos x="82" y="70"/>
              </a:cxn>
              <a:cxn ang="0">
                <a:pos x="85" y="28"/>
              </a:cxn>
              <a:cxn ang="0">
                <a:pos x="183" y="39"/>
              </a:cxn>
              <a:cxn ang="0">
                <a:pos x="315" y="28"/>
              </a:cxn>
              <a:cxn ang="0">
                <a:pos x="379" y="0"/>
              </a:cxn>
              <a:cxn ang="0">
                <a:pos x="452" y="3"/>
              </a:cxn>
              <a:cxn ang="0">
                <a:pos x="462" y="28"/>
              </a:cxn>
              <a:cxn ang="0">
                <a:pos x="523" y="32"/>
              </a:cxn>
            </a:cxnLst>
            <a:rect l="0" t="0" r="r" b="b"/>
            <a:pathLst>
              <a:path w="554" h="311">
                <a:moveTo>
                  <a:pt x="523" y="32"/>
                </a:moveTo>
                <a:lnTo>
                  <a:pt x="554" y="70"/>
                </a:lnTo>
                <a:lnTo>
                  <a:pt x="538" y="101"/>
                </a:lnTo>
                <a:lnTo>
                  <a:pt x="469" y="187"/>
                </a:lnTo>
                <a:lnTo>
                  <a:pt x="465" y="211"/>
                </a:lnTo>
                <a:lnTo>
                  <a:pt x="405" y="268"/>
                </a:lnTo>
                <a:lnTo>
                  <a:pt x="343" y="293"/>
                </a:lnTo>
                <a:lnTo>
                  <a:pt x="279" y="286"/>
                </a:lnTo>
                <a:lnTo>
                  <a:pt x="241" y="311"/>
                </a:lnTo>
                <a:lnTo>
                  <a:pt x="92" y="297"/>
                </a:lnTo>
                <a:lnTo>
                  <a:pt x="0" y="211"/>
                </a:lnTo>
                <a:lnTo>
                  <a:pt x="32" y="180"/>
                </a:lnTo>
                <a:lnTo>
                  <a:pt x="30" y="168"/>
                </a:lnTo>
                <a:lnTo>
                  <a:pt x="0" y="143"/>
                </a:lnTo>
                <a:lnTo>
                  <a:pt x="22" y="115"/>
                </a:lnTo>
                <a:lnTo>
                  <a:pt x="22" y="82"/>
                </a:lnTo>
                <a:lnTo>
                  <a:pt x="37" y="66"/>
                </a:lnTo>
                <a:lnTo>
                  <a:pt x="82" y="70"/>
                </a:lnTo>
                <a:lnTo>
                  <a:pt x="85" y="28"/>
                </a:lnTo>
                <a:lnTo>
                  <a:pt x="183" y="39"/>
                </a:lnTo>
                <a:lnTo>
                  <a:pt x="315" y="28"/>
                </a:lnTo>
                <a:lnTo>
                  <a:pt x="379" y="0"/>
                </a:lnTo>
                <a:lnTo>
                  <a:pt x="452" y="3"/>
                </a:lnTo>
                <a:lnTo>
                  <a:pt x="462" y="28"/>
                </a:lnTo>
                <a:lnTo>
                  <a:pt x="523" y="32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7210818" y="5403655"/>
            <a:ext cx="63645" cy="58975"/>
          </a:xfrm>
          <a:custGeom>
            <a:avLst/>
            <a:gdLst/>
            <a:ahLst/>
            <a:cxnLst>
              <a:cxn ang="0">
                <a:pos x="186" y="210"/>
              </a:cxn>
              <a:cxn ang="0">
                <a:pos x="207" y="229"/>
              </a:cxn>
              <a:cxn ang="0">
                <a:pos x="223" y="238"/>
              </a:cxn>
              <a:cxn ang="0">
                <a:pos x="242" y="252"/>
              </a:cxn>
              <a:cxn ang="0">
                <a:pos x="263" y="260"/>
              </a:cxn>
              <a:cxn ang="0">
                <a:pos x="286" y="268"/>
              </a:cxn>
              <a:cxn ang="0">
                <a:pos x="308" y="267"/>
              </a:cxn>
              <a:cxn ang="0">
                <a:pos x="314" y="260"/>
              </a:cxn>
              <a:cxn ang="0">
                <a:pos x="306" y="230"/>
              </a:cxn>
              <a:cxn ang="0">
                <a:pos x="294" y="207"/>
              </a:cxn>
              <a:cxn ang="0">
                <a:pos x="275" y="188"/>
              </a:cxn>
              <a:cxn ang="0">
                <a:pos x="251" y="176"/>
              </a:cxn>
              <a:cxn ang="0">
                <a:pos x="239" y="167"/>
              </a:cxn>
              <a:cxn ang="0">
                <a:pos x="226" y="157"/>
              </a:cxn>
              <a:cxn ang="0">
                <a:pos x="217" y="137"/>
              </a:cxn>
              <a:cxn ang="0">
                <a:pos x="201" y="119"/>
              </a:cxn>
              <a:cxn ang="0">
                <a:pos x="178" y="100"/>
              </a:cxn>
              <a:cxn ang="0">
                <a:pos x="155" y="90"/>
              </a:cxn>
              <a:cxn ang="0">
                <a:pos x="132" y="82"/>
              </a:cxn>
              <a:cxn ang="0">
                <a:pos x="104" y="70"/>
              </a:cxn>
              <a:cxn ang="0">
                <a:pos x="79" y="56"/>
              </a:cxn>
              <a:cxn ang="0">
                <a:pos x="54" y="27"/>
              </a:cxn>
              <a:cxn ang="0">
                <a:pos x="45" y="12"/>
              </a:cxn>
              <a:cxn ang="0">
                <a:pos x="26" y="0"/>
              </a:cxn>
              <a:cxn ang="0">
                <a:pos x="14" y="0"/>
              </a:cxn>
              <a:cxn ang="0">
                <a:pos x="4" y="4"/>
              </a:cxn>
              <a:cxn ang="0">
                <a:pos x="0" y="22"/>
              </a:cxn>
              <a:cxn ang="0">
                <a:pos x="4" y="45"/>
              </a:cxn>
              <a:cxn ang="0">
                <a:pos x="11" y="67"/>
              </a:cxn>
              <a:cxn ang="0">
                <a:pos x="20" y="90"/>
              </a:cxn>
              <a:cxn ang="0">
                <a:pos x="35" y="107"/>
              </a:cxn>
              <a:cxn ang="0">
                <a:pos x="51" y="120"/>
              </a:cxn>
              <a:cxn ang="0">
                <a:pos x="68" y="132"/>
              </a:cxn>
              <a:cxn ang="0">
                <a:pos x="85" y="140"/>
              </a:cxn>
              <a:cxn ang="0">
                <a:pos x="104" y="153"/>
              </a:cxn>
              <a:cxn ang="0">
                <a:pos x="127" y="174"/>
              </a:cxn>
              <a:cxn ang="0">
                <a:pos x="151" y="188"/>
              </a:cxn>
              <a:cxn ang="0">
                <a:pos x="167" y="198"/>
              </a:cxn>
              <a:cxn ang="0">
                <a:pos x="186" y="210"/>
              </a:cxn>
            </a:cxnLst>
            <a:rect l="0" t="0" r="r" b="b"/>
            <a:pathLst>
              <a:path w="314" h="268">
                <a:moveTo>
                  <a:pt x="186" y="210"/>
                </a:moveTo>
                <a:lnTo>
                  <a:pt x="207" y="229"/>
                </a:lnTo>
                <a:lnTo>
                  <a:pt x="223" y="238"/>
                </a:lnTo>
                <a:lnTo>
                  <a:pt x="242" y="252"/>
                </a:lnTo>
                <a:lnTo>
                  <a:pt x="263" y="260"/>
                </a:lnTo>
                <a:lnTo>
                  <a:pt x="286" y="268"/>
                </a:lnTo>
                <a:lnTo>
                  <a:pt x="308" y="267"/>
                </a:lnTo>
                <a:lnTo>
                  <a:pt x="314" y="260"/>
                </a:lnTo>
                <a:lnTo>
                  <a:pt x="306" y="230"/>
                </a:lnTo>
                <a:lnTo>
                  <a:pt x="294" y="207"/>
                </a:lnTo>
                <a:lnTo>
                  <a:pt x="275" y="188"/>
                </a:lnTo>
                <a:lnTo>
                  <a:pt x="251" y="176"/>
                </a:lnTo>
                <a:lnTo>
                  <a:pt x="239" y="167"/>
                </a:lnTo>
                <a:lnTo>
                  <a:pt x="226" y="157"/>
                </a:lnTo>
                <a:lnTo>
                  <a:pt x="217" y="137"/>
                </a:lnTo>
                <a:lnTo>
                  <a:pt x="201" y="119"/>
                </a:lnTo>
                <a:lnTo>
                  <a:pt x="178" y="100"/>
                </a:lnTo>
                <a:lnTo>
                  <a:pt x="155" y="90"/>
                </a:lnTo>
                <a:lnTo>
                  <a:pt x="132" y="82"/>
                </a:lnTo>
                <a:lnTo>
                  <a:pt x="104" y="70"/>
                </a:lnTo>
                <a:lnTo>
                  <a:pt x="79" y="56"/>
                </a:lnTo>
                <a:lnTo>
                  <a:pt x="54" y="27"/>
                </a:lnTo>
                <a:lnTo>
                  <a:pt x="45" y="12"/>
                </a:lnTo>
                <a:lnTo>
                  <a:pt x="26" y="0"/>
                </a:lnTo>
                <a:lnTo>
                  <a:pt x="14" y="0"/>
                </a:lnTo>
                <a:lnTo>
                  <a:pt x="4" y="4"/>
                </a:lnTo>
                <a:lnTo>
                  <a:pt x="0" y="22"/>
                </a:lnTo>
                <a:lnTo>
                  <a:pt x="4" y="45"/>
                </a:lnTo>
                <a:lnTo>
                  <a:pt x="11" y="67"/>
                </a:lnTo>
                <a:lnTo>
                  <a:pt x="20" y="90"/>
                </a:lnTo>
                <a:lnTo>
                  <a:pt x="35" y="107"/>
                </a:lnTo>
                <a:lnTo>
                  <a:pt x="51" y="120"/>
                </a:lnTo>
                <a:lnTo>
                  <a:pt x="68" y="132"/>
                </a:lnTo>
                <a:lnTo>
                  <a:pt x="85" y="140"/>
                </a:lnTo>
                <a:lnTo>
                  <a:pt x="104" y="153"/>
                </a:lnTo>
                <a:lnTo>
                  <a:pt x="127" y="174"/>
                </a:lnTo>
                <a:lnTo>
                  <a:pt x="151" y="188"/>
                </a:lnTo>
                <a:lnTo>
                  <a:pt x="167" y="198"/>
                </a:lnTo>
                <a:lnTo>
                  <a:pt x="186" y="21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>
            <a:off x="7116167" y="5138266"/>
            <a:ext cx="27743" cy="22550"/>
          </a:xfrm>
          <a:custGeom>
            <a:avLst/>
            <a:gdLst/>
            <a:ahLst/>
            <a:cxnLst>
              <a:cxn ang="0">
                <a:pos x="42" y="0"/>
              </a:cxn>
              <a:cxn ang="0">
                <a:pos x="56" y="11"/>
              </a:cxn>
              <a:cxn ang="0">
                <a:pos x="65" y="25"/>
              </a:cxn>
              <a:cxn ang="0">
                <a:pos x="83" y="28"/>
              </a:cxn>
              <a:cxn ang="0">
                <a:pos x="109" y="25"/>
              </a:cxn>
              <a:cxn ang="0">
                <a:pos x="122" y="30"/>
              </a:cxn>
              <a:cxn ang="0">
                <a:pos x="131" y="45"/>
              </a:cxn>
              <a:cxn ang="0">
                <a:pos x="131" y="66"/>
              </a:cxn>
              <a:cxn ang="0">
                <a:pos x="126" y="83"/>
              </a:cxn>
              <a:cxn ang="0">
                <a:pos x="112" y="91"/>
              </a:cxn>
              <a:cxn ang="0">
                <a:pos x="97" y="91"/>
              </a:cxn>
              <a:cxn ang="0">
                <a:pos x="81" y="99"/>
              </a:cxn>
              <a:cxn ang="0">
                <a:pos x="64" y="97"/>
              </a:cxn>
              <a:cxn ang="0">
                <a:pos x="46" y="85"/>
              </a:cxn>
              <a:cxn ang="0">
                <a:pos x="22" y="87"/>
              </a:cxn>
              <a:cxn ang="0">
                <a:pos x="16" y="80"/>
              </a:cxn>
              <a:cxn ang="0">
                <a:pos x="16" y="52"/>
              </a:cxn>
              <a:cxn ang="0">
                <a:pos x="11" y="37"/>
              </a:cxn>
              <a:cxn ang="0">
                <a:pos x="0" y="21"/>
              </a:cxn>
              <a:cxn ang="0">
                <a:pos x="3" y="11"/>
              </a:cxn>
              <a:cxn ang="0">
                <a:pos x="26" y="0"/>
              </a:cxn>
              <a:cxn ang="0">
                <a:pos x="42" y="0"/>
              </a:cxn>
            </a:cxnLst>
            <a:rect l="0" t="0" r="r" b="b"/>
            <a:pathLst>
              <a:path w="131" h="99">
                <a:moveTo>
                  <a:pt x="42" y="0"/>
                </a:moveTo>
                <a:lnTo>
                  <a:pt x="56" y="11"/>
                </a:lnTo>
                <a:lnTo>
                  <a:pt x="65" y="25"/>
                </a:lnTo>
                <a:lnTo>
                  <a:pt x="83" y="28"/>
                </a:lnTo>
                <a:lnTo>
                  <a:pt x="109" y="25"/>
                </a:lnTo>
                <a:lnTo>
                  <a:pt x="122" y="30"/>
                </a:lnTo>
                <a:lnTo>
                  <a:pt x="131" y="45"/>
                </a:lnTo>
                <a:lnTo>
                  <a:pt x="131" y="66"/>
                </a:lnTo>
                <a:lnTo>
                  <a:pt x="126" y="83"/>
                </a:lnTo>
                <a:lnTo>
                  <a:pt x="112" y="91"/>
                </a:lnTo>
                <a:lnTo>
                  <a:pt x="97" y="91"/>
                </a:lnTo>
                <a:lnTo>
                  <a:pt x="81" y="99"/>
                </a:lnTo>
                <a:lnTo>
                  <a:pt x="64" y="97"/>
                </a:lnTo>
                <a:lnTo>
                  <a:pt x="46" y="85"/>
                </a:lnTo>
                <a:lnTo>
                  <a:pt x="22" y="87"/>
                </a:lnTo>
                <a:lnTo>
                  <a:pt x="16" y="80"/>
                </a:lnTo>
                <a:lnTo>
                  <a:pt x="16" y="52"/>
                </a:lnTo>
                <a:lnTo>
                  <a:pt x="11" y="37"/>
                </a:lnTo>
                <a:lnTo>
                  <a:pt x="0" y="21"/>
                </a:lnTo>
                <a:lnTo>
                  <a:pt x="3" y="11"/>
                </a:lnTo>
                <a:lnTo>
                  <a:pt x="26" y="0"/>
                </a:lnTo>
                <a:lnTo>
                  <a:pt x="42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>
            <a:off x="7148805" y="5162550"/>
            <a:ext cx="22847" cy="17345"/>
          </a:xfrm>
          <a:custGeom>
            <a:avLst/>
            <a:gdLst/>
            <a:ahLst/>
            <a:cxnLst>
              <a:cxn ang="0">
                <a:pos x="93" y="83"/>
              </a:cxn>
              <a:cxn ang="0">
                <a:pos x="105" y="80"/>
              </a:cxn>
              <a:cxn ang="0">
                <a:pos x="110" y="62"/>
              </a:cxn>
              <a:cxn ang="0">
                <a:pos x="108" y="42"/>
              </a:cxn>
              <a:cxn ang="0">
                <a:pos x="99" y="36"/>
              </a:cxn>
              <a:cxn ang="0">
                <a:pos x="76" y="33"/>
              </a:cxn>
              <a:cxn ang="0">
                <a:pos x="54" y="32"/>
              </a:cxn>
              <a:cxn ang="0">
                <a:pos x="44" y="23"/>
              </a:cxn>
              <a:cxn ang="0">
                <a:pos x="31" y="12"/>
              </a:cxn>
              <a:cxn ang="0">
                <a:pos x="19" y="9"/>
              </a:cxn>
              <a:cxn ang="0">
                <a:pos x="13" y="0"/>
              </a:cxn>
              <a:cxn ang="0">
                <a:pos x="2" y="5"/>
              </a:cxn>
              <a:cxn ang="0">
                <a:pos x="0" y="18"/>
              </a:cxn>
              <a:cxn ang="0">
                <a:pos x="6" y="27"/>
              </a:cxn>
              <a:cxn ang="0">
                <a:pos x="17" y="33"/>
              </a:cxn>
              <a:cxn ang="0">
                <a:pos x="31" y="36"/>
              </a:cxn>
              <a:cxn ang="0">
                <a:pos x="46" y="39"/>
              </a:cxn>
              <a:cxn ang="0">
                <a:pos x="63" y="60"/>
              </a:cxn>
              <a:cxn ang="0">
                <a:pos x="76" y="80"/>
              </a:cxn>
              <a:cxn ang="0">
                <a:pos x="93" y="83"/>
              </a:cxn>
            </a:cxnLst>
            <a:rect l="0" t="0" r="r" b="b"/>
            <a:pathLst>
              <a:path w="110" h="83">
                <a:moveTo>
                  <a:pt x="93" y="83"/>
                </a:moveTo>
                <a:lnTo>
                  <a:pt x="105" y="80"/>
                </a:lnTo>
                <a:lnTo>
                  <a:pt x="110" y="62"/>
                </a:lnTo>
                <a:lnTo>
                  <a:pt x="108" y="42"/>
                </a:lnTo>
                <a:lnTo>
                  <a:pt x="99" y="36"/>
                </a:lnTo>
                <a:lnTo>
                  <a:pt x="76" y="33"/>
                </a:lnTo>
                <a:lnTo>
                  <a:pt x="54" y="32"/>
                </a:lnTo>
                <a:lnTo>
                  <a:pt x="44" y="23"/>
                </a:lnTo>
                <a:lnTo>
                  <a:pt x="31" y="12"/>
                </a:lnTo>
                <a:lnTo>
                  <a:pt x="19" y="9"/>
                </a:lnTo>
                <a:lnTo>
                  <a:pt x="13" y="0"/>
                </a:lnTo>
                <a:lnTo>
                  <a:pt x="2" y="5"/>
                </a:lnTo>
                <a:lnTo>
                  <a:pt x="0" y="18"/>
                </a:lnTo>
                <a:lnTo>
                  <a:pt x="6" y="27"/>
                </a:lnTo>
                <a:lnTo>
                  <a:pt x="17" y="33"/>
                </a:lnTo>
                <a:lnTo>
                  <a:pt x="31" y="36"/>
                </a:lnTo>
                <a:lnTo>
                  <a:pt x="46" y="39"/>
                </a:lnTo>
                <a:lnTo>
                  <a:pt x="63" y="60"/>
                </a:lnTo>
                <a:lnTo>
                  <a:pt x="76" y="80"/>
                </a:lnTo>
                <a:lnTo>
                  <a:pt x="93" y="8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7059050" y="5075822"/>
            <a:ext cx="21215" cy="20815"/>
          </a:xfrm>
          <a:custGeom>
            <a:avLst/>
            <a:gdLst/>
            <a:ahLst/>
            <a:cxnLst>
              <a:cxn ang="0">
                <a:pos x="11" y="2"/>
              </a:cxn>
              <a:cxn ang="0">
                <a:pos x="23" y="0"/>
              </a:cxn>
              <a:cxn ang="0">
                <a:pos x="36" y="7"/>
              </a:cxn>
              <a:cxn ang="0">
                <a:pos x="52" y="27"/>
              </a:cxn>
              <a:cxn ang="0">
                <a:pos x="65" y="51"/>
              </a:cxn>
              <a:cxn ang="0">
                <a:pos x="89" y="68"/>
              </a:cxn>
              <a:cxn ang="0">
                <a:pos x="97" y="83"/>
              </a:cxn>
              <a:cxn ang="0">
                <a:pos x="92" y="93"/>
              </a:cxn>
              <a:cxn ang="0">
                <a:pos x="78" y="94"/>
              </a:cxn>
              <a:cxn ang="0">
                <a:pos x="68" y="86"/>
              </a:cxn>
              <a:cxn ang="0">
                <a:pos x="50" y="78"/>
              </a:cxn>
              <a:cxn ang="0">
                <a:pos x="39" y="64"/>
              </a:cxn>
              <a:cxn ang="0">
                <a:pos x="26" y="52"/>
              </a:cxn>
              <a:cxn ang="0">
                <a:pos x="12" y="41"/>
              </a:cxn>
              <a:cxn ang="0">
                <a:pos x="1" y="29"/>
              </a:cxn>
              <a:cxn ang="0">
                <a:pos x="0" y="15"/>
              </a:cxn>
              <a:cxn ang="0">
                <a:pos x="3" y="6"/>
              </a:cxn>
              <a:cxn ang="0">
                <a:pos x="11" y="2"/>
              </a:cxn>
            </a:cxnLst>
            <a:rect l="0" t="0" r="r" b="b"/>
            <a:pathLst>
              <a:path w="97" h="94">
                <a:moveTo>
                  <a:pt x="11" y="2"/>
                </a:moveTo>
                <a:lnTo>
                  <a:pt x="23" y="0"/>
                </a:lnTo>
                <a:lnTo>
                  <a:pt x="36" y="7"/>
                </a:lnTo>
                <a:lnTo>
                  <a:pt x="52" y="27"/>
                </a:lnTo>
                <a:lnTo>
                  <a:pt x="65" y="51"/>
                </a:lnTo>
                <a:lnTo>
                  <a:pt x="89" y="68"/>
                </a:lnTo>
                <a:lnTo>
                  <a:pt x="97" y="83"/>
                </a:lnTo>
                <a:lnTo>
                  <a:pt x="92" y="93"/>
                </a:lnTo>
                <a:lnTo>
                  <a:pt x="78" y="94"/>
                </a:lnTo>
                <a:lnTo>
                  <a:pt x="68" y="86"/>
                </a:lnTo>
                <a:lnTo>
                  <a:pt x="50" y="78"/>
                </a:lnTo>
                <a:lnTo>
                  <a:pt x="39" y="64"/>
                </a:lnTo>
                <a:lnTo>
                  <a:pt x="26" y="52"/>
                </a:lnTo>
                <a:lnTo>
                  <a:pt x="12" y="41"/>
                </a:lnTo>
                <a:lnTo>
                  <a:pt x="1" y="29"/>
                </a:lnTo>
                <a:lnTo>
                  <a:pt x="0" y="15"/>
                </a:lnTo>
                <a:lnTo>
                  <a:pt x="3" y="6"/>
                </a:lnTo>
                <a:lnTo>
                  <a:pt x="11" y="2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Freeform 12"/>
          <p:cNvSpPr>
            <a:spLocks/>
          </p:cNvSpPr>
          <p:nvPr/>
        </p:nvSpPr>
        <p:spPr bwMode="auto">
          <a:xfrm>
            <a:off x="7072105" y="5107044"/>
            <a:ext cx="16319" cy="27753"/>
          </a:xfrm>
          <a:custGeom>
            <a:avLst/>
            <a:gdLst/>
            <a:ahLst/>
            <a:cxnLst>
              <a:cxn ang="0">
                <a:pos x="37" y="0"/>
              </a:cxn>
              <a:cxn ang="0">
                <a:pos x="45" y="2"/>
              </a:cxn>
              <a:cxn ang="0">
                <a:pos x="58" y="10"/>
              </a:cxn>
              <a:cxn ang="0">
                <a:pos x="64" y="22"/>
              </a:cxn>
              <a:cxn ang="0">
                <a:pos x="74" y="41"/>
              </a:cxn>
              <a:cxn ang="0">
                <a:pos x="73" y="59"/>
              </a:cxn>
              <a:cxn ang="0">
                <a:pos x="81" y="69"/>
              </a:cxn>
              <a:cxn ang="0">
                <a:pos x="83" y="96"/>
              </a:cxn>
              <a:cxn ang="0">
                <a:pos x="84" y="120"/>
              </a:cxn>
              <a:cxn ang="0">
                <a:pos x="76" y="126"/>
              </a:cxn>
              <a:cxn ang="0">
                <a:pos x="68" y="115"/>
              </a:cxn>
              <a:cxn ang="0">
                <a:pos x="60" y="87"/>
              </a:cxn>
              <a:cxn ang="0">
                <a:pos x="50" y="64"/>
              </a:cxn>
              <a:cxn ang="0">
                <a:pos x="37" y="39"/>
              </a:cxn>
              <a:cxn ang="0">
                <a:pos x="21" y="57"/>
              </a:cxn>
              <a:cxn ang="0">
                <a:pos x="16" y="57"/>
              </a:cxn>
              <a:cxn ang="0">
                <a:pos x="0" y="42"/>
              </a:cxn>
              <a:cxn ang="0">
                <a:pos x="2" y="22"/>
              </a:cxn>
              <a:cxn ang="0">
                <a:pos x="21" y="5"/>
              </a:cxn>
              <a:cxn ang="0">
                <a:pos x="37" y="0"/>
              </a:cxn>
            </a:cxnLst>
            <a:rect l="0" t="0" r="r" b="b"/>
            <a:pathLst>
              <a:path w="84" h="126">
                <a:moveTo>
                  <a:pt x="37" y="0"/>
                </a:moveTo>
                <a:lnTo>
                  <a:pt x="45" y="2"/>
                </a:lnTo>
                <a:lnTo>
                  <a:pt x="58" y="10"/>
                </a:lnTo>
                <a:lnTo>
                  <a:pt x="64" y="22"/>
                </a:lnTo>
                <a:lnTo>
                  <a:pt x="74" y="41"/>
                </a:lnTo>
                <a:lnTo>
                  <a:pt x="73" y="59"/>
                </a:lnTo>
                <a:lnTo>
                  <a:pt x="81" y="69"/>
                </a:lnTo>
                <a:lnTo>
                  <a:pt x="83" y="96"/>
                </a:lnTo>
                <a:lnTo>
                  <a:pt x="84" y="120"/>
                </a:lnTo>
                <a:lnTo>
                  <a:pt x="76" y="126"/>
                </a:lnTo>
                <a:lnTo>
                  <a:pt x="68" y="115"/>
                </a:lnTo>
                <a:lnTo>
                  <a:pt x="60" y="87"/>
                </a:lnTo>
                <a:lnTo>
                  <a:pt x="50" y="64"/>
                </a:lnTo>
                <a:lnTo>
                  <a:pt x="37" y="39"/>
                </a:lnTo>
                <a:lnTo>
                  <a:pt x="21" y="57"/>
                </a:lnTo>
                <a:lnTo>
                  <a:pt x="16" y="57"/>
                </a:lnTo>
                <a:lnTo>
                  <a:pt x="0" y="42"/>
                </a:lnTo>
                <a:lnTo>
                  <a:pt x="2" y="22"/>
                </a:lnTo>
                <a:lnTo>
                  <a:pt x="21" y="5"/>
                </a:lnTo>
                <a:lnTo>
                  <a:pt x="37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Freeform 13"/>
          <p:cNvSpPr>
            <a:spLocks/>
          </p:cNvSpPr>
          <p:nvPr/>
        </p:nvSpPr>
        <p:spPr bwMode="auto">
          <a:xfrm>
            <a:off x="7137382" y="5113981"/>
            <a:ext cx="19583" cy="34692"/>
          </a:xfrm>
          <a:custGeom>
            <a:avLst/>
            <a:gdLst/>
            <a:ahLst/>
            <a:cxnLst>
              <a:cxn ang="0">
                <a:pos x="19" y="0"/>
              </a:cxn>
              <a:cxn ang="0">
                <a:pos x="29" y="8"/>
              </a:cxn>
              <a:cxn ang="0">
                <a:pos x="36" y="16"/>
              </a:cxn>
              <a:cxn ang="0">
                <a:pos x="43" y="41"/>
              </a:cxn>
              <a:cxn ang="0">
                <a:pos x="49" y="64"/>
              </a:cxn>
              <a:cxn ang="0">
                <a:pos x="68" y="78"/>
              </a:cxn>
              <a:cxn ang="0">
                <a:pos x="72" y="93"/>
              </a:cxn>
              <a:cxn ang="0">
                <a:pos x="70" y="119"/>
              </a:cxn>
              <a:cxn ang="0">
                <a:pos x="72" y="124"/>
              </a:cxn>
              <a:cxn ang="0">
                <a:pos x="92" y="129"/>
              </a:cxn>
              <a:cxn ang="0">
                <a:pos x="99" y="140"/>
              </a:cxn>
              <a:cxn ang="0">
                <a:pos x="97" y="154"/>
              </a:cxn>
              <a:cxn ang="0">
                <a:pos x="87" y="157"/>
              </a:cxn>
              <a:cxn ang="0">
                <a:pos x="68" y="143"/>
              </a:cxn>
              <a:cxn ang="0">
                <a:pos x="53" y="140"/>
              </a:cxn>
              <a:cxn ang="0">
                <a:pos x="29" y="133"/>
              </a:cxn>
              <a:cxn ang="0">
                <a:pos x="19" y="112"/>
              </a:cxn>
              <a:cxn ang="0">
                <a:pos x="16" y="85"/>
              </a:cxn>
              <a:cxn ang="0">
                <a:pos x="14" y="76"/>
              </a:cxn>
              <a:cxn ang="0">
                <a:pos x="5" y="62"/>
              </a:cxn>
              <a:cxn ang="0">
                <a:pos x="0" y="37"/>
              </a:cxn>
              <a:cxn ang="0">
                <a:pos x="0" y="18"/>
              </a:cxn>
              <a:cxn ang="0">
                <a:pos x="2" y="8"/>
              </a:cxn>
              <a:cxn ang="0">
                <a:pos x="9" y="0"/>
              </a:cxn>
              <a:cxn ang="0">
                <a:pos x="19" y="0"/>
              </a:cxn>
            </a:cxnLst>
            <a:rect l="0" t="0" r="r" b="b"/>
            <a:pathLst>
              <a:path w="99" h="157">
                <a:moveTo>
                  <a:pt x="19" y="0"/>
                </a:moveTo>
                <a:lnTo>
                  <a:pt x="29" y="8"/>
                </a:lnTo>
                <a:lnTo>
                  <a:pt x="36" y="16"/>
                </a:lnTo>
                <a:lnTo>
                  <a:pt x="43" y="41"/>
                </a:lnTo>
                <a:lnTo>
                  <a:pt x="49" y="64"/>
                </a:lnTo>
                <a:lnTo>
                  <a:pt x="68" y="78"/>
                </a:lnTo>
                <a:lnTo>
                  <a:pt x="72" y="93"/>
                </a:lnTo>
                <a:lnTo>
                  <a:pt x="70" y="119"/>
                </a:lnTo>
                <a:lnTo>
                  <a:pt x="72" y="124"/>
                </a:lnTo>
                <a:lnTo>
                  <a:pt x="92" y="129"/>
                </a:lnTo>
                <a:lnTo>
                  <a:pt x="99" y="140"/>
                </a:lnTo>
                <a:lnTo>
                  <a:pt x="97" y="154"/>
                </a:lnTo>
                <a:lnTo>
                  <a:pt x="87" y="157"/>
                </a:lnTo>
                <a:lnTo>
                  <a:pt x="68" y="143"/>
                </a:lnTo>
                <a:lnTo>
                  <a:pt x="53" y="140"/>
                </a:lnTo>
                <a:lnTo>
                  <a:pt x="29" y="133"/>
                </a:lnTo>
                <a:lnTo>
                  <a:pt x="19" y="112"/>
                </a:lnTo>
                <a:lnTo>
                  <a:pt x="16" y="85"/>
                </a:lnTo>
                <a:lnTo>
                  <a:pt x="14" y="76"/>
                </a:lnTo>
                <a:lnTo>
                  <a:pt x="5" y="62"/>
                </a:lnTo>
                <a:lnTo>
                  <a:pt x="0" y="37"/>
                </a:lnTo>
                <a:lnTo>
                  <a:pt x="0" y="18"/>
                </a:lnTo>
                <a:lnTo>
                  <a:pt x="2" y="8"/>
                </a:lnTo>
                <a:lnTo>
                  <a:pt x="9" y="0"/>
                </a:lnTo>
                <a:lnTo>
                  <a:pt x="19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Freeform 14"/>
          <p:cNvSpPr>
            <a:spLocks/>
          </p:cNvSpPr>
          <p:nvPr/>
        </p:nvSpPr>
        <p:spPr bwMode="auto">
          <a:xfrm>
            <a:off x="7093320" y="5094901"/>
            <a:ext cx="27743" cy="29487"/>
          </a:xfrm>
          <a:custGeom>
            <a:avLst/>
            <a:gdLst/>
            <a:ahLst/>
            <a:cxnLst>
              <a:cxn ang="0">
                <a:pos x="106" y="60"/>
              </a:cxn>
              <a:cxn ang="0">
                <a:pos x="88" y="58"/>
              </a:cxn>
              <a:cxn ang="0">
                <a:pos x="67" y="48"/>
              </a:cxn>
              <a:cxn ang="0">
                <a:pos x="55" y="33"/>
              </a:cxn>
              <a:cxn ang="0">
                <a:pos x="43" y="18"/>
              </a:cxn>
              <a:cxn ang="0">
                <a:pos x="38" y="4"/>
              </a:cxn>
              <a:cxn ang="0">
                <a:pos x="23" y="0"/>
              </a:cxn>
              <a:cxn ang="0">
                <a:pos x="16" y="2"/>
              </a:cxn>
              <a:cxn ang="0">
                <a:pos x="8" y="9"/>
              </a:cxn>
              <a:cxn ang="0">
                <a:pos x="0" y="24"/>
              </a:cxn>
              <a:cxn ang="0">
                <a:pos x="4" y="26"/>
              </a:cxn>
              <a:cxn ang="0">
                <a:pos x="16" y="27"/>
              </a:cxn>
              <a:cxn ang="0">
                <a:pos x="30" y="41"/>
              </a:cxn>
              <a:cxn ang="0">
                <a:pos x="50" y="68"/>
              </a:cxn>
              <a:cxn ang="0">
                <a:pos x="70" y="96"/>
              </a:cxn>
              <a:cxn ang="0">
                <a:pos x="83" y="109"/>
              </a:cxn>
              <a:cxn ang="0">
                <a:pos x="103" y="118"/>
              </a:cxn>
              <a:cxn ang="0">
                <a:pos x="111" y="134"/>
              </a:cxn>
              <a:cxn ang="0">
                <a:pos x="117" y="137"/>
              </a:cxn>
              <a:cxn ang="0">
                <a:pos x="123" y="134"/>
              </a:cxn>
              <a:cxn ang="0">
                <a:pos x="133" y="111"/>
              </a:cxn>
              <a:cxn ang="0">
                <a:pos x="136" y="88"/>
              </a:cxn>
              <a:cxn ang="0">
                <a:pos x="133" y="77"/>
              </a:cxn>
              <a:cxn ang="0">
                <a:pos x="126" y="68"/>
              </a:cxn>
              <a:cxn ang="0">
                <a:pos x="106" y="60"/>
              </a:cxn>
            </a:cxnLst>
            <a:rect l="0" t="0" r="r" b="b"/>
            <a:pathLst>
              <a:path w="136" h="137">
                <a:moveTo>
                  <a:pt x="106" y="60"/>
                </a:moveTo>
                <a:lnTo>
                  <a:pt x="88" y="58"/>
                </a:lnTo>
                <a:lnTo>
                  <a:pt x="67" y="48"/>
                </a:lnTo>
                <a:lnTo>
                  <a:pt x="55" y="33"/>
                </a:lnTo>
                <a:lnTo>
                  <a:pt x="43" y="18"/>
                </a:lnTo>
                <a:lnTo>
                  <a:pt x="38" y="4"/>
                </a:lnTo>
                <a:lnTo>
                  <a:pt x="23" y="0"/>
                </a:lnTo>
                <a:lnTo>
                  <a:pt x="16" y="2"/>
                </a:lnTo>
                <a:lnTo>
                  <a:pt x="8" y="9"/>
                </a:lnTo>
                <a:lnTo>
                  <a:pt x="0" y="24"/>
                </a:lnTo>
                <a:lnTo>
                  <a:pt x="4" y="26"/>
                </a:lnTo>
                <a:lnTo>
                  <a:pt x="16" y="27"/>
                </a:lnTo>
                <a:lnTo>
                  <a:pt x="30" y="41"/>
                </a:lnTo>
                <a:lnTo>
                  <a:pt x="50" y="68"/>
                </a:lnTo>
                <a:lnTo>
                  <a:pt x="70" y="96"/>
                </a:lnTo>
                <a:lnTo>
                  <a:pt x="83" y="109"/>
                </a:lnTo>
                <a:lnTo>
                  <a:pt x="103" y="118"/>
                </a:lnTo>
                <a:lnTo>
                  <a:pt x="111" y="134"/>
                </a:lnTo>
                <a:lnTo>
                  <a:pt x="117" y="137"/>
                </a:lnTo>
                <a:lnTo>
                  <a:pt x="123" y="134"/>
                </a:lnTo>
                <a:lnTo>
                  <a:pt x="133" y="111"/>
                </a:lnTo>
                <a:lnTo>
                  <a:pt x="136" y="88"/>
                </a:lnTo>
                <a:lnTo>
                  <a:pt x="133" y="77"/>
                </a:lnTo>
                <a:lnTo>
                  <a:pt x="126" y="68"/>
                </a:lnTo>
                <a:lnTo>
                  <a:pt x="106" y="6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023146" y="5044599"/>
            <a:ext cx="27743" cy="45098"/>
          </a:xfrm>
          <a:custGeom>
            <a:avLst/>
            <a:gdLst/>
            <a:ahLst/>
            <a:cxnLst>
              <a:cxn ang="0">
                <a:pos x="111" y="93"/>
              </a:cxn>
              <a:cxn ang="0">
                <a:pos x="125" y="99"/>
              </a:cxn>
              <a:cxn ang="0">
                <a:pos x="134" y="113"/>
              </a:cxn>
              <a:cxn ang="0">
                <a:pos x="134" y="135"/>
              </a:cxn>
              <a:cxn ang="0">
                <a:pos x="128" y="157"/>
              </a:cxn>
              <a:cxn ang="0">
                <a:pos x="128" y="178"/>
              </a:cxn>
              <a:cxn ang="0">
                <a:pos x="130" y="201"/>
              </a:cxn>
              <a:cxn ang="0">
                <a:pos x="123" y="207"/>
              </a:cxn>
              <a:cxn ang="0">
                <a:pos x="115" y="205"/>
              </a:cxn>
              <a:cxn ang="0">
                <a:pos x="103" y="190"/>
              </a:cxn>
              <a:cxn ang="0">
                <a:pos x="86" y="177"/>
              </a:cxn>
              <a:cxn ang="0">
                <a:pos x="67" y="163"/>
              </a:cxn>
              <a:cxn ang="0">
                <a:pos x="53" y="142"/>
              </a:cxn>
              <a:cxn ang="0">
                <a:pos x="45" y="119"/>
              </a:cxn>
              <a:cxn ang="0">
                <a:pos x="28" y="99"/>
              </a:cxn>
              <a:cxn ang="0">
                <a:pos x="10" y="74"/>
              </a:cxn>
              <a:cxn ang="0">
                <a:pos x="0" y="49"/>
              </a:cxn>
              <a:cxn ang="0">
                <a:pos x="0" y="25"/>
              </a:cxn>
              <a:cxn ang="0">
                <a:pos x="14" y="8"/>
              </a:cxn>
              <a:cxn ang="0">
                <a:pos x="34" y="0"/>
              </a:cxn>
              <a:cxn ang="0">
                <a:pos x="53" y="0"/>
              </a:cxn>
              <a:cxn ang="0">
                <a:pos x="67" y="8"/>
              </a:cxn>
              <a:cxn ang="0">
                <a:pos x="78" y="22"/>
              </a:cxn>
              <a:cxn ang="0">
                <a:pos x="79" y="52"/>
              </a:cxn>
              <a:cxn ang="0">
                <a:pos x="83" y="69"/>
              </a:cxn>
              <a:cxn ang="0">
                <a:pos x="95" y="86"/>
              </a:cxn>
              <a:cxn ang="0">
                <a:pos x="111" y="93"/>
              </a:cxn>
            </a:cxnLst>
            <a:rect l="0" t="0" r="r" b="b"/>
            <a:pathLst>
              <a:path w="134" h="207">
                <a:moveTo>
                  <a:pt x="111" y="93"/>
                </a:moveTo>
                <a:lnTo>
                  <a:pt x="125" y="99"/>
                </a:lnTo>
                <a:lnTo>
                  <a:pt x="134" y="113"/>
                </a:lnTo>
                <a:lnTo>
                  <a:pt x="134" y="135"/>
                </a:lnTo>
                <a:lnTo>
                  <a:pt x="128" y="157"/>
                </a:lnTo>
                <a:lnTo>
                  <a:pt x="128" y="178"/>
                </a:lnTo>
                <a:lnTo>
                  <a:pt x="130" y="201"/>
                </a:lnTo>
                <a:lnTo>
                  <a:pt x="123" y="207"/>
                </a:lnTo>
                <a:lnTo>
                  <a:pt x="115" y="205"/>
                </a:lnTo>
                <a:lnTo>
                  <a:pt x="103" y="190"/>
                </a:lnTo>
                <a:lnTo>
                  <a:pt x="86" y="177"/>
                </a:lnTo>
                <a:lnTo>
                  <a:pt x="67" y="163"/>
                </a:lnTo>
                <a:lnTo>
                  <a:pt x="53" y="142"/>
                </a:lnTo>
                <a:lnTo>
                  <a:pt x="45" y="119"/>
                </a:lnTo>
                <a:lnTo>
                  <a:pt x="28" y="99"/>
                </a:lnTo>
                <a:lnTo>
                  <a:pt x="10" y="74"/>
                </a:lnTo>
                <a:lnTo>
                  <a:pt x="0" y="49"/>
                </a:lnTo>
                <a:lnTo>
                  <a:pt x="0" y="25"/>
                </a:lnTo>
                <a:lnTo>
                  <a:pt x="14" y="8"/>
                </a:lnTo>
                <a:lnTo>
                  <a:pt x="34" y="0"/>
                </a:lnTo>
                <a:lnTo>
                  <a:pt x="53" y="0"/>
                </a:lnTo>
                <a:lnTo>
                  <a:pt x="67" y="8"/>
                </a:lnTo>
                <a:lnTo>
                  <a:pt x="78" y="22"/>
                </a:lnTo>
                <a:lnTo>
                  <a:pt x="79" y="52"/>
                </a:lnTo>
                <a:lnTo>
                  <a:pt x="83" y="69"/>
                </a:lnTo>
                <a:lnTo>
                  <a:pt x="95" y="86"/>
                </a:lnTo>
                <a:lnTo>
                  <a:pt x="111" y="9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Freeform 16"/>
          <p:cNvSpPr>
            <a:spLocks/>
          </p:cNvSpPr>
          <p:nvPr/>
        </p:nvSpPr>
        <p:spPr bwMode="auto">
          <a:xfrm>
            <a:off x="6941552" y="4970012"/>
            <a:ext cx="55485" cy="62444"/>
          </a:xfrm>
          <a:custGeom>
            <a:avLst/>
            <a:gdLst/>
            <a:ahLst/>
            <a:cxnLst>
              <a:cxn ang="0">
                <a:pos x="31" y="66"/>
              </a:cxn>
              <a:cxn ang="0">
                <a:pos x="45" y="73"/>
              </a:cxn>
              <a:cxn ang="0">
                <a:pos x="55" y="81"/>
              </a:cxn>
              <a:cxn ang="0">
                <a:pos x="69" y="111"/>
              </a:cxn>
              <a:cxn ang="0">
                <a:pos x="79" y="127"/>
              </a:cxn>
              <a:cxn ang="0">
                <a:pos x="94" y="131"/>
              </a:cxn>
              <a:cxn ang="0">
                <a:pos x="116" y="133"/>
              </a:cxn>
              <a:cxn ang="0">
                <a:pos x="138" y="144"/>
              </a:cxn>
              <a:cxn ang="0">
                <a:pos x="163" y="159"/>
              </a:cxn>
              <a:cxn ang="0">
                <a:pos x="175" y="172"/>
              </a:cxn>
              <a:cxn ang="0">
                <a:pos x="187" y="195"/>
              </a:cxn>
              <a:cxn ang="0">
                <a:pos x="195" y="206"/>
              </a:cxn>
              <a:cxn ang="0">
                <a:pos x="219" y="221"/>
              </a:cxn>
              <a:cxn ang="0">
                <a:pos x="225" y="236"/>
              </a:cxn>
              <a:cxn ang="0">
                <a:pos x="227" y="265"/>
              </a:cxn>
              <a:cxn ang="0">
                <a:pos x="221" y="282"/>
              </a:cxn>
              <a:cxn ang="0">
                <a:pos x="228" y="288"/>
              </a:cxn>
              <a:cxn ang="0">
                <a:pos x="240" y="285"/>
              </a:cxn>
              <a:cxn ang="0">
                <a:pos x="254" y="272"/>
              </a:cxn>
              <a:cxn ang="0">
                <a:pos x="266" y="258"/>
              </a:cxn>
              <a:cxn ang="0">
                <a:pos x="272" y="241"/>
              </a:cxn>
              <a:cxn ang="0">
                <a:pos x="276" y="207"/>
              </a:cxn>
              <a:cxn ang="0">
                <a:pos x="266" y="190"/>
              </a:cxn>
              <a:cxn ang="0">
                <a:pos x="252" y="177"/>
              </a:cxn>
              <a:cxn ang="0">
                <a:pos x="231" y="163"/>
              </a:cxn>
              <a:cxn ang="0">
                <a:pos x="205" y="148"/>
              </a:cxn>
              <a:cxn ang="0">
                <a:pos x="177" y="131"/>
              </a:cxn>
              <a:cxn ang="0">
                <a:pos x="163" y="122"/>
              </a:cxn>
              <a:cxn ang="0">
                <a:pos x="147" y="111"/>
              </a:cxn>
              <a:cxn ang="0">
                <a:pos x="133" y="104"/>
              </a:cxn>
              <a:cxn ang="0">
                <a:pos x="120" y="97"/>
              </a:cxn>
              <a:cxn ang="0">
                <a:pos x="105" y="90"/>
              </a:cxn>
              <a:cxn ang="0">
                <a:pos x="91" y="86"/>
              </a:cxn>
              <a:cxn ang="0">
                <a:pos x="89" y="72"/>
              </a:cxn>
              <a:cxn ang="0">
                <a:pos x="89" y="54"/>
              </a:cxn>
              <a:cxn ang="0">
                <a:pos x="85" y="46"/>
              </a:cxn>
              <a:cxn ang="0">
                <a:pos x="77" y="41"/>
              </a:cxn>
              <a:cxn ang="0">
                <a:pos x="56" y="37"/>
              </a:cxn>
              <a:cxn ang="0">
                <a:pos x="53" y="33"/>
              </a:cxn>
              <a:cxn ang="0">
                <a:pos x="47" y="11"/>
              </a:cxn>
              <a:cxn ang="0">
                <a:pos x="33" y="3"/>
              </a:cxn>
              <a:cxn ang="0">
                <a:pos x="17" y="0"/>
              </a:cxn>
              <a:cxn ang="0">
                <a:pos x="2" y="11"/>
              </a:cxn>
              <a:cxn ang="0">
                <a:pos x="0" y="33"/>
              </a:cxn>
              <a:cxn ang="0">
                <a:pos x="5" y="48"/>
              </a:cxn>
              <a:cxn ang="0">
                <a:pos x="15" y="58"/>
              </a:cxn>
              <a:cxn ang="0">
                <a:pos x="31" y="66"/>
              </a:cxn>
            </a:cxnLst>
            <a:rect l="0" t="0" r="r" b="b"/>
            <a:pathLst>
              <a:path w="276" h="288">
                <a:moveTo>
                  <a:pt x="31" y="66"/>
                </a:moveTo>
                <a:lnTo>
                  <a:pt x="45" y="73"/>
                </a:lnTo>
                <a:lnTo>
                  <a:pt x="55" y="81"/>
                </a:lnTo>
                <a:lnTo>
                  <a:pt x="69" y="111"/>
                </a:lnTo>
                <a:lnTo>
                  <a:pt x="79" y="127"/>
                </a:lnTo>
                <a:lnTo>
                  <a:pt x="94" y="131"/>
                </a:lnTo>
                <a:lnTo>
                  <a:pt x="116" y="133"/>
                </a:lnTo>
                <a:lnTo>
                  <a:pt x="138" y="144"/>
                </a:lnTo>
                <a:lnTo>
                  <a:pt x="163" y="159"/>
                </a:lnTo>
                <a:lnTo>
                  <a:pt x="175" y="172"/>
                </a:lnTo>
                <a:lnTo>
                  <a:pt x="187" y="195"/>
                </a:lnTo>
                <a:lnTo>
                  <a:pt x="195" y="206"/>
                </a:lnTo>
                <a:lnTo>
                  <a:pt x="219" y="221"/>
                </a:lnTo>
                <a:lnTo>
                  <a:pt x="225" y="236"/>
                </a:lnTo>
                <a:lnTo>
                  <a:pt x="227" y="265"/>
                </a:lnTo>
                <a:lnTo>
                  <a:pt x="221" y="282"/>
                </a:lnTo>
                <a:lnTo>
                  <a:pt x="228" y="288"/>
                </a:lnTo>
                <a:lnTo>
                  <a:pt x="240" y="285"/>
                </a:lnTo>
                <a:lnTo>
                  <a:pt x="254" y="272"/>
                </a:lnTo>
                <a:lnTo>
                  <a:pt x="266" y="258"/>
                </a:lnTo>
                <a:lnTo>
                  <a:pt x="272" y="241"/>
                </a:lnTo>
                <a:lnTo>
                  <a:pt x="276" y="207"/>
                </a:lnTo>
                <a:lnTo>
                  <a:pt x="266" y="190"/>
                </a:lnTo>
                <a:lnTo>
                  <a:pt x="252" y="177"/>
                </a:lnTo>
                <a:lnTo>
                  <a:pt x="231" y="163"/>
                </a:lnTo>
                <a:lnTo>
                  <a:pt x="205" y="148"/>
                </a:lnTo>
                <a:lnTo>
                  <a:pt x="177" y="131"/>
                </a:lnTo>
                <a:lnTo>
                  <a:pt x="163" y="122"/>
                </a:lnTo>
                <a:lnTo>
                  <a:pt x="147" y="111"/>
                </a:lnTo>
                <a:lnTo>
                  <a:pt x="133" y="104"/>
                </a:lnTo>
                <a:lnTo>
                  <a:pt x="120" y="97"/>
                </a:lnTo>
                <a:lnTo>
                  <a:pt x="105" y="90"/>
                </a:lnTo>
                <a:lnTo>
                  <a:pt x="91" y="86"/>
                </a:lnTo>
                <a:lnTo>
                  <a:pt x="89" y="72"/>
                </a:lnTo>
                <a:lnTo>
                  <a:pt x="89" y="54"/>
                </a:lnTo>
                <a:lnTo>
                  <a:pt x="85" y="46"/>
                </a:lnTo>
                <a:lnTo>
                  <a:pt x="77" y="41"/>
                </a:lnTo>
                <a:lnTo>
                  <a:pt x="56" y="37"/>
                </a:lnTo>
                <a:lnTo>
                  <a:pt x="53" y="33"/>
                </a:lnTo>
                <a:lnTo>
                  <a:pt x="47" y="11"/>
                </a:lnTo>
                <a:lnTo>
                  <a:pt x="33" y="3"/>
                </a:lnTo>
                <a:lnTo>
                  <a:pt x="17" y="0"/>
                </a:lnTo>
                <a:lnTo>
                  <a:pt x="2" y="11"/>
                </a:lnTo>
                <a:lnTo>
                  <a:pt x="0" y="33"/>
                </a:lnTo>
                <a:lnTo>
                  <a:pt x="5" y="48"/>
                </a:lnTo>
                <a:lnTo>
                  <a:pt x="15" y="58"/>
                </a:lnTo>
                <a:lnTo>
                  <a:pt x="31" y="6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Freeform 17"/>
          <p:cNvSpPr>
            <a:spLocks/>
          </p:cNvSpPr>
          <p:nvPr/>
        </p:nvSpPr>
        <p:spPr bwMode="auto">
          <a:xfrm>
            <a:off x="6907281" y="5020315"/>
            <a:ext cx="71804" cy="55506"/>
          </a:xfrm>
          <a:custGeom>
            <a:avLst/>
            <a:gdLst/>
            <a:ahLst/>
            <a:cxnLst>
              <a:cxn ang="0">
                <a:pos x="207" y="239"/>
              </a:cxn>
              <a:cxn ang="0">
                <a:pos x="215" y="233"/>
              </a:cxn>
              <a:cxn ang="0">
                <a:pos x="237" y="221"/>
              </a:cxn>
              <a:cxn ang="0">
                <a:pos x="267" y="211"/>
              </a:cxn>
              <a:cxn ang="0">
                <a:pos x="289" y="206"/>
              </a:cxn>
              <a:cxn ang="0">
                <a:pos x="299" y="185"/>
              </a:cxn>
              <a:cxn ang="0">
                <a:pos x="304" y="166"/>
              </a:cxn>
              <a:cxn ang="0">
                <a:pos x="304" y="148"/>
              </a:cxn>
              <a:cxn ang="0">
                <a:pos x="300" y="139"/>
              </a:cxn>
              <a:cxn ang="0">
                <a:pos x="318" y="143"/>
              </a:cxn>
              <a:cxn ang="0">
                <a:pos x="336" y="139"/>
              </a:cxn>
              <a:cxn ang="0">
                <a:pos x="345" y="120"/>
              </a:cxn>
              <a:cxn ang="0">
                <a:pos x="345" y="97"/>
              </a:cxn>
              <a:cxn ang="0">
                <a:pos x="341" y="80"/>
              </a:cxn>
              <a:cxn ang="0">
                <a:pos x="349" y="28"/>
              </a:cxn>
              <a:cxn ang="0">
                <a:pos x="347" y="7"/>
              </a:cxn>
              <a:cxn ang="0">
                <a:pos x="341" y="0"/>
              </a:cxn>
              <a:cxn ang="0">
                <a:pos x="328" y="0"/>
              </a:cxn>
              <a:cxn ang="0">
                <a:pos x="309" y="2"/>
              </a:cxn>
              <a:cxn ang="0">
                <a:pos x="283" y="11"/>
              </a:cxn>
              <a:cxn ang="0">
                <a:pos x="272" y="28"/>
              </a:cxn>
              <a:cxn ang="0">
                <a:pos x="269" y="69"/>
              </a:cxn>
              <a:cxn ang="0">
                <a:pos x="253" y="97"/>
              </a:cxn>
              <a:cxn ang="0">
                <a:pos x="231" y="120"/>
              </a:cxn>
              <a:cxn ang="0">
                <a:pos x="207" y="132"/>
              </a:cxn>
              <a:cxn ang="0">
                <a:pos x="195" y="136"/>
              </a:cxn>
              <a:cxn ang="0">
                <a:pos x="179" y="136"/>
              </a:cxn>
              <a:cxn ang="0">
                <a:pos x="169" y="125"/>
              </a:cxn>
              <a:cxn ang="0">
                <a:pos x="169" y="98"/>
              </a:cxn>
              <a:cxn ang="0">
                <a:pos x="177" y="63"/>
              </a:cxn>
              <a:cxn ang="0">
                <a:pos x="172" y="45"/>
              </a:cxn>
              <a:cxn ang="0">
                <a:pos x="157" y="37"/>
              </a:cxn>
              <a:cxn ang="0">
                <a:pos x="147" y="41"/>
              </a:cxn>
              <a:cxn ang="0">
                <a:pos x="135" y="62"/>
              </a:cxn>
              <a:cxn ang="0">
                <a:pos x="128" y="89"/>
              </a:cxn>
              <a:cxn ang="0">
                <a:pos x="118" y="114"/>
              </a:cxn>
              <a:cxn ang="0">
                <a:pos x="108" y="128"/>
              </a:cxn>
              <a:cxn ang="0">
                <a:pos x="78" y="130"/>
              </a:cxn>
              <a:cxn ang="0">
                <a:pos x="51" y="128"/>
              </a:cxn>
              <a:cxn ang="0">
                <a:pos x="35" y="128"/>
              </a:cxn>
              <a:cxn ang="0">
                <a:pos x="24" y="134"/>
              </a:cxn>
              <a:cxn ang="0">
                <a:pos x="14" y="139"/>
              </a:cxn>
              <a:cxn ang="0">
                <a:pos x="3" y="152"/>
              </a:cxn>
              <a:cxn ang="0">
                <a:pos x="0" y="173"/>
              </a:cxn>
              <a:cxn ang="0">
                <a:pos x="18" y="194"/>
              </a:cxn>
              <a:cxn ang="0">
                <a:pos x="43" y="196"/>
              </a:cxn>
              <a:cxn ang="0">
                <a:pos x="78" y="196"/>
              </a:cxn>
              <a:cxn ang="0">
                <a:pos x="90" y="200"/>
              </a:cxn>
              <a:cxn ang="0">
                <a:pos x="98" y="208"/>
              </a:cxn>
              <a:cxn ang="0">
                <a:pos x="104" y="215"/>
              </a:cxn>
              <a:cxn ang="0">
                <a:pos x="111" y="227"/>
              </a:cxn>
              <a:cxn ang="0">
                <a:pos x="118" y="244"/>
              </a:cxn>
              <a:cxn ang="0">
                <a:pos x="126" y="249"/>
              </a:cxn>
              <a:cxn ang="0">
                <a:pos x="140" y="252"/>
              </a:cxn>
              <a:cxn ang="0">
                <a:pos x="148" y="249"/>
              </a:cxn>
              <a:cxn ang="0">
                <a:pos x="166" y="236"/>
              </a:cxn>
              <a:cxn ang="0">
                <a:pos x="175" y="230"/>
              </a:cxn>
              <a:cxn ang="0">
                <a:pos x="193" y="231"/>
              </a:cxn>
              <a:cxn ang="0">
                <a:pos x="207" y="239"/>
              </a:cxn>
            </a:cxnLst>
            <a:rect l="0" t="0" r="r" b="b"/>
            <a:pathLst>
              <a:path w="349" h="252">
                <a:moveTo>
                  <a:pt x="207" y="239"/>
                </a:moveTo>
                <a:lnTo>
                  <a:pt x="215" y="233"/>
                </a:lnTo>
                <a:lnTo>
                  <a:pt x="237" y="221"/>
                </a:lnTo>
                <a:lnTo>
                  <a:pt x="267" y="211"/>
                </a:lnTo>
                <a:lnTo>
                  <a:pt x="289" y="206"/>
                </a:lnTo>
                <a:lnTo>
                  <a:pt x="299" y="185"/>
                </a:lnTo>
                <a:lnTo>
                  <a:pt x="304" y="166"/>
                </a:lnTo>
                <a:lnTo>
                  <a:pt x="304" y="148"/>
                </a:lnTo>
                <a:lnTo>
                  <a:pt x="300" y="139"/>
                </a:lnTo>
                <a:lnTo>
                  <a:pt x="318" y="143"/>
                </a:lnTo>
                <a:lnTo>
                  <a:pt x="336" y="139"/>
                </a:lnTo>
                <a:lnTo>
                  <a:pt x="345" y="120"/>
                </a:lnTo>
                <a:lnTo>
                  <a:pt x="345" y="97"/>
                </a:lnTo>
                <a:lnTo>
                  <a:pt x="341" y="80"/>
                </a:lnTo>
                <a:lnTo>
                  <a:pt x="349" y="28"/>
                </a:lnTo>
                <a:lnTo>
                  <a:pt x="347" y="7"/>
                </a:lnTo>
                <a:lnTo>
                  <a:pt x="341" y="0"/>
                </a:lnTo>
                <a:lnTo>
                  <a:pt x="328" y="0"/>
                </a:lnTo>
                <a:lnTo>
                  <a:pt x="309" y="2"/>
                </a:lnTo>
                <a:lnTo>
                  <a:pt x="283" y="11"/>
                </a:lnTo>
                <a:lnTo>
                  <a:pt x="272" y="28"/>
                </a:lnTo>
                <a:lnTo>
                  <a:pt x="269" y="69"/>
                </a:lnTo>
                <a:lnTo>
                  <a:pt x="253" y="97"/>
                </a:lnTo>
                <a:lnTo>
                  <a:pt x="231" y="120"/>
                </a:lnTo>
                <a:lnTo>
                  <a:pt x="207" y="132"/>
                </a:lnTo>
                <a:lnTo>
                  <a:pt x="195" y="136"/>
                </a:lnTo>
                <a:lnTo>
                  <a:pt x="179" y="136"/>
                </a:lnTo>
                <a:lnTo>
                  <a:pt x="169" y="125"/>
                </a:lnTo>
                <a:lnTo>
                  <a:pt x="169" y="98"/>
                </a:lnTo>
                <a:lnTo>
                  <a:pt x="177" y="63"/>
                </a:lnTo>
                <a:lnTo>
                  <a:pt x="172" y="45"/>
                </a:lnTo>
                <a:lnTo>
                  <a:pt x="157" y="37"/>
                </a:lnTo>
                <a:lnTo>
                  <a:pt x="147" y="41"/>
                </a:lnTo>
                <a:lnTo>
                  <a:pt x="135" y="62"/>
                </a:lnTo>
                <a:lnTo>
                  <a:pt x="128" y="89"/>
                </a:lnTo>
                <a:lnTo>
                  <a:pt x="118" y="114"/>
                </a:lnTo>
                <a:lnTo>
                  <a:pt x="108" y="128"/>
                </a:lnTo>
                <a:lnTo>
                  <a:pt x="78" y="130"/>
                </a:lnTo>
                <a:lnTo>
                  <a:pt x="51" y="128"/>
                </a:lnTo>
                <a:lnTo>
                  <a:pt x="35" y="128"/>
                </a:lnTo>
                <a:lnTo>
                  <a:pt x="24" y="134"/>
                </a:lnTo>
                <a:lnTo>
                  <a:pt x="14" y="139"/>
                </a:lnTo>
                <a:lnTo>
                  <a:pt x="3" y="152"/>
                </a:lnTo>
                <a:lnTo>
                  <a:pt x="0" y="173"/>
                </a:lnTo>
                <a:lnTo>
                  <a:pt x="18" y="194"/>
                </a:lnTo>
                <a:lnTo>
                  <a:pt x="43" y="196"/>
                </a:lnTo>
                <a:lnTo>
                  <a:pt x="78" y="196"/>
                </a:lnTo>
                <a:lnTo>
                  <a:pt x="90" y="200"/>
                </a:lnTo>
                <a:lnTo>
                  <a:pt x="98" y="208"/>
                </a:lnTo>
                <a:lnTo>
                  <a:pt x="104" y="215"/>
                </a:lnTo>
                <a:lnTo>
                  <a:pt x="111" y="227"/>
                </a:lnTo>
                <a:lnTo>
                  <a:pt x="118" y="244"/>
                </a:lnTo>
                <a:lnTo>
                  <a:pt x="126" y="249"/>
                </a:lnTo>
                <a:lnTo>
                  <a:pt x="140" y="252"/>
                </a:lnTo>
                <a:lnTo>
                  <a:pt x="148" y="249"/>
                </a:lnTo>
                <a:lnTo>
                  <a:pt x="166" y="236"/>
                </a:lnTo>
                <a:lnTo>
                  <a:pt x="175" y="230"/>
                </a:lnTo>
                <a:lnTo>
                  <a:pt x="193" y="231"/>
                </a:lnTo>
                <a:lnTo>
                  <a:pt x="207" y="23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Freeform 18"/>
          <p:cNvSpPr>
            <a:spLocks/>
          </p:cNvSpPr>
          <p:nvPr/>
        </p:nvSpPr>
        <p:spPr bwMode="auto">
          <a:xfrm>
            <a:off x="6773463" y="4976951"/>
            <a:ext cx="182774" cy="208148"/>
          </a:xfrm>
          <a:custGeom>
            <a:avLst/>
            <a:gdLst/>
            <a:ahLst/>
            <a:cxnLst>
              <a:cxn ang="0">
                <a:pos x="24" y="13"/>
              </a:cxn>
              <a:cxn ang="0">
                <a:pos x="73" y="56"/>
              </a:cxn>
              <a:cxn ang="0">
                <a:pos x="118" y="89"/>
              </a:cxn>
              <a:cxn ang="0">
                <a:pos x="189" y="97"/>
              </a:cxn>
              <a:cxn ang="0">
                <a:pos x="239" y="120"/>
              </a:cxn>
              <a:cxn ang="0">
                <a:pos x="291" y="162"/>
              </a:cxn>
              <a:cxn ang="0">
                <a:pos x="341" y="184"/>
              </a:cxn>
              <a:cxn ang="0">
                <a:pos x="382" y="238"/>
              </a:cxn>
              <a:cxn ang="0">
                <a:pos x="412" y="292"/>
              </a:cxn>
              <a:cxn ang="0">
                <a:pos x="469" y="339"/>
              </a:cxn>
              <a:cxn ang="0">
                <a:pos x="519" y="385"/>
              </a:cxn>
              <a:cxn ang="0">
                <a:pos x="594" y="406"/>
              </a:cxn>
              <a:cxn ang="0">
                <a:pos x="610" y="427"/>
              </a:cxn>
              <a:cxn ang="0">
                <a:pos x="626" y="455"/>
              </a:cxn>
              <a:cxn ang="0">
                <a:pos x="597" y="489"/>
              </a:cxn>
              <a:cxn ang="0">
                <a:pos x="552" y="501"/>
              </a:cxn>
              <a:cxn ang="0">
                <a:pos x="546" y="528"/>
              </a:cxn>
              <a:cxn ang="0">
                <a:pos x="564" y="577"/>
              </a:cxn>
              <a:cxn ang="0">
                <a:pos x="602" y="596"/>
              </a:cxn>
              <a:cxn ang="0">
                <a:pos x="619" y="607"/>
              </a:cxn>
              <a:cxn ang="0">
                <a:pos x="638" y="634"/>
              </a:cxn>
              <a:cxn ang="0">
                <a:pos x="646" y="674"/>
              </a:cxn>
              <a:cxn ang="0">
                <a:pos x="677" y="724"/>
              </a:cxn>
              <a:cxn ang="0">
                <a:pos x="724" y="729"/>
              </a:cxn>
              <a:cxn ang="0">
                <a:pos x="746" y="742"/>
              </a:cxn>
              <a:cxn ang="0">
                <a:pos x="758" y="776"/>
              </a:cxn>
              <a:cxn ang="0">
                <a:pos x="800" y="788"/>
              </a:cxn>
              <a:cxn ang="0">
                <a:pos x="819" y="820"/>
              </a:cxn>
              <a:cxn ang="0">
                <a:pos x="840" y="872"/>
              </a:cxn>
              <a:cxn ang="0">
                <a:pos x="887" y="881"/>
              </a:cxn>
              <a:cxn ang="0">
                <a:pos x="892" y="904"/>
              </a:cxn>
              <a:cxn ang="0">
                <a:pos x="875" y="914"/>
              </a:cxn>
              <a:cxn ang="0">
                <a:pos x="851" y="953"/>
              </a:cxn>
              <a:cxn ang="0">
                <a:pos x="823" y="956"/>
              </a:cxn>
              <a:cxn ang="0">
                <a:pos x="799" y="949"/>
              </a:cxn>
              <a:cxn ang="0">
                <a:pos x="769" y="918"/>
              </a:cxn>
              <a:cxn ang="0">
                <a:pos x="717" y="907"/>
              </a:cxn>
              <a:cxn ang="0">
                <a:pos x="671" y="875"/>
              </a:cxn>
              <a:cxn ang="0">
                <a:pos x="612" y="864"/>
              </a:cxn>
              <a:cxn ang="0">
                <a:pos x="566" y="826"/>
              </a:cxn>
              <a:cxn ang="0">
                <a:pos x="539" y="773"/>
              </a:cxn>
              <a:cxn ang="0">
                <a:pos x="519" y="742"/>
              </a:cxn>
              <a:cxn ang="0">
                <a:pos x="483" y="697"/>
              </a:cxn>
              <a:cxn ang="0">
                <a:pos x="427" y="646"/>
              </a:cxn>
              <a:cxn ang="0">
                <a:pos x="390" y="619"/>
              </a:cxn>
              <a:cxn ang="0">
                <a:pos x="353" y="589"/>
              </a:cxn>
              <a:cxn ang="0">
                <a:pos x="301" y="577"/>
              </a:cxn>
              <a:cxn ang="0">
                <a:pos x="266" y="589"/>
              </a:cxn>
              <a:cxn ang="0">
                <a:pos x="227" y="621"/>
              </a:cxn>
              <a:cxn ang="0">
                <a:pos x="210" y="658"/>
              </a:cxn>
              <a:cxn ang="0">
                <a:pos x="218" y="712"/>
              </a:cxn>
              <a:cxn ang="0">
                <a:pos x="217" y="756"/>
              </a:cxn>
              <a:cxn ang="0">
                <a:pos x="190" y="778"/>
              </a:cxn>
              <a:cxn ang="0">
                <a:pos x="102" y="765"/>
              </a:cxn>
              <a:cxn ang="0">
                <a:pos x="48" y="768"/>
              </a:cxn>
              <a:cxn ang="0">
                <a:pos x="0" y="762"/>
              </a:cxn>
            </a:cxnLst>
            <a:rect l="0" t="0" r="r" b="b"/>
            <a:pathLst>
              <a:path w="894" h="956">
                <a:moveTo>
                  <a:pt x="2" y="0"/>
                </a:moveTo>
                <a:lnTo>
                  <a:pt x="24" y="13"/>
                </a:lnTo>
                <a:lnTo>
                  <a:pt x="52" y="34"/>
                </a:lnTo>
                <a:lnTo>
                  <a:pt x="73" y="56"/>
                </a:lnTo>
                <a:lnTo>
                  <a:pt x="91" y="76"/>
                </a:lnTo>
                <a:lnTo>
                  <a:pt x="118" y="89"/>
                </a:lnTo>
                <a:lnTo>
                  <a:pt x="157" y="93"/>
                </a:lnTo>
                <a:lnTo>
                  <a:pt x="189" y="97"/>
                </a:lnTo>
                <a:lnTo>
                  <a:pt x="216" y="105"/>
                </a:lnTo>
                <a:lnTo>
                  <a:pt x="239" y="120"/>
                </a:lnTo>
                <a:lnTo>
                  <a:pt x="265" y="149"/>
                </a:lnTo>
                <a:lnTo>
                  <a:pt x="291" y="162"/>
                </a:lnTo>
                <a:lnTo>
                  <a:pt x="318" y="173"/>
                </a:lnTo>
                <a:lnTo>
                  <a:pt x="341" y="184"/>
                </a:lnTo>
                <a:lnTo>
                  <a:pt x="367" y="205"/>
                </a:lnTo>
                <a:lnTo>
                  <a:pt x="382" y="238"/>
                </a:lnTo>
                <a:lnTo>
                  <a:pt x="396" y="267"/>
                </a:lnTo>
                <a:lnTo>
                  <a:pt x="412" y="292"/>
                </a:lnTo>
                <a:lnTo>
                  <a:pt x="439" y="322"/>
                </a:lnTo>
                <a:lnTo>
                  <a:pt x="469" y="339"/>
                </a:lnTo>
                <a:lnTo>
                  <a:pt x="493" y="358"/>
                </a:lnTo>
                <a:lnTo>
                  <a:pt x="519" y="385"/>
                </a:lnTo>
                <a:lnTo>
                  <a:pt x="546" y="402"/>
                </a:lnTo>
                <a:lnTo>
                  <a:pt x="594" y="406"/>
                </a:lnTo>
                <a:lnTo>
                  <a:pt x="605" y="408"/>
                </a:lnTo>
                <a:lnTo>
                  <a:pt x="610" y="427"/>
                </a:lnTo>
                <a:lnTo>
                  <a:pt x="622" y="436"/>
                </a:lnTo>
                <a:lnTo>
                  <a:pt x="626" y="455"/>
                </a:lnTo>
                <a:lnTo>
                  <a:pt x="619" y="473"/>
                </a:lnTo>
                <a:lnTo>
                  <a:pt x="597" y="489"/>
                </a:lnTo>
                <a:lnTo>
                  <a:pt x="573" y="497"/>
                </a:lnTo>
                <a:lnTo>
                  <a:pt x="552" y="501"/>
                </a:lnTo>
                <a:lnTo>
                  <a:pt x="541" y="497"/>
                </a:lnTo>
                <a:lnTo>
                  <a:pt x="546" y="528"/>
                </a:lnTo>
                <a:lnTo>
                  <a:pt x="552" y="554"/>
                </a:lnTo>
                <a:lnTo>
                  <a:pt x="564" y="577"/>
                </a:lnTo>
                <a:lnTo>
                  <a:pt x="582" y="591"/>
                </a:lnTo>
                <a:lnTo>
                  <a:pt x="602" y="596"/>
                </a:lnTo>
                <a:lnTo>
                  <a:pt x="601" y="595"/>
                </a:lnTo>
                <a:lnTo>
                  <a:pt x="619" y="607"/>
                </a:lnTo>
                <a:lnTo>
                  <a:pt x="628" y="619"/>
                </a:lnTo>
                <a:lnTo>
                  <a:pt x="638" y="634"/>
                </a:lnTo>
                <a:lnTo>
                  <a:pt x="639" y="649"/>
                </a:lnTo>
                <a:lnTo>
                  <a:pt x="646" y="674"/>
                </a:lnTo>
                <a:lnTo>
                  <a:pt x="657" y="702"/>
                </a:lnTo>
                <a:lnTo>
                  <a:pt x="677" y="724"/>
                </a:lnTo>
                <a:lnTo>
                  <a:pt x="695" y="732"/>
                </a:lnTo>
                <a:lnTo>
                  <a:pt x="724" y="729"/>
                </a:lnTo>
                <a:lnTo>
                  <a:pt x="737" y="729"/>
                </a:lnTo>
                <a:lnTo>
                  <a:pt x="746" y="742"/>
                </a:lnTo>
                <a:lnTo>
                  <a:pt x="754" y="768"/>
                </a:lnTo>
                <a:lnTo>
                  <a:pt x="758" y="776"/>
                </a:lnTo>
                <a:lnTo>
                  <a:pt x="780" y="784"/>
                </a:lnTo>
                <a:lnTo>
                  <a:pt x="800" y="788"/>
                </a:lnTo>
                <a:lnTo>
                  <a:pt x="807" y="796"/>
                </a:lnTo>
                <a:lnTo>
                  <a:pt x="819" y="820"/>
                </a:lnTo>
                <a:lnTo>
                  <a:pt x="825" y="859"/>
                </a:lnTo>
                <a:lnTo>
                  <a:pt x="840" y="872"/>
                </a:lnTo>
                <a:lnTo>
                  <a:pt x="863" y="875"/>
                </a:lnTo>
                <a:lnTo>
                  <a:pt x="887" y="881"/>
                </a:lnTo>
                <a:lnTo>
                  <a:pt x="894" y="891"/>
                </a:lnTo>
                <a:lnTo>
                  <a:pt x="892" y="904"/>
                </a:lnTo>
                <a:lnTo>
                  <a:pt x="886" y="912"/>
                </a:lnTo>
                <a:lnTo>
                  <a:pt x="875" y="914"/>
                </a:lnTo>
                <a:lnTo>
                  <a:pt x="866" y="936"/>
                </a:lnTo>
                <a:lnTo>
                  <a:pt x="851" y="953"/>
                </a:lnTo>
                <a:lnTo>
                  <a:pt x="838" y="956"/>
                </a:lnTo>
                <a:lnTo>
                  <a:pt x="823" y="956"/>
                </a:lnTo>
                <a:lnTo>
                  <a:pt x="811" y="956"/>
                </a:lnTo>
                <a:lnTo>
                  <a:pt x="799" y="949"/>
                </a:lnTo>
                <a:lnTo>
                  <a:pt x="782" y="931"/>
                </a:lnTo>
                <a:lnTo>
                  <a:pt x="769" y="918"/>
                </a:lnTo>
                <a:lnTo>
                  <a:pt x="748" y="912"/>
                </a:lnTo>
                <a:lnTo>
                  <a:pt x="717" y="907"/>
                </a:lnTo>
                <a:lnTo>
                  <a:pt x="694" y="895"/>
                </a:lnTo>
                <a:lnTo>
                  <a:pt x="671" y="875"/>
                </a:lnTo>
                <a:lnTo>
                  <a:pt x="647" y="867"/>
                </a:lnTo>
                <a:lnTo>
                  <a:pt x="612" y="864"/>
                </a:lnTo>
                <a:lnTo>
                  <a:pt x="587" y="846"/>
                </a:lnTo>
                <a:lnTo>
                  <a:pt x="566" y="826"/>
                </a:lnTo>
                <a:lnTo>
                  <a:pt x="549" y="796"/>
                </a:lnTo>
                <a:lnTo>
                  <a:pt x="539" y="773"/>
                </a:lnTo>
                <a:lnTo>
                  <a:pt x="531" y="757"/>
                </a:lnTo>
                <a:lnTo>
                  <a:pt x="519" y="742"/>
                </a:lnTo>
                <a:lnTo>
                  <a:pt x="504" y="722"/>
                </a:lnTo>
                <a:lnTo>
                  <a:pt x="483" y="697"/>
                </a:lnTo>
                <a:lnTo>
                  <a:pt x="450" y="666"/>
                </a:lnTo>
                <a:lnTo>
                  <a:pt x="427" y="646"/>
                </a:lnTo>
                <a:lnTo>
                  <a:pt x="409" y="632"/>
                </a:lnTo>
                <a:lnTo>
                  <a:pt x="390" y="619"/>
                </a:lnTo>
                <a:lnTo>
                  <a:pt x="369" y="600"/>
                </a:lnTo>
                <a:lnTo>
                  <a:pt x="353" y="589"/>
                </a:lnTo>
                <a:lnTo>
                  <a:pt x="327" y="580"/>
                </a:lnTo>
                <a:lnTo>
                  <a:pt x="301" y="577"/>
                </a:lnTo>
                <a:lnTo>
                  <a:pt x="284" y="580"/>
                </a:lnTo>
                <a:lnTo>
                  <a:pt x="266" y="589"/>
                </a:lnTo>
                <a:lnTo>
                  <a:pt x="251" y="599"/>
                </a:lnTo>
                <a:lnTo>
                  <a:pt x="227" y="621"/>
                </a:lnTo>
                <a:lnTo>
                  <a:pt x="212" y="637"/>
                </a:lnTo>
                <a:lnTo>
                  <a:pt x="210" y="658"/>
                </a:lnTo>
                <a:lnTo>
                  <a:pt x="212" y="690"/>
                </a:lnTo>
                <a:lnTo>
                  <a:pt x="218" y="712"/>
                </a:lnTo>
                <a:lnTo>
                  <a:pt x="220" y="744"/>
                </a:lnTo>
                <a:lnTo>
                  <a:pt x="217" y="756"/>
                </a:lnTo>
                <a:lnTo>
                  <a:pt x="207" y="768"/>
                </a:lnTo>
                <a:lnTo>
                  <a:pt x="190" y="778"/>
                </a:lnTo>
                <a:lnTo>
                  <a:pt x="161" y="776"/>
                </a:lnTo>
                <a:lnTo>
                  <a:pt x="102" y="765"/>
                </a:lnTo>
                <a:lnTo>
                  <a:pt x="67" y="765"/>
                </a:lnTo>
                <a:lnTo>
                  <a:pt x="48" y="768"/>
                </a:lnTo>
                <a:lnTo>
                  <a:pt x="27" y="766"/>
                </a:lnTo>
                <a:lnTo>
                  <a:pt x="0" y="762"/>
                </a:lnTo>
                <a:lnTo>
                  <a:pt x="2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Freeform 19"/>
          <p:cNvSpPr>
            <a:spLocks/>
          </p:cNvSpPr>
          <p:nvPr/>
        </p:nvSpPr>
        <p:spPr bwMode="auto">
          <a:xfrm>
            <a:off x="6577634" y="4926649"/>
            <a:ext cx="197462" cy="215086"/>
          </a:xfrm>
          <a:custGeom>
            <a:avLst/>
            <a:gdLst/>
            <a:ahLst/>
            <a:cxnLst>
              <a:cxn ang="0">
                <a:pos x="910" y="972"/>
              </a:cxn>
              <a:cxn ang="0">
                <a:pos x="874" y="915"/>
              </a:cxn>
              <a:cxn ang="0">
                <a:pos x="834" y="868"/>
              </a:cxn>
              <a:cxn ang="0">
                <a:pos x="781" y="887"/>
              </a:cxn>
              <a:cxn ang="0">
                <a:pos x="692" y="912"/>
              </a:cxn>
              <a:cxn ang="0">
                <a:pos x="625" y="924"/>
              </a:cxn>
              <a:cxn ang="0">
                <a:pos x="654" y="829"/>
              </a:cxn>
              <a:cxn ang="0">
                <a:pos x="690" y="802"/>
              </a:cxn>
              <a:cxn ang="0">
                <a:pos x="722" y="772"/>
              </a:cxn>
              <a:cxn ang="0">
                <a:pos x="692" y="729"/>
              </a:cxn>
              <a:cxn ang="0">
                <a:pos x="665" y="667"/>
              </a:cxn>
              <a:cxn ang="0">
                <a:pos x="618" y="570"/>
              </a:cxn>
              <a:cxn ang="0">
                <a:pos x="571" y="534"/>
              </a:cxn>
              <a:cxn ang="0">
                <a:pos x="450" y="465"/>
              </a:cxn>
              <a:cxn ang="0">
                <a:pos x="371" y="462"/>
              </a:cxn>
              <a:cxn ang="0">
                <a:pos x="315" y="420"/>
              </a:cxn>
              <a:cxn ang="0">
                <a:pos x="250" y="377"/>
              </a:cxn>
              <a:cxn ang="0">
                <a:pos x="218" y="428"/>
              </a:cxn>
              <a:cxn ang="0">
                <a:pos x="167" y="414"/>
              </a:cxn>
              <a:cxn ang="0">
                <a:pos x="150" y="327"/>
              </a:cxn>
              <a:cxn ang="0">
                <a:pos x="85" y="296"/>
              </a:cxn>
              <a:cxn ang="0">
                <a:pos x="89" y="268"/>
              </a:cxn>
              <a:cxn ang="0">
                <a:pos x="140" y="251"/>
              </a:cxn>
              <a:cxn ang="0">
                <a:pos x="200" y="233"/>
              </a:cxn>
              <a:cxn ang="0">
                <a:pos x="182" y="205"/>
              </a:cxn>
              <a:cxn ang="0">
                <a:pos x="103" y="211"/>
              </a:cxn>
              <a:cxn ang="0">
                <a:pos x="55" y="146"/>
              </a:cxn>
              <a:cxn ang="0">
                <a:pos x="4" y="131"/>
              </a:cxn>
              <a:cxn ang="0">
                <a:pos x="28" y="97"/>
              </a:cxn>
              <a:cxn ang="0">
                <a:pos x="17" y="52"/>
              </a:cxn>
              <a:cxn ang="0">
                <a:pos x="75" y="36"/>
              </a:cxn>
              <a:cxn ang="0">
                <a:pos x="136" y="0"/>
              </a:cxn>
              <a:cxn ang="0">
                <a:pos x="209" y="37"/>
              </a:cxn>
              <a:cxn ang="0">
                <a:pos x="257" y="40"/>
              </a:cxn>
              <a:cxn ang="0">
                <a:pos x="276" y="97"/>
              </a:cxn>
              <a:cxn ang="0">
                <a:pos x="276" y="194"/>
              </a:cxn>
              <a:cxn ang="0">
                <a:pos x="291" y="251"/>
              </a:cxn>
              <a:cxn ang="0">
                <a:pos x="352" y="272"/>
              </a:cxn>
              <a:cxn ang="0">
                <a:pos x="405" y="335"/>
              </a:cxn>
              <a:cxn ang="0">
                <a:pos x="445" y="277"/>
              </a:cxn>
              <a:cxn ang="0">
                <a:pos x="489" y="254"/>
              </a:cxn>
              <a:cxn ang="0">
                <a:pos x="515" y="194"/>
              </a:cxn>
              <a:cxn ang="0">
                <a:pos x="561" y="157"/>
              </a:cxn>
              <a:cxn ang="0">
                <a:pos x="630" y="139"/>
              </a:cxn>
              <a:cxn ang="0">
                <a:pos x="732" y="186"/>
              </a:cxn>
              <a:cxn ang="0">
                <a:pos x="822" y="217"/>
              </a:cxn>
              <a:cxn ang="0">
                <a:pos x="934" y="222"/>
              </a:cxn>
            </a:cxnLst>
            <a:rect l="0" t="0" r="r" b="b"/>
            <a:pathLst>
              <a:path w="963" h="996">
                <a:moveTo>
                  <a:pt x="961" y="996"/>
                </a:moveTo>
                <a:lnTo>
                  <a:pt x="932" y="988"/>
                </a:lnTo>
                <a:lnTo>
                  <a:pt x="910" y="972"/>
                </a:lnTo>
                <a:lnTo>
                  <a:pt x="897" y="957"/>
                </a:lnTo>
                <a:lnTo>
                  <a:pt x="886" y="940"/>
                </a:lnTo>
                <a:lnTo>
                  <a:pt x="874" y="915"/>
                </a:lnTo>
                <a:lnTo>
                  <a:pt x="858" y="885"/>
                </a:lnTo>
                <a:lnTo>
                  <a:pt x="851" y="873"/>
                </a:lnTo>
                <a:lnTo>
                  <a:pt x="834" y="868"/>
                </a:lnTo>
                <a:lnTo>
                  <a:pt x="816" y="871"/>
                </a:lnTo>
                <a:lnTo>
                  <a:pt x="800" y="877"/>
                </a:lnTo>
                <a:lnTo>
                  <a:pt x="781" y="887"/>
                </a:lnTo>
                <a:lnTo>
                  <a:pt x="764" y="902"/>
                </a:lnTo>
                <a:lnTo>
                  <a:pt x="731" y="908"/>
                </a:lnTo>
                <a:lnTo>
                  <a:pt x="692" y="912"/>
                </a:lnTo>
                <a:lnTo>
                  <a:pt x="662" y="914"/>
                </a:lnTo>
                <a:lnTo>
                  <a:pt x="637" y="924"/>
                </a:lnTo>
                <a:lnTo>
                  <a:pt x="625" y="924"/>
                </a:lnTo>
                <a:lnTo>
                  <a:pt x="628" y="900"/>
                </a:lnTo>
                <a:lnTo>
                  <a:pt x="637" y="877"/>
                </a:lnTo>
                <a:lnTo>
                  <a:pt x="654" y="829"/>
                </a:lnTo>
                <a:lnTo>
                  <a:pt x="662" y="813"/>
                </a:lnTo>
                <a:lnTo>
                  <a:pt x="676" y="804"/>
                </a:lnTo>
                <a:lnTo>
                  <a:pt x="690" y="802"/>
                </a:lnTo>
                <a:lnTo>
                  <a:pt x="719" y="804"/>
                </a:lnTo>
                <a:lnTo>
                  <a:pt x="722" y="798"/>
                </a:lnTo>
                <a:lnTo>
                  <a:pt x="722" y="772"/>
                </a:lnTo>
                <a:lnTo>
                  <a:pt x="711" y="742"/>
                </a:lnTo>
                <a:lnTo>
                  <a:pt x="705" y="733"/>
                </a:lnTo>
                <a:lnTo>
                  <a:pt x="692" y="729"/>
                </a:lnTo>
                <a:lnTo>
                  <a:pt x="679" y="718"/>
                </a:lnTo>
                <a:lnTo>
                  <a:pt x="673" y="690"/>
                </a:lnTo>
                <a:lnTo>
                  <a:pt x="665" y="667"/>
                </a:lnTo>
                <a:lnTo>
                  <a:pt x="654" y="640"/>
                </a:lnTo>
                <a:lnTo>
                  <a:pt x="634" y="589"/>
                </a:lnTo>
                <a:lnTo>
                  <a:pt x="618" y="570"/>
                </a:lnTo>
                <a:lnTo>
                  <a:pt x="606" y="559"/>
                </a:lnTo>
                <a:lnTo>
                  <a:pt x="587" y="546"/>
                </a:lnTo>
                <a:lnTo>
                  <a:pt x="571" y="534"/>
                </a:lnTo>
                <a:lnTo>
                  <a:pt x="552" y="522"/>
                </a:lnTo>
                <a:lnTo>
                  <a:pt x="468" y="472"/>
                </a:lnTo>
                <a:lnTo>
                  <a:pt x="450" y="465"/>
                </a:lnTo>
                <a:lnTo>
                  <a:pt x="426" y="460"/>
                </a:lnTo>
                <a:lnTo>
                  <a:pt x="403" y="462"/>
                </a:lnTo>
                <a:lnTo>
                  <a:pt x="371" y="462"/>
                </a:lnTo>
                <a:lnTo>
                  <a:pt x="354" y="455"/>
                </a:lnTo>
                <a:lnTo>
                  <a:pt x="330" y="431"/>
                </a:lnTo>
                <a:lnTo>
                  <a:pt x="315" y="420"/>
                </a:lnTo>
                <a:lnTo>
                  <a:pt x="298" y="407"/>
                </a:lnTo>
                <a:lnTo>
                  <a:pt x="270" y="387"/>
                </a:lnTo>
                <a:lnTo>
                  <a:pt x="250" y="377"/>
                </a:lnTo>
                <a:lnTo>
                  <a:pt x="236" y="383"/>
                </a:lnTo>
                <a:lnTo>
                  <a:pt x="230" y="402"/>
                </a:lnTo>
                <a:lnTo>
                  <a:pt x="218" y="428"/>
                </a:lnTo>
                <a:lnTo>
                  <a:pt x="202" y="434"/>
                </a:lnTo>
                <a:lnTo>
                  <a:pt x="182" y="431"/>
                </a:lnTo>
                <a:lnTo>
                  <a:pt x="167" y="414"/>
                </a:lnTo>
                <a:lnTo>
                  <a:pt x="164" y="384"/>
                </a:lnTo>
                <a:lnTo>
                  <a:pt x="160" y="351"/>
                </a:lnTo>
                <a:lnTo>
                  <a:pt x="150" y="327"/>
                </a:lnTo>
                <a:lnTo>
                  <a:pt x="128" y="309"/>
                </a:lnTo>
                <a:lnTo>
                  <a:pt x="105" y="302"/>
                </a:lnTo>
                <a:lnTo>
                  <a:pt x="85" y="296"/>
                </a:lnTo>
                <a:lnTo>
                  <a:pt x="84" y="281"/>
                </a:lnTo>
                <a:lnTo>
                  <a:pt x="85" y="271"/>
                </a:lnTo>
                <a:lnTo>
                  <a:pt x="89" y="268"/>
                </a:lnTo>
                <a:lnTo>
                  <a:pt x="126" y="268"/>
                </a:lnTo>
                <a:lnTo>
                  <a:pt x="135" y="263"/>
                </a:lnTo>
                <a:lnTo>
                  <a:pt x="140" y="251"/>
                </a:lnTo>
                <a:lnTo>
                  <a:pt x="148" y="244"/>
                </a:lnTo>
                <a:lnTo>
                  <a:pt x="186" y="239"/>
                </a:lnTo>
                <a:lnTo>
                  <a:pt x="200" y="233"/>
                </a:lnTo>
                <a:lnTo>
                  <a:pt x="203" y="221"/>
                </a:lnTo>
                <a:lnTo>
                  <a:pt x="199" y="206"/>
                </a:lnTo>
                <a:lnTo>
                  <a:pt x="182" y="205"/>
                </a:lnTo>
                <a:lnTo>
                  <a:pt x="155" y="214"/>
                </a:lnTo>
                <a:lnTo>
                  <a:pt x="134" y="218"/>
                </a:lnTo>
                <a:lnTo>
                  <a:pt x="103" y="211"/>
                </a:lnTo>
                <a:lnTo>
                  <a:pt x="78" y="191"/>
                </a:lnTo>
                <a:lnTo>
                  <a:pt x="67" y="164"/>
                </a:lnTo>
                <a:lnTo>
                  <a:pt x="55" y="146"/>
                </a:lnTo>
                <a:lnTo>
                  <a:pt x="40" y="136"/>
                </a:lnTo>
                <a:lnTo>
                  <a:pt x="20" y="134"/>
                </a:lnTo>
                <a:lnTo>
                  <a:pt x="4" y="131"/>
                </a:lnTo>
                <a:lnTo>
                  <a:pt x="0" y="121"/>
                </a:lnTo>
                <a:lnTo>
                  <a:pt x="1" y="111"/>
                </a:lnTo>
                <a:lnTo>
                  <a:pt x="28" y="97"/>
                </a:lnTo>
                <a:lnTo>
                  <a:pt x="32" y="82"/>
                </a:lnTo>
                <a:lnTo>
                  <a:pt x="20" y="70"/>
                </a:lnTo>
                <a:lnTo>
                  <a:pt x="17" y="52"/>
                </a:lnTo>
                <a:lnTo>
                  <a:pt x="29" y="37"/>
                </a:lnTo>
                <a:lnTo>
                  <a:pt x="51" y="33"/>
                </a:lnTo>
                <a:lnTo>
                  <a:pt x="75" y="36"/>
                </a:lnTo>
                <a:lnTo>
                  <a:pt x="98" y="14"/>
                </a:lnTo>
                <a:lnTo>
                  <a:pt x="123" y="1"/>
                </a:lnTo>
                <a:lnTo>
                  <a:pt x="136" y="0"/>
                </a:lnTo>
                <a:lnTo>
                  <a:pt x="163" y="0"/>
                </a:lnTo>
                <a:lnTo>
                  <a:pt x="183" y="10"/>
                </a:lnTo>
                <a:lnTo>
                  <a:pt x="209" y="37"/>
                </a:lnTo>
                <a:lnTo>
                  <a:pt x="222" y="40"/>
                </a:lnTo>
                <a:lnTo>
                  <a:pt x="234" y="37"/>
                </a:lnTo>
                <a:lnTo>
                  <a:pt x="257" y="40"/>
                </a:lnTo>
                <a:lnTo>
                  <a:pt x="273" y="56"/>
                </a:lnTo>
                <a:lnTo>
                  <a:pt x="277" y="78"/>
                </a:lnTo>
                <a:lnTo>
                  <a:pt x="276" y="97"/>
                </a:lnTo>
                <a:lnTo>
                  <a:pt x="269" y="136"/>
                </a:lnTo>
                <a:lnTo>
                  <a:pt x="270" y="164"/>
                </a:lnTo>
                <a:lnTo>
                  <a:pt x="276" y="194"/>
                </a:lnTo>
                <a:lnTo>
                  <a:pt x="278" y="228"/>
                </a:lnTo>
                <a:lnTo>
                  <a:pt x="285" y="246"/>
                </a:lnTo>
                <a:lnTo>
                  <a:pt x="291" y="251"/>
                </a:lnTo>
                <a:lnTo>
                  <a:pt x="318" y="250"/>
                </a:lnTo>
                <a:lnTo>
                  <a:pt x="340" y="255"/>
                </a:lnTo>
                <a:lnTo>
                  <a:pt x="352" y="272"/>
                </a:lnTo>
                <a:lnTo>
                  <a:pt x="368" y="308"/>
                </a:lnTo>
                <a:lnTo>
                  <a:pt x="386" y="331"/>
                </a:lnTo>
                <a:lnTo>
                  <a:pt x="405" y="335"/>
                </a:lnTo>
                <a:lnTo>
                  <a:pt x="418" y="323"/>
                </a:lnTo>
                <a:lnTo>
                  <a:pt x="430" y="300"/>
                </a:lnTo>
                <a:lnTo>
                  <a:pt x="445" y="277"/>
                </a:lnTo>
                <a:lnTo>
                  <a:pt x="465" y="264"/>
                </a:lnTo>
                <a:lnTo>
                  <a:pt x="485" y="260"/>
                </a:lnTo>
                <a:lnTo>
                  <a:pt x="489" y="254"/>
                </a:lnTo>
                <a:lnTo>
                  <a:pt x="489" y="217"/>
                </a:lnTo>
                <a:lnTo>
                  <a:pt x="498" y="202"/>
                </a:lnTo>
                <a:lnTo>
                  <a:pt x="515" y="194"/>
                </a:lnTo>
                <a:lnTo>
                  <a:pt x="540" y="192"/>
                </a:lnTo>
                <a:lnTo>
                  <a:pt x="553" y="180"/>
                </a:lnTo>
                <a:lnTo>
                  <a:pt x="561" y="157"/>
                </a:lnTo>
                <a:lnTo>
                  <a:pt x="570" y="142"/>
                </a:lnTo>
                <a:lnTo>
                  <a:pt x="585" y="134"/>
                </a:lnTo>
                <a:lnTo>
                  <a:pt x="630" y="139"/>
                </a:lnTo>
                <a:lnTo>
                  <a:pt x="677" y="155"/>
                </a:lnTo>
                <a:lnTo>
                  <a:pt x="703" y="168"/>
                </a:lnTo>
                <a:lnTo>
                  <a:pt x="732" y="186"/>
                </a:lnTo>
                <a:lnTo>
                  <a:pt x="759" y="205"/>
                </a:lnTo>
                <a:lnTo>
                  <a:pt x="785" y="214"/>
                </a:lnTo>
                <a:lnTo>
                  <a:pt x="822" y="217"/>
                </a:lnTo>
                <a:lnTo>
                  <a:pt x="866" y="211"/>
                </a:lnTo>
                <a:lnTo>
                  <a:pt x="898" y="214"/>
                </a:lnTo>
                <a:lnTo>
                  <a:pt x="934" y="222"/>
                </a:lnTo>
                <a:lnTo>
                  <a:pt x="963" y="234"/>
                </a:lnTo>
                <a:lnTo>
                  <a:pt x="961" y="99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12700" cmpd="sng">
            <a:noFill/>
            <a:prstDash val="solid"/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Freeform 20"/>
          <p:cNvSpPr>
            <a:spLocks/>
          </p:cNvSpPr>
          <p:nvPr/>
        </p:nvSpPr>
        <p:spPr bwMode="auto">
          <a:xfrm>
            <a:off x="7341369" y="5884128"/>
            <a:ext cx="104442" cy="145703"/>
          </a:xfrm>
          <a:custGeom>
            <a:avLst/>
            <a:gdLst/>
            <a:ahLst/>
            <a:cxnLst>
              <a:cxn ang="0">
                <a:pos x="360" y="12"/>
              </a:cxn>
              <a:cxn ang="0">
                <a:pos x="340" y="47"/>
              </a:cxn>
              <a:cxn ang="0">
                <a:pos x="329" y="110"/>
              </a:cxn>
              <a:cxn ang="0">
                <a:pos x="296" y="165"/>
              </a:cxn>
              <a:cxn ang="0">
                <a:pos x="262" y="229"/>
              </a:cxn>
              <a:cxn ang="0">
                <a:pos x="234" y="268"/>
              </a:cxn>
              <a:cxn ang="0">
                <a:pos x="168" y="308"/>
              </a:cxn>
              <a:cxn ang="0">
                <a:pos x="120" y="345"/>
              </a:cxn>
              <a:cxn ang="0">
                <a:pos x="54" y="423"/>
              </a:cxn>
              <a:cxn ang="0">
                <a:pos x="29" y="497"/>
              </a:cxn>
              <a:cxn ang="0">
                <a:pos x="18" y="556"/>
              </a:cxn>
              <a:cxn ang="0">
                <a:pos x="0" y="628"/>
              </a:cxn>
              <a:cxn ang="0">
                <a:pos x="39" y="641"/>
              </a:cxn>
              <a:cxn ang="0">
                <a:pos x="75" y="624"/>
              </a:cxn>
              <a:cxn ang="0">
                <a:pos x="117" y="636"/>
              </a:cxn>
              <a:cxn ang="0">
                <a:pos x="145" y="616"/>
              </a:cxn>
              <a:cxn ang="0">
                <a:pos x="201" y="632"/>
              </a:cxn>
              <a:cxn ang="0">
                <a:pos x="221" y="667"/>
              </a:cxn>
              <a:cxn ang="0">
                <a:pos x="267" y="655"/>
              </a:cxn>
              <a:cxn ang="0">
                <a:pos x="283" y="602"/>
              </a:cxn>
              <a:cxn ang="0">
                <a:pos x="313" y="533"/>
              </a:cxn>
              <a:cxn ang="0">
                <a:pos x="321" y="496"/>
              </a:cxn>
              <a:cxn ang="0">
                <a:pos x="348" y="438"/>
              </a:cxn>
              <a:cxn ang="0">
                <a:pos x="397" y="382"/>
              </a:cxn>
              <a:cxn ang="0">
                <a:pos x="444" y="365"/>
              </a:cxn>
              <a:cxn ang="0">
                <a:pos x="459" y="338"/>
              </a:cxn>
              <a:cxn ang="0">
                <a:pos x="446" y="305"/>
              </a:cxn>
              <a:cxn ang="0">
                <a:pos x="480" y="281"/>
              </a:cxn>
              <a:cxn ang="0">
                <a:pos x="476" y="248"/>
              </a:cxn>
              <a:cxn ang="0">
                <a:pos x="498" y="174"/>
              </a:cxn>
              <a:cxn ang="0">
                <a:pos x="501" y="124"/>
              </a:cxn>
              <a:cxn ang="0">
                <a:pos x="506" y="80"/>
              </a:cxn>
              <a:cxn ang="0">
                <a:pos x="474" y="64"/>
              </a:cxn>
              <a:cxn ang="0">
                <a:pos x="442" y="72"/>
              </a:cxn>
              <a:cxn ang="0">
                <a:pos x="417" y="55"/>
              </a:cxn>
              <a:cxn ang="0">
                <a:pos x="402" y="2"/>
              </a:cxn>
            </a:cxnLst>
            <a:rect l="0" t="0" r="r" b="b"/>
            <a:pathLst>
              <a:path w="506" h="669">
                <a:moveTo>
                  <a:pt x="391" y="0"/>
                </a:moveTo>
                <a:lnTo>
                  <a:pt x="360" y="12"/>
                </a:lnTo>
                <a:lnTo>
                  <a:pt x="348" y="19"/>
                </a:lnTo>
                <a:lnTo>
                  <a:pt x="340" y="47"/>
                </a:lnTo>
                <a:lnTo>
                  <a:pt x="336" y="82"/>
                </a:lnTo>
                <a:lnTo>
                  <a:pt x="329" y="110"/>
                </a:lnTo>
                <a:lnTo>
                  <a:pt x="313" y="132"/>
                </a:lnTo>
                <a:lnTo>
                  <a:pt x="296" y="165"/>
                </a:lnTo>
                <a:lnTo>
                  <a:pt x="283" y="208"/>
                </a:lnTo>
                <a:lnTo>
                  <a:pt x="262" y="229"/>
                </a:lnTo>
                <a:lnTo>
                  <a:pt x="249" y="243"/>
                </a:lnTo>
                <a:lnTo>
                  <a:pt x="234" y="268"/>
                </a:lnTo>
                <a:lnTo>
                  <a:pt x="199" y="289"/>
                </a:lnTo>
                <a:lnTo>
                  <a:pt x="168" y="308"/>
                </a:lnTo>
                <a:lnTo>
                  <a:pt x="150" y="319"/>
                </a:lnTo>
                <a:lnTo>
                  <a:pt x="120" y="345"/>
                </a:lnTo>
                <a:lnTo>
                  <a:pt x="85" y="375"/>
                </a:lnTo>
                <a:lnTo>
                  <a:pt x="54" y="423"/>
                </a:lnTo>
                <a:lnTo>
                  <a:pt x="36" y="469"/>
                </a:lnTo>
                <a:lnTo>
                  <a:pt x="29" y="497"/>
                </a:lnTo>
                <a:lnTo>
                  <a:pt x="24" y="531"/>
                </a:lnTo>
                <a:lnTo>
                  <a:pt x="18" y="556"/>
                </a:lnTo>
                <a:lnTo>
                  <a:pt x="9" y="604"/>
                </a:lnTo>
                <a:lnTo>
                  <a:pt x="0" y="628"/>
                </a:lnTo>
                <a:lnTo>
                  <a:pt x="12" y="634"/>
                </a:lnTo>
                <a:lnTo>
                  <a:pt x="39" y="641"/>
                </a:lnTo>
                <a:lnTo>
                  <a:pt x="61" y="627"/>
                </a:lnTo>
                <a:lnTo>
                  <a:pt x="75" y="624"/>
                </a:lnTo>
                <a:lnTo>
                  <a:pt x="98" y="639"/>
                </a:lnTo>
                <a:lnTo>
                  <a:pt x="117" y="636"/>
                </a:lnTo>
                <a:lnTo>
                  <a:pt x="125" y="628"/>
                </a:lnTo>
                <a:lnTo>
                  <a:pt x="145" y="616"/>
                </a:lnTo>
                <a:lnTo>
                  <a:pt x="181" y="616"/>
                </a:lnTo>
                <a:lnTo>
                  <a:pt x="201" y="632"/>
                </a:lnTo>
                <a:lnTo>
                  <a:pt x="212" y="655"/>
                </a:lnTo>
                <a:lnTo>
                  <a:pt x="221" y="667"/>
                </a:lnTo>
                <a:lnTo>
                  <a:pt x="247" y="669"/>
                </a:lnTo>
                <a:lnTo>
                  <a:pt x="267" y="655"/>
                </a:lnTo>
                <a:lnTo>
                  <a:pt x="275" y="627"/>
                </a:lnTo>
                <a:lnTo>
                  <a:pt x="283" y="602"/>
                </a:lnTo>
                <a:lnTo>
                  <a:pt x="289" y="580"/>
                </a:lnTo>
                <a:lnTo>
                  <a:pt x="313" y="533"/>
                </a:lnTo>
                <a:lnTo>
                  <a:pt x="316" y="519"/>
                </a:lnTo>
                <a:lnTo>
                  <a:pt x="321" y="496"/>
                </a:lnTo>
                <a:lnTo>
                  <a:pt x="326" y="474"/>
                </a:lnTo>
                <a:lnTo>
                  <a:pt x="348" y="438"/>
                </a:lnTo>
                <a:lnTo>
                  <a:pt x="369" y="409"/>
                </a:lnTo>
                <a:lnTo>
                  <a:pt x="397" y="382"/>
                </a:lnTo>
                <a:lnTo>
                  <a:pt x="409" y="375"/>
                </a:lnTo>
                <a:lnTo>
                  <a:pt x="444" y="365"/>
                </a:lnTo>
                <a:lnTo>
                  <a:pt x="457" y="350"/>
                </a:lnTo>
                <a:lnTo>
                  <a:pt x="459" y="338"/>
                </a:lnTo>
                <a:lnTo>
                  <a:pt x="446" y="309"/>
                </a:lnTo>
                <a:lnTo>
                  <a:pt x="446" y="305"/>
                </a:lnTo>
                <a:lnTo>
                  <a:pt x="470" y="291"/>
                </a:lnTo>
                <a:lnTo>
                  <a:pt x="480" y="281"/>
                </a:lnTo>
                <a:lnTo>
                  <a:pt x="483" y="268"/>
                </a:lnTo>
                <a:lnTo>
                  <a:pt x="476" y="248"/>
                </a:lnTo>
                <a:lnTo>
                  <a:pt x="485" y="196"/>
                </a:lnTo>
                <a:lnTo>
                  <a:pt x="498" y="174"/>
                </a:lnTo>
                <a:lnTo>
                  <a:pt x="504" y="150"/>
                </a:lnTo>
                <a:lnTo>
                  <a:pt x="501" y="124"/>
                </a:lnTo>
                <a:lnTo>
                  <a:pt x="504" y="102"/>
                </a:lnTo>
                <a:lnTo>
                  <a:pt x="506" y="80"/>
                </a:lnTo>
                <a:lnTo>
                  <a:pt x="498" y="67"/>
                </a:lnTo>
                <a:lnTo>
                  <a:pt x="474" y="64"/>
                </a:lnTo>
                <a:lnTo>
                  <a:pt x="458" y="72"/>
                </a:lnTo>
                <a:lnTo>
                  <a:pt x="442" y="72"/>
                </a:lnTo>
                <a:lnTo>
                  <a:pt x="427" y="69"/>
                </a:lnTo>
                <a:lnTo>
                  <a:pt x="417" y="55"/>
                </a:lnTo>
                <a:lnTo>
                  <a:pt x="411" y="32"/>
                </a:lnTo>
                <a:lnTo>
                  <a:pt x="402" y="2"/>
                </a:lnTo>
                <a:lnTo>
                  <a:pt x="391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Line 47"/>
          <p:cNvSpPr>
            <a:spLocks noChangeShapeType="1"/>
          </p:cNvSpPr>
          <p:nvPr/>
        </p:nvSpPr>
        <p:spPr bwMode="auto">
          <a:xfrm flipH="1">
            <a:off x="7357688" y="5965652"/>
            <a:ext cx="1632" cy="1734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12700">
            <a:solidFill>
              <a:schemeClr val="bg1">
                <a:lumMod val="95000"/>
              </a:schemeClr>
            </a:solidFill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3" name="Freeform 22"/>
          <p:cNvSpPr>
            <a:spLocks/>
          </p:cNvSpPr>
          <p:nvPr/>
        </p:nvSpPr>
        <p:spPr bwMode="auto">
          <a:xfrm>
            <a:off x="7356056" y="5969121"/>
            <a:ext cx="1632" cy="1734"/>
          </a:xfrm>
          <a:custGeom>
            <a:avLst/>
            <a:gdLst/>
            <a:ahLst/>
            <a:cxnLst>
              <a:cxn ang="0">
                <a:pos x="4" y="0"/>
              </a:cxn>
              <a:cxn ang="0">
                <a:pos x="4" y="3"/>
              </a:cxn>
              <a:cxn ang="0">
                <a:pos x="0" y="7"/>
              </a:cxn>
            </a:cxnLst>
            <a:rect l="0" t="0" r="r" b="b"/>
            <a:pathLst>
              <a:path w="4" h="7">
                <a:moveTo>
                  <a:pt x="4" y="0"/>
                </a:moveTo>
                <a:lnTo>
                  <a:pt x="4" y="3"/>
                </a:lnTo>
                <a:lnTo>
                  <a:pt x="0" y="7"/>
                </a:lnTo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4" name="Freeform 23"/>
          <p:cNvSpPr>
            <a:spLocks/>
          </p:cNvSpPr>
          <p:nvPr/>
        </p:nvSpPr>
        <p:spPr bwMode="auto">
          <a:xfrm>
            <a:off x="7352792" y="5972590"/>
            <a:ext cx="1632" cy="3469"/>
          </a:xfrm>
          <a:custGeom>
            <a:avLst/>
            <a:gdLst/>
            <a:ahLst/>
            <a:cxnLst>
              <a:cxn ang="0">
                <a:pos x="10" y="0"/>
              </a:cxn>
              <a:cxn ang="0">
                <a:pos x="0" y="8"/>
              </a:cxn>
              <a:cxn ang="0">
                <a:pos x="0" y="11"/>
              </a:cxn>
            </a:cxnLst>
            <a:rect l="0" t="0" r="r" b="b"/>
            <a:pathLst>
              <a:path w="10" h="11">
                <a:moveTo>
                  <a:pt x="10" y="0"/>
                </a:moveTo>
                <a:lnTo>
                  <a:pt x="0" y="8"/>
                </a:lnTo>
                <a:lnTo>
                  <a:pt x="0" y="11"/>
                </a:lnTo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5" name="Freeform 24"/>
          <p:cNvSpPr>
            <a:spLocks/>
          </p:cNvSpPr>
          <p:nvPr/>
        </p:nvSpPr>
        <p:spPr bwMode="auto">
          <a:xfrm>
            <a:off x="7362586" y="6026362"/>
            <a:ext cx="14687" cy="15611"/>
          </a:xfrm>
          <a:custGeom>
            <a:avLst/>
            <a:gdLst/>
            <a:ahLst/>
            <a:cxnLst>
              <a:cxn ang="0">
                <a:pos x="0" y="14"/>
              </a:cxn>
              <a:cxn ang="0">
                <a:pos x="4" y="22"/>
              </a:cxn>
              <a:cxn ang="0">
                <a:pos x="3" y="40"/>
              </a:cxn>
              <a:cxn ang="0">
                <a:pos x="8" y="62"/>
              </a:cxn>
              <a:cxn ang="0">
                <a:pos x="19" y="73"/>
              </a:cxn>
              <a:cxn ang="0">
                <a:pos x="34" y="68"/>
              </a:cxn>
              <a:cxn ang="0">
                <a:pos x="56" y="51"/>
              </a:cxn>
              <a:cxn ang="0">
                <a:pos x="70" y="34"/>
              </a:cxn>
              <a:cxn ang="0">
                <a:pos x="74" y="14"/>
              </a:cxn>
              <a:cxn ang="0">
                <a:pos x="64" y="3"/>
              </a:cxn>
              <a:cxn ang="0">
                <a:pos x="31" y="0"/>
              </a:cxn>
              <a:cxn ang="0">
                <a:pos x="9" y="3"/>
              </a:cxn>
              <a:cxn ang="0">
                <a:pos x="0" y="4"/>
              </a:cxn>
              <a:cxn ang="0">
                <a:pos x="0" y="14"/>
              </a:cxn>
            </a:cxnLst>
            <a:rect l="0" t="0" r="r" b="b"/>
            <a:pathLst>
              <a:path w="74" h="73">
                <a:moveTo>
                  <a:pt x="0" y="14"/>
                </a:moveTo>
                <a:lnTo>
                  <a:pt x="4" y="22"/>
                </a:lnTo>
                <a:lnTo>
                  <a:pt x="3" y="40"/>
                </a:lnTo>
                <a:lnTo>
                  <a:pt x="8" y="62"/>
                </a:lnTo>
                <a:lnTo>
                  <a:pt x="19" y="73"/>
                </a:lnTo>
                <a:lnTo>
                  <a:pt x="34" y="68"/>
                </a:lnTo>
                <a:lnTo>
                  <a:pt x="56" y="51"/>
                </a:lnTo>
                <a:lnTo>
                  <a:pt x="70" y="34"/>
                </a:lnTo>
                <a:lnTo>
                  <a:pt x="74" y="14"/>
                </a:lnTo>
                <a:lnTo>
                  <a:pt x="64" y="3"/>
                </a:lnTo>
                <a:lnTo>
                  <a:pt x="31" y="0"/>
                </a:lnTo>
                <a:lnTo>
                  <a:pt x="9" y="3"/>
                </a:lnTo>
                <a:lnTo>
                  <a:pt x="0" y="4"/>
                </a:lnTo>
                <a:lnTo>
                  <a:pt x="0" y="1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6" name="Freeform 25"/>
          <p:cNvSpPr>
            <a:spLocks/>
          </p:cNvSpPr>
          <p:nvPr/>
        </p:nvSpPr>
        <p:spPr bwMode="auto">
          <a:xfrm>
            <a:off x="7403382" y="5738424"/>
            <a:ext cx="106074" cy="175191"/>
          </a:xfrm>
          <a:custGeom>
            <a:avLst/>
            <a:gdLst/>
            <a:ahLst/>
            <a:cxnLst>
              <a:cxn ang="0">
                <a:pos x="8" y="21"/>
              </a:cxn>
              <a:cxn ang="0">
                <a:pos x="2" y="55"/>
              </a:cxn>
              <a:cxn ang="0">
                <a:pos x="41" y="87"/>
              </a:cxn>
              <a:cxn ang="0">
                <a:pos x="60" y="138"/>
              </a:cxn>
              <a:cxn ang="0">
                <a:pos x="75" y="188"/>
              </a:cxn>
              <a:cxn ang="0">
                <a:pos x="113" y="235"/>
              </a:cxn>
              <a:cxn ang="0">
                <a:pos x="137" y="295"/>
              </a:cxn>
              <a:cxn ang="0">
                <a:pos x="168" y="326"/>
              </a:cxn>
              <a:cxn ang="0">
                <a:pos x="194" y="375"/>
              </a:cxn>
              <a:cxn ang="0">
                <a:pos x="209" y="425"/>
              </a:cxn>
              <a:cxn ang="0">
                <a:pos x="204" y="483"/>
              </a:cxn>
              <a:cxn ang="0">
                <a:pos x="165" y="522"/>
              </a:cxn>
              <a:cxn ang="0">
                <a:pos x="137" y="534"/>
              </a:cxn>
              <a:cxn ang="0">
                <a:pos x="137" y="573"/>
              </a:cxn>
              <a:cxn ang="0">
                <a:pos x="160" y="610"/>
              </a:cxn>
              <a:cxn ang="0">
                <a:pos x="213" y="620"/>
              </a:cxn>
              <a:cxn ang="0">
                <a:pos x="258" y="641"/>
              </a:cxn>
              <a:cxn ang="0">
                <a:pos x="254" y="701"/>
              </a:cxn>
              <a:cxn ang="0">
                <a:pos x="235" y="717"/>
              </a:cxn>
              <a:cxn ang="0">
                <a:pos x="237" y="751"/>
              </a:cxn>
              <a:cxn ang="0">
                <a:pos x="277" y="763"/>
              </a:cxn>
              <a:cxn ang="0">
                <a:pos x="290" y="800"/>
              </a:cxn>
              <a:cxn ang="0">
                <a:pos x="316" y="795"/>
              </a:cxn>
              <a:cxn ang="0">
                <a:pos x="359" y="729"/>
              </a:cxn>
              <a:cxn ang="0">
                <a:pos x="390" y="677"/>
              </a:cxn>
              <a:cxn ang="0">
                <a:pos x="406" y="605"/>
              </a:cxn>
              <a:cxn ang="0">
                <a:pos x="402" y="558"/>
              </a:cxn>
              <a:cxn ang="0">
                <a:pos x="430" y="541"/>
              </a:cxn>
              <a:cxn ang="0">
                <a:pos x="459" y="548"/>
              </a:cxn>
              <a:cxn ang="0">
                <a:pos x="472" y="494"/>
              </a:cxn>
              <a:cxn ang="0">
                <a:pos x="496" y="460"/>
              </a:cxn>
              <a:cxn ang="0">
                <a:pos x="503" y="414"/>
              </a:cxn>
              <a:cxn ang="0">
                <a:pos x="506" y="374"/>
              </a:cxn>
              <a:cxn ang="0">
                <a:pos x="517" y="346"/>
              </a:cxn>
              <a:cxn ang="0">
                <a:pos x="486" y="331"/>
              </a:cxn>
              <a:cxn ang="0">
                <a:pos x="442" y="351"/>
              </a:cxn>
              <a:cxn ang="0">
                <a:pos x="409" y="393"/>
              </a:cxn>
              <a:cxn ang="0">
                <a:pos x="373" y="390"/>
              </a:cxn>
              <a:cxn ang="0">
                <a:pos x="335" y="364"/>
              </a:cxn>
              <a:cxn ang="0">
                <a:pos x="320" y="335"/>
              </a:cxn>
              <a:cxn ang="0">
                <a:pos x="306" y="265"/>
              </a:cxn>
              <a:cxn ang="0">
                <a:pos x="285" y="231"/>
              </a:cxn>
              <a:cxn ang="0">
                <a:pos x="257" y="226"/>
              </a:cxn>
              <a:cxn ang="0">
                <a:pos x="258" y="281"/>
              </a:cxn>
              <a:cxn ang="0">
                <a:pos x="237" y="278"/>
              </a:cxn>
              <a:cxn ang="0">
                <a:pos x="241" y="251"/>
              </a:cxn>
              <a:cxn ang="0">
                <a:pos x="237" y="210"/>
              </a:cxn>
              <a:cxn ang="0">
                <a:pos x="205" y="188"/>
              </a:cxn>
              <a:cxn ang="0">
                <a:pos x="182" y="154"/>
              </a:cxn>
              <a:cxn ang="0">
                <a:pos x="178" y="121"/>
              </a:cxn>
              <a:cxn ang="0">
                <a:pos x="139" y="103"/>
              </a:cxn>
              <a:cxn ang="0">
                <a:pos x="120" y="72"/>
              </a:cxn>
              <a:cxn ang="0">
                <a:pos x="91" y="52"/>
              </a:cxn>
              <a:cxn ang="0">
                <a:pos x="72" y="39"/>
              </a:cxn>
              <a:cxn ang="0">
                <a:pos x="59" y="5"/>
              </a:cxn>
              <a:cxn ang="0">
                <a:pos x="17" y="11"/>
              </a:cxn>
            </a:cxnLst>
            <a:rect l="0" t="0" r="r" b="b"/>
            <a:pathLst>
              <a:path w="517" h="804">
                <a:moveTo>
                  <a:pt x="17" y="11"/>
                </a:moveTo>
                <a:lnTo>
                  <a:pt x="8" y="21"/>
                </a:lnTo>
                <a:lnTo>
                  <a:pt x="0" y="41"/>
                </a:lnTo>
                <a:lnTo>
                  <a:pt x="2" y="55"/>
                </a:lnTo>
                <a:lnTo>
                  <a:pt x="16" y="69"/>
                </a:lnTo>
                <a:lnTo>
                  <a:pt x="41" y="87"/>
                </a:lnTo>
                <a:lnTo>
                  <a:pt x="56" y="109"/>
                </a:lnTo>
                <a:lnTo>
                  <a:pt x="60" y="138"/>
                </a:lnTo>
                <a:lnTo>
                  <a:pt x="66" y="166"/>
                </a:lnTo>
                <a:lnTo>
                  <a:pt x="75" y="188"/>
                </a:lnTo>
                <a:lnTo>
                  <a:pt x="91" y="215"/>
                </a:lnTo>
                <a:lnTo>
                  <a:pt x="113" y="235"/>
                </a:lnTo>
                <a:lnTo>
                  <a:pt x="127" y="253"/>
                </a:lnTo>
                <a:lnTo>
                  <a:pt x="137" y="295"/>
                </a:lnTo>
                <a:lnTo>
                  <a:pt x="147" y="304"/>
                </a:lnTo>
                <a:lnTo>
                  <a:pt x="168" y="326"/>
                </a:lnTo>
                <a:lnTo>
                  <a:pt x="184" y="352"/>
                </a:lnTo>
                <a:lnTo>
                  <a:pt x="194" y="375"/>
                </a:lnTo>
                <a:lnTo>
                  <a:pt x="203" y="399"/>
                </a:lnTo>
                <a:lnTo>
                  <a:pt x="209" y="425"/>
                </a:lnTo>
                <a:lnTo>
                  <a:pt x="209" y="460"/>
                </a:lnTo>
                <a:lnTo>
                  <a:pt x="204" y="483"/>
                </a:lnTo>
                <a:lnTo>
                  <a:pt x="185" y="509"/>
                </a:lnTo>
                <a:lnTo>
                  <a:pt x="165" y="522"/>
                </a:lnTo>
                <a:lnTo>
                  <a:pt x="141" y="530"/>
                </a:lnTo>
                <a:lnTo>
                  <a:pt x="137" y="534"/>
                </a:lnTo>
                <a:lnTo>
                  <a:pt x="132" y="553"/>
                </a:lnTo>
                <a:lnTo>
                  <a:pt x="137" y="573"/>
                </a:lnTo>
                <a:lnTo>
                  <a:pt x="144" y="597"/>
                </a:lnTo>
                <a:lnTo>
                  <a:pt x="160" y="610"/>
                </a:lnTo>
                <a:lnTo>
                  <a:pt x="176" y="617"/>
                </a:lnTo>
                <a:lnTo>
                  <a:pt x="213" y="620"/>
                </a:lnTo>
                <a:lnTo>
                  <a:pt x="246" y="628"/>
                </a:lnTo>
                <a:lnTo>
                  <a:pt x="258" y="641"/>
                </a:lnTo>
                <a:lnTo>
                  <a:pt x="260" y="675"/>
                </a:lnTo>
                <a:lnTo>
                  <a:pt x="254" y="701"/>
                </a:lnTo>
                <a:lnTo>
                  <a:pt x="237" y="711"/>
                </a:lnTo>
                <a:lnTo>
                  <a:pt x="235" y="717"/>
                </a:lnTo>
                <a:lnTo>
                  <a:pt x="232" y="736"/>
                </a:lnTo>
                <a:lnTo>
                  <a:pt x="237" y="751"/>
                </a:lnTo>
                <a:lnTo>
                  <a:pt x="251" y="761"/>
                </a:lnTo>
                <a:lnTo>
                  <a:pt x="277" y="763"/>
                </a:lnTo>
                <a:lnTo>
                  <a:pt x="285" y="775"/>
                </a:lnTo>
                <a:lnTo>
                  <a:pt x="290" y="800"/>
                </a:lnTo>
                <a:lnTo>
                  <a:pt x="304" y="804"/>
                </a:lnTo>
                <a:lnTo>
                  <a:pt x="316" y="795"/>
                </a:lnTo>
                <a:lnTo>
                  <a:pt x="342" y="763"/>
                </a:lnTo>
                <a:lnTo>
                  <a:pt x="359" y="729"/>
                </a:lnTo>
                <a:lnTo>
                  <a:pt x="376" y="701"/>
                </a:lnTo>
                <a:lnTo>
                  <a:pt x="390" y="677"/>
                </a:lnTo>
                <a:lnTo>
                  <a:pt x="406" y="630"/>
                </a:lnTo>
                <a:lnTo>
                  <a:pt x="406" y="605"/>
                </a:lnTo>
                <a:lnTo>
                  <a:pt x="402" y="582"/>
                </a:lnTo>
                <a:lnTo>
                  <a:pt x="402" y="558"/>
                </a:lnTo>
                <a:lnTo>
                  <a:pt x="411" y="545"/>
                </a:lnTo>
                <a:lnTo>
                  <a:pt x="430" y="541"/>
                </a:lnTo>
                <a:lnTo>
                  <a:pt x="448" y="551"/>
                </a:lnTo>
                <a:lnTo>
                  <a:pt x="459" y="548"/>
                </a:lnTo>
                <a:lnTo>
                  <a:pt x="464" y="513"/>
                </a:lnTo>
                <a:lnTo>
                  <a:pt x="472" y="494"/>
                </a:lnTo>
                <a:lnTo>
                  <a:pt x="486" y="475"/>
                </a:lnTo>
                <a:lnTo>
                  <a:pt x="496" y="460"/>
                </a:lnTo>
                <a:lnTo>
                  <a:pt x="504" y="439"/>
                </a:lnTo>
                <a:lnTo>
                  <a:pt x="503" y="414"/>
                </a:lnTo>
                <a:lnTo>
                  <a:pt x="501" y="395"/>
                </a:lnTo>
                <a:lnTo>
                  <a:pt x="506" y="374"/>
                </a:lnTo>
                <a:lnTo>
                  <a:pt x="517" y="354"/>
                </a:lnTo>
                <a:lnTo>
                  <a:pt x="517" y="346"/>
                </a:lnTo>
                <a:lnTo>
                  <a:pt x="509" y="337"/>
                </a:lnTo>
                <a:lnTo>
                  <a:pt x="486" y="331"/>
                </a:lnTo>
                <a:lnTo>
                  <a:pt x="462" y="335"/>
                </a:lnTo>
                <a:lnTo>
                  <a:pt x="442" y="351"/>
                </a:lnTo>
                <a:lnTo>
                  <a:pt x="423" y="374"/>
                </a:lnTo>
                <a:lnTo>
                  <a:pt x="409" y="393"/>
                </a:lnTo>
                <a:lnTo>
                  <a:pt x="392" y="398"/>
                </a:lnTo>
                <a:lnTo>
                  <a:pt x="373" y="390"/>
                </a:lnTo>
                <a:lnTo>
                  <a:pt x="355" y="374"/>
                </a:lnTo>
                <a:lnTo>
                  <a:pt x="335" y="364"/>
                </a:lnTo>
                <a:lnTo>
                  <a:pt x="323" y="350"/>
                </a:lnTo>
                <a:lnTo>
                  <a:pt x="320" y="335"/>
                </a:lnTo>
                <a:lnTo>
                  <a:pt x="314" y="296"/>
                </a:lnTo>
                <a:lnTo>
                  <a:pt x="306" y="265"/>
                </a:lnTo>
                <a:lnTo>
                  <a:pt x="297" y="249"/>
                </a:lnTo>
                <a:lnTo>
                  <a:pt x="285" y="231"/>
                </a:lnTo>
                <a:lnTo>
                  <a:pt x="267" y="221"/>
                </a:lnTo>
                <a:lnTo>
                  <a:pt x="257" y="226"/>
                </a:lnTo>
                <a:lnTo>
                  <a:pt x="257" y="259"/>
                </a:lnTo>
                <a:lnTo>
                  <a:pt x="258" y="281"/>
                </a:lnTo>
                <a:lnTo>
                  <a:pt x="252" y="285"/>
                </a:lnTo>
                <a:lnTo>
                  <a:pt x="237" y="278"/>
                </a:lnTo>
                <a:lnTo>
                  <a:pt x="232" y="273"/>
                </a:lnTo>
                <a:lnTo>
                  <a:pt x="241" y="251"/>
                </a:lnTo>
                <a:lnTo>
                  <a:pt x="244" y="228"/>
                </a:lnTo>
                <a:lnTo>
                  <a:pt x="237" y="210"/>
                </a:lnTo>
                <a:lnTo>
                  <a:pt x="221" y="198"/>
                </a:lnTo>
                <a:lnTo>
                  <a:pt x="205" y="188"/>
                </a:lnTo>
                <a:lnTo>
                  <a:pt x="193" y="173"/>
                </a:lnTo>
                <a:lnTo>
                  <a:pt x="182" y="154"/>
                </a:lnTo>
                <a:lnTo>
                  <a:pt x="182" y="134"/>
                </a:lnTo>
                <a:lnTo>
                  <a:pt x="178" y="121"/>
                </a:lnTo>
                <a:lnTo>
                  <a:pt x="165" y="109"/>
                </a:lnTo>
                <a:lnTo>
                  <a:pt x="139" y="103"/>
                </a:lnTo>
                <a:lnTo>
                  <a:pt x="127" y="90"/>
                </a:lnTo>
                <a:lnTo>
                  <a:pt x="120" y="72"/>
                </a:lnTo>
                <a:lnTo>
                  <a:pt x="109" y="60"/>
                </a:lnTo>
                <a:lnTo>
                  <a:pt x="91" y="52"/>
                </a:lnTo>
                <a:lnTo>
                  <a:pt x="78" y="45"/>
                </a:lnTo>
                <a:lnTo>
                  <a:pt x="72" y="39"/>
                </a:lnTo>
                <a:lnTo>
                  <a:pt x="70" y="19"/>
                </a:lnTo>
                <a:lnTo>
                  <a:pt x="59" y="5"/>
                </a:lnTo>
                <a:lnTo>
                  <a:pt x="36" y="0"/>
                </a:lnTo>
                <a:lnTo>
                  <a:pt x="17" y="1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7" name="Freeform 26"/>
          <p:cNvSpPr>
            <a:spLocks/>
          </p:cNvSpPr>
          <p:nvPr/>
        </p:nvSpPr>
        <p:spPr bwMode="auto">
          <a:xfrm>
            <a:off x="6801206" y="5878925"/>
            <a:ext cx="62012" cy="78055"/>
          </a:xfrm>
          <a:custGeom>
            <a:avLst/>
            <a:gdLst/>
            <a:ahLst/>
            <a:cxnLst>
              <a:cxn ang="0">
                <a:pos x="3" y="0"/>
              </a:cxn>
              <a:cxn ang="0">
                <a:pos x="0" y="44"/>
              </a:cxn>
              <a:cxn ang="0">
                <a:pos x="1" y="84"/>
              </a:cxn>
              <a:cxn ang="0">
                <a:pos x="5" y="113"/>
              </a:cxn>
              <a:cxn ang="0">
                <a:pos x="14" y="126"/>
              </a:cxn>
              <a:cxn ang="0">
                <a:pos x="25" y="155"/>
              </a:cxn>
              <a:cxn ang="0">
                <a:pos x="38" y="173"/>
              </a:cxn>
              <a:cxn ang="0">
                <a:pos x="52" y="192"/>
              </a:cxn>
              <a:cxn ang="0">
                <a:pos x="60" y="213"/>
              </a:cxn>
              <a:cxn ang="0">
                <a:pos x="55" y="226"/>
              </a:cxn>
              <a:cxn ang="0">
                <a:pos x="39" y="211"/>
              </a:cxn>
              <a:cxn ang="0">
                <a:pos x="36" y="226"/>
              </a:cxn>
              <a:cxn ang="0">
                <a:pos x="54" y="263"/>
              </a:cxn>
              <a:cxn ang="0">
                <a:pos x="69" y="287"/>
              </a:cxn>
              <a:cxn ang="0">
                <a:pos x="82" y="307"/>
              </a:cxn>
              <a:cxn ang="0">
                <a:pos x="77" y="329"/>
              </a:cxn>
              <a:cxn ang="0">
                <a:pos x="90" y="340"/>
              </a:cxn>
              <a:cxn ang="0">
                <a:pos x="122" y="335"/>
              </a:cxn>
              <a:cxn ang="0">
                <a:pos x="151" y="356"/>
              </a:cxn>
              <a:cxn ang="0">
                <a:pos x="162" y="356"/>
              </a:cxn>
              <a:cxn ang="0">
                <a:pos x="168" y="340"/>
              </a:cxn>
              <a:cxn ang="0">
                <a:pos x="192" y="312"/>
              </a:cxn>
              <a:cxn ang="0">
                <a:pos x="209" y="288"/>
              </a:cxn>
              <a:cxn ang="0">
                <a:pos x="224" y="280"/>
              </a:cxn>
              <a:cxn ang="0">
                <a:pos x="232" y="296"/>
              </a:cxn>
              <a:cxn ang="0">
                <a:pos x="224" y="306"/>
              </a:cxn>
              <a:cxn ang="0">
                <a:pos x="232" y="325"/>
              </a:cxn>
              <a:cxn ang="0">
                <a:pos x="257" y="334"/>
              </a:cxn>
              <a:cxn ang="0">
                <a:pos x="269" y="293"/>
              </a:cxn>
              <a:cxn ang="0">
                <a:pos x="261" y="274"/>
              </a:cxn>
              <a:cxn ang="0">
                <a:pos x="261" y="251"/>
              </a:cxn>
              <a:cxn ang="0">
                <a:pos x="259" y="226"/>
              </a:cxn>
              <a:cxn ang="0">
                <a:pos x="272" y="201"/>
              </a:cxn>
              <a:cxn ang="0">
                <a:pos x="282" y="226"/>
              </a:cxn>
              <a:cxn ang="0">
                <a:pos x="292" y="226"/>
              </a:cxn>
              <a:cxn ang="0">
                <a:pos x="296" y="181"/>
              </a:cxn>
              <a:cxn ang="0">
                <a:pos x="301" y="122"/>
              </a:cxn>
              <a:cxn ang="0">
                <a:pos x="302" y="87"/>
              </a:cxn>
              <a:cxn ang="0">
                <a:pos x="301" y="62"/>
              </a:cxn>
              <a:cxn ang="0">
                <a:pos x="290" y="53"/>
              </a:cxn>
              <a:cxn ang="0">
                <a:pos x="264" y="62"/>
              </a:cxn>
              <a:cxn ang="0">
                <a:pos x="254" y="59"/>
              </a:cxn>
              <a:cxn ang="0">
                <a:pos x="242" y="53"/>
              </a:cxn>
              <a:cxn ang="0">
                <a:pos x="225" y="78"/>
              </a:cxn>
              <a:cxn ang="0">
                <a:pos x="215" y="78"/>
              </a:cxn>
              <a:cxn ang="0">
                <a:pos x="192" y="67"/>
              </a:cxn>
              <a:cxn ang="0">
                <a:pos x="172" y="70"/>
              </a:cxn>
              <a:cxn ang="0">
                <a:pos x="159" y="75"/>
              </a:cxn>
              <a:cxn ang="0">
                <a:pos x="122" y="67"/>
              </a:cxn>
              <a:cxn ang="0">
                <a:pos x="101" y="53"/>
              </a:cxn>
              <a:cxn ang="0">
                <a:pos x="72" y="40"/>
              </a:cxn>
              <a:cxn ang="0">
                <a:pos x="63" y="28"/>
              </a:cxn>
              <a:cxn ang="0">
                <a:pos x="51" y="35"/>
              </a:cxn>
              <a:cxn ang="0">
                <a:pos x="26" y="34"/>
              </a:cxn>
              <a:cxn ang="0">
                <a:pos x="14" y="9"/>
              </a:cxn>
              <a:cxn ang="0">
                <a:pos x="9" y="0"/>
              </a:cxn>
            </a:cxnLst>
            <a:rect l="0" t="0" r="r" b="b"/>
            <a:pathLst>
              <a:path w="304" h="357">
                <a:moveTo>
                  <a:pt x="8" y="0"/>
                </a:moveTo>
                <a:lnTo>
                  <a:pt x="3" y="0"/>
                </a:lnTo>
                <a:lnTo>
                  <a:pt x="1" y="5"/>
                </a:lnTo>
                <a:lnTo>
                  <a:pt x="0" y="44"/>
                </a:lnTo>
                <a:lnTo>
                  <a:pt x="0" y="56"/>
                </a:lnTo>
                <a:lnTo>
                  <a:pt x="1" y="84"/>
                </a:lnTo>
                <a:lnTo>
                  <a:pt x="3" y="97"/>
                </a:lnTo>
                <a:lnTo>
                  <a:pt x="5" y="113"/>
                </a:lnTo>
                <a:lnTo>
                  <a:pt x="11" y="123"/>
                </a:lnTo>
                <a:lnTo>
                  <a:pt x="14" y="126"/>
                </a:lnTo>
                <a:lnTo>
                  <a:pt x="20" y="135"/>
                </a:lnTo>
                <a:lnTo>
                  <a:pt x="25" y="155"/>
                </a:lnTo>
                <a:lnTo>
                  <a:pt x="28" y="165"/>
                </a:lnTo>
                <a:lnTo>
                  <a:pt x="38" y="173"/>
                </a:lnTo>
                <a:lnTo>
                  <a:pt x="45" y="181"/>
                </a:lnTo>
                <a:lnTo>
                  <a:pt x="52" y="192"/>
                </a:lnTo>
                <a:lnTo>
                  <a:pt x="55" y="203"/>
                </a:lnTo>
                <a:lnTo>
                  <a:pt x="60" y="213"/>
                </a:lnTo>
                <a:lnTo>
                  <a:pt x="60" y="219"/>
                </a:lnTo>
                <a:lnTo>
                  <a:pt x="55" y="226"/>
                </a:lnTo>
                <a:lnTo>
                  <a:pt x="45" y="214"/>
                </a:lnTo>
                <a:lnTo>
                  <a:pt x="39" y="211"/>
                </a:lnTo>
                <a:lnTo>
                  <a:pt x="35" y="215"/>
                </a:lnTo>
                <a:lnTo>
                  <a:pt x="36" y="226"/>
                </a:lnTo>
                <a:lnTo>
                  <a:pt x="37" y="236"/>
                </a:lnTo>
                <a:lnTo>
                  <a:pt x="54" y="263"/>
                </a:lnTo>
                <a:lnTo>
                  <a:pt x="57" y="271"/>
                </a:lnTo>
                <a:lnTo>
                  <a:pt x="69" y="287"/>
                </a:lnTo>
                <a:lnTo>
                  <a:pt x="77" y="296"/>
                </a:lnTo>
                <a:lnTo>
                  <a:pt x="82" y="307"/>
                </a:lnTo>
                <a:lnTo>
                  <a:pt x="80" y="321"/>
                </a:lnTo>
                <a:lnTo>
                  <a:pt x="77" y="329"/>
                </a:lnTo>
                <a:lnTo>
                  <a:pt x="82" y="336"/>
                </a:lnTo>
                <a:lnTo>
                  <a:pt x="90" y="340"/>
                </a:lnTo>
                <a:lnTo>
                  <a:pt x="114" y="336"/>
                </a:lnTo>
                <a:lnTo>
                  <a:pt x="122" y="335"/>
                </a:lnTo>
                <a:lnTo>
                  <a:pt x="131" y="339"/>
                </a:lnTo>
                <a:lnTo>
                  <a:pt x="151" y="356"/>
                </a:lnTo>
                <a:lnTo>
                  <a:pt x="156" y="357"/>
                </a:lnTo>
                <a:lnTo>
                  <a:pt x="162" y="356"/>
                </a:lnTo>
                <a:lnTo>
                  <a:pt x="166" y="350"/>
                </a:lnTo>
                <a:lnTo>
                  <a:pt x="168" y="340"/>
                </a:lnTo>
                <a:lnTo>
                  <a:pt x="172" y="328"/>
                </a:lnTo>
                <a:lnTo>
                  <a:pt x="192" y="312"/>
                </a:lnTo>
                <a:lnTo>
                  <a:pt x="202" y="296"/>
                </a:lnTo>
                <a:lnTo>
                  <a:pt x="209" y="288"/>
                </a:lnTo>
                <a:lnTo>
                  <a:pt x="213" y="279"/>
                </a:lnTo>
                <a:lnTo>
                  <a:pt x="224" y="280"/>
                </a:lnTo>
                <a:lnTo>
                  <a:pt x="231" y="287"/>
                </a:lnTo>
                <a:lnTo>
                  <a:pt x="232" y="296"/>
                </a:lnTo>
                <a:lnTo>
                  <a:pt x="227" y="301"/>
                </a:lnTo>
                <a:lnTo>
                  <a:pt x="224" y="306"/>
                </a:lnTo>
                <a:lnTo>
                  <a:pt x="227" y="314"/>
                </a:lnTo>
                <a:lnTo>
                  <a:pt x="232" y="325"/>
                </a:lnTo>
                <a:lnTo>
                  <a:pt x="243" y="335"/>
                </a:lnTo>
                <a:lnTo>
                  <a:pt x="257" y="334"/>
                </a:lnTo>
                <a:lnTo>
                  <a:pt x="266" y="318"/>
                </a:lnTo>
                <a:lnTo>
                  <a:pt x="269" y="293"/>
                </a:lnTo>
                <a:lnTo>
                  <a:pt x="259" y="288"/>
                </a:lnTo>
                <a:lnTo>
                  <a:pt x="261" y="274"/>
                </a:lnTo>
                <a:lnTo>
                  <a:pt x="263" y="263"/>
                </a:lnTo>
                <a:lnTo>
                  <a:pt x="261" y="251"/>
                </a:lnTo>
                <a:lnTo>
                  <a:pt x="259" y="238"/>
                </a:lnTo>
                <a:lnTo>
                  <a:pt x="259" y="226"/>
                </a:lnTo>
                <a:lnTo>
                  <a:pt x="264" y="211"/>
                </a:lnTo>
                <a:lnTo>
                  <a:pt x="272" y="201"/>
                </a:lnTo>
                <a:lnTo>
                  <a:pt x="280" y="213"/>
                </a:lnTo>
                <a:lnTo>
                  <a:pt x="282" y="226"/>
                </a:lnTo>
                <a:lnTo>
                  <a:pt x="288" y="229"/>
                </a:lnTo>
                <a:lnTo>
                  <a:pt x="292" y="226"/>
                </a:lnTo>
                <a:lnTo>
                  <a:pt x="296" y="213"/>
                </a:lnTo>
                <a:lnTo>
                  <a:pt x="296" y="181"/>
                </a:lnTo>
                <a:lnTo>
                  <a:pt x="299" y="155"/>
                </a:lnTo>
                <a:lnTo>
                  <a:pt x="301" y="122"/>
                </a:lnTo>
                <a:lnTo>
                  <a:pt x="302" y="99"/>
                </a:lnTo>
                <a:lnTo>
                  <a:pt x="302" y="87"/>
                </a:lnTo>
                <a:lnTo>
                  <a:pt x="304" y="74"/>
                </a:lnTo>
                <a:lnTo>
                  <a:pt x="301" y="62"/>
                </a:lnTo>
                <a:lnTo>
                  <a:pt x="296" y="57"/>
                </a:lnTo>
                <a:lnTo>
                  <a:pt x="290" y="53"/>
                </a:lnTo>
                <a:lnTo>
                  <a:pt x="282" y="56"/>
                </a:lnTo>
                <a:lnTo>
                  <a:pt x="264" y="62"/>
                </a:lnTo>
                <a:lnTo>
                  <a:pt x="260" y="64"/>
                </a:lnTo>
                <a:lnTo>
                  <a:pt x="254" y="59"/>
                </a:lnTo>
                <a:lnTo>
                  <a:pt x="246" y="53"/>
                </a:lnTo>
                <a:lnTo>
                  <a:pt x="242" y="53"/>
                </a:lnTo>
                <a:lnTo>
                  <a:pt x="238" y="56"/>
                </a:lnTo>
                <a:lnTo>
                  <a:pt x="225" y="78"/>
                </a:lnTo>
                <a:lnTo>
                  <a:pt x="221" y="80"/>
                </a:lnTo>
                <a:lnTo>
                  <a:pt x="215" y="78"/>
                </a:lnTo>
                <a:lnTo>
                  <a:pt x="204" y="70"/>
                </a:lnTo>
                <a:lnTo>
                  <a:pt x="192" y="67"/>
                </a:lnTo>
                <a:lnTo>
                  <a:pt x="182" y="67"/>
                </a:lnTo>
                <a:lnTo>
                  <a:pt x="172" y="70"/>
                </a:lnTo>
                <a:lnTo>
                  <a:pt x="164" y="76"/>
                </a:lnTo>
                <a:lnTo>
                  <a:pt x="159" y="75"/>
                </a:lnTo>
                <a:lnTo>
                  <a:pt x="147" y="74"/>
                </a:lnTo>
                <a:lnTo>
                  <a:pt x="122" y="67"/>
                </a:lnTo>
                <a:lnTo>
                  <a:pt x="113" y="56"/>
                </a:lnTo>
                <a:lnTo>
                  <a:pt x="101" y="53"/>
                </a:lnTo>
                <a:lnTo>
                  <a:pt x="77" y="47"/>
                </a:lnTo>
                <a:lnTo>
                  <a:pt x="72" y="40"/>
                </a:lnTo>
                <a:lnTo>
                  <a:pt x="67" y="32"/>
                </a:lnTo>
                <a:lnTo>
                  <a:pt x="63" y="28"/>
                </a:lnTo>
                <a:lnTo>
                  <a:pt x="55" y="32"/>
                </a:lnTo>
                <a:lnTo>
                  <a:pt x="51" y="35"/>
                </a:lnTo>
                <a:lnTo>
                  <a:pt x="37" y="37"/>
                </a:lnTo>
                <a:lnTo>
                  <a:pt x="26" y="34"/>
                </a:lnTo>
                <a:lnTo>
                  <a:pt x="18" y="28"/>
                </a:lnTo>
                <a:lnTo>
                  <a:pt x="14" y="9"/>
                </a:lnTo>
                <a:lnTo>
                  <a:pt x="10" y="1"/>
                </a:lnTo>
                <a:lnTo>
                  <a:pt x="9" y="0"/>
                </a:lnTo>
                <a:lnTo>
                  <a:pt x="8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8" name="Freeform 27"/>
          <p:cNvSpPr>
            <a:spLocks/>
          </p:cNvSpPr>
          <p:nvPr/>
        </p:nvSpPr>
        <p:spPr bwMode="auto">
          <a:xfrm>
            <a:off x="6199030" y="5178161"/>
            <a:ext cx="794742" cy="673011"/>
          </a:xfrm>
          <a:custGeom>
            <a:avLst/>
            <a:gdLst/>
            <a:ahLst/>
            <a:cxnLst>
              <a:cxn ang="0">
                <a:pos x="1070" y="2590"/>
              </a:cxn>
              <a:cxn ang="0">
                <a:pos x="778" y="2674"/>
              </a:cxn>
              <a:cxn ang="0">
                <a:pos x="554" y="2794"/>
              </a:cxn>
              <a:cxn ang="0">
                <a:pos x="370" y="2663"/>
              </a:cxn>
              <a:cxn ang="0">
                <a:pos x="264" y="2216"/>
              </a:cxn>
              <a:cxn ang="0">
                <a:pos x="55" y="1856"/>
              </a:cxn>
              <a:cxn ang="0">
                <a:pos x="107" y="1810"/>
              </a:cxn>
              <a:cxn ang="0">
                <a:pos x="31" y="1563"/>
              </a:cxn>
              <a:cxn ang="0">
                <a:pos x="65" y="1433"/>
              </a:cxn>
              <a:cxn ang="0">
                <a:pos x="337" y="1163"/>
              </a:cxn>
              <a:cxn ang="0">
                <a:pos x="601" y="1073"/>
              </a:cxn>
              <a:cxn ang="0">
                <a:pos x="814" y="793"/>
              </a:cxn>
              <a:cxn ang="0">
                <a:pos x="924" y="706"/>
              </a:cxn>
              <a:cxn ang="0">
                <a:pos x="1003" y="616"/>
              </a:cxn>
              <a:cxn ang="0">
                <a:pos x="1049" y="512"/>
              </a:cxn>
              <a:cxn ang="0">
                <a:pos x="1148" y="465"/>
              </a:cxn>
              <a:cxn ang="0">
                <a:pos x="1204" y="349"/>
              </a:cxn>
              <a:cxn ang="0">
                <a:pos x="1330" y="347"/>
              </a:cxn>
              <a:cxn ang="0">
                <a:pos x="1458" y="466"/>
              </a:cxn>
              <a:cxn ang="0">
                <a:pos x="1587" y="421"/>
              </a:cxn>
              <a:cxn ang="0">
                <a:pos x="1616" y="294"/>
              </a:cxn>
              <a:cxn ang="0">
                <a:pos x="1697" y="188"/>
              </a:cxn>
              <a:cxn ang="0">
                <a:pos x="1864" y="132"/>
              </a:cxn>
              <a:cxn ang="0">
                <a:pos x="2003" y="110"/>
              </a:cxn>
              <a:cxn ang="0">
                <a:pos x="2219" y="139"/>
              </a:cxn>
              <a:cxn ang="0">
                <a:pos x="2298" y="142"/>
              </a:cxn>
              <a:cxn ang="0">
                <a:pos x="2260" y="249"/>
              </a:cxn>
              <a:cxn ang="0">
                <a:pos x="2197" y="415"/>
              </a:cxn>
              <a:cxn ang="0">
                <a:pos x="2407" y="593"/>
              </a:cxn>
              <a:cxn ang="0">
                <a:pos x="2640" y="751"/>
              </a:cxn>
              <a:cxn ang="0">
                <a:pos x="2822" y="410"/>
              </a:cxn>
              <a:cxn ang="0">
                <a:pos x="2863" y="128"/>
              </a:cxn>
              <a:cxn ang="0">
                <a:pos x="3000" y="135"/>
              </a:cxn>
              <a:cxn ang="0">
                <a:pos x="3045" y="268"/>
              </a:cxn>
              <a:cxn ang="0">
                <a:pos x="3142" y="430"/>
              </a:cxn>
              <a:cxn ang="0">
                <a:pos x="3203" y="616"/>
              </a:cxn>
              <a:cxn ang="0">
                <a:pos x="3311" y="941"/>
              </a:cxn>
              <a:cxn ang="0">
                <a:pos x="3457" y="1040"/>
              </a:cxn>
              <a:cxn ang="0">
                <a:pos x="3539" y="1161"/>
              </a:cxn>
              <a:cxn ang="0">
                <a:pos x="3623" y="1367"/>
              </a:cxn>
              <a:cxn ang="0">
                <a:pos x="3703" y="1364"/>
              </a:cxn>
              <a:cxn ang="0">
                <a:pos x="3750" y="1520"/>
              </a:cxn>
              <a:cxn ang="0">
                <a:pos x="3867" y="1756"/>
              </a:cxn>
              <a:cxn ang="0">
                <a:pos x="3855" y="2066"/>
              </a:cxn>
              <a:cxn ang="0">
                <a:pos x="3706" y="2446"/>
              </a:cxn>
              <a:cxn ang="0">
                <a:pos x="3575" y="2594"/>
              </a:cxn>
              <a:cxn ang="0">
                <a:pos x="3485" y="2762"/>
              </a:cxn>
              <a:cxn ang="0">
                <a:pos x="3345" y="2984"/>
              </a:cxn>
              <a:cxn ang="0">
                <a:pos x="3107" y="3102"/>
              </a:cxn>
              <a:cxn ang="0">
                <a:pos x="3018" y="3006"/>
              </a:cxn>
              <a:cxn ang="0">
                <a:pos x="2882" y="3052"/>
              </a:cxn>
              <a:cxn ang="0">
                <a:pos x="2654" y="2945"/>
              </a:cxn>
              <a:cxn ang="0">
                <a:pos x="2534" y="2715"/>
              </a:cxn>
              <a:cxn ang="0">
                <a:pos x="2462" y="2666"/>
              </a:cxn>
              <a:cxn ang="0">
                <a:pos x="2391" y="2586"/>
              </a:cxn>
              <a:cxn ang="0">
                <a:pos x="2387" y="2448"/>
              </a:cxn>
              <a:cxn ang="0">
                <a:pos x="2257" y="2525"/>
              </a:cxn>
              <a:cxn ang="0">
                <a:pos x="2113" y="2425"/>
              </a:cxn>
              <a:cxn ang="0">
                <a:pos x="2010" y="2315"/>
              </a:cxn>
              <a:cxn ang="0">
                <a:pos x="1745" y="2277"/>
              </a:cxn>
            </a:cxnLst>
            <a:rect l="0" t="0" r="r" b="b"/>
            <a:pathLst>
              <a:path w="3890" h="3105">
                <a:moveTo>
                  <a:pt x="1593" y="2296"/>
                </a:moveTo>
                <a:lnTo>
                  <a:pt x="1524" y="2331"/>
                </a:lnTo>
                <a:lnTo>
                  <a:pt x="1418" y="2373"/>
                </a:lnTo>
                <a:lnTo>
                  <a:pt x="1381" y="2379"/>
                </a:lnTo>
                <a:lnTo>
                  <a:pt x="1310" y="2379"/>
                </a:lnTo>
                <a:lnTo>
                  <a:pt x="1242" y="2425"/>
                </a:lnTo>
                <a:lnTo>
                  <a:pt x="1205" y="2461"/>
                </a:lnTo>
                <a:lnTo>
                  <a:pt x="1175" y="2447"/>
                </a:lnTo>
                <a:lnTo>
                  <a:pt x="1162" y="2455"/>
                </a:lnTo>
                <a:lnTo>
                  <a:pt x="1155" y="2474"/>
                </a:lnTo>
                <a:lnTo>
                  <a:pt x="1140" y="2526"/>
                </a:lnTo>
                <a:lnTo>
                  <a:pt x="1123" y="2568"/>
                </a:lnTo>
                <a:lnTo>
                  <a:pt x="1094" y="2603"/>
                </a:lnTo>
                <a:lnTo>
                  <a:pt x="1088" y="2600"/>
                </a:lnTo>
                <a:lnTo>
                  <a:pt x="1070" y="2590"/>
                </a:lnTo>
                <a:lnTo>
                  <a:pt x="1029" y="2596"/>
                </a:lnTo>
                <a:lnTo>
                  <a:pt x="1016" y="2616"/>
                </a:lnTo>
                <a:lnTo>
                  <a:pt x="999" y="2618"/>
                </a:lnTo>
                <a:lnTo>
                  <a:pt x="971" y="2597"/>
                </a:lnTo>
                <a:lnTo>
                  <a:pt x="947" y="2605"/>
                </a:lnTo>
                <a:lnTo>
                  <a:pt x="920" y="2622"/>
                </a:lnTo>
                <a:lnTo>
                  <a:pt x="902" y="2614"/>
                </a:lnTo>
                <a:lnTo>
                  <a:pt x="879" y="2605"/>
                </a:lnTo>
                <a:lnTo>
                  <a:pt x="867" y="2608"/>
                </a:lnTo>
                <a:lnTo>
                  <a:pt x="846" y="2635"/>
                </a:lnTo>
                <a:lnTo>
                  <a:pt x="834" y="2639"/>
                </a:lnTo>
                <a:lnTo>
                  <a:pt x="806" y="2635"/>
                </a:lnTo>
                <a:lnTo>
                  <a:pt x="789" y="2641"/>
                </a:lnTo>
                <a:lnTo>
                  <a:pt x="780" y="2650"/>
                </a:lnTo>
                <a:lnTo>
                  <a:pt x="778" y="2674"/>
                </a:lnTo>
                <a:lnTo>
                  <a:pt x="781" y="2701"/>
                </a:lnTo>
                <a:lnTo>
                  <a:pt x="780" y="2713"/>
                </a:lnTo>
                <a:lnTo>
                  <a:pt x="773" y="2719"/>
                </a:lnTo>
                <a:lnTo>
                  <a:pt x="764" y="2724"/>
                </a:lnTo>
                <a:lnTo>
                  <a:pt x="750" y="2718"/>
                </a:lnTo>
                <a:lnTo>
                  <a:pt x="719" y="2701"/>
                </a:lnTo>
                <a:lnTo>
                  <a:pt x="690" y="2759"/>
                </a:lnTo>
                <a:lnTo>
                  <a:pt x="671" y="2775"/>
                </a:lnTo>
                <a:lnTo>
                  <a:pt x="652" y="2773"/>
                </a:lnTo>
                <a:lnTo>
                  <a:pt x="628" y="2777"/>
                </a:lnTo>
                <a:lnTo>
                  <a:pt x="612" y="2784"/>
                </a:lnTo>
                <a:lnTo>
                  <a:pt x="596" y="2805"/>
                </a:lnTo>
                <a:lnTo>
                  <a:pt x="587" y="2805"/>
                </a:lnTo>
                <a:lnTo>
                  <a:pt x="568" y="2796"/>
                </a:lnTo>
                <a:lnTo>
                  <a:pt x="554" y="2794"/>
                </a:lnTo>
                <a:lnTo>
                  <a:pt x="542" y="2799"/>
                </a:lnTo>
                <a:lnTo>
                  <a:pt x="528" y="2813"/>
                </a:lnTo>
                <a:lnTo>
                  <a:pt x="520" y="2810"/>
                </a:lnTo>
                <a:lnTo>
                  <a:pt x="508" y="2794"/>
                </a:lnTo>
                <a:lnTo>
                  <a:pt x="500" y="2793"/>
                </a:lnTo>
                <a:lnTo>
                  <a:pt x="482" y="2801"/>
                </a:lnTo>
                <a:lnTo>
                  <a:pt x="473" y="2801"/>
                </a:lnTo>
                <a:lnTo>
                  <a:pt x="454" y="2784"/>
                </a:lnTo>
                <a:lnTo>
                  <a:pt x="417" y="2752"/>
                </a:lnTo>
                <a:lnTo>
                  <a:pt x="398" y="2754"/>
                </a:lnTo>
                <a:lnTo>
                  <a:pt x="390" y="2762"/>
                </a:lnTo>
                <a:lnTo>
                  <a:pt x="385" y="2754"/>
                </a:lnTo>
                <a:lnTo>
                  <a:pt x="359" y="2696"/>
                </a:lnTo>
                <a:lnTo>
                  <a:pt x="361" y="2677"/>
                </a:lnTo>
                <a:lnTo>
                  <a:pt x="370" y="2663"/>
                </a:lnTo>
                <a:lnTo>
                  <a:pt x="382" y="2661"/>
                </a:lnTo>
                <a:lnTo>
                  <a:pt x="407" y="2659"/>
                </a:lnTo>
                <a:lnTo>
                  <a:pt x="421" y="2646"/>
                </a:lnTo>
                <a:lnTo>
                  <a:pt x="413" y="2625"/>
                </a:lnTo>
                <a:lnTo>
                  <a:pt x="387" y="2577"/>
                </a:lnTo>
                <a:lnTo>
                  <a:pt x="393" y="2503"/>
                </a:lnTo>
                <a:lnTo>
                  <a:pt x="389" y="2478"/>
                </a:lnTo>
                <a:lnTo>
                  <a:pt x="370" y="2445"/>
                </a:lnTo>
                <a:lnTo>
                  <a:pt x="346" y="2418"/>
                </a:lnTo>
                <a:lnTo>
                  <a:pt x="322" y="2379"/>
                </a:lnTo>
                <a:lnTo>
                  <a:pt x="308" y="2342"/>
                </a:lnTo>
                <a:lnTo>
                  <a:pt x="300" y="2334"/>
                </a:lnTo>
                <a:lnTo>
                  <a:pt x="269" y="2307"/>
                </a:lnTo>
                <a:lnTo>
                  <a:pt x="271" y="2272"/>
                </a:lnTo>
                <a:lnTo>
                  <a:pt x="264" y="2216"/>
                </a:lnTo>
                <a:lnTo>
                  <a:pt x="260" y="2177"/>
                </a:lnTo>
                <a:lnTo>
                  <a:pt x="258" y="2168"/>
                </a:lnTo>
                <a:lnTo>
                  <a:pt x="230" y="2151"/>
                </a:lnTo>
                <a:lnTo>
                  <a:pt x="210" y="2122"/>
                </a:lnTo>
                <a:lnTo>
                  <a:pt x="200" y="2082"/>
                </a:lnTo>
                <a:lnTo>
                  <a:pt x="192" y="2078"/>
                </a:lnTo>
                <a:lnTo>
                  <a:pt x="160" y="2053"/>
                </a:lnTo>
                <a:lnTo>
                  <a:pt x="155" y="2037"/>
                </a:lnTo>
                <a:lnTo>
                  <a:pt x="155" y="2009"/>
                </a:lnTo>
                <a:lnTo>
                  <a:pt x="144" y="1978"/>
                </a:lnTo>
                <a:lnTo>
                  <a:pt x="76" y="1918"/>
                </a:lnTo>
                <a:lnTo>
                  <a:pt x="40" y="1878"/>
                </a:lnTo>
                <a:lnTo>
                  <a:pt x="33" y="1862"/>
                </a:lnTo>
                <a:lnTo>
                  <a:pt x="34" y="1851"/>
                </a:lnTo>
                <a:lnTo>
                  <a:pt x="55" y="1856"/>
                </a:lnTo>
                <a:lnTo>
                  <a:pt x="76" y="1875"/>
                </a:lnTo>
                <a:lnTo>
                  <a:pt x="97" y="1890"/>
                </a:lnTo>
                <a:lnTo>
                  <a:pt x="92" y="1873"/>
                </a:lnTo>
                <a:lnTo>
                  <a:pt x="76" y="1862"/>
                </a:lnTo>
                <a:lnTo>
                  <a:pt x="54" y="1834"/>
                </a:lnTo>
                <a:lnTo>
                  <a:pt x="39" y="1812"/>
                </a:lnTo>
                <a:lnTo>
                  <a:pt x="33" y="1795"/>
                </a:lnTo>
                <a:lnTo>
                  <a:pt x="31" y="1771"/>
                </a:lnTo>
                <a:lnTo>
                  <a:pt x="42" y="1756"/>
                </a:lnTo>
                <a:lnTo>
                  <a:pt x="65" y="1775"/>
                </a:lnTo>
                <a:lnTo>
                  <a:pt x="76" y="1793"/>
                </a:lnTo>
                <a:lnTo>
                  <a:pt x="81" y="1820"/>
                </a:lnTo>
                <a:lnTo>
                  <a:pt x="88" y="1835"/>
                </a:lnTo>
                <a:lnTo>
                  <a:pt x="98" y="1815"/>
                </a:lnTo>
                <a:lnTo>
                  <a:pt x="107" y="1810"/>
                </a:lnTo>
                <a:lnTo>
                  <a:pt x="111" y="1817"/>
                </a:lnTo>
                <a:lnTo>
                  <a:pt x="110" y="1850"/>
                </a:lnTo>
                <a:lnTo>
                  <a:pt x="114" y="1867"/>
                </a:lnTo>
                <a:lnTo>
                  <a:pt x="133" y="1869"/>
                </a:lnTo>
                <a:lnTo>
                  <a:pt x="136" y="1862"/>
                </a:lnTo>
                <a:lnTo>
                  <a:pt x="133" y="1815"/>
                </a:lnTo>
                <a:lnTo>
                  <a:pt x="100" y="1764"/>
                </a:lnTo>
                <a:lnTo>
                  <a:pt x="37" y="1704"/>
                </a:lnTo>
                <a:lnTo>
                  <a:pt x="23" y="1677"/>
                </a:lnTo>
                <a:lnTo>
                  <a:pt x="26" y="1656"/>
                </a:lnTo>
                <a:lnTo>
                  <a:pt x="32" y="1623"/>
                </a:lnTo>
                <a:lnTo>
                  <a:pt x="45" y="1588"/>
                </a:lnTo>
                <a:lnTo>
                  <a:pt x="45" y="1567"/>
                </a:lnTo>
                <a:lnTo>
                  <a:pt x="38" y="1560"/>
                </a:lnTo>
                <a:lnTo>
                  <a:pt x="31" y="1563"/>
                </a:lnTo>
                <a:lnTo>
                  <a:pt x="30" y="1588"/>
                </a:lnTo>
                <a:lnTo>
                  <a:pt x="20" y="1616"/>
                </a:lnTo>
                <a:lnTo>
                  <a:pt x="0" y="1617"/>
                </a:lnTo>
                <a:lnTo>
                  <a:pt x="0" y="1597"/>
                </a:lnTo>
                <a:lnTo>
                  <a:pt x="6" y="1563"/>
                </a:lnTo>
                <a:lnTo>
                  <a:pt x="8" y="1552"/>
                </a:lnTo>
                <a:lnTo>
                  <a:pt x="20" y="1519"/>
                </a:lnTo>
                <a:lnTo>
                  <a:pt x="4" y="1436"/>
                </a:lnTo>
                <a:lnTo>
                  <a:pt x="4" y="1431"/>
                </a:lnTo>
                <a:lnTo>
                  <a:pt x="29" y="1397"/>
                </a:lnTo>
                <a:lnTo>
                  <a:pt x="37" y="1348"/>
                </a:lnTo>
                <a:lnTo>
                  <a:pt x="44" y="1330"/>
                </a:lnTo>
                <a:lnTo>
                  <a:pt x="54" y="1348"/>
                </a:lnTo>
                <a:lnTo>
                  <a:pt x="62" y="1394"/>
                </a:lnTo>
                <a:lnTo>
                  <a:pt x="65" y="1433"/>
                </a:lnTo>
                <a:lnTo>
                  <a:pt x="103" y="1419"/>
                </a:lnTo>
                <a:lnTo>
                  <a:pt x="114" y="1391"/>
                </a:lnTo>
                <a:lnTo>
                  <a:pt x="123" y="1354"/>
                </a:lnTo>
                <a:lnTo>
                  <a:pt x="131" y="1348"/>
                </a:lnTo>
                <a:lnTo>
                  <a:pt x="168" y="1316"/>
                </a:lnTo>
                <a:lnTo>
                  <a:pt x="217" y="1259"/>
                </a:lnTo>
                <a:lnTo>
                  <a:pt x="235" y="1221"/>
                </a:lnTo>
                <a:lnTo>
                  <a:pt x="259" y="1209"/>
                </a:lnTo>
                <a:lnTo>
                  <a:pt x="269" y="1188"/>
                </a:lnTo>
                <a:lnTo>
                  <a:pt x="282" y="1163"/>
                </a:lnTo>
                <a:lnTo>
                  <a:pt x="298" y="1150"/>
                </a:lnTo>
                <a:lnTo>
                  <a:pt x="303" y="1153"/>
                </a:lnTo>
                <a:lnTo>
                  <a:pt x="303" y="1176"/>
                </a:lnTo>
                <a:lnTo>
                  <a:pt x="314" y="1179"/>
                </a:lnTo>
                <a:lnTo>
                  <a:pt x="337" y="1163"/>
                </a:lnTo>
                <a:lnTo>
                  <a:pt x="350" y="1174"/>
                </a:lnTo>
                <a:lnTo>
                  <a:pt x="363" y="1176"/>
                </a:lnTo>
                <a:lnTo>
                  <a:pt x="383" y="1167"/>
                </a:lnTo>
                <a:lnTo>
                  <a:pt x="400" y="1154"/>
                </a:lnTo>
                <a:lnTo>
                  <a:pt x="411" y="1140"/>
                </a:lnTo>
                <a:lnTo>
                  <a:pt x="418" y="1125"/>
                </a:lnTo>
                <a:lnTo>
                  <a:pt x="475" y="1118"/>
                </a:lnTo>
                <a:lnTo>
                  <a:pt x="495" y="1108"/>
                </a:lnTo>
                <a:lnTo>
                  <a:pt x="508" y="1091"/>
                </a:lnTo>
                <a:lnTo>
                  <a:pt x="512" y="1068"/>
                </a:lnTo>
                <a:lnTo>
                  <a:pt x="529" y="1054"/>
                </a:lnTo>
                <a:lnTo>
                  <a:pt x="542" y="1054"/>
                </a:lnTo>
                <a:lnTo>
                  <a:pt x="553" y="1061"/>
                </a:lnTo>
                <a:lnTo>
                  <a:pt x="571" y="1078"/>
                </a:lnTo>
                <a:lnTo>
                  <a:pt x="601" y="1073"/>
                </a:lnTo>
                <a:lnTo>
                  <a:pt x="627" y="1053"/>
                </a:lnTo>
                <a:lnTo>
                  <a:pt x="665" y="1038"/>
                </a:lnTo>
                <a:lnTo>
                  <a:pt x="712" y="1013"/>
                </a:lnTo>
                <a:lnTo>
                  <a:pt x="732" y="989"/>
                </a:lnTo>
                <a:lnTo>
                  <a:pt x="744" y="957"/>
                </a:lnTo>
                <a:lnTo>
                  <a:pt x="756" y="924"/>
                </a:lnTo>
                <a:lnTo>
                  <a:pt x="767" y="902"/>
                </a:lnTo>
                <a:lnTo>
                  <a:pt x="789" y="878"/>
                </a:lnTo>
                <a:lnTo>
                  <a:pt x="811" y="860"/>
                </a:lnTo>
                <a:lnTo>
                  <a:pt x="824" y="855"/>
                </a:lnTo>
                <a:lnTo>
                  <a:pt x="846" y="844"/>
                </a:lnTo>
                <a:lnTo>
                  <a:pt x="852" y="834"/>
                </a:lnTo>
                <a:lnTo>
                  <a:pt x="849" y="827"/>
                </a:lnTo>
                <a:lnTo>
                  <a:pt x="833" y="815"/>
                </a:lnTo>
                <a:lnTo>
                  <a:pt x="814" y="793"/>
                </a:lnTo>
                <a:lnTo>
                  <a:pt x="804" y="773"/>
                </a:lnTo>
                <a:lnTo>
                  <a:pt x="799" y="756"/>
                </a:lnTo>
                <a:lnTo>
                  <a:pt x="822" y="738"/>
                </a:lnTo>
                <a:lnTo>
                  <a:pt x="828" y="724"/>
                </a:lnTo>
                <a:lnTo>
                  <a:pt x="826" y="700"/>
                </a:lnTo>
                <a:lnTo>
                  <a:pt x="836" y="693"/>
                </a:lnTo>
                <a:lnTo>
                  <a:pt x="855" y="687"/>
                </a:lnTo>
                <a:lnTo>
                  <a:pt x="856" y="672"/>
                </a:lnTo>
                <a:lnTo>
                  <a:pt x="867" y="637"/>
                </a:lnTo>
                <a:lnTo>
                  <a:pt x="880" y="628"/>
                </a:lnTo>
                <a:lnTo>
                  <a:pt x="904" y="623"/>
                </a:lnTo>
                <a:lnTo>
                  <a:pt x="902" y="637"/>
                </a:lnTo>
                <a:lnTo>
                  <a:pt x="904" y="669"/>
                </a:lnTo>
                <a:lnTo>
                  <a:pt x="916" y="693"/>
                </a:lnTo>
                <a:lnTo>
                  <a:pt x="924" y="706"/>
                </a:lnTo>
                <a:lnTo>
                  <a:pt x="935" y="720"/>
                </a:lnTo>
                <a:lnTo>
                  <a:pt x="950" y="767"/>
                </a:lnTo>
                <a:lnTo>
                  <a:pt x="953" y="776"/>
                </a:lnTo>
                <a:lnTo>
                  <a:pt x="958" y="776"/>
                </a:lnTo>
                <a:lnTo>
                  <a:pt x="958" y="741"/>
                </a:lnTo>
                <a:lnTo>
                  <a:pt x="960" y="701"/>
                </a:lnTo>
                <a:lnTo>
                  <a:pt x="969" y="695"/>
                </a:lnTo>
                <a:lnTo>
                  <a:pt x="981" y="706"/>
                </a:lnTo>
                <a:lnTo>
                  <a:pt x="987" y="687"/>
                </a:lnTo>
                <a:lnTo>
                  <a:pt x="982" y="673"/>
                </a:lnTo>
                <a:lnTo>
                  <a:pt x="964" y="658"/>
                </a:lnTo>
                <a:lnTo>
                  <a:pt x="954" y="633"/>
                </a:lnTo>
                <a:lnTo>
                  <a:pt x="958" y="615"/>
                </a:lnTo>
                <a:lnTo>
                  <a:pt x="981" y="603"/>
                </a:lnTo>
                <a:lnTo>
                  <a:pt x="1003" y="616"/>
                </a:lnTo>
                <a:lnTo>
                  <a:pt x="1016" y="637"/>
                </a:lnTo>
                <a:lnTo>
                  <a:pt x="1029" y="643"/>
                </a:lnTo>
                <a:lnTo>
                  <a:pt x="1042" y="640"/>
                </a:lnTo>
                <a:lnTo>
                  <a:pt x="1047" y="613"/>
                </a:lnTo>
                <a:lnTo>
                  <a:pt x="1047" y="608"/>
                </a:lnTo>
                <a:lnTo>
                  <a:pt x="1044" y="593"/>
                </a:lnTo>
                <a:lnTo>
                  <a:pt x="1068" y="557"/>
                </a:lnTo>
                <a:lnTo>
                  <a:pt x="1065" y="549"/>
                </a:lnTo>
                <a:lnTo>
                  <a:pt x="1053" y="553"/>
                </a:lnTo>
                <a:lnTo>
                  <a:pt x="1042" y="570"/>
                </a:lnTo>
                <a:lnTo>
                  <a:pt x="1027" y="580"/>
                </a:lnTo>
                <a:lnTo>
                  <a:pt x="1016" y="569"/>
                </a:lnTo>
                <a:lnTo>
                  <a:pt x="1025" y="544"/>
                </a:lnTo>
                <a:lnTo>
                  <a:pt x="1038" y="523"/>
                </a:lnTo>
                <a:lnTo>
                  <a:pt x="1049" y="512"/>
                </a:lnTo>
                <a:lnTo>
                  <a:pt x="1070" y="506"/>
                </a:lnTo>
                <a:lnTo>
                  <a:pt x="1085" y="512"/>
                </a:lnTo>
                <a:lnTo>
                  <a:pt x="1106" y="523"/>
                </a:lnTo>
                <a:lnTo>
                  <a:pt x="1117" y="534"/>
                </a:lnTo>
                <a:lnTo>
                  <a:pt x="1129" y="534"/>
                </a:lnTo>
                <a:lnTo>
                  <a:pt x="1130" y="524"/>
                </a:lnTo>
                <a:lnTo>
                  <a:pt x="1115" y="506"/>
                </a:lnTo>
                <a:lnTo>
                  <a:pt x="1098" y="491"/>
                </a:lnTo>
                <a:lnTo>
                  <a:pt x="1093" y="470"/>
                </a:lnTo>
                <a:lnTo>
                  <a:pt x="1115" y="470"/>
                </a:lnTo>
                <a:lnTo>
                  <a:pt x="1123" y="477"/>
                </a:lnTo>
                <a:lnTo>
                  <a:pt x="1148" y="489"/>
                </a:lnTo>
                <a:lnTo>
                  <a:pt x="1155" y="486"/>
                </a:lnTo>
                <a:lnTo>
                  <a:pt x="1156" y="474"/>
                </a:lnTo>
                <a:lnTo>
                  <a:pt x="1148" y="465"/>
                </a:lnTo>
                <a:lnTo>
                  <a:pt x="1127" y="457"/>
                </a:lnTo>
                <a:lnTo>
                  <a:pt x="1106" y="443"/>
                </a:lnTo>
                <a:lnTo>
                  <a:pt x="1106" y="432"/>
                </a:lnTo>
                <a:lnTo>
                  <a:pt x="1112" y="424"/>
                </a:lnTo>
                <a:lnTo>
                  <a:pt x="1143" y="408"/>
                </a:lnTo>
                <a:lnTo>
                  <a:pt x="1153" y="399"/>
                </a:lnTo>
                <a:lnTo>
                  <a:pt x="1165" y="391"/>
                </a:lnTo>
                <a:lnTo>
                  <a:pt x="1174" y="396"/>
                </a:lnTo>
                <a:lnTo>
                  <a:pt x="1177" y="418"/>
                </a:lnTo>
                <a:lnTo>
                  <a:pt x="1182" y="426"/>
                </a:lnTo>
                <a:lnTo>
                  <a:pt x="1196" y="424"/>
                </a:lnTo>
                <a:lnTo>
                  <a:pt x="1202" y="408"/>
                </a:lnTo>
                <a:lnTo>
                  <a:pt x="1200" y="382"/>
                </a:lnTo>
                <a:lnTo>
                  <a:pt x="1196" y="374"/>
                </a:lnTo>
                <a:lnTo>
                  <a:pt x="1204" y="349"/>
                </a:lnTo>
                <a:lnTo>
                  <a:pt x="1209" y="352"/>
                </a:lnTo>
                <a:lnTo>
                  <a:pt x="1209" y="371"/>
                </a:lnTo>
                <a:lnTo>
                  <a:pt x="1230" y="357"/>
                </a:lnTo>
                <a:lnTo>
                  <a:pt x="1237" y="357"/>
                </a:lnTo>
                <a:lnTo>
                  <a:pt x="1245" y="374"/>
                </a:lnTo>
                <a:lnTo>
                  <a:pt x="1256" y="377"/>
                </a:lnTo>
                <a:lnTo>
                  <a:pt x="1276" y="363"/>
                </a:lnTo>
                <a:lnTo>
                  <a:pt x="1278" y="341"/>
                </a:lnTo>
                <a:lnTo>
                  <a:pt x="1274" y="338"/>
                </a:lnTo>
                <a:lnTo>
                  <a:pt x="1265" y="334"/>
                </a:lnTo>
                <a:lnTo>
                  <a:pt x="1265" y="330"/>
                </a:lnTo>
                <a:lnTo>
                  <a:pt x="1277" y="321"/>
                </a:lnTo>
                <a:lnTo>
                  <a:pt x="1298" y="330"/>
                </a:lnTo>
                <a:lnTo>
                  <a:pt x="1308" y="345"/>
                </a:lnTo>
                <a:lnTo>
                  <a:pt x="1330" y="347"/>
                </a:lnTo>
                <a:lnTo>
                  <a:pt x="1360" y="357"/>
                </a:lnTo>
                <a:lnTo>
                  <a:pt x="1382" y="387"/>
                </a:lnTo>
                <a:lnTo>
                  <a:pt x="1400" y="399"/>
                </a:lnTo>
                <a:lnTo>
                  <a:pt x="1422" y="410"/>
                </a:lnTo>
                <a:lnTo>
                  <a:pt x="1422" y="418"/>
                </a:lnTo>
                <a:lnTo>
                  <a:pt x="1418" y="426"/>
                </a:lnTo>
                <a:lnTo>
                  <a:pt x="1402" y="450"/>
                </a:lnTo>
                <a:lnTo>
                  <a:pt x="1402" y="454"/>
                </a:lnTo>
                <a:lnTo>
                  <a:pt x="1400" y="462"/>
                </a:lnTo>
                <a:lnTo>
                  <a:pt x="1405" y="525"/>
                </a:lnTo>
                <a:lnTo>
                  <a:pt x="1429" y="527"/>
                </a:lnTo>
                <a:lnTo>
                  <a:pt x="1442" y="523"/>
                </a:lnTo>
                <a:lnTo>
                  <a:pt x="1433" y="484"/>
                </a:lnTo>
                <a:lnTo>
                  <a:pt x="1434" y="470"/>
                </a:lnTo>
                <a:lnTo>
                  <a:pt x="1458" y="466"/>
                </a:lnTo>
                <a:lnTo>
                  <a:pt x="1463" y="438"/>
                </a:lnTo>
                <a:lnTo>
                  <a:pt x="1481" y="432"/>
                </a:lnTo>
                <a:lnTo>
                  <a:pt x="1497" y="438"/>
                </a:lnTo>
                <a:lnTo>
                  <a:pt x="1502" y="451"/>
                </a:lnTo>
                <a:lnTo>
                  <a:pt x="1524" y="443"/>
                </a:lnTo>
                <a:lnTo>
                  <a:pt x="1533" y="442"/>
                </a:lnTo>
                <a:lnTo>
                  <a:pt x="1541" y="450"/>
                </a:lnTo>
                <a:lnTo>
                  <a:pt x="1558" y="472"/>
                </a:lnTo>
                <a:lnTo>
                  <a:pt x="1558" y="477"/>
                </a:lnTo>
                <a:lnTo>
                  <a:pt x="1564" y="467"/>
                </a:lnTo>
                <a:lnTo>
                  <a:pt x="1574" y="459"/>
                </a:lnTo>
                <a:lnTo>
                  <a:pt x="1571" y="436"/>
                </a:lnTo>
                <a:lnTo>
                  <a:pt x="1593" y="432"/>
                </a:lnTo>
                <a:lnTo>
                  <a:pt x="1592" y="430"/>
                </a:lnTo>
                <a:lnTo>
                  <a:pt x="1587" y="421"/>
                </a:lnTo>
                <a:lnTo>
                  <a:pt x="1593" y="405"/>
                </a:lnTo>
                <a:lnTo>
                  <a:pt x="1590" y="396"/>
                </a:lnTo>
                <a:lnTo>
                  <a:pt x="1581" y="397"/>
                </a:lnTo>
                <a:lnTo>
                  <a:pt x="1564" y="407"/>
                </a:lnTo>
                <a:lnTo>
                  <a:pt x="1554" y="404"/>
                </a:lnTo>
                <a:lnTo>
                  <a:pt x="1547" y="393"/>
                </a:lnTo>
                <a:lnTo>
                  <a:pt x="1543" y="354"/>
                </a:lnTo>
                <a:lnTo>
                  <a:pt x="1547" y="347"/>
                </a:lnTo>
                <a:lnTo>
                  <a:pt x="1574" y="360"/>
                </a:lnTo>
                <a:lnTo>
                  <a:pt x="1587" y="358"/>
                </a:lnTo>
                <a:lnTo>
                  <a:pt x="1593" y="350"/>
                </a:lnTo>
                <a:lnTo>
                  <a:pt x="1590" y="289"/>
                </a:lnTo>
                <a:lnTo>
                  <a:pt x="1592" y="281"/>
                </a:lnTo>
                <a:lnTo>
                  <a:pt x="1598" y="283"/>
                </a:lnTo>
                <a:lnTo>
                  <a:pt x="1616" y="294"/>
                </a:lnTo>
                <a:lnTo>
                  <a:pt x="1624" y="294"/>
                </a:lnTo>
                <a:lnTo>
                  <a:pt x="1637" y="281"/>
                </a:lnTo>
                <a:lnTo>
                  <a:pt x="1637" y="274"/>
                </a:lnTo>
                <a:lnTo>
                  <a:pt x="1626" y="259"/>
                </a:lnTo>
                <a:lnTo>
                  <a:pt x="1623" y="227"/>
                </a:lnTo>
                <a:lnTo>
                  <a:pt x="1626" y="214"/>
                </a:lnTo>
                <a:lnTo>
                  <a:pt x="1641" y="205"/>
                </a:lnTo>
                <a:lnTo>
                  <a:pt x="1661" y="203"/>
                </a:lnTo>
                <a:lnTo>
                  <a:pt x="1672" y="197"/>
                </a:lnTo>
                <a:lnTo>
                  <a:pt x="1669" y="172"/>
                </a:lnTo>
                <a:lnTo>
                  <a:pt x="1672" y="158"/>
                </a:lnTo>
                <a:lnTo>
                  <a:pt x="1679" y="153"/>
                </a:lnTo>
                <a:lnTo>
                  <a:pt x="1687" y="158"/>
                </a:lnTo>
                <a:lnTo>
                  <a:pt x="1692" y="179"/>
                </a:lnTo>
                <a:lnTo>
                  <a:pt x="1697" y="188"/>
                </a:lnTo>
                <a:lnTo>
                  <a:pt x="1706" y="191"/>
                </a:lnTo>
                <a:lnTo>
                  <a:pt x="1717" y="179"/>
                </a:lnTo>
                <a:lnTo>
                  <a:pt x="1706" y="158"/>
                </a:lnTo>
                <a:lnTo>
                  <a:pt x="1706" y="145"/>
                </a:lnTo>
                <a:lnTo>
                  <a:pt x="1714" y="135"/>
                </a:lnTo>
                <a:lnTo>
                  <a:pt x="1730" y="135"/>
                </a:lnTo>
                <a:lnTo>
                  <a:pt x="1740" y="143"/>
                </a:lnTo>
                <a:lnTo>
                  <a:pt x="1751" y="158"/>
                </a:lnTo>
                <a:lnTo>
                  <a:pt x="1762" y="148"/>
                </a:lnTo>
                <a:lnTo>
                  <a:pt x="1774" y="143"/>
                </a:lnTo>
                <a:lnTo>
                  <a:pt x="1796" y="158"/>
                </a:lnTo>
                <a:lnTo>
                  <a:pt x="1812" y="148"/>
                </a:lnTo>
                <a:lnTo>
                  <a:pt x="1830" y="145"/>
                </a:lnTo>
                <a:lnTo>
                  <a:pt x="1844" y="134"/>
                </a:lnTo>
                <a:lnTo>
                  <a:pt x="1864" y="132"/>
                </a:lnTo>
                <a:lnTo>
                  <a:pt x="1883" y="134"/>
                </a:lnTo>
                <a:lnTo>
                  <a:pt x="1890" y="125"/>
                </a:lnTo>
                <a:lnTo>
                  <a:pt x="1887" y="87"/>
                </a:lnTo>
                <a:lnTo>
                  <a:pt x="1890" y="68"/>
                </a:lnTo>
                <a:lnTo>
                  <a:pt x="1900" y="53"/>
                </a:lnTo>
                <a:lnTo>
                  <a:pt x="1910" y="50"/>
                </a:lnTo>
                <a:lnTo>
                  <a:pt x="1920" y="53"/>
                </a:lnTo>
                <a:lnTo>
                  <a:pt x="1935" y="68"/>
                </a:lnTo>
                <a:lnTo>
                  <a:pt x="1954" y="100"/>
                </a:lnTo>
                <a:lnTo>
                  <a:pt x="1966" y="101"/>
                </a:lnTo>
                <a:lnTo>
                  <a:pt x="1986" y="92"/>
                </a:lnTo>
                <a:lnTo>
                  <a:pt x="2006" y="86"/>
                </a:lnTo>
                <a:lnTo>
                  <a:pt x="2022" y="90"/>
                </a:lnTo>
                <a:lnTo>
                  <a:pt x="2011" y="100"/>
                </a:lnTo>
                <a:lnTo>
                  <a:pt x="2003" y="110"/>
                </a:lnTo>
                <a:lnTo>
                  <a:pt x="2003" y="116"/>
                </a:lnTo>
                <a:lnTo>
                  <a:pt x="2022" y="122"/>
                </a:lnTo>
                <a:lnTo>
                  <a:pt x="2121" y="121"/>
                </a:lnTo>
                <a:lnTo>
                  <a:pt x="2129" y="128"/>
                </a:lnTo>
                <a:lnTo>
                  <a:pt x="2134" y="151"/>
                </a:lnTo>
                <a:lnTo>
                  <a:pt x="2146" y="160"/>
                </a:lnTo>
                <a:lnTo>
                  <a:pt x="2156" y="159"/>
                </a:lnTo>
                <a:lnTo>
                  <a:pt x="2169" y="148"/>
                </a:lnTo>
                <a:lnTo>
                  <a:pt x="2175" y="145"/>
                </a:lnTo>
                <a:lnTo>
                  <a:pt x="2182" y="148"/>
                </a:lnTo>
                <a:lnTo>
                  <a:pt x="2193" y="156"/>
                </a:lnTo>
                <a:lnTo>
                  <a:pt x="2210" y="159"/>
                </a:lnTo>
                <a:lnTo>
                  <a:pt x="2215" y="156"/>
                </a:lnTo>
                <a:lnTo>
                  <a:pt x="2215" y="145"/>
                </a:lnTo>
                <a:lnTo>
                  <a:pt x="2219" y="139"/>
                </a:lnTo>
                <a:lnTo>
                  <a:pt x="2226" y="143"/>
                </a:lnTo>
                <a:lnTo>
                  <a:pt x="2228" y="159"/>
                </a:lnTo>
                <a:lnTo>
                  <a:pt x="2236" y="173"/>
                </a:lnTo>
                <a:lnTo>
                  <a:pt x="2242" y="178"/>
                </a:lnTo>
                <a:lnTo>
                  <a:pt x="2249" y="179"/>
                </a:lnTo>
                <a:lnTo>
                  <a:pt x="2263" y="170"/>
                </a:lnTo>
                <a:lnTo>
                  <a:pt x="2270" y="156"/>
                </a:lnTo>
                <a:lnTo>
                  <a:pt x="2260" y="145"/>
                </a:lnTo>
                <a:lnTo>
                  <a:pt x="2251" y="140"/>
                </a:lnTo>
                <a:lnTo>
                  <a:pt x="2249" y="133"/>
                </a:lnTo>
                <a:lnTo>
                  <a:pt x="2254" y="122"/>
                </a:lnTo>
                <a:lnTo>
                  <a:pt x="2273" y="123"/>
                </a:lnTo>
                <a:lnTo>
                  <a:pt x="2282" y="126"/>
                </a:lnTo>
                <a:lnTo>
                  <a:pt x="2292" y="134"/>
                </a:lnTo>
                <a:lnTo>
                  <a:pt x="2298" y="142"/>
                </a:lnTo>
                <a:lnTo>
                  <a:pt x="2298" y="148"/>
                </a:lnTo>
                <a:lnTo>
                  <a:pt x="2304" y="153"/>
                </a:lnTo>
                <a:lnTo>
                  <a:pt x="2323" y="145"/>
                </a:lnTo>
                <a:lnTo>
                  <a:pt x="2337" y="148"/>
                </a:lnTo>
                <a:lnTo>
                  <a:pt x="2339" y="153"/>
                </a:lnTo>
                <a:lnTo>
                  <a:pt x="2328" y="168"/>
                </a:lnTo>
                <a:lnTo>
                  <a:pt x="2293" y="203"/>
                </a:lnTo>
                <a:lnTo>
                  <a:pt x="2288" y="212"/>
                </a:lnTo>
                <a:lnTo>
                  <a:pt x="2293" y="225"/>
                </a:lnTo>
                <a:lnTo>
                  <a:pt x="2305" y="237"/>
                </a:lnTo>
                <a:lnTo>
                  <a:pt x="2305" y="249"/>
                </a:lnTo>
                <a:lnTo>
                  <a:pt x="2290" y="259"/>
                </a:lnTo>
                <a:lnTo>
                  <a:pt x="2277" y="254"/>
                </a:lnTo>
                <a:lnTo>
                  <a:pt x="2272" y="248"/>
                </a:lnTo>
                <a:lnTo>
                  <a:pt x="2260" y="249"/>
                </a:lnTo>
                <a:lnTo>
                  <a:pt x="2253" y="251"/>
                </a:lnTo>
                <a:lnTo>
                  <a:pt x="2241" y="252"/>
                </a:lnTo>
                <a:lnTo>
                  <a:pt x="2227" y="258"/>
                </a:lnTo>
                <a:lnTo>
                  <a:pt x="2223" y="274"/>
                </a:lnTo>
                <a:lnTo>
                  <a:pt x="2228" y="286"/>
                </a:lnTo>
                <a:lnTo>
                  <a:pt x="2238" y="294"/>
                </a:lnTo>
                <a:lnTo>
                  <a:pt x="2229" y="300"/>
                </a:lnTo>
                <a:lnTo>
                  <a:pt x="2226" y="310"/>
                </a:lnTo>
                <a:lnTo>
                  <a:pt x="2233" y="321"/>
                </a:lnTo>
                <a:lnTo>
                  <a:pt x="2249" y="321"/>
                </a:lnTo>
                <a:lnTo>
                  <a:pt x="2239" y="350"/>
                </a:lnTo>
                <a:lnTo>
                  <a:pt x="2227" y="368"/>
                </a:lnTo>
                <a:lnTo>
                  <a:pt x="2210" y="380"/>
                </a:lnTo>
                <a:lnTo>
                  <a:pt x="2204" y="397"/>
                </a:lnTo>
                <a:lnTo>
                  <a:pt x="2197" y="415"/>
                </a:lnTo>
                <a:lnTo>
                  <a:pt x="2173" y="413"/>
                </a:lnTo>
                <a:lnTo>
                  <a:pt x="2163" y="421"/>
                </a:lnTo>
                <a:lnTo>
                  <a:pt x="2167" y="434"/>
                </a:lnTo>
                <a:lnTo>
                  <a:pt x="2192" y="450"/>
                </a:lnTo>
                <a:lnTo>
                  <a:pt x="2192" y="466"/>
                </a:lnTo>
                <a:lnTo>
                  <a:pt x="2204" y="477"/>
                </a:lnTo>
                <a:lnTo>
                  <a:pt x="2226" y="477"/>
                </a:lnTo>
                <a:lnTo>
                  <a:pt x="2246" y="491"/>
                </a:lnTo>
                <a:lnTo>
                  <a:pt x="2260" y="489"/>
                </a:lnTo>
                <a:lnTo>
                  <a:pt x="2320" y="565"/>
                </a:lnTo>
                <a:lnTo>
                  <a:pt x="2328" y="569"/>
                </a:lnTo>
                <a:lnTo>
                  <a:pt x="2362" y="569"/>
                </a:lnTo>
                <a:lnTo>
                  <a:pt x="2379" y="573"/>
                </a:lnTo>
                <a:lnTo>
                  <a:pt x="2388" y="590"/>
                </a:lnTo>
                <a:lnTo>
                  <a:pt x="2407" y="593"/>
                </a:lnTo>
                <a:lnTo>
                  <a:pt x="2426" y="587"/>
                </a:lnTo>
                <a:lnTo>
                  <a:pt x="2440" y="604"/>
                </a:lnTo>
                <a:lnTo>
                  <a:pt x="2445" y="618"/>
                </a:lnTo>
                <a:lnTo>
                  <a:pt x="2467" y="628"/>
                </a:lnTo>
                <a:lnTo>
                  <a:pt x="2486" y="645"/>
                </a:lnTo>
                <a:lnTo>
                  <a:pt x="2520" y="648"/>
                </a:lnTo>
                <a:lnTo>
                  <a:pt x="2548" y="653"/>
                </a:lnTo>
                <a:lnTo>
                  <a:pt x="2558" y="657"/>
                </a:lnTo>
                <a:lnTo>
                  <a:pt x="2567" y="670"/>
                </a:lnTo>
                <a:lnTo>
                  <a:pt x="2580" y="706"/>
                </a:lnTo>
                <a:lnTo>
                  <a:pt x="2585" y="714"/>
                </a:lnTo>
                <a:lnTo>
                  <a:pt x="2613" y="730"/>
                </a:lnTo>
                <a:lnTo>
                  <a:pt x="2628" y="748"/>
                </a:lnTo>
                <a:lnTo>
                  <a:pt x="2630" y="751"/>
                </a:lnTo>
                <a:lnTo>
                  <a:pt x="2640" y="751"/>
                </a:lnTo>
                <a:lnTo>
                  <a:pt x="2666" y="743"/>
                </a:lnTo>
                <a:lnTo>
                  <a:pt x="2686" y="751"/>
                </a:lnTo>
                <a:lnTo>
                  <a:pt x="2706" y="745"/>
                </a:lnTo>
                <a:lnTo>
                  <a:pt x="2713" y="741"/>
                </a:lnTo>
                <a:lnTo>
                  <a:pt x="2724" y="728"/>
                </a:lnTo>
                <a:lnTo>
                  <a:pt x="2729" y="676"/>
                </a:lnTo>
                <a:lnTo>
                  <a:pt x="2739" y="661"/>
                </a:lnTo>
                <a:lnTo>
                  <a:pt x="2785" y="613"/>
                </a:lnTo>
                <a:lnTo>
                  <a:pt x="2793" y="603"/>
                </a:lnTo>
                <a:lnTo>
                  <a:pt x="2802" y="554"/>
                </a:lnTo>
                <a:lnTo>
                  <a:pt x="2815" y="534"/>
                </a:lnTo>
                <a:lnTo>
                  <a:pt x="2813" y="525"/>
                </a:lnTo>
                <a:lnTo>
                  <a:pt x="2810" y="502"/>
                </a:lnTo>
                <a:lnTo>
                  <a:pt x="2818" y="434"/>
                </a:lnTo>
                <a:lnTo>
                  <a:pt x="2822" y="410"/>
                </a:lnTo>
                <a:lnTo>
                  <a:pt x="2826" y="391"/>
                </a:lnTo>
                <a:lnTo>
                  <a:pt x="2820" y="338"/>
                </a:lnTo>
                <a:lnTo>
                  <a:pt x="2824" y="313"/>
                </a:lnTo>
                <a:lnTo>
                  <a:pt x="2846" y="275"/>
                </a:lnTo>
                <a:lnTo>
                  <a:pt x="2854" y="275"/>
                </a:lnTo>
                <a:lnTo>
                  <a:pt x="2860" y="271"/>
                </a:lnTo>
                <a:lnTo>
                  <a:pt x="2842" y="234"/>
                </a:lnTo>
                <a:lnTo>
                  <a:pt x="2841" y="217"/>
                </a:lnTo>
                <a:lnTo>
                  <a:pt x="2842" y="209"/>
                </a:lnTo>
                <a:lnTo>
                  <a:pt x="2867" y="216"/>
                </a:lnTo>
                <a:lnTo>
                  <a:pt x="2874" y="203"/>
                </a:lnTo>
                <a:lnTo>
                  <a:pt x="2868" y="191"/>
                </a:lnTo>
                <a:lnTo>
                  <a:pt x="2849" y="171"/>
                </a:lnTo>
                <a:lnTo>
                  <a:pt x="2849" y="162"/>
                </a:lnTo>
                <a:lnTo>
                  <a:pt x="2863" y="128"/>
                </a:lnTo>
                <a:lnTo>
                  <a:pt x="2880" y="116"/>
                </a:lnTo>
                <a:lnTo>
                  <a:pt x="2882" y="88"/>
                </a:lnTo>
                <a:lnTo>
                  <a:pt x="2890" y="28"/>
                </a:lnTo>
                <a:lnTo>
                  <a:pt x="2904" y="10"/>
                </a:lnTo>
                <a:lnTo>
                  <a:pt x="2916" y="0"/>
                </a:lnTo>
                <a:lnTo>
                  <a:pt x="2935" y="3"/>
                </a:lnTo>
                <a:lnTo>
                  <a:pt x="2929" y="10"/>
                </a:lnTo>
                <a:lnTo>
                  <a:pt x="2927" y="20"/>
                </a:lnTo>
                <a:lnTo>
                  <a:pt x="2938" y="30"/>
                </a:lnTo>
                <a:lnTo>
                  <a:pt x="2954" y="28"/>
                </a:lnTo>
                <a:lnTo>
                  <a:pt x="2962" y="111"/>
                </a:lnTo>
                <a:lnTo>
                  <a:pt x="2965" y="123"/>
                </a:lnTo>
                <a:lnTo>
                  <a:pt x="2972" y="131"/>
                </a:lnTo>
                <a:lnTo>
                  <a:pt x="2996" y="132"/>
                </a:lnTo>
                <a:lnTo>
                  <a:pt x="3000" y="135"/>
                </a:lnTo>
                <a:lnTo>
                  <a:pt x="3000" y="142"/>
                </a:lnTo>
                <a:lnTo>
                  <a:pt x="2987" y="156"/>
                </a:lnTo>
                <a:lnTo>
                  <a:pt x="2984" y="168"/>
                </a:lnTo>
                <a:lnTo>
                  <a:pt x="2989" y="178"/>
                </a:lnTo>
                <a:lnTo>
                  <a:pt x="3011" y="188"/>
                </a:lnTo>
                <a:lnTo>
                  <a:pt x="3017" y="203"/>
                </a:lnTo>
                <a:lnTo>
                  <a:pt x="3013" y="214"/>
                </a:lnTo>
                <a:lnTo>
                  <a:pt x="3014" y="216"/>
                </a:lnTo>
                <a:lnTo>
                  <a:pt x="3031" y="223"/>
                </a:lnTo>
                <a:lnTo>
                  <a:pt x="3030" y="241"/>
                </a:lnTo>
                <a:lnTo>
                  <a:pt x="3024" y="265"/>
                </a:lnTo>
                <a:lnTo>
                  <a:pt x="3026" y="269"/>
                </a:lnTo>
                <a:lnTo>
                  <a:pt x="3028" y="272"/>
                </a:lnTo>
                <a:lnTo>
                  <a:pt x="3036" y="272"/>
                </a:lnTo>
                <a:lnTo>
                  <a:pt x="3045" y="268"/>
                </a:lnTo>
                <a:lnTo>
                  <a:pt x="3051" y="266"/>
                </a:lnTo>
                <a:lnTo>
                  <a:pt x="3051" y="269"/>
                </a:lnTo>
                <a:lnTo>
                  <a:pt x="3046" y="306"/>
                </a:lnTo>
                <a:lnTo>
                  <a:pt x="3041" y="321"/>
                </a:lnTo>
                <a:lnTo>
                  <a:pt x="3030" y="347"/>
                </a:lnTo>
                <a:lnTo>
                  <a:pt x="3041" y="363"/>
                </a:lnTo>
                <a:lnTo>
                  <a:pt x="3049" y="397"/>
                </a:lnTo>
                <a:lnTo>
                  <a:pt x="3058" y="418"/>
                </a:lnTo>
                <a:lnTo>
                  <a:pt x="3075" y="411"/>
                </a:lnTo>
                <a:lnTo>
                  <a:pt x="3102" y="382"/>
                </a:lnTo>
                <a:lnTo>
                  <a:pt x="3119" y="374"/>
                </a:lnTo>
                <a:lnTo>
                  <a:pt x="3128" y="376"/>
                </a:lnTo>
                <a:lnTo>
                  <a:pt x="3131" y="386"/>
                </a:lnTo>
                <a:lnTo>
                  <a:pt x="3133" y="414"/>
                </a:lnTo>
                <a:lnTo>
                  <a:pt x="3142" y="430"/>
                </a:lnTo>
                <a:lnTo>
                  <a:pt x="3153" y="432"/>
                </a:lnTo>
                <a:lnTo>
                  <a:pt x="3171" y="432"/>
                </a:lnTo>
                <a:lnTo>
                  <a:pt x="3176" y="454"/>
                </a:lnTo>
                <a:lnTo>
                  <a:pt x="3183" y="454"/>
                </a:lnTo>
                <a:lnTo>
                  <a:pt x="3186" y="454"/>
                </a:lnTo>
                <a:lnTo>
                  <a:pt x="3202" y="473"/>
                </a:lnTo>
                <a:lnTo>
                  <a:pt x="3197" y="489"/>
                </a:lnTo>
                <a:lnTo>
                  <a:pt x="3199" y="501"/>
                </a:lnTo>
                <a:lnTo>
                  <a:pt x="3206" y="517"/>
                </a:lnTo>
                <a:lnTo>
                  <a:pt x="3197" y="547"/>
                </a:lnTo>
                <a:lnTo>
                  <a:pt x="3201" y="556"/>
                </a:lnTo>
                <a:lnTo>
                  <a:pt x="3214" y="576"/>
                </a:lnTo>
                <a:lnTo>
                  <a:pt x="3215" y="580"/>
                </a:lnTo>
                <a:lnTo>
                  <a:pt x="3206" y="608"/>
                </a:lnTo>
                <a:lnTo>
                  <a:pt x="3203" y="616"/>
                </a:lnTo>
                <a:lnTo>
                  <a:pt x="3199" y="637"/>
                </a:lnTo>
                <a:lnTo>
                  <a:pt x="3208" y="649"/>
                </a:lnTo>
                <a:lnTo>
                  <a:pt x="3212" y="673"/>
                </a:lnTo>
                <a:lnTo>
                  <a:pt x="3243" y="713"/>
                </a:lnTo>
                <a:lnTo>
                  <a:pt x="3257" y="743"/>
                </a:lnTo>
                <a:lnTo>
                  <a:pt x="3253" y="760"/>
                </a:lnTo>
                <a:lnTo>
                  <a:pt x="3250" y="827"/>
                </a:lnTo>
                <a:lnTo>
                  <a:pt x="3253" y="847"/>
                </a:lnTo>
                <a:lnTo>
                  <a:pt x="3258" y="861"/>
                </a:lnTo>
                <a:lnTo>
                  <a:pt x="3267" y="869"/>
                </a:lnTo>
                <a:lnTo>
                  <a:pt x="3293" y="887"/>
                </a:lnTo>
                <a:lnTo>
                  <a:pt x="3289" y="901"/>
                </a:lnTo>
                <a:lnTo>
                  <a:pt x="3293" y="917"/>
                </a:lnTo>
                <a:lnTo>
                  <a:pt x="3294" y="929"/>
                </a:lnTo>
                <a:lnTo>
                  <a:pt x="3311" y="941"/>
                </a:lnTo>
                <a:lnTo>
                  <a:pt x="3321" y="956"/>
                </a:lnTo>
                <a:lnTo>
                  <a:pt x="3335" y="960"/>
                </a:lnTo>
                <a:lnTo>
                  <a:pt x="3356" y="965"/>
                </a:lnTo>
                <a:lnTo>
                  <a:pt x="3380" y="972"/>
                </a:lnTo>
                <a:lnTo>
                  <a:pt x="3392" y="976"/>
                </a:lnTo>
                <a:lnTo>
                  <a:pt x="3398" y="982"/>
                </a:lnTo>
                <a:lnTo>
                  <a:pt x="3401" y="990"/>
                </a:lnTo>
                <a:lnTo>
                  <a:pt x="3398" y="1002"/>
                </a:lnTo>
                <a:lnTo>
                  <a:pt x="3388" y="1007"/>
                </a:lnTo>
                <a:lnTo>
                  <a:pt x="3388" y="1013"/>
                </a:lnTo>
                <a:lnTo>
                  <a:pt x="3413" y="1023"/>
                </a:lnTo>
                <a:lnTo>
                  <a:pt x="3424" y="1030"/>
                </a:lnTo>
                <a:lnTo>
                  <a:pt x="3436" y="1038"/>
                </a:lnTo>
                <a:lnTo>
                  <a:pt x="3444" y="1038"/>
                </a:lnTo>
                <a:lnTo>
                  <a:pt x="3457" y="1040"/>
                </a:lnTo>
                <a:lnTo>
                  <a:pt x="3459" y="1049"/>
                </a:lnTo>
                <a:lnTo>
                  <a:pt x="3459" y="1061"/>
                </a:lnTo>
                <a:lnTo>
                  <a:pt x="3463" y="1070"/>
                </a:lnTo>
                <a:lnTo>
                  <a:pt x="3469" y="1073"/>
                </a:lnTo>
                <a:lnTo>
                  <a:pt x="3481" y="1070"/>
                </a:lnTo>
                <a:lnTo>
                  <a:pt x="3493" y="1073"/>
                </a:lnTo>
                <a:lnTo>
                  <a:pt x="3504" y="1084"/>
                </a:lnTo>
                <a:lnTo>
                  <a:pt x="3507" y="1088"/>
                </a:lnTo>
                <a:lnTo>
                  <a:pt x="3504" y="1099"/>
                </a:lnTo>
                <a:lnTo>
                  <a:pt x="3501" y="1108"/>
                </a:lnTo>
                <a:lnTo>
                  <a:pt x="3501" y="1118"/>
                </a:lnTo>
                <a:lnTo>
                  <a:pt x="3506" y="1126"/>
                </a:lnTo>
                <a:lnTo>
                  <a:pt x="3514" y="1140"/>
                </a:lnTo>
                <a:lnTo>
                  <a:pt x="3526" y="1153"/>
                </a:lnTo>
                <a:lnTo>
                  <a:pt x="3539" y="1161"/>
                </a:lnTo>
                <a:lnTo>
                  <a:pt x="3551" y="1171"/>
                </a:lnTo>
                <a:lnTo>
                  <a:pt x="3556" y="1181"/>
                </a:lnTo>
                <a:lnTo>
                  <a:pt x="3560" y="1215"/>
                </a:lnTo>
                <a:lnTo>
                  <a:pt x="3570" y="1223"/>
                </a:lnTo>
                <a:lnTo>
                  <a:pt x="3572" y="1228"/>
                </a:lnTo>
                <a:lnTo>
                  <a:pt x="3572" y="1234"/>
                </a:lnTo>
                <a:lnTo>
                  <a:pt x="3570" y="1246"/>
                </a:lnTo>
                <a:lnTo>
                  <a:pt x="3572" y="1313"/>
                </a:lnTo>
                <a:lnTo>
                  <a:pt x="3572" y="1325"/>
                </a:lnTo>
                <a:lnTo>
                  <a:pt x="3575" y="1331"/>
                </a:lnTo>
                <a:lnTo>
                  <a:pt x="3592" y="1336"/>
                </a:lnTo>
                <a:lnTo>
                  <a:pt x="3595" y="1336"/>
                </a:lnTo>
                <a:lnTo>
                  <a:pt x="3607" y="1358"/>
                </a:lnTo>
                <a:lnTo>
                  <a:pt x="3618" y="1367"/>
                </a:lnTo>
                <a:lnTo>
                  <a:pt x="3623" y="1367"/>
                </a:lnTo>
                <a:lnTo>
                  <a:pt x="3626" y="1361"/>
                </a:lnTo>
                <a:lnTo>
                  <a:pt x="3626" y="1342"/>
                </a:lnTo>
                <a:lnTo>
                  <a:pt x="3623" y="1325"/>
                </a:lnTo>
                <a:lnTo>
                  <a:pt x="3622" y="1301"/>
                </a:lnTo>
                <a:lnTo>
                  <a:pt x="3626" y="1295"/>
                </a:lnTo>
                <a:lnTo>
                  <a:pt x="3634" y="1298"/>
                </a:lnTo>
                <a:lnTo>
                  <a:pt x="3643" y="1318"/>
                </a:lnTo>
                <a:lnTo>
                  <a:pt x="3650" y="1348"/>
                </a:lnTo>
                <a:lnTo>
                  <a:pt x="3652" y="1357"/>
                </a:lnTo>
                <a:lnTo>
                  <a:pt x="3654" y="1367"/>
                </a:lnTo>
                <a:lnTo>
                  <a:pt x="3663" y="1370"/>
                </a:lnTo>
                <a:lnTo>
                  <a:pt x="3669" y="1359"/>
                </a:lnTo>
                <a:lnTo>
                  <a:pt x="3681" y="1350"/>
                </a:lnTo>
                <a:lnTo>
                  <a:pt x="3693" y="1351"/>
                </a:lnTo>
                <a:lnTo>
                  <a:pt x="3703" y="1364"/>
                </a:lnTo>
                <a:lnTo>
                  <a:pt x="3706" y="1377"/>
                </a:lnTo>
                <a:lnTo>
                  <a:pt x="3698" y="1394"/>
                </a:lnTo>
                <a:lnTo>
                  <a:pt x="3692" y="1406"/>
                </a:lnTo>
                <a:lnTo>
                  <a:pt x="3684" y="1415"/>
                </a:lnTo>
                <a:lnTo>
                  <a:pt x="3679" y="1433"/>
                </a:lnTo>
                <a:lnTo>
                  <a:pt x="3679" y="1449"/>
                </a:lnTo>
                <a:lnTo>
                  <a:pt x="3687" y="1461"/>
                </a:lnTo>
                <a:lnTo>
                  <a:pt x="3699" y="1472"/>
                </a:lnTo>
                <a:lnTo>
                  <a:pt x="3708" y="1484"/>
                </a:lnTo>
                <a:lnTo>
                  <a:pt x="3714" y="1488"/>
                </a:lnTo>
                <a:lnTo>
                  <a:pt x="3724" y="1491"/>
                </a:lnTo>
                <a:lnTo>
                  <a:pt x="3729" y="1495"/>
                </a:lnTo>
                <a:lnTo>
                  <a:pt x="3739" y="1507"/>
                </a:lnTo>
                <a:lnTo>
                  <a:pt x="3743" y="1519"/>
                </a:lnTo>
                <a:lnTo>
                  <a:pt x="3750" y="1520"/>
                </a:lnTo>
                <a:lnTo>
                  <a:pt x="3775" y="1516"/>
                </a:lnTo>
                <a:lnTo>
                  <a:pt x="3789" y="1522"/>
                </a:lnTo>
                <a:lnTo>
                  <a:pt x="3795" y="1531"/>
                </a:lnTo>
                <a:lnTo>
                  <a:pt x="3797" y="1540"/>
                </a:lnTo>
                <a:lnTo>
                  <a:pt x="3795" y="1584"/>
                </a:lnTo>
                <a:lnTo>
                  <a:pt x="3798" y="1599"/>
                </a:lnTo>
                <a:lnTo>
                  <a:pt x="3819" y="1621"/>
                </a:lnTo>
                <a:lnTo>
                  <a:pt x="3825" y="1655"/>
                </a:lnTo>
                <a:lnTo>
                  <a:pt x="3853" y="1679"/>
                </a:lnTo>
                <a:lnTo>
                  <a:pt x="3853" y="1684"/>
                </a:lnTo>
                <a:lnTo>
                  <a:pt x="3844" y="1724"/>
                </a:lnTo>
                <a:lnTo>
                  <a:pt x="3849" y="1731"/>
                </a:lnTo>
                <a:lnTo>
                  <a:pt x="3855" y="1731"/>
                </a:lnTo>
                <a:lnTo>
                  <a:pt x="3860" y="1734"/>
                </a:lnTo>
                <a:lnTo>
                  <a:pt x="3867" y="1756"/>
                </a:lnTo>
                <a:lnTo>
                  <a:pt x="3861" y="1776"/>
                </a:lnTo>
                <a:lnTo>
                  <a:pt x="3867" y="1791"/>
                </a:lnTo>
                <a:lnTo>
                  <a:pt x="3867" y="1815"/>
                </a:lnTo>
                <a:lnTo>
                  <a:pt x="3862" y="1844"/>
                </a:lnTo>
                <a:lnTo>
                  <a:pt x="3865" y="1869"/>
                </a:lnTo>
                <a:lnTo>
                  <a:pt x="3850" y="1882"/>
                </a:lnTo>
                <a:lnTo>
                  <a:pt x="3849" y="1892"/>
                </a:lnTo>
                <a:lnTo>
                  <a:pt x="3877" y="1918"/>
                </a:lnTo>
                <a:lnTo>
                  <a:pt x="3877" y="1953"/>
                </a:lnTo>
                <a:lnTo>
                  <a:pt x="3888" y="1987"/>
                </a:lnTo>
                <a:lnTo>
                  <a:pt x="3890" y="1987"/>
                </a:lnTo>
                <a:lnTo>
                  <a:pt x="3888" y="1987"/>
                </a:lnTo>
                <a:lnTo>
                  <a:pt x="3888" y="1999"/>
                </a:lnTo>
                <a:lnTo>
                  <a:pt x="3881" y="2024"/>
                </a:lnTo>
                <a:lnTo>
                  <a:pt x="3855" y="2066"/>
                </a:lnTo>
                <a:lnTo>
                  <a:pt x="3835" y="2143"/>
                </a:lnTo>
                <a:lnTo>
                  <a:pt x="3844" y="2147"/>
                </a:lnTo>
                <a:lnTo>
                  <a:pt x="3808" y="2194"/>
                </a:lnTo>
                <a:lnTo>
                  <a:pt x="3813" y="2220"/>
                </a:lnTo>
                <a:lnTo>
                  <a:pt x="3799" y="2254"/>
                </a:lnTo>
                <a:lnTo>
                  <a:pt x="3794" y="2285"/>
                </a:lnTo>
                <a:lnTo>
                  <a:pt x="3772" y="2327"/>
                </a:lnTo>
                <a:lnTo>
                  <a:pt x="3741" y="2366"/>
                </a:lnTo>
                <a:lnTo>
                  <a:pt x="3752" y="2376"/>
                </a:lnTo>
                <a:lnTo>
                  <a:pt x="3743" y="2387"/>
                </a:lnTo>
                <a:lnTo>
                  <a:pt x="3718" y="2400"/>
                </a:lnTo>
                <a:lnTo>
                  <a:pt x="3702" y="2406"/>
                </a:lnTo>
                <a:lnTo>
                  <a:pt x="3700" y="2413"/>
                </a:lnTo>
                <a:lnTo>
                  <a:pt x="3706" y="2423"/>
                </a:lnTo>
                <a:lnTo>
                  <a:pt x="3706" y="2446"/>
                </a:lnTo>
                <a:lnTo>
                  <a:pt x="3702" y="2455"/>
                </a:lnTo>
                <a:lnTo>
                  <a:pt x="3649" y="2481"/>
                </a:lnTo>
                <a:lnTo>
                  <a:pt x="3645" y="2483"/>
                </a:lnTo>
                <a:lnTo>
                  <a:pt x="3639" y="2492"/>
                </a:lnTo>
                <a:lnTo>
                  <a:pt x="3641" y="2506"/>
                </a:lnTo>
                <a:lnTo>
                  <a:pt x="3631" y="2518"/>
                </a:lnTo>
                <a:lnTo>
                  <a:pt x="3616" y="2525"/>
                </a:lnTo>
                <a:lnTo>
                  <a:pt x="3606" y="2522"/>
                </a:lnTo>
                <a:lnTo>
                  <a:pt x="3598" y="2528"/>
                </a:lnTo>
                <a:lnTo>
                  <a:pt x="3598" y="2536"/>
                </a:lnTo>
                <a:lnTo>
                  <a:pt x="3606" y="2550"/>
                </a:lnTo>
                <a:lnTo>
                  <a:pt x="3598" y="2572"/>
                </a:lnTo>
                <a:lnTo>
                  <a:pt x="3580" y="2575"/>
                </a:lnTo>
                <a:lnTo>
                  <a:pt x="3575" y="2583"/>
                </a:lnTo>
                <a:lnTo>
                  <a:pt x="3575" y="2594"/>
                </a:lnTo>
                <a:lnTo>
                  <a:pt x="3560" y="2650"/>
                </a:lnTo>
                <a:lnTo>
                  <a:pt x="3555" y="2658"/>
                </a:lnTo>
                <a:lnTo>
                  <a:pt x="3527" y="2665"/>
                </a:lnTo>
                <a:lnTo>
                  <a:pt x="3534" y="2683"/>
                </a:lnTo>
                <a:lnTo>
                  <a:pt x="3531" y="2693"/>
                </a:lnTo>
                <a:lnTo>
                  <a:pt x="3526" y="2695"/>
                </a:lnTo>
                <a:lnTo>
                  <a:pt x="3508" y="2696"/>
                </a:lnTo>
                <a:lnTo>
                  <a:pt x="3502" y="2704"/>
                </a:lnTo>
                <a:lnTo>
                  <a:pt x="3506" y="2713"/>
                </a:lnTo>
                <a:lnTo>
                  <a:pt x="3507" y="2723"/>
                </a:lnTo>
                <a:lnTo>
                  <a:pt x="3501" y="2732"/>
                </a:lnTo>
                <a:lnTo>
                  <a:pt x="3494" y="2735"/>
                </a:lnTo>
                <a:lnTo>
                  <a:pt x="3486" y="2744"/>
                </a:lnTo>
                <a:lnTo>
                  <a:pt x="3483" y="2752"/>
                </a:lnTo>
                <a:lnTo>
                  <a:pt x="3485" y="2762"/>
                </a:lnTo>
                <a:lnTo>
                  <a:pt x="3485" y="2769"/>
                </a:lnTo>
                <a:lnTo>
                  <a:pt x="3481" y="2777"/>
                </a:lnTo>
                <a:lnTo>
                  <a:pt x="3467" y="2793"/>
                </a:lnTo>
                <a:lnTo>
                  <a:pt x="3459" y="2805"/>
                </a:lnTo>
                <a:lnTo>
                  <a:pt x="3462" y="2859"/>
                </a:lnTo>
                <a:lnTo>
                  <a:pt x="3459" y="2868"/>
                </a:lnTo>
                <a:lnTo>
                  <a:pt x="3439" y="2880"/>
                </a:lnTo>
                <a:lnTo>
                  <a:pt x="3435" y="2890"/>
                </a:lnTo>
                <a:lnTo>
                  <a:pt x="3438" y="2905"/>
                </a:lnTo>
                <a:lnTo>
                  <a:pt x="3448" y="2918"/>
                </a:lnTo>
                <a:lnTo>
                  <a:pt x="3448" y="2926"/>
                </a:lnTo>
                <a:lnTo>
                  <a:pt x="3425" y="2953"/>
                </a:lnTo>
                <a:lnTo>
                  <a:pt x="3420" y="2976"/>
                </a:lnTo>
                <a:lnTo>
                  <a:pt x="3407" y="2984"/>
                </a:lnTo>
                <a:lnTo>
                  <a:pt x="3345" y="2984"/>
                </a:lnTo>
                <a:lnTo>
                  <a:pt x="3288" y="2979"/>
                </a:lnTo>
                <a:lnTo>
                  <a:pt x="3250" y="2993"/>
                </a:lnTo>
                <a:lnTo>
                  <a:pt x="3241" y="2996"/>
                </a:lnTo>
                <a:lnTo>
                  <a:pt x="3233" y="2995"/>
                </a:lnTo>
                <a:lnTo>
                  <a:pt x="3222" y="2985"/>
                </a:lnTo>
                <a:lnTo>
                  <a:pt x="3210" y="2984"/>
                </a:lnTo>
                <a:lnTo>
                  <a:pt x="3201" y="2985"/>
                </a:lnTo>
                <a:lnTo>
                  <a:pt x="3191" y="2995"/>
                </a:lnTo>
                <a:lnTo>
                  <a:pt x="3176" y="3018"/>
                </a:lnTo>
                <a:lnTo>
                  <a:pt x="3157" y="3035"/>
                </a:lnTo>
                <a:lnTo>
                  <a:pt x="3143" y="3043"/>
                </a:lnTo>
                <a:lnTo>
                  <a:pt x="3102" y="3059"/>
                </a:lnTo>
                <a:lnTo>
                  <a:pt x="3108" y="3086"/>
                </a:lnTo>
                <a:lnTo>
                  <a:pt x="3110" y="3098"/>
                </a:lnTo>
                <a:lnTo>
                  <a:pt x="3107" y="3102"/>
                </a:lnTo>
                <a:lnTo>
                  <a:pt x="3105" y="3105"/>
                </a:lnTo>
                <a:lnTo>
                  <a:pt x="3095" y="3104"/>
                </a:lnTo>
                <a:lnTo>
                  <a:pt x="3086" y="3086"/>
                </a:lnTo>
                <a:lnTo>
                  <a:pt x="3076" y="3070"/>
                </a:lnTo>
                <a:lnTo>
                  <a:pt x="3064" y="3072"/>
                </a:lnTo>
                <a:lnTo>
                  <a:pt x="3054" y="3068"/>
                </a:lnTo>
                <a:lnTo>
                  <a:pt x="3043" y="3047"/>
                </a:lnTo>
                <a:lnTo>
                  <a:pt x="3028" y="3039"/>
                </a:lnTo>
                <a:lnTo>
                  <a:pt x="3027" y="3036"/>
                </a:lnTo>
                <a:lnTo>
                  <a:pt x="3028" y="3028"/>
                </a:lnTo>
                <a:lnTo>
                  <a:pt x="3041" y="3017"/>
                </a:lnTo>
                <a:lnTo>
                  <a:pt x="3043" y="3006"/>
                </a:lnTo>
                <a:lnTo>
                  <a:pt x="3033" y="2995"/>
                </a:lnTo>
                <a:lnTo>
                  <a:pt x="3024" y="3000"/>
                </a:lnTo>
                <a:lnTo>
                  <a:pt x="3018" y="3006"/>
                </a:lnTo>
                <a:lnTo>
                  <a:pt x="3006" y="3028"/>
                </a:lnTo>
                <a:lnTo>
                  <a:pt x="2996" y="3033"/>
                </a:lnTo>
                <a:lnTo>
                  <a:pt x="2981" y="3030"/>
                </a:lnTo>
                <a:lnTo>
                  <a:pt x="2977" y="3009"/>
                </a:lnTo>
                <a:lnTo>
                  <a:pt x="2996" y="2984"/>
                </a:lnTo>
                <a:lnTo>
                  <a:pt x="3006" y="2959"/>
                </a:lnTo>
                <a:lnTo>
                  <a:pt x="3011" y="2948"/>
                </a:lnTo>
                <a:lnTo>
                  <a:pt x="2996" y="2926"/>
                </a:lnTo>
                <a:lnTo>
                  <a:pt x="2980" y="2928"/>
                </a:lnTo>
                <a:lnTo>
                  <a:pt x="2959" y="2946"/>
                </a:lnTo>
                <a:lnTo>
                  <a:pt x="2951" y="2959"/>
                </a:lnTo>
                <a:lnTo>
                  <a:pt x="2954" y="3003"/>
                </a:lnTo>
                <a:lnTo>
                  <a:pt x="2948" y="3013"/>
                </a:lnTo>
                <a:lnTo>
                  <a:pt x="2904" y="3021"/>
                </a:lnTo>
                <a:lnTo>
                  <a:pt x="2882" y="3052"/>
                </a:lnTo>
                <a:lnTo>
                  <a:pt x="2872" y="3059"/>
                </a:lnTo>
                <a:lnTo>
                  <a:pt x="2855" y="3056"/>
                </a:lnTo>
                <a:lnTo>
                  <a:pt x="2843" y="3043"/>
                </a:lnTo>
                <a:lnTo>
                  <a:pt x="2818" y="3014"/>
                </a:lnTo>
                <a:lnTo>
                  <a:pt x="2803" y="3009"/>
                </a:lnTo>
                <a:lnTo>
                  <a:pt x="2781" y="2996"/>
                </a:lnTo>
                <a:lnTo>
                  <a:pt x="2768" y="2987"/>
                </a:lnTo>
                <a:lnTo>
                  <a:pt x="2746" y="2984"/>
                </a:lnTo>
                <a:lnTo>
                  <a:pt x="2721" y="2973"/>
                </a:lnTo>
                <a:lnTo>
                  <a:pt x="2683" y="2979"/>
                </a:lnTo>
                <a:lnTo>
                  <a:pt x="2672" y="2976"/>
                </a:lnTo>
                <a:lnTo>
                  <a:pt x="2669" y="2957"/>
                </a:lnTo>
                <a:lnTo>
                  <a:pt x="2665" y="2950"/>
                </a:lnTo>
                <a:lnTo>
                  <a:pt x="2659" y="2945"/>
                </a:lnTo>
                <a:lnTo>
                  <a:pt x="2654" y="2945"/>
                </a:lnTo>
                <a:lnTo>
                  <a:pt x="2644" y="2945"/>
                </a:lnTo>
                <a:lnTo>
                  <a:pt x="2633" y="2951"/>
                </a:lnTo>
                <a:lnTo>
                  <a:pt x="2623" y="2953"/>
                </a:lnTo>
                <a:lnTo>
                  <a:pt x="2611" y="2950"/>
                </a:lnTo>
                <a:lnTo>
                  <a:pt x="2601" y="2943"/>
                </a:lnTo>
                <a:lnTo>
                  <a:pt x="2599" y="2928"/>
                </a:lnTo>
                <a:lnTo>
                  <a:pt x="2596" y="2901"/>
                </a:lnTo>
                <a:lnTo>
                  <a:pt x="2577" y="2880"/>
                </a:lnTo>
                <a:lnTo>
                  <a:pt x="2565" y="2862"/>
                </a:lnTo>
                <a:lnTo>
                  <a:pt x="2560" y="2852"/>
                </a:lnTo>
                <a:lnTo>
                  <a:pt x="2560" y="2842"/>
                </a:lnTo>
                <a:lnTo>
                  <a:pt x="2564" y="2829"/>
                </a:lnTo>
                <a:lnTo>
                  <a:pt x="2560" y="2784"/>
                </a:lnTo>
                <a:lnTo>
                  <a:pt x="2550" y="2755"/>
                </a:lnTo>
                <a:lnTo>
                  <a:pt x="2534" y="2715"/>
                </a:lnTo>
                <a:lnTo>
                  <a:pt x="2519" y="2690"/>
                </a:lnTo>
                <a:lnTo>
                  <a:pt x="2517" y="2683"/>
                </a:lnTo>
                <a:lnTo>
                  <a:pt x="2523" y="2672"/>
                </a:lnTo>
                <a:lnTo>
                  <a:pt x="2528" y="2661"/>
                </a:lnTo>
                <a:lnTo>
                  <a:pt x="2531" y="2650"/>
                </a:lnTo>
                <a:lnTo>
                  <a:pt x="2525" y="2637"/>
                </a:lnTo>
                <a:lnTo>
                  <a:pt x="2517" y="2632"/>
                </a:lnTo>
                <a:lnTo>
                  <a:pt x="2509" y="2630"/>
                </a:lnTo>
                <a:lnTo>
                  <a:pt x="2500" y="2633"/>
                </a:lnTo>
                <a:lnTo>
                  <a:pt x="2497" y="2641"/>
                </a:lnTo>
                <a:lnTo>
                  <a:pt x="2497" y="2663"/>
                </a:lnTo>
                <a:lnTo>
                  <a:pt x="2494" y="2672"/>
                </a:lnTo>
                <a:lnTo>
                  <a:pt x="2486" y="2674"/>
                </a:lnTo>
                <a:lnTo>
                  <a:pt x="2473" y="2671"/>
                </a:lnTo>
                <a:lnTo>
                  <a:pt x="2462" y="2666"/>
                </a:lnTo>
                <a:lnTo>
                  <a:pt x="2454" y="2667"/>
                </a:lnTo>
                <a:lnTo>
                  <a:pt x="2431" y="2679"/>
                </a:lnTo>
                <a:lnTo>
                  <a:pt x="2419" y="2680"/>
                </a:lnTo>
                <a:lnTo>
                  <a:pt x="2415" y="2672"/>
                </a:lnTo>
                <a:lnTo>
                  <a:pt x="2416" y="2659"/>
                </a:lnTo>
                <a:lnTo>
                  <a:pt x="2431" y="2646"/>
                </a:lnTo>
                <a:lnTo>
                  <a:pt x="2448" y="2625"/>
                </a:lnTo>
                <a:lnTo>
                  <a:pt x="2451" y="2614"/>
                </a:lnTo>
                <a:lnTo>
                  <a:pt x="2442" y="2561"/>
                </a:lnTo>
                <a:lnTo>
                  <a:pt x="2431" y="2539"/>
                </a:lnTo>
                <a:lnTo>
                  <a:pt x="2420" y="2528"/>
                </a:lnTo>
                <a:lnTo>
                  <a:pt x="2412" y="2531"/>
                </a:lnTo>
                <a:lnTo>
                  <a:pt x="2407" y="2539"/>
                </a:lnTo>
                <a:lnTo>
                  <a:pt x="2395" y="2561"/>
                </a:lnTo>
                <a:lnTo>
                  <a:pt x="2391" y="2586"/>
                </a:lnTo>
                <a:lnTo>
                  <a:pt x="2395" y="2616"/>
                </a:lnTo>
                <a:lnTo>
                  <a:pt x="2393" y="2625"/>
                </a:lnTo>
                <a:lnTo>
                  <a:pt x="2385" y="2630"/>
                </a:lnTo>
                <a:lnTo>
                  <a:pt x="2343" y="2630"/>
                </a:lnTo>
                <a:lnTo>
                  <a:pt x="2337" y="2632"/>
                </a:lnTo>
                <a:lnTo>
                  <a:pt x="2328" y="2641"/>
                </a:lnTo>
                <a:lnTo>
                  <a:pt x="2315" y="2639"/>
                </a:lnTo>
                <a:lnTo>
                  <a:pt x="2312" y="2628"/>
                </a:lnTo>
                <a:lnTo>
                  <a:pt x="2315" y="2616"/>
                </a:lnTo>
                <a:lnTo>
                  <a:pt x="2333" y="2597"/>
                </a:lnTo>
                <a:lnTo>
                  <a:pt x="2362" y="2572"/>
                </a:lnTo>
                <a:lnTo>
                  <a:pt x="2366" y="2525"/>
                </a:lnTo>
                <a:lnTo>
                  <a:pt x="2381" y="2479"/>
                </a:lnTo>
                <a:lnTo>
                  <a:pt x="2381" y="2468"/>
                </a:lnTo>
                <a:lnTo>
                  <a:pt x="2387" y="2448"/>
                </a:lnTo>
                <a:lnTo>
                  <a:pt x="2395" y="2433"/>
                </a:lnTo>
                <a:lnTo>
                  <a:pt x="2407" y="2388"/>
                </a:lnTo>
                <a:lnTo>
                  <a:pt x="2404" y="2379"/>
                </a:lnTo>
                <a:lnTo>
                  <a:pt x="2393" y="2371"/>
                </a:lnTo>
                <a:lnTo>
                  <a:pt x="2387" y="2371"/>
                </a:lnTo>
                <a:lnTo>
                  <a:pt x="2374" y="2378"/>
                </a:lnTo>
                <a:lnTo>
                  <a:pt x="2362" y="2393"/>
                </a:lnTo>
                <a:lnTo>
                  <a:pt x="2353" y="2410"/>
                </a:lnTo>
                <a:lnTo>
                  <a:pt x="2348" y="2427"/>
                </a:lnTo>
                <a:lnTo>
                  <a:pt x="2344" y="2462"/>
                </a:lnTo>
                <a:lnTo>
                  <a:pt x="2333" y="2479"/>
                </a:lnTo>
                <a:lnTo>
                  <a:pt x="2317" y="2489"/>
                </a:lnTo>
                <a:lnTo>
                  <a:pt x="2276" y="2505"/>
                </a:lnTo>
                <a:lnTo>
                  <a:pt x="2264" y="2514"/>
                </a:lnTo>
                <a:lnTo>
                  <a:pt x="2257" y="2525"/>
                </a:lnTo>
                <a:lnTo>
                  <a:pt x="2246" y="2552"/>
                </a:lnTo>
                <a:lnTo>
                  <a:pt x="2224" y="2567"/>
                </a:lnTo>
                <a:lnTo>
                  <a:pt x="2219" y="2581"/>
                </a:lnTo>
                <a:lnTo>
                  <a:pt x="2218" y="2599"/>
                </a:lnTo>
                <a:lnTo>
                  <a:pt x="2209" y="2602"/>
                </a:lnTo>
                <a:lnTo>
                  <a:pt x="2193" y="2592"/>
                </a:lnTo>
                <a:lnTo>
                  <a:pt x="2182" y="2574"/>
                </a:lnTo>
                <a:lnTo>
                  <a:pt x="2180" y="2550"/>
                </a:lnTo>
                <a:lnTo>
                  <a:pt x="2117" y="2463"/>
                </a:lnTo>
                <a:lnTo>
                  <a:pt x="2133" y="2463"/>
                </a:lnTo>
                <a:lnTo>
                  <a:pt x="2138" y="2457"/>
                </a:lnTo>
                <a:lnTo>
                  <a:pt x="2139" y="2444"/>
                </a:lnTo>
                <a:lnTo>
                  <a:pt x="2135" y="2433"/>
                </a:lnTo>
                <a:lnTo>
                  <a:pt x="2124" y="2427"/>
                </a:lnTo>
                <a:lnTo>
                  <a:pt x="2113" y="2425"/>
                </a:lnTo>
                <a:lnTo>
                  <a:pt x="2090" y="2423"/>
                </a:lnTo>
                <a:lnTo>
                  <a:pt x="2069" y="2418"/>
                </a:lnTo>
                <a:lnTo>
                  <a:pt x="2055" y="2412"/>
                </a:lnTo>
                <a:lnTo>
                  <a:pt x="2042" y="2401"/>
                </a:lnTo>
                <a:lnTo>
                  <a:pt x="2035" y="2391"/>
                </a:lnTo>
                <a:lnTo>
                  <a:pt x="2033" y="2384"/>
                </a:lnTo>
                <a:lnTo>
                  <a:pt x="2044" y="2381"/>
                </a:lnTo>
                <a:lnTo>
                  <a:pt x="2057" y="2374"/>
                </a:lnTo>
                <a:lnTo>
                  <a:pt x="2061" y="2368"/>
                </a:lnTo>
                <a:lnTo>
                  <a:pt x="2061" y="2350"/>
                </a:lnTo>
                <a:lnTo>
                  <a:pt x="2055" y="2343"/>
                </a:lnTo>
                <a:lnTo>
                  <a:pt x="2037" y="2340"/>
                </a:lnTo>
                <a:lnTo>
                  <a:pt x="2037" y="2320"/>
                </a:lnTo>
                <a:lnTo>
                  <a:pt x="2030" y="2314"/>
                </a:lnTo>
                <a:lnTo>
                  <a:pt x="2010" y="2315"/>
                </a:lnTo>
                <a:lnTo>
                  <a:pt x="1989" y="2320"/>
                </a:lnTo>
                <a:lnTo>
                  <a:pt x="1976" y="2315"/>
                </a:lnTo>
                <a:lnTo>
                  <a:pt x="1966" y="2307"/>
                </a:lnTo>
                <a:lnTo>
                  <a:pt x="1955" y="2285"/>
                </a:lnTo>
                <a:lnTo>
                  <a:pt x="1942" y="2280"/>
                </a:lnTo>
                <a:lnTo>
                  <a:pt x="1932" y="2285"/>
                </a:lnTo>
                <a:lnTo>
                  <a:pt x="1920" y="2296"/>
                </a:lnTo>
                <a:lnTo>
                  <a:pt x="1917" y="2313"/>
                </a:lnTo>
                <a:lnTo>
                  <a:pt x="1909" y="2320"/>
                </a:lnTo>
                <a:lnTo>
                  <a:pt x="1898" y="2320"/>
                </a:lnTo>
                <a:lnTo>
                  <a:pt x="1875" y="2313"/>
                </a:lnTo>
                <a:lnTo>
                  <a:pt x="1853" y="2302"/>
                </a:lnTo>
                <a:lnTo>
                  <a:pt x="1808" y="2262"/>
                </a:lnTo>
                <a:lnTo>
                  <a:pt x="1778" y="2262"/>
                </a:lnTo>
                <a:lnTo>
                  <a:pt x="1745" y="2277"/>
                </a:lnTo>
                <a:lnTo>
                  <a:pt x="1658" y="2277"/>
                </a:lnTo>
                <a:lnTo>
                  <a:pt x="1609" y="2290"/>
                </a:lnTo>
                <a:lnTo>
                  <a:pt x="1593" y="229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9" name="Freeform 28"/>
          <p:cNvSpPr>
            <a:spLocks/>
          </p:cNvSpPr>
          <p:nvPr/>
        </p:nvSpPr>
        <p:spPr bwMode="auto">
          <a:xfrm rot="306148">
            <a:off x="4722148" y="5172957"/>
            <a:ext cx="161560" cy="333037"/>
          </a:xfrm>
          <a:custGeom>
            <a:avLst/>
            <a:gdLst/>
            <a:ahLst/>
            <a:cxnLst>
              <a:cxn ang="0">
                <a:pos x="223" y="907"/>
              </a:cxn>
              <a:cxn ang="0">
                <a:pos x="202" y="920"/>
              </a:cxn>
              <a:cxn ang="0">
                <a:pos x="161" y="925"/>
              </a:cxn>
              <a:cxn ang="0">
                <a:pos x="146" y="953"/>
              </a:cxn>
              <a:cxn ang="0">
                <a:pos x="123" y="959"/>
              </a:cxn>
              <a:cxn ang="0">
                <a:pos x="106" y="940"/>
              </a:cxn>
              <a:cxn ang="0">
                <a:pos x="76" y="930"/>
              </a:cxn>
              <a:cxn ang="0">
                <a:pos x="43" y="909"/>
              </a:cxn>
              <a:cxn ang="0">
                <a:pos x="24" y="885"/>
              </a:cxn>
              <a:cxn ang="0">
                <a:pos x="24" y="852"/>
              </a:cxn>
              <a:cxn ang="0">
                <a:pos x="36" y="803"/>
              </a:cxn>
              <a:cxn ang="0">
                <a:pos x="18" y="764"/>
              </a:cxn>
              <a:cxn ang="0">
                <a:pos x="6" y="745"/>
              </a:cxn>
              <a:cxn ang="0">
                <a:pos x="1" y="698"/>
              </a:cxn>
              <a:cxn ang="0">
                <a:pos x="18" y="656"/>
              </a:cxn>
              <a:cxn ang="0">
                <a:pos x="46" y="622"/>
              </a:cxn>
              <a:cxn ang="0">
                <a:pos x="74" y="590"/>
              </a:cxn>
              <a:cxn ang="0">
                <a:pos x="86" y="551"/>
              </a:cxn>
              <a:cxn ang="0">
                <a:pos x="69" y="452"/>
              </a:cxn>
              <a:cxn ang="0">
                <a:pos x="52" y="411"/>
              </a:cxn>
              <a:cxn ang="0">
                <a:pos x="51" y="376"/>
              </a:cxn>
              <a:cxn ang="0">
                <a:pos x="77" y="361"/>
              </a:cxn>
              <a:cxn ang="0">
                <a:pos x="91" y="333"/>
              </a:cxn>
              <a:cxn ang="0">
                <a:pos x="77" y="303"/>
              </a:cxn>
              <a:cxn ang="0">
                <a:pos x="72" y="281"/>
              </a:cxn>
              <a:cxn ang="0">
                <a:pos x="104" y="280"/>
              </a:cxn>
              <a:cxn ang="0">
                <a:pos x="142" y="275"/>
              </a:cxn>
              <a:cxn ang="0">
                <a:pos x="182" y="268"/>
              </a:cxn>
              <a:cxn ang="0">
                <a:pos x="211" y="262"/>
              </a:cxn>
              <a:cxn ang="0">
                <a:pos x="225" y="246"/>
              </a:cxn>
              <a:cxn ang="0">
                <a:pos x="239" y="229"/>
              </a:cxn>
              <a:cxn ang="0">
                <a:pos x="270" y="225"/>
              </a:cxn>
              <a:cxn ang="0">
                <a:pos x="298" y="213"/>
              </a:cxn>
              <a:cxn ang="0">
                <a:pos x="320" y="186"/>
              </a:cxn>
              <a:cxn ang="0">
                <a:pos x="326" y="156"/>
              </a:cxn>
              <a:cxn ang="0">
                <a:pos x="325" y="117"/>
              </a:cxn>
              <a:cxn ang="0">
                <a:pos x="339" y="104"/>
              </a:cxn>
              <a:cxn ang="0">
                <a:pos x="370" y="102"/>
              </a:cxn>
              <a:cxn ang="0">
                <a:pos x="368" y="64"/>
              </a:cxn>
              <a:cxn ang="0">
                <a:pos x="365" y="25"/>
              </a:cxn>
              <a:cxn ang="0">
                <a:pos x="382" y="9"/>
              </a:cxn>
              <a:cxn ang="0">
                <a:pos x="411" y="0"/>
              </a:cxn>
              <a:cxn ang="0">
                <a:pos x="438" y="21"/>
              </a:cxn>
              <a:cxn ang="0">
                <a:pos x="442" y="69"/>
              </a:cxn>
              <a:cxn ang="0">
                <a:pos x="453" y="124"/>
              </a:cxn>
              <a:cxn ang="0">
                <a:pos x="469" y="152"/>
              </a:cxn>
              <a:cxn ang="0">
                <a:pos x="492" y="205"/>
              </a:cxn>
              <a:cxn ang="0">
                <a:pos x="493" y="237"/>
              </a:cxn>
              <a:cxn ang="0">
                <a:pos x="478" y="249"/>
              </a:cxn>
              <a:cxn ang="0">
                <a:pos x="446" y="232"/>
              </a:cxn>
              <a:cxn ang="0">
                <a:pos x="423" y="246"/>
              </a:cxn>
              <a:cxn ang="0">
                <a:pos x="432" y="278"/>
              </a:cxn>
              <a:cxn ang="0">
                <a:pos x="435" y="297"/>
              </a:cxn>
              <a:cxn ang="0">
                <a:pos x="401" y="324"/>
              </a:cxn>
              <a:cxn ang="0">
                <a:pos x="401" y="339"/>
              </a:cxn>
              <a:cxn ang="0">
                <a:pos x="412" y="359"/>
              </a:cxn>
              <a:cxn ang="0">
                <a:pos x="423" y="400"/>
              </a:cxn>
              <a:cxn ang="0">
                <a:pos x="400" y="481"/>
              </a:cxn>
              <a:cxn ang="0">
                <a:pos x="370" y="545"/>
              </a:cxn>
              <a:cxn ang="0">
                <a:pos x="321" y="645"/>
              </a:cxn>
              <a:cxn ang="0">
                <a:pos x="272" y="751"/>
              </a:cxn>
              <a:cxn ang="0">
                <a:pos x="252" y="813"/>
              </a:cxn>
              <a:cxn ang="0">
                <a:pos x="228" y="896"/>
              </a:cxn>
            </a:cxnLst>
            <a:rect l="0" t="0" r="r" b="b"/>
            <a:pathLst>
              <a:path w="495" h="960">
                <a:moveTo>
                  <a:pt x="228" y="899"/>
                </a:moveTo>
                <a:lnTo>
                  <a:pt x="223" y="907"/>
                </a:lnTo>
                <a:lnTo>
                  <a:pt x="217" y="915"/>
                </a:lnTo>
                <a:lnTo>
                  <a:pt x="202" y="920"/>
                </a:lnTo>
                <a:lnTo>
                  <a:pt x="173" y="924"/>
                </a:lnTo>
                <a:lnTo>
                  <a:pt x="161" y="925"/>
                </a:lnTo>
                <a:lnTo>
                  <a:pt x="152" y="942"/>
                </a:lnTo>
                <a:lnTo>
                  <a:pt x="146" y="953"/>
                </a:lnTo>
                <a:lnTo>
                  <a:pt x="134" y="960"/>
                </a:lnTo>
                <a:lnTo>
                  <a:pt x="123" y="959"/>
                </a:lnTo>
                <a:lnTo>
                  <a:pt x="115" y="950"/>
                </a:lnTo>
                <a:lnTo>
                  <a:pt x="106" y="940"/>
                </a:lnTo>
                <a:lnTo>
                  <a:pt x="93" y="930"/>
                </a:lnTo>
                <a:lnTo>
                  <a:pt x="76" y="930"/>
                </a:lnTo>
                <a:lnTo>
                  <a:pt x="59" y="927"/>
                </a:lnTo>
                <a:lnTo>
                  <a:pt x="43" y="909"/>
                </a:lnTo>
                <a:lnTo>
                  <a:pt x="33" y="892"/>
                </a:lnTo>
                <a:lnTo>
                  <a:pt x="24" y="885"/>
                </a:lnTo>
                <a:lnTo>
                  <a:pt x="22" y="868"/>
                </a:lnTo>
                <a:lnTo>
                  <a:pt x="24" y="852"/>
                </a:lnTo>
                <a:lnTo>
                  <a:pt x="33" y="828"/>
                </a:lnTo>
                <a:lnTo>
                  <a:pt x="36" y="803"/>
                </a:lnTo>
                <a:lnTo>
                  <a:pt x="30" y="781"/>
                </a:lnTo>
                <a:lnTo>
                  <a:pt x="18" y="764"/>
                </a:lnTo>
                <a:lnTo>
                  <a:pt x="11" y="756"/>
                </a:lnTo>
                <a:lnTo>
                  <a:pt x="6" y="745"/>
                </a:lnTo>
                <a:lnTo>
                  <a:pt x="0" y="723"/>
                </a:lnTo>
                <a:lnTo>
                  <a:pt x="1" y="698"/>
                </a:lnTo>
                <a:lnTo>
                  <a:pt x="11" y="676"/>
                </a:lnTo>
                <a:lnTo>
                  <a:pt x="18" y="656"/>
                </a:lnTo>
                <a:lnTo>
                  <a:pt x="30" y="636"/>
                </a:lnTo>
                <a:lnTo>
                  <a:pt x="46" y="622"/>
                </a:lnTo>
                <a:lnTo>
                  <a:pt x="59" y="607"/>
                </a:lnTo>
                <a:lnTo>
                  <a:pt x="74" y="590"/>
                </a:lnTo>
                <a:lnTo>
                  <a:pt x="83" y="569"/>
                </a:lnTo>
                <a:lnTo>
                  <a:pt x="86" y="551"/>
                </a:lnTo>
                <a:lnTo>
                  <a:pt x="77" y="481"/>
                </a:lnTo>
                <a:lnTo>
                  <a:pt x="69" y="452"/>
                </a:lnTo>
                <a:lnTo>
                  <a:pt x="60" y="425"/>
                </a:lnTo>
                <a:lnTo>
                  <a:pt x="52" y="411"/>
                </a:lnTo>
                <a:lnTo>
                  <a:pt x="49" y="388"/>
                </a:lnTo>
                <a:lnTo>
                  <a:pt x="51" y="376"/>
                </a:lnTo>
                <a:lnTo>
                  <a:pt x="68" y="366"/>
                </a:lnTo>
                <a:lnTo>
                  <a:pt x="77" y="361"/>
                </a:lnTo>
                <a:lnTo>
                  <a:pt x="87" y="353"/>
                </a:lnTo>
                <a:lnTo>
                  <a:pt x="91" y="333"/>
                </a:lnTo>
                <a:lnTo>
                  <a:pt x="87" y="319"/>
                </a:lnTo>
                <a:lnTo>
                  <a:pt x="77" y="303"/>
                </a:lnTo>
                <a:lnTo>
                  <a:pt x="71" y="292"/>
                </a:lnTo>
                <a:lnTo>
                  <a:pt x="72" y="281"/>
                </a:lnTo>
                <a:lnTo>
                  <a:pt x="78" y="280"/>
                </a:lnTo>
                <a:lnTo>
                  <a:pt x="104" y="280"/>
                </a:lnTo>
                <a:lnTo>
                  <a:pt x="122" y="279"/>
                </a:lnTo>
                <a:lnTo>
                  <a:pt x="142" y="275"/>
                </a:lnTo>
                <a:lnTo>
                  <a:pt x="164" y="264"/>
                </a:lnTo>
                <a:lnTo>
                  <a:pt x="182" y="268"/>
                </a:lnTo>
                <a:lnTo>
                  <a:pt x="198" y="261"/>
                </a:lnTo>
                <a:lnTo>
                  <a:pt x="211" y="262"/>
                </a:lnTo>
                <a:lnTo>
                  <a:pt x="223" y="257"/>
                </a:lnTo>
                <a:lnTo>
                  <a:pt x="225" y="246"/>
                </a:lnTo>
                <a:lnTo>
                  <a:pt x="233" y="232"/>
                </a:lnTo>
                <a:lnTo>
                  <a:pt x="239" y="229"/>
                </a:lnTo>
                <a:lnTo>
                  <a:pt x="256" y="225"/>
                </a:lnTo>
                <a:lnTo>
                  <a:pt x="270" y="225"/>
                </a:lnTo>
                <a:lnTo>
                  <a:pt x="286" y="222"/>
                </a:lnTo>
                <a:lnTo>
                  <a:pt x="298" y="213"/>
                </a:lnTo>
                <a:lnTo>
                  <a:pt x="312" y="194"/>
                </a:lnTo>
                <a:lnTo>
                  <a:pt x="320" y="186"/>
                </a:lnTo>
                <a:lnTo>
                  <a:pt x="324" y="175"/>
                </a:lnTo>
                <a:lnTo>
                  <a:pt x="326" y="156"/>
                </a:lnTo>
                <a:lnTo>
                  <a:pt x="326" y="133"/>
                </a:lnTo>
                <a:lnTo>
                  <a:pt x="325" y="117"/>
                </a:lnTo>
                <a:lnTo>
                  <a:pt x="332" y="106"/>
                </a:lnTo>
                <a:lnTo>
                  <a:pt x="339" y="104"/>
                </a:lnTo>
                <a:lnTo>
                  <a:pt x="355" y="103"/>
                </a:lnTo>
                <a:lnTo>
                  <a:pt x="370" y="102"/>
                </a:lnTo>
                <a:lnTo>
                  <a:pt x="370" y="87"/>
                </a:lnTo>
                <a:lnTo>
                  <a:pt x="368" y="64"/>
                </a:lnTo>
                <a:lnTo>
                  <a:pt x="365" y="42"/>
                </a:lnTo>
                <a:lnTo>
                  <a:pt x="365" y="25"/>
                </a:lnTo>
                <a:lnTo>
                  <a:pt x="371" y="15"/>
                </a:lnTo>
                <a:lnTo>
                  <a:pt x="382" y="9"/>
                </a:lnTo>
                <a:lnTo>
                  <a:pt x="400" y="0"/>
                </a:lnTo>
                <a:lnTo>
                  <a:pt x="411" y="0"/>
                </a:lnTo>
                <a:lnTo>
                  <a:pt x="425" y="7"/>
                </a:lnTo>
                <a:lnTo>
                  <a:pt x="438" y="21"/>
                </a:lnTo>
                <a:lnTo>
                  <a:pt x="442" y="52"/>
                </a:lnTo>
                <a:lnTo>
                  <a:pt x="442" y="69"/>
                </a:lnTo>
                <a:lnTo>
                  <a:pt x="448" y="97"/>
                </a:lnTo>
                <a:lnTo>
                  <a:pt x="453" y="124"/>
                </a:lnTo>
                <a:lnTo>
                  <a:pt x="459" y="147"/>
                </a:lnTo>
                <a:lnTo>
                  <a:pt x="469" y="152"/>
                </a:lnTo>
                <a:lnTo>
                  <a:pt x="477" y="175"/>
                </a:lnTo>
                <a:lnTo>
                  <a:pt x="492" y="205"/>
                </a:lnTo>
                <a:lnTo>
                  <a:pt x="495" y="219"/>
                </a:lnTo>
                <a:lnTo>
                  <a:pt x="493" y="237"/>
                </a:lnTo>
                <a:lnTo>
                  <a:pt x="492" y="248"/>
                </a:lnTo>
                <a:lnTo>
                  <a:pt x="478" y="249"/>
                </a:lnTo>
                <a:lnTo>
                  <a:pt x="458" y="244"/>
                </a:lnTo>
                <a:lnTo>
                  <a:pt x="446" y="232"/>
                </a:lnTo>
                <a:lnTo>
                  <a:pt x="430" y="238"/>
                </a:lnTo>
                <a:lnTo>
                  <a:pt x="423" y="246"/>
                </a:lnTo>
                <a:lnTo>
                  <a:pt x="425" y="266"/>
                </a:lnTo>
                <a:lnTo>
                  <a:pt x="432" y="278"/>
                </a:lnTo>
                <a:lnTo>
                  <a:pt x="435" y="290"/>
                </a:lnTo>
                <a:lnTo>
                  <a:pt x="435" y="297"/>
                </a:lnTo>
                <a:lnTo>
                  <a:pt x="419" y="313"/>
                </a:lnTo>
                <a:lnTo>
                  <a:pt x="401" y="324"/>
                </a:lnTo>
                <a:lnTo>
                  <a:pt x="401" y="332"/>
                </a:lnTo>
                <a:lnTo>
                  <a:pt x="401" y="339"/>
                </a:lnTo>
                <a:lnTo>
                  <a:pt x="406" y="349"/>
                </a:lnTo>
                <a:lnTo>
                  <a:pt x="412" y="359"/>
                </a:lnTo>
                <a:lnTo>
                  <a:pt x="424" y="371"/>
                </a:lnTo>
                <a:lnTo>
                  <a:pt x="423" y="400"/>
                </a:lnTo>
                <a:lnTo>
                  <a:pt x="414" y="438"/>
                </a:lnTo>
                <a:lnTo>
                  <a:pt x="400" y="481"/>
                </a:lnTo>
                <a:lnTo>
                  <a:pt x="386" y="512"/>
                </a:lnTo>
                <a:lnTo>
                  <a:pt x="370" y="545"/>
                </a:lnTo>
                <a:lnTo>
                  <a:pt x="345" y="601"/>
                </a:lnTo>
                <a:lnTo>
                  <a:pt x="321" y="645"/>
                </a:lnTo>
                <a:lnTo>
                  <a:pt x="295" y="698"/>
                </a:lnTo>
                <a:lnTo>
                  <a:pt x="272" y="751"/>
                </a:lnTo>
                <a:lnTo>
                  <a:pt x="263" y="781"/>
                </a:lnTo>
                <a:lnTo>
                  <a:pt x="252" y="813"/>
                </a:lnTo>
                <a:lnTo>
                  <a:pt x="239" y="857"/>
                </a:lnTo>
                <a:lnTo>
                  <a:pt x="228" y="896"/>
                </a:lnTo>
                <a:lnTo>
                  <a:pt x="228" y="89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30" name="Freeform 29"/>
          <p:cNvSpPr>
            <a:spLocks/>
          </p:cNvSpPr>
          <p:nvPr/>
        </p:nvSpPr>
        <p:spPr bwMode="auto">
          <a:xfrm rot="306148">
            <a:off x="4449621" y="5490382"/>
            <a:ext cx="19583" cy="27753"/>
          </a:xfrm>
          <a:custGeom>
            <a:avLst/>
            <a:gdLst/>
            <a:ahLst/>
            <a:cxnLst>
              <a:cxn ang="0">
                <a:pos x="54" y="20"/>
              </a:cxn>
              <a:cxn ang="0">
                <a:pos x="53" y="15"/>
              </a:cxn>
              <a:cxn ang="0">
                <a:pos x="41" y="6"/>
              </a:cxn>
              <a:cxn ang="0">
                <a:pos x="25" y="0"/>
              </a:cxn>
              <a:cxn ang="0">
                <a:pos x="11" y="18"/>
              </a:cxn>
              <a:cxn ang="0">
                <a:pos x="6" y="24"/>
              </a:cxn>
              <a:cxn ang="0">
                <a:pos x="1" y="33"/>
              </a:cxn>
              <a:cxn ang="0">
                <a:pos x="0" y="41"/>
              </a:cxn>
              <a:cxn ang="0">
                <a:pos x="1" y="58"/>
              </a:cxn>
              <a:cxn ang="0">
                <a:pos x="12" y="76"/>
              </a:cxn>
              <a:cxn ang="0">
                <a:pos x="26" y="81"/>
              </a:cxn>
              <a:cxn ang="0">
                <a:pos x="32" y="81"/>
              </a:cxn>
              <a:cxn ang="0">
                <a:pos x="45" y="78"/>
              </a:cxn>
              <a:cxn ang="0">
                <a:pos x="53" y="68"/>
              </a:cxn>
              <a:cxn ang="0">
                <a:pos x="59" y="53"/>
              </a:cxn>
              <a:cxn ang="0">
                <a:pos x="61" y="39"/>
              </a:cxn>
              <a:cxn ang="0">
                <a:pos x="59" y="24"/>
              </a:cxn>
              <a:cxn ang="0">
                <a:pos x="54" y="20"/>
              </a:cxn>
            </a:cxnLst>
            <a:rect l="0" t="0" r="r" b="b"/>
            <a:pathLst>
              <a:path w="61" h="81">
                <a:moveTo>
                  <a:pt x="54" y="20"/>
                </a:moveTo>
                <a:lnTo>
                  <a:pt x="53" y="15"/>
                </a:lnTo>
                <a:lnTo>
                  <a:pt x="41" y="6"/>
                </a:lnTo>
                <a:lnTo>
                  <a:pt x="25" y="0"/>
                </a:lnTo>
                <a:lnTo>
                  <a:pt x="11" y="18"/>
                </a:lnTo>
                <a:lnTo>
                  <a:pt x="6" y="24"/>
                </a:lnTo>
                <a:lnTo>
                  <a:pt x="1" y="33"/>
                </a:lnTo>
                <a:lnTo>
                  <a:pt x="0" y="41"/>
                </a:lnTo>
                <a:lnTo>
                  <a:pt x="1" y="58"/>
                </a:lnTo>
                <a:lnTo>
                  <a:pt x="12" y="76"/>
                </a:lnTo>
                <a:lnTo>
                  <a:pt x="26" y="81"/>
                </a:lnTo>
                <a:lnTo>
                  <a:pt x="32" y="81"/>
                </a:lnTo>
                <a:lnTo>
                  <a:pt x="45" y="78"/>
                </a:lnTo>
                <a:lnTo>
                  <a:pt x="53" y="68"/>
                </a:lnTo>
                <a:lnTo>
                  <a:pt x="59" y="53"/>
                </a:lnTo>
                <a:lnTo>
                  <a:pt x="61" y="39"/>
                </a:lnTo>
                <a:lnTo>
                  <a:pt x="59" y="24"/>
                </a:lnTo>
                <a:lnTo>
                  <a:pt x="54" y="2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31" name="Freeform 30"/>
          <p:cNvSpPr>
            <a:spLocks/>
          </p:cNvSpPr>
          <p:nvPr/>
        </p:nvSpPr>
        <p:spPr bwMode="auto">
          <a:xfrm rot="306148">
            <a:off x="3690780" y="3925806"/>
            <a:ext cx="399818" cy="452721"/>
          </a:xfrm>
          <a:custGeom>
            <a:avLst/>
            <a:gdLst/>
            <a:ahLst/>
            <a:cxnLst>
              <a:cxn ang="0">
                <a:pos x="195" y="886"/>
              </a:cxn>
              <a:cxn ang="0">
                <a:pos x="619" y="1200"/>
              </a:cxn>
              <a:cxn ang="0">
                <a:pos x="674" y="1229"/>
              </a:cxn>
              <a:cxn ang="0">
                <a:pos x="738" y="1259"/>
              </a:cxn>
              <a:cxn ang="0">
                <a:pos x="741" y="1304"/>
              </a:cxn>
              <a:cxn ang="0">
                <a:pos x="778" y="1299"/>
              </a:cxn>
              <a:cxn ang="0">
                <a:pos x="841" y="1265"/>
              </a:cxn>
              <a:cxn ang="0">
                <a:pos x="1207" y="957"/>
              </a:cxn>
              <a:cxn ang="0">
                <a:pos x="1188" y="891"/>
              </a:cxn>
              <a:cxn ang="0">
                <a:pos x="1171" y="835"/>
              </a:cxn>
              <a:cxn ang="0">
                <a:pos x="1116" y="749"/>
              </a:cxn>
              <a:cxn ang="0">
                <a:pos x="1152" y="691"/>
              </a:cxn>
              <a:cxn ang="0">
                <a:pos x="1166" y="612"/>
              </a:cxn>
              <a:cxn ang="0">
                <a:pos x="1138" y="576"/>
              </a:cxn>
              <a:cxn ang="0">
                <a:pos x="1148" y="535"/>
              </a:cxn>
              <a:cxn ang="0">
                <a:pos x="1150" y="485"/>
              </a:cxn>
              <a:cxn ang="0">
                <a:pos x="1138" y="456"/>
              </a:cxn>
              <a:cxn ang="0">
                <a:pos x="1110" y="373"/>
              </a:cxn>
              <a:cxn ang="0">
                <a:pos x="1075" y="313"/>
              </a:cxn>
              <a:cxn ang="0">
                <a:pos x="1066" y="267"/>
              </a:cxn>
              <a:cxn ang="0">
                <a:pos x="1098" y="205"/>
              </a:cxn>
              <a:cxn ang="0">
                <a:pos x="1088" y="133"/>
              </a:cxn>
              <a:cxn ang="0">
                <a:pos x="1056" y="47"/>
              </a:cxn>
              <a:cxn ang="0">
                <a:pos x="1045" y="0"/>
              </a:cxn>
              <a:cxn ang="0">
                <a:pos x="999" y="30"/>
              </a:cxn>
              <a:cxn ang="0">
                <a:pos x="931" y="47"/>
              </a:cxn>
              <a:cxn ang="0">
                <a:pos x="902" y="33"/>
              </a:cxn>
              <a:cxn ang="0">
                <a:pos x="876" y="33"/>
              </a:cxn>
              <a:cxn ang="0">
                <a:pos x="841" y="63"/>
              </a:cxn>
              <a:cxn ang="0">
                <a:pos x="745" y="58"/>
              </a:cxn>
              <a:cxn ang="0">
                <a:pos x="687" y="85"/>
              </a:cxn>
              <a:cxn ang="0">
                <a:pos x="638" y="134"/>
              </a:cxn>
              <a:cxn ang="0">
                <a:pos x="559" y="170"/>
              </a:cxn>
              <a:cxn ang="0">
                <a:pos x="523" y="168"/>
              </a:cxn>
              <a:cxn ang="0">
                <a:pos x="512" y="248"/>
              </a:cxn>
              <a:cxn ang="0">
                <a:pos x="522" y="328"/>
              </a:cxn>
              <a:cxn ang="0">
                <a:pos x="534" y="380"/>
              </a:cxn>
              <a:cxn ang="0">
                <a:pos x="457" y="421"/>
              </a:cxn>
              <a:cxn ang="0">
                <a:pos x="376" y="450"/>
              </a:cxn>
              <a:cxn ang="0">
                <a:pos x="318" y="523"/>
              </a:cxn>
              <a:cxn ang="0">
                <a:pos x="258" y="534"/>
              </a:cxn>
              <a:cxn ang="0">
                <a:pos x="221" y="543"/>
              </a:cxn>
              <a:cxn ang="0">
                <a:pos x="169" y="606"/>
              </a:cxn>
              <a:cxn ang="0">
                <a:pos x="57" y="639"/>
              </a:cxn>
              <a:cxn ang="0">
                <a:pos x="6" y="682"/>
              </a:cxn>
              <a:cxn ang="0">
                <a:pos x="5" y="742"/>
              </a:cxn>
            </a:cxnLst>
            <a:rect l="0" t="0" r="r" b="b"/>
            <a:pathLst>
              <a:path w="1225" h="1307">
                <a:moveTo>
                  <a:pt x="0" y="749"/>
                </a:moveTo>
                <a:lnTo>
                  <a:pt x="200" y="889"/>
                </a:lnTo>
                <a:lnTo>
                  <a:pt x="195" y="886"/>
                </a:lnTo>
                <a:lnTo>
                  <a:pt x="601" y="1161"/>
                </a:lnTo>
                <a:lnTo>
                  <a:pt x="610" y="1176"/>
                </a:lnTo>
                <a:lnTo>
                  <a:pt x="619" y="1200"/>
                </a:lnTo>
                <a:lnTo>
                  <a:pt x="632" y="1216"/>
                </a:lnTo>
                <a:lnTo>
                  <a:pt x="643" y="1222"/>
                </a:lnTo>
                <a:lnTo>
                  <a:pt x="674" y="1229"/>
                </a:lnTo>
                <a:lnTo>
                  <a:pt x="720" y="1233"/>
                </a:lnTo>
                <a:lnTo>
                  <a:pt x="731" y="1241"/>
                </a:lnTo>
                <a:lnTo>
                  <a:pt x="738" y="1259"/>
                </a:lnTo>
                <a:lnTo>
                  <a:pt x="736" y="1269"/>
                </a:lnTo>
                <a:lnTo>
                  <a:pt x="736" y="1292"/>
                </a:lnTo>
                <a:lnTo>
                  <a:pt x="741" y="1304"/>
                </a:lnTo>
                <a:lnTo>
                  <a:pt x="756" y="1307"/>
                </a:lnTo>
                <a:lnTo>
                  <a:pt x="779" y="1298"/>
                </a:lnTo>
                <a:lnTo>
                  <a:pt x="778" y="1299"/>
                </a:lnTo>
                <a:lnTo>
                  <a:pt x="797" y="1292"/>
                </a:lnTo>
                <a:lnTo>
                  <a:pt x="816" y="1281"/>
                </a:lnTo>
                <a:lnTo>
                  <a:pt x="841" y="1265"/>
                </a:lnTo>
                <a:lnTo>
                  <a:pt x="1225" y="973"/>
                </a:lnTo>
                <a:lnTo>
                  <a:pt x="1224" y="974"/>
                </a:lnTo>
                <a:lnTo>
                  <a:pt x="1207" y="957"/>
                </a:lnTo>
                <a:lnTo>
                  <a:pt x="1197" y="943"/>
                </a:lnTo>
                <a:lnTo>
                  <a:pt x="1192" y="920"/>
                </a:lnTo>
                <a:lnTo>
                  <a:pt x="1188" y="891"/>
                </a:lnTo>
                <a:lnTo>
                  <a:pt x="1189" y="868"/>
                </a:lnTo>
                <a:lnTo>
                  <a:pt x="1183" y="856"/>
                </a:lnTo>
                <a:lnTo>
                  <a:pt x="1171" y="835"/>
                </a:lnTo>
                <a:lnTo>
                  <a:pt x="1132" y="786"/>
                </a:lnTo>
                <a:lnTo>
                  <a:pt x="1116" y="762"/>
                </a:lnTo>
                <a:lnTo>
                  <a:pt x="1116" y="749"/>
                </a:lnTo>
                <a:lnTo>
                  <a:pt x="1128" y="733"/>
                </a:lnTo>
                <a:lnTo>
                  <a:pt x="1146" y="706"/>
                </a:lnTo>
                <a:lnTo>
                  <a:pt x="1152" y="691"/>
                </a:lnTo>
                <a:lnTo>
                  <a:pt x="1171" y="648"/>
                </a:lnTo>
                <a:lnTo>
                  <a:pt x="1172" y="629"/>
                </a:lnTo>
                <a:lnTo>
                  <a:pt x="1166" y="612"/>
                </a:lnTo>
                <a:lnTo>
                  <a:pt x="1156" y="600"/>
                </a:lnTo>
                <a:lnTo>
                  <a:pt x="1149" y="590"/>
                </a:lnTo>
                <a:lnTo>
                  <a:pt x="1138" y="576"/>
                </a:lnTo>
                <a:lnTo>
                  <a:pt x="1136" y="569"/>
                </a:lnTo>
                <a:lnTo>
                  <a:pt x="1137" y="560"/>
                </a:lnTo>
                <a:lnTo>
                  <a:pt x="1148" y="535"/>
                </a:lnTo>
                <a:lnTo>
                  <a:pt x="1149" y="517"/>
                </a:lnTo>
                <a:lnTo>
                  <a:pt x="1154" y="502"/>
                </a:lnTo>
                <a:lnTo>
                  <a:pt x="1150" y="485"/>
                </a:lnTo>
                <a:lnTo>
                  <a:pt x="1146" y="465"/>
                </a:lnTo>
                <a:lnTo>
                  <a:pt x="1149" y="470"/>
                </a:lnTo>
                <a:lnTo>
                  <a:pt x="1138" y="456"/>
                </a:lnTo>
                <a:lnTo>
                  <a:pt x="1127" y="418"/>
                </a:lnTo>
                <a:lnTo>
                  <a:pt x="1121" y="404"/>
                </a:lnTo>
                <a:lnTo>
                  <a:pt x="1110" y="373"/>
                </a:lnTo>
                <a:lnTo>
                  <a:pt x="1099" y="354"/>
                </a:lnTo>
                <a:lnTo>
                  <a:pt x="1082" y="327"/>
                </a:lnTo>
                <a:lnTo>
                  <a:pt x="1075" y="313"/>
                </a:lnTo>
                <a:lnTo>
                  <a:pt x="1063" y="298"/>
                </a:lnTo>
                <a:lnTo>
                  <a:pt x="1063" y="280"/>
                </a:lnTo>
                <a:lnTo>
                  <a:pt x="1066" y="267"/>
                </a:lnTo>
                <a:lnTo>
                  <a:pt x="1076" y="251"/>
                </a:lnTo>
                <a:lnTo>
                  <a:pt x="1091" y="228"/>
                </a:lnTo>
                <a:lnTo>
                  <a:pt x="1098" y="205"/>
                </a:lnTo>
                <a:lnTo>
                  <a:pt x="1101" y="178"/>
                </a:lnTo>
                <a:lnTo>
                  <a:pt x="1096" y="151"/>
                </a:lnTo>
                <a:lnTo>
                  <a:pt x="1088" y="133"/>
                </a:lnTo>
                <a:lnTo>
                  <a:pt x="1078" y="108"/>
                </a:lnTo>
                <a:lnTo>
                  <a:pt x="1066" y="77"/>
                </a:lnTo>
                <a:lnTo>
                  <a:pt x="1056" y="47"/>
                </a:lnTo>
                <a:lnTo>
                  <a:pt x="1047" y="24"/>
                </a:lnTo>
                <a:lnTo>
                  <a:pt x="1035" y="4"/>
                </a:lnTo>
                <a:lnTo>
                  <a:pt x="1045" y="0"/>
                </a:lnTo>
                <a:lnTo>
                  <a:pt x="1030" y="1"/>
                </a:lnTo>
                <a:lnTo>
                  <a:pt x="1023" y="4"/>
                </a:lnTo>
                <a:lnTo>
                  <a:pt x="999" y="30"/>
                </a:lnTo>
                <a:lnTo>
                  <a:pt x="969" y="46"/>
                </a:lnTo>
                <a:lnTo>
                  <a:pt x="952" y="47"/>
                </a:lnTo>
                <a:lnTo>
                  <a:pt x="931" y="47"/>
                </a:lnTo>
                <a:lnTo>
                  <a:pt x="923" y="42"/>
                </a:lnTo>
                <a:lnTo>
                  <a:pt x="917" y="38"/>
                </a:lnTo>
                <a:lnTo>
                  <a:pt x="902" y="33"/>
                </a:lnTo>
                <a:lnTo>
                  <a:pt x="895" y="30"/>
                </a:lnTo>
                <a:lnTo>
                  <a:pt x="888" y="30"/>
                </a:lnTo>
                <a:lnTo>
                  <a:pt x="876" y="33"/>
                </a:lnTo>
                <a:lnTo>
                  <a:pt x="860" y="46"/>
                </a:lnTo>
                <a:lnTo>
                  <a:pt x="849" y="56"/>
                </a:lnTo>
                <a:lnTo>
                  <a:pt x="841" y="63"/>
                </a:lnTo>
                <a:lnTo>
                  <a:pt x="800" y="58"/>
                </a:lnTo>
                <a:lnTo>
                  <a:pt x="770" y="56"/>
                </a:lnTo>
                <a:lnTo>
                  <a:pt x="745" y="58"/>
                </a:lnTo>
                <a:lnTo>
                  <a:pt x="706" y="67"/>
                </a:lnTo>
                <a:lnTo>
                  <a:pt x="696" y="74"/>
                </a:lnTo>
                <a:lnTo>
                  <a:pt x="687" y="85"/>
                </a:lnTo>
                <a:lnTo>
                  <a:pt x="665" y="126"/>
                </a:lnTo>
                <a:lnTo>
                  <a:pt x="658" y="134"/>
                </a:lnTo>
                <a:lnTo>
                  <a:pt x="638" y="134"/>
                </a:lnTo>
                <a:lnTo>
                  <a:pt x="582" y="139"/>
                </a:lnTo>
                <a:lnTo>
                  <a:pt x="573" y="151"/>
                </a:lnTo>
                <a:lnTo>
                  <a:pt x="559" y="170"/>
                </a:lnTo>
                <a:lnTo>
                  <a:pt x="545" y="175"/>
                </a:lnTo>
                <a:lnTo>
                  <a:pt x="518" y="175"/>
                </a:lnTo>
                <a:lnTo>
                  <a:pt x="523" y="168"/>
                </a:lnTo>
                <a:lnTo>
                  <a:pt x="522" y="169"/>
                </a:lnTo>
                <a:lnTo>
                  <a:pt x="514" y="223"/>
                </a:lnTo>
                <a:lnTo>
                  <a:pt x="512" y="248"/>
                </a:lnTo>
                <a:lnTo>
                  <a:pt x="511" y="272"/>
                </a:lnTo>
                <a:lnTo>
                  <a:pt x="514" y="290"/>
                </a:lnTo>
                <a:lnTo>
                  <a:pt x="522" y="328"/>
                </a:lnTo>
                <a:lnTo>
                  <a:pt x="534" y="345"/>
                </a:lnTo>
                <a:lnTo>
                  <a:pt x="537" y="366"/>
                </a:lnTo>
                <a:lnTo>
                  <a:pt x="534" y="380"/>
                </a:lnTo>
                <a:lnTo>
                  <a:pt x="510" y="404"/>
                </a:lnTo>
                <a:lnTo>
                  <a:pt x="491" y="412"/>
                </a:lnTo>
                <a:lnTo>
                  <a:pt x="457" y="421"/>
                </a:lnTo>
                <a:lnTo>
                  <a:pt x="431" y="423"/>
                </a:lnTo>
                <a:lnTo>
                  <a:pt x="393" y="435"/>
                </a:lnTo>
                <a:lnTo>
                  <a:pt x="376" y="450"/>
                </a:lnTo>
                <a:lnTo>
                  <a:pt x="349" y="490"/>
                </a:lnTo>
                <a:lnTo>
                  <a:pt x="336" y="508"/>
                </a:lnTo>
                <a:lnTo>
                  <a:pt x="318" y="523"/>
                </a:lnTo>
                <a:lnTo>
                  <a:pt x="283" y="536"/>
                </a:lnTo>
                <a:lnTo>
                  <a:pt x="276" y="536"/>
                </a:lnTo>
                <a:lnTo>
                  <a:pt x="258" y="534"/>
                </a:lnTo>
                <a:lnTo>
                  <a:pt x="247" y="531"/>
                </a:lnTo>
                <a:lnTo>
                  <a:pt x="230" y="535"/>
                </a:lnTo>
                <a:lnTo>
                  <a:pt x="221" y="543"/>
                </a:lnTo>
                <a:lnTo>
                  <a:pt x="213" y="563"/>
                </a:lnTo>
                <a:lnTo>
                  <a:pt x="206" y="581"/>
                </a:lnTo>
                <a:lnTo>
                  <a:pt x="169" y="606"/>
                </a:lnTo>
                <a:lnTo>
                  <a:pt x="134" y="616"/>
                </a:lnTo>
                <a:lnTo>
                  <a:pt x="92" y="625"/>
                </a:lnTo>
                <a:lnTo>
                  <a:pt x="57" y="639"/>
                </a:lnTo>
                <a:lnTo>
                  <a:pt x="35" y="651"/>
                </a:lnTo>
                <a:lnTo>
                  <a:pt x="21" y="663"/>
                </a:lnTo>
                <a:lnTo>
                  <a:pt x="6" y="682"/>
                </a:lnTo>
                <a:lnTo>
                  <a:pt x="4" y="691"/>
                </a:lnTo>
                <a:lnTo>
                  <a:pt x="5" y="707"/>
                </a:lnTo>
                <a:lnTo>
                  <a:pt x="5" y="742"/>
                </a:lnTo>
                <a:lnTo>
                  <a:pt x="6" y="742"/>
                </a:lnTo>
                <a:lnTo>
                  <a:pt x="0" y="74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32" name="Freeform 31"/>
          <p:cNvSpPr>
            <a:spLocks/>
          </p:cNvSpPr>
          <p:nvPr/>
        </p:nvSpPr>
        <p:spPr bwMode="auto">
          <a:xfrm rot="306148">
            <a:off x="4051435" y="4045490"/>
            <a:ext cx="321487" cy="322629"/>
          </a:xfrm>
          <a:custGeom>
            <a:avLst/>
            <a:gdLst/>
            <a:ahLst/>
            <a:cxnLst>
              <a:cxn ang="0">
                <a:pos x="249" y="36"/>
              </a:cxn>
              <a:cxn ang="0">
                <a:pos x="329" y="63"/>
              </a:cxn>
              <a:cxn ang="0">
                <a:pos x="387" y="79"/>
              </a:cxn>
              <a:cxn ang="0">
                <a:pos x="379" y="93"/>
              </a:cxn>
              <a:cxn ang="0">
                <a:pos x="387" y="113"/>
              </a:cxn>
              <a:cxn ang="0">
                <a:pos x="412" y="125"/>
              </a:cxn>
              <a:cxn ang="0">
                <a:pos x="460" y="135"/>
              </a:cxn>
              <a:cxn ang="0">
                <a:pos x="521" y="135"/>
              </a:cxn>
              <a:cxn ang="0">
                <a:pos x="573" y="151"/>
              </a:cxn>
              <a:cxn ang="0">
                <a:pos x="623" y="204"/>
              </a:cxn>
              <a:cxn ang="0">
                <a:pos x="658" y="198"/>
              </a:cxn>
              <a:cxn ang="0">
                <a:pos x="671" y="175"/>
              </a:cxn>
              <a:cxn ang="0">
                <a:pos x="651" y="87"/>
              </a:cxn>
              <a:cxn ang="0">
                <a:pos x="666" y="49"/>
              </a:cxn>
              <a:cxn ang="0">
                <a:pos x="691" y="16"/>
              </a:cxn>
              <a:cxn ang="0">
                <a:pos x="739" y="1"/>
              </a:cxn>
              <a:cxn ang="0">
                <a:pos x="766" y="0"/>
              </a:cxn>
              <a:cxn ang="0">
                <a:pos x="817" y="12"/>
              </a:cxn>
              <a:cxn ang="0">
                <a:pos x="828" y="31"/>
              </a:cxn>
              <a:cxn ang="0">
                <a:pos x="842" y="60"/>
              </a:cxn>
              <a:cxn ang="0">
                <a:pos x="883" y="57"/>
              </a:cxn>
              <a:cxn ang="0">
                <a:pos x="919" y="54"/>
              </a:cxn>
              <a:cxn ang="0">
                <a:pos x="948" y="67"/>
              </a:cxn>
              <a:cxn ang="0">
                <a:pos x="981" y="73"/>
              </a:cxn>
              <a:cxn ang="0">
                <a:pos x="982" y="676"/>
              </a:cxn>
              <a:cxn ang="0">
                <a:pos x="964" y="922"/>
              </a:cxn>
              <a:cxn ang="0">
                <a:pos x="953" y="924"/>
              </a:cxn>
              <a:cxn ang="0">
                <a:pos x="448" y="691"/>
              </a:cxn>
              <a:cxn ang="0">
                <a:pos x="423" y="694"/>
              </a:cxn>
              <a:cxn ang="0">
                <a:pos x="376" y="733"/>
              </a:cxn>
              <a:cxn ang="0">
                <a:pos x="341" y="745"/>
              </a:cxn>
              <a:cxn ang="0">
                <a:pos x="262" y="736"/>
              </a:cxn>
              <a:cxn ang="0">
                <a:pos x="193" y="702"/>
              </a:cxn>
              <a:cxn ang="0">
                <a:pos x="158" y="684"/>
              </a:cxn>
              <a:cxn ang="0">
                <a:pos x="127" y="700"/>
              </a:cxn>
              <a:cxn ang="0">
                <a:pos x="108" y="719"/>
              </a:cxn>
              <a:cxn ang="0">
                <a:pos x="81" y="689"/>
              </a:cxn>
              <a:cxn ang="0">
                <a:pos x="72" y="636"/>
              </a:cxn>
              <a:cxn ang="0">
                <a:pos x="67" y="602"/>
              </a:cxn>
              <a:cxn ang="0">
                <a:pos x="16" y="532"/>
              </a:cxn>
              <a:cxn ang="0">
                <a:pos x="0" y="494"/>
              </a:cxn>
              <a:cxn ang="0">
                <a:pos x="30" y="451"/>
              </a:cxn>
              <a:cxn ang="0">
                <a:pos x="55" y="393"/>
              </a:cxn>
              <a:cxn ang="0">
                <a:pos x="50" y="358"/>
              </a:cxn>
              <a:cxn ang="0">
                <a:pos x="33" y="337"/>
              </a:cxn>
              <a:cxn ang="0">
                <a:pos x="20" y="314"/>
              </a:cxn>
              <a:cxn ang="0">
                <a:pos x="32" y="280"/>
              </a:cxn>
              <a:cxn ang="0">
                <a:pos x="39" y="247"/>
              </a:cxn>
              <a:cxn ang="0">
                <a:pos x="30" y="210"/>
              </a:cxn>
              <a:cxn ang="0">
                <a:pos x="49" y="217"/>
              </a:cxn>
              <a:cxn ang="0">
                <a:pos x="65" y="210"/>
              </a:cxn>
              <a:cxn ang="0">
                <a:pos x="61" y="154"/>
              </a:cxn>
              <a:cxn ang="0">
                <a:pos x="53" y="119"/>
              </a:cxn>
              <a:cxn ang="0">
                <a:pos x="81" y="86"/>
              </a:cxn>
              <a:cxn ang="0">
                <a:pos x="117" y="64"/>
              </a:cxn>
              <a:cxn ang="0">
                <a:pos x="187" y="34"/>
              </a:cxn>
              <a:cxn ang="0">
                <a:pos x="219" y="26"/>
              </a:cxn>
            </a:cxnLst>
            <a:rect l="0" t="0" r="r" b="b"/>
            <a:pathLst>
              <a:path w="987" h="930">
                <a:moveTo>
                  <a:pt x="219" y="26"/>
                </a:moveTo>
                <a:lnTo>
                  <a:pt x="249" y="36"/>
                </a:lnTo>
                <a:lnTo>
                  <a:pt x="282" y="46"/>
                </a:lnTo>
                <a:lnTo>
                  <a:pt x="329" y="63"/>
                </a:lnTo>
                <a:lnTo>
                  <a:pt x="363" y="70"/>
                </a:lnTo>
                <a:lnTo>
                  <a:pt x="387" y="79"/>
                </a:lnTo>
                <a:lnTo>
                  <a:pt x="381" y="83"/>
                </a:lnTo>
                <a:lnTo>
                  <a:pt x="379" y="93"/>
                </a:lnTo>
                <a:lnTo>
                  <a:pt x="382" y="102"/>
                </a:lnTo>
                <a:lnTo>
                  <a:pt x="387" y="113"/>
                </a:lnTo>
                <a:lnTo>
                  <a:pt x="398" y="119"/>
                </a:lnTo>
                <a:lnTo>
                  <a:pt x="412" y="125"/>
                </a:lnTo>
                <a:lnTo>
                  <a:pt x="437" y="134"/>
                </a:lnTo>
                <a:lnTo>
                  <a:pt x="460" y="135"/>
                </a:lnTo>
                <a:lnTo>
                  <a:pt x="489" y="134"/>
                </a:lnTo>
                <a:lnTo>
                  <a:pt x="521" y="135"/>
                </a:lnTo>
                <a:lnTo>
                  <a:pt x="545" y="141"/>
                </a:lnTo>
                <a:lnTo>
                  <a:pt x="573" y="151"/>
                </a:lnTo>
                <a:lnTo>
                  <a:pt x="597" y="172"/>
                </a:lnTo>
                <a:lnTo>
                  <a:pt x="623" y="204"/>
                </a:lnTo>
                <a:lnTo>
                  <a:pt x="644" y="206"/>
                </a:lnTo>
                <a:lnTo>
                  <a:pt x="658" y="198"/>
                </a:lnTo>
                <a:lnTo>
                  <a:pt x="668" y="184"/>
                </a:lnTo>
                <a:lnTo>
                  <a:pt x="671" y="175"/>
                </a:lnTo>
                <a:lnTo>
                  <a:pt x="657" y="117"/>
                </a:lnTo>
                <a:lnTo>
                  <a:pt x="651" y="87"/>
                </a:lnTo>
                <a:lnTo>
                  <a:pt x="654" y="70"/>
                </a:lnTo>
                <a:lnTo>
                  <a:pt x="666" y="49"/>
                </a:lnTo>
                <a:lnTo>
                  <a:pt x="681" y="28"/>
                </a:lnTo>
                <a:lnTo>
                  <a:pt x="691" y="16"/>
                </a:lnTo>
                <a:lnTo>
                  <a:pt x="720" y="5"/>
                </a:lnTo>
                <a:lnTo>
                  <a:pt x="739" y="1"/>
                </a:lnTo>
                <a:lnTo>
                  <a:pt x="754" y="0"/>
                </a:lnTo>
                <a:lnTo>
                  <a:pt x="766" y="0"/>
                </a:lnTo>
                <a:lnTo>
                  <a:pt x="791" y="3"/>
                </a:lnTo>
                <a:lnTo>
                  <a:pt x="817" y="12"/>
                </a:lnTo>
                <a:lnTo>
                  <a:pt x="826" y="19"/>
                </a:lnTo>
                <a:lnTo>
                  <a:pt x="828" y="31"/>
                </a:lnTo>
                <a:lnTo>
                  <a:pt x="823" y="59"/>
                </a:lnTo>
                <a:lnTo>
                  <a:pt x="842" y="60"/>
                </a:lnTo>
                <a:lnTo>
                  <a:pt x="860" y="60"/>
                </a:lnTo>
                <a:lnTo>
                  <a:pt x="883" y="57"/>
                </a:lnTo>
                <a:lnTo>
                  <a:pt x="904" y="52"/>
                </a:lnTo>
                <a:lnTo>
                  <a:pt x="919" y="54"/>
                </a:lnTo>
                <a:lnTo>
                  <a:pt x="935" y="59"/>
                </a:lnTo>
                <a:lnTo>
                  <a:pt x="948" y="67"/>
                </a:lnTo>
                <a:lnTo>
                  <a:pt x="968" y="72"/>
                </a:lnTo>
                <a:lnTo>
                  <a:pt x="981" y="73"/>
                </a:lnTo>
                <a:lnTo>
                  <a:pt x="971" y="70"/>
                </a:lnTo>
                <a:lnTo>
                  <a:pt x="982" y="676"/>
                </a:lnTo>
                <a:lnTo>
                  <a:pt x="987" y="918"/>
                </a:lnTo>
                <a:lnTo>
                  <a:pt x="964" y="922"/>
                </a:lnTo>
                <a:lnTo>
                  <a:pt x="968" y="922"/>
                </a:lnTo>
                <a:lnTo>
                  <a:pt x="953" y="924"/>
                </a:lnTo>
                <a:lnTo>
                  <a:pt x="934" y="930"/>
                </a:lnTo>
                <a:lnTo>
                  <a:pt x="448" y="691"/>
                </a:lnTo>
                <a:lnTo>
                  <a:pt x="436" y="689"/>
                </a:lnTo>
                <a:lnTo>
                  <a:pt x="423" y="694"/>
                </a:lnTo>
                <a:lnTo>
                  <a:pt x="390" y="722"/>
                </a:lnTo>
                <a:lnTo>
                  <a:pt x="376" y="733"/>
                </a:lnTo>
                <a:lnTo>
                  <a:pt x="360" y="737"/>
                </a:lnTo>
                <a:lnTo>
                  <a:pt x="341" y="745"/>
                </a:lnTo>
                <a:lnTo>
                  <a:pt x="306" y="748"/>
                </a:lnTo>
                <a:lnTo>
                  <a:pt x="262" y="736"/>
                </a:lnTo>
                <a:lnTo>
                  <a:pt x="230" y="722"/>
                </a:lnTo>
                <a:lnTo>
                  <a:pt x="193" y="702"/>
                </a:lnTo>
                <a:lnTo>
                  <a:pt x="173" y="689"/>
                </a:lnTo>
                <a:lnTo>
                  <a:pt x="158" y="684"/>
                </a:lnTo>
                <a:lnTo>
                  <a:pt x="145" y="689"/>
                </a:lnTo>
                <a:lnTo>
                  <a:pt x="127" y="700"/>
                </a:lnTo>
                <a:lnTo>
                  <a:pt x="109" y="719"/>
                </a:lnTo>
                <a:lnTo>
                  <a:pt x="108" y="719"/>
                </a:lnTo>
                <a:lnTo>
                  <a:pt x="91" y="702"/>
                </a:lnTo>
                <a:lnTo>
                  <a:pt x="81" y="689"/>
                </a:lnTo>
                <a:lnTo>
                  <a:pt x="76" y="665"/>
                </a:lnTo>
                <a:lnTo>
                  <a:pt x="72" y="636"/>
                </a:lnTo>
                <a:lnTo>
                  <a:pt x="73" y="614"/>
                </a:lnTo>
                <a:lnTo>
                  <a:pt x="67" y="602"/>
                </a:lnTo>
                <a:lnTo>
                  <a:pt x="56" y="582"/>
                </a:lnTo>
                <a:lnTo>
                  <a:pt x="16" y="532"/>
                </a:lnTo>
                <a:lnTo>
                  <a:pt x="0" y="507"/>
                </a:lnTo>
                <a:lnTo>
                  <a:pt x="0" y="494"/>
                </a:lnTo>
                <a:lnTo>
                  <a:pt x="12" y="478"/>
                </a:lnTo>
                <a:lnTo>
                  <a:pt x="30" y="451"/>
                </a:lnTo>
                <a:lnTo>
                  <a:pt x="36" y="436"/>
                </a:lnTo>
                <a:lnTo>
                  <a:pt x="55" y="393"/>
                </a:lnTo>
                <a:lnTo>
                  <a:pt x="56" y="375"/>
                </a:lnTo>
                <a:lnTo>
                  <a:pt x="50" y="358"/>
                </a:lnTo>
                <a:lnTo>
                  <a:pt x="41" y="345"/>
                </a:lnTo>
                <a:lnTo>
                  <a:pt x="33" y="337"/>
                </a:lnTo>
                <a:lnTo>
                  <a:pt x="22" y="321"/>
                </a:lnTo>
                <a:lnTo>
                  <a:pt x="20" y="314"/>
                </a:lnTo>
                <a:lnTo>
                  <a:pt x="21" y="305"/>
                </a:lnTo>
                <a:lnTo>
                  <a:pt x="32" y="280"/>
                </a:lnTo>
                <a:lnTo>
                  <a:pt x="33" y="262"/>
                </a:lnTo>
                <a:lnTo>
                  <a:pt x="39" y="247"/>
                </a:lnTo>
                <a:lnTo>
                  <a:pt x="34" y="230"/>
                </a:lnTo>
                <a:lnTo>
                  <a:pt x="30" y="210"/>
                </a:lnTo>
                <a:lnTo>
                  <a:pt x="39" y="215"/>
                </a:lnTo>
                <a:lnTo>
                  <a:pt x="49" y="217"/>
                </a:lnTo>
                <a:lnTo>
                  <a:pt x="58" y="217"/>
                </a:lnTo>
                <a:lnTo>
                  <a:pt x="65" y="210"/>
                </a:lnTo>
                <a:lnTo>
                  <a:pt x="72" y="198"/>
                </a:lnTo>
                <a:lnTo>
                  <a:pt x="61" y="154"/>
                </a:lnTo>
                <a:lnTo>
                  <a:pt x="56" y="136"/>
                </a:lnTo>
                <a:lnTo>
                  <a:pt x="53" y="119"/>
                </a:lnTo>
                <a:lnTo>
                  <a:pt x="65" y="96"/>
                </a:lnTo>
                <a:lnTo>
                  <a:pt x="81" y="86"/>
                </a:lnTo>
                <a:lnTo>
                  <a:pt x="102" y="72"/>
                </a:lnTo>
                <a:lnTo>
                  <a:pt x="117" y="64"/>
                </a:lnTo>
                <a:lnTo>
                  <a:pt x="152" y="47"/>
                </a:lnTo>
                <a:lnTo>
                  <a:pt x="187" y="34"/>
                </a:lnTo>
                <a:lnTo>
                  <a:pt x="214" y="26"/>
                </a:lnTo>
                <a:lnTo>
                  <a:pt x="219" y="2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33" name="Freeform 32"/>
          <p:cNvSpPr>
            <a:spLocks/>
          </p:cNvSpPr>
          <p:nvPr/>
        </p:nvSpPr>
        <p:spPr bwMode="auto">
          <a:xfrm rot="306148">
            <a:off x="3504742" y="4156504"/>
            <a:ext cx="177878" cy="157845"/>
          </a:xfrm>
          <a:custGeom>
            <a:avLst/>
            <a:gdLst/>
            <a:ahLst/>
            <a:cxnLst>
              <a:cxn ang="0">
                <a:pos x="545" y="5"/>
              </a:cxn>
              <a:cxn ang="0">
                <a:pos x="315" y="5"/>
              </a:cxn>
              <a:cxn ang="0">
                <a:pos x="320" y="0"/>
              </a:cxn>
              <a:cxn ang="0">
                <a:pos x="304" y="19"/>
              </a:cxn>
              <a:cxn ang="0">
                <a:pos x="296" y="32"/>
              </a:cxn>
              <a:cxn ang="0">
                <a:pos x="291" y="48"/>
              </a:cxn>
              <a:cxn ang="0">
                <a:pos x="287" y="64"/>
              </a:cxn>
              <a:cxn ang="0">
                <a:pos x="278" y="75"/>
              </a:cxn>
              <a:cxn ang="0">
                <a:pos x="263" y="77"/>
              </a:cxn>
              <a:cxn ang="0">
                <a:pos x="248" y="90"/>
              </a:cxn>
              <a:cxn ang="0">
                <a:pos x="226" y="116"/>
              </a:cxn>
              <a:cxn ang="0">
                <a:pos x="196" y="169"/>
              </a:cxn>
              <a:cxn ang="0">
                <a:pos x="161" y="212"/>
              </a:cxn>
              <a:cxn ang="0">
                <a:pos x="136" y="239"/>
              </a:cxn>
              <a:cxn ang="0">
                <a:pos x="117" y="273"/>
              </a:cxn>
              <a:cxn ang="0">
                <a:pos x="100" y="290"/>
              </a:cxn>
              <a:cxn ang="0">
                <a:pos x="89" y="308"/>
              </a:cxn>
              <a:cxn ang="0">
                <a:pos x="78" y="321"/>
              </a:cxn>
              <a:cxn ang="0">
                <a:pos x="63" y="339"/>
              </a:cxn>
              <a:cxn ang="0">
                <a:pos x="53" y="363"/>
              </a:cxn>
              <a:cxn ang="0">
                <a:pos x="35" y="390"/>
              </a:cxn>
              <a:cxn ang="0">
                <a:pos x="23" y="421"/>
              </a:cxn>
              <a:cxn ang="0">
                <a:pos x="10" y="438"/>
              </a:cxn>
              <a:cxn ang="0">
                <a:pos x="0" y="459"/>
              </a:cxn>
              <a:cxn ang="0">
                <a:pos x="10" y="455"/>
              </a:cxn>
              <a:cxn ang="0">
                <a:pos x="106" y="448"/>
              </a:cxn>
              <a:cxn ang="0">
                <a:pos x="202" y="450"/>
              </a:cxn>
              <a:cxn ang="0">
                <a:pos x="220" y="325"/>
              </a:cxn>
              <a:cxn ang="0">
                <a:pos x="235" y="310"/>
              </a:cxn>
              <a:cxn ang="0">
                <a:pos x="252" y="304"/>
              </a:cxn>
              <a:cxn ang="0">
                <a:pos x="312" y="291"/>
              </a:cxn>
              <a:cxn ang="0">
                <a:pos x="339" y="131"/>
              </a:cxn>
              <a:cxn ang="0">
                <a:pos x="545" y="116"/>
              </a:cxn>
              <a:cxn ang="0">
                <a:pos x="542" y="4"/>
              </a:cxn>
              <a:cxn ang="0">
                <a:pos x="545" y="5"/>
              </a:cxn>
            </a:cxnLst>
            <a:rect l="0" t="0" r="r" b="b"/>
            <a:pathLst>
              <a:path w="545" h="459">
                <a:moveTo>
                  <a:pt x="545" y="5"/>
                </a:moveTo>
                <a:lnTo>
                  <a:pt x="315" y="5"/>
                </a:lnTo>
                <a:lnTo>
                  <a:pt x="320" y="0"/>
                </a:lnTo>
                <a:lnTo>
                  <a:pt x="304" y="19"/>
                </a:lnTo>
                <a:lnTo>
                  <a:pt x="296" y="32"/>
                </a:lnTo>
                <a:lnTo>
                  <a:pt x="291" y="48"/>
                </a:lnTo>
                <a:lnTo>
                  <a:pt x="287" y="64"/>
                </a:lnTo>
                <a:lnTo>
                  <a:pt x="278" y="75"/>
                </a:lnTo>
                <a:lnTo>
                  <a:pt x="263" y="77"/>
                </a:lnTo>
                <a:lnTo>
                  <a:pt x="248" y="90"/>
                </a:lnTo>
                <a:lnTo>
                  <a:pt x="226" y="116"/>
                </a:lnTo>
                <a:lnTo>
                  <a:pt x="196" y="169"/>
                </a:lnTo>
                <a:lnTo>
                  <a:pt x="161" y="212"/>
                </a:lnTo>
                <a:lnTo>
                  <a:pt x="136" y="239"/>
                </a:lnTo>
                <a:lnTo>
                  <a:pt x="117" y="273"/>
                </a:lnTo>
                <a:lnTo>
                  <a:pt x="100" y="290"/>
                </a:lnTo>
                <a:lnTo>
                  <a:pt x="89" y="308"/>
                </a:lnTo>
                <a:lnTo>
                  <a:pt x="78" y="321"/>
                </a:lnTo>
                <a:lnTo>
                  <a:pt x="63" y="339"/>
                </a:lnTo>
                <a:lnTo>
                  <a:pt x="53" y="363"/>
                </a:lnTo>
                <a:lnTo>
                  <a:pt x="35" y="390"/>
                </a:lnTo>
                <a:lnTo>
                  <a:pt x="23" y="421"/>
                </a:lnTo>
                <a:lnTo>
                  <a:pt x="10" y="438"/>
                </a:lnTo>
                <a:lnTo>
                  <a:pt x="0" y="459"/>
                </a:lnTo>
                <a:lnTo>
                  <a:pt x="10" y="455"/>
                </a:lnTo>
                <a:lnTo>
                  <a:pt x="106" y="448"/>
                </a:lnTo>
                <a:lnTo>
                  <a:pt x="202" y="450"/>
                </a:lnTo>
                <a:lnTo>
                  <a:pt x="220" y="325"/>
                </a:lnTo>
                <a:lnTo>
                  <a:pt x="235" y="310"/>
                </a:lnTo>
                <a:lnTo>
                  <a:pt x="252" y="304"/>
                </a:lnTo>
                <a:lnTo>
                  <a:pt x="312" y="291"/>
                </a:lnTo>
                <a:lnTo>
                  <a:pt x="339" y="131"/>
                </a:lnTo>
                <a:lnTo>
                  <a:pt x="545" y="116"/>
                </a:lnTo>
                <a:lnTo>
                  <a:pt x="542" y="4"/>
                </a:lnTo>
                <a:lnTo>
                  <a:pt x="545" y="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34" name="Freeform 33"/>
          <p:cNvSpPr>
            <a:spLocks/>
          </p:cNvSpPr>
          <p:nvPr/>
        </p:nvSpPr>
        <p:spPr bwMode="auto">
          <a:xfrm rot="306148">
            <a:off x="3488422" y="4159972"/>
            <a:ext cx="252947" cy="313956"/>
          </a:xfrm>
          <a:custGeom>
            <a:avLst/>
            <a:gdLst/>
            <a:ahLst/>
            <a:cxnLst>
              <a:cxn ang="0">
                <a:pos x="13" y="808"/>
              </a:cxn>
              <a:cxn ang="0">
                <a:pos x="45" y="734"/>
              </a:cxn>
              <a:cxn ang="0">
                <a:pos x="72" y="652"/>
              </a:cxn>
              <a:cxn ang="0">
                <a:pos x="56" y="611"/>
              </a:cxn>
              <a:cxn ang="0">
                <a:pos x="38" y="581"/>
              </a:cxn>
              <a:cxn ang="0">
                <a:pos x="59" y="537"/>
              </a:cxn>
              <a:cxn ang="0">
                <a:pos x="70" y="510"/>
              </a:cxn>
              <a:cxn ang="0">
                <a:pos x="31" y="506"/>
              </a:cxn>
              <a:cxn ang="0">
                <a:pos x="21" y="475"/>
              </a:cxn>
              <a:cxn ang="0">
                <a:pos x="41" y="453"/>
              </a:cxn>
              <a:cxn ang="0">
                <a:pos x="233" y="448"/>
              </a:cxn>
              <a:cxn ang="0">
                <a:pos x="266" y="308"/>
              </a:cxn>
              <a:cxn ang="0">
                <a:pos x="343" y="288"/>
              </a:cxn>
              <a:cxn ang="0">
                <a:pos x="576" y="113"/>
              </a:cxn>
              <a:cxn ang="0">
                <a:pos x="573" y="0"/>
              </a:cxn>
              <a:cxn ang="0">
                <a:pos x="770" y="140"/>
              </a:cxn>
              <a:cxn ang="0">
                <a:pos x="678" y="790"/>
              </a:cxn>
              <a:cxn ang="0">
                <a:pos x="666" y="837"/>
              </a:cxn>
              <a:cxn ang="0">
                <a:pos x="443" y="848"/>
              </a:cxn>
              <a:cxn ang="0">
                <a:pos x="416" y="860"/>
              </a:cxn>
              <a:cxn ang="0">
                <a:pos x="396" y="865"/>
              </a:cxn>
              <a:cxn ang="0">
                <a:pos x="380" y="846"/>
              </a:cxn>
              <a:cxn ang="0">
                <a:pos x="351" y="827"/>
              </a:cxn>
              <a:cxn ang="0">
                <a:pos x="338" y="856"/>
              </a:cxn>
              <a:cxn ang="0">
                <a:pos x="318" y="874"/>
              </a:cxn>
              <a:cxn ang="0">
                <a:pos x="273" y="866"/>
              </a:cxn>
              <a:cxn ang="0">
                <a:pos x="257" y="886"/>
              </a:cxn>
              <a:cxn ang="0">
                <a:pos x="258" y="906"/>
              </a:cxn>
              <a:cxn ang="0">
                <a:pos x="227" y="881"/>
              </a:cxn>
              <a:cxn ang="0">
                <a:pos x="221" y="848"/>
              </a:cxn>
              <a:cxn ang="0">
                <a:pos x="202" y="831"/>
              </a:cxn>
              <a:cxn ang="0">
                <a:pos x="170" y="828"/>
              </a:cxn>
              <a:cxn ang="0">
                <a:pos x="151" y="802"/>
              </a:cxn>
              <a:cxn ang="0">
                <a:pos x="117" y="776"/>
              </a:cxn>
              <a:cxn ang="0">
                <a:pos x="80" y="776"/>
              </a:cxn>
              <a:cxn ang="0">
                <a:pos x="45" y="804"/>
              </a:cxn>
              <a:cxn ang="0">
                <a:pos x="19" y="831"/>
              </a:cxn>
            </a:cxnLst>
            <a:rect l="0" t="0" r="r" b="b"/>
            <a:pathLst>
              <a:path w="773" h="906">
                <a:moveTo>
                  <a:pt x="0" y="831"/>
                </a:moveTo>
                <a:lnTo>
                  <a:pt x="13" y="808"/>
                </a:lnTo>
                <a:lnTo>
                  <a:pt x="29" y="751"/>
                </a:lnTo>
                <a:lnTo>
                  <a:pt x="45" y="734"/>
                </a:lnTo>
                <a:lnTo>
                  <a:pt x="59" y="705"/>
                </a:lnTo>
                <a:lnTo>
                  <a:pt x="72" y="652"/>
                </a:lnTo>
                <a:lnTo>
                  <a:pt x="68" y="636"/>
                </a:lnTo>
                <a:lnTo>
                  <a:pt x="56" y="611"/>
                </a:lnTo>
                <a:lnTo>
                  <a:pt x="41" y="597"/>
                </a:lnTo>
                <a:lnTo>
                  <a:pt x="38" y="581"/>
                </a:lnTo>
                <a:lnTo>
                  <a:pt x="54" y="551"/>
                </a:lnTo>
                <a:lnTo>
                  <a:pt x="59" y="537"/>
                </a:lnTo>
                <a:lnTo>
                  <a:pt x="67" y="518"/>
                </a:lnTo>
                <a:lnTo>
                  <a:pt x="70" y="510"/>
                </a:lnTo>
                <a:lnTo>
                  <a:pt x="62" y="500"/>
                </a:lnTo>
                <a:lnTo>
                  <a:pt x="31" y="506"/>
                </a:lnTo>
                <a:lnTo>
                  <a:pt x="21" y="492"/>
                </a:lnTo>
                <a:lnTo>
                  <a:pt x="21" y="475"/>
                </a:lnTo>
                <a:lnTo>
                  <a:pt x="31" y="455"/>
                </a:lnTo>
                <a:lnTo>
                  <a:pt x="41" y="453"/>
                </a:lnTo>
                <a:lnTo>
                  <a:pt x="138" y="445"/>
                </a:lnTo>
                <a:lnTo>
                  <a:pt x="233" y="448"/>
                </a:lnTo>
                <a:lnTo>
                  <a:pt x="252" y="321"/>
                </a:lnTo>
                <a:lnTo>
                  <a:pt x="266" y="308"/>
                </a:lnTo>
                <a:lnTo>
                  <a:pt x="283" y="302"/>
                </a:lnTo>
                <a:lnTo>
                  <a:pt x="343" y="288"/>
                </a:lnTo>
                <a:lnTo>
                  <a:pt x="372" y="129"/>
                </a:lnTo>
                <a:lnTo>
                  <a:pt x="576" y="113"/>
                </a:lnTo>
                <a:lnTo>
                  <a:pt x="573" y="0"/>
                </a:lnTo>
                <a:lnTo>
                  <a:pt x="573" y="0"/>
                </a:lnTo>
                <a:lnTo>
                  <a:pt x="773" y="140"/>
                </a:lnTo>
                <a:lnTo>
                  <a:pt x="770" y="140"/>
                </a:lnTo>
                <a:lnTo>
                  <a:pt x="657" y="144"/>
                </a:lnTo>
                <a:lnTo>
                  <a:pt x="678" y="790"/>
                </a:lnTo>
                <a:lnTo>
                  <a:pt x="680" y="815"/>
                </a:lnTo>
                <a:lnTo>
                  <a:pt x="666" y="837"/>
                </a:lnTo>
                <a:lnTo>
                  <a:pt x="642" y="853"/>
                </a:lnTo>
                <a:lnTo>
                  <a:pt x="443" y="848"/>
                </a:lnTo>
                <a:lnTo>
                  <a:pt x="430" y="851"/>
                </a:lnTo>
                <a:lnTo>
                  <a:pt x="416" y="860"/>
                </a:lnTo>
                <a:lnTo>
                  <a:pt x="405" y="869"/>
                </a:lnTo>
                <a:lnTo>
                  <a:pt x="396" y="865"/>
                </a:lnTo>
                <a:lnTo>
                  <a:pt x="385" y="855"/>
                </a:lnTo>
                <a:lnTo>
                  <a:pt x="380" y="846"/>
                </a:lnTo>
                <a:lnTo>
                  <a:pt x="372" y="837"/>
                </a:lnTo>
                <a:lnTo>
                  <a:pt x="351" y="827"/>
                </a:lnTo>
                <a:lnTo>
                  <a:pt x="345" y="845"/>
                </a:lnTo>
                <a:lnTo>
                  <a:pt x="338" y="856"/>
                </a:lnTo>
                <a:lnTo>
                  <a:pt x="330" y="867"/>
                </a:lnTo>
                <a:lnTo>
                  <a:pt x="318" y="874"/>
                </a:lnTo>
                <a:lnTo>
                  <a:pt x="292" y="869"/>
                </a:lnTo>
                <a:lnTo>
                  <a:pt x="273" y="866"/>
                </a:lnTo>
                <a:lnTo>
                  <a:pt x="263" y="871"/>
                </a:lnTo>
                <a:lnTo>
                  <a:pt x="257" y="886"/>
                </a:lnTo>
                <a:lnTo>
                  <a:pt x="257" y="904"/>
                </a:lnTo>
                <a:lnTo>
                  <a:pt x="258" y="906"/>
                </a:lnTo>
                <a:lnTo>
                  <a:pt x="241" y="896"/>
                </a:lnTo>
                <a:lnTo>
                  <a:pt x="227" y="881"/>
                </a:lnTo>
                <a:lnTo>
                  <a:pt x="222" y="871"/>
                </a:lnTo>
                <a:lnTo>
                  <a:pt x="221" y="848"/>
                </a:lnTo>
                <a:lnTo>
                  <a:pt x="216" y="833"/>
                </a:lnTo>
                <a:lnTo>
                  <a:pt x="202" y="831"/>
                </a:lnTo>
                <a:lnTo>
                  <a:pt x="187" y="833"/>
                </a:lnTo>
                <a:lnTo>
                  <a:pt x="170" y="828"/>
                </a:lnTo>
                <a:lnTo>
                  <a:pt x="165" y="818"/>
                </a:lnTo>
                <a:lnTo>
                  <a:pt x="151" y="802"/>
                </a:lnTo>
                <a:lnTo>
                  <a:pt x="134" y="785"/>
                </a:lnTo>
                <a:lnTo>
                  <a:pt x="117" y="776"/>
                </a:lnTo>
                <a:lnTo>
                  <a:pt x="97" y="772"/>
                </a:lnTo>
                <a:lnTo>
                  <a:pt x="80" y="776"/>
                </a:lnTo>
                <a:lnTo>
                  <a:pt x="59" y="787"/>
                </a:lnTo>
                <a:lnTo>
                  <a:pt x="45" y="804"/>
                </a:lnTo>
                <a:lnTo>
                  <a:pt x="35" y="820"/>
                </a:lnTo>
                <a:lnTo>
                  <a:pt x="19" y="831"/>
                </a:lnTo>
                <a:lnTo>
                  <a:pt x="0" y="83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35" name="Freeform 34"/>
          <p:cNvSpPr>
            <a:spLocks/>
          </p:cNvSpPr>
          <p:nvPr/>
        </p:nvSpPr>
        <p:spPr bwMode="auto">
          <a:xfrm rot="306148">
            <a:off x="4309275" y="4303941"/>
            <a:ext cx="339438" cy="454456"/>
          </a:xfrm>
          <a:custGeom>
            <a:avLst/>
            <a:gdLst/>
            <a:ahLst/>
            <a:cxnLst>
              <a:cxn ang="0">
                <a:pos x="0" y="755"/>
              </a:cxn>
              <a:cxn ang="0">
                <a:pos x="8" y="679"/>
              </a:cxn>
              <a:cxn ang="0">
                <a:pos x="1" y="631"/>
              </a:cxn>
              <a:cxn ang="0">
                <a:pos x="33" y="615"/>
              </a:cxn>
              <a:cxn ang="0">
                <a:pos x="50" y="560"/>
              </a:cxn>
              <a:cxn ang="0">
                <a:pos x="82" y="507"/>
              </a:cxn>
              <a:cxn ang="0">
                <a:pos x="93" y="252"/>
              </a:cxn>
              <a:cxn ang="0">
                <a:pos x="110" y="4"/>
              </a:cxn>
              <a:cxn ang="0">
                <a:pos x="807" y="4"/>
              </a:cxn>
              <a:cxn ang="0">
                <a:pos x="866" y="27"/>
              </a:cxn>
              <a:cxn ang="0">
                <a:pos x="911" y="110"/>
              </a:cxn>
              <a:cxn ang="0">
                <a:pos x="931" y="233"/>
              </a:cxn>
              <a:cxn ang="0">
                <a:pos x="971" y="267"/>
              </a:cxn>
              <a:cxn ang="0">
                <a:pos x="1041" y="315"/>
              </a:cxn>
              <a:cxn ang="0">
                <a:pos x="1006" y="397"/>
              </a:cxn>
              <a:cxn ang="0">
                <a:pos x="963" y="458"/>
              </a:cxn>
              <a:cxn ang="0">
                <a:pos x="938" y="510"/>
              </a:cxn>
              <a:cxn ang="0">
                <a:pos x="981" y="594"/>
              </a:cxn>
              <a:cxn ang="0">
                <a:pos x="892" y="773"/>
              </a:cxn>
              <a:cxn ang="0">
                <a:pos x="842" y="878"/>
              </a:cxn>
              <a:cxn ang="0">
                <a:pos x="845" y="930"/>
              </a:cxn>
              <a:cxn ang="0">
                <a:pos x="796" y="1008"/>
              </a:cxn>
              <a:cxn ang="0">
                <a:pos x="811" y="1064"/>
              </a:cxn>
              <a:cxn ang="0">
                <a:pos x="874" y="1083"/>
              </a:cxn>
              <a:cxn ang="0">
                <a:pos x="913" y="1088"/>
              </a:cxn>
              <a:cxn ang="0">
                <a:pos x="929" y="1151"/>
              </a:cxn>
              <a:cxn ang="0">
                <a:pos x="981" y="1187"/>
              </a:cxn>
              <a:cxn ang="0">
                <a:pos x="992" y="1247"/>
              </a:cxn>
              <a:cxn ang="0">
                <a:pos x="953" y="1239"/>
              </a:cxn>
              <a:cxn ang="0">
                <a:pos x="901" y="1235"/>
              </a:cxn>
              <a:cxn ang="0">
                <a:pos x="830" y="1269"/>
              </a:cxn>
              <a:cxn ang="0">
                <a:pos x="744" y="1295"/>
              </a:cxn>
              <a:cxn ang="0">
                <a:pos x="692" y="1311"/>
              </a:cxn>
              <a:cxn ang="0">
                <a:pos x="633" y="1298"/>
              </a:cxn>
              <a:cxn ang="0">
                <a:pos x="567" y="1251"/>
              </a:cxn>
              <a:cxn ang="0">
                <a:pos x="502" y="1235"/>
              </a:cxn>
              <a:cxn ang="0">
                <a:pos x="435" y="1240"/>
              </a:cxn>
              <a:cxn ang="0">
                <a:pos x="410" y="1188"/>
              </a:cxn>
              <a:cxn ang="0">
                <a:pos x="360" y="1149"/>
              </a:cxn>
              <a:cxn ang="0">
                <a:pos x="341" y="1107"/>
              </a:cxn>
              <a:cxn ang="0">
                <a:pos x="297" y="1101"/>
              </a:cxn>
              <a:cxn ang="0">
                <a:pos x="284" y="1068"/>
              </a:cxn>
              <a:cxn ang="0">
                <a:pos x="248" y="1032"/>
              </a:cxn>
              <a:cxn ang="0">
                <a:pos x="187" y="1014"/>
              </a:cxn>
              <a:cxn ang="0">
                <a:pos x="185" y="980"/>
              </a:cxn>
              <a:cxn ang="0">
                <a:pos x="171" y="924"/>
              </a:cxn>
              <a:cxn ang="0">
                <a:pos x="125" y="918"/>
              </a:cxn>
              <a:cxn ang="0">
                <a:pos x="109" y="885"/>
              </a:cxn>
              <a:cxn ang="0">
                <a:pos x="91" y="858"/>
              </a:cxn>
            </a:cxnLst>
            <a:rect l="0" t="0" r="r" b="b"/>
            <a:pathLst>
              <a:path w="1041" h="1311">
                <a:moveTo>
                  <a:pt x="90" y="860"/>
                </a:moveTo>
                <a:lnTo>
                  <a:pt x="47" y="813"/>
                </a:lnTo>
                <a:lnTo>
                  <a:pt x="0" y="755"/>
                </a:lnTo>
                <a:lnTo>
                  <a:pt x="6" y="722"/>
                </a:lnTo>
                <a:lnTo>
                  <a:pt x="10" y="694"/>
                </a:lnTo>
                <a:lnTo>
                  <a:pt x="8" y="679"/>
                </a:lnTo>
                <a:lnTo>
                  <a:pt x="6" y="664"/>
                </a:lnTo>
                <a:lnTo>
                  <a:pt x="3" y="650"/>
                </a:lnTo>
                <a:lnTo>
                  <a:pt x="1" y="631"/>
                </a:lnTo>
                <a:lnTo>
                  <a:pt x="4" y="618"/>
                </a:lnTo>
                <a:lnTo>
                  <a:pt x="15" y="615"/>
                </a:lnTo>
                <a:lnTo>
                  <a:pt x="33" y="615"/>
                </a:lnTo>
                <a:lnTo>
                  <a:pt x="44" y="604"/>
                </a:lnTo>
                <a:lnTo>
                  <a:pt x="47" y="596"/>
                </a:lnTo>
                <a:lnTo>
                  <a:pt x="50" y="560"/>
                </a:lnTo>
                <a:lnTo>
                  <a:pt x="57" y="540"/>
                </a:lnTo>
                <a:lnTo>
                  <a:pt x="67" y="523"/>
                </a:lnTo>
                <a:lnTo>
                  <a:pt x="82" y="507"/>
                </a:lnTo>
                <a:lnTo>
                  <a:pt x="97" y="501"/>
                </a:lnTo>
                <a:lnTo>
                  <a:pt x="99" y="491"/>
                </a:lnTo>
                <a:lnTo>
                  <a:pt x="93" y="252"/>
                </a:lnTo>
                <a:lnTo>
                  <a:pt x="93" y="249"/>
                </a:lnTo>
                <a:lnTo>
                  <a:pt x="116" y="245"/>
                </a:lnTo>
                <a:lnTo>
                  <a:pt x="110" y="4"/>
                </a:lnTo>
                <a:lnTo>
                  <a:pt x="805" y="4"/>
                </a:lnTo>
                <a:lnTo>
                  <a:pt x="800" y="0"/>
                </a:lnTo>
                <a:lnTo>
                  <a:pt x="807" y="4"/>
                </a:lnTo>
                <a:lnTo>
                  <a:pt x="829" y="6"/>
                </a:lnTo>
                <a:lnTo>
                  <a:pt x="849" y="11"/>
                </a:lnTo>
                <a:lnTo>
                  <a:pt x="866" y="27"/>
                </a:lnTo>
                <a:lnTo>
                  <a:pt x="893" y="52"/>
                </a:lnTo>
                <a:lnTo>
                  <a:pt x="906" y="79"/>
                </a:lnTo>
                <a:lnTo>
                  <a:pt x="911" y="110"/>
                </a:lnTo>
                <a:lnTo>
                  <a:pt x="918" y="157"/>
                </a:lnTo>
                <a:lnTo>
                  <a:pt x="923" y="187"/>
                </a:lnTo>
                <a:lnTo>
                  <a:pt x="931" y="233"/>
                </a:lnTo>
                <a:lnTo>
                  <a:pt x="939" y="250"/>
                </a:lnTo>
                <a:lnTo>
                  <a:pt x="948" y="260"/>
                </a:lnTo>
                <a:lnTo>
                  <a:pt x="971" y="267"/>
                </a:lnTo>
                <a:lnTo>
                  <a:pt x="1016" y="292"/>
                </a:lnTo>
                <a:lnTo>
                  <a:pt x="1032" y="304"/>
                </a:lnTo>
                <a:lnTo>
                  <a:pt x="1041" y="315"/>
                </a:lnTo>
                <a:lnTo>
                  <a:pt x="1040" y="324"/>
                </a:lnTo>
                <a:lnTo>
                  <a:pt x="1027" y="359"/>
                </a:lnTo>
                <a:lnTo>
                  <a:pt x="1006" y="397"/>
                </a:lnTo>
                <a:lnTo>
                  <a:pt x="992" y="419"/>
                </a:lnTo>
                <a:lnTo>
                  <a:pt x="981" y="436"/>
                </a:lnTo>
                <a:lnTo>
                  <a:pt x="963" y="458"/>
                </a:lnTo>
                <a:lnTo>
                  <a:pt x="938" y="487"/>
                </a:lnTo>
                <a:lnTo>
                  <a:pt x="938" y="496"/>
                </a:lnTo>
                <a:lnTo>
                  <a:pt x="938" y="510"/>
                </a:lnTo>
                <a:lnTo>
                  <a:pt x="959" y="548"/>
                </a:lnTo>
                <a:lnTo>
                  <a:pt x="970" y="564"/>
                </a:lnTo>
                <a:lnTo>
                  <a:pt x="981" y="594"/>
                </a:lnTo>
                <a:lnTo>
                  <a:pt x="975" y="631"/>
                </a:lnTo>
                <a:lnTo>
                  <a:pt x="936" y="691"/>
                </a:lnTo>
                <a:lnTo>
                  <a:pt x="892" y="773"/>
                </a:lnTo>
                <a:lnTo>
                  <a:pt x="855" y="827"/>
                </a:lnTo>
                <a:lnTo>
                  <a:pt x="840" y="863"/>
                </a:lnTo>
                <a:lnTo>
                  <a:pt x="842" y="878"/>
                </a:lnTo>
                <a:lnTo>
                  <a:pt x="845" y="896"/>
                </a:lnTo>
                <a:lnTo>
                  <a:pt x="845" y="914"/>
                </a:lnTo>
                <a:lnTo>
                  <a:pt x="845" y="930"/>
                </a:lnTo>
                <a:lnTo>
                  <a:pt x="824" y="968"/>
                </a:lnTo>
                <a:lnTo>
                  <a:pt x="811" y="990"/>
                </a:lnTo>
                <a:lnTo>
                  <a:pt x="796" y="1008"/>
                </a:lnTo>
                <a:lnTo>
                  <a:pt x="795" y="1024"/>
                </a:lnTo>
                <a:lnTo>
                  <a:pt x="799" y="1039"/>
                </a:lnTo>
                <a:lnTo>
                  <a:pt x="811" y="1064"/>
                </a:lnTo>
                <a:lnTo>
                  <a:pt x="825" y="1074"/>
                </a:lnTo>
                <a:lnTo>
                  <a:pt x="848" y="1078"/>
                </a:lnTo>
                <a:lnTo>
                  <a:pt x="874" y="1083"/>
                </a:lnTo>
                <a:lnTo>
                  <a:pt x="893" y="1082"/>
                </a:lnTo>
                <a:lnTo>
                  <a:pt x="905" y="1083"/>
                </a:lnTo>
                <a:lnTo>
                  <a:pt x="913" y="1088"/>
                </a:lnTo>
                <a:lnTo>
                  <a:pt x="916" y="1105"/>
                </a:lnTo>
                <a:lnTo>
                  <a:pt x="919" y="1130"/>
                </a:lnTo>
                <a:lnTo>
                  <a:pt x="929" y="1151"/>
                </a:lnTo>
                <a:lnTo>
                  <a:pt x="944" y="1164"/>
                </a:lnTo>
                <a:lnTo>
                  <a:pt x="970" y="1175"/>
                </a:lnTo>
                <a:lnTo>
                  <a:pt x="981" y="1187"/>
                </a:lnTo>
                <a:lnTo>
                  <a:pt x="986" y="1213"/>
                </a:lnTo>
                <a:lnTo>
                  <a:pt x="989" y="1224"/>
                </a:lnTo>
                <a:lnTo>
                  <a:pt x="992" y="1247"/>
                </a:lnTo>
                <a:lnTo>
                  <a:pt x="987" y="1248"/>
                </a:lnTo>
                <a:lnTo>
                  <a:pt x="970" y="1243"/>
                </a:lnTo>
                <a:lnTo>
                  <a:pt x="953" y="1239"/>
                </a:lnTo>
                <a:lnTo>
                  <a:pt x="930" y="1231"/>
                </a:lnTo>
                <a:lnTo>
                  <a:pt x="916" y="1234"/>
                </a:lnTo>
                <a:lnTo>
                  <a:pt x="901" y="1235"/>
                </a:lnTo>
                <a:lnTo>
                  <a:pt x="882" y="1240"/>
                </a:lnTo>
                <a:lnTo>
                  <a:pt x="865" y="1251"/>
                </a:lnTo>
                <a:lnTo>
                  <a:pt x="830" y="1269"/>
                </a:lnTo>
                <a:lnTo>
                  <a:pt x="813" y="1275"/>
                </a:lnTo>
                <a:lnTo>
                  <a:pt x="779" y="1288"/>
                </a:lnTo>
                <a:lnTo>
                  <a:pt x="744" y="1295"/>
                </a:lnTo>
                <a:lnTo>
                  <a:pt x="725" y="1305"/>
                </a:lnTo>
                <a:lnTo>
                  <a:pt x="709" y="1310"/>
                </a:lnTo>
                <a:lnTo>
                  <a:pt x="692" y="1311"/>
                </a:lnTo>
                <a:lnTo>
                  <a:pt x="673" y="1311"/>
                </a:lnTo>
                <a:lnTo>
                  <a:pt x="655" y="1306"/>
                </a:lnTo>
                <a:lnTo>
                  <a:pt x="633" y="1298"/>
                </a:lnTo>
                <a:lnTo>
                  <a:pt x="605" y="1283"/>
                </a:lnTo>
                <a:lnTo>
                  <a:pt x="586" y="1269"/>
                </a:lnTo>
                <a:lnTo>
                  <a:pt x="567" y="1251"/>
                </a:lnTo>
                <a:lnTo>
                  <a:pt x="553" y="1235"/>
                </a:lnTo>
                <a:lnTo>
                  <a:pt x="533" y="1231"/>
                </a:lnTo>
                <a:lnTo>
                  <a:pt x="502" y="1235"/>
                </a:lnTo>
                <a:lnTo>
                  <a:pt x="480" y="1240"/>
                </a:lnTo>
                <a:lnTo>
                  <a:pt x="463" y="1240"/>
                </a:lnTo>
                <a:lnTo>
                  <a:pt x="435" y="1240"/>
                </a:lnTo>
                <a:lnTo>
                  <a:pt x="436" y="1240"/>
                </a:lnTo>
                <a:lnTo>
                  <a:pt x="431" y="1222"/>
                </a:lnTo>
                <a:lnTo>
                  <a:pt x="410" y="1188"/>
                </a:lnTo>
                <a:lnTo>
                  <a:pt x="393" y="1165"/>
                </a:lnTo>
                <a:lnTo>
                  <a:pt x="371" y="1160"/>
                </a:lnTo>
                <a:lnTo>
                  <a:pt x="360" y="1149"/>
                </a:lnTo>
                <a:lnTo>
                  <a:pt x="361" y="1128"/>
                </a:lnTo>
                <a:lnTo>
                  <a:pt x="357" y="1103"/>
                </a:lnTo>
                <a:lnTo>
                  <a:pt x="341" y="1107"/>
                </a:lnTo>
                <a:lnTo>
                  <a:pt x="326" y="1109"/>
                </a:lnTo>
                <a:lnTo>
                  <a:pt x="313" y="1109"/>
                </a:lnTo>
                <a:lnTo>
                  <a:pt x="297" y="1101"/>
                </a:lnTo>
                <a:lnTo>
                  <a:pt x="291" y="1094"/>
                </a:lnTo>
                <a:lnTo>
                  <a:pt x="285" y="1085"/>
                </a:lnTo>
                <a:lnTo>
                  <a:pt x="284" y="1068"/>
                </a:lnTo>
                <a:lnTo>
                  <a:pt x="283" y="1050"/>
                </a:lnTo>
                <a:lnTo>
                  <a:pt x="268" y="1038"/>
                </a:lnTo>
                <a:lnTo>
                  <a:pt x="248" y="1032"/>
                </a:lnTo>
                <a:lnTo>
                  <a:pt x="218" y="1029"/>
                </a:lnTo>
                <a:lnTo>
                  <a:pt x="204" y="1026"/>
                </a:lnTo>
                <a:lnTo>
                  <a:pt x="187" y="1014"/>
                </a:lnTo>
                <a:lnTo>
                  <a:pt x="185" y="998"/>
                </a:lnTo>
                <a:lnTo>
                  <a:pt x="181" y="992"/>
                </a:lnTo>
                <a:lnTo>
                  <a:pt x="185" y="980"/>
                </a:lnTo>
                <a:lnTo>
                  <a:pt x="186" y="963"/>
                </a:lnTo>
                <a:lnTo>
                  <a:pt x="184" y="936"/>
                </a:lnTo>
                <a:lnTo>
                  <a:pt x="171" y="924"/>
                </a:lnTo>
                <a:lnTo>
                  <a:pt x="154" y="921"/>
                </a:lnTo>
                <a:lnTo>
                  <a:pt x="143" y="921"/>
                </a:lnTo>
                <a:lnTo>
                  <a:pt x="125" y="918"/>
                </a:lnTo>
                <a:lnTo>
                  <a:pt x="110" y="907"/>
                </a:lnTo>
                <a:lnTo>
                  <a:pt x="108" y="898"/>
                </a:lnTo>
                <a:lnTo>
                  <a:pt x="109" y="885"/>
                </a:lnTo>
                <a:lnTo>
                  <a:pt x="115" y="866"/>
                </a:lnTo>
                <a:lnTo>
                  <a:pt x="110" y="860"/>
                </a:lnTo>
                <a:lnTo>
                  <a:pt x="91" y="858"/>
                </a:lnTo>
                <a:lnTo>
                  <a:pt x="90" y="86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36" name="Freeform 35"/>
          <p:cNvSpPr>
            <a:spLocks/>
          </p:cNvSpPr>
          <p:nvPr/>
        </p:nvSpPr>
        <p:spPr bwMode="auto">
          <a:xfrm rot="306148">
            <a:off x="4121604" y="4286595"/>
            <a:ext cx="223572" cy="400684"/>
          </a:xfrm>
          <a:custGeom>
            <a:avLst/>
            <a:gdLst/>
            <a:ahLst/>
            <a:cxnLst>
              <a:cxn ang="0">
                <a:pos x="635" y="797"/>
              </a:cxn>
              <a:cxn ang="0">
                <a:pos x="594" y="705"/>
              </a:cxn>
              <a:cxn ang="0">
                <a:pos x="596" y="661"/>
              </a:cxn>
              <a:cxn ang="0">
                <a:pos x="591" y="634"/>
              </a:cxn>
              <a:cxn ang="0">
                <a:pos x="592" y="601"/>
              </a:cxn>
              <a:cxn ang="0">
                <a:pos x="621" y="597"/>
              </a:cxn>
              <a:cxn ang="0">
                <a:pos x="635" y="579"/>
              </a:cxn>
              <a:cxn ang="0">
                <a:pos x="645" y="524"/>
              </a:cxn>
              <a:cxn ang="0">
                <a:pos x="672" y="491"/>
              </a:cxn>
              <a:cxn ang="0">
                <a:pos x="687" y="475"/>
              </a:cxn>
              <a:cxn ang="0">
                <a:pos x="684" y="232"/>
              </a:cxn>
              <a:cxn ang="0">
                <a:pos x="651" y="236"/>
              </a:cxn>
              <a:cxn ang="0">
                <a:pos x="152" y="0"/>
              </a:cxn>
              <a:cxn ang="0">
                <a:pos x="106" y="32"/>
              </a:cxn>
              <a:cxn ang="0">
                <a:pos x="106" y="98"/>
              </a:cxn>
              <a:cxn ang="0">
                <a:pos x="112" y="123"/>
              </a:cxn>
              <a:cxn ang="0">
                <a:pos x="145" y="188"/>
              </a:cxn>
              <a:cxn ang="0">
                <a:pos x="167" y="361"/>
              </a:cxn>
              <a:cxn ang="0">
                <a:pos x="145" y="436"/>
              </a:cxn>
              <a:cxn ang="0">
                <a:pos x="103" y="492"/>
              </a:cxn>
              <a:cxn ang="0">
                <a:pos x="52" y="545"/>
              </a:cxn>
              <a:cxn ang="0">
                <a:pos x="15" y="607"/>
              </a:cxn>
              <a:cxn ang="0">
                <a:pos x="0" y="665"/>
              </a:cxn>
              <a:cxn ang="0">
                <a:pos x="5" y="695"/>
              </a:cxn>
              <a:cxn ang="0">
                <a:pos x="44" y="702"/>
              </a:cxn>
              <a:cxn ang="0">
                <a:pos x="67" y="718"/>
              </a:cxn>
              <a:cxn ang="0">
                <a:pos x="74" y="748"/>
              </a:cxn>
              <a:cxn ang="0">
                <a:pos x="69" y="778"/>
              </a:cxn>
              <a:cxn ang="0">
                <a:pos x="67" y="800"/>
              </a:cxn>
              <a:cxn ang="0">
                <a:pos x="100" y="845"/>
              </a:cxn>
              <a:cxn ang="0">
                <a:pos x="132" y="879"/>
              </a:cxn>
              <a:cxn ang="0">
                <a:pos x="132" y="905"/>
              </a:cxn>
              <a:cxn ang="0">
                <a:pos x="105" y="976"/>
              </a:cxn>
              <a:cxn ang="0">
                <a:pos x="85" y="1027"/>
              </a:cxn>
              <a:cxn ang="0">
                <a:pos x="106" y="1045"/>
              </a:cxn>
              <a:cxn ang="0">
                <a:pos x="134" y="1052"/>
              </a:cxn>
              <a:cxn ang="0">
                <a:pos x="160" y="1079"/>
              </a:cxn>
              <a:cxn ang="0">
                <a:pos x="168" y="1119"/>
              </a:cxn>
              <a:cxn ang="0">
                <a:pos x="157" y="1154"/>
              </a:cxn>
              <a:cxn ang="0">
                <a:pos x="243" y="1139"/>
              </a:cxn>
              <a:cxn ang="0">
                <a:pos x="313" y="1104"/>
              </a:cxn>
              <a:cxn ang="0">
                <a:pos x="365" y="1073"/>
              </a:cxn>
              <a:cxn ang="0">
                <a:pos x="388" y="1049"/>
              </a:cxn>
              <a:cxn ang="0">
                <a:pos x="420" y="1042"/>
              </a:cxn>
              <a:cxn ang="0">
                <a:pos x="478" y="1048"/>
              </a:cxn>
              <a:cxn ang="0">
                <a:pos x="516" y="1031"/>
              </a:cxn>
              <a:cxn ang="0">
                <a:pos x="533" y="958"/>
              </a:cxn>
              <a:cxn ang="0">
                <a:pos x="557" y="906"/>
              </a:cxn>
              <a:cxn ang="0">
                <a:pos x="617" y="867"/>
              </a:cxn>
              <a:cxn ang="0">
                <a:pos x="662" y="847"/>
              </a:cxn>
              <a:cxn ang="0">
                <a:pos x="678" y="842"/>
              </a:cxn>
            </a:cxnLst>
            <a:rect l="0" t="0" r="r" b="b"/>
            <a:pathLst>
              <a:path w="687" h="1154">
                <a:moveTo>
                  <a:pt x="678" y="842"/>
                </a:moveTo>
                <a:lnTo>
                  <a:pt x="635" y="797"/>
                </a:lnTo>
                <a:lnTo>
                  <a:pt x="588" y="737"/>
                </a:lnTo>
                <a:lnTo>
                  <a:pt x="594" y="705"/>
                </a:lnTo>
                <a:lnTo>
                  <a:pt x="598" y="677"/>
                </a:lnTo>
                <a:lnTo>
                  <a:pt x="596" y="661"/>
                </a:lnTo>
                <a:lnTo>
                  <a:pt x="596" y="647"/>
                </a:lnTo>
                <a:lnTo>
                  <a:pt x="591" y="634"/>
                </a:lnTo>
                <a:lnTo>
                  <a:pt x="591" y="614"/>
                </a:lnTo>
                <a:lnTo>
                  <a:pt x="592" y="601"/>
                </a:lnTo>
                <a:lnTo>
                  <a:pt x="603" y="597"/>
                </a:lnTo>
                <a:lnTo>
                  <a:pt x="621" y="597"/>
                </a:lnTo>
                <a:lnTo>
                  <a:pt x="632" y="588"/>
                </a:lnTo>
                <a:lnTo>
                  <a:pt x="635" y="579"/>
                </a:lnTo>
                <a:lnTo>
                  <a:pt x="638" y="544"/>
                </a:lnTo>
                <a:lnTo>
                  <a:pt x="645" y="524"/>
                </a:lnTo>
                <a:lnTo>
                  <a:pt x="656" y="507"/>
                </a:lnTo>
                <a:lnTo>
                  <a:pt x="672" y="491"/>
                </a:lnTo>
                <a:lnTo>
                  <a:pt x="685" y="485"/>
                </a:lnTo>
                <a:lnTo>
                  <a:pt x="687" y="475"/>
                </a:lnTo>
                <a:lnTo>
                  <a:pt x="682" y="236"/>
                </a:lnTo>
                <a:lnTo>
                  <a:pt x="684" y="232"/>
                </a:lnTo>
                <a:lnTo>
                  <a:pt x="669" y="235"/>
                </a:lnTo>
                <a:lnTo>
                  <a:pt x="651" y="236"/>
                </a:lnTo>
                <a:lnTo>
                  <a:pt x="166" y="3"/>
                </a:lnTo>
                <a:lnTo>
                  <a:pt x="152" y="0"/>
                </a:lnTo>
                <a:lnTo>
                  <a:pt x="139" y="3"/>
                </a:lnTo>
                <a:lnTo>
                  <a:pt x="106" y="32"/>
                </a:lnTo>
                <a:lnTo>
                  <a:pt x="106" y="35"/>
                </a:lnTo>
                <a:lnTo>
                  <a:pt x="106" y="98"/>
                </a:lnTo>
                <a:lnTo>
                  <a:pt x="106" y="111"/>
                </a:lnTo>
                <a:lnTo>
                  <a:pt x="112" y="123"/>
                </a:lnTo>
                <a:lnTo>
                  <a:pt x="141" y="145"/>
                </a:lnTo>
                <a:lnTo>
                  <a:pt x="145" y="188"/>
                </a:lnTo>
                <a:lnTo>
                  <a:pt x="156" y="217"/>
                </a:lnTo>
                <a:lnTo>
                  <a:pt x="167" y="361"/>
                </a:lnTo>
                <a:lnTo>
                  <a:pt x="161" y="402"/>
                </a:lnTo>
                <a:lnTo>
                  <a:pt x="145" y="436"/>
                </a:lnTo>
                <a:lnTo>
                  <a:pt x="126" y="463"/>
                </a:lnTo>
                <a:lnTo>
                  <a:pt x="103" y="492"/>
                </a:lnTo>
                <a:lnTo>
                  <a:pt x="81" y="516"/>
                </a:lnTo>
                <a:lnTo>
                  <a:pt x="52" y="545"/>
                </a:lnTo>
                <a:lnTo>
                  <a:pt x="27" y="580"/>
                </a:lnTo>
                <a:lnTo>
                  <a:pt x="15" y="607"/>
                </a:lnTo>
                <a:lnTo>
                  <a:pt x="2" y="643"/>
                </a:lnTo>
                <a:lnTo>
                  <a:pt x="0" y="665"/>
                </a:lnTo>
                <a:lnTo>
                  <a:pt x="1" y="695"/>
                </a:lnTo>
                <a:lnTo>
                  <a:pt x="5" y="695"/>
                </a:lnTo>
                <a:lnTo>
                  <a:pt x="33" y="699"/>
                </a:lnTo>
                <a:lnTo>
                  <a:pt x="44" y="702"/>
                </a:lnTo>
                <a:lnTo>
                  <a:pt x="52" y="705"/>
                </a:lnTo>
                <a:lnTo>
                  <a:pt x="67" y="718"/>
                </a:lnTo>
                <a:lnTo>
                  <a:pt x="71" y="729"/>
                </a:lnTo>
                <a:lnTo>
                  <a:pt x="74" y="748"/>
                </a:lnTo>
                <a:lnTo>
                  <a:pt x="69" y="764"/>
                </a:lnTo>
                <a:lnTo>
                  <a:pt x="69" y="778"/>
                </a:lnTo>
                <a:lnTo>
                  <a:pt x="68" y="801"/>
                </a:lnTo>
                <a:lnTo>
                  <a:pt x="67" y="800"/>
                </a:lnTo>
                <a:lnTo>
                  <a:pt x="82" y="824"/>
                </a:lnTo>
                <a:lnTo>
                  <a:pt x="100" y="845"/>
                </a:lnTo>
                <a:lnTo>
                  <a:pt x="115" y="857"/>
                </a:lnTo>
                <a:lnTo>
                  <a:pt x="132" y="879"/>
                </a:lnTo>
                <a:lnTo>
                  <a:pt x="133" y="888"/>
                </a:lnTo>
                <a:lnTo>
                  <a:pt x="132" y="905"/>
                </a:lnTo>
                <a:lnTo>
                  <a:pt x="120" y="939"/>
                </a:lnTo>
                <a:lnTo>
                  <a:pt x="105" y="976"/>
                </a:lnTo>
                <a:lnTo>
                  <a:pt x="89" y="1009"/>
                </a:lnTo>
                <a:lnTo>
                  <a:pt x="85" y="1027"/>
                </a:lnTo>
                <a:lnTo>
                  <a:pt x="92" y="1042"/>
                </a:lnTo>
                <a:lnTo>
                  <a:pt x="106" y="1045"/>
                </a:lnTo>
                <a:lnTo>
                  <a:pt x="123" y="1051"/>
                </a:lnTo>
                <a:lnTo>
                  <a:pt x="134" y="1052"/>
                </a:lnTo>
                <a:lnTo>
                  <a:pt x="147" y="1063"/>
                </a:lnTo>
                <a:lnTo>
                  <a:pt x="160" y="1079"/>
                </a:lnTo>
                <a:lnTo>
                  <a:pt x="168" y="1100"/>
                </a:lnTo>
                <a:lnTo>
                  <a:pt x="168" y="1119"/>
                </a:lnTo>
                <a:lnTo>
                  <a:pt x="160" y="1150"/>
                </a:lnTo>
                <a:lnTo>
                  <a:pt x="157" y="1154"/>
                </a:lnTo>
                <a:lnTo>
                  <a:pt x="196" y="1150"/>
                </a:lnTo>
                <a:lnTo>
                  <a:pt x="243" y="1139"/>
                </a:lnTo>
                <a:lnTo>
                  <a:pt x="300" y="1113"/>
                </a:lnTo>
                <a:lnTo>
                  <a:pt x="313" y="1104"/>
                </a:lnTo>
                <a:lnTo>
                  <a:pt x="352" y="1091"/>
                </a:lnTo>
                <a:lnTo>
                  <a:pt x="365" y="1073"/>
                </a:lnTo>
                <a:lnTo>
                  <a:pt x="377" y="1058"/>
                </a:lnTo>
                <a:lnTo>
                  <a:pt x="388" y="1049"/>
                </a:lnTo>
                <a:lnTo>
                  <a:pt x="403" y="1044"/>
                </a:lnTo>
                <a:lnTo>
                  <a:pt x="420" y="1042"/>
                </a:lnTo>
                <a:lnTo>
                  <a:pt x="453" y="1044"/>
                </a:lnTo>
                <a:lnTo>
                  <a:pt x="478" y="1048"/>
                </a:lnTo>
                <a:lnTo>
                  <a:pt x="499" y="1043"/>
                </a:lnTo>
                <a:lnTo>
                  <a:pt x="516" y="1031"/>
                </a:lnTo>
                <a:lnTo>
                  <a:pt x="522" y="1004"/>
                </a:lnTo>
                <a:lnTo>
                  <a:pt x="533" y="958"/>
                </a:lnTo>
                <a:lnTo>
                  <a:pt x="548" y="922"/>
                </a:lnTo>
                <a:lnTo>
                  <a:pt x="557" y="906"/>
                </a:lnTo>
                <a:lnTo>
                  <a:pt x="573" y="889"/>
                </a:lnTo>
                <a:lnTo>
                  <a:pt x="617" y="867"/>
                </a:lnTo>
                <a:lnTo>
                  <a:pt x="645" y="853"/>
                </a:lnTo>
                <a:lnTo>
                  <a:pt x="662" y="847"/>
                </a:lnTo>
                <a:lnTo>
                  <a:pt x="679" y="842"/>
                </a:lnTo>
                <a:lnTo>
                  <a:pt x="678" y="842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37" name="Freeform 36"/>
          <p:cNvSpPr>
            <a:spLocks/>
          </p:cNvSpPr>
          <p:nvPr/>
        </p:nvSpPr>
        <p:spPr bwMode="auto">
          <a:xfrm rot="306148">
            <a:off x="3558597" y="4220683"/>
            <a:ext cx="365549" cy="367727"/>
          </a:xfrm>
          <a:custGeom>
            <a:avLst/>
            <a:gdLst/>
            <a:ahLst/>
            <a:cxnLst>
              <a:cxn ang="0">
                <a:pos x="1094" y="421"/>
              </a:cxn>
              <a:cxn ang="0">
                <a:pos x="1073" y="406"/>
              </a:cxn>
              <a:cxn ang="0">
                <a:pos x="1074" y="373"/>
              </a:cxn>
              <a:cxn ang="0">
                <a:pos x="1056" y="347"/>
              </a:cxn>
              <a:cxn ang="0">
                <a:pos x="979" y="336"/>
              </a:cxn>
              <a:cxn ang="0">
                <a:pos x="955" y="314"/>
              </a:cxn>
              <a:cxn ang="0">
                <a:pos x="937" y="275"/>
              </a:cxn>
              <a:cxn ang="0">
                <a:pos x="533" y="3"/>
              </a:cxn>
              <a:cxn ang="0">
                <a:pos x="441" y="651"/>
              </a:cxn>
              <a:cxn ang="0">
                <a:pos x="430" y="698"/>
              </a:cxn>
              <a:cxn ang="0">
                <a:pos x="206" y="709"/>
              </a:cxn>
              <a:cxn ang="0">
                <a:pos x="179" y="722"/>
              </a:cxn>
              <a:cxn ang="0">
                <a:pos x="159" y="727"/>
              </a:cxn>
              <a:cxn ang="0">
                <a:pos x="143" y="707"/>
              </a:cxn>
              <a:cxn ang="0">
                <a:pos x="114" y="689"/>
              </a:cxn>
              <a:cxn ang="0">
                <a:pos x="101" y="717"/>
              </a:cxn>
              <a:cxn ang="0">
                <a:pos x="83" y="735"/>
              </a:cxn>
              <a:cxn ang="0">
                <a:pos x="36" y="727"/>
              </a:cxn>
              <a:cxn ang="0">
                <a:pos x="20" y="749"/>
              </a:cxn>
              <a:cxn ang="0">
                <a:pos x="22" y="765"/>
              </a:cxn>
              <a:cxn ang="0">
                <a:pos x="37" y="782"/>
              </a:cxn>
              <a:cxn ang="0">
                <a:pos x="39" y="817"/>
              </a:cxn>
              <a:cxn ang="0">
                <a:pos x="9" y="869"/>
              </a:cxn>
              <a:cxn ang="0">
                <a:pos x="7" y="925"/>
              </a:cxn>
              <a:cxn ang="0">
                <a:pos x="29" y="944"/>
              </a:cxn>
              <a:cxn ang="0">
                <a:pos x="131" y="966"/>
              </a:cxn>
              <a:cxn ang="0">
                <a:pos x="172" y="986"/>
              </a:cxn>
              <a:cxn ang="0">
                <a:pos x="186" y="959"/>
              </a:cxn>
              <a:cxn ang="0">
                <a:pos x="213" y="972"/>
              </a:cxn>
              <a:cxn ang="0">
                <a:pos x="237" y="974"/>
              </a:cxn>
              <a:cxn ang="0">
                <a:pos x="235" y="1002"/>
              </a:cxn>
              <a:cxn ang="0">
                <a:pos x="275" y="1059"/>
              </a:cxn>
              <a:cxn ang="0">
                <a:pos x="311" y="1047"/>
              </a:cxn>
              <a:cxn ang="0">
                <a:pos x="360" y="1038"/>
              </a:cxn>
              <a:cxn ang="0">
                <a:pos x="410" y="1032"/>
              </a:cxn>
              <a:cxn ang="0">
                <a:pos x="415" y="1008"/>
              </a:cxn>
              <a:cxn ang="0">
                <a:pos x="422" y="975"/>
              </a:cxn>
              <a:cxn ang="0">
                <a:pos x="475" y="905"/>
              </a:cxn>
              <a:cxn ang="0">
                <a:pos x="525" y="875"/>
              </a:cxn>
              <a:cxn ang="0">
                <a:pos x="598" y="827"/>
              </a:cxn>
              <a:cxn ang="0">
                <a:pos x="625" y="773"/>
              </a:cxn>
              <a:cxn ang="0">
                <a:pos x="653" y="727"/>
              </a:cxn>
              <a:cxn ang="0">
                <a:pos x="691" y="717"/>
              </a:cxn>
              <a:cxn ang="0">
                <a:pos x="740" y="720"/>
              </a:cxn>
              <a:cxn ang="0">
                <a:pos x="769" y="711"/>
              </a:cxn>
              <a:cxn ang="0">
                <a:pos x="806" y="666"/>
              </a:cxn>
              <a:cxn ang="0">
                <a:pos x="840" y="663"/>
              </a:cxn>
              <a:cxn ang="0">
                <a:pos x="864" y="675"/>
              </a:cxn>
              <a:cxn ang="0">
                <a:pos x="870" y="700"/>
              </a:cxn>
              <a:cxn ang="0">
                <a:pos x="910" y="698"/>
              </a:cxn>
              <a:cxn ang="0">
                <a:pos x="943" y="666"/>
              </a:cxn>
              <a:cxn ang="0">
                <a:pos x="979" y="662"/>
              </a:cxn>
              <a:cxn ang="0">
                <a:pos x="1052" y="665"/>
              </a:cxn>
              <a:cxn ang="0">
                <a:pos x="1072" y="645"/>
              </a:cxn>
              <a:cxn ang="0">
                <a:pos x="1069" y="606"/>
              </a:cxn>
              <a:cxn ang="0">
                <a:pos x="1067" y="570"/>
              </a:cxn>
              <a:cxn ang="0">
                <a:pos x="1110" y="548"/>
              </a:cxn>
              <a:cxn ang="0">
                <a:pos x="1116" y="519"/>
              </a:cxn>
              <a:cxn ang="0">
                <a:pos x="1115" y="466"/>
              </a:cxn>
              <a:cxn ang="0">
                <a:pos x="1116" y="412"/>
              </a:cxn>
            </a:cxnLst>
            <a:rect l="0" t="0" r="r" b="b"/>
            <a:pathLst>
              <a:path w="1116" h="1059">
                <a:moveTo>
                  <a:pt x="1116" y="412"/>
                </a:moveTo>
                <a:lnTo>
                  <a:pt x="1094" y="421"/>
                </a:lnTo>
                <a:lnTo>
                  <a:pt x="1077" y="418"/>
                </a:lnTo>
                <a:lnTo>
                  <a:pt x="1073" y="406"/>
                </a:lnTo>
                <a:lnTo>
                  <a:pt x="1073" y="383"/>
                </a:lnTo>
                <a:lnTo>
                  <a:pt x="1074" y="373"/>
                </a:lnTo>
                <a:lnTo>
                  <a:pt x="1067" y="355"/>
                </a:lnTo>
                <a:lnTo>
                  <a:pt x="1056" y="347"/>
                </a:lnTo>
                <a:lnTo>
                  <a:pt x="1010" y="343"/>
                </a:lnTo>
                <a:lnTo>
                  <a:pt x="979" y="336"/>
                </a:lnTo>
                <a:lnTo>
                  <a:pt x="969" y="330"/>
                </a:lnTo>
                <a:lnTo>
                  <a:pt x="955" y="314"/>
                </a:lnTo>
                <a:lnTo>
                  <a:pt x="947" y="290"/>
                </a:lnTo>
                <a:lnTo>
                  <a:pt x="937" y="275"/>
                </a:lnTo>
                <a:lnTo>
                  <a:pt x="531" y="0"/>
                </a:lnTo>
                <a:lnTo>
                  <a:pt x="533" y="3"/>
                </a:lnTo>
                <a:lnTo>
                  <a:pt x="420" y="5"/>
                </a:lnTo>
                <a:lnTo>
                  <a:pt x="441" y="651"/>
                </a:lnTo>
                <a:lnTo>
                  <a:pt x="443" y="676"/>
                </a:lnTo>
                <a:lnTo>
                  <a:pt x="430" y="698"/>
                </a:lnTo>
                <a:lnTo>
                  <a:pt x="405" y="715"/>
                </a:lnTo>
                <a:lnTo>
                  <a:pt x="206" y="709"/>
                </a:lnTo>
                <a:lnTo>
                  <a:pt x="193" y="712"/>
                </a:lnTo>
                <a:lnTo>
                  <a:pt x="179" y="722"/>
                </a:lnTo>
                <a:lnTo>
                  <a:pt x="170" y="730"/>
                </a:lnTo>
                <a:lnTo>
                  <a:pt x="159" y="727"/>
                </a:lnTo>
                <a:lnTo>
                  <a:pt x="148" y="716"/>
                </a:lnTo>
                <a:lnTo>
                  <a:pt x="143" y="707"/>
                </a:lnTo>
                <a:lnTo>
                  <a:pt x="135" y="698"/>
                </a:lnTo>
                <a:lnTo>
                  <a:pt x="114" y="689"/>
                </a:lnTo>
                <a:lnTo>
                  <a:pt x="108" y="706"/>
                </a:lnTo>
                <a:lnTo>
                  <a:pt x="101" y="717"/>
                </a:lnTo>
                <a:lnTo>
                  <a:pt x="93" y="728"/>
                </a:lnTo>
                <a:lnTo>
                  <a:pt x="83" y="735"/>
                </a:lnTo>
                <a:lnTo>
                  <a:pt x="55" y="732"/>
                </a:lnTo>
                <a:lnTo>
                  <a:pt x="36" y="727"/>
                </a:lnTo>
                <a:lnTo>
                  <a:pt x="26" y="733"/>
                </a:lnTo>
                <a:lnTo>
                  <a:pt x="20" y="749"/>
                </a:lnTo>
                <a:lnTo>
                  <a:pt x="20" y="765"/>
                </a:lnTo>
                <a:lnTo>
                  <a:pt x="22" y="765"/>
                </a:lnTo>
                <a:lnTo>
                  <a:pt x="22" y="767"/>
                </a:lnTo>
                <a:lnTo>
                  <a:pt x="37" y="782"/>
                </a:lnTo>
                <a:lnTo>
                  <a:pt x="39" y="802"/>
                </a:lnTo>
                <a:lnTo>
                  <a:pt x="39" y="817"/>
                </a:lnTo>
                <a:lnTo>
                  <a:pt x="32" y="840"/>
                </a:lnTo>
                <a:lnTo>
                  <a:pt x="9" y="869"/>
                </a:lnTo>
                <a:lnTo>
                  <a:pt x="0" y="898"/>
                </a:lnTo>
                <a:lnTo>
                  <a:pt x="7" y="925"/>
                </a:lnTo>
                <a:lnTo>
                  <a:pt x="25" y="944"/>
                </a:lnTo>
                <a:lnTo>
                  <a:pt x="29" y="944"/>
                </a:lnTo>
                <a:lnTo>
                  <a:pt x="81" y="953"/>
                </a:lnTo>
                <a:lnTo>
                  <a:pt x="131" y="966"/>
                </a:lnTo>
                <a:lnTo>
                  <a:pt x="153" y="972"/>
                </a:lnTo>
                <a:lnTo>
                  <a:pt x="172" y="986"/>
                </a:lnTo>
                <a:lnTo>
                  <a:pt x="177" y="972"/>
                </a:lnTo>
                <a:lnTo>
                  <a:pt x="186" y="959"/>
                </a:lnTo>
                <a:lnTo>
                  <a:pt x="200" y="939"/>
                </a:lnTo>
                <a:lnTo>
                  <a:pt x="213" y="972"/>
                </a:lnTo>
                <a:lnTo>
                  <a:pt x="242" y="957"/>
                </a:lnTo>
                <a:lnTo>
                  <a:pt x="237" y="974"/>
                </a:lnTo>
                <a:lnTo>
                  <a:pt x="236" y="992"/>
                </a:lnTo>
                <a:lnTo>
                  <a:pt x="235" y="1002"/>
                </a:lnTo>
                <a:lnTo>
                  <a:pt x="260" y="1033"/>
                </a:lnTo>
                <a:lnTo>
                  <a:pt x="275" y="1059"/>
                </a:lnTo>
                <a:lnTo>
                  <a:pt x="275" y="1056"/>
                </a:lnTo>
                <a:lnTo>
                  <a:pt x="311" y="1047"/>
                </a:lnTo>
                <a:lnTo>
                  <a:pt x="329" y="1043"/>
                </a:lnTo>
                <a:lnTo>
                  <a:pt x="360" y="1038"/>
                </a:lnTo>
                <a:lnTo>
                  <a:pt x="389" y="1036"/>
                </a:lnTo>
                <a:lnTo>
                  <a:pt x="410" y="1032"/>
                </a:lnTo>
                <a:lnTo>
                  <a:pt x="412" y="1029"/>
                </a:lnTo>
                <a:lnTo>
                  <a:pt x="415" y="1008"/>
                </a:lnTo>
                <a:lnTo>
                  <a:pt x="417" y="996"/>
                </a:lnTo>
                <a:lnTo>
                  <a:pt x="422" y="975"/>
                </a:lnTo>
                <a:lnTo>
                  <a:pt x="445" y="940"/>
                </a:lnTo>
                <a:lnTo>
                  <a:pt x="475" y="905"/>
                </a:lnTo>
                <a:lnTo>
                  <a:pt x="493" y="892"/>
                </a:lnTo>
                <a:lnTo>
                  <a:pt x="525" y="875"/>
                </a:lnTo>
                <a:lnTo>
                  <a:pt x="549" y="863"/>
                </a:lnTo>
                <a:lnTo>
                  <a:pt x="598" y="827"/>
                </a:lnTo>
                <a:lnTo>
                  <a:pt x="615" y="809"/>
                </a:lnTo>
                <a:lnTo>
                  <a:pt x="625" y="773"/>
                </a:lnTo>
                <a:lnTo>
                  <a:pt x="632" y="755"/>
                </a:lnTo>
                <a:lnTo>
                  <a:pt x="653" y="727"/>
                </a:lnTo>
                <a:lnTo>
                  <a:pt x="668" y="720"/>
                </a:lnTo>
                <a:lnTo>
                  <a:pt x="691" y="717"/>
                </a:lnTo>
                <a:lnTo>
                  <a:pt x="706" y="717"/>
                </a:lnTo>
                <a:lnTo>
                  <a:pt x="740" y="720"/>
                </a:lnTo>
                <a:lnTo>
                  <a:pt x="754" y="717"/>
                </a:lnTo>
                <a:lnTo>
                  <a:pt x="769" y="711"/>
                </a:lnTo>
                <a:lnTo>
                  <a:pt x="786" y="683"/>
                </a:lnTo>
                <a:lnTo>
                  <a:pt x="806" y="666"/>
                </a:lnTo>
                <a:lnTo>
                  <a:pt x="822" y="662"/>
                </a:lnTo>
                <a:lnTo>
                  <a:pt x="840" y="663"/>
                </a:lnTo>
                <a:lnTo>
                  <a:pt x="854" y="669"/>
                </a:lnTo>
                <a:lnTo>
                  <a:pt x="864" y="675"/>
                </a:lnTo>
                <a:lnTo>
                  <a:pt x="870" y="700"/>
                </a:lnTo>
                <a:lnTo>
                  <a:pt x="870" y="700"/>
                </a:lnTo>
                <a:lnTo>
                  <a:pt x="893" y="701"/>
                </a:lnTo>
                <a:lnTo>
                  <a:pt x="910" y="698"/>
                </a:lnTo>
                <a:lnTo>
                  <a:pt x="924" y="681"/>
                </a:lnTo>
                <a:lnTo>
                  <a:pt x="943" y="666"/>
                </a:lnTo>
                <a:lnTo>
                  <a:pt x="961" y="662"/>
                </a:lnTo>
                <a:lnTo>
                  <a:pt x="979" y="662"/>
                </a:lnTo>
                <a:lnTo>
                  <a:pt x="997" y="662"/>
                </a:lnTo>
                <a:lnTo>
                  <a:pt x="1052" y="665"/>
                </a:lnTo>
                <a:lnTo>
                  <a:pt x="1066" y="659"/>
                </a:lnTo>
                <a:lnTo>
                  <a:pt x="1072" y="645"/>
                </a:lnTo>
                <a:lnTo>
                  <a:pt x="1073" y="627"/>
                </a:lnTo>
                <a:lnTo>
                  <a:pt x="1069" y="606"/>
                </a:lnTo>
                <a:lnTo>
                  <a:pt x="1063" y="584"/>
                </a:lnTo>
                <a:lnTo>
                  <a:pt x="1067" y="570"/>
                </a:lnTo>
                <a:lnTo>
                  <a:pt x="1083" y="553"/>
                </a:lnTo>
                <a:lnTo>
                  <a:pt x="1110" y="548"/>
                </a:lnTo>
                <a:lnTo>
                  <a:pt x="1116" y="541"/>
                </a:lnTo>
                <a:lnTo>
                  <a:pt x="1116" y="519"/>
                </a:lnTo>
                <a:lnTo>
                  <a:pt x="1116" y="484"/>
                </a:lnTo>
                <a:lnTo>
                  <a:pt x="1115" y="466"/>
                </a:lnTo>
                <a:lnTo>
                  <a:pt x="1114" y="413"/>
                </a:lnTo>
                <a:lnTo>
                  <a:pt x="1116" y="412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38" name="Freeform 37"/>
          <p:cNvSpPr>
            <a:spLocks/>
          </p:cNvSpPr>
          <p:nvPr/>
        </p:nvSpPr>
        <p:spPr bwMode="auto">
          <a:xfrm rot="306148">
            <a:off x="3873554" y="4501680"/>
            <a:ext cx="257842" cy="246308"/>
          </a:xfrm>
          <a:custGeom>
            <a:avLst/>
            <a:gdLst/>
            <a:ahLst/>
            <a:cxnLst>
              <a:cxn ang="0">
                <a:pos x="62" y="163"/>
              </a:cxn>
              <a:cxn ang="0">
                <a:pos x="87" y="130"/>
              </a:cxn>
              <a:cxn ang="0">
                <a:pos x="84" y="76"/>
              </a:cxn>
              <a:cxn ang="0">
                <a:pos x="101" y="42"/>
              </a:cxn>
              <a:cxn ang="0">
                <a:pos x="140" y="27"/>
              </a:cxn>
              <a:cxn ang="0">
                <a:pos x="217" y="16"/>
              </a:cxn>
              <a:cxn ang="0">
                <a:pos x="251" y="23"/>
              </a:cxn>
              <a:cxn ang="0">
                <a:pos x="267" y="65"/>
              </a:cxn>
              <a:cxn ang="0">
                <a:pos x="296" y="74"/>
              </a:cxn>
              <a:cxn ang="0">
                <a:pos x="335" y="46"/>
              </a:cxn>
              <a:cxn ang="0">
                <a:pos x="374" y="42"/>
              </a:cxn>
              <a:cxn ang="0">
                <a:pos x="407" y="56"/>
              </a:cxn>
              <a:cxn ang="0">
                <a:pos x="447" y="73"/>
              </a:cxn>
              <a:cxn ang="0">
                <a:pos x="486" y="60"/>
              </a:cxn>
              <a:cxn ang="0">
                <a:pos x="543" y="18"/>
              </a:cxn>
              <a:cxn ang="0">
                <a:pos x="591" y="0"/>
              </a:cxn>
              <a:cxn ang="0">
                <a:pos x="643" y="16"/>
              </a:cxn>
              <a:cxn ang="0">
                <a:pos x="672" y="22"/>
              </a:cxn>
              <a:cxn ang="0">
                <a:pos x="719" y="12"/>
              </a:cxn>
              <a:cxn ang="0">
                <a:pos x="750" y="16"/>
              </a:cxn>
              <a:cxn ang="0">
                <a:pos x="769" y="22"/>
              </a:cxn>
              <a:cxn ang="0">
                <a:pos x="788" y="46"/>
              </a:cxn>
              <a:cxn ang="0">
                <a:pos x="786" y="82"/>
              </a:cxn>
              <a:cxn ang="0">
                <a:pos x="784" y="118"/>
              </a:cxn>
              <a:cxn ang="0">
                <a:pos x="777" y="170"/>
              </a:cxn>
              <a:cxn ang="0">
                <a:pos x="750" y="215"/>
              </a:cxn>
              <a:cxn ang="0">
                <a:pos x="706" y="266"/>
              </a:cxn>
              <a:cxn ang="0">
                <a:pos x="683" y="328"/>
              </a:cxn>
              <a:cxn ang="0">
                <a:pos x="647" y="365"/>
              </a:cxn>
              <a:cxn ang="0">
                <a:pos x="566" y="417"/>
              </a:cxn>
              <a:cxn ang="0">
                <a:pos x="518" y="455"/>
              </a:cxn>
              <a:cxn ang="0">
                <a:pos x="490" y="490"/>
              </a:cxn>
              <a:cxn ang="0">
                <a:pos x="469" y="544"/>
              </a:cxn>
              <a:cxn ang="0">
                <a:pos x="438" y="561"/>
              </a:cxn>
              <a:cxn ang="0">
                <a:pos x="409" y="560"/>
              </a:cxn>
              <a:cxn ang="0">
                <a:pos x="389" y="565"/>
              </a:cxn>
              <a:cxn ang="0">
                <a:pos x="393" y="593"/>
              </a:cxn>
              <a:cxn ang="0">
                <a:pos x="396" y="662"/>
              </a:cxn>
              <a:cxn ang="0">
                <a:pos x="368" y="664"/>
              </a:cxn>
              <a:cxn ang="0">
                <a:pos x="320" y="685"/>
              </a:cxn>
              <a:cxn ang="0">
                <a:pos x="273" y="712"/>
              </a:cxn>
              <a:cxn ang="0">
                <a:pos x="234" y="697"/>
              </a:cxn>
              <a:cxn ang="0">
                <a:pos x="210" y="659"/>
              </a:cxn>
              <a:cxn ang="0">
                <a:pos x="186" y="602"/>
              </a:cxn>
              <a:cxn ang="0">
                <a:pos x="137" y="570"/>
              </a:cxn>
              <a:cxn ang="0">
                <a:pos x="56" y="570"/>
              </a:cxn>
              <a:cxn ang="0">
                <a:pos x="38" y="571"/>
              </a:cxn>
              <a:cxn ang="0">
                <a:pos x="38" y="538"/>
              </a:cxn>
              <a:cxn ang="0">
                <a:pos x="29" y="483"/>
              </a:cxn>
              <a:cxn ang="0">
                <a:pos x="6" y="448"/>
              </a:cxn>
              <a:cxn ang="0">
                <a:pos x="0" y="410"/>
              </a:cxn>
              <a:cxn ang="0">
                <a:pos x="21" y="369"/>
              </a:cxn>
              <a:cxn ang="0">
                <a:pos x="54" y="302"/>
              </a:cxn>
              <a:cxn ang="0">
                <a:pos x="67" y="231"/>
              </a:cxn>
              <a:cxn ang="0">
                <a:pos x="62" y="204"/>
              </a:cxn>
              <a:cxn ang="0">
                <a:pos x="33" y="170"/>
              </a:cxn>
            </a:cxnLst>
            <a:rect l="0" t="0" r="r" b="b"/>
            <a:pathLst>
              <a:path w="790" h="712">
                <a:moveTo>
                  <a:pt x="32" y="175"/>
                </a:moveTo>
                <a:lnTo>
                  <a:pt x="62" y="163"/>
                </a:lnTo>
                <a:lnTo>
                  <a:pt x="79" y="152"/>
                </a:lnTo>
                <a:lnTo>
                  <a:pt x="87" y="130"/>
                </a:lnTo>
                <a:lnTo>
                  <a:pt x="84" y="112"/>
                </a:lnTo>
                <a:lnTo>
                  <a:pt x="84" y="76"/>
                </a:lnTo>
                <a:lnTo>
                  <a:pt x="84" y="60"/>
                </a:lnTo>
                <a:lnTo>
                  <a:pt x="101" y="42"/>
                </a:lnTo>
                <a:lnTo>
                  <a:pt x="120" y="35"/>
                </a:lnTo>
                <a:lnTo>
                  <a:pt x="140" y="27"/>
                </a:lnTo>
                <a:lnTo>
                  <a:pt x="190" y="19"/>
                </a:lnTo>
                <a:lnTo>
                  <a:pt x="217" y="16"/>
                </a:lnTo>
                <a:lnTo>
                  <a:pt x="233" y="18"/>
                </a:lnTo>
                <a:lnTo>
                  <a:pt x="251" y="23"/>
                </a:lnTo>
                <a:lnTo>
                  <a:pt x="261" y="57"/>
                </a:lnTo>
                <a:lnTo>
                  <a:pt x="267" y="65"/>
                </a:lnTo>
                <a:lnTo>
                  <a:pt x="277" y="74"/>
                </a:lnTo>
                <a:lnTo>
                  <a:pt x="296" y="74"/>
                </a:lnTo>
                <a:lnTo>
                  <a:pt x="315" y="60"/>
                </a:lnTo>
                <a:lnTo>
                  <a:pt x="335" y="46"/>
                </a:lnTo>
                <a:lnTo>
                  <a:pt x="349" y="42"/>
                </a:lnTo>
                <a:lnTo>
                  <a:pt x="374" y="42"/>
                </a:lnTo>
                <a:lnTo>
                  <a:pt x="389" y="48"/>
                </a:lnTo>
                <a:lnTo>
                  <a:pt x="407" y="56"/>
                </a:lnTo>
                <a:lnTo>
                  <a:pt x="419" y="66"/>
                </a:lnTo>
                <a:lnTo>
                  <a:pt x="447" y="73"/>
                </a:lnTo>
                <a:lnTo>
                  <a:pt x="468" y="70"/>
                </a:lnTo>
                <a:lnTo>
                  <a:pt x="486" y="60"/>
                </a:lnTo>
                <a:lnTo>
                  <a:pt x="520" y="35"/>
                </a:lnTo>
                <a:lnTo>
                  <a:pt x="543" y="18"/>
                </a:lnTo>
                <a:lnTo>
                  <a:pt x="558" y="13"/>
                </a:lnTo>
                <a:lnTo>
                  <a:pt x="591" y="0"/>
                </a:lnTo>
                <a:lnTo>
                  <a:pt x="612" y="1"/>
                </a:lnTo>
                <a:lnTo>
                  <a:pt x="643" y="16"/>
                </a:lnTo>
                <a:lnTo>
                  <a:pt x="658" y="23"/>
                </a:lnTo>
                <a:lnTo>
                  <a:pt x="672" y="22"/>
                </a:lnTo>
                <a:lnTo>
                  <a:pt x="694" y="16"/>
                </a:lnTo>
                <a:lnTo>
                  <a:pt x="719" y="12"/>
                </a:lnTo>
                <a:lnTo>
                  <a:pt x="722" y="12"/>
                </a:lnTo>
                <a:lnTo>
                  <a:pt x="750" y="16"/>
                </a:lnTo>
                <a:lnTo>
                  <a:pt x="761" y="19"/>
                </a:lnTo>
                <a:lnTo>
                  <a:pt x="769" y="22"/>
                </a:lnTo>
                <a:lnTo>
                  <a:pt x="784" y="35"/>
                </a:lnTo>
                <a:lnTo>
                  <a:pt x="788" y="46"/>
                </a:lnTo>
                <a:lnTo>
                  <a:pt x="790" y="65"/>
                </a:lnTo>
                <a:lnTo>
                  <a:pt x="786" y="82"/>
                </a:lnTo>
                <a:lnTo>
                  <a:pt x="786" y="95"/>
                </a:lnTo>
                <a:lnTo>
                  <a:pt x="784" y="118"/>
                </a:lnTo>
                <a:lnTo>
                  <a:pt x="784" y="152"/>
                </a:lnTo>
                <a:lnTo>
                  <a:pt x="777" y="170"/>
                </a:lnTo>
                <a:lnTo>
                  <a:pt x="765" y="196"/>
                </a:lnTo>
                <a:lnTo>
                  <a:pt x="750" y="215"/>
                </a:lnTo>
                <a:lnTo>
                  <a:pt x="724" y="239"/>
                </a:lnTo>
                <a:lnTo>
                  <a:pt x="706" y="266"/>
                </a:lnTo>
                <a:lnTo>
                  <a:pt x="699" y="281"/>
                </a:lnTo>
                <a:lnTo>
                  <a:pt x="683" y="328"/>
                </a:lnTo>
                <a:lnTo>
                  <a:pt x="672" y="343"/>
                </a:lnTo>
                <a:lnTo>
                  <a:pt x="647" y="365"/>
                </a:lnTo>
                <a:lnTo>
                  <a:pt x="618" y="380"/>
                </a:lnTo>
                <a:lnTo>
                  <a:pt x="566" y="417"/>
                </a:lnTo>
                <a:lnTo>
                  <a:pt x="544" y="430"/>
                </a:lnTo>
                <a:lnTo>
                  <a:pt x="518" y="455"/>
                </a:lnTo>
                <a:lnTo>
                  <a:pt x="502" y="470"/>
                </a:lnTo>
                <a:lnTo>
                  <a:pt x="490" y="490"/>
                </a:lnTo>
                <a:lnTo>
                  <a:pt x="477" y="528"/>
                </a:lnTo>
                <a:lnTo>
                  <a:pt x="469" y="544"/>
                </a:lnTo>
                <a:lnTo>
                  <a:pt x="455" y="554"/>
                </a:lnTo>
                <a:lnTo>
                  <a:pt x="438" y="561"/>
                </a:lnTo>
                <a:lnTo>
                  <a:pt x="425" y="563"/>
                </a:lnTo>
                <a:lnTo>
                  <a:pt x="409" y="560"/>
                </a:lnTo>
                <a:lnTo>
                  <a:pt x="401" y="560"/>
                </a:lnTo>
                <a:lnTo>
                  <a:pt x="389" y="565"/>
                </a:lnTo>
                <a:lnTo>
                  <a:pt x="386" y="578"/>
                </a:lnTo>
                <a:lnTo>
                  <a:pt x="393" y="593"/>
                </a:lnTo>
                <a:lnTo>
                  <a:pt x="398" y="630"/>
                </a:lnTo>
                <a:lnTo>
                  <a:pt x="396" y="662"/>
                </a:lnTo>
                <a:lnTo>
                  <a:pt x="396" y="664"/>
                </a:lnTo>
                <a:lnTo>
                  <a:pt x="368" y="664"/>
                </a:lnTo>
                <a:lnTo>
                  <a:pt x="340" y="670"/>
                </a:lnTo>
                <a:lnTo>
                  <a:pt x="320" y="685"/>
                </a:lnTo>
                <a:lnTo>
                  <a:pt x="292" y="711"/>
                </a:lnTo>
                <a:lnTo>
                  <a:pt x="273" y="712"/>
                </a:lnTo>
                <a:lnTo>
                  <a:pt x="254" y="707"/>
                </a:lnTo>
                <a:lnTo>
                  <a:pt x="234" y="697"/>
                </a:lnTo>
                <a:lnTo>
                  <a:pt x="222" y="681"/>
                </a:lnTo>
                <a:lnTo>
                  <a:pt x="210" y="659"/>
                </a:lnTo>
                <a:lnTo>
                  <a:pt x="199" y="630"/>
                </a:lnTo>
                <a:lnTo>
                  <a:pt x="186" y="602"/>
                </a:lnTo>
                <a:lnTo>
                  <a:pt x="160" y="578"/>
                </a:lnTo>
                <a:lnTo>
                  <a:pt x="137" y="570"/>
                </a:lnTo>
                <a:lnTo>
                  <a:pt x="110" y="570"/>
                </a:lnTo>
                <a:lnTo>
                  <a:pt x="56" y="570"/>
                </a:lnTo>
                <a:lnTo>
                  <a:pt x="38" y="570"/>
                </a:lnTo>
                <a:lnTo>
                  <a:pt x="38" y="571"/>
                </a:lnTo>
                <a:lnTo>
                  <a:pt x="38" y="566"/>
                </a:lnTo>
                <a:lnTo>
                  <a:pt x="38" y="538"/>
                </a:lnTo>
                <a:lnTo>
                  <a:pt x="33" y="514"/>
                </a:lnTo>
                <a:lnTo>
                  <a:pt x="29" y="483"/>
                </a:lnTo>
                <a:lnTo>
                  <a:pt x="21" y="466"/>
                </a:lnTo>
                <a:lnTo>
                  <a:pt x="6" y="448"/>
                </a:lnTo>
                <a:lnTo>
                  <a:pt x="0" y="424"/>
                </a:lnTo>
                <a:lnTo>
                  <a:pt x="0" y="410"/>
                </a:lnTo>
                <a:lnTo>
                  <a:pt x="3" y="396"/>
                </a:lnTo>
                <a:lnTo>
                  <a:pt x="21" y="369"/>
                </a:lnTo>
                <a:lnTo>
                  <a:pt x="38" y="336"/>
                </a:lnTo>
                <a:lnTo>
                  <a:pt x="54" y="302"/>
                </a:lnTo>
                <a:lnTo>
                  <a:pt x="65" y="261"/>
                </a:lnTo>
                <a:lnTo>
                  <a:pt x="67" y="231"/>
                </a:lnTo>
                <a:lnTo>
                  <a:pt x="64" y="217"/>
                </a:lnTo>
                <a:lnTo>
                  <a:pt x="62" y="204"/>
                </a:lnTo>
                <a:lnTo>
                  <a:pt x="53" y="186"/>
                </a:lnTo>
                <a:lnTo>
                  <a:pt x="33" y="170"/>
                </a:lnTo>
                <a:lnTo>
                  <a:pt x="32" y="17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39" name="Freeform 38"/>
          <p:cNvSpPr>
            <a:spLocks/>
          </p:cNvSpPr>
          <p:nvPr/>
        </p:nvSpPr>
        <p:spPr bwMode="auto">
          <a:xfrm rot="306148">
            <a:off x="3839286" y="4545046"/>
            <a:ext cx="57117" cy="156111"/>
          </a:xfrm>
          <a:custGeom>
            <a:avLst/>
            <a:gdLst/>
            <a:ahLst/>
            <a:cxnLst>
              <a:cxn ang="0">
                <a:pos x="63" y="444"/>
              </a:cxn>
              <a:cxn ang="0">
                <a:pos x="66" y="426"/>
              </a:cxn>
              <a:cxn ang="0">
                <a:pos x="72" y="410"/>
              </a:cxn>
              <a:cxn ang="0">
                <a:pos x="78" y="389"/>
              </a:cxn>
              <a:cxn ang="0">
                <a:pos x="86" y="336"/>
              </a:cxn>
              <a:cxn ang="0">
                <a:pos x="81" y="285"/>
              </a:cxn>
              <a:cxn ang="0">
                <a:pos x="73" y="262"/>
              </a:cxn>
              <a:cxn ang="0">
                <a:pos x="62" y="245"/>
              </a:cxn>
              <a:cxn ang="0">
                <a:pos x="50" y="233"/>
              </a:cxn>
              <a:cxn ang="0">
                <a:pos x="39" y="205"/>
              </a:cxn>
              <a:cxn ang="0">
                <a:pos x="33" y="187"/>
              </a:cxn>
              <a:cxn ang="0">
                <a:pos x="34" y="162"/>
              </a:cxn>
              <a:cxn ang="0">
                <a:pos x="41" y="139"/>
              </a:cxn>
              <a:cxn ang="0">
                <a:pos x="40" y="128"/>
              </a:cxn>
              <a:cxn ang="0">
                <a:pos x="37" y="106"/>
              </a:cxn>
              <a:cxn ang="0">
                <a:pos x="25" y="93"/>
              </a:cxn>
              <a:cxn ang="0">
                <a:pos x="0" y="72"/>
              </a:cxn>
              <a:cxn ang="0">
                <a:pos x="3" y="72"/>
              </a:cxn>
              <a:cxn ang="0">
                <a:pos x="14" y="71"/>
              </a:cxn>
              <a:cxn ang="0">
                <a:pos x="29" y="66"/>
              </a:cxn>
              <a:cxn ang="0">
                <a:pos x="39" y="53"/>
              </a:cxn>
              <a:cxn ang="0">
                <a:pos x="44" y="21"/>
              </a:cxn>
              <a:cxn ang="0">
                <a:pos x="55" y="8"/>
              </a:cxn>
              <a:cxn ang="0">
                <a:pos x="58" y="4"/>
              </a:cxn>
              <a:cxn ang="0">
                <a:pos x="78" y="4"/>
              </a:cxn>
              <a:cxn ang="0">
                <a:pos x="81" y="1"/>
              </a:cxn>
              <a:cxn ang="0">
                <a:pos x="97" y="0"/>
              </a:cxn>
              <a:cxn ang="0">
                <a:pos x="116" y="1"/>
              </a:cxn>
              <a:cxn ang="0">
                <a:pos x="133" y="7"/>
              </a:cxn>
              <a:cxn ang="0">
                <a:pos x="144" y="10"/>
              </a:cxn>
              <a:cxn ang="0">
                <a:pos x="140" y="7"/>
              </a:cxn>
              <a:cxn ang="0">
                <a:pos x="159" y="23"/>
              </a:cxn>
              <a:cxn ang="0">
                <a:pos x="168" y="41"/>
              </a:cxn>
              <a:cxn ang="0">
                <a:pos x="171" y="54"/>
              </a:cxn>
              <a:cxn ang="0">
                <a:pos x="174" y="68"/>
              </a:cxn>
              <a:cxn ang="0">
                <a:pos x="172" y="98"/>
              </a:cxn>
              <a:cxn ang="0">
                <a:pos x="160" y="139"/>
              </a:cxn>
              <a:cxn ang="0">
                <a:pos x="145" y="171"/>
              </a:cxn>
              <a:cxn ang="0">
                <a:pos x="127" y="206"/>
              </a:cxn>
              <a:cxn ang="0">
                <a:pos x="110" y="232"/>
              </a:cxn>
              <a:cxn ang="0">
                <a:pos x="105" y="247"/>
              </a:cxn>
              <a:cxn ang="0">
                <a:pos x="105" y="260"/>
              </a:cxn>
              <a:cxn ang="0">
                <a:pos x="113" y="285"/>
              </a:cxn>
              <a:cxn ang="0">
                <a:pos x="127" y="302"/>
              </a:cxn>
              <a:cxn ang="0">
                <a:pos x="136" y="319"/>
              </a:cxn>
              <a:cxn ang="0">
                <a:pos x="140" y="351"/>
              </a:cxn>
              <a:cxn ang="0">
                <a:pos x="145" y="374"/>
              </a:cxn>
              <a:cxn ang="0">
                <a:pos x="144" y="403"/>
              </a:cxn>
              <a:cxn ang="0">
                <a:pos x="144" y="408"/>
              </a:cxn>
              <a:cxn ang="0">
                <a:pos x="145" y="406"/>
              </a:cxn>
              <a:cxn ang="0">
                <a:pos x="130" y="412"/>
              </a:cxn>
              <a:cxn ang="0">
                <a:pos x="85" y="441"/>
              </a:cxn>
              <a:cxn ang="0">
                <a:pos x="72" y="445"/>
              </a:cxn>
              <a:cxn ang="0">
                <a:pos x="66" y="447"/>
              </a:cxn>
              <a:cxn ang="0">
                <a:pos x="63" y="444"/>
              </a:cxn>
            </a:cxnLst>
            <a:rect l="0" t="0" r="r" b="b"/>
            <a:pathLst>
              <a:path w="174" h="447">
                <a:moveTo>
                  <a:pt x="63" y="444"/>
                </a:moveTo>
                <a:lnTo>
                  <a:pt x="66" y="426"/>
                </a:lnTo>
                <a:lnTo>
                  <a:pt x="72" y="410"/>
                </a:lnTo>
                <a:lnTo>
                  <a:pt x="78" y="389"/>
                </a:lnTo>
                <a:lnTo>
                  <a:pt x="86" y="336"/>
                </a:lnTo>
                <a:lnTo>
                  <a:pt x="81" y="285"/>
                </a:lnTo>
                <a:lnTo>
                  <a:pt x="73" y="262"/>
                </a:lnTo>
                <a:lnTo>
                  <a:pt x="62" y="245"/>
                </a:lnTo>
                <a:lnTo>
                  <a:pt x="50" y="233"/>
                </a:lnTo>
                <a:lnTo>
                  <a:pt x="39" y="205"/>
                </a:lnTo>
                <a:lnTo>
                  <a:pt x="33" y="187"/>
                </a:lnTo>
                <a:lnTo>
                  <a:pt x="34" y="162"/>
                </a:lnTo>
                <a:lnTo>
                  <a:pt x="41" y="139"/>
                </a:lnTo>
                <a:lnTo>
                  <a:pt x="40" y="128"/>
                </a:lnTo>
                <a:lnTo>
                  <a:pt x="37" y="106"/>
                </a:lnTo>
                <a:lnTo>
                  <a:pt x="25" y="93"/>
                </a:lnTo>
                <a:lnTo>
                  <a:pt x="0" y="72"/>
                </a:lnTo>
                <a:lnTo>
                  <a:pt x="3" y="72"/>
                </a:lnTo>
                <a:lnTo>
                  <a:pt x="14" y="71"/>
                </a:lnTo>
                <a:lnTo>
                  <a:pt x="29" y="66"/>
                </a:lnTo>
                <a:lnTo>
                  <a:pt x="39" y="53"/>
                </a:lnTo>
                <a:lnTo>
                  <a:pt x="44" y="21"/>
                </a:lnTo>
                <a:lnTo>
                  <a:pt x="55" y="8"/>
                </a:lnTo>
                <a:lnTo>
                  <a:pt x="58" y="4"/>
                </a:lnTo>
                <a:lnTo>
                  <a:pt x="78" y="4"/>
                </a:lnTo>
                <a:lnTo>
                  <a:pt x="81" y="1"/>
                </a:lnTo>
                <a:lnTo>
                  <a:pt x="97" y="0"/>
                </a:lnTo>
                <a:lnTo>
                  <a:pt x="116" y="1"/>
                </a:lnTo>
                <a:lnTo>
                  <a:pt x="133" y="7"/>
                </a:lnTo>
                <a:lnTo>
                  <a:pt x="144" y="10"/>
                </a:lnTo>
                <a:lnTo>
                  <a:pt x="140" y="7"/>
                </a:lnTo>
                <a:lnTo>
                  <a:pt x="159" y="23"/>
                </a:lnTo>
                <a:lnTo>
                  <a:pt x="168" y="41"/>
                </a:lnTo>
                <a:lnTo>
                  <a:pt x="171" y="54"/>
                </a:lnTo>
                <a:lnTo>
                  <a:pt x="174" y="68"/>
                </a:lnTo>
                <a:lnTo>
                  <a:pt x="172" y="98"/>
                </a:lnTo>
                <a:lnTo>
                  <a:pt x="160" y="139"/>
                </a:lnTo>
                <a:lnTo>
                  <a:pt x="145" y="171"/>
                </a:lnTo>
                <a:lnTo>
                  <a:pt x="127" y="206"/>
                </a:lnTo>
                <a:lnTo>
                  <a:pt x="110" y="232"/>
                </a:lnTo>
                <a:lnTo>
                  <a:pt x="105" y="247"/>
                </a:lnTo>
                <a:lnTo>
                  <a:pt x="105" y="260"/>
                </a:lnTo>
                <a:lnTo>
                  <a:pt x="113" y="285"/>
                </a:lnTo>
                <a:lnTo>
                  <a:pt x="127" y="302"/>
                </a:lnTo>
                <a:lnTo>
                  <a:pt x="136" y="319"/>
                </a:lnTo>
                <a:lnTo>
                  <a:pt x="140" y="351"/>
                </a:lnTo>
                <a:lnTo>
                  <a:pt x="145" y="374"/>
                </a:lnTo>
                <a:lnTo>
                  <a:pt x="144" y="403"/>
                </a:lnTo>
                <a:lnTo>
                  <a:pt x="144" y="408"/>
                </a:lnTo>
                <a:lnTo>
                  <a:pt x="145" y="406"/>
                </a:lnTo>
                <a:lnTo>
                  <a:pt x="130" y="412"/>
                </a:lnTo>
                <a:lnTo>
                  <a:pt x="85" y="441"/>
                </a:lnTo>
                <a:lnTo>
                  <a:pt x="72" y="445"/>
                </a:lnTo>
                <a:lnTo>
                  <a:pt x="66" y="447"/>
                </a:lnTo>
                <a:lnTo>
                  <a:pt x="63" y="44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40" name="Freeform 39"/>
          <p:cNvSpPr>
            <a:spLocks/>
          </p:cNvSpPr>
          <p:nvPr/>
        </p:nvSpPr>
        <p:spPr bwMode="auto">
          <a:xfrm rot="306148">
            <a:off x="3809911" y="4567594"/>
            <a:ext cx="55485" cy="133561"/>
          </a:xfrm>
          <a:custGeom>
            <a:avLst/>
            <a:gdLst/>
            <a:ahLst/>
            <a:cxnLst>
              <a:cxn ang="0">
                <a:pos x="0" y="23"/>
              </a:cxn>
              <a:cxn ang="0">
                <a:pos x="36" y="9"/>
              </a:cxn>
              <a:cxn ang="0">
                <a:pos x="66" y="3"/>
              </a:cxn>
              <a:cxn ang="0">
                <a:pos x="83" y="3"/>
              </a:cxn>
              <a:cxn ang="0">
                <a:pos x="83" y="0"/>
              </a:cxn>
              <a:cxn ang="0">
                <a:pos x="106" y="22"/>
              </a:cxn>
              <a:cxn ang="0">
                <a:pos x="118" y="34"/>
              </a:cxn>
              <a:cxn ang="0">
                <a:pos x="122" y="57"/>
              </a:cxn>
              <a:cxn ang="0">
                <a:pos x="123" y="68"/>
              </a:cxn>
              <a:cxn ang="0">
                <a:pos x="116" y="91"/>
              </a:cxn>
              <a:cxn ang="0">
                <a:pos x="114" y="115"/>
              </a:cxn>
              <a:cxn ang="0">
                <a:pos x="120" y="134"/>
              </a:cxn>
              <a:cxn ang="0">
                <a:pos x="132" y="162"/>
              </a:cxn>
              <a:cxn ang="0">
                <a:pos x="143" y="174"/>
              </a:cxn>
              <a:cxn ang="0">
                <a:pos x="155" y="191"/>
              </a:cxn>
              <a:cxn ang="0">
                <a:pos x="163" y="213"/>
              </a:cxn>
              <a:cxn ang="0">
                <a:pos x="168" y="265"/>
              </a:cxn>
              <a:cxn ang="0">
                <a:pos x="159" y="318"/>
              </a:cxn>
              <a:cxn ang="0">
                <a:pos x="152" y="338"/>
              </a:cxn>
              <a:cxn ang="0">
                <a:pos x="147" y="354"/>
              </a:cxn>
              <a:cxn ang="0">
                <a:pos x="145" y="373"/>
              </a:cxn>
              <a:cxn ang="0">
                <a:pos x="147" y="376"/>
              </a:cxn>
              <a:cxn ang="0">
                <a:pos x="122" y="384"/>
              </a:cxn>
              <a:cxn ang="0">
                <a:pos x="92" y="387"/>
              </a:cxn>
              <a:cxn ang="0">
                <a:pos x="91" y="387"/>
              </a:cxn>
              <a:cxn ang="0">
                <a:pos x="45" y="318"/>
              </a:cxn>
              <a:cxn ang="0">
                <a:pos x="36" y="303"/>
              </a:cxn>
              <a:cxn ang="0">
                <a:pos x="36" y="287"/>
              </a:cxn>
              <a:cxn ang="0">
                <a:pos x="46" y="261"/>
              </a:cxn>
              <a:cxn ang="0">
                <a:pos x="65" y="236"/>
              </a:cxn>
              <a:cxn ang="0">
                <a:pos x="71" y="223"/>
              </a:cxn>
              <a:cxn ang="0">
                <a:pos x="74" y="217"/>
              </a:cxn>
              <a:cxn ang="0">
                <a:pos x="71" y="197"/>
              </a:cxn>
              <a:cxn ang="0">
                <a:pos x="62" y="191"/>
              </a:cxn>
              <a:cxn ang="0">
                <a:pos x="40" y="200"/>
              </a:cxn>
              <a:cxn ang="0">
                <a:pos x="24" y="196"/>
              </a:cxn>
              <a:cxn ang="0">
                <a:pos x="16" y="186"/>
              </a:cxn>
              <a:cxn ang="0">
                <a:pos x="13" y="169"/>
              </a:cxn>
              <a:cxn ang="0">
                <a:pos x="16" y="144"/>
              </a:cxn>
              <a:cxn ang="0">
                <a:pos x="19" y="136"/>
              </a:cxn>
              <a:cxn ang="0">
                <a:pos x="19" y="130"/>
              </a:cxn>
              <a:cxn ang="0">
                <a:pos x="36" y="98"/>
              </a:cxn>
              <a:cxn ang="0">
                <a:pos x="42" y="73"/>
              </a:cxn>
              <a:cxn ang="0">
                <a:pos x="36" y="58"/>
              </a:cxn>
              <a:cxn ang="0">
                <a:pos x="35" y="52"/>
              </a:cxn>
              <a:cxn ang="0">
                <a:pos x="23" y="39"/>
              </a:cxn>
              <a:cxn ang="0">
                <a:pos x="11" y="31"/>
              </a:cxn>
              <a:cxn ang="0">
                <a:pos x="1" y="22"/>
              </a:cxn>
              <a:cxn ang="0">
                <a:pos x="0" y="23"/>
              </a:cxn>
            </a:cxnLst>
            <a:rect l="0" t="0" r="r" b="b"/>
            <a:pathLst>
              <a:path w="168" h="387">
                <a:moveTo>
                  <a:pt x="0" y="23"/>
                </a:moveTo>
                <a:lnTo>
                  <a:pt x="36" y="9"/>
                </a:lnTo>
                <a:lnTo>
                  <a:pt x="66" y="3"/>
                </a:lnTo>
                <a:lnTo>
                  <a:pt x="83" y="3"/>
                </a:lnTo>
                <a:lnTo>
                  <a:pt x="83" y="0"/>
                </a:lnTo>
                <a:lnTo>
                  <a:pt x="106" y="22"/>
                </a:lnTo>
                <a:lnTo>
                  <a:pt x="118" y="34"/>
                </a:lnTo>
                <a:lnTo>
                  <a:pt x="122" y="57"/>
                </a:lnTo>
                <a:lnTo>
                  <a:pt x="123" y="68"/>
                </a:lnTo>
                <a:lnTo>
                  <a:pt x="116" y="91"/>
                </a:lnTo>
                <a:lnTo>
                  <a:pt x="114" y="115"/>
                </a:lnTo>
                <a:lnTo>
                  <a:pt x="120" y="134"/>
                </a:lnTo>
                <a:lnTo>
                  <a:pt x="132" y="162"/>
                </a:lnTo>
                <a:lnTo>
                  <a:pt x="143" y="174"/>
                </a:lnTo>
                <a:lnTo>
                  <a:pt x="155" y="191"/>
                </a:lnTo>
                <a:lnTo>
                  <a:pt x="163" y="213"/>
                </a:lnTo>
                <a:lnTo>
                  <a:pt x="168" y="265"/>
                </a:lnTo>
                <a:lnTo>
                  <a:pt x="159" y="318"/>
                </a:lnTo>
                <a:lnTo>
                  <a:pt x="152" y="338"/>
                </a:lnTo>
                <a:lnTo>
                  <a:pt x="147" y="354"/>
                </a:lnTo>
                <a:lnTo>
                  <a:pt x="145" y="373"/>
                </a:lnTo>
                <a:lnTo>
                  <a:pt x="147" y="376"/>
                </a:lnTo>
                <a:lnTo>
                  <a:pt x="122" y="384"/>
                </a:lnTo>
                <a:lnTo>
                  <a:pt x="92" y="387"/>
                </a:lnTo>
                <a:lnTo>
                  <a:pt x="91" y="387"/>
                </a:lnTo>
                <a:lnTo>
                  <a:pt x="45" y="318"/>
                </a:lnTo>
                <a:lnTo>
                  <a:pt x="36" y="303"/>
                </a:lnTo>
                <a:lnTo>
                  <a:pt x="36" y="287"/>
                </a:lnTo>
                <a:lnTo>
                  <a:pt x="46" y="261"/>
                </a:lnTo>
                <a:lnTo>
                  <a:pt x="65" y="236"/>
                </a:lnTo>
                <a:lnTo>
                  <a:pt x="71" y="223"/>
                </a:lnTo>
                <a:lnTo>
                  <a:pt x="74" y="217"/>
                </a:lnTo>
                <a:lnTo>
                  <a:pt x="71" y="197"/>
                </a:lnTo>
                <a:lnTo>
                  <a:pt x="62" y="191"/>
                </a:lnTo>
                <a:lnTo>
                  <a:pt x="40" y="200"/>
                </a:lnTo>
                <a:lnTo>
                  <a:pt x="24" y="196"/>
                </a:lnTo>
                <a:lnTo>
                  <a:pt x="16" y="186"/>
                </a:lnTo>
                <a:lnTo>
                  <a:pt x="13" y="169"/>
                </a:lnTo>
                <a:lnTo>
                  <a:pt x="16" y="144"/>
                </a:lnTo>
                <a:lnTo>
                  <a:pt x="19" y="136"/>
                </a:lnTo>
                <a:lnTo>
                  <a:pt x="19" y="130"/>
                </a:lnTo>
                <a:lnTo>
                  <a:pt x="36" y="98"/>
                </a:lnTo>
                <a:lnTo>
                  <a:pt x="42" y="73"/>
                </a:lnTo>
                <a:lnTo>
                  <a:pt x="36" y="58"/>
                </a:lnTo>
                <a:lnTo>
                  <a:pt x="35" y="52"/>
                </a:lnTo>
                <a:lnTo>
                  <a:pt x="23" y="39"/>
                </a:lnTo>
                <a:lnTo>
                  <a:pt x="11" y="31"/>
                </a:lnTo>
                <a:lnTo>
                  <a:pt x="1" y="22"/>
                </a:lnTo>
                <a:lnTo>
                  <a:pt x="0" y="2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41" name="Freeform 40"/>
          <p:cNvSpPr>
            <a:spLocks/>
          </p:cNvSpPr>
          <p:nvPr/>
        </p:nvSpPr>
        <p:spPr bwMode="auto">
          <a:xfrm rot="306148">
            <a:off x="3743003" y="4569328"/>
            <a:ext cx="96283" cy="157845"/>
          </a:xfrm>
          <a:custGeom>
            <a:avLst/>
            <a:gdLst/>
            <a:ahLst/>
            <a:cxnLst>
              <a:cxn ang="0">
                <a:pos x="262" y="377"/>
              </a:cxn>
              <a:cxn ang="0">
                <a:pos x="216" y="387"/>
              </a:cxn>
              <a:cxn ang="0">
                <a:pos x="158" y="415"/>
              </a:cxn>
              <a:cxn ang="0">
                <a:pos x="130" y="448"/>
              </a:cxn>
              <a:cxn ang="0">
                <a:pos x="107" y="456"/>
              </a:cxn>
              <a:cxn ang="0">
                <a:pos x="101" y="428"/>
              </a:cxn>
              <a:cxn ang="0">
                <a:pos x="58" y="389"/>
              </a:cxn>
              <a:cxn ang="0">
                <a:pos x="19" y="349"/>
              </a:cxn>
              <a:cxn ang="0">
                <a:pos x="1" y="294"/>
              </a:cxn>
              <a:cxn ang="0">
                <a:pos x="5" y="247"/>
              </a:cxn>
              <a:cxn ang="0">
                <a:pos x="30" y="198"/>
              </a:cxn>
              <a:cxn ang="0">
                <a:pos x="34" y="159"/>
              </a:cxn>
              <a:cxn ang="0">
                <a:pos x="28" y="115"/>
              </a:cxn>
              <a:cxn ang="0">
                <a:pos x="25" y="100"/>
              </a:cxn>
              <a:cxn ang="0">
                <a:pos x="6" y="65"/>
              </a:cxn>
              <a:cxn ang="0">
                <a:pos x="5" y="25"/>
              </a:cxn>
              <a:cxn ang="0">
                <a:pos x="24" y="2"/>
              </a:cxn>
              <a:cxn ang="0">
                <a:pos x="49" y="0"/>
              </a:cxn>
              <a:cxn ang="0">
                <a:pos x="98" y="10"/>
              </a:cxn>
              <a:cxn ang="0">
                <a:pos x="136" y="18"/>
              </a:cxn>
              <a:cxn ang="0">
                <a:pos x="175" y="10"/>
              </a:cxn>
              <a:cxn ang="0">
                <a:pos x="207" y="16"/>
              </a:cxn>
              <a:cxn ang="0">
                <a:pos x="232" y="37"/>
              </a:cxn>
              <a:cxn ang="0">
                <a:pos x="240" y="58"/>
              </a:cxn>
              <a:cxn ang="0">
                <a:pos x="217" y="115"/>
              </a:cxn>
              <a:cxn ang="0">
                <a:pos x="212" y="129"/>
              </a:cxn>
              <a:cxn ang="0">
                <a:pos x="212" y="171"/>
              </a:cxn>
              <a:cxn ang="0">
                <a:pos x="236" y="185"/>
              </a:cxn>
              <a:cxn ang="0">
                <a:pos x="268" y="182"/>
              </a:cxn>
              <a:cxn ang="0">
                <a:pos x="268" y="208"/>
              </a:cxn>
              <a:cxn ang="0">
                <a:pos x="243" y="247"/>
              </a:cxn>
              <a:cxn ang="0">
                <a:pos x="234" y="288"/>
              </a:cxn>
              <a:cxn ang="0">
                <a:pos x="290" y="372"/>
              </a:cxn>
            </a:cxnLst>
            <a:rect l="0" t="0" r="r" b="b"/>
            <a:pathLst>
              <a:path w="291" h="456">
                <a:moveTo>
                  <a:pt x="291" y="372"/>
                </a:moveTo>
                <a:lnTo>
                  <a:pt x="262" y="377"/>
                </a:lnTo>
                <a:lnTo>
                  <a:pt x="241" y="381"/>
                </a:lnTo>
                <a:lnTo>
                  <a:pt x="216" y="387"/>
                </a:lnTo>
                <a:lnTo>
                  <a:pt x="181" y="398"/>
                </a:lnTo>
                <a:lnTo>
                  <a:pt x="158" y="415"/>
                </a:lnTo>
                <a:lnTo>
                  <a:pt x="146" y="428"/>
                </a:lnTo>
                <a:lnTo>
                  <a:pt x="130" y="448"/>
                </a:lnTo>
                <a:lnTo>
                  <a:pt x="112" y="456"/>
                </a:lnTo>
                <a:lnTo>
                  <a:pt x="107" y="456"/>
                </a:lnTo>
                <a:lnTo>
                  <a:pt x="105" y="442"/>
                </a:lnTo>
                <a:lnTo>
                  <a:pt x="101" y="428"/>
                </a:lnTo>
                <a:lnTo>
                  <a:pt x="78" y="404"/>
                </a:lnTo>
                <a:lnTo>
                  <a:pt x="58" y="389"/>
                </a:lnTo>
                <a:lnTo>
                  <a:pt x="38" y="372"/>
                </a:lnTo>
                <a:lnTo>
                  <a:pt x="19" y="349"/>
                </a:lnTo>
                <a:lnTo>
                  <a:pt x="8" y="325"/>
                </a:lnTo>
                <a:lnTo>
                  <a:pt x="1" y="294"/>
                </a:lnTo>
                <a:lnTo>
                  <a:pt x="0" y="263"/>
                </a:lnTo>
                <a:lnTo>
                  <a:pt x="5" y="247"/>
                </a:lnTo>
                <a:lnTo>
                  <a:pt x="15" y="224"/>
                </a:lnTo>
                <a:lnTo>
                  <a:pt x="30" y="198"/>
                </a:lnTo>
                <a:lnTo>
                  <a:pt x="34" y="179"/>
                </a:lnTo>
                <a:lnTo>
                  <a:pt x="34" y="159"/>
                </a:lnTo>
                <a:lnTo>
                  <a:pt x="34" y="139"/>
                </a:lnTo>
                <a:lnTo>
                  <a:pt x="28" y="115"/>
                </a:lnTo>
                <a:lnTo>
                  <a:pt x="25" y="118"/>
                </a:lnTo>
                <a:lnTo>
                  <a:pt x="25" y="100"/>
                </a:lnTo>
                <a:lnTo>
                  <a:pt x="21" y="81"/>
                </a:lnTo>
                <a:lnTo>
                  <a:pt x="6" y="65"/>
                </a:lnTo>
                <a:lnTo>
                  <a:pt x="2" y="37"/>
                </a:lnTo>
                <a:lnTo>
                  <a:pt x="5" y="25"/>
                </a:lnTo>
                <a:lnTo>
                  <a:pt x="12" y="8"/>
                </a:lnTo>
                <a:lnTo>
                  <a:pt x="24" y="2"/>
                </a:lnTo>
                <a:lnTo>
                  <a:pt x="31" y="2"/>
                </a:lnTo>
                <a:lnTo>
                  <a:pt x="49" y="0"/>
                </a:lnTo>
                <a:lnTo>
                  <a:pt x="71" y="4"/>
                </a:lnTo>
                <a:lnTo>
                  <a:pt x="98" y="10"/>
                </a:lnTo>
                <a:lnTo>
                  <a:pt x="119" y="17"/>
                </a:lnTo>
                <a:lnTo>
                  <a:pt x="136" y="18"/>
                </a:lnTo>
                <a:lnTo>
                  <a:pt x="151" y="17"/>
                </a:lnTo>
                <a:lnTo>
                  <a:pt x="175" y="10"/>
                </a:lnTo>
                <a:lnTo>
                  <a:pt x="199" y="7"/>
                </a:lnTo>
                <a:lnTo>
                  <a:pt x="207" y="16"/>
                </a:lnTo>
                <a:lnTo>
                  <a:pt x="220" y="24"/>
                </a:lnTo>
                <a:lnTo>
                  <a:pt x="232" y="37"/>
                </a:lnTo>
                <a:lnTo>
                  <a:pt x="234" y="43"/>
                </a:lnTo>
                <a:lnTo>
                  <a:pt x="240" y="58"/>
                </a:lnTo>
                <a:lnTo>
                  <a:pt x="234" y="84"/>
                </a:lnTo>
                <a:lnTo>
                  <a:pt x="217" y="115"/>
                </a:lnTo>
                <a:lnTo>
                  <a:pt x="217" y="121"/>
                </a:lnTo>
                <a:lnTo>
                  <a:pt x="212" y="129"/>
                </a:lnTo>
                <a:lnTo>
                  <a:pt x="210" y="154"/>
                </a:lnTo>
                <a:lnTo>
                  <a:pt x="212" y="171"/>
                </a:lnTo>
                <a:lnTo>
                  <a:pt x="221" y="182"/>
                </a:lnTo>
                <a:lnTo>
                  <a:pt x="236" y="185"/>
                </a:lnTo>
                <a:lnTo>
                  <a:pt x="259" y="176"/>
                </a:lnTo>
                <a:lnTo>
                  <a:pt x="268" y="182"/>
                </a:lnTo>
                <a:lnTo>
                  <a:pt x="271" y="202"/>
                </a:lnTo>
                <a:lnTo>
                  <a:pt x="268" y="208"/>
                </a:lnTo>
                <a:lnTo>
                  <a:pt x="262" y="221"/>
                </a:lnTo>
                <a:lnTo>
                  <a:pt x="243" y="247"/>
                </a:lnTo>
                <a:lnTo>
                  <a:pt x="234" y="272"/>
                </a:lnTo>
                <a:lnTo>
                  <a:pt x="234" y="288"/>
                </a:lnTo>
                <a:lnTo>
                  <a:pt x="241" y="303"/>
                </a:lnTo>
                <a:lnTo>
                  <a:pt x="290" y="372"/>
                </a:lnTo>
                <a:lnTo>
                  <a:pt x="291" y="372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42" name="Freeform 41"/>
          <p:cNvSpPr>
            <a:spLocks/>
          </p:cNvSpPr>
          <p:nvPr/>
        </p:nvSpPr>
        <p:spPr bwMode="auto">
          <a:xfrm rot="306148">
            <a:off x="3617345" y="4574532"/>
            <a:ext cx="163191" cy="161314"/>
          </a:xfrm>
          <a:custGeom>
            <a:avLst/>
            <a:gdLst/>
            <a:ahLst/>
            <a:cxnLst>
              <a:cxn ang="0">
                <a:pos x="481" y="415"/>
              </a:cxn>
              <a:cxn ang="0">
                <a:pos x="425" y="396"/>
              </a:cxn>
              <a:cxn ang="0">
                <a:pos x="343" y="387"/>
              </a:cxn>
              <a:cxn ang="0">
                <a:pos x="255" y="393"/>
              </a:cxn>
              <a:cxn ang="0">
                <a:pos x="221" y="404"/>
              </a:cxn>
              <a:cxn ang="0">
                <a:pos x="204" y="426"/>
              </a:cxn>
              <a:cxn ang="0">
                <a:pos x="179" y="457"/>
              </a:cxn>
              <a:cxn ang="0">
                <a:pos x="149" y="467"/>
              </a:cxn>
              <a:cxn ang="0">
                <a:pos x="108" y="463"/>
              </a:cxn>
              <a:cxn ang="0">
                <a:pos x="78" y="447"/>
              </a:cxn>
              <a:cxn ang="0">
                <a:pos x="76" y="444"/>
              </a:cxn>
              <a:cxn ang="0">
                <a:pos x="82" y="394"/>
              </a:cxn>
              <a:cxn ang="0">
                <a:pos x="81" y="365"/>
              </a:cxn>
              <a:cxn ang="0">
                <a:pos x="35" y="356"/>
              </a:cxn>
              <a:cxn ang="0">
                <a:pos x="17" y="330"/>
              </a:cxn>
              <a:cxn ang="0">
                <a:pos x="29" y="295"/>
              </a:cxn>
              <a:cxn ang="0">
                <a:pos x="34" y="270"/>
              </a:cxn>
              <a:cxn ang="0">
                <a:pos x="24" y="230"/>
              </a:cxn>
              <a:cxn ang="0">
                <a:pos x="6" y="224"/>
              </a:cxn>
              <a:cxn ang="0">
                <a:pos x="0" y="220"/>
              </a:cxn>
              <a:cxn ang="0">
                <a:pos x="0" y="204"/>
              </a:cxn>
              <a:cxn ang="0">
                <a:pos x="17" y="195"/>
              </a:cxn>
              <a:cxn ang="0">
                <a:pos x="29" y="194"/>
              </a:cxn>
              <a:cxn ang="0">
                <a:pos x="44" y="185"/>
              </a:cxn>
              <a:cxn ang="0">
                <a:pos x="44" y="147"/>
              </a:cxn>
              <a:cxn ang="0">
                <a:pos x="40" y="100"/>
              </a:cxn>
              <a:cxn ang="0">
                <a:pos x="32" y="27"/>
              </a:cxn>
              <a:cxn ang="0">
                <a:pos x="86" y="13"/>
              </a:cxn>
              <a:cxn ang="0">
                <a:pos x="146" y="7"/>
              </a:cxn>
              <a:cxn ang="0">
                <a:pos x="169" y="0"/>
              </a:cxn>
              <a:cxn ang="0">
                <a:pos x="179" y="33"/>
              </a:cxn>
              <a:cxn ang="0">
                <a:pos x="203" y="56"/>
              </a:cxn>
              <a:cxn ang="0">
                <a:pos x="267" y="72"/>
              </a:cxn>
              <a:cxn ang="0">
                <a:pos x="334" y="56"/>
              </a:cxn>
              <a:cxn ang="0">
                <a:pos x="387" y="65"/>
              </a:cxn>
              <a:cxn ang="0">
                <a:pos x="421" y="100"/>
              </a:cxn>
              <a:cxn ang="0">
                <a:pos x="421" y="140"/>
              </a:cxn>
              <a:cxn ang="0">
                <a:pos x="402" y="185"/>
              </a:cxn>
              <a:cxn ang="0">
                <a:pos x="387" y="224"/>
              </a:cxn>
              <a:cxn ang="0">
                <a:pos x="395" y="286"/>
              </a:cxn>
              <a:cxn ang="0">
                <a:pos x="425" y="333"/>
              </a:cxn>
              <a:cxn ang="0">
                <a:pos x="465" y="365"/>
              </a:cxn>
              <a:cxn ang="0">
                <a:pos x="492" y="403"/>
              </a:cxn>
              <a:cxn ang="0">
                <a:pos x="499" y="417"/>
              </a:cxn>
            </a:cxnLst>
            <a:rect l="0" t="0" r="r" b="b"/>
            <a:pathLst>
              <a:path w="499" h="467">
                <a:moveTo>
                  <a:pt x="499" y="417"/>
                </a:moveTo>
                <a:lnTo>
                  <a:pt x="481" y="415"/>
                </a:lnTo>
                <a:lnTo>
                  <a:pt x="453" y="404"/>
                </a:lnTo>
                <a:lnTo>
                  <a:pt x="425" y="396"/>
                </a:lnTo>
                <a:lnTo>
                  <a:pt x="399" y="393"/>
                </a:lnTo>
                <a:lnTo>
                  <a:pt x="343" y="387"/>
                </a:lnTo>
                <a:lnTo>
                  <a:pt x="297" y="386"/>
                </a:lnTo>
                <a:lnTo>
                  <a:pt x="255" y="393"/>
                </a:lnTo>
                <a:lnTo>
                  <a:pt x="230" y="400"/>
                </a:lnTo>
                <a:lnTo>
                  <a:pt x="221" y="404"/>
                </a:lnTo>
                <a:lnTo>
                  <a:pt x="214" y="410"/>
                </a:lnTo>
                <a:lnTo>
                  <a:pt x="204" y="426"/>
                </a:lnTo>
                <a:lnTo>
                  <a:pt x="197" y="443"/>
                </a:lnTo>
                <a:lnTo>
                  <a:pt x="179" y="457"/>
                </a:lnTo>
                <a:lnTo>
                  <a:pt x="165" y="463"/>
                </a:lnTo>
                <a:lnTo>
                  <a:pt x="149" y="467"/>
                </a:lnTo>
                <a:lnTo>
                  <a:pt x="131" y="467"/>
                </a:lnTo>
                <a:lnTo>
                  <a:pt x="108" y="463"/>
                </a:lnTo>
                <a:lnTo>
                  <a:pt x="93" y="457"/>
                </a:lnTo>
                <a:lnTo>
                  <a:pt x="78" y="447"/>
                </a:lnTo>
                <a:lnTo>
                  <a:pt x="76" y="443"/>
                </a:lnTo>
                <a:lnTo>
                  <a:pt x="76" y="444"/>
                </a:lnTo>
                <a:lnTo>
                  <a:pt x="80" y="428"/>
                </a:lnTo>
                <a:lnTo>
                  <a:pt x="82" y="394"/>
                </a:lnTo>
                <a:lnTo>
                  <a:pt x="82" y="383"/>
                </a:lnTo>
                <a:lnTo>
                  <a:pt x="81" y="365"/>
                </a:lnTo>
                <a:lnTo>
                  <a:pt x="73" y="347"/>
                </a:lnTo>
                <a:lnTo>
                  <a:pt x="35" y="356"/>
                </a:lnTo>
                <a:lnTo>
                  <a:pt x="20" y="347"/>
                </a:lnTo>
                <a:lnTo>
                  <a:pt x="17" y="330"/>
                </a:lnTo>
                <a:lnTo>
                  <a:pt x="18" y="313"/>
                </a:lnTo>
                <a:lnTo>
                  <a:pt x="29" y="295"/>
                </a:lnTo>
                <a:lnTo>
                  <a:pt x="34" y="277"/>
                </a:lnTo>
                <a:lnTo>
                  <a:pt x="34" y="270"/>
                </a:lnTo>
                <a:lnTo>
                  <a:pt x="33" y="254"/>
                </a:lnTo>
                <a:lnTo>
                  <a:pt x="24" y="230"/>
                </a:lnTo>
                <a:lnTo>
                  <a:pt x="17" y="225"/>
                </a:lnTo>
                <a:lnTo>
                  <a:pt x="6" y="224"/>
                </a:lnTo>
                <a:lnTo>
                  <a:pt x="6" y="225"/>
                </a:lnTo>
                <a:lnTo>
                  <a:pt x="0" y="220"/>
                </a:lnTo>
                <a:lnTo>
                  <a:pt x="0" y="214"/>
                </a:lnTo>
                <a:lnTo>
                  <a:pt x="0" y="204"/>
                </a:lnTo>
                <a:lnTo>
                  <a:pt x="6" y="201"/>
                </a:lnTo>
                <a:lnTo>
                  <a:pt x="17" y="195"/>
                </a:lnTo>
                <a:lnTo>
                  <a:pt x="23" y="194"/>
                </a:lnTo>
                <a:lnTo>
                  <a:pt x="29" y="194"/>
                </a:lnTo>
                <a:lnTo>
                  <a:pt x="36" y="190"/>
                </a:lnTo>
                <a:lnTo>
                  <a:pt x="44" y="185"/>
                </a:lnTo>
                <a:lnTo>
                  <a:pt x="45" y="178"/>
                </a:lnTo>
                <a:lnTo>
                  <a:pt x="44" y="147"/>
                </a:lnTo>
                <a:lnTo>
                  <a:pt x="45" y="123"/>
                </a:lnTo>
                <a:lnTo>
                  <a:pt x="40" y="100"/>
                </a:lnTo>
                <a:lnTo>
                  <a:pt x="36" y="54"/>
                </a:lnTo>
                <a:lnTo>
                  <a:pt x="32" y="27"/>
                </a:lnTo>
                <a:lnTo>
                  <a:pt x="67" y="18"/>
                </a:lnTo>
                <a:lnTo>
                  <a:pt x="86" y="13"/>
                </a:lnTo>
                <a:lnTo>
                  <a:pt x="117" y="9"/>
                </a:lnTo>
                <a:lnTo>
                  <a:pt x="146" y="7"/>
                </a:lnTo>
                <a:lnTo>
                  <a:pt x="167" y="2"/>
                </a:lnTo>
                <a:lnTo>
                  <a:pt x="169" y="0"/>
                </a:lnTo>
                <a:lnTo>
                  <a:pt x="174" y="19"/>
                </a:lnTo>
                <a:lnTo>
                  <a:pt x="179" y="33"/>
                </a:lnTo>
                <a:lnTo>
                  <a:pt x="192" y="49"/>
                </a:lnTo>
                <a:lnTo>
                  <a:pt x="203" y="56"/>
                </a:lnTo>
                <a:lnTo>
                  <a:pt x="222" y="67"/>
                </a:lnTo>
                <a:lnTo>
                  <a:pt x="267" y="72"/>
                </a:lnTo>
                <a:lnTo>
                  <a:pt x="307" y="64"/>
                </a:lnTo>
                <a:lnTo>
                  <a:pt x="334" y="56"/>
                </a:lnTo>
                <a:lnTo>
                  <a:pt x="363" y="56"/>
                </a:lnTo>
                <a:lnTo>
                  <a:pt x="387" y="65"/>
                </a:lnTo>
                <a:lnTo>
                  <a:pt x="415" y="76"/>
                </a:lnTo>
                <a:lnTo>
                  <a:pt x="421" y="100"/>
                </a:lnTo>
                <a:lnTo>
                  <a:pt x="421" y="120"/>
                </a:lnTo>
                <a:lnTo>
                  <a:pt x="421" y="140"/>
                </a:lnTo>
                <a:lnTo>
                  <a:pt x="417" y="159"/>
                </a:lnTo>
                <a:lnTo>
                  <a:pt x="402" y="185"/>
                </a:lnTo>
                <a:lnTo>
                  <a:pt x="392" y="208"/>
                </a:lnTo>
                <a:lnTo>
                  <a:pt x="387" y="224"/>
                </a:lnTo>
                <a:lnTo>
                  <a:pt x="388" y="255"/>
                </a:lnTo>
                <a:lnTo>
                  <a:pt x="395" y="286"/>
                </a:lnTo>
                <a:lnTo>
                  <a:pt x="406" y="310"/>
                </a:lnTo>
                <a:lnTo>
                  <a:pt x="425" y="333"/>
                </a:lnTo>
                <a:lnTo>
                  <a:pt x="445" y="350"/>
                </a:lnTo>
                <a:lnTo>
                  <a:pt x="465" y="365"/>
                </a:lnTo>
                <a:lnTo>
                  <a:pt x="488" y="389"/>
                </a:lnTo>
                <a:lnTo>
                  <a:pt x="492" y="403"/>
                </a:lnTo>
                <a:lnTo>
                  <a:pt x="494" y="417"/>
                </a:lnTo>
                <a:lnTo>
                  <a:pt x="499" y="41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43" name="Freeform 42"/>
          <p:cNvSpPr>
            <a:spLocks/>
          </p:cNvSpPr>
          <p:nvPr/>
        </p:nvSpPr>
        <p:spPr bwMode="auto">
          <a:xfrm rot="306148">
            <a:off x="3682620" y="4453112"/>
            <a:ext cx="187670" cy="154376"/>
          </a:xfrm>
          <a:custGeom>
            <a:avLst/>
            <a:gdLst/>
            <a:ahLst/>
            <a:cxnLst>
              <a:cxn ang="0">
                <a:pos x="3" y="347"/>
              </a:cxn>
              <a:cxn ang="0">
                <a:pos x="10" y="314"/>
              </a:cxn>
              <a:cxn ang="0">
                <a:pos x="63" y="244"/>
              </a:cxn>
              <a:cxn ang="0">
                <a:pos x="113" y="215"/>
              </a:cxn>
              <a:cxn ang="0">
                <a:pos x="186" y="167"/>
              </a:cxn>
              <a:cxn ang="0">
                <a:pos x="213" y="113"/>
              </a:cxn>
              <a:cxn ang="0">
                <a:pos x="241" y="67"/>
              </a:cxn>
              <a:cxn ang="0">
                <a:pos x="279" y="57"/>
              </a:cxn>
              <a:cxn ang="0">
                <a:pos x="328" y="58"/>
              </a:cxn>
              <a:cxn ang="0">
                <a:pos x="357" y="50"/>
              </a:cxn>
              <a:cxn ang="0">
                <a:pos x="394" y="5"/>
              </a:cxn>
              <a:cxn ang="0">
                <a:pos x="428" y="3"/>
              </a:cxn>
              <a:cxn ang="0">
                <a:pos x="452" y="15"/>
              </a:cxn>
              <a:cxn ang="0">
                <a:pos x="454" y="39"/>
              </a:cxn>
              <a:cxn ang="0">
                <a:pos x="444" y="91"/>
              </a:cxn>
              <a:cxn ang="0">
                <a:pos x="465" y="126"/>
              </a:cxn>
              <a:cxn ang="0">
                <a:pos x="520" y="146"/>
              </a:cxn>
              <a:cxn ang="0">
                <a:pos x="534" y="161"/>
              </a:cxn>
              <a:cxn ang="0">
                <a:pos x="569" y="215"/>
              </a:cxn>
              <a:cxn ang="0">
                <a:pos x="575" y="248"/>
              </a:cxn>
              <a:cxn ang="0">
                <a:pos x="552" y="251"/>
              </a:cxn>
              <a:cxn ang="0">
                <a:pos x="537" y="297"/>
              </a:cxn>
              <a:cxn ang="0">
                <a:pos x="511" y="314"/>
              </a:cxn>
              <a:cxn ang="0">
                <a:pos x="498" y="318"/>
              </a:cxn>
              <a:cxn ang="0">
                <a:pos x="452" y="324"/>
              </a:cxn>
              <a:cxn ang="0">
                <a:pos x="417" y="336"/>
              </a:cxn>
              <a:cxn ang="0">
                <a:pos x="369" y="346"/>
              </a:cxn>
              <a:cxn ang="0">
                <a:pos x="337" y="346"/>
              </a:cxn>
              <a:cxn ang="0">
                <a:pos x="289" y="334"/>
              </a:cxn>
              <a:cxn ang="0">
                <a:pos x="249" y="331"/>
              </a:cxn>
              <a:cxn ang="0">
                <a:pos x="231" y="338"/>
              </a:cxn>
              <a:cxn ang="0">
                <a:pos x="221" y="367"/>
              </a:cxn>
              <a:cxn ang="0">
                <a:pos x="239" y="411"/>
              </a:cxn>
              <a:cxn ang="0">
                <a:pos x="243" y="448"/>
              </a:cxn>
              <a:cxn ang="0">
                <a:pos x="218" y="433"/>
              </a:cxn>
              <a:cxn ang="0">
                <a:pos x="165" y="424"/>
              </a:cxn>
              <a:cxn ang="0">
                <a:pos x="98" y="440"/>
              </a:cxn>
              <a:cxn ang="0">
                <a:pos x="34" y="425"/>
              </a:cxn>
              <a:cxn ang="0">
                <a:pos x="10" y="401"/>
              </a:cxn>
              <a:cxn ang="0">
                <a:pos x="0" y="367"/>
              </a:cxn>
            </a:cxnLst>
            <a:rect l="0" t="0" r="r" b="b"/>
            <a:pathLst>
              <a:path w="578" h="448">
                <a:moveTo>
                  <a:pt x="0" y="367"/>
                </a:moveTo>
                <a:lnTo>
                  <a:pt x="3" y="347"/>
                </a:lnTo>
                <a:lnTo>
                  <a:pt x="5" y="335"/>
                </a:lnTo>
                <a:lnTo>
                  <a:pt x="10" y="314"/>
                </a:lnTo>
                <a:lnTo>
                  <a:pt x="33" y="280"/>
                </a:lnTo>
                <a:lnTo>
                  <a:pt x="63" y="244"/>
                </a:lnTo>
                <a:lnTo>
                  <a:pt x="81" y="232"/>
                </a:lnTo>
                <a:lnTo>
                  <a:pt x="113" y="215"/>
                </a:lnTo>
                <a:lnTo>
                  <a:pt x="137" y="203"/>
                </a:lnTo>
                <a:lnTo>
                  <a:pt x="186" y="167"/>
                </a:lnTo>
                <a:lnTo>
                  <a:pt x="203" y="149"/>
                </a:lnTo>
                <a:lnTo>
                  <a:pt x="213" y="113"/>
                </a:lnTo>
                <a:lnTo>
                  <a:pt x="221" y="93"/>
                </a:lnTo>
                <a:lnTo>
                  <a:pt x="241" y="67"/>
                </a:lnTo>
                <a:lnTo>
                  <a:pt x="256" y="58"/>
                </a:lnTo>
                <a:lnTo>
                  <a:pt x="279" y="57"/>
                </a:lnTo>
                <a:lnTo>
                  <a:pt x="294" y="57"/>
                </a:lnTo>
                <a:lnTo>
                  <a:pt x="328" y="58"/>
                </a:lnTo>
                <a:lnTo>
                  <a:pt x="342" y="57"/>
                </a:lnTo>
                <a:lnTo>
                  <a:pt x="357" y="50"/>
                </a:lnTo>
                <a:lnTo>
                  <a:pt x="374" y="22"/>
                </a:lnTo>
                <a:lnTo>
                  <a:pt x="394" y="5"/>
                </a:lnTo>
                <a:lnTo>
                  <a:pt x="411" y="0"/>
                </a:lnTo>
                <a:lnTo>
                  <a:pt x="428" y="3"/>
                </a:lnTo>
                <a:lnTo>
                  <a:pt x="442" y="9"/>
                </a:lnTo>
                <a:lnTo>
                  <a:pt x="452" y="15"/>
                </a:lnTo>
                <a:lnTo>
                  <a:pt x="458" y="39"/>
                </a:lnTo>
                <a:lnTo>
                  <a:pt x="454" y="39"/>
                </a:lnTo>
                <a:lnTo>
                  <a:pt x="448" y="58"/>
                </a:lnTo>
                <a:lnTo>
                  <a:pt x="444" y="91"/>
                </a:lnTo>
                <a:lnTo>
                  <a:pt x="446" y="110"/>
                </a:lnTo>
                <a:lnTo>
                  <a:pt x="465" y="126"/>
                </a:lnTo>
                <a:lnTo>
                  <a:pt x="493" y="134"/>
                </a:lnTo>
                <a:lnTo>
                  <a:pt x="520" y="146"/>
                </a:lnTo>
                <a:lnTo>
                  <a:pt x="526" y="151"/>
                </a:lnTo>
                <a:lnTo>
                  <a:pt x="534" y="161"/>
                </a:lnTo>
                <a:lnTo>
                  <a:pt x="552" y="179"/>
                </a:lnTo>
                <a:lnTo>
                  <a:pt x="569" y="215"/>
                </a:lnTo>
                <a:lnTo>
                  <a:pt x="578" y="247"/>
                </a:lnTo>
                <a:lnTo>
                  <a:pt x="575" y="248"/>
                </a:lnTo>
                <a:lnTo>
                  <a:pt x="557" y="248"/>
                </a:lnTo>
                <a:lnTo>
                  <a:pt x="552" y="251"/>
                </a:lnTo>
                <a:lnTo>
                  <a:pt x="541" y="265"/>
                </a:lnTo>
                <a:lnTo>
                  <a:pt x="537" y="297"/>
                </a:lnTo>
                <a:lnTo>
                  <a:pt x="527" y="309"/>
                </a:lnTo>
                <a:lnTo>
                  <a:pt x="511" y="314"/>
                </a:lnTo>
                <a:lnTo>
                  <a:pt x="502" y="315"/>
                </a:lnTo>
                <a:lnTo>
                  <a:pt x="498" y="318"/>
                </a:lnTo>
                <a:lnTo>
                  <a:pt x="482" y="318"/>
                </a:lnTo>
                <a:lnTo>
                  <a:pt x="452" y="324"/>
                </a:lnTo>
                <a:lnTo>
                  <a:pt x="417" y="338"/>
                </a:lnTo>
                <a:lnTo>
                  <a:pt x="417" y="336"/>
                </a:lnTo>
                <a:lnTo>
                  <a:pt x="393" y="340"/>
                </a:lnTo>
                <a:lnTo>
                  <a:pt x="369" y="346"/>
                </a:lnTo>
                <a:lnTo>
                  <a:pt x="355" y="347"/>
                </a:lnTo>
                <a:lnTo>
                  <a:pt x="337" y="346"/>
                </a:lnTo>
                <a:lnTo>
                  <a:pt x="316" y="340"/>
                </a:lnTo>
                <a:lnTo>
                  <a:pt x="289" y="334"/>
                </a:lnTo>
                <a:lnTo>
                  <a:pt x="268" y="330"/>
                </a:lnTo>
                <a:lnTo>
                  <a:pt x="249" y="331"/>
                </a:lnTo>
                <a:lnTo>
                  <a:pt x="243" y="331"/>
                </a:lnTo>
                <a:lnTo>
                  <a:pt x="231" y="338"/>
                </a:lnTo>
                <a:lnTo>
                  <a:pt x="223" y="355"/>
                </a:lnTo>
                <a:lnTo>
                  <a:pt x="221" y="367"/>
                </a:lnTo>
                <a:lnTo>
                  <a:pt x="225" y="395"/>
                </a:lnTo>
                <a:lnTo>
                  <a:pt x="239" y="411"/>
                </a:lnTo>
                <a:lnTo>
                  <a:pt x="243" y="429"/>
                </a:lnTo>
                <a:lnTo>
                  <a:pt x="243" y="448"/>
                </a:lnTo>
                <a:lnTo>
                  <a:pt x="246" y="443"/>
                </a:lnTo>
                <a:lnTo>
                  <a:pt x="218" y="433"/>
                </a:lnTo>
                <a:lnTo>
                  <a:pt x="194" y="425"/>
                </a:lnTo>
                <a:lnTo>
                  <a:pt x="165" y="424"/>
                </a:lnTo>
                <a:lnTo>
                  <a:pt x="139" y="433"/>
                </a:lnTo>
                <a:lnTo>
                  <a:pt x="98" y="440"/>
                </a:lnTo>
                <a:lnTo>
                  <a:pt x="53" y="436"/>
                </a:lnTo>
                <a:lnTo>
                  <a:pt x="34" y="425"/>
                </a:lnTo>
                <a:lnTo>
                  <a:pt x="24" y="417"/>
                </a:lnTo>
                <a:lnTo>
                  <a:pt x="10" y="401"/>
                </a:lnTo>
                <a:lnTo>
                  <a:pt x="5" y="388"/>
                </a:lnTo>
                <a:lnTo>
                  <a:pt x="0" y="36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44" name="Freeform 43"/>
          <p:cNvSpPr>
            <a:spLocks/>
          </p:cNvSpPr>
          <p:nvPr/>
        </p:nvSpPr>
        <p:spPr bwMode="auto">
          <a:xfrm rot="306148">
            <a:off x="3460680" y="4416688"/>
            <a:ext cx="104442" cy="112747"/>
          </a:xfrm>
          <a:custGeom>
            <a:avLst/>
            <a:gdLst/>
            <a:ahLst/>
            <a:cxnLst>
              <a:cxn ang="0">
                <a:pos x="30" y="225"/>
              </a:cxn>
              <a:cxn ang="0">
                <a:pos x="0" y="164"/>
              </a:cxn>
              <a:cxn ang="0">
                <a:pos x="3" y="125"/>
              </a:cxn>
              <a:cxn ang="0">
                <a:pos x="37" y="72"/>
              </a:cxn>
              <a:cxn ang="0">
                <a:pos x="64" y="60"/>
              </a:cxn>
              <a:cxn ang="0">
                <a:pos x="92" y="32"/>
              </a:cxn>
              <a:cxn ang="0">
                <a:pos x="125" y="4"/>
              </a:cxn>
              <a:cxn ang="0">
                <a:pos x="162" y="4"/>
              </a:cxn>
              <a:cxn ang="0">
                <a:pos x="196" y="30"/>
              </a:cxn>
              <a:cxn ang="0">
                <a:pos x="215" y="56"/>
              </a:cxn>
              <a:cxn ang="0">
                <a:pos x="247" y="60"/>
              </a:cxn>
              <a:cxn ang="0">
                <a:pos x="266" y="76"/>
              </a:cxn>
              <a:cxn ang="0">
                <a:pos x="272" y="109"/>
              </a:cxn>
              <a:cxn ang="0">
                <a:pos x="304" y="134"/>
              </a:cxn>
              <a:cxn ang="0">
                <a:pos x="304" y="134"/>
              </a:cxn>
              <a:cxn ang="0">
                <a:pos x="321" y="169"/>
              </a:cxn>
              <a:cxn ang="0">
                <a:pos x="314" y="206"/>
              </a:cxn>
              <a:cxn ang="0">
                <a:pos x="282" y="265"/>
              </a:cxn>
              <a:cxn ang="0">
                <a:pos x="307" y="310"/>
              </a:cxn>
              <a:cxn ang="0">
                <a:pos x="261" y="303"/>
              </a:cxn>
              <a:cxn ang="0">
                <a:pos x="202" y="312"/>
              </a:cxn>
              <a:cxn ang="0">
                <a:pos x="203" y="298"/>
              </a:cxn>
              <a:cxn ang="0">
                <a:pos x="146" y="303"/>
              </a:cxn>
              <a:cxn ang="0">
                <a:pos x="99" y="310"/>
              </a:cxn>
              <a:cxn ang="0">
                <a:pos x="23" y="316"/>
              </a:cxn>
              <a:cxn ang="0">
                <a:pos x="12" y="287"/>
              </a:cxn>
              <a:cxn ang="0">
                <a:pos x="22" y="262"/>
              </a:cxn>
              <a:cxn ang="0">
                <a:pos x="150" y="260"/>
              </a:cxn>
              <a:cxn ang="0">
                <a:pos x="167" y="242"/>
              </a:cxn>
              <a:cxn ang="0">
                <a:pos x="147" y="224"/>
              </a:cxn>
              <a:cxn ang="0">
                <a:pos x="99" y="225"/>
              </a:cxn>
              <a:cxn ang="0">
                <a:pos x="59" y="233"/>
              </a:cxn>
              <a:cxn ang="0">
                <a:pos x="31" y="237"/>
              </a:cxn>
            </a:cxnLst>
            <a:rect l="0" t="0" r="r" b="b"/>
            <a:pathLst>
              <a:path w="321" h="322">
                <a:moveTo>
                  <a:pt x="32" y="236"/>
                </a:moveTo>
                <a:lnTo>
                  <a:pt x="30" y="225"/>
                </a:lnTo>
                <a:lnTo>
                  <a:pt x="12" y="189"/>
                </a:lnTo>
                <a:lnTo>
                  <a:pt x="0" y="164"/>
                </a:lnTo>
                <a:lnTo>
                  <a:pt x="0" y="140"/>
                </a:lnTo>
                <a:lnTo>
                  <a:pt x="3" y="125"/>
                </a:lnTo>
                <a:lnTo>
                  <a:pt x="17" y="101"/>
                </a:lnTo>
                <a:lnTo>
                  <a:pt x="37" y="72"/>
                </a:lnTo>
                <a:lnTo>
                  <a:pt x="45" y="60"/>
                </a:lnTo>
                <a:lnTo>
                  <a:pt x="64" y="60"/>
                </a:lnTo>
                <a:lnTo>
                  <a:pt x="80" y="48"/>
                </a:lnTo>
                <a:lnTo>
                  <a:pt x="92" y="32"/>
                </a:lnTo>
                <a:lnTo>
                  <a:pt x="104" y="17"/>
                </a:lnTo>
                <a:lnTo>
                  <a:pt x="125" y="4"/>
                </a:lnTo>
                <a:lnTo>
                  <a:pt x="142" y="0"/>
                </a:lnTo>
                <a:lnTo>
                  <a:pt x="162" y="4"/>
                </a:lnTo>
                <a:lnTo>
                  <a:pt x="179" y="13"/>
                </a:lnTo>
                <a:lnTo>
                  <a:pt x="196" y="30"/>
                </a:lnTo>
                <a:lnTo>
                  <a:pt x="210" y="46"/>
                </a:lnTo>
                <a:lnTo>
                  <a:pt x="215" y="56"/>
                </a:lnTo>
                <a:lnTo>
                  <a:pt x="232" y="61"/>
                </a:lnTo>
                <a:lnTo>
                  <a:pt x="247" y="60"/>
                </a:lnTo>
                <a:lnTo>
                  <a:pt x="261" y="61"/>
                </a:lnTo>
                <a:lnTo>
                  <a:pt x="266" y="76"/>
                </a:lnTo>
                <a:lnTo>
                  <a:pt x="267" y="99"/>
                </a:lnTo>
                <a:lnTo>
                  <a:pt x="272" y="109"/>
                </a:lnTo>
                <a:lnTo>
                  <a:pt x="286" y="124"/>
                </a:lnTo>
                <a:lnTo>
                  <a:pt x="304" y="134"/>
                </a:lnTo>
                <a:lnTo>
                  <a:pt x="304" y="132"/>
                </a:lnTo>
                <a:lnTo>
                  <a:pt x="304" y="134"/>
                </a:lnTo>
                <a:lnTo>
                  <a:pt x="319" y="149"/>
                </a:lnTo>
                <a:lnTo>
                  <a:pt x="321" y="169"/>
                </a:lnTo>
                <a:lnTo>
                  <a:pt x="321" y="184"/>
                </a:lnTo>
                <a:lnTo>
                  <a:pt x="314" y="206"/>
                </a:lnTo>
                <a:lnTo>
                  <a:pt x="291" y="236"/>
                </a:lnTo>
                <a:lnTo>
                  <a:pt x="282" y="265"/>
                </a:lnTo>
                <a:lnTo>
                  <a:pt x="289" y="292"/>
                </a:lnTo>
                <a:lnTo>
                  <a:pt x="307" y="310"/>
                </a:lnTo>
                <a:lnTo>
                  <a:pt x="274" y="304"/>
                </a:lnTo>
                <a:lnTo>
                  <a:pt x="261" y="303"/>
                </a:lnTo>
                <a:lnTo>
                  <a:pt x="220" y="311"/>
                </a:lnTo>
                <a:lnTo>
                  <a:pt x="202" y="312"/>
                </a:lnTo>
                <a:lnTo>
                  <a:pt x="202" y="310"/>
                </a:lnTo>
                <a:lnTo>
                  <a:pt x="203" y="298"/>
                </a:lnTo>
                <a:lnTo>
                  <a:pt x="169" y="300"/>
                </a:lnTo>
                <a:lnTo>
                  <a:pt x="146" y="303"/>
                </a:lnTo>
                <a:lnTo>
                  <a:pt x="116" y="306"/>
                </a:lnTo>
                <a:lnTo>
                  <a:pt x="99" y="310"/>
                </a:lnTo>
                <a:lnTo>
                  <a:pt x="28" y="322"/>
                </a:lnTo>
                <a:lnTo>
                  <a:pt x="23" y="316"/>
                </a:lnTo>
                <a:lnTo>
                  <a:pt x="13" y="304"/>
                </a:lnTo>
                <a:lnTo>
                  <a:pt x="12" y="287"/>
                </a:lnTo>
                <a:lnTo>
                  <a:pt x="17" y="264"/>
                </a:lnTo>
                <a:lnTo>
                  <a:pt x="22" y="262"/>
                </a:lnTo>
                <a:lnTo>
                  <a:pt x="94" y="260"/>
                </a:lnTo>
                <a:lnTo>
                  <a:pt x="150" y="260"/>
                </a:lnTo>
                <a:lnTo>
                  <a:pt x="163" y="251"/>
                </a:lnTo>
                <a:lnTo>
                  <a:pt x="167" y="242"/>
                </a:lnTo>
                <a:lnTo>
                  <a:pt x="160" y="230"/>
                </a:lnTo>
                <a:lnTo>
                  <a:pt x="147" y="224"/>
                </a:lnTo>
                <a:lnTo>
                  <a:pt x="130" y="224"/>
                </a:lnTo>
                <a:lnTo>
                  <a:pt x="99" y="225"/>
                </a:lnTo>
                <a:lnTo>
                  <a:pt x="72" y="229"/>
                </a:lnTo>
                <a:lnTo>
                  <a:pt x="59" y="233"/>
                </a:lnTo>
                <a:lnTo>
                  <a:pt x="39" y="235"/>
                </a:lnTo>
                <a:lnTo>
                  <a:pt x="31" y="237"/>
                </a:lnTo>
                <a:lnTo>
                  <a:pt x="32" y="23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45" name="Freeform 44"/>
          <p:cNvSpPr>
            <a:spLocks/>
          </p:cNvSpPr>
          <p:nvPr/>
        </p:nvSpPr>
        <p:spPr bwMode="auto">
          <a:xfrm rot="306148">
            <a:off x="3462314" y="4493008"/>
            <a:ext cx="48957" cy="13876"/>
          </a:xfrm>
          <a:custGeom>
            <a:avLst/>
            <a:gdLst/>
            <a:ahLst/>
            <a:cxnLst>
              <a:cxn ang="0">
                <a:pos x="0" y="39"/>
              </a:cxn>
              <a:cxn ang="0">
                <a:pos x="13" y="18"/>
              </a:cxn>
              <a:cxn ang="0">
                <a:pos x="15" y="12"/>
              </a:cxn>
              <a:cxn ang="0">
                <a:pos x="14" y="12"/>
              </a:cxn>
              <a:cxn ang="0">
                <a:pos x="23" y="11"/>
              </a:cxn>
              <a:cxn ang="0">
                <a:pos x="43" y="8"/>
              </a:cxn>
              <a:cxn ang="0">
                <a:pos x="57" y="5"/>
              </a:cxn>
              <a:cxn ang="0">
                <a:pos x="82" y="2"/>
              </a:cxn>
              <a:cxn ang="0">
                <a:pos x="113" y="0"/>
              </a:cxn>
              <a:cxn ang="0">
                <a:pos x="130" y="0"/>
              </a:cxn>
              <a:cxn ang="0">
                <a:pos x="142" y="6"/>
              </a:cxn>
              <a:cxn ang="0">
                <a:pos x="148" y="18"/>
              </a:cxn>
              <a:cxn ang="0">
                <a:pos x="145" y="27"/>
              </a:cxn>
              <a:cxn ang="0">
                <a:pos x="133" y="35"/>
              </a:cxn>
              <a:cxn ang="0">
                <a:pos x="76" y="35"/>
              </a:cxn>
              <a:cxn ang="0">
                <a:pos x="5" y="38"/>
              </a:cxn>
              <a:cxn ang="0">
                <a:pos x="0" y="39"/>
              </a:cxn>
            </a:cxnLst>
            <a:rect l="0" t="0" r="r" b="b"/>
            <a:pathLst>
              <a:path w="148" h="39">
                <a:moveTo>
                  <a:pt x="0" y="39"/>
                </a:moveTo>
                <a:lnTo>
                  <a:pt x="13" y="18"/>
                </a:lnTo>
                <a:lnTo>
                  <a:pt x="15" y="12"/>
                </a:lnTo>
                <a:lnTo>
                  <a:pt x="14" y="12"/>
                </a:lnTo>
                <a:lnTo>
                  <a:pt x="23" y="11"/>
                </a:lnTo>
                <a:lnTo>
                  <a:pt x="43" y="8"/>
                </a:lnTo>
                <a:lnTo>
                  <a:pt x="57" y="5"/>
                </a:lnTo>
                <a:lnTo>
                  <a:pt x="82" y="2"/>
                </a:lnTo>
                <a:lnTo>
                  <a:pt x="113" y="0"/>
                </a:lnTo>
                <a:lnTo>
                  <a:pt x="130" y="0"/>
                </a:lnTo>
                <a:lnTo>
                  <a:pt x="142" y="6"/>
                </a:lnTo>
                <a:lnTo>
                  <a:pt x="148" y="18"/>
                </a:lnTo>
                <a:lnTo>
                  <a:pt x="145" y="27"/>
                </a:lnTo>
                <a:lnTo>
                  <a:pt x="133" y="35"/>
                </a:lnTo>
                <a:lnTo>
                  <a:pt x="76" y="35"/>
                </a:lnTo>
                <a:lnTo>
                  <a:pt x="5" y="38"/>
                </a:lnTo>
                <a:lnTo>
                  <a:pt x="0" y="3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46" name="Freeform 45"/>
          <p:cNvSpPr>
            <a:spLocks/>
          </p:cNvSpPr>
          <p:nvPr/>
        </p:nvSpPr>
        <p:spPr bwMode="auto">
          <a:xfrm rot="306148">
            <a:off x="3462312" y="4519027"/>
            <a:ext cx="58748" cy="32957"/>
          </a:xfrm>
          <a:custGeom>
            <a:avLst/>
            <a:gdLst/>
            <a:ahLst/>
            <a:cxnLst>
              <a:cxn ang="0">
                <a:pos x="116" y="91"/>
              </a:cxn>
              <a:cxn ang="0">
                <a:pos x="101" y="82"/>
              </a:cxn>
              <a:cxn ang="0">
                <a:pos x="91" y="75"/>
              </a:cxn>
              <a:cxn ang="0">
                <a:pos x="93" y="53"/>
              </a:cxn>
              <a:cxn ang="0">
                <a:pos x="88" y="42"/>
              </a:cxn>
              <a:cxn ang="0">
                <a:pos x="79" y="39"/>
              </a:cxn>
              <a:cxn ang="0">
                <a:pos x="66" y="39"/>
              </a:cxn>
              <a:cxn ang="0">
                <a:pos x="48" y="39"/>
              </a:cxn>
              <a:cxn ang="0">
                <a:pos x="28" y="39"/>
              </a:cxn>
              <a:cxn ang="0">
                <a:pos x="11" y="30"/>
              </a:cxn>
              <a:cxn ang="0">
                <a:pos x="0" y="18"/>
              </a:cxn>
              <a:cxn ang="0">
                <a:pos x="5" y="24"/>
              </a:cxn>
              <a:cxn ang="0">
                <a:pos x="77" y="12"/>
              </a:cxn>
              <a:cxn ang="0">
                <a:pos x="92" y="9"/>
              </a:cxn>
              <a:cxn ang="0">
                <a:pos x="122" y="4"/>
              </a:cxn>
              <a:cxn ang="0">
                <a:pos x="146" y="3"/>
              </a:cxn>
              <a:cxn ang="0">
                <a:pos x="179" y="0"/>
              </a:cxn>
              <a:cxn ang="0">
                <a:pos x="179" y="12"/>
              </a:cxn>
              <a:cxn ang="0">
                <a:pos x="179" y="91"/>
              </a:cxn>
              <a:cxn ang="0">
                <a:pos x="163" y="90"/>
              </a:cxn>
              <a:cxn ang="0">
                <a:pos x="145" y="87"/>
              </a:cxn>
              <a:cxn ang="0">
                <a:pos x="130" y="91"/>
              </a:cxn>
              <a:cxn ang="0">
                <a:pos x="118" y="91"/>
              </a:cxn>
              <a:cxn ang="0">
                <a:pos x="116" y="91"/>
              </a:cxn>
            </a:cxnLst>
            <a:rect l="0" t="0" r="r" b="b"/>
            <a:pathLst>
              <a:path w="179" h="91">
                <a:moveTo>
                  <a:pt x="116" y="91"/>
                </a:moveTo>
                <a:lnTo>
                  <a:pt x="101" y="82"/>
                </a:lnTo>
                <a:lnTo>
                  <a:pt x="91" y="75"/>
                </a:lnTo>
                <a:lnTo>
                  <a:pt x="93" y="53"/>
                </a:lnTo>
                <a:lnTo>
                  <a:pt x="88" y="42"/>
                </a:lnTo>
                <a:lnTo>
                  <a:pt x="79" y="39"/>
                </a:lnTo>
                <a:lnTo>
                  <a:pt x="66" y="39"/>
                </a:lnTo>
                <a:lnTo>
                  <a:pt x="48" y="39"/>
                </a:lnTo>
                <a:lnTo>
                  <a:pt x="28" y="39"/>
                </a:lnTo>
                <a:lnTo>
                  <a:pt x="11" y="30"/>
                </a:lnTo>
                <a:lnTo>
                  <a:pt x="0" y="18"/>
                </a:lnTo>
                <a:lnTo>
                  <a:pt x="5" y="24"/>
                </a:lnTo>
                <a:lnTo>
                  <a:pt x="77" y="12"/>
                </a:lnTo>
                <a:lnTo>
                  <a:pt x="92" y="9"/>
                </a:lnTo>
                <a:lnTo>
                  <a:pt x="122" y="4"/>
                </a:lnTo>
                <a:lnTo>
                  <a:pt x="146" y="3"/>
                </a:lnTo>
                <a:lnTo>
                  <a:pt x="179" y="0"/>
                </a:lnTo>
                <a:lnTo>
                  <a:pt x="179" y="12"/>
                </a:lnTo>
                <a:lnTo>
                  <a:pt x="179" y="91"/>
                </a:lnTo>
                <a:lnTo>
                  <a:pt x="163" y="90"/>
                </a:lnTo>
                <a:lnTo>
                  <a:pt x="145" y="87"/>
                </a:lnTo>
                <a:lnTo>
                  <a:pt x="130" y="91"/>
                </a:lnTo>
                <a:lnTo>
                  <a:pt x="118" y="91"/>
                </a:lnTo>
                <a:lnTo>
                  <a:pt x="116" y="9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47" name="Freeform 46"/>
          <p:cNvSpPr>
            <a:spLocks/>
          </p:cNvSpPr>
          <p:nvPr/>
        </p:nvSpPr>
        <p:spPr bwMode="auto">
          <a:xfrm rot="306148">
            <a:off x="3496582" y="4529434"/>
            <a:ext cx="140344" cy="116216"/>
          </a:xfrm>
          <a:custGeom>
            <a:avLst/>
            <a:gdLst/>
            <a:ahLst/>
            <a:cxnLst>
              <a:cxn ang="0">
                <a:pos x="88" y="204"/>
              </a:cxn>
              <a:cxn ang="0">
                <a:pos x="55" y="198"/>
              </a:cxn>
              <a:cxn ang="0">
                <a:pos x="34" y="179"/>
              </a:cxn>
              <a:cxn ang="0">
                <a:pos x="11" y="131"/>
              </a:cxn>
              <a:cxn ang="0">
                <a:pos x="6" y="100"/>
              </a:cxn>
              <a:cxn ang="0">
                <a:pos x="2" y="88"/>
              </a:cxn>
              <a:cxn ang="0">
                <a:pos x="29" y="83"/>
              </a:cxn>
              <a:cxn ang="0">
                <a:pos x="64" y="88"/>
              </a:cxn>
              <a:cxn ang="0">
                <a:pos x="63" y="9"/>
              </a:cxn>
              <a:cxn ang="0">
                <a:pos x="122" y="0"/>
              </a:cxn>
              <a:cxn ang="0">
                <a:pos x="168" y="7"/>
              </a:cxn>
              <a:cxn ang="0">
                <a:pos x="223" y="17"/>
              </a:cxn>
              <a:cxn ang="0">
                <a:pos x="296" y="36"/>
              </a:cxn>
              <a:cxn ang="0">
                <a:pos x="320" y="35"/>
              </a:cxn>
              <a:cxn ang="0">
                <a:pos x="343" y="3"/>
              </a:cxn>
              <a:cxn ang="0">
                <a:pos x="385" y="21"/>
              </a:cxn>
              <a:cxn ang="0">
                <a:pos x="379" y="56"/>
              </a:cxn>
              <a:cxn ang="0">
                <a:pos x="402" y="97"/>
              </a:cxn>
              <a:cxn ang="0">
                <a:pos x="418" y="120"/>
              </a:cxn>
              <a:cxn ang="0">
                <a:pos x="426" y="192"/>
              </a:cxn>
              <a:cxn ang="0">
                <a:pos x="430" y="240"/>
              </a:cxn>
              <a:cxn ang="0">
                <a:pos x="430" y="278"/>
              </a:cxn>
              <a:cxn ang="0">
                <a:pos x="415" y="287"/>
              </a:cxn>
              <a:cxn ang="0">
                <a:pos x="402" y="288"/>
              </a:cxn>
              <a:cxn ang="0">
                <a:pos x="386" y="297"/>
              </a:cxn>
              <a:cxn ang="0">
                <a:pos x="386" y="313"/>
              </a:cxn>
              <a:cxn ang="0">
                <a:pos x="396" y="317"/>
              </a:cxn>
              <a:cxn ang="0">
                <a:pos x="386" y="323"/>
              </a:cxn>
              <a:cxn ang="0">
                <a:pos x="367" y="335"/>
              </a:cxn>
              <a:cxn ang="0">
                <a:pos x="348" y="322"/>
              </a:cxn>
              <a:cxn ang="0">
                <a:pos x="348" y="304"/>
              </a:cxn>
              <a:cxn ang="0">
                <a:pos x="340" y="275"/>
              </a:cxn>
              <a:cxn ang="0">
                <a:pos x="321" y="268"/>
              </a:cxn>
              <a:cxn ang="0">
                <a:pos x="293" y="287"/>
              </a:cxn>
              <a:cxn ang="0">
                <a:pos x="261" y="289"/>
              </a:cxn>
              <a:cxn ang="0">
                <a:pos x="243" y="268"/>
              </a:cxn>
              <a:cxn ang="0">
                <a:pos x="249" y="234"/>
              </a:cxn>
              <a:cxn ang="0">
                <a:pos x="249" y="212"/>
              </a:cxn>
              <a:cxn ang="0">
                <a:pos x="240" y="186"/>
              </a:cxn>
              <a:cxn ang="0">
                <a:pos x="218" y="166"/>
              </a:cxn>
              <a:cxn ang="0">
                <a:pos x="188" y="160"/>
              </a:cxn>
              <a:cxn ang="0">
                <a:pos x="152" y="165"/>
              </a:cxn>
              <a:cxn ang="0">
                <a:pos x="117" y="192"/>
              </a:cxn>
              <a:cxn ang="0">
                <a:pos x="105" y="204"/>
              </a:cxn>
            </a:cxnLst>
            <a:rect l="0" t="0" r="r" b="b"/>
            <a:pathLst>
              <a:path w="431" h="335">
                <a:moveTo>
                  <a:pt x="105" y="208"/>
                </a:moveTo>
                <a:lnTo>
                  <a:pt x="88" y="204"/>
                </a:lnTo>
                <a:lnTo>
                  <a:pt x="70" y="201"/>
                </a:lnTo>
                <a:lnTo>
                  <a:pt x="55" y="198"/>
                </a:lnTo>
                <a:lnTo>
                  <a:pt x="47" y="190"/>
                </a:lnTo>
                <a:lnTo>
                  <a:pt x="34" y="179"/>
                </a:lnTo>
                <a:lnTo>
                  <a:pt x="21" y="163"/>
                </a:lnTo>
                <a:lnTo>
                  <a:pt x="11" y="131"/>
                </a:lnTo>
                <a:lnTo>
                  <a:pt x="8" y="109"/>
                </a:lnTo>
                <a:lnTo>
                  <a:pt x="6" y="100"/>
                </a:lnTo>
                <a:lnTo>
                  <a:pt x="0" y="88"/>
                </a:lnTo>
                <a:lnTo>
                  <a:pt x="2" y="88"/>
                </a:lnTo>
                <a:lnTo>
                  <a:pt x="14" y="88"/>
                </a:lnTo>
                <a:lnTo>
                  <a:pt x="29" y="83"/>
                </a:lnTo>
                <a:lnTo>
                  <a:pt x="48" y="85"/>
                </a:lnTo>
                <a:lnTo>
                  <a:pt x="64" y="88"/>
                </a:lnTo>
                <a:lnTo>
                  <a:pt x="63" y="7"/>
                </a:lnTo>
                <a:lnTo>
                  <a:pt x="63" y="9"/>
                </a:lnTo>
                <a:lnTo>
                  <a:pt x="81" y="8"/>
                </a:lnTo>
                <a:lnTo>
                  <a:pt x="122" y="0"/>
                </a:lnTo>
                <a:lnTo>
                  <a:pt x="135" y="1"/>
                </a:lnTo>
                <a:lnTo>
                  <a:pt x="168" y="7"/>
                </a:lnTo>
                <a:lnTo>
                  <a:pt x="172" y="7"/>
                </a:lnTo>
                <a:lnTo>
                  <a:pt x="223" y="17"/>
                </a:lnTo>
                <a:lnTo>
                  <a:pt x="274" y="29"/>
                </a:lnTo>
                <a:lnTo>
                  <a:pt x="296" y="36"/>
                </a:lnTo>
                <a:lnTo>
                  <a:pt x="315" y="50"/>
                </a:lnTo>
                <a:lnTo>
                  <a:pt x="320" y="35"/>
                </a:lnTo>
                <a:lnTo>
                  <a:pt x="329" y="23"/>
                </a:lnTo>
                <a:lnTo>
                  <a:pt x="343" y="3"/>
                </a:lnTo>
                <a:lnTo>
                  <a:pt x="355" y="35"/>
                </a:lnTo>
                <a:lnTo>
                  <a:pt x="385" y="21"/>
                </a:lnTo>
                <a:lnTo>
                  <a:pt x="380" y="38"/>
                </a:lnTo>
                <a:lnTo>
                  <a:pt x="379" y="56"/>
                </a:lnTo>
                <a:lnTo>
                  <a:pt x="378" y="66"/>
                </a:lnTo>
                <a:lnTo>
                  <a:pt x="402" y="97"/>
                </a:lnTo>
                <a:lnTo>
                  <a:pt x="418" y="122"/>
                </a:lnTo>
                <a:lnTo>
                  <a:pt x="418" y="120"/>
                </a:lnTo>
                <a:lnTo>
                  <a:pt x="422" y="147"/>
                </a:lnTo>
                <a:lnTo>
                  <a:pt x="426" y="192"/>
                </a:lnTo>
                <a:lnTo>
                  <a:pt x="431" y="216"/>
                </a:lnTo>
                <a:lnTo>
                  <a:pt x="430" y="240"/>
                </a:lnTo>
                <a:lnTo>
                  <a:pt x="431" y="271"/>
                </a:lnTo>
                <a:lnTo>
                  <a:pt x="430" y="278"/>
                </a:lnTo>
                <a:lnTo>
                  <a:pt x="422" y="283"/>
                </a:lnTo>
                <a:lnTo>
                  <a:pt x="415" y="287"/>
                </a:lnTo>
                <a:lnTo>
                  <a:pt x="408" y="287"/>
                </a:lnTo>
                <a:lnTo>
                  <a:pt x="402" y="288"/>
                </a:lnTo>
                <a:lnTo>
                  <a:pt x="391" y="294"/>
                </a:lnTo>
                <a:lnTo>
                  <a:pt x="386" y="297"/>
                </a:lnTo>
                <a:lnTo>
                  <a:pt x="386" y="307"/>
                </a:lnTo>
                <a:lnTo>
                  <a:pt x="386" y="313"/>
                </a:lnTo>
                <a:lnTo>
                  <a:pt x="391" y="318"/>
                </a:lnTo>
                <a:lnTo>
                  <a:pt x="396" y="317"/>
                </a:lnTo>
                <a:lnTo>
                  <a:pt x="393" y="318"/>
                </a:lnTo>
                <a:lnTo>
                  <a:pt x="386" y="323"/>
                </a:lnTo>
                <a:lnTo>
                  <a:pt x="378" y="332"/>
                </a:lnTo>
                <a:lnTo>
                  <a:pt x="367" y="335"/>
                </a:lnTo>
                <a:lnTo>
                  <a:pt x="352" y="330"/>
                </a:lnTo>
                <a:lnTo>
                  <a:pt x="348" y="322"/>
                </a:lnTo>
                <a:lnTo>
                  <a:pt x="346" y="311"/>
                </a:lnTo>
                <a:lnTo>
                  <a:pt x="348" y="304"/>
                </a:lnTo>
                <a:lnTo>
                  <a:pt x="346" y="285"/>
                </a:lnTo>
                <a:lnTo>
                  <a:pt x="340" y="275"/>
                </a:lnTo>
                <a:lnTo>
                  <a:pt x="332" y="268"/>
                </a:lnTo>
                <a:lnTo>
                  <a:pt x="321" y="268"/>
                </a:lnTo>
                <a:lnTo>
                  <a:pt x="311" y="271"/>
                </a:lnTo>
                <a:lnTo>
                  <a:pt x="293" y="287"/>
                </a:lnTo>
                <a:lnTo>
                  <a:pt x="278" y="293"/>
                </a:lnTo>
                <a:lnTo>
                  <a:pt x="261" y="289"/>
                </a:lnTo>
                <a:lnTo>
                  <a:pt x="250" y="281"/>
                </a:lnTo>
                <a:lnTo>
                  <a:pt x="243" y="268"/>
                </a:lnTo>
                <a:lnTo>
                  <a:pt x="241" y="270"/>
                </a:lnTo>
                <a:lnTo>
                  <a:pt x="249" y="234"/>
                </a:lnTo>
                <a:lnTo>
                  <a:pt x="250" y="225"/>
                </a:lnTo>
                <a:lnTo>
                  <a:pt x="249" y="212"/>
                </a:lnTo>
                <a:lnTo>
                  <a:pt x="245" y="198"/>
                </a:lnTo>
                <a:lnTo>
                  <a:pt x="240" y="186"/>
                </a:lnTo>
                <a:lnTo>
                  <a:pt x="229" y="175"/>
                </a:lnTo>
                <a:lnTo>
                  <a:pt x="218" y="166"/>
                </a:lnTo>
                <a:lnTo>
                  <a:pt x="205" y="165"/>
                </a:lnTo>
                <a:lnTo>
                  <a:pt x="188" y="160"/>
                </a:lnTo>
                <a:lnTo>
                  <a:pt x="171" y="160"/>
                </a:lnTo>
                <a:lnTo>
                  <a:pt x="152" y="165"/>
                </a:lnTo>
                <a:lnTo>
                  <a:pt x="135" y="176"/>
                </a:lnTo>
                <a:lnTo>
                  <a:pt x="117" y="192"/>
                </a:lnTo>
                <a:lnTo>
                  <a:pt x="108" y="198"/>
                </a:lnTo>
                <a:lnTo>
                  <a:pt x="105" y="204"/>
                </a:lnTo>
                <a:lnTo>
                  <a:pt x="105" y="20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48" name="Freeform 47"/>
          <p:cNvSpPr>
            <a:spLocks/>
          </p:cNvSpPr>
          <p:nvPr/>
        </p:nvSpPr>
        <p:spPr bwMode="auto">
          <a:xfrm rot="306148">
            <a:off x="3525958" y="4584940"/>
            <a:ext cx="48957" cy="65913"/>
          </a:xfrm>
          <a:custGeom>
            <a:avLst/>
            <a:gdLst/>
            <a:ahLst/>
            <a:cxnLst>
              <a:cxn ang="0">
                <a:pos x="99" y="192"/>
              </a:cxn>
              <a:cxn ang="0">
                <a:pos x="112" y="178"/>
              </a:cxn>
              <a:cxn ang="0">
                <a:pos x="127" y="157"/>
              </a:cxn>
              <a:cxn ang="0">
                <a:pos x="131" y="144"/>
              </a:cxn>
              <a:cxn ang="0">
                <a:pos x="141" y="124"/>
              </a:cxn>
              <a:cxn ang="0">
                <a:pos x="144" y="108"/>
              </a:cxn>
              <a:cxn ang="0">
                <a:pos x="150" y="72"/>
              </a:cxn>
              <a:cxn ang="0">
                <a:pos x="151" y="65"/>
              </a:cxn>
              <a:cxn ang="0">
                <a:pos x="150" y="51"/>
              </a:cxn>
              <a:cxn ang="0">
                <a:pos x="147" y="36"/>
              </a:cxn>
              <a:cxn ang="0">
                <a:pos x="141" y="24"/>
              </a:cxn>
              <a:cxn ang="0">
                <a:pos x="131" y="13"/>
              </a:cxn>
              <a:cxn ang="0">
                <a:pos x="121" y="4"/>
              </a:cxn>
              <a:cxn ang="0">
                <a:pos x="106" y="3"/>
              </a:cxn>
              <a:cxn ang="0">
                <a:pos x="89" y="0"/>
              </a:cxn>
              <a:cxn ang="0">
                <a:pos x="75" y="0"/>
              </a:cxn>
              <a:cxn ang="0">
                <a:pos x="55" y="4"/>
              </a:cxn>
              <a:cxn ang="0">
                <a:pos x="36" y="14"/>
              </a:cxn>
              <a:cxn ang="0">
                <a:pos x="20" y="30"/>
              </a:cxn>
              <a:cxn ang="0">
                <a:pos x="12" y="36"/>
              </a:cxn>
              <a:cxn ang="0">
                <a:pos x="8" y="42"/>
              </a:cxn>
              <a:cxn ang="0">
                <a:pos x="8" y="48"/>
              </a:cxn>
              <a:cxn ang="0">
                <a:pos x="2" y="67"/>
              </a:cxn>
              <a:cxn ang="0">
                <a:pos x="0" y="89"/>
              </a:cxn>
              <a:cxn ang="0">
                <a:pos x="6" y="114"/>
              </a:cxn>
              <a:cxn ang="0">
                <a:pos x="14" y="134"/>
              </a:cxn>
              <a:cxn ang="0">
                <a:pos x="29" y="152"/>
              </a:cxn>
              <a:cxn ang="0">
                <a:pos x="46" y="164"/>
              </a:cxn>
              <a:cxn ang="0">
                <a:pos x="73" y="177"/>
              </a:cxn>
              <a:cxn ang="0">
                <a:pos x="96" y="193"/>
              </a:cxn>
              <a:cxn ang="0">
                <a:pos x="99" y="192"/>
              </a:cxn>
            </a:cxnLst>
            <a:rect l="0" t="0" r="r" b="b"/>
            <a:pathLst>
              <a:path w="151" h="193">
                <a:moveTo>
                  <a:pt x="99" y="192"/>
                </a:moveTo>
                <a:lnTo>
                  <a:pt x="112" y="178"/>
                </a:lnTo>
                <a:lnTo>
                  <a:pt x="127" y="157"/>
                </a:lnTo>
                <a:lnTo>
                  <a:pt x="131" y="144"/>
                </a:lnTo>
                <a:lnTo>
                  <a:pt x="141" y="124"/>
                </a:lnTo>
                <a:lnTo>
                  <a:pt x="144" y="108"/>
                </a:lnTo>
                <a:lnTo>
                  <a:pt x="150" y="72"/>
                </a:lnTo>
                <a:lnTo>
                  <a:pt x="151" y="65"/>
                </a:lnTo>
                <a:lnTo>
                  <a:pt x="150" y="51"/>
                </a:lnTo>
                <a:lnTo>
                  <a:pt x="147" y="36"/>
                </a:lnTo>
                <a:lnTo>
                  <a:pt x="141" y="24"/>
                </a:lnTo>
                <a:lnTo>
                  <a:pt x="131" y="13"/>
                </a:lnTo>
                <a:lnTo>
                  <a:pt x="121" y="4"/>
                </a:lnTo>
                <a:lnTo>
                  <a:pt x="106" y="3"/>
                </a:lnTo>
                <a:lnTo>
                  <a:pt x="89" y="0"/>
                </a:lnTo>
                <a:lnTo>
                  <a:pt x="75" y="0"/>
                </a:lnTo>
                <a:lnTo>
                  <a:pt x="55" y="4"/>
                </a:lnTo>
                <a:lnTo>
                  <a:pt x="36" y="14"/>
                </a:lnTo>
                <a:lnTo>
                  <a:pt x="20" y="30"/>
                </a:lnTo>
                <a:lnTo>
                  <a:pt x="12" y="36"/>
                </a:lnTo>
                <a:lnTo>
                  <a:pt x="8" y="42"/>
                </a:lnTo>
                <a:lnTo>
                  <a:pt x="8" y="48"/>
                </a:lnTo>
                <a:lnTo>
                  <a:pt x="2" y="67"/>
                </a:lnTo>
                <a:lnTo>
                  <a:pt x="0" y="89"/>
                </a:lnTo>
                <a:lnTo>
                  <a:pt x="6" y="114"/>
                </a:lnTo>
                <a:lnTo>
                  <a:pt x="14" y="134"/>
                </a:lnTo>
                <a:lnTo>
                  <a:pt x="29" y="152"/>
                </a:lnTo>
                <a:lnTo>
                  <a:pt x="46" y="164"/>
                </a:lnTo>
                <a:lnTo>
                  <a:pt x="73" y="177"/>
                </a:lnTo>
                <a:lnTo>
                  <a:pt x="96" y="193"/>
                </a:lnTo>
                <a:lnTo>
                  <a:pt x="99" y="192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49" name="Freeform 48"/>
          <p:cNvSpPr>
            <a:spLocks/>
          </p:cNvSpPr>
          <p:nvPr/>
        </p:nvSpPr>
        <p:spPr bwMode="auto">
          <a:xfrm rot="306148">
            <a:off x="3553701" y="4624835"/>
            <a:ext cx="88123" cy="91932"/>
          </a:xfrm>
          <a:custGeom>
            <a:avLst/>
            <a:gdLst/>
            <a:ahLst/>
            <a:cxnLst>
              <a:cxn ang="0">
                <a:pos x="3" y="87"/>
              </a:cxn>
              <a:cxn ang="0">
                <a:pos x="16" y="72"/>
              </a:cxn>
              <a:cxn ang="0">
                <a:pos x="31" y="50"/>
              </a:cxn>
              <a:cxn ang="0">
                <a:pos x="37" y="38"/>
              </a:cxn>
              <a:cxn ang="0">
                <a:pos x="46" y="19"/>
              </a:cxn>
              <a:cxn ang="0">
                <a:pos x="48" y="2"/>
              </a:cxn>
              <a:cxn ang="0">
                <a:pos x="48" y="1"/>
              </a:cxn>
              <a:cxn ang="0">
                <a:pos x="55" y="13"/>
              </a:cxn>
              <a:cxn ang="0">
                <a:pos x="66" y="21"/>
              </a:cxn>
              <a:cxn ang="0">
                <a:pos x="84" y="25"/>
              </a:cxn>
              <a:cxn ang="0">
                <a:pos x="99" y="19"/>
              </a:cxn>
              <a:cxn ang="0">
                <a:pos x="118" y="3"/>
              </a:cxn>
              <a:cxn ang="0">
                <a:pos x="127" y="0"/>
              </a:cxn>
              <a:cxn ang="0">
                <a:pos x="137" y="1"/>
              </a:cxn>
              <a:cxn ang="0">
                <a:pos x="145" y="7"/>
              </a:cxn>
              <a:cxn ang="0">
                <a:pos x="151" y="17"/>
              </a:cxn>
              <a:cxn ang="0">
                <a:pos x="153" y="36"/>
              </a:cxn>
              <a:cxn ang="0">
                <a:pos x="151" y="44"/>
              </a:cxn>
              <a:cxn ang="0">
                <a:pos x="153" y="54"/>
              </a:cxn>
              <a:cxn ang="0">
                <a:pos x="157" y="62"/>
              </a:cxn>
              <a:cxn ang="0">
                <a:pos x="172" y="67"/>
              </a:cxn>
              <a:cxn ang="0">
                <a:pos x="183" y="64"/>
              </a:cxn>
              <a:cxn ang="0">
                <a:pos x="192" y="55"/>
              </a:cxn>
              <a:cxn ang="0">
                <a:pos x="200" y="50"/>
              </a:cxn>
              <a:cxn ang="0">
                <a:pos x="201" y="49"/>
              </a:cxn>
              <a:cxn ang="0">
                <a:pos x="197" y="49"/>
              </a:cxn>
              <a:cxn ang="0">
                <a:pos x="208" y="50"/>
              </a:cxn>
              <a:cxn ang="0">
                <a:pos x="215" y="55"/>
              </a:cxn>
              <a:cxn ang="0">
                <a:pos x="224" y="79"/>
              </a:cxn>
              <a:cxn ang="0">
                <a:pos x="226" y="95"/>
              </a:cxn>
              <a:cxn ang="0">
                <a:pos x="225" y="102"/>
              </a:cxn>
              <a:cxn ang="0">
                <a:pos x="221" y="120"/>
              </a:cxn>
              <a:cxn ang="0">
                <a:pos x="211" y="138"/>
              </a:cxn>
              <a:cxn ang="0">
                <a:pos x="208" y="155"/>
              </a:cxn>
              <a:cxn ang="0">
                <a:pos x="211" y="172"/>
              </a:cxn>
              <a:cxn ang="0">
                <a:pos x="226" y="181"/>
              </a:cxn>
              <a:cxn ang="0">
                <a:pos x="264" y="172"/>
              </a:cxn>
              <a:cxn ang="0">
                <a:pos x="272" y="190"/>
              </a:cxn>
              <a:cxn ang="0">
                <a:pos x="273" y="208"/>
              </a:cxn>
              <a:cxn ang="0">
                <a:pos x="273" y="219"/>
              </a:cxn>
              <a:cxn ang="0">
                <a:pos x="271" y="253"/>
              </a:cxn>
              <a:cxn ang="0">
                <a:pos x="267" y="269"/>
              </a:cxn>
              <a:cxn ang="0">
                <a:pos x="267" y="268"/>
              </a:cxn>
              <a:cxn ang="0">
                <a:pos x="242" y="251"/>
              </a:cxn>
              <a:cxn ang="0">
                <a:pos x="217" y="228"/>
              </a:cxn>
              <a:cxn ang="0">
                <a:pos x="185" y="194"/>
              </a:cxn>
              <a:cxn ang="0">
                <a:pos x="163" y="185"/>
              </a:cxn>
              <a:cxn ang="0">
                <a:pos x="139" y="181"/>
              </a:cxn>
              <a:cxn ang="0">
                <a:pos x="127" y="179"/>
              </a:cxn>
              <a:cxn ang="0">
                <a:pos x="113" y="178"/>
              </a:cxn>
              <a:cxn ang="0">
                <a:pos x="99" y="175"/>
              </a:cxn>
              <a:cxn ang="0">
                <a:pos x="89" y="161"/>
              </a:cxn>
              <a:cxn ang="0">
                <a:pos x="83" y="141"/>
              </a:cxn>
              <a:cxn ang="0">
                <a:pos x="58" y="120"/>
              </a:cxn>
              <a:cxn ang="0">
                <a:pos x="31" y="102"/>
              </a:cxn>
              <a:cxn ang="0">
                <a:pos x="0" y="88"/>
              </a:cxn>
              <a:cxn ang="0">
                <a:pos x="3" y="87"/>
              </a:cxn>
            </a:cxnLst>
            <a:rect l="0" t="0" r="r" b="b"/>
            <a:pathLst>
              <a:path w="273" h="269">
                <a:moveTo>
                  <a:pt x="3" y="87"/>
                </a:moveTo>
                <a:lnTo>
                  <a:pt x="16" y="72"/>
                </a:lnTo>
                <a:lnTo>
                  <a:pt x="31" y="50"/>
                </a:lnTo>
                <a:lnTo>
                  <a:pt x="37" y="38"/>
                </a:lnTo>
                <a:lnTo>
                  <a:pt x="46" y="19"/>
                </a:lnTo>
                <a:lnTo>
                  <a:pt x="48" y="2"/>
                </a:lnTo>
                <a:lnTo>
                  <a:pt x="48" y="1"/>
                </a:lnTo>
                <a:lnTo>
                  <a:pt x="55" y="13"/>
                </a:lnTo>
                <a:lnTo>
                  <a:pt x="66" y="21"/>
                </a:lnTo>
                <a:lnTo>
                  <a:pt x="84" y="25"/>
                </a:lnTo>
                <a:lnTo>
                  <a:pt x="99" y="19"/>
                </a:lnTo>
                <a:lnTo>
                  <a:pt x="118" y="3"/>
                </a:lnTo>
                <a:lnTo>
                  <a:pt x="127" y="0"/>
                </a:lnTo>
                <a:lnTo>
                  <a:pt x="137" y="1"/>
                </a:lnTo>
                <a:lnTo>
                  <a:pt x="145" y="7"/>
                </a:lnTo>
                <a:lnTo>
                  <a:pt x="151" y="17"/>
                </a:lnTo>
                <a:lnTo>
                  <a:pt x="153" y="36"/>
                </a:lnTo>
                <a:lnTo>
                  <a:pt x="151" y="44"/>
                </a:lnTo>
                <a:lnTo>
                  <a:pt x="153" y="54"/>
                </a:lnTo>
                <a:lnTo>
                  <a:pt x="157" y="62"/>
                </a:lnTo>
                <a:lnTo>
                  <a:pt x="172" y="67"/>
                </a:lnTo>
                <a:lnTo>
                  <a:pt x="183" y="64"/>
                </a:lnTo>
                <a:lnTo>
                  <a:pt x="192" y="55"/>
                </a:lnTo>
                <a:lnTo>
                  <a:pt x="200" y="50"/>
                </a:lnTo>
                <a:lnTo>
                  <a:pt x="201" y="49"/>
                </a:lnTo>
                <a:lnTo>
                  <a:pt x="197" y="49"/>
                </a:lnTo>
                <a:lnTo>
                  <a:pt x="208" y="50"/>
                </a:lnTo>
                <a:lnTo>
                  <a:pt x="215" y="55"/>
                </a:lnTo>
                <a:lnTo>
                  <a:pt x="224" y="79"/>
                </a:lnTo>
                <a:lnTo>
                  <a:pt x="226" y="95"/>
                </a:lnTo>
                <a:lnTo>
                  <a:pt x="225" y="102"/>
                </a:lnTo>
                <a:lnTo>
                  <a:pt x="221" y="120"/>
                </a:lnTo>
                <a:lnTo>
                  <a:pt x="211" y="138"/>
                </a:lnTo>
                <a:lnTo>
                  <a:pt x="208" y="155"/>
                </a:lnTo>
                <a:lnTo>
                  <a:pt x="211" y="172"/>
                </a:lnTo>
                <a:lnTo>
                  <a:pt x="226" y="181"/>
                </a:lnTo>
                <a:lnTo>
                  <a:pt x="264" y="172"/>
                </a:lnTo>
                <a:lnTo>
                  <a:pt x="272" y="190"/>
                </a:lnTo>
                <a:lnTo>
                  <a:pt x="273" y="208"/>
                </a:lnTo>
                <a:lnTo>
                  <a:pt x="273" y="219"/>
                </a:lnTo>
                <a:lnTo>
                  <a:pt x="271" y="253"/>
                </a:lnTo>
                <a:lnTo>
                  <a:pt x="267" y="269"/>
                </a:lnTo>
                <a:lnTo>
                  <a:pt x="267" y="268"/>
                </a:lnTo>
                <a:lnTo>
                  <a:pt x="242" y="251"/>
                </a:lnTo>
                <a:lnTo>
                  <a:pt x="217" y="228"/>
                </a:lnTo>
                <a:lnTo>
                  <a:pt x="185" y="194"/>
                </a:lnTo>
                <a:lnTo>
                  <a:pt x="163" y="185"/>
                </a:lnTo>
                <a:lnTo>
                  <a:pt x="139" y="181"/>
                </a:lnTo>
                <a:lnTo>
                  <a:pt x="127" y="179"/>
                </a:lnTo>
                <a:lnTo>
                  <a:pt x="113" y="178"/>
                </a:lnTo>
                <a:lnTo>
                  <a:pt x="99" y="175"/>
                </a:lnTo>
                <a:lnTo>
                  <a:pt x="89" y="161"/>
                </a:lnTo>
                <a:lnTo>
                  <a:pt x="83" y="141"/>
                </a:lnTo>
                <a:lnTo>
                  <a:pt x="58" y="120"/>
                </a:lnTo>
                <a:lnTo>
                  <a:pt x="31" y="102"/>
                </a:lnTo>
                <a:lnTo>
                  <a:pt x="0" y="88"/>
                </a:lnTo>
                <a:lnTo>
                  <a:pt x="3" y="8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50" name="Freeform 49"/>
          <p:cNvSpPr>
            <a:spLocks/>
          </p:cNvSpPr>
          <p:nvPr/>
        </p:nvSpPr>
        <p:spPr bwMode="auto">
          <a:xfrm rot="306148">
            <a:off x="3995947" y="4550249"/>
            <a:ext cx="179510" cy="248042"/>
          </a:xfrm>
          <a:custGeom>
            <a:avLst/>
            <a:gdLst/>
            <a:ahLst/>
            <a:cxnLst>
              <a:cxn ang="0">
                <a:pos x="12" y="513"/>
              </a:cxn>
              <a:cxn ang="0">
                <a:pos x="0" y="461"/>
              </a:cxn>
              <a:cxn ang="0">
                <a:pos x="15" y="442"/>
              </a:cxn>
              <a:cxn ang="0">
                <a:pos x="39" y="446"/>
              </a:cxn>
              <a:cxn ang="0">
                <a:pos x="69" y="437"/>
              </a:cxn>
              <a:cxn ang="0">
                <a:pos x="91" y="411"/>
              </a:cxn>
              <a:cxn ang="0">
                <a:pos x="116" y="353"/>
              </a:cxn>
              <a:cxn ang="0">
                <a:pos x="158" y="313"/>
              </a:cxn>
              <a:cxn ang="0">
                <a:pos x="232" y="263"/>
              </a:cxn>
              <a:cxn ang="0">
                <a:pos x="286" y="226"/>
              </a:cxn>
              <a:cxn ang="0">
                <a:pos x="313" y="163"/>
              </a:cxn>
              <a:cxn ang="0">
                <a:pos x="338" y="122"/>
              </a:cxn>
              <a:cxn ang="0">
                <a:pos x="379" y="77"/>
              </a:cxn>
              <a:cxn ang="0">
                <a:pos x="396" y="34"/>
              </a:cxn>
              <a:cxn ang="0">
                <a:pos x="396" y="0"/>
              </a:cxn>
              <a:cxn ang="0">
                <a:pos x="430" y="44"/>
              </a:cxn>
              <a:cxn ang="0">
                <a:pos x="462" y="79"/>
              </a:cxn>
              <a:cxn ang="0">
                <a:pos x="462" y="104"/>
              </a:cxn>
              <a:cxn ang="0">
                <a:pos x="435" y="175"/>
              </a:cxn>
              <a:cxn ang="0">
                <a:pos x="414" y="227"/>
              </a:cxn>
              <a:cxn ang="0">
                <a:pos x="437" y="245"/>
              </a:cxn>
              <a:cxn ang="0">
                <a:pos x="465" y="252"/>
              </a:cxn>
              <a:cxn ang="0">
                <a:pos x="489" y="278"/>
              </a:cxn>
              <a:cxn ang="0">
                <a:pos x="499" y="319"/>
              </a:cxn>
              <a:cxn ang="0">
                <a:pos x="489" y="350"/>
              </a:cxn>
              <a:cxn ang="0">
                <a:pos x="478" y="359"/>
              </a:cxn>
              <a:cxn ang="0">
                <a:pos x="440" y="401"/>
              </a:cxn>
              <a:cxn ang="0">
                <a:pos x="424" y="452"/>
              </a:cxn>
              <a:cxn ang="0">
                <a:pos x="428" y="491"/>
              </a:cxn>
              <a:cxn ang="0">
                <a:pos x="454" y="530"/>
              </a:cxn>
              <a:cxn ang="0">
                <a:pos x="483" y="549"/>
              </a:cxn>
              <a:cxn ang="0">
                <a:pos x="529" y="575"/>
              </a:cxn>
              <a:cxn ang="0">
                <a:pos x="541" y="593"/>
              </a:cxn>
              <a:cxn ang="0">
                <a:pos x="548" y="631"/>
              </a:cxn>
              <a:cxn ang="0">
                <a:pos x="544" y="679"/>
              </a:cxn>
              <a:cxn ang="0">
                <a:pos x="407" y="686"/>
              </a:cxn>
              <a:cxn ang="0">
                <a:pos x="359" y="697"/>
              </a:cxn>
              <a:cxn ang="0">
                <a:pos x="290" y="701"/>
              </a:cxn>
              <a:cxn ang="0">
                <a:pos x="185" y="705"/>
              </a:cxn>
              <a:cxn ang="0">
                <a:pos x="114" y="714"/>
              </a:cxn>
              <a:cxn ang="0">
                <a:pos x="114" y="674"/>
              </a:cxn>
              <a:cxn ang="0">
                <a:pos x="114" y="625"/>
              </a:cxn>
              <a:cxn ang="0">
                <a:pos x="111" y="609"/>
              </a:cxn>
              <a:cxn ang="0">
                <a:pos x="99" y="599"/>
              </a:cxn>
              <a:cxn ang="0">
                <a:pos x="69" y="600"/>
              </a:cxn>
              <a:cxn ang="0">
                <a:pos x="56" y="581"/>
              </a:cxn>
              <a:cxn ang="0">
                <a:pos x="44" y="565"/>
              </a:cxn>
              <a:cxn ang="0">
                <a:pos x="10" y="547"/>
              </a:cxn>
            </a:cxnLst>
            <a:rect l="0" t="0" r="r" b="b"/>
            <a:pathLst>
              <a:path w="548" h="714">
                <a:moveTo>
                  <a:pt x="10" y="543"/>
                </a:moveTo>
                <a:lnTo>
                  <a:pt x="12" y="513"/>
                </a:lnTo>
                <a:lnTo>
                  <a:pt x="7" y="476"/>
                </a:lnTo>
                <a:lnTo>
                  <a:pt x="0" y="461"/>
                </a:lnTo>
                <a:lnTo>
                  <a:pt x="3" y="448"/>
                </a:lnTo>
                <a:lnTo>
                  <a:pt x="15" y="442"/>
                </a:lnTo>
                <a:lnTo>
                  <a:pt x="23" y="442"/>
                </a:lnTo>
                <a:lnTo>
                  <a:pt x="39" y="446"/>
                </a:lnTo>
                <a:lnTo>
                  <a:pt x="52" y="444"/>
                </a:lnTo>
                <a:lnTo>
                  <a:pt x="69" y="437"/>
                </a:lnTo>
                <a:lnTo>
                  <a:pt x="83" y="427"/>
                </a:lnTo>
                <a:lnTo>
                  <a:pt x="91" y="411"/>
                </a:lnTo>
                <a:lnTo>
                  <a:pt x="103" y="373"/>
                </a:lnTo>
                <a:lnTo>
                  <a:pt x="116" y="353"/>
                </a:lnTo>
                <a:lnTo>
                  <a:pt x="132" y="337"/>
                </a:lnTo>
                <a:lnTo>
                  <a:pt x="158" y="313"/>
                </a:lnTo>
                <a:lnTo>
                  <a:pt x="179" y="300"/>
                </a:lnTo>
                <a:lnTo>
                  <a:pt x="232" y="263"/>
                </a:lnTo>
                <a:lnTo>
                  <a:pt x="261" y="246"/>
                </a:lnTo>
                <a:lnTo>
                  <a:pt x="286" y="226"/>
                </a:lnTo>
                <a:lnTo>
                  <a:pt x="297" y="211"/>
                </a:lnTo>
                <a:lnTo>
                  <a:pt x="313" y="163"/>
                </a:lnTo>
                <a:lnTo>
                  <a:pt x="320" y="147"/>
                </a:lnTo>
                <a:lnTo>
                  <a:pt x="338" y="122"/>
                </a:lnTo>
                <a:lnTo>
                  <a:pt x="364" y="98"/>
                </a:lnTo>
                <a:lnTo>
                  <a:pt x="379" y="77"/>
                </a:lnTo>
                <a:lnTo>
                  <a:pt x="391" y="53"/>
                </a:lnTo>
                <a:lnTo>
                  <a:pt x="396" y="34"/>
                </a:lnTo>
                <a:lnTo>
                  <a:pt x="398" y="0"/>
                </a:lnTo>
                <a:lnTo>
                  <a:pt x="396" y="0"/>
                </a:lnTo>
                <a:lnTo>
                  <a:pt x="413" y="23"/>
                </a:lnTo>
                <a:lnTo>
                  <a:pt x="430" y="44"/>
                </a:lnTo>
                <a:lnTo>
                  <a:pt x="446" y="56"/>
                </a:lnTo>
                <a:lnTo>
                  <a:pt x="462" y="79"/>
                </a:lnTo>
                <a:lnTo>
                  <a:pt x="463" y="87"/>
                </a:lnTo>
                <a:lnTo>
                  <a:pt x="462" y="104"/>
                </a:lnTo>
                <a:lnTo>
                  <a:pt x="451" y="139"/>
                </a:lnTo>
                <a:lnTo>
                  <a:pt x="435" y="175"/>
                </a:lnTo>
                <a:lnTo>
                  <a:pt x="419" y="209"/>
                </a:lnTo>
                <a:lnTo>
                  <a:pt x="414" y="227"/>
                </a:lnTo>
                <a:lnTo>
                  <a:pt x="423" y="240"/>
                </a:lnTo>
                <a:lnTo>
                  <a:pt x="437" y="245"/>
                </a:lnTo>
                <a:lnTo>
                  <a:pt x="453" y="250"/>
                </a:lnTo>
                <a:lnTo>
                  <a:pt x="465" y="252"/>
                </a:lnTo>
                <a:lnTo>
                  <a:pt x="478" y="262"/>
                </a:lnTo>
                <a:lnTo>
                  <a:pt x="489" y="278"/>
                </a:lnTo>
                <a:lnTo>
                  <a:pt x="499" y="300"/>
                </a:lnTo>
                <a:lnTo>
                  <a:pt x="499" y="319"/>
                </a:lnTo>
                <a:lnTo>
                  <a:pt x="489" y="349"/>
                </a:lnTo>
                <a:lnTo>
                  <a:pt x="489" y="350"/>
                </a:lnTo>
                <a:lnTo>
                  <a:pt x="480" y="356"/>
                </a:lnTo>
                <a:lnTo>
                  <a:pt x="478" y="359"/>
                </a:lnTo>
                <a:lnTo>
                  <a:pt x="458" y="376"/>
                </a:lnTo>
                <a:lnTo>
                  <a:pt x="440" y="401"/>
                </a:lnTo>
                <a:lnTo>
                  <a:pt x="428" y="419"/>
                </a:lnTo>
                <a:lnTo>
                  <a:pt x="424" y="452"/>
                </a:lnTo>
                <a:lnTo>
                  <a:pt x="423" y="476"/>
                </a:lnTo>
                <a:lnTo>
                  <a:pt x="428" y="491"/>
                </a:lnTo>
                <a:lnTo>
                  <a:pt x="434" y="506"/>
                </a:lnTo>
                <a:lnTo>
                  <a:pt x="454" y="530"/>
                </a:lnTo>
                <a:lnTo>
                  <a:pt x="478" y="548"/>
                </a:lnTo>
                <a:lnTo>
                  <a:pt x="483" y="549"/>
                </a:lnTo>
                <a:lnTo>
                  <a:pt x="521" y="565"/>
                </a:lnTo>
                <a:lnTo>
                  <a:pt x="529" y="575"/>
                </a:lnTo>
                <a:lnTo>
                  <a:pt x="541" y="596"/>
                </a:lnTo>
                <a:lnTo>
                  <a:pt x="541" y="593"/>
                </a:lnTo>
                <a:lnTo>
                  <a:pt x="548" y="618"/>
                </a:lnTo>
                <a:lnTo>
                  <a:pt x="548" y="631"/>
                </a:lnTo>
                <a:lnTo>
                  <a:pt x="548" y="650"/>
                </a:lnTo>
                <a:lnTo>
                  <a:pt x="544" y="679"/>
                </a:lnTo>
                <a:lnTo>
                  <a:pt x="452" y="681"/>
                </a:lnTo>
                <a:lnTo>
                  <a:pt x="407" y="686"/>
                </a:lnTo>
                <a:lnTo>
                  <a:pt x="360" y="694"/>
                </a:lnTo>
                <a:lnTo>
                  <a:pt x="359" y="697"/>
                </a:lnTo>
                <a:lnTo>
                  <a:pt x="336" y="697"/>
                </a:lnTo>
                <a:lnTo>
                  <a:pt x="290" y="701"/>
                </a:lnTo>
                <a:lnTo>
                  <a:pt x="219" y="708"/>
                </a:lnTo>
                <a:lnTo>
                  <a:pt x="185" y="705"/>
                </a:lnTo>
                <a:lnTo>
                  <a:pt x="167" y="709"/>
                </a:lnTo>
                <a:lnTo>
                  <a:pt x="114" y="714"/>
                </a:lnTo>
                <a:lnTo>
                  <a:pt x="117" y="709"/>
                </a:lnTo>
                <a:lnTo>
                  <a:pt x="114" y="674"/>
                </a:lnTo>
                <a:lnTo>
                  <a:pt x="109" y="652"/>
                </a:lnTo>
                <a:lnTo>
                  <a:pt x="114" y="625"/>
                </a:lnTo>
                <a:lnTo>
                  <a:pt x="111" y="616"/>
                </a:lnTo>
                <a:lnTo>
                  <a:pt x="111" y="609"/>
                </a:lnTo>
                <a:lnTo>
                  <a:pt x="109" y="599"/>
                </a:lnTo>
                <a:lnTo>
                  <a:pt x="99" y="599"/>
                </a:lnTo>
                <a:lnTo>
                  <a:pt x="85" y="603"/>
                </a:lnTo>
                <a:lnTo>
                  <a:pt x="69" y="600"/>
                </a:lnTo>
                <a:lnTo>
                  <a:pt x="59" y="593"/>
                </a:lnTo>
                <a:lnTo>
                  <a:pt x="56" y="581"/>
                </a:lnTo>
                <a:lnTo>
                  <a:pt x="57" y="565"/>
                </a:lnTo>
                <a:lnTo>
                  <a:pt x="44" y="565"/>
                </a:lnTo>
                <a:lnTo>
                  <a:pt x="28" y="559"/>
                </a:lnTo>
                <a:lnTo>
                  <a:pt x="10" y="547"/>
                </a:lnTo>
                <a:lnTo>
                  <a:pt x="10" y="54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51" name="Freeform 50"/>
          <p:cNvSpPr>
            <a:spLocks/>
          </p:cNvSpPr>
          <p:nvPr/>
        </p:nvSpPr>
        <p:spPr bwMode="auto">
          <a:xfrm rot="306148">
            <a:off x="4022058" y="4793089"/>
            <a:ext cx="35902" cy="31222"/>
          </a:xfrm>
          <a:custGeom>
            <a:avLst/>
            <a:gdLst/>
            <a:ahLst/>
            <a:cxnLst>
              <a:cxn ang="0">
                <a:pos x="0" y="84"/>
              </a:cxn>
              <a:cxn ang="0">
                <a:pos x="0" y="59"/>
              </a:cxn>
              <a:cxn ang="0">
                <a:pos x="0" y="39"/>
              </a:cxn>
              <a:cxn ang="0">
                <a:pos x="6" y="3"/>
              </a:cxn>
              <a:cxn ang="0">
                <a:pos x="2" y="7"/>
              </a:cxn>
              <a:cxn ang="0">
                <a:pos x="53" y="3"/>
              </a:cxn>
              <a:cxn ang="0">
                <a:pos x="71" y="0"/>
              </a:cxn>
              <a:cxn ang="0">
                <a:pos x="106" y="2"/>
              </a:cxn>
              <a:cxn ang="0">
                <a:pos x="108" y="31"/>
              </a:cxn>
              <a:cxn ang="0">
                <a:pos x="106" y="59"/>
              </a:cxn>
              <a:cxn ang="0">
                <a:pos x="101" y="66"/>
              </a:cxn>
              <a:cxn ang="0">
                <a:pos x="90" y="72"/>
              </a:cxn>
              <a:cxn ang="0">
                <a:pos x="2" y="90"/>
              </a:cxn>
              <a:cxn ang="0">
                <a:pos x="0" y="84"/>
              </a:cxn>
            </a:cxnLst>
            <a:rect l="0" t="0" r="r" b="b"/>
            <a:pathLst>
              <a:path w="108" h="90">
                <a:moveTo>
                  <a:pt x="0" y="84"/>
                </a:moveTo>
                <a:lnTo>
                  <a:pt x="0" y="59"/>
                </a:lnTo>
                <a:lnTo>
                  <a:pt x="0" y="39"/>
                </a:lnTo>
                <a:lnTo>
                  <a:pt x="6" y="3"/>
                </a:lnTo>
                <a:lnTo>
                  <a:pt x="2" y="7"/>
                </a:lnTo>
                <a:lnTo>
                  <a:pt x="53" y="3"/>
                </a:lnTo>
                <a:lnTo>
                  <a:pt x="71" y="0"/>
                </a:lnTo>
                <a:lnTo>
                  <a:pt x="106" y="2"/>
                </a:lnTo>
                <a:lnTo>
                  <a:pt x="108" y="31"/>
                </a:lnTo>
                <a:lnTo>
                  <a:pt x="106" y="59"/>
                </a:lnTo>
                <a:lnTo>
                  <a:pt x="101" y="66"/>
                </a:lnTo>
                <a:lnTo>
                  <a:pt x="90" y="72"/>
                </a:lnTo>
                <a:lnTo>
                  <a:pt x="2" y="90"/>
                </a:lnTo>
                <a:lnTo>
                  <a:pt x="0" y="8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52" name="Freeform 51"/>
          <p:cNvSpPr>
            <a:spLocks/>
          </p:cNvSpPr>
          <p:nvPr/>
        </p:nvSpPr>
        <p:spPr bwMode="auto">
          <a:xfrm rot="306148">
            <a:off x="4013901" y="4793089"/>
            <a:ext cx="124025" cy="138765"/>
          </a:xfrm>
          <a:custGeom>
            <a:avLst/>
            <a:gdLst/>
            <a:ahLst/>
            <a:cxnLst>
              <a:cxn ang="0">
                <a:pos x="102" y="395"/>
              </a:cxn>
              <a:cxn ang="0">
                <a:pos x="38" y="361"/>
              </a:cxn>
              <a:cxn ang="0">
                <a:pos x="20" y="332"/>
              </a:cxn>
              <a:cxn ang="0">
                <a:pos x="16" y="305"/>
              </a:cxn>
              <a:cxn ang="0">
                <a:pos x="24" y="280"/>
              </a:cxn>
              <a:cxn ang="0">
                <a:pos x="30" y="267"/>
              </a:cxn>
              <a:cxn ang="0">
                <a:pos x="5" y="232"/>
              </a:cxn>
              <a:cxn ang="0">
                <a:pos x="2" y="195"/>
              </a:cxn>
              <a:cxn ang="0">
                <a:pos x="24" y="171"/>
              </a:cxn>
              <a:cxn ang="0">
                <a:pos x="26" y="151"/>
              </a:cxn>
              <a:cxn ang="0">
                <a:pos x="7" y="95"/>
              </a:cxn>
              <a:cxn ang="0">
                <a:pos x="100" y="83"/>
              </a:cxn>
              <a:cxn ang="0">
                <a:pos x="116" y="70"/>
              </a:cxn>
              <a:cxn ang="0">
                <a:pos x="116" y="12"/>
              </a:cxn>
              <a:cxn ang="0">
                <a:pos x="232" y="0"/>
              </a:cxn>
              <a:cxn ang="0">
                <a:pos x="252" y="1"/>
              </a:cxn>
              <a:cxn ang="0">
                <a:pos x="272" y="25"/>
              </a:cxn>
              <a:cxn ang="0">
                <a:pos x="301" y="35"/>
              </a:cxn>
              <a:cxn ang="0">
                <a:pos x="331" y="18"/>
              </a:cxn>
              <a:cxn ang="0">
                <a:pos x="342" y="25"/>
              </a:cxn>
              <a:cxn ang="0">
                <a:pos x="339" y="57"/>
              </a:cxn>
              <a:cxn ang="0">
                <a:pos x="323" y="94"/>
              </a:cxn>
              <a:cxn ang="0">
                <a:pos x="366" y="198"/>
              </a:cxn>
              <a:cxn ang="0">
                <a:pos x="375" y="235"/>
              </a:cxn>
              <a:cxn ang="0">
                <a:pos x="372" y="285"/>
              </a:cxn>
              <a:cxn ang="0">
                <a:pos x="349" y="298"/>
              </a:cxn>
              <a:cxn ang="0">
                <a:pos x="305" y="296"/>
              </a:cxn>
              <a:cxn ang="0">
                <a:pos x="286" y="274"/>
              </a:cxn>
              <a:cxn ang="0">
                <a:pos x="257" y="255"/>
              </a:cxn>
              <a:cxn ang="0">
                <a:pos x="220" y="279"/>
              </a:cxn>
              <a:cxn ang="0">
                <a:pos x="211" y="308"/>
              </a:cxn>
              <a:cxn ang="0">
                <a:pos x="206" y="341"/>
              </a:cxn>
              <a:cxn ang="0">
                <a:pos x="199" y="375"/>
              </a:cxn>
              <a:cxn ang="0">
                <a:pos x="179" y="401"/>
              </a:cxn>
              <a:cxn ang="0">
                <a:pos x="139" y="398"/>
              </a:cxn>
              <a:cxn ang="0">
                <a:pos x="116" y="399"/>
              </a:cxn>
              <a:cxn ang="0">
                <a:pos x="111" y="398"/>
              </a:cxn>
            </a:cxnLst>
            <a:rect l="0" t="0" r="r" b="b"/>
            <a:pathLst>
              <a:path w="380" h="401">
                <a:moveTo>
                  <a:pt x="111" y="398"/>
                </a:moveTo>
                <a:lnTo>
                  <a:pt x="102" y="395"/>
                </a:lnTo>
                <a:lnTo>
                  <a:pt x="60" y="374"/>
                </a:lnTo>
                <a:lnTo>
                  <a:pt x="38" y="361"/>
                </a:lnTo>
                <a:lnTo>
                  <a:pt x="28" y="344"/>
                </a:lnTo>
                <a:lnTo>
                  <a:pt x="20" y="332"/>
                </a:lnTo>
                <a:lnTo>
                  <a:pt x="17" y="317"/>
                </a:lnTo>
                <a:lnTo>
                  <a:pt x="16" y="305"/>
                </a:lnTo>
                <a:lnTo>
                  <a:pt x="19" y="292"/>
                </a:lnTo>
                <a:lnTo>
                  <a:pt x="24" y="280"/>
                </a:lnTo>
                <a:lnTo>
                  <a:pt x="30" y="274"/>
                </a:lnTo>
                <a:lnTo>
                  <a:pt x="30" y="267"/>
                </a:lnTo>
                <a:lnTo>
                  <a:pt x="17" y="250"/>
                </a:lnTo>
                <a:lnTo>
                  <a:pt x="5" y="232"/>
                </a:lnTo>
                <a:lnTo>
                  <a:pt x="0" y="211"/>
                </a:lnTo>
                <a:lnTo>
                  <a:pt x="2" y="195"/>
                </a:lnTo>
                <a:lnTo>
                  <a:pt x="7" y="181"/>
                </a:lnTo>
                <a:lnTo>
                  <a:pt x="24" y="171"/>
                </a:lnTo>
                <a:lnTo>
                  <a:pt x="28" y="159"/>
                </a:lnTo>
                <a:lnTo>
                  <a:pt x="26" y="151"/>
                </a:lnTo>
                <a:lnTo>
                  <a:pt x="20" y="148"/>
                </a:lnTo>
                <a:lnTo>
                  <a:pt x="7" y="95"/>
                </a:lnTo>
                <a:lnTo>
                  <a:pt x="11" y="101"/>
                </a:lnTo>
                <a:lnTo>
                  <a:pt x="100" y="83"/>
                </a:lnTo>
                <a:lnTo>
                  <a:pt x="111" y="77"/>
                </a:lnTo>
                <a:lnTo>
                  <a:pt x="116" y="70"/>
                </a:lnTo>
                <a:lnTo>
                  <a:pt x="118" y="41"/>
                </a:lnTo>
                <a:lnTo>
                  <a:pt x="116" y="12"/>
                </a:lnTo>
                <a:lnTo>
                  <a:pt x="187" y="6"/>
                </a:lnTo>
                <a:lnTo>
                  <a:pt x="232" y="0"/>
                </a:lnTo>
                <a:lnTo>
                  <a:pt x="255" y="0"/>
                </a:lnTo>
                <a:lnTo>
                  <a:pt x="252" y="1"/>
                </a:lnTo>
                <a:lnTo>
                  <a:pt x="259" y="18"/>
                </a:lnTo>
                <a:lnTo>
                  <a:pt x="272" y="25"/>
                </a:lnTo>
                <a:lnTo>
                  <a:pt x="284" y="35"/>
                </a:lnTo>
                <a:lnTo>
                  <a:pt x="301" y="35"/>
                </a:lnTo>
                <a:lnTo>
                  <a:pt x="314" y="32"/>
                </a:lnTo>
                <a:lnTo>
                  <a:pt x="331" y="18"/>
                </a:lnTo>
                <a:lnTo>
                  <a:pt x="339" y="18"/>
                </a:lnTo>
                <a:lnTo>
                  <a:pt x="342" y="25"/>
                </a:lnTo>
                <a:lnTo>
                  <a:pt x="340" y="42"/>
                </a:lnTo>
                <a:lnTo>
                  <a:pt x="339" y="57"/>
                </a:lnTo>
                <a:lnTo>
                  <a:pt x="330" y="80"/>
                </a:lnTo>
                <a:lnTo>
                  <a:pt x="323" y="94"/>
                </a:lnTo>
                <a:lnTo>
                  <a:pt x="328" y="101"/>
                </a:lnTo>
                <a:lnTo>
                  <a:pt x="366" y="198"/>
                </a:lnTo>
                <a:lnTo>
                  <a:pt x="372" y="214"/>
                </a:lnTo>
                <a:lnTo>
                  <a:pt x="375" y="235"/>
                </a:lnTo>
                <a:lnTo>
                  <a:pt x="380" y="269"/>
                </a:lnTo>
                <a:lnTo>
                  <a:pt x="372" y="285"/>
                </a:lnTo>
                <a:lnTo>
                  <a:pt x="365" y="290"/>
                </a:lnTo>
                <a:lnTo>
                  <a:pt x="349" y="298"/>
                </a:lnTo>
                <a:lnTo>
                  <a:pt x="327" y="300"/>
                </a:lnTo>
                <a:lnTo>
                  <a:pt x="305" y="296"/>
                </a:lnTo>
                <a:lnTo>
                  <a:pt x="296" y="287"/>
                </a:lnTo>
                <a:lnTo>
                  <a:pt x="286" y="274"/>
                </a:lnTo>
                <a:lnTo>
                  <a:pt x="275" y="262"/>
                </a:lnTo>
                <a:lnTo>
                  <a:pt x="257" y="255"/>
                </a:lnTo>
                <a:lnTo>
                  <a:pt x="235" y="261"/>
                </a:lnTo>
                <a:lnTo>
                  <a:pt x="220" y="279"/>
                </a:lnTo>
                <a:lnTo>
                  <a:pt x="215" y="293"/>
                </a:lnTo>
                <a:lnTo>
                  <a:pt x="211" y="308"/>
                </a:lnTo>
                <a:lnTo>
                  <a:pt x="208" y="328"/>
                </a:lnTo>
                <a:lnTo>
                  <a:pt x="206" y="341"/>
                </a:lnTo>
                <a:lnTo>
                  <a:pt x="204" y="356"/>
                </a:lnTo>
                <a:lnTo>
                  <a:pt x="199" y="375"/>
                </a:lnTo>
                <a:lnTo>
                  <a:pt x="192" y="390"/>
                </a:lnTo>
                <a:lnTo>
                  <a:pt x="179" y="401"/>
                </a:lnTo>
                <a:lnTo>
                  <a:pt x="164" y="401"/>
                </a:lnTo>
                <a:lnTo>
                  <a:pt x="139" y="398"/>
                </a:lnTo>
                <a:lnTo>
                  <a:pt x="122" y="398"/>
                </a:lnTo>
                <a:lnTo>
                  <a:pt x="116" y="399"/>
                </a:lnTo>
                <a:lnTo>
                  <a:pt x="111" y="399"/>
                </a:lnTo>
                <a:lnTo>
                  <a:pt x="111" y="39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Freeform 52"/>
          <p:cNvSpPr>
            <a:spLocks/>
          </p:cNvSpPr>
          <p:nvPr/>
        </p:nvSpPr>
        <p:spPr bwMode="auto">
          <a:xfrm rot="306148">
            <a:off x="4134660" y="4583206"/>
            <a:ext cx="303536" cy="194271"/>
          </a:xfrm>
          <a:custGeom>
            <a:avLst/>
            <a:gdLst/>
            <a:ahLst/>
            <a:cxnLst>
              <a:cxn ang="0">
                <a:pos x="569" y="6"/>
              </a:cxn>
              <a:cxn ang="0">
                <a:pos x="525" y="26"/>
              </a:cxn>
              <a:cxn ang="0">
                <a:pos x="464" y="65"/>
              </a:cxn>
              <a:cxn ang="0">
                <a:pos x="441" y="117"/>
              </a:cxn>
              <a:cxn ang="0">
                <a:pos x="424" y="190"/>
              </a:cxn>
              <a:cxn ang="0">
                <a:pos x="386" y="205"/>
              </a:cxn>
              <a:cxn ang="0">
                <a:pos x="327" y="201"/>
              </a:cxn>
              <a:cxn ang="0">
                <a:pos x="295" y="208"/>
              </a:cxn>
              <a:cxn ang="0">
                <a:pos x="272" y="232"/>
              </a:cxn>
              <a:cxn ang="0">
                <a:pos x="220" y="263"/>
              </a:cxn>
              <a:cxn ang="0">
                <a:pos x="150" y="298"/>
              </a:cxn>
              <a:cxn ang="0">
                <a:pos x="65" y="313"/>
              </a:cxn>
              <a:cxn ang="0">
                <a:pos x="57" y="315"/>
              </a:cxn>
              <a:cxn ang="0">
                <a:pos x="35" y="335"/>
              </a:cxn>
              <a:cxn ang="0">
                <a:pos x="5" y="378"/>
              </a:cxn>
              <a:cxn ang="0">
                <a:pos x="0" y="435"/>
              </a:cxn>
              <a:cxn ang="0">
                <a:pos x="11" y="465"/>
              </a:cxn>
              <a:cxn ang="0">
                <a:pos x="54" y="507"/>
              </a:cxn>
              <a:cxn ang="0">
                <a:pos x="98" y="525"/>
              </a:cxn>
              <a:cxn ang="0">
                <a:pos x="118" y="555"/>
              </a:cxn>
              <a:cxn ang="0">
                <a:pos x="124" y="555"/>
              </a:cxn>
              <a:cxn ang="0">
                <a:pos x="228" y="518"/>
              </a:cxn>
              <a:cxn ang="0">
                <a:pos x="264" y="520"/>
              </a:cxn>
              <a:cxn ang="0">
                <a:pos x="299" y="518"/>
              </a:cxn>
              <a:cxn ang="0">
                <a:pos x="314" y="501"/>
              </a:cxn>
              <a:cxn ang="0">
                <a:pos x="326" y="465"/>
              </a:cxn>
              <a:cxn ang="0">
                <a:pos x="348" y="440"/>
              </a:cxn>
              <a:cxn ang="0">
                <a:pos x="384" y="429"/>
              </a:cxn>
              <a:cxn ang="0">
                <a:pos x="436" y="444"/>
              </a:cxn>
              <a:cxn ang="0">
                <a:pos x="478" y="469"/>
              </a:cxn>
              <a:cxn ang="0">
                <a:pos x="566" y="481"/>
              </a:cxn>
              <a:cxn ang="0">
                <a:pos x="601" y="464"/>
              </a:cxn>
              <a:cxn ang="0">
                <a:pos x="647" y="429"/>
              </a:cxn>
              <a:cxn ang="0">
                <a:pos x="674" y="431"/>
              </a:cxn>
              <a:cxn ang="0">
                <a:pos x="700" y="447"/>
              </a:cxn>
              <a:cxn ang="0">
                <a:pos x="723" y="447"/>
              </a:cxn>
              <a:cxn ang="0">
                <a:pos x="740" y="420"/>
              </a:cxn>
              <a:cxn ang="0">
                <a:pos x="772" y="385"/>
              </a:cxn>
              <a:cxn ang="0">
                <a:pos x="876" y="378"/>
              </a:cxn>
              <a:cxn ang="0">
                <a:pos x="927" y="364"/>
              </a:cxn>
              <a:cxn ang="0">
                <a:pos x="888" y="308"/>
              </a:cxn>
              <a:cxn ang="0">
                <a:pos x="856" y="292"/>
              </a:cxn>
              <a:cxn ang="0">
                <a:pos x="853" y="245"/>
              </a:cxn>
              <a:cxn ang="0">
                <a:pos x="821" y="252"/>
              </a:cxn>
              <a:cxn ang="0">
                <a:pos x="793" y="244"/>
              </a:cxn>
              <a:cxn ang="0">
                <a:pos x="781" y="227"/>
              </a:cxn>
              <a:cxn ang="0">
                <a:pos x="778" y="193"/>
              </a:cxn>
              <a:cxn ang="0">
                <a:pos x="744" y="174"/>
              </a:cxn>
              <a:cxn ang="0">
                <a:pos x="700" y="168"/>
              </a:cxn>
              <a:cxn ang="0">
                <a:pos x="680" y="140"/>
              </a:cxn>
              <a:cxn ang="0">
                <a:pos x="680" y="123"/>
              </a:cxn>
              <a:cxn ang="0">
                <a:pos x="680" y="77"/>
              </a:cxn>
              <a:cxn ang="0">
                <a:pos x="650" y="64"/>
              </a:cxn>
              <a:cxn ang="0">
                <a:pos x="619" y="59"/>
              </a:cxn>
              <a:cxn ang="0">
                <a:pos x="604" y="41"/>
              </a:cxn>
              <a:cxn ang="0">
                <a:pos x="610" y="9"/>
              </a:cxn>
              <a:cxn ang="0">
                <a:pos x="587" y="0"/>
              </a:cxn>
            </a:cxnLst>
            <a:rect l="0" t="0" r="r" b="b"/>
            <a:pathLst>
              <a:path w="931" h="558">
                <a:moveTo>
                  <a:pt x="587" y="1"/>
                </a:moveTo>
                <a:lnTo>
                  <a:pt x="569" y="6"/>
                </a:lnTo>
                <a:lnTo>
                  <a:pt x="553" y="12"/>
                </a:lnTo>
                <a:lnTo>
                  <a:pt x="525" y="26"/>
                </a:lnTo>
                <a:lnTo>
                  <a:pt x="479" y="48"/>
                </a:lnTo>
                <a:lnTo>
                  <a:pt x="464" y="65"/>
                </a:lnTo>
                <a:lnTo>
                  <a:pt x="456" y="81"/>
                </a:lnTo>
                <a:lnTo>
                  <a:pt x="441" y="117"/>
                </a:lnTo>
                <a:lnTo>
                  <a:pt x="430" y="163"/>
                </a:lnTo>
                <a:lnTo>
                  <a:pt x="424" y="190"/>
                </a:lnTo>
                <a:lnTo>
                  <a:pt x="407" y="202"/>
                </a:lnTo>
                <a:lnTo>
                  <a:pt x="386" y="205"/>
                </a:lnTo>
                <a:lnTo>
                  <a:pt x="360" y="203"/>
                </a:lnTo>
                <a:lnTo>
                  <a:pt x="327" y="201"/>
                </a:lnTo>
                <a:lnTo>
                  <a:pt x="310" y="203"/>
                </a:lnTo>
                <a:lnTo>
                  <a:pt x="295" y="208"/>
                </a:lnTo>
                <a:lnTo>
                  <a:pt x="284" y="216"/>
                </a:lnTo>
                <a:lnTo>
                  <a:pt x="272" y="232"/>
                </a:lnTo>
                <a:lnTo>
                  <a:pt x="258" y="250"/>
                </a:lnTo>
                <a:lnTo>
                  <a:pt x="220" y="263"/>
                </a:lnTo>
                <a:lnTo>
                  <a:pt x="206" y="272"/>
                </a:lnTo>
                <a:lnTo>
                  <a:pt x="150" y="298"/>
                </a:lnTo>
                <a:lnTo>
                  <a:pt x="103" y="309"/>
                </a:lnTo>
                <a:lnTo>
                  <a:pt x="65" y="313"/>
                </a:lnTo>
                <a:lnTo>
                  <a:pt x="66" y="309"/>
                </a:lnTo>
                <a:lnTo>
                  <a:pt x="57" y="315"/>
                </a:lnTo>
                <a:lnTo>
                  <a:pt x="54" y="319"/>
                </a:lnTo>
                <a:lnTo>
                  <a:pt x="35" y="335"/>
                </a:lnTo>
                <a:lnTo>
                  <a:pt x="16" y="360"/>
                </a:lnTo>
                <a:lnTo>
                  <a:pt x="5" y="378"/>
                </a:lnTo>
                <a:lnTo>
                  <a:pt x="0" y="412"/>
                </a:lnTo>
                <a:lnTo>
                  <a:pt x="0" y="435"/>
                </a:lnTo>
                <a:lnTo>
                  <a:pt x="5" y="450"/>
                </a:lnTo>
                <a:lnTo>
                  <a:pt x="11" y="465"/>
                </a:lnTo>
                <a:lnTo>
                  <a:pt x="31" y="489"/>
                </a:lnTo>
                <a:lnTo>
                  <a:pt x="54" y="507"/>
                </a:lnTo>
                <a:lnTo>
                  <a:pt x="60" y="508"/>
                </a:lnTo>
                <a:lnTo>
                  <a:pt x="98" y="525"/>
                </a:lnTo>
                <a:lnTo>
                  <a:pt x="106" y="534"/>
                </a:lnTo>
                <a:lnTo>
                  <a:pt x="118" y="555"/>
                </a:lnTo>
                <a:lnTo>
                  <a:pt x="117" y="558"/>
                </a:lnTo>
                <a:lnTo>
                  <a:pt x="124" y="555"/>
                </a:lnTo>
                <a:lnTo>
                  <a:pt x="157" y="542"/>
                </a:lnTo>
                <a:lnTo>
                  <a:pt x="228" y="518"/>
                </a:lnTo>
                <a:lnTo>
                  <a:pt x="245" y="516"/>
                </a:lnTo>
                <a:lnTo>
                  <a:pt x="264" y="520"/>
                </a:lnTo>
                <a:lnTo>
                  <a:pt x="281" y="523"/>
                </a:lnTo>
                <a:lnTo>
                  <a:pt x="299" y="518"/>
                </a:lnTo>
                <a:lnTo>
                  <a:pt x="299" y="518"/>
                </a:lnTo>
                <a:lnTo>
                  <a:pt x="314" y="501"/>
                </a:lnTo>
                <a:lnTo>
                  <a:pt x="321" y="487"/>
                </a:lnTo>
                <a:lnTo>
                  <a:pt x="326" y="465"/>
                </a:lnTo>
                <a:lnTo>
                  <a:pt x="337" y="449"/>
                </a:lnTo>
                <a:lnTo>
                  <a:pt x="348" y="440"/>
                </a:lnTo>
                <a:lnTo>
                  <a:pt x="359" y="434"/>
                </a:lnTo>
                <a:lnTo>
                  <a:pt x="384" y="429"/>
                </a:lnTo>
                <a:lnTo>
                  <a:pt x="411" y="429"/>
                </a:lnTo>
                <a:lnTo>
                  <a:pt x="436" y="444"/>
                </a:lnTo>
                <a:lnTo>
                  <a:pt x="456" y="456"/>
                </a:lnTo>
                <a:lnTo>
                  <a:pt x="478" y="469"/>
                </a:lnTo>
                <a:lnTo>
                  <a:pt x="554" y="482"/>
                </a:lnTo>
                <a:lnTo>
                  <a:pt x="566" y="481"/>
                </a:lnTo>
                <a:lnTo>
                  <a:pt x="590" y="472"/>
                </a:lnTo>
                <a:lnTo>
                  <a:pt x="601" y="464"/>
                </a:lnTo>
                <a:lnTo>
                  <a:pt x="626" y="440"/>
                </a:lnTo>
                <a:lnTo>
                  <a:pt x="647" y="429"/>
                </a:lnTo>
                <a:lnTo>
                  <a:pt x="661" y="428"/>
                </a:lnTo>
                <a:lnTo>
                  <a:pt x="674" y="431"/>
                </a:lnTo>
                <a:lnTo>
                  <a:pt x="682" y="438"/>
                </a:lnTo>
                <a:lnTo>
                  <a:pt x="700" y="447"/>
                </a:lnTo>
                <a:lnTo>
                  <a:pt x="712" y="449"/>
                </a:lnTo>
                <a:lnTo>
                  <a:pt x="723" y="447"/>
                </a:lnTo>
                <a:lnTo>
                  <a:pt x="734" y="430"/>
                </a:lnTo>
                <a:lnTo>
                  <a:pt x="740" y="420"/>
                </a:lnTo>
                <a:lnTo>
                  <a:pt x="750" y="403"/>
                </a:lnTo>
                <a:lnTo>
                  <a:pt x="772" y="385"/>
                </a:lnTo>
                <a:lnTo>
                  <a:pt x="789" y="379"/>
                </a:lnTo>
                <a:lnTo>
                  <a:pt x="876" y="378"/>
                </a:lnTo>
                <a:lnTo>
                  <a:pt x="931" y="383"/>
                </a:lnTo>
                <a:lnTo>
                  <a:pt x="927" y="364"/>
                </a:lnTo>
                <a:lnTo>
                  <a:pt x="906" y="331"/>
                </a:lnTo>
                <a:lnTo>
                  <a:pt x="888" y="308"/>
                </a:lnTo>
                <a:lnTo>
                  <a:pt x="866" y="303"/>
                </a:lnTo>
                <a:lnTo>
                  <a:pt x="856" y="292"/>
                </a:lnTo>
                <a:lnTo>
                  <a:pt x="857" y="271"/>
                </a:lnTo>
                <a:lnTo>
                  <a:pt x="853" y="245"/>
                </a:lnTo>
                <a:lnTo>
                  <a:pt x="837" y="249"/>
                </a:lnTo>
                <a:lnTo>
                  <a:pt x="821" y="252"/>
                </a:lnTo>
                <a:lnTo>
                  <a:pt x="809" y="251"/>
                </a:lnTo>
                <a:lnTo>
                  <a:pt x="793" y="244"/>
                </a:lnTo>
                <a:lnTo>
                  <a:pt x="787" y="236"/>
                </a:lnTo>
                <a:lnTo>
                  <a:pt x="781" y="227"/>
                </a:lnTo>
                <a:lnTo>
                  <a:pt x="780" y="211"/>
                </a:lnTo>
                <a:lnTo>
                  <a:pt x="778" y="193"/>
                </a:lnTo>
                <a:lnTo>
                  <a:pt x="763" y="180"/>
                </a:lnTo>
                <a:lnTo>
                  <a:pt x="744" y="174"/>
                </a:lnTo>
                <a:lnTo>
                  <a:pt x="712" y="170"/>
                </a:lnTo>
                <a:lnTo>
                  <a:pt x="700" y="168"/>
                </a:lnTo>
                <a:lnTo>
                  <a:pt x="683" y="157"/>
                </a:lnTo>
                <a:lnTo>
                  <a:pt x="680" y="140"/>
                </a:lnTo>
                <a:lnTo>
                  <a:pt x="677" y="135"/>
                </a:lnTo>
                <a:lnTo>
                  <a:pt x="680" y="123"/>
                </a:lnTo>
                <a:lnTo>
                  <a:pt x="682" y="105"/>
                </a:lnTo>
                <a:lnTo>
                  <a:pt x="680" y="77"/>
                </a:lnTo>
                <a:lnTo>
                  <a:pt x="667" y="65"/>
                </a:lnTo>
                <a:lnTo>
                  <a:pt x="650" y="64"/>
                </a:lnTo>
                <a:lnTo>
                  <a:pt x="638" y="64"/>
                </a:lnTo>
                <a:lnTo>
                  <a:pt x="619" y="59"/>
                </a:lnTo>
                <a:lnTo>
                  <a:pt x="605" y="48"/>
                </a:lnTo>
                <a:lnTo>
                  <a:pt x="604" y="41"/>
                </a:lnTo>
                <a:lnTo>
                  <a:pt x="604" y="27"/>
                </a:lnTo>
                <a:lnTo>
                  <a:pt x="610" y="9"/>
                </a:lnTo>
                <a:lnTo>
                  <a:pt x="606" y="1"/>
                </a:lnTo>
                <a:lnTo>
                  <a:pt x="587" y="0"/>
                </a:lnTo>
                <a:lnTo>
                  <a:pt x="587" y="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54" name="Freeform 53"/>
          <p:cNvSpPr>
            <a:spLocks/>
          </p:cNvSpPr>
          <p:nvPr/>
        </p:nvSpPr>
        <p:spPr bwMode="auto">
          <a:xfrm rot="306148">
            <a:off x="4049803" y="4749724"/>
            <a:ext cx="169719" cy="239369"/>
          </a:xfrm>
          <a:custGeom>
            <a:avLst/>
            <a:gdLst/>
            <a:ahLst/>
            <a:cxnLst>
              <a:cxn ang="0">
                <a:pos x="132" y="653"/>
              </a:cxn>
              <a:cxn ang="0">
                <a:pos x="167" y="606"/>
              </a:cxn>
              <a:cxn ang="0">
                <a:pos x="202" y="581"/>
              </a:cxn>
              <a:cxn ang="0">
                <a:pos x="228" y="581"/>
              </a:cxn>
              <a:cxn ang="0">
                <a:pos x="272" y="604"/>
              </a:cxn>
              <a:cxn ang="0">
                <a:pos x="315" y="601"/>
              </a:cxn>
              <a:cxn ang="0">
                <a:pos x="346" y="568"/>
              </a:cxn>
              <a:cxn ang="0">
                <a:pos x="348" y="467"/>
              </a:cxn>
              <a:cxn ang="0">
                <a:pos x="360" y="437"/>
              </a:cxn>
              <a:cxn ang="0">
                <a:pos x="408" y="402"/>
              </a:cxn>
              <a:cxn ang="0">
                <a:pos x="435" y="375"/>
              </a:cxn>
              <a:cxn ang="0">
                <a:pos x="442" y="320"/>
              </a:cxn>
              <a:cxn ang="0">
                <a:pos x="457" y="231"/>
              </a:cxn>
              <a:cxn ang="0">
                <a:pos x="492" y="159"/>
              </a:cxn>
              <a:cxn ang="0">
                <a:pos x="513" y="87"/>
              </a:cxn>
              <a:cxn ang="0">
                <a:pos x="506" y="2"/>
              </a:cxn>
              <a:cxn ang="0">
                <a:pos x="472" y="4"/>
              </a:cxn>
              <a:cxn ang="0">
                <a:pos x="436" y="2"/>
              </a:cxn>
              <a:cxn ang="0">
                <a:pos x="332" y="39"/>
              </a:cxn>
              <a:cxn ang="0">
                <a:pos x="326" y="37"/>
              </a:cxn>
              <a:cxn ang="0">
                <a:pos x="332" y="76"/>
              </a:cxn>
              <a:cxn ang="0">
                <a:pos x="327" y="122"/>
              </a:cxn>
              <a:cxn ang="0">
                <a:pos x="191" y="129"/>
              </a:cxn>
              <a:cxn ang="0">
                <a:pos x="140" y="141"/>
              </a:cxn>
              <a:cxn ang="0">
                <a:pos x="160" y="165"/>
              </a:cxn>
              <a:cxn ang="0">
                <a:pos x="190" y="173"/>
              </a:cxn>
              <a:cxn ang="0">
                <a:pos x="219" y="158"/>
              </a:cxn>
              <a:cxn ang="0">
                <a:pos x="230" y="165"/>
              </a:cxn>
              <a:cxn ang="0">
                <a:pos x="227" y="195"/>
              </a:cxn>
              <a:cxn ang="0">
                <a:pos x="213" y="234"/>
              </a:cxn>
              <a:cxn ang="0">
                <a:pos x="254" y="336"/>
              </a:cxn>
              <a:cxn ang="0">
                <a:pos x="263" y="375"/>
              </a:cxn>
              <a:cxn ang="0">
                <a:pos x="260" y="423"/>
              </a:cxn>
              <a:cxn ang="0">
                <a:pos x="237" y="438"/>
              </a:cxn>
              <a:cxn ang="0">
                <a:pos x="193" y="434"/>
              </a:cxn>
              <a:cxn ang="0">
                <a:pos x="174" y="414"/>
              </a:cxn>
              <a:cxn ang="0">
                <a:pos x="146" y="394"/>
              </a:cxn>
              <a:cxn ang="0">
                <a:pos x="109" y="419"/>
              </a:cxn>
              <a:cxn ang="0">
                <a:pos x="99" y="447"/>
              </a:cxn>
              <a:cxn ang="0">
                <a:pos x="94" y="481"/>
              </a:cxn>
              <a:cxn ang="0">
                <a:pos x="87" y="515"/>
              </a:cxn>
              <a:cxn ang="0">
                <a:pos x="67" y="540"/>
              </a:cxn>
              <a:cxn ang="0">
                <a:pos x="28" y="538"/>
              </a:cxn>
              <a:cxn ang="0">
                <a:pos x="5" y="539"/>
              </a:cxn>
              <a:cxn ang="0">
                <a:pos x="0" y="538"/>
              </a:cxn>
              <a:cxn ang="0">
                <a:pos x="35" y="575"/>
              </a:cxn>
              <a:cxn ang="0">
                <a:pos x="44" y="603"/>
              </a:cxn>
              <a:cxn ang="0">
                <a:pos x="65" y="620"/>
              </a:cxn>
              <a:cxn ang="0">
                <a:pos x="93" y="645"/>
              </a:cxn>
              <a:cxn ang="0">
                <a:pos x="103" y="690"/>
              </a:cxn>
            </a:cxnLst>
            <a:rect l="0" t="0" r="r" b="b"/>
            <a:pathLst>
              <a:path w="517" h="690">
                <a:moveTo>
                  <a:pt x="103" y="690"/>
                </a:moveTo>
                <a:lnTo>
                  <a:pt x="132" y="653"/>
                </a:lnTo>
                <a:lnTo>
                  <a:pt x="150" y="629"/>
                </a:lnTo>
                <a:lnTo>
                  <a:pt x="167" y="606"/>
                </a:lnTo>
                <a:lnTo>
                  <a:pt x="184" y="592"/>
                </a:lnTo>
                <a:lnTo>
                  <a:pt x="202" y="581"/>
                </a:lnTo>
                <a:lnTo>
                  <a:pt x="218" y="579"/>
                </a:lnTo>
                <a:lnTo>
                  <a:pt x="228" y="581"/>
                </a:lnTo>
                <a:lnTo>
                  <a:pt x="245" y="591"/>
                </a:lnTo>
                <a:lnTo>
                  <a:pt x="272" y="604"/>
                </a:lnTo>
                <a:lnTo>
                  <a:pt x="289" y="604"/>
                </a:lnTo>
                <a:lnTo>
                  <a:pt x="315" y="601"/>
                </a:lnTo>
                <a:lnTo>
                  <a:pt x="332" y="587"/>
                </a:lnTo>
                <a:lnTo>
                  <a:pt x="346" y="568"/>
                </a:lnTo>
                <a:lnTo>
                  <a:pt x="353" y="539"/>
                </a:lnTo>
                <a:lnTo>
                  <a:pt x="348" y="467"/>
                </a:lnTo>
                <a:lnTo>
                  <a:pt x="353" y="447"/>
                </a:lnTo>
                <a:lnTo>
                  <a:pt x="360" y="437"/>
                </a:lnTo>
                <a:lnTo>
                  <a:pt x="376" y="427"/>
                </a:lnTo>
                <a:lnTo>
                  <a:pt x="408" y="402"/>
                </a:lnTo>
                <a:lnTo>
                  <a:pt x="424" y="391"/>
                </a:lnTo>
                <a:lnTo>
                  <a:pt x="435" y="375"/>
                </a:lnTo>
                <a:lnTo>
                  <a:pt x="442" y="355"/>
                </a:lnTo>
                <a:lnTo>
                  <a:pt x="442" y="320"/>
                </a:lnTo>
                <a:lnTo>
                  <a:pt x="446" y="286"/>
                </a:lnTo>
                <a:lnTo>
                  <a:pt x="457" y="231"/>
                </a:lnTo>
                <a:lnTo>
                  <a:pt x="474" y="192"/>
                </a:lnTo>
                <a:lnTo>
                  <a:pt x="492" y="159"/>
                </a:lnTo>
                <a:lnTo>
                  <a:pt x="506" y="126"/>
                </a:lnTo>
                <a:lnTo>
                  <a:pt x="513" y="87"/>
                </a:lnTo>
                <a:lnTo>
                  <a:pt x="517" y="54"/>
                </a:lnTo>
                <a:lnTo>
                  <a:pt x="506" y="2"/>
                </a:lnTo>
                <a:lnTo>
                  <a:pt x="489" y="7"/>
                </a:lnTo>
                <a:lnTo>
                  <a:pt x="472" y="4"/>
                </a:lnTo>
                <a:lnTo>
                  <a:pt x="453" y="0"/>
                </a:lnTo>
                <a:lnTo>
                  <a:pt x="436" y="2"/>
                </a:lnTo>
                <a:lnTo>
                  <a:pt x="365" y="26"/>
                </a:lnTo>
                <a:lnTo>
                  <a:pt x="332" y="39"/>
                </a:lnTo>
                <a:lnTo>
                  <a:pt x="325" y="42"/>
                </a:lnTo>
                <a:lnTo>
                  <a:pt x="326" y="37"/>
                </a:lnTo>
                <a:lnTo>
                  <a:pt x="333" y="61"/>
                </a:lnTo>
                <a:lnTo>
                  <a:pt x="332" y="76"/>
                </a:lnTo>
                <a:lnTo>
                  <a:pt x="332" y="93"/>
                </a:lnTo>
                <a:lnTo>
                  <a:pt x="327" y="122"/>
                </a:lnTo>
                <a:lnTo>
                  <a:pt x="237" y="125"/>
                </a:lnTo>
                <a:lnTo>
                  <a:pt x="191" y="129"/>
                </a:lnTo>
                <a:lnTo>
                  <a:pt x="145" y="137"/>
                </a:lnTo>
                <a:lnTo>
                  <a:pt x="140" y="141"/>
                </a:lnTo>
                <a:lnTo>
                  <a:pt x="147" y="158"/>
                </a:lnTo>
                <a:lnTo>
                  <a:pt x="160" y="165"/>
                </a:lnTo>
                <a:lnTo>
                  <a:pt x="172" y="173"/>
                </a:lnTo>
                <a:lnTo>
                  <a:pt x="190" y="173"/>
                </a:lnTo>
                <a:lnTo>
                  <a:pt x="202" y="172"/>
                </a:lnTo>
                <a:lnTo>
                  <a:pt x="219" y="158"/>
                </a:lnTo>
                <a:lnTo>
                  <a:pt x="227" y="158"/>
                </a:lnTo>
                <a:lnTo>
                  <a:pt x="230" y="165"/>
                </a:lnTo>
                <a:lnTo>
                  <a:pt x="228" y="182"/>
                </a:lnTo>
                <a:lnTo>
                  <a:pt x="227" y="195"/>
                </a:lnTo>
                <a:lnTo>
                  <a:pt x="218" y="219"/>
                </a:lnTo>
                <a:lnTo>
                  <a:pt x="213" y="234"/>
                </a:lnTo>
                <a:lnTo>
                  <a:pt x="218" y="241"/>
                </a:lnTo>
                <a:lnTo>
                  <a:pt x="254" y="336"/>
                </a:lnTo>
                <a:lnTo>
                  <a:pt x="261" y="353"/>
                </a:lnTo>
                <a:lnTo>
                  <a:pt x="263" y="375"/>
                </a:lnTo>
                <a:lnTo>
                  <a:pt x="268" y="409"/>
                </a:lnTo>
                <a:lnTo>
                  <a:pt x="260" y="423"/>
                </a:lnTo>
                <a:lnTo>
                  <a:pt x="253" y="429"/>
                </a:lnTo>
                <a:lnTo>
                  <a:pt x="237" y="438"/>
                </a:lnTo>
                <a:lnTo>
                  <a:pt x="215" y="440"/>
                </a:lnTo>
                <a:lnTo>
                  <a:pt x="193" y="434"/>
                </a:lnTo>
                <a:lnTo>
                  <a:pt x="185" y="427"/>
                </a:lnTo>
                <a:lnTo>
                  <a:pt x="174" y="414"/>
                </a:lnTo>
                <a:lnTo>
                  <a:pt x="163" y="402"/>
                </a:lnTo>
                <a:lnTo>
                  <a:pt x="146" y="394"/>
                </a:lnTo>
                <a:lnTo>
                  <a:pt x="123" y="400"/>
                </a:lnTo>
                <a:lnTo>
                  <a:pt x="109" y="419"/>
                </a:lnTo>
                <a:lnTo>
                  <a:pt x="104" y="433"/>
                </a:lnTo>
                <a:lnTo>
                  <a:pt x="99" y="447"/>
                </a:lnTo>
                <a:lnTo>
                  <a:pt x="96" y="467"/>
                </a:lnTo>
                <a:lnTo>
                  <a:pt x="94" y="481"/>
                </a:lnTo>
                <a:lnTo>
                  <a:pt x="93" y="496"/>
                </a:lnTo>
                <a:lnTo>
                  <a:pt x="87" y="515"/>
                </a:lnTo>
                <a:lnTo>
                  <a:pt x="80" y="530"/>
                </a:lnTo>
                <a:lnTo>
                  <a:pt x="67" y="540"/>
                </a:lnTo>
                <a:lnTo>
                  <a:pt x="52" y="540"/>
                </a:lnTo>
                <a:lnTo>
                  <a:pt x="28" y="538"/>
                </a:lnTo>
                <a:lnTo>
                  <a:pt x="10" y="538"/>
                </a:lnTo>
                <a:lnTo>
                  <a:pt x="5" y="539"/>
                </a:lnTo>
                <a:lnTo>
                  <a:pt x="0" y="539"/>
                </a:lnTo>
                <a:lnTo>
                  <a:pt x="0" y="538"/>
                </a:lnTo>
                <a:lnTo>
                  <a:pt x="25" y="559"/>
                </a:lnTo>
                <a:lnTo>
                  <a:pt x="35" y="575"/>
                </a:lnTo>
                <a:lnTo>
                  <a:pt x="40" y="590"/>
                </a:lnTo>
                <a:lnTo>
                  <a:pt x="44" y="603"/>
                </a:lnTo>
                <a:lnTo>
                  <a:pt x="52" y="613"/>
                </a:lnTo>
                <a:lnTo>
                  <a:pt x="65" y="620"/>
                </a:lnTo>
                <a:lnTo>
                  <a:pt x="80" y="626"/>
                </a:lnTo>
                <a:lnTo>
                  <a:pt x="93" y="645"/>
                </a:lnTo>
                <a:lnTo>
                  <a:pt x="100" y="683"/>
                </a:lnTo>
                <a:lnTo>
                  <a:pt x="103" y="69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55" name="Freeform 54"/>
          <p:cNvSpPr>
            <a:spLocks/>
          </p:cNvSpPr>
          <p:nvPr/>
        </p:nvSpPr>
        <p:spPr bwMode="auto">
          <a:xfrm rot="306148">
            <a:off x="4467570" y="4742786"/>
            <a:ext cx="115866" cy="137031"/>
          </a:xfrm>
          <a:custGeom>
            <a:avLst/>
            <a:gdLst/>
            <a:ahLst/>
            <a:cxnLst>
              <a:cxn ang="0">
                <a:pos x="0" y="395"/>
              </a:cxn>
              <a:cxn ang="0">
                <a:pos x="8" y="359"/>
              </a:cxn>
              <a:cxn ang="0">
                <a:pos x="10" y="336"/>
              </a:cxn>
              <a:cxn ang="0">
                <a:pos x="17" y="319"/>
              </a:cxn>
              <a:cxn ang="0">
                <a:pos x="22" y="305"/>
              </a:cxn>
              <a:cxn ang="0">
                <a:pos x="27" y="293"/>
              </a:cxn>
              <a:cxn ang="0">
                <a:pos x="40" y="272"/>
              </a:cxn>
              <a:cxn ang="0">
                <a:pos x="78" y="229"/>
              </a:cxn>
              <a:cxn ang="0">
                <a:pos x="93" y="204"/>
              </a:cxn>
              <a:cxn ang="0">
                <a:pos x="96" y="185"/>
              </a:cxn>
              <a:cxn ang="0">
                <a:pos x="95" y="178"/>
              </a:cxn>
              <a:cxn ang="0">
                <a:pos x="83" y="167"/>
              </a:cxn>
              <a:cxn ang="0">
                <a:pos x="69" y="161"/>
              </a:cxn>
              <a:cxn ang="0">
                <a:pos x="61" y="142"/>
              </a:cxn>
              <a:cxn ang="0">
                <a:pos x="56" y="120"/>
              </a:cxn>
              <a:cxn ang="0">
                <a:pos x="58" y="112"/>
              </a:cxn>
              <a:cxn ang="0">
                <a:pos x="61" y="105"/>
              </a:cxn>
              <a:cxn ang="0">
                <a:pos x="90" y="92"/>
              </a:cxn>
              <a:cxn ang="0">
                <a:pos x="99" y="77"/>
              </a:cxn>
              <a:cxn ang="0">
                <a:pos x="102" y="57"/>
              </a:cxn>
              <a:cxn ang="0">
                <a:pos x="102" y="56"/>
              </a:cxn>
              <a:cxn ang="0">
                <a:pos x="102" y="57"/>
              </a:cxn>
              <a:cxn ang="0">
                <a:pos x="120" y="62"/>
              </a:cxn>
              <a:cxn ang="0">
                <a:pos x="138" y="62"/>
              </a:cxn>
              <a:cxn ang="0">
                <a:pos x="156" y="60"/>
              </a:cxn>
              <a:cxn ang="0">
                <a:pos x="172" y="55"/>
              </a:cxn>
              <a:cxn ang="0">
                <a:pos x="191" y="47"/>
              </a:cxn>
              <a:cxn ang="0">
                <a:pos x="226" y="38"/>
              </a:cxn>
              <a:cxn ang="0">
                <a:pos x="260" y="26"/>
              </a:cxn>
              <a:cxn ang="0">
                <a:pos x="277" y="20"/>
              </a:cxn>
              <a:cxn ang="0">
                <a:pos x="311" y="1"/>
              </a:cxn>
              <a:cxn ang="0">
                <a:pos x="312" y="0"/>
              </a:cxn>
              <a:cxn ang="0">
                <a:pos x="312" y="54"/>
              </a:cxn>
              <a:cxn ang="0">
                <a:pos x="317" y="73"/>
              </a:cxn>
              <a:cxn ang="0">
                <a:pos x="342" y="132"/>
              </a:cxn>
              <a:cxn ang="0">
                <a:pos x="349" y="150"/>
              </a:cxn>
              <a:cxn ang="0">
                <a:pos x="357" y="177"/>
              </a:cxn>
              <a:cxn ang="0">
                <a:pos x="354" y="190"/>
              </a:cxn>
              <a:cxn ang="0">
                <a:pos x="343" y="200"/>
              </a:cxn>
              <a:cxn ang="0">
                <a:pos x="333" y="208"/>
              </a:cxn>
              <a:cxn ang="0">
                <a:pos x="302" y="222"/>
              </a:cxn>
              <a:cxn ang="0">
                <a:pos x="292" y="230"/>
              </a:cxn>
              <a:cxn ang="0">
                <a:pos x="289" y="239"/>
              </a:cxn>
              <a:cxn ang="0">
                <a:pos x="287" y="260"/>
              </a:cxn>
              <a:cxn ang="0">
                <a:pos x="292" y="282"/>
              </a:cxn>
              <a:cxn ang="0">
                <a:pos x="295" y="300"/>
              </a:cxn>
              <a:cxn ang="0">
                <a:pos x="295" y="321"/>
              </a:cxn>
              <a:cxn ang="0">
                <a:pos x="292" y="336"/>
              </a:cxn>
              <a:cxn ang="0">
                <a:pos x="282" y="370"/>
              </a:cxn>
              <a:cxn ang="0">
                <a:pos x="284" y="370"/>
              </a:cxn>
              <a:cxn ang="0">
                <a:pos x="284" y="369"/>
              </a:cxn>
              <a:cxn ang="0">
                <a:pos x="148" y="369"/>
              </a:cxn>
              <a:cxn ang="0">
                <a:pos x="72" y="369"/>
              </a:cxn>
              <a:cxn ang="0">
                <a:pos x="54" y="369"/>
              </a:cxn>
              <a:cxn ang="0">
                <a:pos x="17" y="376"/>
              </a:cxn>
              <a:cxn ang="0">
                <a:pos x="0" y="395"/>
              </a:cxn>
            </a:cxnLst>
            <a:rect l="0" t="0" r="r" b="b"/>
            <a:pathLst>
              <a:path w="357" h="395">
                <a:moveTo>
                  <a:pt x="0" y="395"/>
                </a:moveTo>
                <a:lnTo>
                  <a:pt x="8" y="359"/>
                </a:lnTo>
                <a:lnTo>
                  <a:pt x="10" y="336"/>
                </a:lnTo>
                <a:lnTo>
                  <a:pt x="17" y="319"/>
                </a:lnTo>
                <a:lnTo>
                  <a:pt x="22" y="305"/>
                </a:lnTo>
                <a:lnTo>
                  <a:pt x="27" y="293"/>
                </a:lnTo>
                <a:lnTo>
                  <a:pt x="40" y="272"/>
                </a:lnTo>
                <a:lnTo>
                  <a:pt x="78" y="229"/>
                </a:lnTo>
                <a:lnTo>
                  <a:pt x="93" y="204"/>
                </a:lnTo>
                <a:lnTo>
                  <a:pt x="96" y="185"/>
                </a:lnTo>
                <a:lnTo>
                  <a:pt x="95" y="178"/>
                </a:lnTo>
                <a:lnTo>
                  <a:pt x="83" y="167"/>
                </a:lnTo>
                <a:lnTo>
                  <a:pt x="69" y="161"/>
                </a:lnTo>
                <a:lnTo>
                  <a:pt x="61" y="142"/>
                </a:lnTo>
                <a:lnTo>
                  <a:pt x="56" y="120"/>
                </a:lnTo>
                <a:lnTo>
                  <a:pt x="58" y="112"/>
                </a:lnTo>
                <a:lnTo>
                  <a:pt x="61" y="105"/>
                </a:lnTo>
                <a:lnTo>
                  <a:pt x="90" y="92"/>
                </a:lnTo>
                <a:lnTo>
                  <a:pt x="99" y="77"/>
                </a:lnTo>
                <a:lnTo>
                  <a:pt x="102" y="57"/>
                </a:lnTo>
                <a:lnTo>
                  <a:pt x="102" y="56"/>
                </a:lnTo>
                <a:lnTo>
                  <a:pt x="102" y="57"/>
                </a:lnTo>
                <a:lnTo>
                  <a:pt x="120" y="62"/>
                </a:lnTo>
                <a:lnTo>
                  <a:pt x="138" y="62"/>
                </a:lnTo>
                <a:lnTo>
                  <a:pt x="156" y="60"/>
                </a:lnTo>
                <a:lnTo>
                  <a:pt x="172" y="55"/>
                </a:lnTo>
                <a:lnTo>
                  <a:pt x="191" y="47"/>
                </a:lnTo>
                <a:lnTo>
                  <a:pt x="226" y="38"/>
                </a:lnTo>
                <a:lnTo>
                  <a:pt x="260" y="26"/>
                </a:lnTo>
                <a:lnTo>
                  <a:pt x="277" y="20"/>
                </a:lnTo>
                <a:lnTo>
                  <a:pt x="311" y="1"/>
                </a:lnTo>
                <a:lnTo>
                  <a:pt x="312" y="0"/>
                </a:lnTo>
                <a:lnTo>
                  <a:pt x="312" y="54"/>
                </a:lnTo>
                <a:lnTo>
                  <a:pt x="317" y="73"/>
                </a:lnTo>
                <a:lnTo>
                  <a:pt x="342" y="132"/>
                </a:lnTo>
                <a:lnTo>
                  <a:pt x="349" y="150"/>
                </a:lnTo>
                <a:lnTo>
                  <a:pt x="357" y="177"/>
                </a:lnTo>
                <a:lnTo>
                  <a:pt x="354" y="190"/>
                </a:lnTo>
                <a:lnTo>
                  <a:pt x="343" y="200"/>
                </a:lnTo>
                <a:lnTo>
                  <a:pt x="333" y="208"/>
                </a:lnTo>
                <a:lnTo>
                  <a:pt x="302" y="222"/>
                </a:lnTo>
                <a:lnTo>
                  <a:pt x="292" y="230"/>
                </a:lnTo>
                <a:lnTo>
                  <a:pt x="289" y="239"/>
                </a:lnTo>
                <a:lnTo>
                  <a:pt x="287" y="260"/>
                </a:lnTo>
                <a:lnTo>
                  <a:pt x="292" y="282"/>
                </a:lnTo>
                <a:lnTo>
                  <a:pt x="295" y="300"/>
                </a:lnTo>
                <a:lnTo>
                  <a:pt x="295" y="321"/>
                </a:lnTo>
                <a:lnTo>
                  <a:pt x="292" y="336"/>
                </a:lnTo>
                <a:lnTo>
                  <a:pt x="282" y="370"/>
                </a:lnTo>
                <a:lnTo>
                  <a:pt x="284" y="370"/>
                </a:lnTo>
                <a:lnTo>
                  <a:pt x="284" y="369"/>
                </a:lnTo>
                <a:lnTo>
                  <a:pt x="148" y="369"/>
                </a:lnTo>
                <a:lnTo>
                  <a:pt x="72" y="369"/>
                </a:lnTo>
                <a:lnTo>
                  <a:pt x="54" y="369"/>
                </a:lnTo>
                <a:lnTo>
                  <a:pt x="17" y="376"/>
                </a:lnTo>
                <a:lnTo>
                  <a:pt x="0" y="39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56" name="Freeform 55"/>
          <p:cNvSpPr>
            <a:spLocks/>
          </p:cNvSpPr>
          <p:nvPr/>
        </p:nvSpPr>
        <p:spPr bwMode="auto">
          <a:xfrm rot="306148">
            <a:off x="4454515" y="4865939"/>
            <a:ext cx="40798" cy="69382"/>
          </a:xfrm>
          <a:custGeom>
            <a:avLst/>
            <a:gdLst/>
            <a:ahLst/>
            <a:cxnLst>
              <a:cxn ang="0">
                <a:pos x="0" y="196"/>
              </a:cxn>
              <a:cxn ang="0">
                <a:pos x="0" y="173"/>
              </a:cxn>
              <a:cxn ang="0">
                <a:pos x="0" y="150"/>
              </a:cxn>
              <a:cxn ang="0">
                <a:pos x="3" y="133"/>
              </a:cxn>
              <a:cxn ang="0">
                <a:pos x="6" y="75"/>
              </a:cxn>
              <a:cxn ang="0">
                <a:pos x="10" y="61"/>
              </a:cxn>
              <a:cxn ang="0">
                <a:pos x="13" y="38"/>
              </a:cxn>
              <a:cxn ang="0">
                <a:pos x="18" y="27"/>
              </a:cxn>
              <a:cxn ang="0">
                <a:pos x="34" y="8"/>
              </a:cxn>
              <a:cxn ang="0">
                <a:pos x="65" y="0"/>
              </a:cxn>
              <a:cxn ang="0">
                <a:pos x="90" y="0"/>
              </a:cxn>
              <a:cxn ang="0">
                <a:pos x="108" y="27"/>
              </a:cxn>
              <a:cxn ang="0">
                <a:pos x="117" y="60"/>
              </a:cxn>
              <a:cxn ang="0">
                <a:pos x="117" y="81"/>
              </a:cxn>
              <a:cxn ang="0">
                <a:pos x="122" y="119"/>
              </a:cxn>
              <a:cxn ang="0">
                <a:pos x="122" y="133"/>
              </a:cxn>
              <a:cxn ang="0">
                <a:pos x="125" y="168"/>
              </a:cxn>
              <a:cxn ang="0">
                <a:pos x="120" y="186"/>
              </a:cxn>
              <a:cxn ang="0">
                <a:pos x="108" y="200"/>
              </a:cxn>
              <a:cxn ang="0">
                <a:pos x="108" y="201"/>
              </a:cxn>
              <a:cxn ang="0">
                <a:pos x="97" y="191"/>
              </a:cxn>
              <a:cxn ang="0">
                <a:pos x="83" y="186"/>
              </a:cxn>
              <a:cxn ang="0">
                <a:pos x="77" y="185"/>
              </a:cxn>
              <a:cxn ang="0">
                <a:pos x="62" y="182"/>
              </a:cxn>
              <a:cxn ang="0">
                <a:pos x="62" y="168"/>
              </a:cxn>
              <a:cxn ang="0">
                <a:pos x="61" y="157"/>
              </a:cxn>
              <a:cxn ang="0">
                <a:pos x="55" y="150"/>
              </a:cxn>
              <a:cxn ang="0">
                <a:pos x="48" y="151"/>
              </a:cxn>
              <a:cxn ang="0">
                <a:pos x="46" y="168"/>
              </a:cxn>
              <a:cxn ang="0">
                <a:pos x="41" y="180"/>
              </a:cxn>
              <a:cxn ang="0">
                <a:pos x="24" y="191"/>
              </a:cxn>
              <a:cxn ang="0">
                <a:pos x="5" y="196"/>
              </a:cxn>
              <a:cxn ang="0">
                <a:pos x="0" y="196"/>
              </a:cxn>
            </a:cxnLst>
            <a:rect l="0" t="0" r="r" b="b"/>
            <a:pathLst>
              <a:path w="125" h="201">
                <a:moveTo>
                  <a:pt x="0" y="196"/>
                </a:moveTo>
                <a:lnTo>
                  <a:pt x="0" y="173"/>
                </a:lnTo>
                <a:lnTo>
                  <a:pt x="0" y="150"/>
                </a:lnTo>
                <a:lnTo>
                  <a:pt x="3" y="133"/>
                </a:lnTo>
                <a:lnTo>
                  <a:pt x="6" y="75"/>
                </a:lnTo>
                <a:lnTo>
                  <a:pt x="10" y="61"/>
                </a:lnTo>
                <a:lnTo>
                  <a:pt x="13" y="38"/>
                </a:lnTo>
                <a:lnTo>
                  <a:pt x="18" y="27"/>
                </a:lnTo>
                <a:lnTo>
                  <a:pt x="34" y="8"/>
                </a:lnTo>
                <a:lnTo>
                  <a:pt x="65" y="0"/>
                </a:lnTo>
                <a:lnTo>
                  <a:pt x="90" y="0"/>
                </a:lnTo>
                <a:lnTo>
                  <a:pt x="108" y="27"/>
                </a:lnTo>
                <a:lnTo>
                  <a:pt x="117" y="60"/>
                </a:lnTo>
                <a:lnTo>
                  <a:pt x="117" y="81"/>
                </a:lnTo>
                <a:lnTo>
                  <a:pt x="122" y="119"/>
                </a:lnTo>
                <a:lnTo>
                  <a:pt x="122" y="133"/>
                </a:lnTo>
                <a:lnTo>
                  <a:pt x="125" y="168"/>
                </a:lnTo>
                <a:lnTo>
                  <a:pt x="120" y="186"/>
                </a:lnTo>
                <a:lnTo>
                  <a:pt x="108" y="200"/>
                </a:lnTo>
                <a:lnTo>
                  <a:pt x="108" y="201"/>
                </a:lnTo>
                <a:lnTo>
                  <a:pt x="97" y="191"/>
                </a:lnTo>
                <a:lnTo>
                  <a:pt x="83" y="186"/>
                </a:lnTo>
                <a:lnTo>
                  <a:pt x="77" y="185"/>
                </a:lnTo>
                <a:lnTo>
                  <a:pt x="62" y="182"/>
                </a:lnTo>
                <a:lnTo>
                  <a:pt x="62" y="168"/>
                </a:lnTo>
                <a:lnTo>
                  <a:pt x="61" y="157"/>
                </a:lnTo>
                <a:lnTo>
                  <a:pt x="55" y="150"/>
                </a:lnTo>
                <a:lnTo>
                  <a:pt x="48" y="151"/>
                </a:lnTo>
                <a:lnTo>
                  <a:pt x="46" y="168"/>
                </a:lnTo>
                <a:lnTo>
                  <a:pt x="41" y="180"/>
                </a:lnTo>
                <a:lnTo>
                  <a:pt x="24" y="191"/>
                </a:lnTo>
                <a:lnTo>
                  <a:pt x="5" y="196"/>
                </a:lnTo>
                <a:lnTo>
                  <a:pt x="0" y="19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57" name="Freeform 56"/>
          <p:cNvSpPr>
            <a:spLocks/>
          </p:cNvSpPr>
          <p:nvPr/>
        </p:nvSpPr>
        <p:spPr bwMode="auto">
          <a:xfrm rot="306148">
            <a:off x="4452883" y="4919710"/>
            <a:ext cx="35902" cy="55506"/>
          </a:xfrm>
          <a:custGeom>
            <a:avLst/>
            <a:gdLst/>
            <a:ahLst/>
            <a:cxnLst>
              <a:cxn ang="0">
                <a:pos x="19" y="161"/>
              </a:cxn>
              <a:cxn ang="0">
                <a:pos x="12" y="143"/>
              </a:cxn>
              <a:cxn ang="0">
                <a:pos x="7" y="118"/>
              </a:cxn>
              <a:cxn ang="0">
                <a:pos x="2" y="85"/>
              </a:cxn>
              <a:cxn ang="0">
                <a:pos x="2" y="84"/>
              </a:cxn>
              <a:cxn ang="0">
                <a:pos x="0" y="45"/>
              </a:cxn>
              <a:cxn ang="0">
                <a:pos x="2" y="45"/>
              </a:cxn>
              <a:cxn ang="0">
                <a:pos x="21" y="41"/>
              </a:cxn>
              <a:cxn ang="0">
                <a:pos x="38" y="30"/>
              </a:cxn>
              <a:cxn ang="0">
                <a:pos x="44" y="18"/>
              </a:cxn>
              <a:cxn ang="0">
                <a:pos x="45" y="0"/>
              </a:cxn>
              <a:cxn ang="0">
                <a:pos x="53" y="0"/>
              </a:cxn>
              <a:cxn ang="0">
                <a:pos x="56" y="6"/>
              </a:cxn>
              <a:cxn ang="0">
                <a:pos x="58" y="18"/>
              </a:cxn>
              <a:cxn ang="0">
                <a:pos x="58" y="31"/>
              </a:cxn>
              <a:cxn ang="0">
                <a:pos x="74" y="35"/>
              </a:cxn>
              <a:cxn ang="0">
                <a:pos x="80" y="36"/>
              </a:cxn>
              <a:cxn ang="0">
                <a:pos x="95" y="41"/>
              </a:cxn>
              <a:cxn ang="0">
                <a:pos x="106" y="51"/>
              </a:cxn>
              <a:cxn ang="0">
                <a:pos x="106" y="49"/>
              </a:cxn>
              <a:cxn ang="0">
                <a:pos x="105" y="49"/>
              </a:cxn>
              <a:cxn ang="0">
                <a:pos x="112" y="67"/>
              </a:cxn>
              <a:cxn ang="0">
                <a:pos x="109" y="84"/>
              </a:cxn>
              <a:cxn ang="0">
                <a:pos x="101" y="105"/>
              </a:cxn>
              <a:cxn ang="0">
                <a:pos x="84" y="125"/>
              </a:cxn>
              <a:cxn ang="0">
                <a:pos x="60" y="142"/>
              </a:cxn>
              <a:cxn ang="0">
                <a:pos x="39" y="156"/>
              </a:cxn>
              <a:cxn ang="0">
                <a:pos x="21" y="163"/>
              </a:cxn>
              <a:cxn ang="0">
                <a:pos x="19" y="161"/>
              </a:cxn>
            </a:cxnLst>
            <a:rect l="0" t="0" r="r" b="b"/>
            <a:pathLst>
              <a:path w="112" h="163">
                <a:moveTo>
                  <a:pt x="19" y="161"/>
                </a:moveTo>
                <a:lnTo>
                  <a:pt x="12" y="143"/>
                </a:lnTo>
                <a:lnTo>
                  <a:pt x="7" y="118"/>
                </a:lnTo>
                <a:lnTo>
                  <a:pt x="2" y="85"/>
                </a:lnTo>
                <a:lnTo>
                  <a:pt x="2" y="84"/>
                </a:lnTo>
                <a:lnTo>
                  <a:pt x="0" y="45"/>
                </a:lnTo>
                <a:lnTo>
                  <a:pt x="2" y="45"/>
                </a:lnTo>
                <a:lnTo>
                  <a:pt x="21" y="41"/>
                </a:lnTo>
                <a:lnTo>
                  <a:pt x="38" y="30"/>
                </a:lnTo>
                <a:lnTo>
                  <a:pt x="44" y="18"/>
                </a:lnTo>
                <a:lnTo>
                  <a:pt x="45" y="0"/>
                </a:lnTo>
                <a:lnTo>
                  <a:pt x="53" y="0"/>
                </a:lnTo>
                <a:lnTo>
                  <a:pt x="56" y="6"/>
                </a:lnTo>
                <a:lnTo>
                  <a:pt x="58" y="18"/>
                </a:lnTo>
                <a:lnTo>
                  <a:pt x="58" y="31"/>
                </a:lnTo>
                <a:lnTo>
                  <a:pt x="74" y="35"/>
                </a:lnTo>
                <a:lnTo>
                  <a:pt x="80" y="36"/>
                </a:lnTo>
                <a:lnTo>
                  <a:pt x="95" y="41"/>
                </a:lnTo>
                <a:lnTo>
                  <a:pt x="106" y="51"/>
                </a:lnTo>
                <a:lnTo>
                  <a:pt x="106" y="49"/>
                </a:lnTo>
                <a:lnTo>
                  <a:pt x="105" y="49"/>
                </a:lnTo>
                <a:lnTo>
                  <a:pt x="112" y="67"/>
                </a:lnTo>
                <a:lnTo>
                  <a:pt x="109" y="84"/>
                </a:lnTo>
                <a:lnTo>
                  <a:pt x="101" y="105"/>
                </a:lnTo>
                <a:lnTo>
                  <a:pt x="84" y="125"/>
                </a:lnTo>
                <a:lnTo>
                  <a:pt x="60" y="142"/>
                </a:lnTo>
                <a:lnTo>
                  <a:pt x="39" y="156"/>
                </a:lnTo>
                <a:lnTo>
                  <a:pt x="21" y="163"/>
                </a:lnTo>
                <a:lnTo>
                  <a:pt x="19" y="16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58" name="Freeform 57"/>
          <p:cNvSpPr>
            <a:spLocks/>
          </p:cNvSpPr>
          <p:nvPr/>
        </p:nvSpPr>
        <p:spPr bwMode="auto">
          <a:xfrm rot="306148">
            <a:off x="4454515" y="4876346"/>
            <a:ext cx="236628" cy="268858"/>
          </a:xfrm>
          <a:custGeom>
            <a:avLst/>
            <a:gdLst/>
            <a:ahLst/>
            <a:cxnLst>
              <a:cxn ang="0">
                <a:pos x="709" y="701"/>
              </a:cxn>
              <a:cxn ang="0">
                <a:pos x="699" y="643"/>
              </a:cxn>
              <a:cxn ang="0">
                <a:pos x="682" y="597"/>
              </a:cxn>
              <a:cxn ang="0">
                <a:pos x="658" y="555"/>
              </a:cxn>
              <a:cxn ang="0">
                <a:pos x="664" y="515"/>
              </a:cxn>
              <a:cxn ang="0">
                <a:pos x="681" y="478"/>
              </a:cxn>
              <a:cxn ang="0">
                <a:pos x="673" y="449"/>
              </a:cxn>
              <a:cxn ang="0">
                <a:pos x="633" y="408"/>
              </a:cxn>
              <a:cxn ang="0">
                <a:pos x="629" y="360"/>
              </a:cxn>
              <a:cxn ang="0">
                <a:pos x="659" y="293"/>
              </a:cxn>
              <a:cxn ang="0">
                <a:pos x="663" y="278"/>
              </a:cxn>
              <a:cxn ang="0">
                <a:pos x="517" y="136"/>
              </a:cxn>
              <a:cxn ang="0">
                <a:pos x="472" y="87"/>
              </a:cxn>
              <a:cxn ang="0">
                <a:pos x="409" y="78"/>
              </a:cxn>
              <a:cxn ang="0">
                <a:pos x="360" y="57"/>
              </a:cxn>
              <a:cxn ang="0">
                <a:pos x="320" y="8"/>
              </a:cxn>
              <a:cxn ang="0">
                <a:pos x="273" y="1"/>
              </a:cxn>
              <a:cxn ang="0">
                <a:pos x="139" y="0"/>
              </a:cxn>
              <a:cxn ang="0">
                <a:pos x="70" y="0"/>
              </a:cxn>
              <a:cxn ang="0">
                <a:pos x="95" y="58"/>
              </a:cxn>
              <a:cxn ang="0">
                <a:pos x="100" y="117"/>
              </a:cxn>
              <a:cxn ang="0">
                <a:pos x="104" y="166"/>
              </a:cxn>
              <a:cxn ang="0">
                <a:pos x="87" y="198"/>
              </a:cxn>
              <a:cxn ang="0">
                <a:pos x="86" y="199"/>
              </a:cxn>
              <a:cxn ang="0">
                <a:pos x="90" y="234"/>
              </a:cxn>
              <a:cxn ang="0">
                <a:pos x="65" y="276"/>
              </a:cxn>
              <a:cxn ang="0">
                <a:pos x="20" y="308"/>
              </a:cxn>
              <a:cxn ang="0">
                <a:pos x="0" y="313"/>
              </a:cxn>
              <a:cxn ang="0">
                <a:pos x="40" y="424"/>
              </a:cxn>
              <a:cxn ang="0">
                <a:pos x="82" y="500"/>
              </a:cxn>
              <a:cxn ang="0">
                <a:pos x="110" y="545"/>
              </a:cxn>
              <a:cxn ang="0">
                <a:pos x="147" y="589"/>
              </a:cxn>
              <a:cxn ang="0">
                <a:pos x="185" y="619"/>
              </a:cxn>
              <a:cxn ang="0">
                <a:pos x="251" y="622"/>
              </a:cxn>
              <a:cxn ang="0">
                <a:pos x="314" y="613"/>
              </a:cxn>
              <a:cxn ang="0">
                <a:pos x="334" y="624"/>
              </a:cxn>
              <a:cxn ang="0">
                <a:pos x="338" y="655"/>
              </a:cxn>
              <a:cxn ang="0">
                <a:pos x="355" y="669"/>
              </a:cxn>
              <a:cxn ang="0">
                <a:pos x="390" y="679"/>
              </a:cxn>
              <a:cxn ang="0">
                <a:pos x="396" y="704"/>
              </a:cxn>
              <a:cxn ang="0">
                <a:pos x="391" y="751"/>
              </a:cxn>
              <a:cxn ang="0">
                <a:pos x="396" y="774"/>
              </a:cxn>
              <a:cxn ang="0">
                <a:pos x="438" y="752"/>
              </a:cxn>
              <a:cxn ang="0">
                <a:pos x="484" y="759"/>
              </a:cxn>
              <a:cxn ang="0">
                <a:pos x="534" y="774"/>
              </a:cxn>
              <a:cxn ang="0">
                <a:pos x="566" y="772"/>
              </a:cxn>
              <a:cxn ang="0">
                <a:pos x="583" y="734"/>
              </a:cxn>
              <a:cxn ang="0">
                <a:pos x="615" y="705"/>
              </a:cxn>
              <a:cxn ang="0">
                <a:pos x="639" y="706"/>
              </a:cxn>
              <a:cxn ang="0">
                <a:pos x="673" y="701"/>
              </a:cxn>
              <a:cxn ang="0">
                <a:pos x="703" y="689"/>
              </a:cxn>
              <a:cxn ang="0">
                <a:pos x="726" y="706"/>
              </a:cxn>
            </a:cxnLst>
            <a:rect l="0" t="0" r="r" b="b"/>
            <a:pathLst>
              <a:path w="726" h="778">
                <a:moveTo>
                  <a:pt x="726" y="706"/>
                </a:moveTo>
                <a:lnTo>
                  <a:pt x="709" y="701"/>
                </a:lnTo>
                <a:lnTo>
                  <a:pt x="705" y="686"/>
                </a:lnTo>
                <a:lnTo>
                  <a:pt x="699" y="643"/>
                </a:lnTo>
                <a:lnTo>
                  <a:pt x="694" y="619"/>
                </a:lnTo>
                <a:lnTo>
                  <a:pt x="682" y="597"/>
                </a:lnTo>
                <a:lnTo>
                  <a:pt x="668" y="573"/>
                </a:lnTo>
                <a:lnTo>
                  <a:pt x="658" y="555"/>
                </a:lnTo>
                <a:lnTo>
                  <a:pt x="658" y="536"/>
                </a:lnTo>
                <a:lnTo>
                  <a:pt x="664" y="515"/>
                </a:lnTo>
                <a:lnTo>
                  <a:pt x="677" y="497"/>
                </a:lnTo>
                <a:lnTo>
                  <a:pt x="681" y="478"/>
                </a:lnTo>
                <a:lnTo>
                  <a:pt x="681" y="468"/>
                </a:lnTo>
                <a:lnTo>
                  <a:pt x="673" y="449"/>
                </a:lnTo>
                <a:lnTo>
                  <a:pt x="651" y="430"/>
                </a:lnTo>
                <a:lnTo>
                  <a:pt x="633" y="408"/>
                </a:lnTo>
                <a:lnTo>
                  <a:pt x="623" y="386"/>
                </a:lnTo>
                <a:lnTo>
                  <a:pt x="629" y="360"/>
                </a:lnTo>
                <a:lnTo>
                  <a:pt x="647" y="326"/>
                </a:lnTo>
                <a:lnTo>
                  <a:pt x="659" y="293"/>
                </a:lnTo>
                <a:lnTo>
                  <a:pt x="669" y="280"/>
                </a:lnTo>
                <a:lnTo>
                  <a:pt x="663" y="278"/>
                </a:lnTo>
                <a:lnTo>
                  <a:pt x="577" y="201"/>
                </a:lnTo>
                <a:lnTo>
                  <a:pt x="517" y="136"/>
                </a:lnTo>
                <a:lnTo>
                  <a:pt x="483" y="93"/>
                </a:lnTo>
                <a:lnTo>
                  <a:pt x="472" y="87"/>
                </a:lnTo>
                <a:lnTo>
                  <a:pt x="454" y="81"/>
                </a:lnTo>
                <a:lnTo>
                  <a:pt x="409" y="78"/>
                </a:lnTo>
                <a:lnTo>
                  <a:pt x="380" y="70"/>
                </a:lnTo>
                <a:lnTo>
                  <a:pt x="360" y="57"/>
                </a:lnTo>
                <a:lnTo>
                  <a:pt x="343" y="28"/>
                </a:lnTo>
                <a:lnTo>
                  <a:pt x="320" y="8"/>
                </a:lnTo>
                <a:lnTo>
                  <a:pt x="290" y="0"/>
                </a:lnTo>
                <a:lnTo>
                  <a:pt x="273" y="1"/>
                </a:lnTo>
                <a:lnTo>
                  <a:pt x="275" y="0"/>
                </a:lnTo>
                <a:lnTo>
                  <a:pt x="139" y="0"/>
                </a:lnTo>
                <a:lnTo>
                  <a:pt x="63" y="0"/>
                </a:lnTo>
                <a:lnTo>
                  <a:pt x="70" y="0"/>
                </a:lnTo>
                <a:lnTo>
                  <a:pt x="87" y="25"/>
                </a:lnTo>
                <a:lnTo>
                  <a:pt x="95" y="58"/>
                </a:lnTo>
                <a:lnTo>
                  <a:pt x="95" y="81"/>
                </a:lnTo>
                <a:lnTo>
                  <a:pt x="100" y="117"/>
                </a:lnTo>
                <a:lnTo>
                  <a:pt x="100" y="131"/>
                </a:lnTo>
                <a:lnTo>
                  <a:pt x="104" y="166"/>
                </a:lnTo>
                <a:lnTo>
                  <a:pt x="98" y="185"/>
                </a:lnTo>
                <a:lnTo>
                  <a:pt x="87" y="198"/>
                </a:lnTo>
                <a:lnTo>
                  <a:pt x="88" y="198"/>
                </a:lnTo>
                <a:lnTo>
                  <a:pt x="86" y="199"/>
                </a:lnTo>
                <a:lnTo>
                  <a:pt x="93" y="217"/>
                </a:lnTo>
                <a:lnTo>
                  <a:pt x="90" y="234"/>
                </a:lnTo>
                <a:lnTo>
                  <a:pt x="82" y="256"/>
                </a:lnTo>
                <a:lnTo>
                  <a:pt x="65" y="276"/>
                </a:lnTo>
                <a:lnTo>
                  <a:pt x="41" y="293"/>
                </a:lnTo>
                <a:lnTo>
                  <a:pt x="20" y="308"/>
                </a:lnTo>
                <a:lnTo>
                  <a:pt x="1" y="314"/>
                </a:lnTo>
                <a:lnTo>
                  <a:pt x="0" y="313"/>
                </a:lnTo>
                <a:lnTo>
                  <a:pt x="13" y="356"/>
                </a:lnTo>
                <a:lnTo>
                  <a:pt x="40" y="424"/>
                </a:lnTo>
                <a:lnTo>
                  <a:pt x="71" y="483"/>
                </a:lnTo>
                <a:lnTo>
                  <a:pt x="82" y="500"/>
                </a:lnTo>
                <a:lnTo>
                  <a:pt x="109" y="550"/>
                </a:lnTo>
                <a:lnTo>
                  <a:pt x="110" y="545"/>
                </a:lnTo>
                <a:lnTo>
                  <a:pt x="127" y="567"/>
                </a:lnTo>
                <a:lnTo>
                  <a:pt x="147" y="589"/>
                </a:lnTo>
                <a:lnTo>
                  <a:pt x="163" y="601"/>
                </a:lnTo>
                <a:lnTo>
                  <a:pt x="185" y="619"/>
                </a:lnTo>
                <a:lnTo>
                  <a:pt x="208" y="625"/>
                </a:lnTo>
                <a:lnTo>
                  <a:pt x="251" y="622"/>
                </a:lnTo>
                <a:lnTo>
                  <a:pt x="286" y="618"/>
                </a:lnTo>
                <a:lnTo>
                  <a:pt x="314" y="613"/>
                </a:lnTo>
                <a:lnTo>
                  <a:pt x="328" y="616"/>
                </a:lnTo>
                <a:lnTo>
                  <a:pt x="334" y="624"/>
                </a:lnTo>
                <a:lnTo>
                  <a:pt x="332" y="640"/>
                </a:lnTo>
                <a:lnTo>
                  <a:pt x="338" y="655"/>
                </a:lnTo>
                <a:lnTo>
                  <a:pt x="347" y="664"/>
                </a:lnTo>
                <a:lnTo>
                  <a:pt x="355" y="669"/>
                </a:lnTo>
                <a:lnTo>
                  <a:pt x="376" y="669"/>
                </a:lnTo>
                <a:lnTo>
                  <a:pt x="390" y="679"/>
                </a:lnTo>
                <a:lnTo>
                  <a:pt x="396" y="690"/>
                </a:lnTo>
                <a:lnTo>
                  <a:pt x="396" y="704"/>
                </a:lnTo>
                <a:lnTo>
                  <a:pt x="394" y="719"/>
                </a:lnTo>
                <a:lnTo>
                  <a:pt x="391" y="751"/>
                </a:lnTo>
                <a:lnTo>
                  <a:pt x="391" y="775"/>
                </a:lnTo>
                <a:lnTo>
                  <a:pt x="396" y="774"/>
                </a:lnTo>
                <a:lnTo>
                  <a:pt x="412" y="757"/>
                </a:lnTo>
                <a:lnTo>
                  <a:pt x="438" y="752"/>
                </a:lnTo>
                <a:lnTo>
                  <a:pt x="462" y="751"/>
                </a:lnTo>
                <a:lnTo>
                  <a:pt x="484" y="759"/>
                </a:lnTo>
                <a:lnTo>
                  <a:pt x="513" y="771"/>
                </a:lnTo>
                <a:lnTo>
                  <a:pt x="534" y="774"/>
                </a:lnTo>
                <a:lnTo>
                  <a:pt x="552" y="778"/>
                </a:lnTo>
                <a:lnTo>
                  <a:pt x="566" y="772"/>
                </a:lnTo>
                <a:lnTo>
                  <a:pt x="575" y="757"/>
                </a:lnTo>
                <a:lnTo>
                  <a:pt x="583" y="734"/>
                </a:lnTo>
                <a:lnTo>
                  <a:pt x="601" y="711"/>
                </a:lnTo>
                <a:lnTo>
                  <a:pt x="615" y="705"/>
                </a:lnTo>
                <a:lnTo>
                  <a:pt x="628" y="705"/>
                </a:lnTo>
                <a:lnTo>
                  <a:pt x="639" y="706"/>
                </a:lnTo>
                <a:lnTo>
                  <a:pt x="655" y="716"/>
                </a:lnTo>
                <a:lnTo>
                  <a:pt x="673" y="701"/>
                </a:lnTo>
                <a:lnTo>
                  <a:pt x="688" y="694"/>
                </a:lnTo>
                <a:lnTo>
                  <a:pt x="703" y="689"/>
                </a:lnTo>
                <a:lnTo>
                  <a:pt x="706" y="688"/>
                </a:lnTo>
                <a:lnTo>
                  <a:pt x="726" y="70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Freeform 58"/>
          <p:cNvSpPr>
            <a:spLocks/>
          </p:cNvSpPr>
          <p:nvPr/>
        </p:nvSpPr>
        <p:spPr bwMode="auto">
          <a:xfrm rot="306148">
            <a:off x="4554061" y="4747988"/>
            <a:ext cx="192566" cy="232432"/>
          </a:xfrm>
          <a:custGeom>
            <a:avLst/>
            <a:gdLst/>
            <a:ahLst/>
            <a:cxnLst>
              <a:cxn ang="0">
                <a:pos x="588" y="377"/>
              </a:cxn>
              <a:cxn ang="0">
                <a:pos x="560" y="408"/>
              </a:cxn>
              <a:cxn ang="0">
                <a:pos x="542" y="445"/>
              </a:cxn>
              <a:cxn ang="0">
                <a:pos x="510" y="462"/>
              </a:cxn>
              <a:cxn ang="0">
                <a:pos x="478" y="494"/>
              </a:cxn>
              <a:cxn ang="0">
                <a:pos x="460" y="532"/>
              </a:cxn>
              <a:cxn ang="0">
                <a:pos x="446" y="581"/>
              </a:cxn>
              <a:cxn ang="0">
                <a:pos x="415" y="608"/>
              </a:cxn>
              <a:cxn ang="0">
                <a:pos x="400" y="639"/>
              </a:cxn>
              <a:cxn ang="0">
                <a:pos x="390" y="664"/>
              </a:cxn>
              <a:cxn ang="0">
                <a:pos x="243" y="523"/>
              </a:cxn>
              <a:cxn ang="0">
                <a:pos x="199" y="474"/>
              </a:cxn>
              <a:cxn ang="0">
                <a:pos x="136" y="466"/>
              </a:cxn>
              <a:cxn ang="0">
                <a:pos x="87" y="445"/>
              </a:cxn>
              <a:cxn ang="0">
                <a:pos x="47" y="396"/>
              </a:cxn>
              <a:cxn ang="0">
                <a:pos x="0" y="389"/>
              </a:cxn>
              <a:cxn ang="0">
                <a:pos x="0" y="389"/>
              </a:cxn>
              <a:cxn ang="0">
                <a:pos x="13" y="340"/>
              </a:cxn>
              <a:cxn ang="0">
                <a:pos x="10" y="300"/>
              </a:cxn>
              <a:cxn ang="0">
                <a:pos x="8" y="258"/>
              </a:cxn>
              <a:cxn ang="0">
                <a:pos x="20" y="239"/>
              </a:cxn>
              <a:cxn ang="0">
                <a:pos x="63" y="219"/>
              </a:cxn>
              <a:cxn ang="0">
                <a:pos x="75" y="195"/>
              </a:cxn>
              <a:cxn ang="0">
                <a:pos x="60" y="151"/>
              </a:cxn>
              <a:cxn ang="0">
                <a:pos x="31" y="72"/>
              </a:cxn>
              <a:cxn ang="0">
                <a:pos x="30" y="20"/>
              </a:cxn>
              <a:cxn ang="0">
                <a:pos x="66" y="4"/>
              </a:cxn>
              <a:cxn ang="0">
                <a:pos x="95" y="0"/>
              </a:cxn>
              <a:cxn ang="0">
                <a:pos x="134" y="12"/>
              </a:cxn>
              <a:cxn ang="0">
                <a:pos x="153" y="16"/>
              </a:cxn>
              <a:cxn ang="0">
                <a:pos x="205" y="23"/>
              </a:cxn>
              <a:cxn ang="0">
                <a:pos x="241" y="28"/>
              </a:cxn>
              <a:cxn ang="0">
                <a:pos x="274" y="32"/>
              </a:cxn>
              <a:cxn ang="0">
                <a:pos x="313" y="60"/>
              </a:cxn>
              <a:cxn ang="0">
                <a:pos x="344" y="66"/>
              </a:cxn>
              <a:cxn ang="0">
                <a:pos x="415" y="43"/>
              </a:cxn>
              <a:cxn ang="0">
                <a:pos x="448" y="12"/>
              </a:cxn>
              <a:cxn ang="0">
                <a:pos x="499" y="11"/>
              </a:cxn>
              <a:cxn ang="0">
                <a:pos x="554" y="21"/>
              </a:cxn>
              <a:cxn ang="0">
                <a:pos x="588" y="23"/>
              </a:cxn>
            </a:cxnLst>
            <a:rect l="0" t="0" r="r" b="b"/>
            <a:pathLst>
              <a:path w="589" h="668">
                <a:moveTo>
                  <a:pt x="589" y="377"/>
                </a:moveTo>
                <a:lnTo>
                  <a:pt x="588" y="377"/>
                </a:lnTo>
                <a:lnTo>
                  <a:pt x="577" y="388"/>
                </a:lnTo>
                <a:lnTo>
                  <a:pt x="560" y="408"/>
                </a:lnTo>
                <a:lnTo>
                  <a:pt x="554" y="430"/>
                </a:lnTo>
                <a:lnTo>
                  <a:pt x="542" y="445"/>
                </a:lnTo>
                <a:lnTo>
                  <a:pt x="535" y="451"/>
                </a:lnTo>
                <a:lnTo>
                  <a:pt x="510" y="462"/>
                </a:lnTo>
                <a:lnTo>
                  <a:pt x="488" y="481"/>
                </a:lnTo>
                <a:lnTo>
                  <a:pt x="478" y="494"/>
                </a:lnTo>
                <a:lnTo>
                  <a:pt x="468" y="509"/>
                </a:lnTo>
                <a:lnTo>
                  <a:pt x="460" y="532"/>
                </a:lnTo>
                <a:lnTo>
                  <a:pt x="455" y="559"/>
                </a:lnTo>
                <a:lnTo>
                  <a:pt x="446" y="581"/>
                </a:lnTo>
                <a:lnTo>
                  <a:pt x="432" y="596"/>
                </a:lnTo>
                <a:lnTo>
                  <a:pt x="415" y="608"/>
                </a:lnTo>
                <a:lnTo>
                  <a:pt x="400" y="614"/>
                </a:lnTo>
                <a:lnTo>
                  <a:pt x="400" y="639"/>
                </a:lnTo>
                <a:lnTo>
                  <a:pt x="395" y="668"/>
                </a:lnTo>
                <a:lnTo>
                  <a:pt x="390" y="664"/>
                </a:lnTo>
                <a:lnTo>
                  <a:pt x="303" y="589"/>
                </a:lnTo>
                <a:lnTo>
                  <a:pt x="243" y="523"/>
                </a:lnTo>
                <a:lnTo>
                  <a:pt x="210" y="481"/>
                </a:lnTo>
                <a:lnTo>
                  <a:pt x="199" y="474"/>
                </a:lnTo>
                <a:lnTo>
                  <a:pt x="181" y="469"/>
                </a:lnTo>
                <a:lnTo>
                  <a:pt x="136" y="466"/>
                </a:lnTo>
                <a:lnTo>
                  <a:pt x="107" y="457"/>
                </a:lnTo>
                <a:lnTo>
                  <a:pt x="87" y="445"/>
                </a:lnTo>
                <a:lnTo>
                  <a:pt x="70" y="416"/>
                </a:lnTo>
                <a:lnTo>
                  <a:pt x="47" y="396"/>
                </a:lnTo>
                <a:lnTo>
                  <a:pt x="17" y="387"/>
                </a:lnTo>
                <a:lnTo>
                  <a:pt x="0" y="389"/>
                </a:lnTo>
                <a:lnTo>
                  <a:pt x="2" y="389"/>
                </a:lnTo>
                <a:lnTo>
                  <a:pt x="0" y="389"/>
                </a:lnTo>
                <a:lnTo>
                  <a:pt x="10" y="354"/>
                </a:lnTo>
                <a:lnTo>
                  <a:pt x="13" y="340"/>
                </a:lnTo>
                <a:lnTo>
                  <a:pt x="14" y="319"/>
                </a:lnTo>
                <a:lnTo>
                  <a:pt x="10" y="300"/>
                </a:lnTo>
                <a:lnTo>
                  <a:pt x="5" y="279"/>
                </a:lnTo>
                <a:lnTo>
                  <a:pt x="8" y="258"/>
                </a:lnTo>
                <a:lnTo>
                  <a:pt x="10" y="249"/>
                </a:lnTo>
                <a:lnTo>
                  <a:pt x="20" y="239"/>
                </a:lnTo>
                <a:lnTo>
                  <a:pt x="51" y="227"/>
                </a:lnTo>
                <a:lnTo>
                  <a:pt x="63" y="219"/>
                </a:lnTo>
                <a:lnTo>
                  <a:pt x="72" y="209"/>
                </a:lnTo>
                <a:lnTo>
                  <a:pt x="75" y="195"/>
                </a:lnTo>
                <a:lnTo>
                  <a:pt x="67" y="168"/>
                </a:lnTo>
                <a:lnTo>
                  <a:pt x="60" y="151"/>
                </a:lnTo>
                <a:lnTo>
                  <a:pt x="36" y="92"/>
                </a:lnTo>
                <a:lnTo>
                  <a:pt x="31" y="72"/>
                </a:lnTo>
                <a:lnTo>
                  <a:pt x="31" y="19"/>
                </a:lnTo>
                <a:lnTo>
                  <a:pt x="30" y="20"/>
                </a:lnTo>
                <a:lnTo>
                  <a:pt x="47" y="10"/>
                </a:lnTo>
                <a:lnTo>
                  <a:pt x="66" y="4"/>
                </a:lnTo>
                <a:lnTo>
                  <a:pt x="81" y="3"/>
                </a:lnTo>
                <a:lnTo>
                  <a:pt x="95" y="0"/>
                </a:lnTo>
                <a:lnTo>
                  <a:pt x="118" y="8"/>
                </a:lnTo>
                <a:lnTo>
                  <a:pt x="134" y="12"/>
                </a:lnTo>
                <a:lnTo>
                  <a:pt x="152" y="17"/>
                </a:lnTo>
                <a:lnTo>
                  <a:pt x="153" y="16"/>
                </a:lnTo>
                <a:lnTo>
                  <a:pt x="187" y="21"/>
                </a:lnTo>
                <a:lnTo>
                  <a:pt x="205" y="23"/>
                </a:lnTo>
                <a:lnTo>
                  <a:pt x="222" y="26"/>
                </a:lnTo>
                <a:lnTo>
                  <a:pt x="241" y="28"/>
                </a:lnTo>
                <a:lnTo>
                  <a:pt x="258" y="29"/>
                </a:lnTo>
                <a:lnTo>
                  <a:pt x="274" y="32"/>
                </a:lnTo>
                <a:lnTo>
                  <a:pt x="299" y="52"/>
                </a:lnTo>
                <a:lnTo>
                  <a:pt x="313" y="60"/>
                </a:lnTo>
                <a:lnTo>
                  <a:pt x="328" y="63"/>
                </a:lnTo>
                <a:lnTo>
                  <a:pt x="344" y="66"/>
                </a:lnTo>
                <a:lnTo>
                  <a:pt x="396" y="56"/>
                </a:lnTo>
                <a:lnTo>
                  <a:pt x="415" y="43"/>
                </a:lnTo>
                <a:lnTo>
                  <a:pt x="431" y="29"/>
                </a:lnTo>
                <a:lnTo>
                  <a:pt x="448" y="12"/>
                </a:lnTo>
                <a:lnTo>
                  <a:pt x="466" y="4"/>
                </a:lnTo>
                <a:lnTo>
                  <a:pt x="499" y="11"/>
                </a:lnTo>
                <a:lnTo>
                  <a:pt x="522" y="14"/>
                </a:lnTo>
                <a:lnTo>
                  <a:pt x="554" y="21"/>
                </a:lnTo>
                <a:lnTo>
                  <a:pt x="588" y="27"/>
                </a:lnTo>
                <a:lnTo>
                  <a:pt x="588" y="23"/>
                </a:lnTo>
                <a:lnTo>
                  <a:pt x="589" y="37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Freeform 59"/>
          <p:cNvSpPr>
            <a:spLocks/>
          </p:cNvSpPr>
          <p:nvPr/>
        </p:nvSpPr>
        <p:spPr bwMode="auto">
          <a:xfrm rot="306148">
            <a:off x="4758053" y="4578001"/>
            <a:ext cx="163191" cy="319160"/>
          </a:xfrm>
          <a:custGeom>
            <a:avLst/>
            <a:gdLst/>
            <a:ahLst/>
            <a:cxnLst>
              <a:cxn ang="0">
                <a:pos x="10" y="908"/>
              </a:cxn>
              <a:cxn ang="0">
                <a:pos x="59" y="876"/>
              </a:cxn>
              <a:cxn ang="0">
                <a:pos x="80" y="823"/>
              </a:cxn>
              <a:cxn ang="0">
                <a:pos x="121" y="777"/>
              </a:cxn>
              <a:cxn ang="0">
                <a:pos x="128" y="745"/>
              </a:cxn>
              <a:cxn ang="0">
                <a:pos x="145" y="734"/>
              </a:cxn>
              <a:cxn ang="0">
                <a:pos x="202" y="719"/>
              </a:cxn>
              <a:cxn ang="0">
                <a:pos x="236" y="692"/>
              </a:cxn>
              <a:cxn ang="0">
                <a:pos x="294" y="619"/>
              </a:cxn>
              <a:cxn ang="0">
                <a:pos x="325" y="560"/>
              </a:cxn>
              <a:cxn ang="0">
                <a:pos x="332" y="509"/>
              </a:cxn>
              <a:cxn ang="0">
                <a:pos x="387" y="449"/>
              </a:cxn>
              <a:cxn ang="0">
                <a:pos x="411" y="411"/>
              </a:cxn>
              <a:cxn ang="0">
                <a:pos x="411" y="357"/>
              </a:cxn>
              <a:cxn ang="0">
                <a:pos x="435" y="292"/>
              </a:cxn>
              <a:cxn ang="0">
                <a:pos x="464" y="233"/>
              </a:cxn>
              <a:cxn ang="0">
                <a:pos x="492" y="183"/>
              </a:cxn>
              <a:cxn ang="0">
                <a:pos x="500" y="160"/>
              </a:cxn>
              <a:cxn ang="0">
                <a:pos x="492" y="125"/>
              </a:cxn>
              <a:cxn ang="0">
                <a:pos x="487" y="72"/>
              </a:cxn>
              <a:cxn ang="0">
                <a:pos x="500" y="34"/>
              </a:cxn>
              <a:cxn ang="0">
                <a:pos x="493" y="18"/>
              </a:cxn>
              <a:cxn ang="0">
                <a:pos x="474" y="8"/>
              </a:cxn>
              <a:cxn ang="0">
                <a:pos x="454" y="0"/>
              </a:cxn>
              <a:cxn ang="0">
                <a:pos x="432" y="6"/>
              </a:cxn>
              <a:cxn ang="0">
                <a:pos x="394" y="42"/>
              </a:cxn>
              <a:cxn ang="0">
                <a:pos x="345" y="53"/>
              </a:cxn>
              <a:cxn ang="0">
                <a:pos x="310" y="52"/>
              </a:cxn>
              <a:cxn ang="0">
                <a:pos x="280" y="59"/>
              </a:cxn>
              <a:cxn ang="0">
                <a:pos x="244" y="92"/>
              </a:cxn>
              <a:cxn ang="0">
                <a:pos x="208" y="99"/>
              </a:cxn>
              <a:cxn ang="0">
                <a:pos x="182" y="100"/>
              </a:cxn>
              <a:cxn ang="0">
                <a:pos x="146" y="117"/>
              </a:cxn>
              <a:cxn ang="0">
                <a:pos x="88" y="136"/>
              </a:cxn>
              <a:cxn ang="0">
                <a:pos x="60" y="119"/>
              </a:cxn>
              <a:cxn ang="0">
                <a:pos x="34" y="84"/>
              </a:cxn>
              <a:cxn ang="0">
                <a:pos x="16" y="102"/>
              </a:cxn>
              <a:cxn ang="0">
                <a:pos x="12" y="133"/>
              </a:cxn>
              <a:cxn ang="0">
                <a:pos x="27" y="160"/>
              </a:cxn>
              <a:cxn ang="0">
                <a:pos x="60" y="188"/>
              </a:cxn>
              <a:cxn ang="0">
                <a:pos x="138" y="223"/>
              </a:cxn>
              <a:cxn ang="0">
                <a:pos x="182" y="238"/>
              </a:cxn>
              <a:cxn ang="0">
                <a:pos x="257" y="255"/>
              </a:cxn>
              <a:cxn ang="0">
                <a:pos x="280" y="298"/>
              </a:cxn>
              <a:cxn ang="0">
                <a:pos x="265" y="360"/>
              </a:cxn>
              <a:cxn ang="0">
                <a:pos x="220" y="437"/>
              </a:cxn>
              <a:cxn ang="0">
                <a:pos x="204" y="449"/>
              </a:cxn>
              <a:cxn ang="0">
                <a:pos x="158" y="490"/>
              </a:cxn>
              <a:cxn ang="0">
                <a:pos x="106" y="535"/>
              </a:cxn>
              <a:cxn ang="0">
                <a:pos x="73" y="530"/>
              </a:cxn>
              <a:cxn ang="0">
                <a:pos x="18" y="554"/>
              </a:cxn>
              <a:cxn ang="0">
                <a:pos x="0" y="916"/>
              </a:cxn>
            </a:cxnLst>
            <a:rect l="0" t="0" r="r" b="b"/>
            <a:pathLst>
              <a:path w="500" h="916">
                <a:moveTo>
                  <a:pt x="0" y="916"/>
                </a:moveTo>
                <a:lnTo>
                  <a:pt x="10" y="908"/>
                </a:lnTo>
                <a:lnTo>
                  <a:pt x="40" y="889"/>
                </a:lnTo>
                <a:lnTo>
                  <a:pt x="59" y="876"/>
                </a:lnTo>
                <a:lnTo>
                  <a:pt x="68" y="858"/>
                </a:lnTo>
                <a:lnTo>
                  <a:pt x="80" y="823"/>
                </a:lnTo>
                <a:lnTo>
                  <a:pt x="99" y="794"/>
                </a:lnTo>
                <a:lnTo>
                  <a:pt x="121" y="777"/>
                </a:lnTo>
                <a:lnTo>
                  <a:pt x="123" y="768"/>
                </a:lnTo>
                <a:lnTo>
                  <a:pt x="128" y="745"/>
                </a:lnTo>
                <a:lnTo>
                  <a:pt x="133" y="737"/>
                </a:lnTo>
                <a:lnTo>
                  <a:pt x="145" y="734"/>
                </a:lnTo>
                <a:lnTo>
                  <a:pt x="179" y="727"/>
                </a:lnTo>
                <a:lnTo>
                  <a:pt x="202" y="719"/>
                </a:lnTo>
                <a:lnTo>
                  <a:pt x="214" y="708"/>
                </a:lnTo>
                <a:lnTo>
                  <a:pt x="236" y="692"/>
                </a:lnTo>
                <a:lnTo>
                  <a:pt x="263" y="656"/>
                </a:lnTo>
                <a:lnTo>
                  <a:pt x="294" y="619"/>
                </a:lnTo>
                <a:lnTo>
                  <a:pt x="313" y="589"/>
                </a:lnTo>
                <a:lnTo>
                  <a:pt x="325" y="560"/>
                </a:lnTo>
                <a:lnTo>
                  <a:pt x="330" y="529"/>
                </a:lnTo>
                <a:lnTo>
                  <a:pt x="332" y="509"/>
                </a:lnTo>
                <a:lnTo>
                  <a:pt x="353" y="481"/>
                </a:lnTo>
                <a:lnTo>
                  <a:pt x="387" y="449"/>
                </a:lnTo>
                <a:lnTo>
                  <a:pt x="401" y="437"/>
                </a:lnTo>
                <a:lnTo>
                  <a:pt x="411" y="411"/>
                </a:lnTo>
                <a:lnTo>
                  <a:pt x="409" y="386"/>
                </a:lnTo>
                <a:lnTo>
                  <a:pt x="411" y="357"/>
                </a:lnTo>
                <a:lnTo>
                  <a:pt x="422" y="325"/>
                </a:lnTo>
                <a:lnTo>
                  <a:pt x="435" y="292"/>
                </a:lnTo>
                <a:lnTo>
                  <a:pt x="448" y="263"/>
                </a:lnTo>
                <a:lnTo>
                  <a:pt x="464" y="233"/>
                </a:lnTo>
                <a:lnTo>
                  <a:pt x="476" y="207"/>
                </a:lnTo>
                <a:lnTo>
                  <a:pt x="492" y="183"/>
                </a:lnTo>
                <a:lnTo>
                  <a:pt x="498" y="174"/>
                </a:lnTo>
                <a:lnTo>
                  <a:pt x="500" y="160"/>
                </a:lnTo>
                <a:lnTo>
                  <a:pt x="498" y="150"/>
                </a:lnTo>
                <a:lnTo>
                  <a:pt x="492" y="125"/>
                </a:lnTo>
                <a:lnTo>
                  <a:pt x="487" y="102"/>
                </a:lnTo>
                <a:lnTo>
                  <a:pt x="487" y="72"/>
                </a:lnTo>
                <a:lnTo>
                  <a:pt x="495" y="44"/>
                </a:lnTo>
                <a:lnTo>
                  <a:pt x="500" y="34"/>
                </a:lnTo>
                <a:lnTo>
                  <a:pt x="500" y="26"/>
                </a:lnTo>
                <a:lnTo>
                  <a:pt x="493" y="18"/>
                </a:lnTo>
                <a:lnTo>
                  <a:pt x="486" y="13"/>
                </a:lnTo>
                <a:lnTo>
                  <a:pt x="474" y="8"/>
                </a:lnTo>
                <a:lnTo>
                  <a:pt x="467" y="3"/>
                </a:lnTo>
                <a:lnTo>
                  <a:pt x="454" y="0"/>
                </a:lnTo>
                <a:lnTo>
                  <a:pt x="443" y="0"/>
                </a:lnTo>
                <a:lnTo>
                  <a:pt x="432" y="6"/>
                </a:lnTo>
                <a:lnTo>
                  <a:pt x="411" y="29"/>
                </a:lnTo>
                <a:lnTo>
                  <a:pt x="394" y="42"/>
                </a:lnTo>
                <a:lnTo>
                  <a:pt x="367" y="53"/>
                </a:lnTo>
                <a:lnTo>
                  <a:pt x="345" y="53"/>
                </a:lnTo>
                <a:lnTo>
                  <a:pt x="324" y="52"/>
                </a:lnTo>
                <a:lnTo>
                  <a:pt x="310" y="52"/>
                </a:lnTo>
                <a:lnTo>
                  <a:pt x="294" y="55"/>
                </a:lnTo>
                <a:lnTo>
                  <a:pt x="280" y="59"/>
                </a:lnTo>
                <a:lnTo>
                  <a:pt x="259" y="73"/>
                </a:lnTo>
                <a:lnTo>
                  <a:pt x="244" y="92"/>
                </a:lnTo>
                <a:lnTo>
                  <a:pt x="220" y="101"/>
                </a:lnTo>
                <a:lnTo>
                  <a:pt x="208" y="99"/>
                </a:lnTo>
                <a:lnTo>
                  <a:pt x="196" y="99"/>
                </a:lnTo>
                <a:lnTo>
                  <a:pt x="182" y="100"/>
                </a:lnTo>
                <a:lnTo>
                  <a:pt x="162" y="107"/>
                </a:lnTo>
                <a:lnTo>
                  <a:pt x="146" y="117"/>
                </a:lnTo>
                <a:lnTo>
                  <a:pt x="117" y="129"/>
                </a:lnTo>
                <a:lnTo>
                  <a:pt x="88" y="136"/>
                </a:lnTo>
                <a:lnTo>
                  <a:pt x="74" y="130"/>
                </a:lnTo>
                <a:lnTo>
                  <a:pt x="60" y="119"/>
                </a:lnTo>
                <a:lnTo>
                  <a:pt x="40" y="94"/>
                </a:lnTo>
                <a:lnTo>
                  <a:pt x="34" y="84"/>
                </a:lnTo>
                <a:lnTo>
                  <a:pt x="25" y="90"/>
                </a:lnTo>
                <a:lnTo>
                  <a:pt x="16" y="102"/>
                </a:lnTo>
                <a:lnTo>
                  <a:pt x="11" y="113"/>
                </a:lnTo>
                <a:lnTo>
                  <a:pt x="12" y="133"/>
                </a:lnTo>
                <a:lnTo>
                  <a:pt x="18" y="150"/>
                </a:lnTo>
                <a:lnTo>
                  <a:pt x="27" y="160"/>
                </a:lnTo>
                <a:lnTo>
                  <a:pt x="45" y="177"/>
                </a:lnTo>
                <a:lnTo>
                  <a:pt x="60" y="188"/>
                </a:lnTo>
                <a:lnTo>
                  <a:pt x="77" y="199"/>
                </a:lnTo>
                <a:lnTo>
                  <a:pt x="138" y="223"/>
                </a:lnTo>
                <a:lnTo>
                  <a:pt x="152" y="229"/>
                </a:lnTo>
                <a:lnTo>
                  <a:pt x="182" y="238"/>
                </a:lnTo>
                <a:lnTo>
                  <a:pt x="222" y="244"/>
                </a:lnTo>
                <a:lnTo>
                  <a:pt x="257" y="255"/>
                </a:lnTo>
                <a:lnTo>
                  <a:pt x="271" y="269"/>
                </a:lnTo>
                <a:lnTo>
                  <a:pt x="280" y="298"/>
                </a:lnTo>
                <a:lnTo>
                  <a:pt x="277" y="327"/>
                </a:lnTo>
                <a:lnTo>
                  <a:pt x="265" y="360"/>
                </a:lnTo>
                <a:lnTo>
                  <a:pt x="242" y="403"/>
                </a:lnTo>
                <a:lnTo>
                  <a:pt x="220" y="437"/>
                </a:lnTo>
                <a:lnTo>
                  <a:pt x="208" y="445"/>
                </a:lnTo>
                <a:lnTo>
                  <a:pt x="204" y="449"/>
                </a:lnTo>
                <a:lnTo>
                  <a:pt x="179" y="457"/>
                </a:lnTo>
                <a:lnTo>
                  <a:pt x="158" y="490"/>
                </a:lnTo>
                <a:lnTo>
                  <a:pt x="134" y="516"/>
                </a:lnTo>
                <a:lnTo>
                  <a:pt x="106" y="535"/>
                </a:lnTo>
                <a:lnTo>
                  <a:pt x="86" y="531"/>
                </a:lnTo>
                <a:lnTo>
                  <a:pt x="73" y="530"/>
                </a:lnTo>
                <a:lnTo>
                  <a:pt x="35" y="545"/>
                </a:lnTo>
                <a:lnTo>
                  <a:pt x="18" y="554"/>
                </a:lnTo>
                <a:lnTo>
                  <a:pt x="1" y="560"/>
                </a:lnTo>
                <a:lnTo>
                  <a:pt x="0" y="91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Freeform 60"/>
          <p:cNvSpPr>
            <a:spLocks/>
          </p:cNvSpPr>
          <p:nvPr/>
        </p:nvSpPr>
        <p:spPr bwMode="auto">
          <a:xfrm rot="306148">
            <a:off x="4563854" y="4435768"/>
            <a:ext cx="297008" cy="339974"/>
          </a:xfrm>
          <a:custGeom>
            <a:avLst/>
            <a:gdLst/>
            <a:ahLst/>
            <a:cxnLst>
              <a:cxn ang="0">
                <a:pos x="252" y="8"/>
              </a:cxn>
              <a:cxn ang="0">
                <a:pos x="283" y="68"/>
              </a:cxn>
              <a:cxn ang="0">
                <a:pos x="335" y="165"/>
              </a:cxn>
              <a:cxn ang="0">
                <a:pos x="378" y="187"/>
              </a:cxn>
              <a:cxn ang="0">
                <a:pos x="436" y="202"/>
              </a:cxn>
              <a:cxn ang="0">
                <a:pos x="521" y="316"/>
              </a:cxn>
              <a:cxn ang="0">
                <a:pos x="591" y="375"/>
              </a:cxn>
              <a:cxn ang="0">
                <a:pos x="615" y="394"/>
              </a:cxn>
              <a:cxn ang="0">
                <a:pos x="579" y="426"/>
              </a:cxn>
              <a:cxn ang="0">
                <a:pos x="580" y="441"/>
              </a:cxn>
              <a:cxn ang="0">
                <a:pos x="574" y="444"/>
              </a:cxn>
              <a:cxn ang="0">
                <a:pos x="542" y="456"/>
              </a:cxn>
              <a:cxn ang="0">
                <a:pos x="525" y="505"/>
              </a:cxn>
              <a:cxn ang="0">
                <a:pos x="545" y="540"/>
              </a:cxn>
              <a:cxn ang="0">
                <a:pos x="586" y="556"/>
              </a:cxn>
              <a:cxn ang="0">
                <a:pos x="630" y="548"/>
              </a:cxn>
              <a:cxn ang="0">
                <a:pos x="655" y="537"/>
              </a:cxn>
              <a:cxn ang="0">
                <a:pos x="688" y="565"/>
              </a:cxn>
              <a:cxn ang="0">
                <a:pos x="766" y="601"/>
              </a:cxn>
              <a:cxn ang="0">
                <a:pos x="810" y="616"/>
              </a:cxn>
              <a:cxn ang="0">
                <a:pos x="885" y="633"/>
              </a:cxn>
              <a:cxn ang="0">
                <a:pos x="908" y="676"/>
              </a:cxn>
              <a:cxn ang="0">
                <a:pos x="893" y="738"/>
              </a:cxn>
              <a:cxn ang="0">
                <a:pos x="848" y="815"/>
              </a:cxn>
              <a:cxn ang="0">
                <a:pos x="832" y="826"/>
              </a:cxn>
              <a:cxn ang="0">
                <a:pos x="786" y="868"/>
              </a:cxn>
              <a:cxn ang="0">
                <a:pos x="734" y="913"/>
              </a:cxn>
              <a:cxn ang="0">
                <a:pos x="701" y="908"/>
              </a:cxn>
              <a:cxn ang="0">
                <a:pos x="646" y="932"/>
              </a:cxn>
              <a:cxn ang="0">
                <a:pos x="628" y="944"/>
              </a:cxn>
              <a:cxn ang="0">
                <a:pos x="562" y="929"/>
              </a:cxn>
              <a:cxn ang="0">
                <a:pos x="506" y="921"/>
              </a:cxn>
              <a:cxn ang="0">
                <a:pos x="471" y="945"/>
              </a:cxn>
              <a:cxn ang="0">
                <a:pos x="436" y="973"/>
              </a:cxn>
              <a:cxn ang="0">
                <a:pos x="368" y="979"/>
              </a:cxn>
              <a:cxn ang="0">
                <a:pos x="339" y="968"/>
              </a:cxn>
              <a:cxn ang="0">
                <a:pos x="298" y="945"/>
              </a:cxn>
              <a:cxn ang="0">
                <a:pos x="262" y="943"/>
              </a:cxn>
              <a:cxn ang="0">
                <a:pos x="227" y="938"/>
              </a:cxn>
              <a:cxn ang="0">
                <a:pos x="196" y="933"/>
              </a:cxn>
              <a:cxn ang="0">
                <a:pos x="191" y="899"/>
              </a:cxn>
              <a:cxn ang="0">
                <a:pos x="174" y="859"/>
              </a:cxn>
              <a:cxn ang="0">
                <a:pos x="134" y="837"/>
              </a:cxn>
              <a:cxn ang="0">
                <a:pos x="121" y="789"/>
              </a:cxn>
              <a:cxn ang="0">
                <a:pos x="110" y="769"/>
              </a:cxn>
              <a:cxn ang="0">
                <a:pos x="79" y="769"/>
              </a:cxn>
              <a:cxn ang="0">
                <a:pos x="30" y="760"/>
              </a:cxn>
              <a:cxn ang="0">
                <a:pos x="4" y="725"/>
              </a:cxn>
              <a:cxn ang="0">
                <a:pos x="1" y="694"/>
              </a:cxn>
              <a:cxn ang="0">
                <a:pos x="29" y="654"/>
              </a:cxn>
              <a:cxn ang="0">
                <a:pos x="50" y="599"/>
              </a:cxn>
              <a:cxn ang="0">
                <a:pos x="47" y="564"/>
              </a:cxn>
              <a:cxn ang="0">
                <a:pos x="60" y="513"/>
              </a:cxn>
              <a:cxn ang="0">
                <a:pos x="141" y="377"/>
              </a:cxn>
              <a:cxn ang="0">
                <a:pos x="185" y="280"/>
              </a:cxn>
              <a:cxn ang="0">
                <a:pos x="164" y="233"/>
              </a:cxn>
              <a:cxn ang="0">
                <a:pos x="143" y="182"/>
              </a:cxn>
              <a:cxn ang="0">
                <a:pos x="168" y="144"/>
              </a:cxn>
              <a:cxn ang="0">
                <a:pos x="197" y="105"/>
              </a:cxn>
              <a:cxn ang="0">
                <a:pos x="232" y="43"/>
              </a:cxn>
              <a:cxn ang="0">
                <a:pos x="246" y="0"/>
              </a:cxn>
            </a:cxnLst>
            <a:rect l="0" t="0" r="r" b="b"/>
            <a:pathLst>
              <a:path w="908" h="983">
                <a:moveTo>
                  <a:pt x="246" y="0"/>
                </a:moveTo>
                <a:lnTo>
                  <a:pt x="252" y="8"/>
                </a:lnTo>
                <a:lnTo>
                  <a:pt x="267" y="39"/>
                </a:lnTo>
                <a:lnTo>
                  <a:pt x="283" y="68"/>
                </a:lnTo>
                <a:lnTo>
                  <a:pt x="310" y="123"/>
                </a:lnTo>
                <a:lnTo>
                  <a:pt x="335" y="165"/>
                </a:lnTo>
                <a:lnTo>
                  <a:pt x="353" y="177"/>
                </a:lnTo>
                <a:lnTo>
                  <a:pt x="378" y="187"/>
                </a:lnTo>
                <a:lnTo>
                  <a:pt x="412" y="192"/>
                </a:lnTo>
                <a:lnTo>
                  <a:pt x="436" y="202"/>
                </a:lnTo>
                <a:lnTo>
                  <a:pt x="472" y="260"/>
                </a:lnTo>
                <a:lnTo>
                  <a:pt x="521" y="316"/>
                </a:lnTo>
                <a:lnTo>
                  <a:pt x="557" y="355"/>
                </a:lnTo>
                <a:lnTo>
                  <a:pt x="591" y="375"/>
                </a:lnTo>
                <a:lnTo>
                  <a:pt x="612" y="387"/>
                </a:lnTo>
                <a:lnTo>
                  <a:pt x="615" y="394"/>
                </a:lnTo>
                <a:lnTo>
                  <a:pt x="610" y="408"/>
                </a:lnTo>
                <a:lnTo>
                  <a:pt x="579" y="426"/>
                </a:lnTo>
                <a:lnTo>
                  <a:pt x="577" y="435"/>
                </a:lnTo>
                <a:lnTo>
                  <a:pt x="580" y="441"/>
                </a:lnTo>
                <a:lnTo>
                  <a:pt x="580" y="439"/>
                </a:lnTo>
                <a:lnTo>
                  <a:pt x="574" y="444"/>
                </a:lnTo>
                <a:lnTo>
                  <a:pt x="559" y="448"/>
                </a:lnTo>
                <a:lnTo>
                  <a:pt x="542" y="456"/>
                </a:lnTo>
                <a:lnTo>
                  <a:pt x="529" y="477"/>
                </a:lnTo>
                <a:lnTo>
                  <a:pt x="525" y="505"/>
                </a:lnTo>
                <a:lnTo>
                  <a:pt x="533" y="521"/>
                </a:lnTo>
                <a:lnTo>
                  <a:pt x="545" y="540"/>
                </a:lnTo>
                <a:lnTo>
                  <a:pt x="564" y="552"/>
                </a:lnTo>
                <a:lnTo>
                  <a:pt x="586" y="556"/>
                </a:lnTo>
                <a:lnTo>
                  <a:pt x="610" y="554"/>
                </a:lnTo>
                <a:lnTo>
                  <a:pt x="630" y="548"/>
                </a:lnTo>
                <a:lnTo>
                  <a:pt x="652" y="536"/>
                </a:lnTo>
                <a:lnTo>
                  <a:pt x="655" y="537"/>
                </a:lnTo>
                <a:lnTo>
                  <a:pt x="673" y="554"/>
                </a:lnTo>
                <a:lnTo>
                  <a:pt x="688" y="565"/>
                </a:lnTo>
                <a:lnTo>
                  <a:pt x="705" y="576"/>
                </a:lnTo>
                <a:lnTo>
                  <a:pt x="766" y="601"/>
                </a:lnTo>
                <a:lnTo>
                  <a:pt x="780" y="607"/>
                </a:lnTo>
                <a:lnTo>
                  <a:pt x="810" y="616"/>
                </a:lnTo>
                <a:lnTo>
                  <a:pt x="850" y="622"/>
                </a:lnTo>
                <a:lnTo>
                  <a:pt x="885" y="633"/>
                </a:lnTo>
                <a:lnTo>
                  <a:pt x="899" y="646"/>
                </a:lnTo>
                <a:lnTo>
                  <a:pt x="908" y="676"/>
                </a:lnTo>
                <a:lnTo>
                  <a:pt x="905" y="705"/>
                </a:lnTo>
                <a:lnTo>
                  <a:pt x="893" y="738"/>
                </a:lnTo>
                <a:lnTo>
                  <a:pt x="870" y="781"/>
                </a:lnTo>
                <a:lnTo>
                  <a:pt x="848" y="815"/>
                </a:lnTo>
                <a:lnTo>
                  <a:pt x="836" y="823"/>
                </a:lnTo>
                <a:lnTo>
                  <a:pt x="832" y="826"/>
                </a:lnTo>
                <a:lnTo>
                  <a:pt x="807" y="835"/>
                </a:lnTo>
                <a:lnTo>
                  <a:pt x="786" y="868"/>
                </a:lnTo>
                <a:lnTo>
                  <a:pt x="762" y="894"/>
                </a:lnTo>
                <a:lnTo>
                  <a:pt x="734" y="913"/>
                </a:lnTo>
                <a:lnTo>
                  <a:pt x="714" y="909"/>
                </a:lnTo>
                <a:lnTo>
                  <a:pt x="701" y="908"/>
                </a:lnTo>
                <a:lnTo>
                  <a:pt x="663" y="923"/>
                </a:lnTo>
                <a:lnTo>
                  <a:pt x="646" y="932"/>
                </a:lnTo>
                <a:lnTo>
                  <a:pt x="629" y="938"/>
                </a:lnTo>
                <a:lnTo>
                  <a:pt x="628" y="944"/>
                </a:lnTo>
                <a:lnTo>
                  <a:pt x="594" y="938"/>
                </a:lnTo>
                <a:lnTo>
                  <a:pt x="562" y="929"/>
                </a:lnTo>
                <a:lnTo>
                  <a:pt x="539" y="928"/>
                </a:lnTo>
                <a:lnTo>
                  <a:pt x="506" y="921"/>
                </a:lnTo>
                <a:lnTo>
                  <a:pt x="488" y="929"/>
                </a:lnTo>
                <a:lnTo>
                  <a:pt x="471" y="945"/>
                </a:lnTo>
                <a:lnTo>
                  <a:pt x="455" y="960"/>
                </a:lnTo>
                <a:lnTo>
                  <a:pt x="436" y="973"/>
                </a:lnTo>
                <a:lnTo>
                  <a:pt x="384" y="983"/>
                </a:lnTo>
                <a:lnTo>
                  <a:pt x="368" y="979"/>
                </a:lnTo>
                <a:lnTo>
                  <a:pt x="353" y="977"/>
                </a:lnTo>
                <a:lnTo>
                  <a:pt x="339" y="968"/>
                </a:lnTo>
                <a:lnTo>
                  <a:pt x="314" y="948"/>
                </a:lnTo>
                <a:lnTo>
                  <a:pt x="298" y="945"/>
                </a:lnTo>
                <a:lnTo>
                  <a:pt x="281" y="945"/>
                </a:lnTo>
                <a:lnTo>
                  <a:pt x="262" y="943"/>
                </a:lnTo>
                <a:lnTo>
                  <a:pt x="245" y="940"/>
                </a:lnTo>
                <a:lnTo>
                  <a:pt x="227" y="938"/>
                </a:lnTo>
                <a:lnTo>
                  <a:pt x="193" y="933"/>
                </a:lnTo>
                <a:lnTo>
                  <a:pt x="196" y="933"/>
                </a:lnTo>
                <a:lnTo>
                  <a:pt x="194" y="909"/>
                </a:lnTo>
                <a:lnTo>
                  <a:pt x="191" y="899"/>
                </a:lnTo>
                <a:lnTo>
                  <a:pt x="185" y="873"/>
                </a:lnTo>
                <a:lnTo>
                  <a:pt x="174" y="859"/>
                </a:lnTo>
                <a:lnTo>
                  <a:pt x="149" y="849"/>
                </a:lnTo>
                <a:lnTo>
                  <a:pt x="134" y="837"/>
                </a:lnTo>
                <a:lnTo>
                  <a:pt x="124" y="815"/>
                </a:lnTo>
                <a:lnTo>
                  <a:pt x="121" y="789"/>
                </a:lnTo>
                <a:lnTo>
                  <a:pt x="118" y="774"/>
                </a:lnTo>
                <a:lnTo>
                  <a:pt x="110" y="769"/>
                </a:lnTo>
                <a:lnTo>
                  <a:pt x="98" y="767"/>
                </a:lnTo>
                <a:lnTo>
                  <a:pt x="79" y="769"/>
                </a:lnTo>
                <a:lnTo>
                  <a:pt x="53" y="764"/>
                </a:lnTo>
                <a:lnTo>
                  <a:pt x="30" y="760"/>
                </a:lnTo>
                <a:lnTo>
                  <a:pt x="16" y="750"/>
                </a:lnTo>
                <a:lnTo>
                  <a:pt x="4" y="725"/>
                </a:lnTo>
                <a:lnTo>
                  <a:pt x="0" y="710"/>
                </a:lnTo>
                <a:lnTo>
                  <a:pt x="1" y="694"/>
                </a:lnTo>
                <a:lnTo>
                  <a:pt x="16" y="675"/>
                </a:lnTo>
                <a:lnTo>
                  <a:pt x="29" y="654"/>
                </a:lnTo>
                <a:lnTo>
                  <a:pt x="50" y="616"/>
                </a:lnTo>
                <a:lnTo>
                  <a:pt x="50" y="599"/>
                </a:lnTo>
                <a:lnTo>
                  <a:pt x="48" y="581"/>
                </a:lnTo>
                <a:lnTo>
                  <a:pt x="47" y="564"/>
                </a:lnTo>
                <a:lnTo>
                  <a:pt x="45" y="548"/>
                </a:lnTo>
                <a:lnTo>
                  <a:pt x="60" y="513"/>
                </a:lnTo>
                <a:lnTo>
                  <a:pt x="97" y="459"/>
                </a:lnTo>
                <a:lnTo>
                  <a:pt x="141" y="377"/>
                </a:lnTo>
                <a:lnTo>
                  <a:pt x="180" y="317"/>
                </a:lnTo>
                <a:lnTo>
                  <a:pt x="185" y="280"/>
                </a:lnTo>
                <a:lnTo>
                  <a:pt x="174" y="250"/>
                </a:lnTo>
                <a:lnTo>
                  <a:pt x="164" y="233"/>
                </a:lnTo>
                <a:lnTo>
                  <a:pt x="143" y="196"/>
                </a:lnTo>
                <a:lnTo>
                  <a:pt x="143" y="182"/>
                </a:lnTo>
                <a:lnTo>
                  <a:pt x="143" y="173"/>
                </a:lnTo>
                <a:lnTo>
                  <a:pt x="168" y="144"/>
                </a:lnTo>
                <a:lnTo>
                  <a:pt x="185" y="121"/>
                </a:lnTo>
                <a:lnTo>
                  <a:pt x="197" y="105"/>
                </a:lnTo>
                <a:lnTo>
                  <a:pt x="211" y="83"/>
                </a:lnTo>
                <a:lnTo>
                  <a:pt x="232" y="43"/>
                </a:lnTo>
                <a:lnTo>
                  <a:pt x="245" y="10"/>
                </a:lnTo>
                <a:lnTo>
                  <a:pt x="24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62" name="Freeform 61"/>
          <p:cNvSpPr>
            <a:spLocks/>
          </p:cNvSpPr>
          <p:nvPr/>
        </p:nvSpPr>
        <p:spPr bwMode="auto">
          <a:xfrm rot="306148">
            <a:off x="4736836" y="4593612"/>
            <a:ext cx="44062" cy="39895"/>
          </a:xfrm>
          <a:custGeom>
            <a:avLst/>
            <a:gdLst/>
            <a:ahLst/>
            <a:cxnLst>
              <a:cxn ang="0">
                <a:pos x="54" y="1"/>
              </a:cxn>
              <a:cxn ang="0">
                <a:pos x="69" y="0"/>
              </a:cxn>
              <a:cxn ang="0">
                <a:pos x="81" y="0"/>
              </a:cxn>
              <a:cxn ang="0">
                <a:pos x="94" y="2"/>
              </a:cxn>
              <a:cxn ang="0">
                <a:pos x="105" y="3"/>
              </a:cxn>
              <a:cxn ang="0">
                <a:pos x="112" y="8"/>
              </a:cxn>
              <a:cxn ang="0">
                <a:pos x="128" y="14"/>
              </a:cxn>
              <a:cxn ang="0">
                <a:pos x="134" y="22"/>
              </a:cxn>
              <a:cxn ang="0">
                <a:pos x="127" y="26"/>
              </a:cxn>
              <a:cxn ang="0">
                <a:pos x="117" y="40"/>
              </a:cxn>
              <a:cxn ang="0">
                <a:pos x="112" y="52"/>
              </a:cxn>
              <a:cxn ang="0">
                <a:pos x="112" y="69"/>
              </a:cxn>
              <a:cxn ang="0">
                <a:pos x="118" y="87"/>
              </a:cxn>
              <a:cxn ang="0">
                <a:pos x="128" y="96"/>
              </a:cxn>
              <a:cxn ang="0">
                <a:pos x="125" y="94"/>
              </a:cxn>
              <a:cxn ang="0">
                <a:pos x="102" y="107"/>
              </a:cxn>
              <a:cxn ang="0">
                <a:pos x="83" y="113"/>
              </a:cxn>
              <a:cxn ang="0">
                <a:pos x="60" y="114"/>
              </a:cxn>
              <a:cxn ang="0">
                <a:pos x="38" y="110"/>
              </a:cxn>
              <a:cxn ang="0">
                <a:pos x="19" y="98"/>
              </a:cxn>
              <a:cxn ang="0">
                <a:pos x="6" y="81"/>
              </a:cxn>
              <a:cxn ang="0">
                <a:pos x="0" y="64"/>
              </a:cxn>
              <a:cxn ang="0">
                <a:pos x="2" y="36"/>
              </a:cxn>
              <a:cxn ang="0">
                <a:pos x="17" y="17"/>
              </a:cxn>
              <a:cxn ang="0">
                <a:pos x="34" y="7"/>
              </a:cxn>
              <a:cxn ang="0">
                <a:pos x="47" y="3"/>
              </a:cxn>
              <a:cxn ang="0">
                <a:pos x="54" y="0"/>
              </a:cxn>
              <a:cxn ang="0">
                <a:pos x="54" y="1"/>
              </a:cxn>
            </a:cxnLst>
            <a:rect l="0" t="0" r="r" b="b"/>
            <a:pathLst>
              <a:path w="134" h="114">
                <a:moveTo>
                  <a:pt x="54" y="1"/>
                </a:moveTo>
                <a:lnTo>
                  <a:pt x="69" y="0"/>
                </a:lnTo>
                <a:lnTo>
                  <a:pt x="81" y="0"/>
                </a:lnTo>
                <a:lnTo>
                  <a:pt x="94" y="2"/>
                </a:lnTo>
                <a:lnTo>
                  <a:pt x="105" y="3"/>
                </a:lnTo>
                <a:lnTo>
                  <a:pt x="112" y="8"/>
                </a:lnTo>
                <a:lnTo>
                  <a:pt x="128" y="14"/>
                </a:lnTo>
                <a:lnTo>
                  <a:pt x="134" y="22"/>
                </a:lnTo>
                <a:lnTo>
                  <a:pt x="127" y="26"/>
                </a:lnTo>
                <a:lnTo>
                  <a:pt x="117" y="40"/>
                </a:lnTo>
                <a:lnTo>
                  <a:pt x="112" y="52"/>
                </a:lnTo>
                <a:lnTo>
                  <a:pt x="112" y="69"/>
                </a:lnTo>
                <a:lnTo>
                  <a:pt x="118" y="87"/>
                </a:lnTo>
                <a:lnTo>
                  <a:pt x="128" y="96"/>
                </a:lnTo>
                <a:lnTo>
                  <a:pt x="125" y="94"/>
                </a:lnTo>
                <a:lnTo>
                  <a:pt x="102" y="107"/>
                </a:lnTo>
                <a:lnTo>
                  <a:pt x="83" y="113"/>
                </a:lnTo>
                <a:lnTo>
                  <a:pt x="60" y="114"/>
                </a:lnTo>
                <a:lnTo>
                  <a:pt x="38" y="110"/>
                </a:lnTo>
                <a:lnTo>
                  <a:pt x="19" y="98"/>
                </a:lnTo>
                <a:lnTo>
                  <a:pt x="6" y="81"/>
                </a:lnTo>
                <a:lnTo>
                  <a:pt x="0" y="64"/>
                </a:lnTo>
                <a:lnTo>
                  <a:pt x="2" y="36"/>
                </a:lnTo>
                <a:lnTo>
                  <a:pt x="17" y="17"/>
                </a:lnTo>
                <a:lnTo>
                  <a:pt x="34" y="7"/>
                </a:lnTo>
                <a:lnTo>
                  <a:pt x="47" y="3"/>
                </a:lnTo>
                <a:lnTo>
                  <a:pt x="54" y="0"/>
                </a:lnTo>
                <a:lnTo>
                  <a:pt x="54" y="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63" name="Freeform 62"/>
          <p:cNvSpPr>
            <a:spLocks/>
          </p:cNvSpPr>
          <p:nvPr/>
        </p:nvSpPr>
        <p:spPr bwMode="auto">
          <a:xfrm rot="306148">
            <a:off x="4519794" y="5087964"/>
            <a:ext cx="65277" cy="168253"/>
          </a:xfrm>
          <a:custGeom>
            <a:avLst/>
            <a:gdLst/>
            <a:ahLst/>
            <a:cxnLst>
              <a:cxn ang="0">
                <a:pos x="21" y="335"/>
              </a:cxn>
              <a:cxn ang="0">
                <a:pos x="46" y="340"/>
              </a:cxn>
              <a:cxn ang="0">
                <a:pos x="66" y="350"/>
              </a:cxn>
              <a:cxn ang="0">
                <a:pos x="71" y="356"/>
              </a:cxn>
              <a:cxn ang="0">
                <a:pos x="74" y="377"/>
              </a:cxn>
              <a:cxn ang="0">
                <a:pos x="75" y="395"/>
              </a:cxn>
              <a:cxn ang="0">
                <a:pos x="73" y="414"/>
              </a:cxn>
              <a:cxn ang="0">
                <a:pos x="73" y="442"/>
              </a:cxn>
              <a:cxn ang="0">
                <a:pos x="81" y="465"/>
              </a:cxn>
              <a:cxn ang="0">
                <a:pos x="98" y="479"/>
              </a:cxn>
              <a:cxn ang="0">
                <a:pos x="116" y="485"/>
              </a:cxn>
              <a:cxn ang="0">
                <a:pos x="138" y="484"/>
              </a:cxn>
              <a:cxn ang="0">
                <a:pos x="150" y="479"/>
              </a:cxn>
              <a:cxn ang="0">
                <a:pos x="167" y="461"/>
              </a:cxn>
              <a:cxn ang="0">
                <a:pos x="178" y="447"/>
              </a:cxn>
              <a:cxn ang="0">
                <a:pos x="186" y="428"/>
              </a:cxn>
              <a:cxn ang="0">
                <a:pos x="193" y="410"/>
              </a:cxn>
              <a:cxn ang="0">
                <a:pos x="202" y="385"/>
              </a:cxn>
              <a:cxn ang="0">
                <a:pos x="201" y="370"/>
              </a:cxn>
              <a:cxn ang="0">
                <a:pos x="183" y="338"/>
              </a:cxn>
              <a:cxn ang="0">
                <a:pos x="170" y="316"/>
              </a:cxn>
              <a:cxn ang="0">
                <a:pos x="148" y="280"/>
              </a:cxn>
              <a:cxn ang="0">
                <a:pos x="142" y="247"/>
              </a:cxn>
              <a:cxn ang="0">
                <a:pos x="138" y="228"/>
              </a:cxn>
              <a:cxn ang="0">
                <a:pos x="136" y="206"/>
              </a:cxn>
              <a:cxn ang="0">
                <a:pos x="137" y="186"/>
              </a:cxn>
              <a:cxn ang="0">
                <a:pos x="144" y="162"/>
              </a:cxn>
              <a:cxn ang="0">
                <a:pos x="143" y="162"/>
              </a:cxn>
              <a:cxn ang="0">
                <a:pos x="143" y="136"/>
              </a:cxn>
              <a:cxn ang="0">
                <a:pos x="147" y="106"/>
              </a:cxn>
              <a:cxn ang="0">
                <a:pos x="148" y="90"/>
              </a:cxn>
              <a:cxn ang="0">
                <a:pos x="148" y="77"/>
              </a:cxn>
              <a:cxn ang="0">
                <a:pos x="142" y="66"/>
              </a:cxn>
              <a:cxn ang="0">
                <a:pos x="129" y="55"/>
              </a:cxn>
              <a:cxn ang="0">
                <a:pos x="108" y="55"/>
              </a:cxn>
              <a:cxn ang="0">
                <a:pos x="98" y="51"/>
              </a:cxn>
              <a:cxn ang="0">
                <a:pos x="90" y="42"/>
              </a:cxn>
              <a:cxn ang="0">
                <a:pos x="85" y="26"/>
              </a:cxn>
              <a:cxn ang="0">
                <a:pos x="87" y="11"/>
              </a:cxn>
              <a:cxn ang="0">
                <a:pos x="81" y="2"/>
              </a:cxn>
              <a:cxn ang="0">
                <a:pos x="66" y="0"/>
              </a:cxn>
              <a:cxn ang="0">
                <a:pos x="38" y="5"/>
              </a:cxn>
              <a:cxn ang="0">
                <a:pos x="44" y="4"/>
              </a:cxn>
              <a:cxn ang="0">
                <a:pos x="29" y="36"/>
              </a:cxn>
              <a:cxn ang="0">
                <a:pos x="22" y="75"/>
              </a:cxn>
              <a:cxn ang="0">
                <a:pos x="21" y="104"/>
              </a:cxn>
              <a:cxn ang="0">
                <a:pos x="27" y="140"/>
              </a:cxn>
              <a:cxn ang="0">
                <a:pos x="43" y="164"/>
              </a:cxn>
              <a:cxn ang="0">
                <a:pos x="46" y="180"/>
              </a:cxn>
              <a:cxn ang="0">
                <a:pos x="43" y="209"/>
              </a:cxn>
              <a:cxn ang="0">
                <a:pos x="29" y="228"/>
              </a:cxn>
              <a:cxn ang="0">
                <a:pos x="10" y="252"/>
              </a:cxn>
              <a:cxn ang="0">
                <a:pos x="3" y="267"/>
              </a:cxn>
              <a:cxn ang="0">
                <a:pos x="0" y="291"/>
              </a:cxn>
              <a:cxn ang="0">
                <a:pos x="5" y="314"/>
              </a:cxn>
              <a:cxn ang="0">
                <a:pos x="22" y="340"/>
              </a:cxn>
              <a:cxn ang="0">
                <a:pos x="21" y="335"/>
              </a:cxn>
            </a:cxnLst>
            <a:rect l="0" t="0" r="r" b="b"/>
            <a:pathLst>
              <a:path w="202" h="485">
                <a:moveTo>
                  <a:pt x="21" y="335"/>
                </a:moveTo>
                <a:lnTo>
                  <a:pt x="46" y="340"/>
                </a:lnTo>
                <a:lnTo>
                  <a:pt x="66" y="350"/>
                </a:lnTo>
                <a:lnTo>
                  <a:pt x="71" y="356"/>
                </a:lnTo>
                <a:lnTo>
                  <a:pt x="74" y="377"/>
                </a:lnTo>
                <a:lnTo>
                  <a:pt x="75" y="395"/>
                </a:lnTo>
                <a:lnTo>
                  <a:pt x="73" y="414"/>
                </a:lnTo>
                <a:lnTo>
                  <a:pt x="73" y="442"/>
                </a:lnTo>
                <a:lnTo>
                  <a:pt x="81" y="465"/>
                </a:lnTo>
                <a:lnTo>
                  <a:pt x="98" y="479"/>
                </a:lnTo>
                <a:lnTo>
                  <a:pt x="116" y="485"/>
                </a:lnTo>
                <a:lnTo>
                  <a:pt x="138" y="484"/>
                </a:lnTo>
                <a:lnTo>
                  <a:pt x="150" y="479"/>
                </a:lnTo>
                <a:lnTo>
                  <a:pt x="167" y="461"/>
                </a:lnTo>
                <a:lnTo>
                  <a:pt x="178" y="447"/>
                </a:lnTo>
                <a:lnTo>
                  <a:pt x="186" y="428"/>
                </a:lnTo>
                <a:lnTo>
                  <a:pt x="193" y="410"/>
                </a:lnTo>
                <a:lnTo>
                  <a:pt x="202" y="385"/>
                </a:lnTo>
                <a:lnTo>
                  <a:pt x="201" y="370"/>
                </a:lnTo>
                <a:lnTo>
                  <a:pt x="183" y="338"/>
                </a:lnTo>
                <a:lnTo>
                  <a:pt x="170" y="316"/>
                </a:lnTo>
                <a:lnTo>
                  <a:pt x="148" y="280"/>
                </a:lnTo>
                <a:lnTo>
                  <a:pt x="142" y="247"/>
                </a:lnTo>
                <a:lnTo>
                  <a:pt x="138" y="228"/>
                </a:lnTo>
                <a:lnTo>
                  <a:pt x="136" y="206"/>
                </a:lnTo>
                <a:lnTo>
                  <a:pt x="137" y="186"/>
                </a:lnTo>
                <a:lnTo>
                  <a:pt x="144" y="162"/>
                </a:lnTo>
                <a:lnTo>
                  <a:pt x="143" y="162"/>
                </a:lnTo>
                <a:lnTo>
                  <a:pt x="143" y="136"/>
                </a:lnTo>
                <a:lnTo>
                  <a:pt x="147" y="106"/>
                </a:lnTo>
                <a:lnTo>
                  <a:pt x="148" y="90"/>
                </a:lnTo>
                <a:lnTo>
                  <a:pt x="148" y="77"/>
                </a:lnTo>
                <a:lnTo>
                  <a:pt x="142" y="66"/>
                </a:lnTo>
                <a:lnTo>
                  <a:pt x="129" y="55"/>
                </a:lnTo>
                <a:lnTo>
                  <a:pt x="108" y="55"/>
                </a:lnTo>
                <a:lnTo>
                  <a:pt x="98" y="51"/>
                </a:lnTo>
                <a:lnTo>
                  <a:pt x="90" y="42"/>
                </a:lnTo>
                <a:lnTo>
                  <a:pt x="85" y="26"/>
                </a:lnTo>
                <a:lnTo>
                  <a:pt x="87" y="11"/>
                </a:lnTo>
                <a:lnTo>
                  <a:pt x="81" y="2"/>
                </a:lnTo>
                <a:lnTo>
                  <a:pt x="66" y="0"/>
                </a:lnTo>
                <a:lnTo>
                  <a:pt x="38" y="5"/>
                </a:lnTo>
                <a:lnTo>
                  <a:pt x="44" y="4"/>
                </a:lnTo>
                <a:lnTo>
                  <a:pt x="29" y="36"/>
                </a:lnTo>
                <a:lnTo>
                  <a:pt x="22" y="75"/>
                </a:lnTo>
                <a:lnTo>
                  <a:pt x="21" y="104"/>
                </a:lnTo>
                <a:lnTo>
                  <a:pt x="27" y="140"/>
                </a:lnTo>
                <a:lnTo>
                  <a:pt x="43" y="164"/>
                </a:lnTo>
                <a:lnTo>
                  <a:pt x="46" y="180"/>
                </a:lnTo>
                <a:lnTo>
                  <a:pt x="43" y="209"/>
                </a:lnTo>
                <a:lnTo>
                  <a:pt x="29" y="228"/>
                </a:lnTo>
                <a:lnTo>
                  <a:pt x="10" y="252"/>
                </a:lnTo>
                <a:lnTo>
                  <a:pt x="3" y="267"/>
                </a:lnTo>
                <a:lnTo>
                  <a:pt x="0" y="291"/>
                </a:lnTo>
                <a:lnTo>
                  <a:pt x="5" y="314"/>
                </a:lnTo>
                <a:lnTo>
                  <a:pt x="22" y="340"/>
                </a:lnTo>
                <a:lnTo>
                  <a:pt x="21" y="33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64" name="Freeform 63"/>
          <p:cNvSpPr>
            <a:spLocks/>
          </p:cNvSpPr>
          <p:nvPr/>
        </p:nvSpPr>
        <p:spPr bwMode="auto">
          <a:xfrm rot="306148">
            <a:off x="4356602" y="5226728"/>
            <a:ext cx="168087" cy="183864"/>
          </a:xfrm>
          <a:custGeom>
            <a:avLst/>
            <a:gdLst/>
            <a:ahLst/>
            <a:cxnLst>
              <a:cxn ang="0">
                <a:pos x="11" y="240"/>
              </a:cxn>
              <a:cxn ang="0">
                <a:pos x="45" y="233"/>
              </a:cxn>
              <a:cxn ang="0">
                <a:pos x="95" y="226"/>
              </a:cxn>
              <a:cxn ang="0">
                <a:pos x="133" y="169"/>
              </a:cxn>
              <a:cxn ang="0">
                <a:pos x="185" y="157"/>
              </a:cxn>
              <a:cxn ang="0">
                <a:pos x="202" y="136"/>
              </a:cxn>
              <a:cxn ang="0">
                <a:pos x="214" y="104"/>
              </a:cxn>
              <a:cxn ang="0">
                <a:pos x="254" y="58"/>
              </a:cxn>
              <a:cxn ang="0">
                <a:pos x="291" y="30"/>
              </a:cxn>
              <a:cxn ang="0">
                <a:pos x="335" y="3"/>
              </a:cxn>
              <a:cxn ang="0">
                <a:pos x="376" y="0"/>
              </a:cxn>
              <a:cxn ang="0">
                <a:pos x="394" y="2"/>
              </a:cxn>
              <a:cxn ang="0">
                <a:pos x="489" y="77"/>
              </a:cxn>
              <a:cxn ang="0">
                <a:pos x="513" y="121"/>
              </a:cxn>
              <a:cxn ang="0">
                <a:pos x="513" y="156"/>
              </a:cxn>
              <a:cxn ang="0">
                <a:pos x="484" y="216"/>
              </a:cxn>
              <a:cxn ang="0">
                <a:pos x="481" y="262"/>
              </a:cxn>
              <a:cxn ang="0">
                <a:pos x="489" y="294"/>
              </a:cxn>
              <a:cxn ang="0">
                <a:pos x="474" y="345"/>
              </a:cxn>
              <a:cxn ang="0">
                <a:pos x="414" y="419"/>
              </a:cxn>
              <a:cxn ang="0">
                <a:pos x="371" y="474"/>
              </a:cxn>
              <a:cxn ang="0">
                <a:pos x="365" y="526"/>
              </a:cxn>
              <a:cxn ang="0">
                <a:pos x="332" y="521"/>
              </a:cxn>
              <a:cxn ang="0">
                <a:pos x="278" y="524"/>
              </a:cxn>
              <a:cxn ang="0">
                <a:pos x="230" y="512"/>
              </a:cxn>
              <a:cxn ang="0">
                <a:pos x="230" y="514"/>
              </a:cxn>
              <a:cxn ang="0">
                <a:pos x="202" y="484"/>
              </a:cxn>
              <a:cxn ang="0">
                <a:pos x="168" y="446"/>
              </a:cxn>
              <a:cxn ang="0">
                <a:pos x="152" y="408"/>
              </a:cxn>
              <a:cxn ang="0">
                <a:pos x="118" y="392"/>
              </a:cxn>
              <a:cxn ang="0">
                <a:pos x="82" y="392"/>
              </a:cxn>
              <a:cxn ang="0">
                <a:pos x="68" y="381"/>
              </a:cxn>
              <a:cxn ang="0">
                <a:pos x="65" y="358"/>
              </a:cxn>
              <a:cxn ang="0">
                <a:pos x="52" y="321"/>
              </a:cxn>
              <a:cxn ang="0">
                <a:pos x="28" y="288"/>
              </a:cxn>
              <a:cxn ang="0">
                <a:pos x="0" y="255"/>
              </a:cxn>
            </a:cxnLst>
            <a:rect l="0" t="0" r="r" b="b"/>
            <a:pathLst>
              <a:path w="518" h="529">
                <a:moveTo>
                  <a:pt x="0" y="252"/>
                </a:moveTo>
                <a:lnTo>
                  <a:pt x="11" y="240"/>
                </a:lnTo>
                <a:lnTo>
                  <a:pt x="22" y="234"/>
                </a:lnTo>
                <a:lnTo>
                  <a:pt x="45" y="233"/>
                </a:lnTo>
                <a:lnTo>
                  <a:pt x="82" y="230"/>
                </a:lnTo>
                <a:lnTo>
                  <a:pt x="95" y="226"/>
                </a:lnTo>
                <a:lnTo>
                  <a:pt x="105" y="217"/>
                </a:lnTo>
                <a:lnTo>
                  <a:pt x="133" y="169"/>
                </a:lnTo>
                <a:lnTo>
                  <a:pt x="158" y="164"/>
                </a:lnTo>
                <a:lnTo>
                  <a:pt x="185" y="157"/>
                </a:lnTo>
                <a:lnTo>
                  <a:pt x="196" y="143"/>
                </a:lnTo>
                <a:lnTo>
                  <a:pt x="202" y="136"/>
                </a:lnTo>
                <a:lnTo>
                  <a:pt x="204" y="122"/>
                </a:lnTo>
                <a:lnTo>
                  <a:pt x="214" y="104"/>
                </a:lnTo>
                <a:lnTo>
                  <a:pt x="228" y="82"/>
                </a:lnTo>
                <a:lnTo>
                  <a:pt x="254" y="58"/>
                </a:lnTo>
                <a:lnTo>
                  <a:pt x="272" y="49"/>
                </a:lnTo>
                <a:lnTo>
                  <a:pt x="291" y="30"/>
                </a:lnTo>
                <a:lnTo>
                  <a:pt x="313" y="17"/>
                </a:lnTo>
                <a:lnTo>
                  <a:pt x="335" y="3"/>
                </a:lnTo>
                <a:lnTo>
                  <a:pt x="352" y="0"/>
                </a:lnTo>
                <a:lnTo>
                  <a:pt x="376" y="0"/>
                </a:lnTo>
                <a:lnTo>
                  <a:pt x="391" y="2"/>
                </a:lnTo>
                <a:lnTo>
                  <a:pt x="394" y="2"/>
                </a:lnTo>
                <a:lnTo>
                  <a:pt x="446" y="47"/>
                </a:lnTo>
                <a:lnTo>
                  <a:pt x="489" y="77"/>
                </a:lnTo>
                <a:lnTo>
                  <a:pt x="506" y="99"/>
                </a:lnTo>
                <a:lnTo>
                  <a:pt x="513" y="121"/>
                </a:lnTo>
                <a:lnTo>
                  <a:pt x="518" y="136"/>
                </a:lnTo>
                <a:lnTo>
                  <a:pt x="513" y="156"/>
                </a:lnTo>
                <a:lnTo>
                  <a:pt x="496" y="189"/>
                </a:lnTo>
                <a:lnTo>
                  <a:pt x="484" y="216"/>
                </a:lnTo>
                <a:lnTo>
                  <a:pt x="474" y="239"/>
                </a:lnTo>
                <a:lnTo>
                  <a:pt x="481" y="262"/>
                </a:lnTo>
                <a:lnTo>
                  <a:pt x="484" y="277"/>
                </a:lnTo>
                <a:lnTo>
                  <a:pt x="489" y="294"/>
                </a:lnTo>
                <a:lnTo>
                  <a:pt x="489" y="308"/>
                </a:lnTo>
                <a:lnTo>
                  <a:pt x="474" y="345"/>
                </a:lnTo>
                <a:lnTo>
                  <a:pt x="446" y="381"/>
                </a:lnTo>
                <a:lnTo>
                  <a:pt x="414" y="419"/>
                </a:lnTo>
                <a:lnTo>
                  <a:pt x="387" y="449"/>
                </a:lnTo>
                <a:lnTo>
                  <a:pt x="371" y="474"/>
                </a:lnTo>
                <a:lnTo>
                  <a:pt x="365" y="524"/>
                </a:lnTo>
                <a:lnTo>
                  <a:pt x="365" y="526"/>
                </a:lnTo>
                <a:lnTo>
                  <a:pt x="359" y="524"/>
                </a:lnTo>
                <a:lnTo>
                  <a:pt x="332" y="521"/>
                </a:lnTo>
                <a:lnTo>
                  <a:pt x="312" y="529"/>
                </a:lnTo>
                <a:lnTo>
                  <a:pt x="278" y="524"/>
                </a:lnTo>
                <a:lnTo>
                  <a:pt x="254" y="515"/>
                </a:lnTo>
                <a:lnTo>
                  <a:pt x="230" y="512"/>
                </a:lnTo>
                <a:lnTo>
                  <a:pt x="224" y="512"/>
                </a:lnTo>
                <a:lnTo>
                  <a:pt x="230" y="514"/>
                </a:lnTo>
                <a:lnTo>
                  <a:pt x="209" y="489"/>
                </a:lnTo>
                <a:lnTo>
                  <a:pt x="202" y="484"/>
                </a:lnTo>
                <a:lnTo>
                  <a:pt x="175" y="456"/>
                </a:lnTo>
                <a:lnTo>
                  <a:pt x="168" y="446"/>
                </a:lnTo>
                <a:lnTo>
                  <a:pt x="158" y="422"/>
                </a:lnTo>
                <a:lnTo>
                  <a:pt x="152" y="408"/>
                </a:lnTo>
                <a:lnTo>
                  <a:pt x="137" y="392"/>
                </a:lnTo>
                <a:lnTo>
                  <a:pt x="118" y="392"/>
                </a:lnTo>
                <a:lnTo>
                  <a:pt x="100" y="392"/>
                </a:lnTo>
                <a:lnTo>
                  <a:pt x="82" y="392"/>
                </a:lnTo>
                <a:lnTo>
                  <a:pt x="71" y="390"/>
                </a:lnTo>
                <a:lnTo>
                  <a:pt x="68" y="381"/>
                </a:lnTo>
                <a:lnTo>
                  <a:pt x="64" y="374"/>
                </a:lnTo>
                <a:lnTo>
                  <a:pt x="65" y="358"/>
                </a:lnTo>
                <a:lnTo>
                  <a:pt x="65" y="340"/>
                </a:lnTo>
                <a:lnTo>
                  <a:pt x="52" y="321"/>
                </a:lnTo>
                <a:lnTo>
                  <a:pt x="39" y="299"/>
                </a:lnTo>
                <a:lnTo>
                  <a:pt x="28" y="288"/>
                </a:lnTo>
                <a:lnTo>
                  <a:pt x="11" y="269"/>
                </a:lnTo>
                <a:lnTo>
                  <a:pt x="0" y="255"/>
                </a:lnTo>
                <a:lnTo>
                  <a:pt x="0" y="252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65" name="Freeform 64"/>
          <p:cNvSpPr>
            <a:spLocks/>
          </p:cNvSpPr>
          <p:nvPr/>
        </p:nvSpPr>
        <p:spPr bwMode="auto">
          <a:xfrm rot="306148">
            <a:off x="4474100" y="5115715"/>
            <a:ext cx="207253" cy="405888"/>
          </a:xfrm>
          <a:custGeom>
            <a:avLst/>
            <a:gdLst/>
            <a:ahLst/>
            <a:cxnLst>
              <a:cxn ang="0">
                <a:pos x="150" y="1111"/>
              </a:cxn>
              <a:cxn ang="0">
                <a:pos x="219" y="1051"/>
              </a:cxn>
              <a:cxn ang="0">
                <a:pos x="273" y="994"/>
              </a:cxn>
              <a:cxn ang="0">
                <a:pos x="253" y="957"/>
              </a:cxn>
              <a:cxn ang="0">
                <a:pos x="255" y="782"/>
              </a:cxn>
              <a:cxn ang="0">
                <a:pos x="212" y="741"/>
              </a:cxn>
              <a:cxn ang="0">
                <a:pos x="260" y="703"/>
              </a:cxn>
              <a:cxn ang="0">
                <a:pos x="318" y="658"/>
              </a:cxn>
              <a:cxn ang="0">
                <a:pos x="349" y="586"/>
              </a:cxn>
              <a:cxn ang="0">
                <a:pos x="424" y="533"/>
              </a:cxn>
              <a:cxn ang="0">
                <a:pos x="549" y="475"/>
              </a:cxn>
              <a:cxn ang="0">
                <a:pos x="619" y="391"/>
              </a:cxn>
              <a:cxn ang="0">
                <a:pos x="636" y="326"/>
              </a:cxn>
              <a:cxn ang="0">
                <a:pos x="614" y="256"/>
              </a:cxn>
              <a:cxn ang="0">
                <a:pos x="604" y="224"/>
              </a:cxn>
              <a:cxn ang="0">
                <a:pos x="626" y="174"/>
              </a:cxn>
              <a:cxn ang="0">
                <a:pos x="605" y="112"/>
              </a:cxn>
              <a:cxn ang="0">
                <a:pos x="621" y="20"/>
              </a:cxn>
              <a:cxn ang="0">
                <a:pos x="585" y="18"/>
              </a:cxn>
              <a:cxn ang="0">
                <a:pos x="547" y="6"/>
              </a:cxn>
              <a:cxn ang="0">
                <a:pos x="498" y="18"/>
              </a:cxn>
              <a:cxn ang="0">
                <a:pos x="460" y="23"/>
              </a:cxn>
              <a:cxn ang="0">
                <a:pos x="425" y="85"/>
              </a:cxn>
              <a:cxn ang="0">
                <a:pos x="372" y="83"/>
              </a:cxn>
              <a:cxn ang="0">
                <a:pos x="297" y="65"/>
              </a:cxn>
              <a:cxn ang="0">
                <a:pos x="250" y="87"/>
              </a:cxn>
              <a:cxn ang="0">
                <a:pos x="244" y="153"/>
              </a:cxn>
              <a:cxn ang="0">
                <a:pos x="277" y="242"/>
              </a:cxn>
              <a:cxn ang="0">
                <a:pos x="309" y="310"/>
              </a:cxn>
              <a:cxn ang="0">
                <a:pos x="284" y="373"/>
              </a:cxn>
              <a:cxn ang="0">
                <a:pos x="244" y="409"/>
              </a:cxn>
              <a:cxn ang="0">
                <a:pos x="189" y="391"/>
              </a:cxn>
              <a:cxn ang="0">
                <a:pos x="181" y="321"/>
              </a:cxn>
              <a:cxn ang="0">
                <a:pos x="172" y="276"/>
              </a:cxn>
              <a:cxn ang="0">
                <a:pos x="125" y="260"/>
              </a:cxn>
              <a:cxn ang="0">
                <a:pos x="74" y="269"/>
              </a:cxn>
              <a:cxn ang="0">
                <a:pos x="26" y="299"/>
              </a:cxn>
              <a:cxn ang="0">
                <a:pos x="28" y="356"/>
              </a:cxn>
              <a:cxn ang="0">
                <a:pos x="128" y="434"/>
              </a:cxn>
              <a:cxn ang="0">
                <a:pos x="157" y="492"/>
              </a:cxn>
              <a:cxn ang="0">
                <a:pos x="125" y="572"/>
              </a:cxn>
              <a:cxn ang="0">
                <a:pos x="125" y="635"/>
              </a:cxn>
              <a:cxn ang="0">
                <a:pos x="113" y="701"/>
              </a:cxn>
              <a:cxn ang="0">
                <a:pos x="26" y="805"/>
              </a:cxn>
              <a:cxn ang="0">
                <a:pos x="4" y="886"/>
              </a:cxn>
              <a:cxn ang="0">
                <a:pos x="6" y="970"/>
              </a:cxn>
              <a:cxn ang="0">
                <a:pos x="39" y="1069"/>
              </a:cxn>
              <a:cxn ang="0">
                <a:pos x="50" y="1133"/>
              </a:cxn>
              <a:cxn ang="0">
                <a:pos x="86" y="1168"/>
              </a:cxn>
            </a:cxnLst>
            <a:rect l="0" t="0" r="r" b="b"/>
            <a:pathLst>
              <a:path w="636" h="1168">
                <a:moveTo>
                  <a:pt x="90" y="1159"/>
                </a:moveTo>
                <a:lnTo>
                  <a:pt x="103" y="1143"/>
                </a:lnTo>
                <a:lnTo>
                  <a:pt x="150" y="1111"/>
                </a:lnTo>
                <a:lnTo>
                  <a:pt x="179" y="1091"/>
                </a:lnTo>
                <a:lnTo>
                  <a:pt x="202" y="1069"/>
                </a:lnTo>
                <a:lnTo>
                  <a:pt x="219" y="1051"/>
                </a:lnTo>
                <a:lnTo>
                  <a:pt x="241" y="1033"/>
                </a:lnTo>
                <a:lnTo>
                  <a:pt x="268" y="1004"/>
                </a:lnTo>
                <a:lnTo>
                  <a:pt x="273" y="994"/>
                </a:lnTo>
                <a:lnTo>
                  <a:pt x="268" y="990"/>
                </a:lnTo>
                <a:lnTo>
                  <a:pt x="260" y="982"/>
                </a:lnTo>
                <a:lnTo>
                  <a:pt x="253" y="957"/>
                </a:lnTo>
                <a:lnTo>
                  <a:pt x="264" y="834"/>
                </a:lnTo>
                <a:lnTo>
                  <a:pt x="262" y="804"/>
                </a:lnTo>
                <a:lnTo>
                  <a:pt x="255" y="782"/>
                </a:lnTo>
                <a:lnTo>
                  <a:pt x="243" y="772"/>
                </a:lnTo>
                <a:lnTo>
                  <a:pt x="216" y="758"/>
                </a:lnTo>
                <a:lnTo>
                  <a:pt x="212" y="741"/>
                </a:lnTo>
                <a:lnTo>
                  <a:pt x="218" y="728"/>
                </a:lnTo>
                <a:lnTo>
                  <a:pt x="235" y="714"/>
                </a:lnTo>
                <a:lnTo>
                  <a:pt x="260" y="703"/>
                </a:lnTo>
                <a:lnTo>
                  <a:pt x="280" y="691"/>
                </a:lnTo>
                <a:lnTo>
                  <a:pt x="301" y="677"/>
                </a:lnTo>
                <a:lnTo>
                  <a:pt x="318" y="658"/>
                </a:lnTo>
                <a:lnTo>
                  <a:pt x="340" y="629"/>
                </a:lnTo>
                <a:lnTo>
                  <a:pt x="348" y="608"/>
                </a:lnTo>
                <a:lnTo>
                  <a:pt x="349" y="586"/>
                </a:lnTo>
                <a:lnTo>
                  <a:pt x="355" y="572"/>
                </a:lnTo>
                <a:lnTo>
                  <a:pt x="375" y="553"/>
                </a:lnTo>
                <a:lnTo>
                  <a:pt x="424" y="533"/>
                </a:lnTo>
                <a:lnTo>
                  <a:pt x="456" y="524"/>
                </a:lnTo>
                <a:lnTo>
                  <a:pt x="510" y="499"/>
                </a:lnTo>
                <a:lnTo>
                  <a:pt x="549" y="475"/>
                </a:lnTo>
                <a:lnTo>
                  <a:pt x="591" y="437"/>
                </a:lnTo>
                <a:lnTo>
                  <a:pt x="609" y="411"/>
                </a:lnTo>
                <a:lnTo>
                  <a:pt x="619" y="391"/>
                </a:lnTo>
                <a:lnTo>
                  <a:pt x="629" y="364"/>
                </a:lnTo>
                <a:lnTo>
                  <a:pt x="633" y="339"/>
                </a:lnTo>
                <a:lnTo>
                  <a:pt x="636" y="326"/>
                </a:lnTo>
                <a:lnTo>
                  <a:pt x="633" y="305"/>
                </a:lnTo>
                <a:lnTo>
                  <a:pt x="626" y="276"/>
                </a:lnTo>
                <a:lnTo>
                  <a:pt x="614" y="256"/>
                </a:lnTo>
                <a:lnTo>
                  <a:pt x="604" y="247"/>
                </a:lnTo>
                <a:lnTo>
                  <a:pt x="598" y="234"/>
                </a:lnTo>
                <a:lnTo>
                  <a:pt x="604" y="224"/>
                </a:lnTo>
                <a:lnTo>
                  <a:pt x="622" y="206"/>
                </a:lnTo>
                <a:lnTo>
                  <a:pt x="633" y="188"/>
                </a:lnTo>
                <a:lnTo>
                  <a:pt x="626" y="174"/>
                </a:lnTo>
                <a:lnTo>
                  <a:pt x="610" y="157"/>
                </a:lnTo>
                <a:lnTo>
                  <a:pt x="604" y="133"/>
                </a:lnTo>
                <a:lnTo>
                  <a:pt x="605" y="112"/>
                </a:lnTo>
                <a:lnTo>
                  <a:pt x="609" y="83"/>
                </a:lnTo>
                <a:lnTo>
                  <a:pt x="617" y="59"/>
                </a:lnTo>
                <a:lnTo>
                  <a:pt x="621" y="20"/>
                </a:lnTo>
                <a:lnTo>
                  <a:pt x="620" y="14"/>
                </a:lnTo>
                <a:lnTo>
                  <a:pt x="604" y="17"/>
                </a:lnTo>
                <a:lnTo>
                  <a:pt x="585" y="18"/>
                </a:lnTo>
                <a:lnTo>
                  <a:pt x="565" y="0"/>
                </a:lnTo>
                <a:lnTo>
                  <a:pt x="561" y="1"/>
                </a:lnTo>
                <a:lnTo>
                  <a:pt x="547" y="6"/>
                </a:lnTo>
                <a:lnTo>
                  <a:pt x="532" y="14"/>
                </a:lnTo>
                <a:lnTo>
                  <a:pt x="514" y="27"/>
                </a:lnTo>
                <a:lnTo>
                  <a:pt x="498" y="18"/>
                </a:lnTo>
                <a:lnTo>
                  <a:pt x="487" y="17"/>
                </a:lnTo>
                <a:lnTo>
                  <a:pt x="474" y="17"/>
                </a:lnTo>
                <a:lnTo>
                  <a:pt x="460" y="23"/>
                </a:lnTo>
                <a:lnTo>
                  <a:pt x="442" y="46"/>
                </a:lnTo>
                <a:lnTo>
                  <a:pt x="434" y="70"/>
                </a:lnTo>
                <a:lnTo>
                  <a:pt x="425" y="85"/>
                </a:lnTo>
                <a:lnTo>
                  <a:pt x="411" y="91"/>
                </a:lnTo>
                <a:lnTo>
                  <a:pt x="392" y="87"/>
                </a:lnTo>
                <a:lnTo>
                  <a:pt x="372" y="83"/>
                </a:lnTo>
                <a:lnTo>
                  <a:pt x="342" y="71"/>
                </a:lnTo>
                <a:lnTo>
                  <a:pt x="320" y="64"/>
                </a:lnTo>
                <a:lnTo>
                  <a:pt x="297" y="65"/>
                </a:lnTo>
                <a:lnTo>
                  <a:pt x="271" y="70"/>
                </a:lnTo>
                <a:lnTo>
                  <a:pt x="255" y="87"/>
                </a:lnTo>
                <a:lnTo>
                  <a:pt x="250" y="87"/>
                </a:lnTo>
                <a:lnTo>
                  <a:pt x="244" y="111"/>
                </a:lnTo>
                <a:lnTo>
                  <a:pt x="242" y="131"/>
                </a:lnTo>
                <a:lnTo>
                  <a:pt x="244" y="153"/>
                </a:lnTo>
                <a:lnTo>
                  <a:pt x="248" y="174"/>
                </a:lnTo>
                <a:lnTo>
                  <a:pt x="255" y="206"/>
                </a:lnTo>
                <a:lnTo>
                  <a:pt x="277" y="242"/>
                </a:lnTo>
                <a:lnTo>
                  <a:pt x="289" y="263"/>
                </a:lnTo>
                <a:lnTo>
                  <a:pt x="307" y="297"/>
                </a:lnTo>
                <a:lnTo>
                  <a:pt x="309" y="310"/>
                </a:lnTo>
                <a:lnTo>
                  <a:pt x="299" y="337"/>
                </a:lnTo>
                <a:lnTo>
                  <a:pt x="294" y="353"/>
                </a:lnTo>
                <a:lnTo>
                  <a:pt x="284" y="373"/>
                </a:lnTo>
                <a:lnTo>
                  <a:pt x="273" y="386"/>
                </a:lnTo>
                <a:lnTo>
                  <a:pt x="256" y="404"/>
                </a:lnTo>
                <a:lnTo>
                  <a:pt x="244" y="409"/>
                </a:lnTo>
                <a:lnTo>
                  <a:pt x="222" y="411"/>
                </a:lnTo>
                <a:lnTo>
                  <a:pt x="206" y="405"/>
                </a:lnTo>
                <a:lnTo>
                  <a:pt x="189" y="391"/>
                </a:lnTo>
                <a:lnTo>
                  <a:pt x="179" y="368"/>
                </a:lnTo>
                <a:lnTo>
                  <a:pt x="179" y="339"/>
                </a:lnTo>
                <a:lnTo>
                  <a:pt x="181" y="321"/>
                </a:lnTo>
                <a:lnTo>
                  <a:pt x="180" y="303"/>
                </a:lnTo>
                <a:lnTo>
                  <a:pt x="178" y="282"/>
                </a:lnTo>
                <a:lnTo>
                  <a:pt x="172" y="276"/>
                </a:lnTo>
                <a:lnTo>
                  <a:pt x="152" y="265"/>
                </a:lnTo>
                <a:lnTo>
                  <a:pt x="127" y="260"/>
                </a:lnTo>
                <a:lnTo>
                  <a:pt x="125" y="260"/>
                </a:lnTo>
                <a:lnTo>
                  <a:pt x="111" y="263"/>
                </a:lnTo>
                <a:lnTo>
                  <a:pt x="99" y="266"/>
                </a:lnTo>
                <a:lnTo>
                  <a:pt x="74" y="269"/>
                </a:lnTo>
                <a:lnTo>
                  <a:pt x="59" y="273"/>
                </a:lnTo>
                <a:lnTo>
                  <a:pt x="35" y="287"/>
                </a:lnTo>
                <a:lnTo>
                  <a:pt x="26" y="299"/>
                </a:lnTo>
                <a:lnTo>
                  <a:pt x="22" y="309"/>
                </a:lnTo>
                <a:lnTo>
                  <a:pt x="20" y="326"/>
                </a:lnTo>
                <a:lnTo>
                  <a:pt x="28" y="356"/>
                </a:lnTo>
                <a:lnTo>
                  <a:pt x="33" y="358"/>
                </a:lnTo>
                <a:lnTo>
                  <a:pt x="86" y="403"/>
                </a:lnTo>
                <a:lnTo>
                  <a:pt x="128" y="434"/>
                </a:lnTo>
                <a:lnTo>
                  <a:pt x="146" y="456"/>
                </a:lnTo>
                <a:lnTo>
                  <a:pt x="152" y="478"/>
                </a:lnTo>
                <a:lnTo>
                  <a:pt x="157" y="492"/>
                </a:lnTo>
                <a:lnTo>
                  <a:pt x="152" y="512"/>
                </a:lnTo>
                <a:lnTo>
                  <a:pt x="135" y="545"/>
                </a:lnTo>
                <a:lnTo>
                  <a:pt x="125" y="572"/>
                </a:lnTo>
                <a:lnTo>
                  <a:pt x="114" y="595"/>
                </a:lnTo>
                <a:lnTo>
                  <a:pt x="120" y="619"/>
                </a:lnTo>
                <a:lnTo>
                  <a:pt x="125" y="635"/>
                </a:lnTo>
                <a:lnTo>
                  <a:pt x="129" y="652"/>
                </a:lnTo>
                <a:lnTo>
                  <a:pt x="129" y="664"/>
                </a:lnTo>
                <a:lnTo>
                  <a:pt x="113" y="701"/>
                </a:lnTo>
                <a:lnTo>
                  <a:pt x="86" y="738"/>
                </a:lnTo>
                <a:lnTo>
                  <a:pt x="55" y="776"/>
                </a:lnTo>
                <a:lnTo>
                  <a:pt x="26" y="805"/>
                </a:lnTo>
                <a:lnTo>
                  <a:pt x="10" y="831"/>
                </a:lnTo>
                <a:lnTo>
                  <a:pt x="5" y="880"/>
                </a:lnTo>
                <a:lnTo>
                  <a:pt x="4" y="886"/>
                </a:lnTo>
                <a:lnTo>
                  <a:pt x="1" y="905"/>
                </a:lnTo>
                <a:lnTo>
                  <a:pt x="0" y="932"/>
                </a:lnTo>
                <a:lnTo>
                  <a:pt x="6" y="970"/>
                </a:lnTo>
                <a:lnTo>
                  <a:pt x="21" y="1020"/>
                </a:lnTo>
                <a:lnTo>
                  <a:pt x="27" y="1040"/>
                </a:lnTo>
                <a:lnTo>
                  <a:pt x="39" y="1069"/>
                </a:lnTo>
                <a:lnTo>
                  <a:pt x="49" y="1093"/>
                </a:lnTo>
                <a:lnTo>
                  <a:pt x="55" y="1116"/>
                </a:lnTo>
                <a:lnTo>
                  <a:pt x="50" y="1133"/>
                </a:lnTo>
                <a:lnTo>
                  <a:pt x="35" y="1143"/>
                </a:lnTo>
                <a:lnTo>
                  <a:pt x="33" y="1151"/>
                </a:lnTo>
                <a:lnTo>
                  <a:pt x="86" y="1168"/>
                </a:lnTo>
                <a:lnTo>
                  <a:pt x="90" y="115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66" name="Freeform 65"/>
          <p:cNvSpPr>
            <a:spLocks/>
          </p:cNvSpPr>
          <p:nvPr/>
        </p:nvSpPr>
        <p:spPr bwMode="auto">
          <a:xfrm rot="306148">
            <a:off x="4235839" y="5301315"/>
            <a:ext cx="187670" cy="218555"/>
          </a:xfrm>
          <a:custGeom>
            <a:avLst/>
            <a:gdLst/>
            <a:ahLst/>
            <a:cxnLst>
              <a:cxn ang="0">
                <a:pos x="52" y="630"/>
              </a:cxn>
              <a:cxn ang="0">
                <a:pos x="85" y="626"/>
              </a:cxn>
              <a:cxn ang="0">
                <a:pos x="122" y="608"/>
              </a:cxn>
              <a:cxn ang="0">
                <a:pos x="137" y="577"/>
              </a:cxn>
              <a:cxn ang="0">
                <a:pos x="170" y="519"/>
              </a:cxn>
              <a:cxn ang="0">
                <a:pos x="210" y="498"/>
              </a:cxn>
              <a:cxn ang="0">
                <a:pos x="277" y="511"/>
              </a:cxn>
              <a:cxn ang="0">
                <a:pos x="316" y="521"/>
              </a:cxn>
              <a:cxn ang="0">
                <a:pos x="358" y="513"/>
              </a:cxn>
              <a:cxn ang="0">
                <a:pos x="383" y="478"/>
              </a:cxn>
              <a:cxn ang="0">
                <a:pos x="415" y="428"/>
              </a:cxn>
              <a:cxn ang="0">
                <a:pos x="485" y="340"/>
              </a:cxn>
              <a:cxn ang="0">
                <a:pos x="552" y="287"/>
              </a:cxn>
              <a:cxn ang="0">
                <a:pos x="575" y="270"/>
              </a:cxn>
              <a:cxn ang="0">
                <a:pos x="546" y="240"/>
              </a:cxn>
              <a:cxn ang="0">
                <a:pos x="513" y="202"/>
              </a:cxn>
              <a:cxn ang="0">
                <a:pos x="497" y="164"/>
              </a:cxn>
              <a:cxn ang="0">
                <a:pos x="463" y="148"/>
              </a:cxn>
              <a:cxn ang="0">
                <a:pos x="427" y="148"/>
              </a:cxn>
              <a:cxn ang="0">
                <a:pos x="413" y="138"/>
              </a:cxn>
              <a:cxn ang="0">
                <a:pos x="409" y="114"/>
              </a:cxn>
              <a:cxn ang="0">
                <a:pos x="397" y="77"/>
              </a:cxn>
              <a:cxn ang="0">
                <a:pos x="373" y="44"/>
              </a:cxn>
              <a:cxn ang="0">
                <a:pos x="344" y="11"/>
              </a:cxn>
              <a:cxn ang="0">
                <a:pos x="333" y="11"/>
              </a:cxn>
              <a:cxn ang="0">
                <a:pos x="300" y="8"/>
              </a:cxn>
              <a:cxn ang="0">
                <a:pos x="265" y="13"/>
              </a:cxn>
              <a:cxn ang="0">
                <a:pos x="217" y="37"/>
              </a:cxn>
              <a:cxn ang="0">
                <a:pos x="181" y="19"/>
              </a:cxn>
              <a:cxn ang="0">
                <a:pos x="102" y="48"/>
              </a:cxn>
              <a:cxn ang="0">
                <a:pos x="43" y="68"/>
              </a:cxn>
              <a:cxn ang="0">
                <a:pos x="0" y="262"/>
              </a:cxn>
              <a:cxn ang="0">
                <a:pos x="11" y="606"/>
              </a:cxn>
              <a:cxn ang="0">
                <a:pos x="25" y="625"/>
              </a:cxn>
              <a:cxn ang="0">
                <a:pos x="35" y="630"/>
              </a:cxn>
            </a:cxnLst>
            <a:rect l="0" t="0" r="r" b="b"/>
            <a:pathLst>
              <a:path w="575" h="630">
                <a:moveTo>
                  <a:pt x="35" y="630"/>
                </a:moveTo>
                <a:lnTo>
                  <a:pt x="52" y="630"/>
                </a:lnTo>
                <a:lnTo>
                  <a:pt x="72" y="629"/>
                </a:lnTo>
                <a:lnTo>
                  <a:pt x="85" y="626"/>
                </a:lnTo>
                <a:lnTo>
                  <a:pt x="108" y="616"/>
                </a:lnTo>
                <a:lnTo>
                  <a:pt x="122" y="608"/>
                </a:lnTo>
                <a:lnTo>
                  <a:pt x="133" y="588"/>
                </a:lnTo>
                <a:lnTo>
                  <a:pt x="137" y="577"/>
                </a:lnTo>
                <a:lnTo>
                  <a:pt x="159" y="536"/>
                </a:lnTo>
                <a:lnTo>
                  <a:pt x="170" y="519"/>
                </a:lnTo>
                <a:lnTo>
                  <a:pt x="189" y="504"/>
                </a:lnTo>
                <a:lnTo>
                  <a:pt x="210" y="498"/>
                </a:lnTo>
                <a:lnTo>
                  <a:pt x="234" y="497"/>
                </a:lnTo>
                <a:lnTo>
                  <a:pt x="277" y="511"/>
                </a:lnTo>
                <a:lnTo>
                  <a:pt x="296" y="521"/>
                </a:lnTo>
                <a:lnTo>
                  <a:pt x="316" y="521"/>
                </a:lnTo>
                <a:lnTo>
                  <a:pt x="331" y="524"/>
                </a:lnTo>
                <a:lnTo>
                  <a:pt x="358" y="513"/>
                </a:lnTo>
                <a:lnTo>
                  <a:pt x="376" y="490"/>
                </a:lnTo>
                <a:lnTo>
                  <a:pt x="383" y="478"/>
                </a:lnTo>
                <a:lnTo>
                  <a:pt x="399" y="449"/>
                </a:lnTo>
                <a:lnTo>
                  <a:pt x="415" y="428"/>
                </a:lnTo>
                <a:lnTo>
                  <a:pt x="442" y="393"/>
                </a:lnTo>
                <a:lnTo>
                  <a:pt x="485" y="340"/>
                </a:lnTo>
                <a:lnTo>
                  <a:pt x="524" y="310"/>
                </a:lnTo>
                <a:lnTo>
                  <a:pt x="552" y="287"/>
                </a:lnTo>
                <a:lnTo>
                  <a:pt x="569" y="269"/>
                </a:lnTo>
                <a:lnTo>
                  <a:pt x="575" y="270"/>
                </a:lnTo>
                <a:lnTo>
                  <a:pt x="554" y="245"/>
                </a:lnTo>
                <a:lnTo>
                  <a:pt x="546" y="240"/>
                </a:lnTo>
                <a:lnTo>
                  <a:pt x="520" y="212"/>
                </a:lnTo>
                <a:lnTo>
                  <a:pt x="513" y="202"/>
                </a:lnTo>
                <a:lnTo>
                  <a:pt x="503" y="178"/>
                </a:lnTo>
                <a:lnTo>
                  <a:pt x="497" y="164"/>
                </a:lnTo>
                <a:lnTo>
                  <a:pt x="482" y="149"/>
                </a:lnTo>
                <a:lnTo>
                  <a:pt x="463" y="148"/>
                </a:lnTo>
                <a:lnTo>
                  <a:pt x="445" y="148"/>
                </a:lnTo>
                <a:lnTo>
                  <a:pt x="427" y="148"/>
                </a:lnTo>
                <a:lnTo>
                  <a:pt x="415" y="146"/>
                </a:lnTo>
                <a:lnTo>
                  <a:pt x="413" y="138"/>
                </a:lnTo>
                <a:lnTo>
                  <a:pt x="409" y="130"/>
                </a:lnTo>
                <a:lnTo>
                  <a:pt x="409" y="114"/>
                </a:lnTo>
                <a:lnTo>
                  <a:pt x="409" y="96"/>
                </a:lnTo>
                <a:lnTo>
                  <a:pt x="397" y="77"/>
                </a:lnTo>
                <a:lnTo>
                  <a:pt x="383" y="55"/>
                </a:lnTo>
                <a:lnTo>
                  <a:pt x="373" y="44"/>
                </a:lnTo>
                <a:lnTo>
                  <a:pt x="355" y="25"/>
                </a:lnTo>
                <a:lnTo>
                  <a:pt x="344" y="11"/>
                </a:lnTo>
                <a:lnTo>
                  <a:pt x="344" y="8"/>
                </a:lnTo>
                <a:lnTo>
                  <a:pt x="333" y="11"/>
                </a:lnTo>
                <a:lnTo>
                  <a:pt x="316" y="11"/>
                </a:lnTo>
                <a:lnTo>
                  <a:pt x="300" y="8"/>
                </a:lnTo>
                <a:lnTo>
                  <a:pt x="285" y="0"/>
                </a:lnTo>
                <a:lnTo>
                  <a:pt x="265" y="13"/>
                </a:lnTo>
                <a:lnTo>
                  <a:pt x="230" y="35"/>
                </a:lnTo>
                <a:lnTo>
                  <a:pt x="217" y="37"/>
                </a:lnTo>
                <a:lnTo>
                  <a:pt x="198" y="29"/>
                </a:lnTo>
                <a:lnTo>
                  <a:pt x="181" y="19"/>
                </a:lnTo>
                <a:lnTo>
                  <a:pt x="143" y="35"/>
                </a:lnTo>
                <a:lnTo>
                  <a:pt x="102" y="48"/>
                </a:lnTo>
                <a:lnTo>
                  <a:pt x="75" y="59"/>
                </a:lnTo>
                <a:lnTo>
                  <a:pt x="43" y="68"/>
                </a:lnTo>
                <a:lnTo>
                  <a:pt x="46" y="262"/>
                </a:lnTo>
                <a:lnTo>
                  <a:pt x="0" y="262"/>
                </a:lnTo>
                <a:lnTo>
                  <a:pt x="7" y="588"/>
                </a:lnTo>
                <a:lnTo>
                  <a:pt x="11" y="606"/>
                </a:lnTo>
                <a:lnTo>
                  <a:pt x="18" y="616"/>
                </a:lnTo>
                <a:lnTo>
                  <a:pt x="25" y="625"/>
                </a:lnTo>
                <a:lnTo>
                  <a:pt x="32" y="630"/>
                </a:lnTo>
                <a:lnTo>
                  <a:pt x="35" y="63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67" name="Freeform 66"/>
          <p:cNvSpPr>
            <a:spLocks/>
          </p:cNvSpPr>
          <p:nvPr/>
        </p:nvSpPr>
        <p:spPr bwMode="auto">
          <a:xfrm rot="306148">
            <a:off x="4072649" y="4966543"/>
            <a:ext cx="17951" cy="26018"/>
          </a:xfrm>
          <a:custGeom>
            <a:avLst/>
            <a:gdLst/>
            <a:ahLst/>
            <a:cxnLst>
              <a:cxn ang="0">
                <a:pos x="3" y="75"/>
              </a:cxn>
              <a:cxn ang="0">
                <a:pos x="33" y="62"/>
              </a:cxn>
              <a:cxn ang="0">
                <a:pos x="49" y="50"/>
              </a:cxn>
              <a:cxn ang="0">
                <a:pos x="51" y="38"/>
              </a:cxn>
              <a:cxn ang="0">
                <a:pos x="49" y="22"/>
              </a:cxn>
              <a:cxn ang="0">
                <a:pos x="44" y="0"/>
              </a:cxn>
              <a:cxn ang="0">
                <a:pos x="0" y="52"/>
              </a:cxn>
              <a:cxn ang="0">
                <a:pos x="3" y="67"/>
              </a:cxn>
              <a:cxn ang="0">
                <a:pos x="3" y="75"/>
              </a:cxn>
            </a:cxnLst>
            <a:rect l="0" t="0" r="r" b="b"/>
            <a:pathLst>
              <a:path w="51" h="75">
                <a:moveTo>
                  <a:pt x="3" y="75"/>
                </a:moveTo>
                <a:lnTo>
                  <a:pt x="33" y="62"/>
                </a:lnTo>
                <a:lnTo>
                  <a:pt x="49" y="50"/>
                </a:lnTo>
                <a:lnTo>
                  <a:pt x="51" y="38"/>
                </a:lnTo>
                <a:lnTo>
                  <a:pt x="49" y="22"/>
                </a:lnTo>
                <a:lnTo>
                  <a:pt x="44" y="0"/>
                </a:lnTo>
                <a:lnTo>
                  <a:pt x="0" y="52"/>
                </a:lnTo>
                <a:lnTo>
                  <a:pt x="3" y="67"/>
                </a:lnTo>
                <a:lnTo>
                  <a:pt x="3" y="7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68" name="Freeform 67"/>
          <p:cNvSpPr>
            <a:spLocks/>
          </p:cNvSpPr>
          <p:nvPr/>
        </p:nvSpPr>
        <p:spPr bwMode="auto">
          <a:xfrm rot="306148">
            <a:off x="4062856" y="4999501"/>
            <a:ext cx="257842" cy="289672"/>
          </a:xfrm>
          <a:custGeom>
            <a:avLst/>
            <a:gdLst/>
            <a:ahLst/>
            <a:cxnLst>
              <a:cxn ang="0">
                <a:pos x="730" y="763"/>
              </a:cxn>
              <a:cxn ang="0">
                <a:pos x="664" y="700"/>
              </a:cxn>
              <a:cxn ang="0">
                <a:pos x="655" y="602"/>
              </a:cxn>
              <a:cxn ang="0">
                <a:pos x="690" y="492"/>
              </a:cxn>
              <a:cxn ang="0">
                <a:pos x="781" y="474"/>
              </a:cxn>
              <a:cxn ang="0">
                <a:pos x="780" y="334"/>
              </a:cxn>
              <a:cxn ang="0">
                <a:pos x="641" y="335"/>
              </a:cxn>
              <a:cxn ang="0">
                <a:pos x="617" y="302"/>
              </a:cxn>
              <a:cxn ang="0">
                <a:pos x="650" y="267"/>
              </a:cxn>
              <a:cxn ang="0">
                <a:pos x="656" y="215"/>
              </a:cxn>
              <a:cxn ang="0">
                <a:pos x="632" y="159"/>
              </a:cxn>
              <a:cxn ang="0">
                <a:pos x="637" y="98"/>
              </a:cxn>
              <a:cxn ang="0">
                <a:pos x="616" y="72"/>
              </a:cxn>
              <a:cxn ang="0">
                <a:pos x="563" y="94"/>
              </a:cxn>
              <a:cxn ang="0">
                <a:pos x="512" y="61"/>
              </a:cxn>
              <a:cxn ang="0">
                <a:pos x="501" y="90"/>
              </a:cxn>
              <a:cxn ang="0">
                <a:pos x="511" y="145"/>
              </a:cxn>
              <a:cxn ang="0">
                <a:pos x="376" y="164"/>
              </a:cxn>
              <a:cxn ang="0">
                <a:pos x="316" y="145"/>
              </a:cxn>
              <a:cxn ang="0">
                <a:pos x="284" y="82"/>
              </a:cxn>
              <a:cxn ang="0">
                <a:pos x="238" y="2"/>
              </a:cxn>
              <a:cxn ang="0">
                <a:pos x="108" y="19"/>
              </a:cxn>
              <a:cxn ang="0">
                <a:pos x="7" y="52"/>
              </a:cxn>
              <a:cxn ang="0">
                <a:pos x="71" y="149"/>
              </a:cxn>
              <a:cxn ang="0">
                <a:pos x="99" y="219"/>
              </a:cxn>
              <a:cxn ang="0">
                <a:pos x="75" y="273"/>
              </a:cxn>
              <a:cxn ang="0">
                <a:pos x="129" y="366"/>
              </a:cxn>
              <a:cxn ang="0">
                <a:pos x="137" y="449"/>
              </a:cxn>
              <a:cxn ang="0">
                <a:pos x="99" y="509"/>
              </a:cxn>
              <a:cxn ang="0">
                <a:pos x="69" y="568"/>
              </a:cxn>
              <a:cxn ang="0">
                <a:pos x="47" y="699"/>
              </a:cxn>
              <a:cxn ang="0">
                <a:pos x="6" y="752"/>
              </a:cxn>
              <a:cxn ang="0">
                <a:pos x="22" y="787"/>
              </a:cxn>
              <a:cxn ang="0">
                <a:pos x="76" y="769"/>
              </a:cxn>
              <a:cxn ang="0">
                <a:pos x="118" y="754"/>
              </a:cxn>
              <a:cxn ang="0">
                <a:pos x="143" y="802"/>
              </a:cxn>
              <a:cxn ang="0">
                <a:pos x="197" y="799"/>
              </a:cxn>
              <a:cxn ang="0">
                <a:pos x="295" y="752"/>
              </a:cxn>
              <a:cxn ang="0">
                <a:pos x="387" y="764"/>
              </a:cxn>
              <a:cxn ang="0">
                <a:pos x="457" y="766"/>
              </a:cxn>
              <a:cxn ang="0">
                <a:pos x="487" y="786"/>
              </a:cxn>
              <a:cxn ang="0">
                <a:pos x="579" y="825"/>
              </a:cxn>
              <a:cxn ang="0">
                <a:pos x="652" y="836"/>
              </a:cxn>
            </a:cxnLst>
            <a:rect l="0" t="0" r="r" b="b"/>
            <a:pathLst>
              <a:path w="790" h="837">
                <a:moveTo>
                  <a:pt x="790" y="788"/>
                </a:moveTo>
                <a:lnTo>
                  <a:pt x="754" y="775"/>
                </a:lnTo>
                <a:lnTo>
                  <a:pt x="730" y="763"/>
                </a:lnTo>
                <a:lnTo>
                  <a:pt x="703" y="739"/>
                </a:lnTo>
                <a:lnTo>
                  <a:pt x="682" y="723"/>
                </a:lnTo>
                <a:lnTo>
                  <a:pt x="664" y="700"/>
                </a:lnTo>
                <a:lnTo>
                  <a:pt x="658" y="691"/>
                </a:lnTo>
                <a:lnTo>
                  <a:pt x="657" y="642"/>
                </a:lnTo>
                <a:lnTo>
                  <a:pt x="655" y="602"/>
                </a:lnTo>
                <a:lnTo>
                  <a:pt x="652" y="538"/>
                </a:lnTo>
                <a:lnTo>
                  <a:pt x="650" y="489"/>
                </a:lnTo>
                <a:lnTo>
                  <a:pt x="690" y="492"/>
                </a:lnTo>
                <a:lnTo>
                  <a:pt x="720" y="489"/>
                </a:lnTo>
                <a:lnTo>
                  <a:pt x="756" y="484"/>
                </a:lnTo>
                <a:lnTo>
                  <a:pt x="781" y="474"/>
                </a:lnTo>
                <a:lnTo>
                  <a:pt x="781" y="439"/>
                </a:lnTo>
                <a:lnTo>
                  <a:pt x="781" y="405"/>
                </a:lnTo>
                <a:lnTo>
                  <a:pt x="780" y="334"/>
                </a:lnTo>
                <a:lnTo>
                  <a:pt x="780" y="334"/>
                </a:lnTo>
                <a:lnTo>
                  <a:pt x="708" y="338"/>
                </a:lnTo>
                <a:lnTo>
                  <a:pt x="641" y="335"/>
                </a:lnTo>
                <a:lnTo>
                  <a:pt x="626" y="327"/>
                </a:lnTo>
                <a:lnTo>
                  <a:pt x="620" y="315"/>
                </a:lnTo>
                <a:lnTo>
                  <a:pt x="617" y="302"/>
                </a:lnTo>
                <a:lnTo>
                  <a:pt x="623" y="285"/>
                </a:lnTo>
                <a:lnTo>
                  <a:pt x="634" y="277"/>
                </a:lnTo>
                <a:lnTo>
                  <a:pt x="650" y="267"/>
                </a:lnTo>
                <a:lnTo>
                  <a:pt x="659" y="254"/>
                </a:lnTo>
                <a:lnTo>
                  <a:pt x="664" y="234"/>
                </a:lnTo>
                <a:lnTo>
                  <a:pt x="656" y="215"/>
                </a:lnTo>
                <a:lnTo>
                  <a:pt x="651" y="197"/>
                </a:lnTo>
                <a:lnTo>
                  <a:pt x="637" y="177"/>
                </a:lnTo>
                <a:lnTo>
                  <a:pt x="632" y="159"/>
                </a:lnTo>
                <a:lnTo>
                  <a:pt x="629" y="135"/>
                </a:lnTo>
                <a:lnTo>
                  <a:pt x="632" y="111"/>
                </a:lnTo>
                <a:lnTo>
                  <a:pt x="637" y="98"/>
                </a:lnTo>
                <a:lnTo>
                  <a:pt x="637" y="90"/>
                </a:lnTo>
                <a:lnTo>
                  <a:pt x="626" y="77"/>
                </a:lnTo>
                <a:lnTo>
                  <a:pt x="616" y="72"/>
                </a:lnTo>
                <a:lnTo>
                  <a:pt x="586" y="93"/>
                </a:lnTo>
                <a:lnTo>
                  <a:pt x="571" y="95"/>
                </a:lnTo>
                <a:lnTo>
                  <a:pt x="563" y="94"/>
                </a:lnTo>
                <a:lnTo>
                  <a:pt x="545" y="84"/>
                </a:lnTo>
                <a:lnTo>
                  <a:pt x="530" y="70"/>
                </a:lnTo>
                <a:lnTo>
                  <a:pt x="512" y="61"/>
                </a:lnTo>
                <a:lnTo>
                  <a:pt x="501" y="63"/>
                </a:lnTo>
                <a:lnTo>
                  <a:pt x="495" y="76"/>
                </a:lnTo>
                <a:lnTo>
                  <a:pt x="501" y="90"/>
                </a:lnTo>
                <a:lnTo>
                  <a:pt x="512" y="112"/>
                </a:lnTo>
                <a:lnTo>
                  <a:pt x="515" y="128"/>
                </a:lnTo>
                <a:lnTo>
                  <a:pt x="511" y="145"/>
                </a:lnTo>
                <a:lnTo>
                  <a:pt x="499" y="158"/>
                </a:lnTo>
                <a:lnTo>
                  <a:pt x="426" y="166"/>
                </a:lnTo>
                <a:lnTo>
                  <a:pt x="376" y="164"/>
                </a:lnTo>
                <a:lnTo>
                  <a:pt x="359" y="165"/>
                </a:lnTo>
                <a:lnTo>
                  <a:pt x="329" y="153"/>
                </a:lnTo>
                <a:lnTo>
                  <a:pt x="316" y="145"/>
                </a:lnTo>
                <a:lnTo>
                  <a:pt x="301" y="122"/>
                </a:lnTo>
                <a:lnTo>
                  <a:pt x="292" y="102"/>
                </a:lnTo>
                <a:lnTo>
                  <a:pt x="284" y="82"/>
                </a:lnTo>
                <a:lnTo>
                  <a:pt x="257" y="19"/>
                </a:lnTo>
                <a:lnTo>
                  <a:pt x="245" y="6"/>
                </a:lnTo>
                <a:lnTo>
                  <a:pt x="238" y="2"/>
                </a:lnTo>
                <a:lnTo>
                  <a:pt x="221" y="0"/>
                </a:lnTo>
                <a:lnTo>
                  <a:pt x="181" y="6"/>
                </a:lnTo>
                <a:lnTo>
                  <a:pt x="108" y="19"/>
                </a:lnTo>
                <a:lnTo>
                  <a:pt x="27" y="32"/>
                </a:lnTo>
                <a:lnTo>
                  <a:pt x="0" y="36"/>
                </a:lnTo>
                <a:lnTo>
                  <a:pt x="7" y="52"/>
                </a:lnTo>
                <a:lnTo>
                  <a:pt x="23" y="76"/>
                </a:lnTo>
                <a:lnTo>
                  <a:pt x="41" y="105"/>
                </a:lnTo>
                <a:lnTo>
                  <a:pt x="71" y="149"/>
                </a:lnTo>
                <a:lnTo>
                  <a:pt x="93" y="182"/>
                </a:lnTo>
                <a:lnTo>
                  <a:pt x="101" y="201"/>
                </a:lnTo>
                <a:lnTo>
                  <a:pt x="99" y="219"/>
                </a:lnTo>
                <a:lnTo>
                  <a:pt x="75" y="240"/>
                </a:lnTo>
                <a:lnTo>
                  <a:pt x="73" y="253"/>
                </a:lnTo>
                <a:lnTo>
                  <a:pt x="75" y="273"/>
                </a:lnTo>
                <a:lnTo>
                  <a:pt x="91" y="302"/>
                </a:lnTo>
                <a:lnTo>
                  <a:pt x="111" y="327"/>
                </a:lnTo>
                <a:lnTo>
                  <a:pt x="129" y="366"/>
                </a:lnTo>
                <a:lnTo>
                  <a:pt x="139" y="394"/>
                </a:lnTo>
                <a:lnTo>
                  <a:pt x="140" y="425"/>
                </a:lnTo>
                <a:lnTo>
                  <a:pt x="137" y="449"/>
                </a:lnTo>
                <a:lnTo>
                  <a:pt x="126" y="484"/>
                </a:lnTo>
                <a:lnTo>
                  <a:pt x="112" y="497"/>
                </a:lnTo>
                <a:lnTo>
                  <a:pt x="99" y="509"/>
                </a:lnTo>
                <a:lnTo>
                  <a:pt x="82" y="519"/>
                </a:lnTo>
                <a:lnTo>
                  <a:pt x="70" y="536"/>
                </a:lnTo>
                <a:lnTo>
                  <a:pt x="69" y="568"/>
                </a:lnTo>
                <a:lnTo>
                  <a:pt x="64" y="606"/>
                </a:lnTo>
                <a:lnTo>
                  <a:pt x="60" y="666"/>
                </a:lnTo>
                <a:lnTo>
                  <a:pt x="47" y="699"/>
                </a:lnTo>
                <a:lnTo>
                  <a:pt x="31" y="720"/>
                </a:lnTo>
                <a:lnTo>
                  <a:pt x="8" y="742"/>
                </a:lnTo>
                <a:lnTo>
                  <a:pt x="6" y="752"/>
                </a:lnTo>
                <a:lnTo>
                  <a:pt x="6" y="761"/>
                </a:lnTo>
                <a:lnTo>
                  <a:pt x="19" y="787"/>
                </a:lnTo>
                <a:lnTo>
                  <a:pt x="22" y="787"/>
                </a:lnTo>
                <a:lnTo>
                  <a:pt x="39" y="787"/>
                </a:lnTo>
                <a:lnTo>
                  <a:pt x="57" y="780"/>
                </a:lnTo>
                <a:lnTo>
                  <a:pt x="76" y="769"/>
                </a:lnTo>
                <a:lnTo>
                  <a:pt x="93" y="754"/>
                </a:lnTo>
                <a:lnTo>
                  <a:pt x="108" y="752"/>
                </a:lnTo>
                <a:lnTo>
                  <a:pt x="118" y="754"/>
                </a:lnTo>
                <a:lnTo>
                  <a:pt x="126" y="769"/>
                </a:lnTo>
                <a:lnTo>
                  <a:pt x="126" y="786"/>
                </a:lnTo>
                <a:lnTo>
                  <a:pt x="143" y="802"/>
                </a:lnTo>
                <a:lnTo>
                  <a:pt x="162" y="806"/>
                </a:lnTo>
                <a:lnTo>
                  <a:pt x="181" y="805"/>
                </a:lnTo>
                <a:lnTo>
                  <a:pt x="197" y="799"/>
                </a:lnTo>
                <a:lnTo>
                  <a:pt x="231" y="783"/>
                </a:lnTo>
                <a:lnTo>
                  <a:pt x="262" y="764"/>
                </a:lnTo>
                <a:lnTo>
                  <a:pt x="295" y="752"/>
                </a:lnTo>
                <a:lnTo>
                  <a:pt x="327" y="747"/>
                </a:lnTo>
                <a:lnTo>
                  <a:pt x="360" y="752"/>
                </a:lnTo>
                <a:lnTo>
                  <a:pt x="387" y="764"/>
                </a:lnTo>
                <a:lnTo>
                  <a:pt x="424" y="775"/>
                </a:lnTo>
                <a:lnTo>
                  <a:pt x="455" y="780"/>
                </a:lnTo>
                <a:lnTo>
                  <a:pt x="457" y="766"/>
                </a:lnTo>
                <a:lnTo>
                  <a:pt x="464" y="757"/>
                </a:lnTo>
                <a:lnTo>
                  <a:pt x="472" y="764"/>
                </a:lnTo>
                <a:lnTo>
                  <a:pt x="487" y="786"/>
                </a:lnTo>
                <a:lnTo>
                  <a:pt x="511" y="805"/>
                </a:lnTo>
                <a:lnTo>
                  <a:pt x="547" y="815"/>
                </a:lnTo>
                <a:lnTo>
                  <a:pt x="579" y="825"/>
                </a:lnTo>
                <a:lnTo>
                  <a:pt x="594" y="829"/>
                </a:lnTo>
                <a:lnTo>
                  <a:pt x="626" y="837"/>
                </a:lnTo>
                <a:lnTo>
                  <a:pt x="652" y="836"/>
                </a:lnTo>
                <a:lnTo>
                  <a:pt x="790" y="78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69" name="Freeform 68"/>
          <p:cNvSpPr>
            <a:spLocks/>
          </p:cNvSpPr>
          <p:nvPr/>
        </p:nvSpPr>
        <p:spPr bwMode="auto">
          <a:xfrm rot="306148">
            <a:off x="4371289" y="5547622"/>
            <a:ext cx="48957" cy="50302"/>
          </a:xfrm>
          <a:custGeom>
            <a:avLst/>
            <a:gdLst/>
            <a:ahLst/>
            <a:cxnLst>
              <a:cxn ang="0">
                <a:pos x="69" y="35"/>
              </a:cxn>
              <a:cxn ang="0">
                <a:pos x="50" y="45"/>
              </a:cxn>
              <a:cxn ang="0">
                <a:pos x="30" y="58"/>
              </a:cxn>
              <a:cxn ang="0">
                <a:pos x="12" y="75"/>
              </a:cxn>
              <a:cxn ang="0">
                <a:pos x="6" y="84"/>
              </a:cxn>
              <a:cxn ang="0">
                <a:pos x="1" y="98"/>
              </a:cxn>
              <a:cxn ang="0">
                <a:pos x="0" y="109"/>
              </a:cxn>
              <a:cxn ang="0">
                <a:pos x="3" y="123"/>
              </a:cxn>
              <a:cxn ang="0">
                <a:pos x="16" y="138"/>
              </a:cxn>
              <a:cxn ang="0">
                <a:pos x="33" y="146"/>
              </a:cxn>
              <a:cxn ang="0">
                <a:pos x="45" y="146"/>
              </a:cxn>
              <a:cxn ang="0">
                <a:pos x="49" y="146"/>
              </a:cxn>
              <a:cxn ang="0">
                <a:pos x="67" y="145"/>
              </a:cxn>
              <a:cxn ang="0">
                <a:pos x="100" y="133"/>
              </a:cxn>
              <a:cxn ang="0">
                <a:pos x="117" y="122"/>
              </a:cxn>
              <a:cxn ang="0">
                <a:pos x="134" y="109"/>
              </a:cxn>
              <a:cxn ang="0">
                <a:pos x="142" y="92"/>
              </a:cxn>
              <a:cxn ang="0">
                <a:pos x="150" y="72"/>
              </a:cxn>
              <a:cxn ang="0">
                <a:pos x="150" y="55"/>
              </a:cxn>
              <a:cxn ang="0">
                <a:pos x="150" y="39"/>
              </a:cxn>
              <a:cxn ang="0">
                <a:pos x="146" y="19"/>
              </a:cxn>
              <a:cxn ang="0">
                <a:pos x="132" y="4"/>
              </a:cxn>
              <a:cxn ang="0">
                <a:pos x="116" y="0"/>
              </a:cxn>
              <a:cxn ang="0">
                <a:pos x="98" y="8"/>
              </a:cxn>
              <a:cxn ang="0">
                <a:pos x="87" y="18"/>
              </a:cxn>
              <a:cxn ang="0">
                <a:pos x="73" y="31"/>
              </a:cxn>
              <a:cxn ang="0">
                <a:pos x="69" y="35"/>
              </a:cxn>
            </a:cxnLst>
            <a:rect l="0" t="0" r="r" b="b"/>
            <a:pathLst>
              <a:path w="150" h="146">
                <a:moveTo>
                  <a:pt x="69" y="35"/>
                </a:moveTo>
                <a:lnTo>
                  <a:pt x="50" y="45"/>
                </a:lnTo>
                <a:lnTo>
                  <a:pt x="30" y="58"/>
                </a:lnTo>
                <a:lnTo>
                  <a:pt x="12" y="75"/>
                </a:lnTo>
                <a:lnTo>
                  <a:pt x="6" y="84"/>
                </a:lnTo>
                <a:lnTo>
                  <a:pt x="1" y="98"/>
                </a:lnTo>
                <a:lnTo>
                  <a:pt x="0" y="109"/>
                </a:lnTo>
                <a:lnTo>
                  <a:pt x="3" y="123"/>
                </a:lnTo>
                <a:lnTo>
                  <a:pt x="16" y="138"/>
                </a:lnTo>
                <a:lnTo>
                  <a:pt x="33" y="146"/>
                </a:lnTo>
                <a:lnTo>
                  <a:pt x="45" y="146"/>
                </a:lnTo>
                <a:lnTo>
                  <a:pt x="49" y="146"/>
                </a:lnTo>
                <a:lnTo>
                  <a:pt x="67" y="145"/>
                </a:lnTo>
                <a:lnTo>
                  <a:pt x="100" y="133"/>
                </a:lnTo>
                <a:lnTo>
                  <a:pt x="117" y="122"/>
                </a:lnTo>
                <a:lnTo>
                  <a:pt x="134" y="109"/>
                </a:lnTo>
                <a:lnTo>
                  <a:pt x="142" y="92"/>
                </a:lnTo>
                <a:lnTo>
                  <a:pt x="150" y="72"/>
                </a:lnTo>
                <a:lnTo>
                  <a:pt x="150" y="55"/>
                </a:lnTo>
                <a:lnTo>
                  <a:pt x="150" y="39"/>
                </a:lnTo>
                <a:lnTo>
                  <a:pt x="146" y="19"/>
                </a:lnTo>
                <a:lnTo>
                  <a:pt x="132" y="4"/>
                </a:lnTo>
                <a:lnTo>
                  <a:pt x="116" y="0"/>
                </a:lnTo>
                <a:lnTo>
                  <a:pt x="98" y="8"/>
                </a:lnTo>
                <a:lnTo>
                  <a:pt x="87" y="18"/>
                </a:lnTo>
                <a:lnTo>
                  <a:pt x="73" y="31"/>
                </a:lnTo>
                <a:lnTo>
                  <a:pt x="69" y="3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70" name="Freeform 69"/>
          <p:cNvSpPr>
            <a:spLocks/>
          </p:cNvSpPr>
          <p:nvPr/>
        </p:nvSpPr>
        <p:spPr bwMode="auto">
          <a:xfrm rot="306148">
            <a:off x="4079175" y="4715032"/>
            <a:ext cx="416138" cy="452721"/>
          </a:xfrm>
          <a:custGeom>
            <a:avLst/>
            <a:gdLst/>
            <a:ahLst/>
            <a:cxnLst>
              <a:cxn ang="0">
                <a:pos x="251" y="848"/>
              </a:cxn>
              <a:cxn ang="0">
                <a:pos x="335" y="995"/>
              </a:cxn>
              <a:cxn ang="0">
                <a:pos x="505" y="1000"/>
              </a:cxn>
              <a:cxn ang="0">
                <a:pos x="507" y="932"/>
              </a:cxn>
              <a:cxn ang="0">
                <a:pos x="536" y="912"/>
              </a:cxn>
              <a:cxn ang="0">
                <a:pos x="592" y="935"/>
              </a:cxn>
              <a:cxn ang="0">
                <a:pos x="643" y="940"/>
              </a:cxn>
              <a:cxn ang="0">
                <a:pos x="644" y="1019"/>
              </a:cxn>
              <a:cxn ang="0">
                <a:pos x="667" y="1096"/>
              </a:cxn>
              <a:cxn ang="0">
                <a:pos x="623" y="1144"/>
              </a:cxn>
              <a:cxn ang="0">
                <a:pos x="714" y="1180"/>
              </a:cxn>
              <a:cxn ang="0">
                <a:pos x="843" y="1156"/>
              </a:cxn>
              <a:cxn ang="0">
                <a:pos x="961" y="1191"/>
              </a:cxn>
              <a:cxn ang="0">
                <a:pos x="1058" y="1176"/>
              </a:cxn>
              <a:cxn ang="0">
                <a:pos x="1140" y="1258"/>
              </a:cxn>
              <a:cxn ang="0">
                <a:pos x="1227" y="1300"/>
              </a:cxn>
              <a:cxn ang="0">
                <a:pos x="1239" y="1256"/>
              </a:cxn>
              <a:cxn ang="0">
                <a:pos x="1178" y="1232"/>
              </a:cxn>
              <a:cxn ang="0">
                <a:pos x="1153" y="1166"/>
              </a:cxn>
              <a:cxn ang="0">
                <a:pos x="1153" y="1069"/>
              </a:cxn>
              <a:cxn ang="0">
                <a:pos x="1083" y="1052"/>
              </a:cxn>
              <a:cxn ang="0">
                <a:pos x="1114" y="1004"/>
              </a:cxn>
              <a:cxn ang="0">
                <a:pos x="1147" y="947"/>
              </a:cxn>
              <a:cxn ang="0">
                <a:pos x="1271" y="937"/>
              </a:cxn>
              <a:cxn ang="0">
                <a:pos x="1175" y="743"/>
              </a:cxn>
              <a:cxn ang="0">
                <a:pos x="1140" y="580"/>
              </a:cxn>
              <a:cxn ang="0">
                <a:pos x="1140" y="519"/>
              </a:cxn>
              <a:cxn ang="0">
                <a:pos x="1162" y="378"/>
              </a:cxn>
              <a:cxn ang="0">
                <a:pos x="1195" y="290"/>
              </a:cxn>
              <a:cxn ang="0">
                <a:pos x="1249" y="196"/>
              </a:cxn>
              <a:cxn ang="0">
                <a:pos x="1210" y="138"/>
              </a:cxn>
              <a:cxn ang="0">
                <a:pos x="1254" y="95"/>
              </a:cxn>
              <a:cxn ang="0">
                <a:pos x="1233" y="67"/>
              </a:cxn>
              <a:cxn ang="0">
                <a:pos x="1153" y="4"/>
              </a:cxn>
              <a:cxn ang="0">
                <a:pos x="1035" y="9"/>
              </a:cxn>
              <a:cxn ang="0">
                <a:pos x="855" y="29"/>
              </a:cxn>
              <a:cxn ang="0">
                <a:pos x="804" y="73"/>
              </a:cxn>
              <a:cxn ang="0">
                <a:pos x="751" y="55"/>
              </a:cxn>
              <a:cxn ang="0">
                <a:pos x="658" y="108"/>
              </a:cxn>
              <a:cxn ang="0">
                <a:pos x="515" y="56"/>
              </a:cxn>
              <a:cxn ang="0">
                <a:pos x="430" y="91"/>
              </a:cxn>
              <a:cxn ang="0">
                <a:pos x="414" y="196"/>
              </a:cxn>
              <a:cxn ang="0">
                <a:pos x="370" y="334"/>
              </a:cxn>
              <a:cxn ang="0">
                <a:pos x="339" y="498"/>
              </a:cxn>
              <a:cxn ang="0">
                <a:pos x="272" y="569"/>
              </a:cxn>
              <a:cxn ang="0">
                <a:pos x="249" y="682"/>
              </a:cxn>
              <a:cxn ang="0">
                <a:pos x="186" y="748"/>
              </a:cxn>
              <a:cxn ang="0">
                <a:pos x="114" y="721"/>
              </a:cxn>
              <a:cxn ang="0">
                <a:pos x="47" y="818"/>
              </a:cxn>
              <a:cxn ang="0">
                <a:pos x="7" y="878"/>
              </a:cxn>
            </a:cxnLst>
            <a:rect l="0" t="0" r="r" b="b"/>
            <a:pathLst>
              <a:path w="1273" h="1304">
                <a:moveTo>
                  <a:pt x="7" y="878"/>
                </a:moveTo>
                <a:lnTo>
                  <a:pt x="227" y="842"/>
                </a:lnTo>
                <a:lnTo>
                  <a:pt x="244" y="845"/>
                </a:lnTo>
                <a:lnTo>
                  <a:pt x="251" y="848"/>
                </a:lnTo>
                <a:lnTo>
                  <a:pt x="263" y="861"/>
                </a:lnTo>
                <a:lnTo>
                  <a:pt x="307" y="964"/>
                </a:lnTo>
                <a:lnTo>
                  <a:pt x="324" y="987"/>
                </a:lnTo>
                <a:lnTo>
                  <a:pt x="335" y="995"/>
                </a:lnTo>
                <a:lnTo>
                  <a:pt x="365" y="1007"/>
                </a:lnTo>
                <a:lnTo>
                  <a:pt x="383" y="1006"/>
                </a:lnTo>
                <a:lnTo>
                  <a:pt x="432" y="1008"/>
                </a:lnTo>
                <a:lnTo>
                  <a:pt x="505" y="1000"/>
                </a:lnTo>
                <a:lnTo>
                  <a:pt x="517" y="987"/>
                </a:lnTo>
                <a:lnTo>
                  <a:pt x="521" y="970"/>
                </a:lnTo>
                <a:lnTo>
                  <a:pt x="518" y="954"/>
                </a:lnTo>
                <a:lnTo>
                  <a:pt x="507" y="932"/>
                </a:lnTo>
                <a:lnTo>
                  <a:pt x="501" y="918"/>
                </a:lnTo>
                <a:lnTo>
                  <a:pt x="508" y="905"/>
                </a:lnTo>
                <a:lnTo>
                  <a:pt x="519" y="903"/>
                </a:lnTo>
                <a:lnTo>
                  <a:pt x="536" y="912"/>
                </a:lnTo>
                <a:lnTo>
                  <a:pt x="552" y="926"/>
                </a:lnTo>
                <a:lnTo>
                  <a:pt x="569" y="936"/>
                </a:lnTo>
                <a:lnTo>
                  <a:pt x="579" y="937"/>
                </a:lnTo>
                <a:lnTo>
                  <a:pt x="592" y="935"/>
                </a:lnTo>
                <a:lnTo>
                  <a:pt x="623" y="914"/>
                </a:lnTo>
                <a:lnTo>
                  <a:pt x="633" y="919"/>
                </a:lnTo>
                <a:lnTo>
                  <a:pt x="643" y="932"/>
                </a:lnTo>
                <a:lnTo>
                  <a:pt x="643" y="940"/>
                </a:lnTo>
                <a:lnTo>
                  <a:pt x="639" y="954"/>
                </a:lnTo>
                <a:lnTo>
                  <a:pt x="635" y="977"/>
                </a:lnTo>
                <a:lnTo>
                  <a:pt x="639" y="1001"/>
                </a:lnTo>
                <a:lnTo>
                  <a:pt x="644" y="1019"/>
                </a:lnTo>
                <a:lnTo>
                  <a:pt x="657" y="1039"/>
                </a:lnTo>
                <a:lnTo>
                  <a:pt x="662" y="1057"/>
                </a:lnTo>
                <a:lnTo>
                  <a:pt x="670" y="1076"/>
                </a:lnTo>
                <a:lnTo>
                  <a:pt x="667" y="1096"/>
                </a:lnTo>
                <a:lnTo>
                  <a:pt x="656" y="1109"/>
                </a:lnTo>
                <a:lnTo>
                  <a:pt x="640" y="1119"/>
                </a:lnTo>
                <a:lnTo>
                  <a:pt x="629" y="1127"/>
                </a:lnTo>
                <a:lnTo>
                  <a:pt x="623" y="1144"/>
                </a:lnTo>
                <a:lnTo>
                  <a:pt x="626" y="1157"/>
                </a:lnTo>
                <a:lnTo>
                  <a:pt x="632" y="1169"/>
                </a:lnTo>
                <a:lnTo>
                  <a:pt x="647" y="1177"/>
                </a:lnTo>
                <a:lnTo>
                  <a:pt x="714" y="1180"/>
                </a:lnTo>
                <a:lnTo>
                  <a:pt x="786" y="1177"/>
                </a:lnTo>
                <a:lnTo>
                  <a:pt x="786" y="1176"/>
                </a:lnTo>
                <a:lnTo>
                  <a:pt x="813" y="1162"/>
                </a:lnTo>
                <a:lnTo>
                  <a:pt x="843" y="1156"/>
                </a:lnTo>
                <a:lnTo>
                  <a:pt x="874" y="1157"/>
                </a:lnTo>
                <a:lnTo>
                  <a:pt x="899" y="1164"/>
                </a:lnTo>
                <a:lnTo>
                  <a:pt x="942" y="1182"/>
                </a:lnTo>
                <a:lnTo>
                  <a:pt x="961" y="1191"/>
                </a:lnTo>
                <a:lnTo>
                  <a:pt x="975" y="1191"/>
                </a:lnTo>
                <a:lnTo>
                  <a:pt x="1013" y="1183"/>
                </a:lnTo>
                <a:lnTo>
                  <a:pt x="1042" y="1173"/>
                </a:lnTo>
                <a:lnTo>
                  <a:pt x="1058" y="1176"/>
                </a:lnTo>
                <a:lnTo>
                  <a:pt x="1075" y="1185"/>
                </a:lnTo>
                <a:lnTo>
                  <a:pt x="1095" y="1208"/>
                </a:lnTo>
                <a:lnTo>
                  <a:pt x="1112" y="1228"/>
                </a:lnTo>
                <a:lnTo>
                  <a:pt x="1140" y="1258"/>
                </a:lnTo>
                <a:lnTo>
                  <a:pt x="1178" y="1291"/>
                </a:lnTo>
                <a:lnTo>
                  <a:pt x="1191" y="1299"/>
                </a:lnTo>
                <a:lnTo>
                  <a:pt x="1211" y="1304"/>
                </a:lnTo>
                <a:lnTo>
                  <a:pt x="1227" y="1300"/>
                </a:lnTo>
                <a:lnTo>
                  <a:pt x="1238" y="1291"/>
                </a:lnTo>
                <a:lnTo>
                  <a:pt x="1240" y="1279"/>
                </a:lnTo>
                <a:lnTo>
                  <a:pt x="1243" y="1264"/>
                </a:lnTo>
                <a:lnTo>
                  <a:pt x="1239" y="1256"/>
                </a:lnTo>
                <a:lnTo>
                  <a:pt x="1238" y="1253"/>
                </a:lnTo>
                <a:lnTo>
                  <a:pt x="1220" y="1247"/>
                </a:lnTo>
                <a:lnTo>
                  <a:pt x="1205" y="1241"/>
                </a:lnTo>
                <a:lnTo>
                  <a:pt x="1178" y="1232"/>
                </a:lnTo>
                <a:lnTo>
                  <a:pt x="1158" y="1217"/>
                </a:lnTo>
                <a:lnTo>
                  <a:pt x="1153" y="1204"/>
                </a:lnTo>
                <a:lnTo>
                  <a:pt x="1162" y="1176"/>
                </a:lnTo>
                <a:lnTo>
                  <a:pt x="1153" y="1166"/>
                </a:lnTo>
                <a:lnTo>
                  <a:pt x="1147" y="1160"/>
                </a:lnTo>
                <a:lnTo>
                  <a:pt x="1145" y="1144"/>
                </a:lnTo>
                <a:lnTo>
                  <a:pt x="1156" y="1075"/>
                </a:lnTo>
                <a:lnTo>
                  <a:pt x="1153" y="1069"/>
                </a:lnTo>
                <a:lnTo>
                  <a:pt x="1140" y="1069"/>
                </a:lnTo>
                <a:lnTo>
                  <a:pt x="1121" y="1069"/>
                </a:lnTo>
                <a:lnTo>
                  <a:pt x="1095" y="1060"/>
                </a:lnTo>
                <a:lnTo>
                  <a:pt x="1083" y="1052"/>
                </a:lnTo>
                <a:lnTo>
                  <a:pt x="1080" y="1041"/>
                </a:lnTo>
                <a:lnTo>
                  <a:pt x="1081" y="1030"/>
                </a:lnTo>
                <a:lnTo>
                  <a:pt x="1089" y="1018"/>
                </a:lnTo>
                <a:lnTo>
                  <a:pt x="1114" y="1004"/>
                </a:lnTo>
                <a:lnTo>
                  <a:pt x="1126" y="988"/>
                </a:lnTo>
                <a:lnTo>
                  <a:pt x="1133" y="978"/>
                </a:lnTo>
                <a:lnTo>
                  <a:pt x="1135" y="950"/>
                </a:lnTo>
                <a:lnTo>
                  <a:pt x="1147" y="947"/>
                </a:lnTo>
                <a:lnTo>
                  <a:pt x="1167" y="943"/>
                </a:lnTo>
                <a:lnTo>
                  <a:pt x="1220" y="944"/>
                </a:lnTo>
                <a:lnTo>
                  <a:pt x="1273" y="938"/>
                </a:lnTo>
                <a:lnTo>
                  <a:pt x="1271" y="937"/>
                </a:lnTo>
                <a:lnTo>
                  <a:pt x="1243" y="888"/>
                </a:lnTo>
                <a:lnTo>
                  <a:pt x="1233" y="870"/>
                </a:lnTo>
                <a:lnTo>
                  <a:pt x="1202" y="810"/>
                </a:lnTo>
                <a:lnTo>
                  <a:pt x="1175" y="743"/>
                </a:lnTo>
                <a:lnTo>
                  <a:pt x="1162" y="699"/>
                </a:lnTo>
                <a:lnTo>
                  <a:pt x="1149" y="656"/>
                </a:lnTo>
                <a:lnTo>
                  <a:pt x="1145" y="622"/>
                </a:lnTo>
                <a:lnTo>
                  <a:pt x="1140" y="580"/>
                </a:lnTo>
                <a:lnTo>
                  <a:pt x="1140" y="582"/>
                </a:lnTo>
                <a:lnTo>
                  <a:pt x="1139" y="561"/>
                </a:lnTo>
                <a:lnTo>
                  <a:pt x="1139" y="542"/>
                </a:lnTo>
                <a:lnTo>
                  <a:pt x="1140" y="519"/>
                </a:lnTo>
                <a:lnTo>
                  <a:pt x="1145" y="462"/>
                </a:lnTo>
                <a:lnTo>
                  <a:pt x="1149" y="447"/>
                </a:lnTo>
                <a:lnTo>
                  <a:pt x="1152" y="425"/>
                </a:lnTo>
                <a:lnTo>
                  <a:pt x="1162" y="378"/>
                </a:lnTo>
                <a:lnTo>
                  <a:pt x="1163" y="355"/>
                </a:lnTo>
                <a:lnTo>
                  <a:pt x="1170" y="337"/>
                </a:lnTo>
                <a:lnTo>
                  <a:pt x="1180" y="311"/>
                </a:lnTo>
                <a:lnTo>
                  <a:pt x="1195" y="290"/>
                </a:lnTo>
                <a:lnTo>
                  <a:pt x="1232" y="247"/>
                </a:lnTo>
                <a:lnTo>
                  <a:pt x="1248" y="221"/>
                </a:lnTo>
                <a:lnTo>
                  <a:pt x="1249" y="203"/>
                </a:lnTo>
                <a:lnTo>
                  <a:pt x="1249" y="196"/>
                </a:lnTo>
                <a:lnTo>
                  <a:pt x="1236" y="185"/>
                </a:lnTo>
                <a:lnTo>
                  <a:pt x="1222" y="179"/>
                </a:lnTo>
                <a:lnTo>
                  <a:pt x="1214" y="160"/>
                </a:lnTo>
                <a:lnTo>
                  <a:pt x="1210" y="138"/>
                </a:lnTo>
                <a:lnTo>
                  <a:pt x="1211" y="130"/>
                </a:lnTo>
                <a:lnTo>
                  <a:pt x="1215" y="122"/>
                </a:lnTo>
                <a:lnTo>
                  <a:pt x="1243" y="111"/>
                </a:lnTo>
                <a:lnTo>
                  <a:pt x="1254" y="95"/>
                </a:lnTo>
                <a:lnTo>
                  <a:pt x="1255" y="75"/>
                </a:lnTo>
                <a:lnTo>
                  <a:pt x="1255" y="74"/>
                </a:lnTo>
                <a:lnTo>
                  <a:pt x="1255" y="75"/>
                </a:lnTo>
                <a:lnTo>
                  <a:pt x="1233" y="67"/>
                </a:lnTo>
                <a:lnTo>
                  <a:pt x="1205" y="51"/>
                </a:lnTo>
                <a:lnTo>
                  <a:pt x="1186" y="38"/>
                </a:lnTo>
                <a:lnTo>
                  <a:pt x="1167" y="19"/>
                </a:lnTo>
                <a:lnTo>
                  <a:pt x="1153" y="4"/>
                </a:lnTo>
                <a:lnTo>
                  <a:pt x="1133" y="0"/>
                </a:lnTo>
                <a:lnTo>
                  <a:pt x="1102" y="4"/>
                </a:lnTo>
                <a:lnTo>
                  <a:pt x="1063" y="9"/>
                </a:lnTo>
                <a:lnTo>
                  <a:pt x="1035" y="9"/>
                </a:lnTo>
                <a:lnTo>
                  <a:pt x="980" y="4"/>
                </a:lnTo>
                <a:lnTo>
                  <a:pt x="893" y="6"/>
                </a:lnTo>
                <a:lnTo>
                  <a:pt x="876" y="12"/>
                </a:lnTo>
                <a:lnTo>
                  <a:pt x="855" y="29"/>
                </a:lnTo>
                <a:lnTo>
                  <a:pt x="839" y="57"/>
                </a:lnTo>
                <a:lnTo>
                  <a:pt x="829" y="73"/>
                </a:lnTo>
                <a:lnTo>
                  <a:pt x="816" y="75"/>
                </a:lnTo>
                <a:lnTo>
                  <a:pt x="804" y="73"/>
                </a:lnTo>
                <a:lnTo>
                  <a:pt x="786" y="64"/>
                </a:lnTo>
                <a:lnTo>
                  <a:pt x="779" y="57"/>
                </a:lnTo>
                <a:lnTo>
                  <a:pt x="765" y="54"/>
                </a:lnTo>
                <a:lnTo>
                  <a:pt x="751" y="55"/>
                </a:lnTo>
                <a:lnTo>
                  <a:pt x="730" y="66"/>
                </a:lnTo>
                <a:lnTo>
                  <a:pt x="694" y="99"/>
                </a:lnTo>
                <a:lnTo>
                  <a:pt x="672" y="107"/>
                </a:lnTo>
                <a:lnTo>
                  <a:pt x="658" y="108"/>
                </a:lnTo>
                <a:lnTo>
                  <a:pt x="582" y="95"/>
                </a:lnTo>
                <a:lnTo>
                  <a:pt x="560" y="84"/>
                </a:lnTo>
                <a:lnTo>
                  <a:pt x="541" y="72"/>
                </a:lnTo>
                <a:lnTo>
                  <a:pt x="515" y="56"/>
                </a:lnTo>
                <a:lnTo>
                  <a:pt x="488" y="55"/>
                </a:lnTo>
                <a:lnTo>
                  <a:pt x="463" y="61"/>
                </a:lnTo>
                <a:lnTo>
                  <a:pt x="453" y="66"/>
                </a:lnTo>
                <a:lnTo>
                  <a:pt x="430" y="91"/>
                </a:lnTo>
                <a:lnTo>
                  <a:pt x="426" y="113"/>
                </a:lnTo>
                <a:lnTo>
                  <a:pt x="418" y="127"/>
                </a:lnTo>
                <a:lnTo>
                  <a:pt x="403" y="144"/>
                </a:lnTo>
                <a:lnTo>
                  <a:pt x="414" y="196"/>
                </a:lnTo>
                <a:lnTo>
                  <a:pt x="411" y="229"/>
                </a:lnTo>
                <a:lnTo>
                  <a:pt x="402" y="268"/>
                </a:lnTo>
                <a:lnTo>
                  <a:pt x="389" y="301"/>
                </a:lnTo>
                <a:lnTo>
                  <a:pt x="370" y="334"/>
                </a:lnTo>
                <a:lnTo>
                  <a:pt x="353" y="373"/>
                </a:lnTo>
                <a:lnTo>
                  <a:pt x="343" y="428"/>
                </a:lnTo>
                <a:lnTo>
                  <a:pt x="339" y="462"/>
                </a:lnTo>
                <a:lnTo>
                  <a:pt x="339" y="498"/>
                </a:lnTo>
                <a:lnTo>
                  <a:pt x="331" y="517"/>
                </a:lnTo>
                <a:lnTo>
                  <a:pt x="321" y="534"/>
                </a:lnTo>
                <a:lnTo>
                  <a:pt x="304" y="544"/>
                </a:lnTo>
                <a:lnTo>
                  <a:pt x="272" y="569"/>
                </a:lnTo>
                <a:lnTo>
                  <a:pt x="257" y="579"/>
                </a:lnTo>
                <a:lnTo>
                  <a:pt x="249" y="589"/>
                </a:lnTo>
                <a:lnTo>
                  <a:pt x="245" y="610"/>
                </a:lnTo>
                <a:lnTo>
                  <a:pt x="249" y="682"/>
                </a:lnTo>
                <a:lnTo>
                  <a:pt x="242" y="710"/>
                </a:lnTo>
                <a:lnTo>
                  <a:pt x="229" y="731"/>
                </a:lnTo>
                <a:lnTo>
                  <a:pt x="211" y="743"/>
                </a:lnTo>
                <a:lnTo>
                  <a:pt x="186" y="748"/>
                </a:lnTo>
                <a:lnTo>
                  <a:pt x="169" y="748"/>
                </a:lnTo>
                <a:lnTo>
                  <a:pt x="143" y="733"/>
                </a:lnTo>
                <a:lnTo>
                  <a:pt x="124" y="725"/>
                </a:lnTo>
                <a:lnTo>
                  <a:pt x="114" y="721"/>
                </a:lnTo>
                <a:lnTo>
                  <a:pt x="99" y="725"/>
                </a:lnTo>
                <a:lnTo>
                  <a:pt x="80" y="734"/>
                </a:lnTo>
                <a:lnTo>
                  <a:pt x="40" y="778"/>
                </a:lnTo>
                <a:lnTo>
                  <a:pt x="47" y="818"/>
                </a:lnTo>
                <a:lnTo>
                  <a:pt x="45" y="831"/>
                </a:lnTo>
                <a:lnTo>
                  <a:pt x="29" y="843"/>
                </a:lnTo>
                <a:lnTo>
                  <a:pt x="0" y="856"/>
                </a:lnTo>
                <a:lnTo>
                  <a:pt x="7" y="87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71" name="Freeform 70"/>
          <p:cNvSpPr>
            <a:spLocks/>
          </p:cNvSpPr>
          <p:nvPr/>
        </p:nvSpPr>
        <p:spPr bwMode="auto">
          <a:xfrm>
            <a:off x="4426772" y="3566751"/>
            <a:ext cx="76700" cy="98871"/>
          </a:xfrm>
          <a:custGeom>
            <a:avLst/>
            <a:gdLst/>
            <a:ahLst/>
            <a:cxnLst>
              <a:cxn ang="0">
                <a:pos x="0" y="21"/>
              </a:cxn>
              <a:cxn ang="0">
                <a:pos x="32" y="8"/>
              </a:cxn>
              <a:cxn ang="0">
                <a:pos x="62" y="0"/>
              </a:cxn>
              <a:cxn ang="0">
                <a:pos x="83" y="11"/>
              </a:cxn>
              <a:cxn ang="0">
                <a:pos x="103" y="19"/>
              </a:cxn>
              <a:cxn ang="0">
                <a:pos x="124" y="37"/>
              </a:cxn>
              <a:cxn ang="0">
                <a:pos x="153" y="46"/>
              </a:cxn>
              <a:cxn ang="0">
                <a:pos x="161" y="71"/>
              </a:cxn>
              <a:cxn ang="0">
                <a:pos x="189" y="89"/>
              </a:cxn>
              <a:cxn ang="0">
                <a:pos x="143" y="113"/>
              </a:cxn>
              <a:cxn ang="0">
                <a:pos x="129" y="162"/>
              </a:cxn>
              <a:cxn ang="0">
                <a:pos x="119" y="172"/>
              </a:cxn>
              <a:cxn ang="0">
                <a:pos x="107" y="202"/>
              </a:cxn>
              <a:cxn ang="0">
                <a:pos x="101" y="219"/>
              </a:cxn>
              <a:cxn ang="0">
                <a:pos x="86" y="229"/>
              </a:cxn>
              <a:cxn ang="0">
                <a:pos x="86" y="187"/>
              </a:cxn>
              <a:cxn ang="0">
                <a:pos x="92" y="171"/>
              </a:cxn>
              <a:cxn ang="0">
                <a:pos x="86" y="123"/>
              </a:cxn>
              <a:cxn ang="0">
                <a:pos x="73" y="113"/>
              </a:cxn>
              <a:cxn ang="0">
                <a:pos x="25" y="25"/>
              </a:cxn>
              <a:cxn ang="0">
                <a:pos x="0" y="21"/>
              </a:cxn>
            </a:cxnLst>
            <a:rect l="0" t="0" r="r" b="b"/>
            <a:pathLst>
              <a:path w="189" h="229">
                <a:moveTo>
                  <a:pt x="0" y="21"/>
                </a:moveTo>
                <a:lnTo>
                  <a:pt x="32" y="8"/>
                </a:lnTo>
                <a:lnTo>
                  <a:pt x="62" y="0"/>
                </a:lnTo>
                <a:lnTo>
                  <a:pt x="83" y="11"/>
                </a:lnTo>
                <a:lnTo>
                  <a:pt x="103" y="19"/>
                </a:lnTo>
                <a:lnTo>
                  <a:pt x="124" y="37"/>
                </a:lnTo>
                <a:lnTo>
                  <a:pt x="153" y="46"/>
                </a:lnTo>
                <a:lnTo>
                  <a:pt x="161" y="71"/>
                </a:lnTo>
                <a:lnTo>
                  <a:pt x="189" y="89"/>
                </a:lnTo>
                <a:lnTo>
                  <a:pt x="143" y="113"/>
                </a:lnTo>
                <a:lnTo>
                  <a:pt x="129" y="162"/>
                </a:lnTo>
                <a:lnTo>
                  <a:pt x="119" y="172"/>
                </a:lnTo>
                <a:lnTo>
                  <a:pt x="107" y="202"/>
                </a:lnTo>
                <a:lnTo>
                  <a:pt x="101" y="219"/>
                </a:lnTo>
                <a:lnTo>
                  <a:pt x="86" y="229"/>
                </a:lnTo>
                <a:lnTo>
                  <a:pt x="86" y="187"/>
                </a:lnTo>
                <a:lnTo>
                  <a:pt x="92" y="171"/>
                </a:lnTo>
                <a:lnTo>
                  <a:pt x="86" y="123"/>
                </a:lnTo>
                <a:lnTo>
                  <a:pt x="73" y="113"/>
                </a:lnTo>
                <a:lnTo>
                  <a:pt x="25" y="25"/>
                </a:lnTo>
                <a:lnTo>
                  <a:pt x="0" y="2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72" name="Freeform 71"/>
          <p:cNvSpPr>
            <a:spLocks/>
          </p:cNvSpPr>
          <p:nvPr/>
        </p:nvSpPr>
        <p:spPr bwMode="auto">
          <a:xfrm>
            <a:off x="5769837" y="3670824"/>
            <a:ext cx="579330" cy="291406"/>
          </a:xfrm>
          <a:custGeom>
            <a:avLst/>
            <a:gdLst/>
            <a:ahLst/>
            <a:cxnLst>
              <a:cxn ang="0">
                <a:pos x="20" y="215"/>
              </a:cxn>
              <a:cxn ang="0">
                <a:pos x="85" y="245"/>
              </a:cxn>
              <a:cxn ang="0">
                <a:pos x="98" y="294"/>
              </a:cxn>
              <a:cxn ang="0">
                <a:pos x="73" y="364"/>
              </a:cxn>
              <a:cxn ang="0">
                <a:pos x="111" y="396"/>
              </a:cxn>
              <a:cxn ang="0">
                <a:pos x="150" y="403"/>
              </a:cxn>
              <a:cxn ang="0">
                <a:pos x="176" y="387"/>
              </a:cxn>
              <a:cxn ang="0">
                <a:pos x="290" y="515"/>
              </a:cxn>
              <a:cxn ang="0">
                <a:pos x="347" y="569"/>
              </a:cxn>
              <a:cxn ang="0">
                <a:pos x="386" y="569"/>
              </a:cxn>
              <a:cxn ang="0">
                <a:pos x="434" y="624"/>
              </a:cxn>
              <a:cxn ang="0">
                <a:pos x="657" y="622"/>
              </a:cxn>
              <a:cxn ang="0">
                <a:pos x="756" y="616"/>
              </a:cxn>
              <a:cxn ang="0">
                <a:pos x="773" y="673"/>
              </a:cxn>
              <a:cxn ang="0">
                <a:pos x="853" y="673"/>
              </a:cxn>
              <a:cxn ang="0">
                <a:pos x="1007" y="637"/>
              </a:cxn>
              <a:cxn ang="0">
                <a:pos x="1068" y="618"/>
              </a:cxn>
              <a:cxn ang="0">
                <a:pos x="1068" y="548"/>
              </a:cxn>
              <a:cxn ang="0">
                <a:pos x="1079" y="508"/>
              </a:cxn>
              <a:cxn ang="0">
                <a:pos x="1108" y="505"/>
              </a:cxn>
              <a:cxn ang="0">
                <a:pos x="1134" y="482"/>
              </a:cxn>
              <a:cxn ang="0">
                <a:pos x="1193" y="497"/>
              </a:cxn>
              <a:cxn ang="0">
                <a:pos x="1214" y="429"/>
              </a:cxn>
              <a:cxn ang="0">
                <a:pos x="1269" y="419"/>
              </a:cxn>
              <a:cxn ang="0">
                <a:pos x="1331" y="345"/>
              </a:cxn>
              <a:cxn ang="0">
                <a:pos x="1382" y="345"/>
              </a:cxn>
              <a:cxn ang="0">
                <a:pos x="1419" y="324"/>
              </a:cxn>
              <a:cxn ang="0">
                <a:pos x="1393" y="299"/>
              </a:cxn>
              <a:cxn ang="0">
                <a:pos x="1374" y="298"/>
              </a:cxn>
              <a:cxn ang="0">
                <a:pos x="1367" y="267"/>
              </a:cxn>
              <a:cxn ang="0">
                <a:pos x="1298" y="282"/>
              </a:cxn>
              <a:cxn ang="0">
                <a:pos x="1267" y="274"/>
              </a:cxn>
              <a:cxn ang="0">
                <a:pos x="1255" y="259"/>
              </a:cxn>
              <a:cxn ang="0">
                <a:pos x="1269" y="214"/>
              </a:cxn>
              <a:cxn ang="0">
                <a:pos x="1271" y="153"/>
              </a:cxn>
              <a:cxn ang="0">
                <a:pos x="731" y="127"/>
              </a:cxn>
              <a:cxn ang="0">
                <a:pos x="578" y="0"/>
              </a:cxn>
              <a:cxn ang="0">
                <a:pos x="521" y="151"/>
              </a:cxn>
              <a:cxn ang="0">
                <a:pos x="220" y="83"/>
              </a:cxn>
              <a:cxn ang="0">
                <a:pos x="0" y="179"/>
              </a:cxn>
              <a:cxn ang="0">
                <a:pos x="20" y="215"/>
              </a:cxn>
            </a:cxnLst>
            <a:rect l="0" t="0" r="r" b="b"/>
            <a:pathLst>
              <a:path w="1419" h="673">
                <a:moveTo>
                  <a:pt x="20" y="215"/>
                </a:moveTo>
                <a:lnTo>
                  <a:pt x="85" y="245"/>
                </a:lnTo>
                <a:lnTo>
                  <a:pt x="98" y="294"/>
                </a:lnTo>
                <a:lnTo>
                  <a:pt x="73" y="364"/>
                </a:lnTo>
                <a:lnTo>
                  <a:pt x="111" y="396"/>
                </a:lnTo>
                <a:lnTo>
                  <a:pt x="150" y="403"/>
                </a:lnTo>
                <a:lnTo>
                  <a:pt x="176" y="387"/>
                </a:lnTo>
                <a:lnTo>
                  <a:pt x="290" y="515"/>
                </a:lnTo>
                <a:lnTo>
                  <a:pt x="347" y="569"/>
                </a:lnTo>
                <a:lnTo>
                  <a:pt x="386" y="569"/>
                </a:lnTo>
                <a:lnTo>
                  <a:pt x="434" y="624"/>
                </a:lnTo>
                <a:lnTo>
                  <a:pt x="657" y="622"/>
                </a:lnTo>
                <a:lnTo>
                  <a:pt x="756" y="616"/>
                </a:lnTo>
                <a:lnTo>
                  <a:pt x="773" y="673"/>
                </a:lnTo>
                <a:lnTo>
                  <a:pt x="853" y="673"/>
                </a:lnTo>
                <a:lnTo>
                  <a:pt x="1007" y="637"/>
                </a:lnTo>
                <a:lnTo>
                  <a:pt x="1068" y="618"/>
                </a:lnTo>
                <a:lnTo>
                  <a:pt x="1068" y="548"/>
                </a:lnTo>
                <a:lnTo>
                  <a:pt x="1079" y="508"/>
                </a:lnTo>
                <a:lnTo>
                  <a:pt x="1108" y="505"/>
                </a:lnTo>
                <a:lnTo>
                  <a:pt x="1134" y="482"/>
                </a:lnTo>
                <a:lnTo>
                  <a:pt x="1193" y="497"/>
                </a:lnTo>
                <a:lnTo>
                  <a:pt x="1214" y="429"/>
                </a:lnTo>
                <a:lnTo>
                  <a:pt x="1269" y="419"/>
                </a:lnTo>
                <a:lnTo>
                  <a:pt x="1331" y="345"/>
                </a:lnTo>
                <a:lnTo>
                  <a:pt x="1382" y="345"/>
                </a:lnTo>
                <a:lnTo>
                  <a:pt x="1419" y="324"/>
                </a:lnTo>
                <a:lnTo>
                  <a:pt x="1393" y="299"/>
                </a:lnTo>
                <a:lnTo>
                  <a:pt x="1374" y="298"/>
                </a:lnTo>
                <a:lnTo>
                  <a:pt x="1367" y="267"/>
                </a:lnTo>
                <a:lnTo>
                  <a:pt x="1298" y="282"/>
                </a:lnTo>
                <a:lnTo>
                  <a:pt x="1267" y="274"/>
                </a:lnTo>
                <a:lnTo>
                  <a:pt x="1255" y="259"/>
                </a:lnTo>
                <a:lnTo>
                  <a:pt x="1269" y="214"/>
                </a:lnTo>
                <a:lnTo>
                  <a:pt x="1271" y="153"/>
                </a:lnTo>
                <a:lnTo>
                  <a:pt x="731" y="127"/>
                </a:lnTo>
                <a:lnTo>
                  <a:pt x="578" y="0"/>
                </a:lnTo>
                <a:lnTo>
                  <a:pt x="521" y="151"/>
                </a:lnTo>
                <a:lnTo>
                  <a:pt x="220" y="83"/>
                </a:lnTo>
                <a:lnTo>
                  <a:pt x="0" y="179"/>
                </a:lnTo>
                <a:lnTo>
                  <a:pt x="20" y="21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73" name="Freeform 72"/>
          <p:cNvSpPr>
            <a:spLocks/>
          </p:cNvSpPr>
          <p:nvPr/>
        </p:nvSpPr>
        <p:spPr bwMode="auto">
          <a:xfrm>
            <a:off x="5412450" y="3748880"/>
            <a:ext cx="213781" cy="187332"/>
          </a:xfrm>
          <a:custGeom>
            <a:avLst/>
            <a:gdLst/>
            <a:ahLst/>
            <a:cxnLst>
              <a:cxn ang="0">
                <a:pos x="525" y="99"/>
              </a:cxn>
              <a:cxn ang="0">
                <a:pos x="494" y="90"/>
              </a:cxn>
              <a:cxn ang="0">
                <a:pos x="487" y="73"/>
              </a:cxn>
              <a:cxn ang="0">
                <a:pos x="477" y="69"/>
              </a:cxn>
              <a:cxn ang="0">
                <a:pos x="474" y="44"/>
              </a:cxn>
              <a:cxn ang="0">
                <a:pos x="461" y="24"/>
              </a:cxn>
              <a:cxn ang="0">
                <a:pos x="451" y="24"/>
              </a:cxn>
              <a:cxn ang="0">
                <a:pos x="426" y="42"/>
              </a:cxn>
              <a:cxn ang="0">
                <a:pos x="304" y="27"/>
              </a:cxn>
              <a:cxn ang="0">
                <a:pos x="299" y="16"/>
              </a:cxn>
              <a:cxn ang="0">
                <a:pos x="283" y="5"/>
              </a:cxn>
              <a:cxn ang="0">
                <a:pos x="276" y="0"/>
              </a:cxn>
              <a:cxn ang="0">
                <a:pos x="234" y="38"/>
              </a:cxn>
              <a:cxn ang="0">
                <a:pos x="188" y="36"/>
              </a:cxn>
              <a:cxn ang="0">
                <a:pos x="156" y="68"/>
              </a:cxn>
              <a:cxn ang="0">
                <a:pos x="104" y="80"/>
              </a:cxn>
              <a:cxn ang="0">
                <a:pos x="138" y="106"/>
              </a:cxn>
              <a:cxn ang="0">
                <a:pos x="90" y="151"/>
              </a:cxn>
              <a:cxn ang="0">
                <a:pos x="148" y="159"/>
              </a:cxn>
              <a:cxn ang="0">
                <a:pos x="195" y="200"/>
              </a:cxn>
              <a:cxn ang="0">
                <a:pos x="158" y="206"/>
              </a:cxn>
              <a:cxn ang="0">
                <a:pos x="124" y="225"/>
              </a:cxn>
              <a:cxn ang="0">
                <a:pos x="78" y="231"/>
              </a:cxn>
              <a:cxn ang="0">
                <a:pos x="78" y="254"/>
              </a:cxn>
              <a:cxn ang="0">
                <a:pos x="53" y="262"/>
              </a:cxn>
              <a:cxn ang="0">
                <a:pos x="14" y="291"/>
              </a:cxn>
              <a:cxn ang="0">
                <a:pos x="0" y="414"/>
              </a:cxn>
              <a:cxn ang="0">
                <a:pos x="79" y="431"/>
              </a:cxn>
              <a:cxn ang="0">
                <a:pos x="174" y="404"/>
              </a:cxn>
              <a:cxn ang="0">
                <a:pos x="353" y="264"/>
              </a:cxn>
              <a:cxn ang="0">
                <a:pos x="525" y="99"/>
              </a:cxn>
            </a:cxnLst>
            <a:rect l="0" t="0" r="r" b="b"/>
            <a:pathLst>
              <a:path w="525" h="431">
                <a:moveTo>
                  <a:pt x="525" y="99"/>
                </a:moveTo>
                <a:lnTo>
                  <a:pt x="494" y="90"/>
                </a:lnTo>
                <a:lnTo>
                  <a:pt x="487" y="73"/>
                </a:lnTo>
                <a:lnTo>
                  <a:pt x="477" y="69"/>
                </a:lnTo>
                <a:lnTo>
                  <a:pt x="474" y="44"/>
                </a:lnTo>
                <a:lnTo>
                  <a:pt x="461" y="24"/>
                </a:lnTo>
                <a:lnTo>
                  <a:pt x="451" y="24"/>
                </a:lnTo>
                <a:lnTo>
                  <a:pt x="426" y="42"/>
                </a:lnTo>
                <a:lnTo>
                  <a:pt x="304" y="27"/>
                </a:lnTo>
                <a:lnTo>
                  <a:pt x="299" y="16"/>
                </a:lnTo>
                <a:lnTo>
                  <a:pt x="283" y="5"/>
                </a:lnTo>
                <a:lnTo>
                  <a:pt x="276" y="0"/>
                </a:lnTo>
                <a:lnTo>
                  <a:pt x="234" y="38"/>
                </a:lnTo>
                <a:lnTo>
                  <a:pt x="188" y="36"/>
                </a:lnTo>
                <a:lnTo>
                  <a:pt x="156" y="68"/>
                </a:lnTo>
                <a:lnTo>
                  <a:pt x="104" y="80"/>
                </a:lnTo>
                <a:lnTo>
                  <a:pt x="138" y="106"/>
                </a:lnTo>
                <a:lnTo>
                  <a:pt x="90" y="151"/>
                </a:lnTo>
                <a:lnTo>
                  <a:pt x="148" y="159"/>
                </a:lnTo>
                <a:lnTo>
                  <a:pt x="195" y="200"/>
                </a:lnTo>
                <a:lnTo>
                  <a:pt x="158" y="206"/>
                </a:lnTo>
                <a:lnTo>
                  <a:pt x="124" y="225"/>
                </a:lnTo>
                <a:lnTo>
                  <a:pt x="78" y="231"/>
                </a:lnTo>
                <a:lnTo>
                  <a:pt x="78" y="254"/>
                </a:lnTo>
                <a:lnTo>
                  <a:pt x="53" y="262"/>
                </a:lnTo>
                <a:lnTo>
                  <a:pt x="14" y="291"/>
                </a:lnTo>
                <a:lnTo>
                  <a:pt x="0" y="414"/>
                </a:lnTo>
                <a:lnTo>
                  <a:pt x="79" y="431"/>
                </a:lnTo>
                <a:lnTo>
                  <a:pt x="174" y="404"/>
                </a:lnTo>
                <a:lnTo>
                  <a:pt x="353" y="264"/>
                </a:lnTo>
                <a:lnTo>
                  <a:pt x="525" y="9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74" name="Freeform 73"/>
          <p:cNvSpPr>
            <a:spLocks/>
          </p:cNvSpPr>
          <p:nvPr/>
        </p:nvSpPr>
        <p:spPr bwMode="auto">
          <a:xfrm>
            <a:off x="5079538" y="3528590"/>
            <a:ext cx="411242" cy="468332"/>
          </a:xfrm>
          <a:custGeom>
            <a:avLst/>
            <a:gdLst/>
            <a:ahLst/>
            <a:cxnLst>
              <a:cxn ang="0">
                <a:pos x="953" y="613"/>
              </a:cxn>
              <a:cxn ang="0">
                <a:pos x="963" y="666"/>
              </a:cxn>
              <a:cxn ang="0">
                <a:pos x="973" y="713"/>
              </a:cxn>
              <a:cxn ang="0">
                <a:pos x="893" y="738"/>
              </a:cxn>
              <a:cxn ang="0">
                <a:pos x="817" y="743"/>
              </a:cxn>
              <a:cxn ang="0">
                <a:pos x="758" y="775"/>
              </a:cxn>
              <a:cxn ang="0">
                <a:pos x="774" y="894"/>
              </a:cxn>
              <a:cxn ang="0">
                <a:pos x="711" y="1069"/>
              </a:cxn>
              <a:cxn ang="0">
                <a:pos x="658" y="1021"/>
              </a:cxn>
              <a:cxn ang="0">
                <a:pos x="658" y="911"/>
              </a:cxn>
              <a:cxn ang="0">
                <a:pos x="527" y="866"/>
              </a:cxn>
              <a:cxn ang="0">
                <a:pos x="404" y="784"/>
              </a:cxn>
              <a:cxn ang="0">
                <a:pos x="356" y="707"/>
              </a:cxn>
              <a:cxn ang="0">
                <a:pos x="272" y="652"/>
              </a:cxn>
              <a:cxn ang="0">
                <a:pos x="230" y="587"/>
              </a:cxn>
              <a:cxn ang="0">
                <a:pos x="204" y="527"/>
              </a:cxn>
              <a:cxn ang="0">
                <a:pos x="177" y="463"/>
              </a:cxn>
              <a:cxn ang="0">
                <a:pos x="110" y="431"/>
              </a:cxn>
              <a:cxn ang="0">
                <a:pos x="84" y="438"/>
              </a:cxn>
              <a:cxn ang="0">
                <a:pos x="27" y="500"/>
              </a:cxn>
              <a:cxn ang="0">
                <a:pos x="193" y="0"/>
              </a:cxn>
              <a:cxn ang="0">
                <a:pos x="182" y="37"/>
              </a:cxn>
              <a:cxn ang="0">
                <a:pos x="162" y="89"/>
              </a:cxn>
              <a:cxn ang="0">
                <a:pos x="138" y="181"/>
              </a:cxn>
              <a:cxn ang="0">
                <a:pos x="178" y="249"/>
              </a:cxn>
              <a:cxn ang="0">
                <a:pos x="230" y="264"/>
              </a:cxn>
              <a:cxn ang="0">
                <a:pos x="306" y="260"/>
              </a:cxn>
              <a:cxn ang="0">
                <a:pos x="425" y="266"/>
              </a:cxn>
              <a:cxn ang="0">
                <a:pos x="524" y="305"/>
              </a:cxn>
              <a:cxn ang="0">
                <a:pos x="610" y="376"/>
              </a:cxn>
              <a:cxn ang="0">
                <a:pos x="669" y="448"/>
              </a:cxn>
              <a:cxn ang="0">
                <a:pos x="652" y="606"/>
              </a:cxn>
              <a:cxn ang="0">
                <a:pos x="761" y="645"/>
              </a:cxn>
              <a:cxn ang="0">
                <a:pos x="856" y="634"/>
              </a:cxn>
              <a:cxn ang="0">
                <a:pos x="919" y="587"/>
              </a:cxn>
            </a:cxnLst>
            <a:rect l="0" t="0" r="r" b="b"/>
            <a:pathLst>
              <a:path w="1010" h="1079">
                <a:moveTo>
                  <a:pt x="919" y="587"/>
                </a:moveTo>
                <a:lnTo>
                  <a:pt x="953" y="613"/>
                </a:lnTo>
                <a:lnTo>
                  <a:pt x="905" y="658"/>
                </a:lnTo>
                <a:lnTo>
                  <a:pt x="963" y="666"/>
                </a:lnTo>
                <a:lnTo>
                  <a:pt x="1010" y="707"/>
                </a:lnTo>
                <a:lnTo>
                  <a:pt x="973" y="713"/>
                </a:lnTo>
                <a:lnTo>
                  <a:pt x="938" y="732"/>
                </a:lnTo>
                <a:lnTo>
                  <a:pt x="893" y="738"/>
                </a:lnTo>
                <a:lnTo>
                  <a:pt x="857" y="713"/>
                </a:lnTo>
                <a:lnTo>
                  <a:pt x="817" y="743"/>
                </a:lnTo>
                <a:lnTo>
                  <a:pt x="790" y="733"/>
                </a:lnTo>
                <a:lnTo>
                  <a:pt x="758" y="775"/>
                </a:lnTo>
                <a:lnTo>
                  <a:pt x="773" y="824"/>
                </a:lnTo>
                <a:lnTo>
                  <a:pt x="774" y="894"/>
                </a:lnTo>
                <a:lnTo>
                  <a:pt x="764" y="1002"/>
                </a:lnTo>
                <a:lnTo>
                  <a:pt x="711" y="1069"/>
                </a:lnTo>
                <a:lnTo>
                  <a:pt x="669" y="1079"/>
                </a:lnTo>
                <a:lnTo>
                  <a:pt x="658" y="1021"/>
                </a:lnTo>
                <a:lnTo>
                  <a:pt x="676" y="951"/>
                </a:lnTo>
                <a:lnTo>
                  <a:pt x="658" y="911"/>
                </a:lnTo>
                <a:lnTo>
                  <a:pt x="615" y="900"/>
                </a:lnTo>
                <a:lnTo>
                  <a:pt x="527" y="866"/>
                </a:lnTo>
                <a:lnTo>
                  <a:pt x="447" y="822"/>
                </a:lnTo>
                <a:lnTo>
                  <a:pt x="404" y="784"/>
                </a:lnTo>
                <a:lnTo>
                  <a:pt x="368" y="760"/>
                </a:lnTo>
                <a:lnTo>
                  <a:pt x="356" y="707"/>
                </a:lnTo>
                <a:lnTo>
                  <a:pt x="324" y="665"/>
                </a:lnTo>
                <a:lnTo>
                  <a:pt x="272" y="652"/>
                </a:lnTo>
                <a:lnTo>
                  <a:pt x="241" y="622"/>
                </a:lnTo>
                <a:lnTo>
                  <a:pt x="230" y="587"/>
                </a:lnTo>
                <a:lnTo>
                  <a:pt x="247" y="545"/>
                </a:lnTo>
                <a:lnTo>
                  <a:pt x="204" y="527"/>
                </a:lnTo>
                <a:lnTo>
                  <a:pt x="208" y="476"/>
                </a:lnTo>
                <a:lnTo>
                  <a:pt x="177" y="463"/>
                </a:lnTo>
                <a:lnTo>
                  <a:pt x="156" y="439"/>
                </a:lnTo>
                <a:lnTo>
                  <a:pt x="110" y="431"/>
                </a:lnTo>
                <a:lnTo>
                  <a:pt x="110" y="458"/>
                </a:lnTo>
                <a:lnTo>
                  <a:pt x="84" y="438"/>
                </a:lnTo>
                <a:lnTo>
                  <a:pt x="56" y="476"/>
                </a:lnTo>
                <a:lnTo>
                  <a:pt x="27" y="500"/>
                </a:lnTo>
                <a:lnTo>
                  <a:pt x="0" y="105"/>
                </a:lnTo>
                <a:lnTo>
                  <a:pt x="193" y="0"/>
                </a:lnTo>
                <a:lnTo>
                  <a:pt x="193" y="13"/>
                </a:lnTo>
                <a:lnTo>
                  <a:pt x="182" y="37"/>
                </a:lnTo>
                <a:lnTo>
                  <a:pt x="162" y="49"/>
                </a:lnTo>
                <a:lnTo>
                  <a:pt x="162" y="89"/>
                </a:lnTo>
                <a:lnTo>
                  <a:pt x="156" y="129"/>
                </a:lnTo>
                <a:lnTo>
                  <a:pt x="138" y="181"/>
                </a:lnTo>
                <a:lnTo>
                  <a:pt x="166" y="247"/>
                </a:lnTo>
                <a:lnTo>
                  <a:pt x="178" y="249"/>
                </a:lnTo>
                <a:lnTo>
                  <a:pt x="193" y="247"/>
                </a:lnTo>
                <a:lnTo>
                  <a:pt x="230" y="264"/>
                </a:lnTo>
                <a:lnTo>
                  <a:pt x="257" y="274"/>
                </a:lnTo>
                <a:lnTo>
                  <a:pt x="306" y="260"/>
                </a:lnTo>
                <a:lnTo>
                  <a:pt x="324" y="233"/>
                </a:lnTo>
                <a:lnTo>
                  <a:pt x="425" y="266"/>
                </a:lnTo>
                <a:lnTo>
                  <a:pt x="469" y="266"/>
                </a:lnTo>
                <a:lnTo>
                  <a:pt x="524" y="305"/>
                </a:lnTo>
                <a:lnTo>
                  <a:pt x="600" y="337"/>
                </a:lnTo>
                <a:lnTo>
                  <a:pt x="610" y="376"/>
                </a:lnTo>
                <a:lnTo>
                  <a:pt x="642" y="453"/>
                </a:lnTo>
                <a:lnTo>
                  <a:pt x="669" y="448"/>
                </a:lnTo>
                <a:lnTo>
                  <a:pt x="659" y="537"/>
                </a:lnTo>
                <a:lnTo>
                  <a:pt x="652" y="606"/>
                </a:lnTo>
                <a:lnTo>
                  <a:pt x="698" y="649"/>
                </a:lnTo>
                <a:lnTo>
                  <a:pt x="761" y="645"/>
                </a:lnTo>
                <a:lnTo>
                  <a:pt x="814" y="664"/>
                </a:lnTo>
                <a:lnTo>
                  <a:pt x="856" y="634"/>
                </a:lnTo>
                <a:lnTo>
                  <a:pt x="887" y="615"/>
                </a:lnTo>
                <a:lnTo>
                  <a:pt x="919" y="58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75" name="Freeform 74"/>
          <p:cNvSpPr>
            <a:spLocks/>
          </p:cNvSpPr>
          <p:nvPr/>
        </p:nvSpPr>
        <p:spPr bwMode="auto">
          <a:xfrm>
            <a:off x="4979991" y="3677763"/>
            <a:ext cx="375340" cy="327832"/>
          </a:xfrm>
          <a:custGeom>
            <a:avLst/>
            <a:gdLst/>
            <a:ahLst/>
            <a:cxnLst>
              <a:cxn ang="0">
                <a:pos x="900" y="680"/>
              </a:cxn>
              <a:cxn ang="0">
                <a:pos x="917" y="611"/>
              </a:cxn>
              <a:cxn ang="0">
                <a:pos x="900" y="570"/>
              </a:cxn>
              <a:cxn ang="0">
                <a:pos x="857" y="559"/>
              </a:cxn>
              <a:cxn ang="0">
                <a:pos x="770" y="526"/>
              </a:cxn>
              <a:cxn ang="0">
                <a:pos x="689" y="481"/>
              </a:cxn>
              <a:cxn ang="0">
                <a:pos x="646" y="443"/>
              </a:cxn>
              <a:cxn ang="0">
                <a:pos x="611" y="420"/>
              </a:cxn>
              <a:cxn ang="0">
                <a:pos x="597" y="366"/>
              </a:cxn>
              <a:cxn ang="0">
                <a:pos x="565" y="325"/>
              </a:cxn>
              <a:cxn ang="0">
                <a:pos x="513" y="311"/>
              </a:cxn>
              <a:cxn ang="0">
                <a:pos x="482" y="283"/>
              </a:cxn>
              <a:cxn ang="0">
                <a:pos x="472" y="247"/>
              </a:cxn>
              <a:cxn ang="0">
                <a:pos x="490" y="205"/>
              </a:cxn>
              <a:cxn ang="0">
                <a:pos x="445" y="186"/>
              </a:cxn>
              <a:cxn ang="0">
                <a:pos x="449" y="136"/>
              </a:cxn>
              <a:cxn ang="0">
                <a:pos x="418" y="122"/>
              </a:cxn>
              <a:cxn ang="0">
                <a:pos x="399" y="99"/>
              </a:cxn>
              <a:cxn ang="0">
                <a:pos x="353" y="90"/>
              </a:cxn>
              <a:cxn ang="0">
                <a:pos x="353" y="117"/>
              </a:cxn>
              <a:cxn ang="0">
                <a:pos x="326" y="97"/>
              </a:cxn>
              <a:cxn ang="0">
                <a:pos x="297" y="136"/>
              </a:cxn>
              <a:cxn ang="0">
                <a:pos x="270" y="159"/>
              </a:cxn>
              <a:cxn ang="0">
                <a:pos x="232" y="152"/>
              </a:cxn>
              <a:cxn ang="0">
                <a:pos x="227" y="84"/>
              </a:cxn>
              <a:cxn ang="0">
                <a:pos x="174" y="49"/>
              </a:cxn>
              <a:cxn ang="0">
                <a:pos x="144" y="13"/>
              </a:cxn>
              <a:cxn ang="0">
                <a:pos x="99" y="0"/>
              </a:cxn>
              <a:cxn ang="0">
                <a:pos x="44" y="17"/>
              </a:cxn>
              <a:cxn ang="0">
                <a:pos x="0" y="79"/>
              </a:cxn>
              <a:cxn ang="0">
                <a:pos x="16" y="104"/>
              </a:cxn>
              <a:cxn ang="0">
                <a:pos x="47" y="42"/>
              </a:cxn>
              <a:cxn ang="0">
                <a:pos x="99" y="46"/>
              </a:cxn>
              <a:cxn ang="0">
                <a:pos x="126" y="75"/>
              </a:cxn>
              <a:cxn ang="0">
                <a:pos x="174" y="99"/>
              </a:cxn>
              <a:cxn ang="0">
                <a:pos x="152" y="138"/>
              </a:cxn>
              <a:cxn ang="0">
                <a:pos x="91" y="159"/>
              </a:cxn>
              <a:cxn ang="0">
                <a:pos x="62" y="185"/>
              </a:cxn>
              <a:cxn ang="0">
                <a:pos x="2" y="157"/>
              </a:cxn>
              <a:cxn ang="0">
                <a:pos x="29" y="283"/>
              </a:cxn>
              <a:cxn ang="0">
                <a:pos x="69" y="279"/>
              </a:cxn>
              <a:cxn ang="0">
                <a:pos x="75" y="315"/>
              </a:cxn>
              <a:cxn ang="0">
                <a:pos x="109" y="332"/>
              </a:cxn>
              <a:cxn ang="0">
                <a:pos x="50" y="338"/>
              </a:cxn>
              <a:cxn ang="0">
                <a:pos x="29" y="384"/>
              </a:cxn>
              <a:cxn ang="0">
                <a:pos x="123" y="438"/>
              </a:cxn>
              <a:cxn ang="0">
                <a:pos x="112" y="530"/>
              </a:cxn>
              <a:cxn ang="0">
                <a:pos x="134" y="616"/>
              </a:cxn>
              <a:cxn ang="0">
                <a:pos x="174" y="605"/>
              </a:cxn>
              <a:cxn ang="0">
                <a:pos x="341" y="748"/>
              </a:cxn>
              <a:cxn ang="0">
                <a:pos x="362" y="728"/>
              </a:cxn>
              <a:cxn ang="0">
                <a:pos x="547" y="759"/>
              </a:cxn>
              <a:cxn ang="0">
                <a:pos x="647" y="684"/>
              </a:cxn>
              <a:cxn ang="0">
                <a:pos x="845" y="686"/>
              </a:cxn>
              <a:cxn ang="0">
                <a:pos x="884" y="647"/>
              </a:cxn>
              <a:cxn ang="0">
                <a:pos x="900" y="680"/>
              </a:cxn>
            </a:cxnLst>
            <a:rect l="0" t="0" r="r" b="b"/>
            <a:pathLst>
              <a:path w="917" h="759">
                <a:moveTo>
                  <a:pt x="900" y="680"/>
                </a:moveTo>
                <a:lnTo>
                  <a:pt x="917" y="611"/>
                </a:lnTo>
                <a:lnTo>
                  <a:pt x="900" y="570"/>
                </a:lnTo>
                <a:lnTo>
                  <a:pt x="857" y="559"/>
                </a:lnTo>
                <a:lnTo>
                  <a:pt x="770" y="526"/>
                </a:lnTo>
                <a:lnTo>
                  <a:pt x="689" y="481"/>
                </a:lnTo>
                <a:lnTo>
                  <a:pt x="646" y="443"/>
                </a:lnTo>
                <a:lnTo>
                  <a:pt x="611" y="420"/>
                </a:lnTo>
                <a:lnTo>
                  <a:pt x="597" y="366"/>
                </a:lnTo>
                <a:lnTo>
                  <a:pt x="565" y="325"/>
                </a:lnTo>
                <a:lnTo>
                  <a:pt x="513" y="311"/>
                </a:lnTo>
                <a:lnTo>
                  <a:pt x="482" y="283"/>
                </a:lnTo>
                <a:lnTo>
                  <a:pt x="472" y="247"/>
                </a:lnTo>
                <a:lnTo>
                  <a:pt x="490" y="205"/>
                </a:lnTo>
                <a:lnTo>
                  <a:pt x="445" y="186"/>
                </a:lnTo>
                <a:lnTo>
                  <a:pt x="449" y="136"/>
                </a:lnTo>
                <a:lnTo>
                  <a:pt x="418" y="122"/>
                </a:lnTo>
                <a:lnTo>
                  <a:pt x="399" y="99"/>
                </a:lnTo>
                <a:lnTo>
                  <a:pt x="353" y="90"/>
                </a:lnTo>
                <a:lnTo>
                  <a:pt x="353" y="117"/>
                </a:lnTo>
                <a:lnTo>
                  <a:pt x="326" y="97"/>
                </a:lnTo>
                <a:lnTo>
                  <a:pt x="297" y="136"/>
                </a:lnTo>
                <a:lnTo>
                  <a:pt x="270" y="159"/>
                </a:lnTo>
                <a:lnTo>
                  <a:pt x="232" y="152"/>
                </a:lnTo>
                <a:lnTo>
                  <a:pt x="227" y="84"/>
                </a:lnTo>
                <a:lnTo>
                  <a:pt x="174" y="49"/>
                </a:lnTo>
                <a:lnTo>
                  <a:pt x="144" y="13"/>
                </a:lnTo>
                <a:lnTo>
                  <a:pt x="99" y="0"/>
                </a:lnTo>
                <a:lnTo>
                  <a:pt x="44" y="17"/>
                </a:lnTo>
                <a:lnTo>
                  <a:pt x="0" y="79"/>
                </a:lnTo>
                <a:lnTo>
                  <a:pt x="16" y="104"/>
                </a:lnTo>
                <a:lnTo>
                  <a:pt x="47" y="42"/>
                </a:lnTo>
                <a:lnTo>
                  <a:pt x="99" y="46"/>
                </a:lnTo>
                <a:lnTo>
                  <a:pt x="126" y="75"/>
                </a:lnTo>
                <a:lnTo>
                  <a:pt x="174" y="99"/>
                </a:lnTo>
                <a:lnTo>
                  <a:pt x="152" y="138"/>
                </a:lnTo>
                <a:lnTo>
                  <a:pt x="91" y="159"/>
                </a:lnTo>
                <a:lnTo>
                  <a:pt x="62" y="185"/>
                </a:lnTo>
                <a:lnTo>
                  <a:pt x="2" y="157"/>
                </a:lnTo>
                <a:lnTo>
                  <a:pt x="29" y="283"/>
                </a:lnTo>
                <a:lnTo>
                  <a:pt x="69" y="279"/>
                </a:lnTo>
                <a:lnTo>
                  <a:pt x="75" y="315"/>
                </a:lnTo>
                <a:lnTo>
                  <a:pt x="109" y="332"/>
                </a:lnTo>
                <a:lnTo>
                  <a:pt x="50" y="338"/>
                </a:lnTo>
                <a:lnTo>
                  <a:pt x="29" y="384"/>
                </a:lnTo>
                <a:lnTo>
                  <a:pt x="123" y="438"/>
                </a:lnTo>
                <a:lnTo>
                  <a:pt x="112" y="530"/>
                </a:lnTo>
                <a:lnTo>
                  <a:pt x="134" y="616"/>
                </a:lnTo>
                <a:lnTo>
                  <a:pt x="174" y="605"/>
                </a:lnTo>
                <a:lnTo>
                  <a:pt x="341" y="748"/>
                </a:lnTo>
                <a:lnTo>
                  <a:pt x="362" y="728"/>
                </a:lnTo>
                <a:lnTo>
                  <a:pt x="547" y="759"/>
                </a:lnTo>
                <a:lnTo>
                  <a:pt x="647" y="684"/>
                </a:lnTo>
                <a:lnTo>
                  <a:pt x="845" y="686"/>
                </a:lnTo>
                <a:lnTo>
                  <a:pt x="884" y="647"/>
                </a:lnTo>
                <a:lnTo>
                  <a:pt x="900" y="68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76" name="Freeform 75"/>
          <p:cNvSpPr>
            <a:spLocks/>
          </p:cNvSpPr>
          <p:nvPr/>
        </p:nvSpPr>
        <p:spPr bwMode="auto">
          <a:xfrm>
            <a:off x="4741734" y="3807856"/>
            <a:ext cx="94651" cy="95401"/>
          </a:xfrm>
          <a:custGeom>
            <a:avLst/>
            <a:gdLst/>
            <a:ahLst/>
            <a:cxnLst>
              <a:cxn ang="0">
                <a:pos x="232" y="188"/>
              </a:cxn>
              <a:cxn ang="0">
                <a:pos x="218" y="171"/>
              </a:cxn>
              <a:cxn ang="0">
                <a:pos x="218" y="141"/>
              </a:cxn>
              <a:cxn ang="0">
                <a:pos x="192" y="141"/>
              </a:cxn>
              <a:cxn ang="0">
                <a:pos x="174" y="59"/>
              </a:cxn>
              <a:cxn ang="0">
                <a:pos x="149" y="43"/>
              </a:cxn>
              <a:cxn ang="0">
                <a:pos x="163" y="17"/>
              </a:cxn>
              <a:cxn ang="0">
                <a:pos x="116" y="28"/>
              </a:cxn>
              <a:cxn ang="0">
                <a:pos x="87" y="0"/>
              </a:cxn>
              <a:cxn ang="0">
                <a:pos x="53" y="17"/>
              </a:cxn>
              <a:cxn ang="0">
                <a:pos x="0" y="28"/>
              </a:cxn>
              <a:cxn ang="0">
                <a:pos x="107" y="146"/>
              </a:cxn>
              <a:cxn ang="0">
                <a:pos x="115" y="153"/>
              </a:cxn>
              <a:cxn ang="0">
                <a:pos x="160" y="151"/>
              </a:cxn>
              <a:cxn ang="0">
                <a:pos x="171" y="159"/>
              </a:cxn>
              <a:cxn ang="0">
                <a:pos x="198" y="189"/>
              </a:cxn>
              <a:cxn ang="0">
                <a:pos x="222" y="220"/>
              </a:cxn>
              <a:cxn ang="0">
                <a:pos x="232" y="188"/>
              </a:cxn>
            </a:cxnLst>
            <a:rect l="0" t="0" r="r" b="b"/>
            <a:pathLst>
              <a:path w="232" h="220">
                <a:moveTo>
                  <a:pt x="232" y="188"/>
                </a:moveTo>
                <a:lnTo>
                  <a:pt x="218" y="171"/>
                </a:lnTo>
                <a:lnTo>
                  <a:pt x="218" y="141"/>
                </a:lnTo>
                <a:lnTo>
                  <a:pt x="192" y="141"/>
                </a:lnTo>
                <a:lnTo>
                  <a:pt x="174" y="59"/>
                </a:lnTo>
                <a:lnTo>
                  <a:pt x="149" y="43"/>
                </a:lnTo>
                <a:lnTo>
                  <a:pt x="163" y="17"/>
                </a:lnTo>
                <a:lnTo>
                  <a:pt x="116" y="28"/>
                </a:lnTo>
                <a:lnTo>
                  <a:pt x="87" y="0"/>
                </a:lnTo>
                <a:lnTo>
                  <a:pt x="53" y="17"/>
                </a:lnTo>
                <a:lnTo>
                  <a:pt x="0" y="28"/>
                </a:lnTo>
                <a:lnTo>
                  <a:pt x="107" y="146"/>
                </a:lnTo>
                <a:lnTo>
                  <a:pt x="115" y="153"/>
                </a:lnTo>
                <a:lnTo>
                  <a:pt x="160" y="151"/>
                </a:lnTo>
                <a:lnTo>
                  <a:pt x="171" y="159"/>
                </a:lnTo>
                <a:lnTo>
                  <a:pt x="198" y="189"/>
                </a:lnTo>
                <a:lnTo>
                  <a:pt x="222" y="220"/>
                </a:lnTo>
                <a:lnTo>
                  <a:pt x="232" y="18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77" name="Freeform 76"/>
          <p:cNvSpPr>
            <a:spLocks/>
          </p:cNvSpPr>
          <p:nvPr/>
        </p:nvSpPr>
        <p:spPr bwMode="auto">
          <a:xfrm>
            <a:off x="4728676" y="3736738"/>
            <a:ext cx="117498" cy="81524"/>
          </a:xfrm>
          <a:custGeom>
            <a:avLst/>
            <a:gdLst/>
            <a:ahLst/>
            <a:cxnLst>
              <a:cxn ang="0">
                <a:pos x="62" y="0"/>
              </a:cxn>
              <a:cxn ang="0">
                <a:pos x="93" y="49"/>
              </a:cxn>
              <a:cxn ang="0">
                <a:pos x="88" y="98"/>
              </a:cxn>
              <a:cxn ang="0">
                <a:pos x="29" y="123"/>
              </a:cxn>
              <a:cxn ang="0">
                <a:pos x="0" y="160"/>
              </a:cxn>
              <a:cxn ang="0">
                <a:pos x="32" y="188"/>
              </a:cxn>
              <a:cxn ang="0">
                <a:pos x="87" y="180"/>
              </a:cxn>
              <a:cxn ang="0">
                <a:pos x="121" y="160"/>
              </a:cxn>
              <a:cxn ang="0">
                <a:pos x="150" y="188"/>
              </a:cxn>
              <a:cxn ang="0">
                <a:pos x="197" y="180"/>
              </a:cxn>
              <a:cxn ang="0">
                <a:pos x="250" y="160"/>
              </a:cxn>
              <a:cxn ang="0">
                <a:pos x="286" y="168"/>
              </a:cxn>
              <a:cxn ang="0">
                <a:pos x="289" y="156"/>
              </a:cxn>
              <a:cxn ang="0">
                <a:pos x="246" y="123"/>
              </a:cxn>
              <a:cxn ang="0">
                <a:pos x="262" y="109"/>
              </a:cxn>
              <a:cxn ang="0">
                <a:pos x="259" y="100"/>
              </a:cxn>
              <a:cxn ang="0">
                <a:pos x="232" y="86"/>
              </a:cxn>
              <a:cxn ang="0">
                <a:pos x="246" y="68"/>
              </a:cxn>
              <a:cxn ang="0">
                <a:pos x="204" y="56"/>
              </a:cxn>
              <a:cxn ang="0">
                <a:pos x="197" y="66"/>
              </a:cxn>
              <a:cxn ang="0">
                <a:pos x="168" y="29"/>
              </a:cxn>
              <a:cxn ang="0">
                <a:pos x="125" y="22"/>
              </a:cxn>
              <a:cxn ang="0">
                <a:pos x="88" y="0"/>
              </a:cxn>
              <a:cxn ang="0">
                <a:pos x="62" y="0"/>
              </a:cxn>
            </a:cxnLst>
            <a:rect l="0" t="0" r="r" b="b"/>
            <a:pathLst>
              <a:path w="289" h="188">
                <a:moveTo>
                  <a:pt x="62" y="0"/>
                </a:moveTo>
                <a:lnTo>
                  <a:pt x="93" y="49"/>
                </a:lnTo>
                <a:lnTo>
                  <a:pt x="88" y="98"/>
                </a:lnTo>
                <a:lnTo>
                  <a:pt x="29" y="123"/>
                </a:lnTo>
                <a:lnTo>
                  <a:pt x="0" y="160"/>
                </a:lnTo>
                <a:lnTo>
                  <a:pt x="32" y="188"/>
                </a:lnTo>
                <a:lnTo>
                  <a:pt x="87" y="180"/>
                </a:lnTo>
                <a:lnTo>
                  <a:pt x="121" y="160"/>
                </a:lnTo>
                <a:lnTo>
                  <a:pt x="150" y="188"/>
                </a:lnTo>
                <a:lnTo>
                  <a:pt x="197" y="180"/>
                </a:lnTo>
                <a:lnTo>
                  <a:pt x="250" y="160"/>
                </a:lnTo>
                <a:lnTo>
                  <a:pt x="286" y="168"/>
                </a:lnTo>
                <a:lnTo>
                  <a:pt x="289" y="156"/>
                </a:lnTo>
                <a:lnTo>
                  <a:pt x="246" y="123"/>
                </a:lnTo>
                <a:lnTo>
                  <a:pt x="262" y="109"/>
                </a:lnTo>
                <a:lnTo>
                  <a:pt x="259" y="100"/>
                </a:lnTo>
                <a:lnTo>
                  <a:pt x="232" y="86"/>
                </a:lnTo>
                <a:lnTo>
                  <a:pt x="246" y="68"/>
                </a:lnTo>
                <a:lnTo>
                  <a:pt x="204" y="56"/>
                </a:lnTo>
                <a:lnTo>
                  <a:pt x="197" y="66"/>
                </a:lnTo>
                <a:lnTo>
                  <a:pt x="168" y="29"/>
                </a:lnTo>
                <a:lnTo>
                  <a:pt x="125" y="22"/>
                </a:lnTo>
                <a:lnTo>
                  <a:pt x="88" y="0"/>
                </a:lnTo>
                <a:lnTo>
                  <a:pt x="62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78" name="Freeform 77"/>
          <p:cNvSpPr>
            <a:spLocks/>
          </p:cNvSpPr>
          <p:nvPr/>
        </p:nvSpPr>
        <p:spPr bwMode="auto">
          <a:xfrm>
            <a:off x="4397400" y="3769695"/>
            <a:ext cx="88123" cy="62444"/>
          </a:xfrm>
          <a:custGeom>
            <a:avLst/>
            <a:gdLst/>
            <a:ahLst/>
            <a:cxnLst>
              <a:cxn ang="0">
                <a:pos x="34" y="87"/>
              </a:cxn>
              <a:cxn ang="0">
                <a:pos x="38" y="59"/>
              </a:cxn>
              <a:cxn ang="0">
                <a:pos x="67" y="47"/>
              </a:cxn>
              <a:cxn ang="0">
                <a:pos x="50" y="26"/>
              </a:cxn>
              <a:cxn ang="0">
                <a:pos x="114" y="0"/>
              </a:cxn>
              <a:cxn ang="0">
                <a:pos x="114" y="0"/>
              </a:cxn>
              <a:cxn ang="0">
                <a:pos x="195" y="85"/>
              </a:cxn>
              <a:cxn ang="0">
                <a:pos x="214" y="86"/>
              </a:cxn>
              <a:cxn ang="0">
                <a:pos x="207" y="99"/>
              </a:cxn>
              <a:cxn ang="0">
                <a:pos x="186" y="94"/>
              </a:cxn>
              <a:cxn ang="0">
                <a:pos x="155" y="99"/>
              </a:cxn>
              <a:cxn ang="0">
                <a:pos x="84" y="88"/>
              </a:cxn>
              <a:cxn ang="0">
                <a:pos x="48" y="117"/>
              </a:cxn>
              <a:cxn ang="0">
                <a:pos x="27" y="125"/>
              </a:cxn>
              <a:cxn ang="0">
                <a:pos x="7" y="145"/>
              </a:cxn>
              <a:cxn ang="0">
                <a:pos x="7" y="125"/>
              </a:cxn>
              <a:cxn ang="0">
                <a:pos x="0" y="108"/>
              </a:cxn>
              <a:cxn ang="0">
                <a:pos x="34" y="87"/>
              </a:cxn>
            </a:cxnLst>
            <a:rect l="0" t="0" r="r" b="b"/>
            <a:pathLst>
              <a:path w="214" h="145">
                <a:moveTo>
                  <a:pt x="34" y="87"/>
                </a:moveTo>
                <a:lnTo>
                  <a:pt x="38" y="59"/>
                </a:lnTo>
                <a:lnTo>
                  <a:pt x="67" y="47"/>
                </a:lnTo>
                <a:lnTo>
                  <a:pt x="50" y="26"/>
                </a:lnTo>
                <a:lnTo>
                  <a:pt x="114" y="0"/>
                </a:lnTo>
                <a:lnTo>
                  <a:pt x="114" y="0"/>
                </a:lnTo>
                <a:lnTo>
                  <a:pt x="195" y="85"/>
                </a:lnTo>
                <a:lnTo>
                  <a:pt x="214" y="86"/>
                </a:lnTo>
                <a:lnTo>
                  <a:pt x="207" y="99"/>
                </a:lnTo>
                <a:lnTo>
                  <a:pt x="186" y="94"/>
                </a:lnTo>
                <a:lnTo>
                  <a:pt x="155" y="99"/>
                </a:lnTo>
                <a:lnTo>
                  <a:pt x="84" y="88"/>
                </a:lnTo>
                <a:lnTo>
                  <a:pt x="48" y="117"/>
                </a:lnTo>
                <a:lnTo>
                  <a:pt x="27" y="125"/>
                </a:lnTo>
                <a:lnTo>
                  <a:pt x="7" y="145"/>
                </a:lnTo>
                <a:lnTo>
                  <a:pt x="7" y="125"/>
                </a:lnTo>
                <a:lnTo>
                  <a:pt x="0" y="108"/>
                </a:lnTo>
                <a:lnTo>
                  <a:pt x="34" y="8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79" name="Freeform 78"/>
          <p:cNvSpPr>
            <a:spLocks/>
          </p:cNvSpPr>
          <p:nvPr/>
        </p:nvSpPr>
        <p:spPr bwMode="auto">
          <a:xfrm>
            <a:off x="4372919" y="3282283"/>
            <a:ext cx="217044" cy="213351"/>
          </a:xfrm>
          <a:custGeom>
            <a:avLst/>
            <a:gdLst/>
            <a:ahLst/>
            <a:cxnLst>
              <a:cxn ang="0">
                <a:pos x="530" y="410"/>
              </a:cxn>
              <a:cxn ang="0">
                <a:pos x="525" y="393"/>
              </a:cxn>
              <a:cxn ang="0">
                <a:pos x="502" y="370"/>
              </a:cxn>
              <a:cxn ang="0">
                <a:pos x="497" y="349"/>
              </a:cxn>
              <a:cxn ang="0">
                <a:pos x="480" y="305"/>
              </a:cxn>
              <a:cxn ang="0">
                <a:pos x="502" y="298"/>
              </a:cxn>
              <a:cxn ang="0">
                <a:pos x="514" y="266"/>
              </a:cxn>
              <a:cxn ang="0">
                <a:pos x="466" y="238"/>
              </a:cxn>
              <a:cxn ang="0">
                <a:pos x="427" y="213"/>
              </a:cxn>
              <a:cxn ang="0">
                <a:pos x="423" y="178"/>
              </a:cxn>
              <a:cxn ang="0">
                <a:pos x="370" y="135"/>
              </a:cxn>
              <a:cxn ang="0">
                <a:pos x="370" y="120"/>
              </a:cxn>
              <a:cxn ang="0">
                <a:pos x="335" y="93"/>
              </a:cxn>
              <a:cxn ang="0">
                <a:pos x="293" y="91"/>
              </a:cxn>
              <a:cxn ang="0">
                <a:pos x="293" y="67"/>
              </a:cxn>
              <a:cxn ang="0">
                <a:pos x="267" y="39"/>
              </a:cxn>
              <a:cxn ang="0">
                <a:pos x="232" y="33"/>
              </a:cxn>
              <a:cxn ang="0">
                <a:pos x="211" y="0"/>
              </a:cxn>
              <a:cxn ang="0">
                <a:pos x="164" y="25"/>
              </a:cxn>
              <a:cxn ang="0">
                <a:pos x="154" y="46"/>
              </a:cxn>
              <a:cxn ang="0">
                <a:pos x="170" y="98"/>
              </a:cxn>
              <a:cxn ang="0">
                <a:pos x="135" y="131"/>
              </a:cxn>
              <a:cxn ang="0">
                <a:pos x="111" y="161"/>
              </a:cxn>
              <a:cxn ang="0">
                <a:pos x="108" y="213"/>
              </a:cxn>
              <a:cxn ang="0">
                <a:pos x="72" y="210"/>
              </a:cxn>
              <a:cxn ang="0">
                <a:pos x="59" y="241"/>
              </a:cxn>
              <a:cxn ang="0">
                <a:pos x="7" y="252"/>
              </a:cxn>
              <a:cxn ang="0">
                <a:pos x="0" y="371"/>
              </a:cxn>
              <a:cxn ang="0">
                <a:pos x="27" y="456"/>
              </a:cxn>
              <a:cxn ang="0">
                <a:pos x="53" y="455"/>
              </a:cxn>
              <a:cxn ang="0">
                <a:pos x="59" y="430"/>
              </a:cxn>
              <a:cxn ang="0">
                <a:pos x="113" y="425"/>
              </a:cxn>
              <a:cxn ang="0">
                <a:pos x="177" y="434"/>
              </a:cxn>
              <a:cxn ang="0">
                <a:pos x="242" y="455"/>
              </a:cxn>
              <a:cxn ang="0">
                <a:pos x="275" y="471"/>
              </a:cxn>
              <a:cxn ang="0">
                <a:pos x="313" y="462"/>
              </a:cxn>
              <a:cxn ang="0">
                <a:pos x="343" y="476"/>
              </a:cxn>
              <a:cxn ang="0">
                <a:pos x="376" y="492"/>
              </a:cxn>
              <a:cxn ang="0">
                <a:pos x="414" y="478"/>
              </a:cxn>
              <a:cxn ang="0">
                <a:pos x="438" y="492"/>
              </a:cxn>
              <a:cxn ang="0">
                <a:pos x="464" y="480"/>
              </a:cxn>
              <a:cxn ang="0">
                <a:pos x="467" y="437"/>
              </a:cxn>
              <a:cxn ang="0">
                <a:pos x="497" y="415"/>
              </a:cxn>
              <a:cxn ang="0">
                <a:pos x="530" y="410"/>
              </a:cxn>
            </a:cxnLst>
            <a:rect l="0" t="0" r="r" b="b"/>
            <a:pathLst>
              <a:path w="530" h="492">
                <a:moveTo>
                  <a:pt x="530" y="410"/>
                </a:moveTo>
                <a:lnTo>
                  <a:pt x="525" y="393"/>
                </a:lnTo>
                <a:lnTo>
                  <a:pt x="502" y="370"/>
                </a:lnTo>
                <a:lnTo>
                  <a:pt x="497" y="349"/>
                </a:lnTo>
                <a:lnTo>
                  <a:pt x="480" y="305"/>
                </a:lnTo>
                <a:lnTo>
                  <a:pt x="502" y="298"/>
                </a:lnTo>
                <a:lnTo>
                  <a:pt x="514" y="266"/>
                </a:lnTo>
                <a:lnTo>
                  <a:pt x="466" y="238"/>
                </a:lnTo>
                <a:lnTo>
                  <a:pt x="427" y="213"/>
                </a:lnTo>
                <a:lnTo>
                  <a:pt x="423" y="178"/>
                </a:lnTo>
                <a:lnTo>
                  <a:pt x="370" y="135"/>
                </a:lnTo>
                <a:lnTo>
                  <a:pt x="370" y="120"/>
                </a:lnTo>
                <a:lnTo>
                  <a:pt x="335" y="93"/>
                </a:lnTo>
                <a:lnTo>
                  <a:pt x="293" y="91"/>
                </a:lnTo>
                <a:lnTo>
                  <a:pt x="293" y="67"/>
                </a:lnTo>
                <a:lnTo>
                  <a:pt x="267" y="39"/>
                </a:lnTo>
                <a:lnTo>
                  <a:pt x="232" y="33"/>
                </a:lnTo>
                <a:lnTo>
                  <a:pt x="211" y="0"/>
                </a:lnTo>
                <a:lnTo>
                  <a:pt x="164" y="25"/>
                </a:lnTo>
                <a:lnTo>
                  <a:pt x="154" y="46"/>
                </a:lnTo>
                <a:lnTo>
                  <a:pt x="170" y="98"/>
                </a:lnTo>
                <a:lnTo>
                  <a:pt x="135" y="131"/>
                </a:lnTo>
                <a:lnTo>
                  <a:pt x="111" y="161"/>
                </a:lnTo>
                <a:lnTo>
                  <a:pt x="108" y="213"/>
                </a:lnTo>
                <a:lnTo>
                  <a:pt x="72" y="210"/>
                </a:lnTo>
                <a:lnTo>
                  <a:pt x="59" y="241"/>
                </a:lnTo>
                <a:lnTo>
                  <a:pt x="7" y="252"/>
                </a:lnTo>
                <a:lnTo>
                  <a:pt x="0" y="371"/>
                </a:lnTo>
                <a:lnTo>
                  <a:pt x="27" y="456"/>
                </a:lnTo>
                <a:lnTo>
                  <a:pt x="53" y="455"/>
                </a:lnTo>
                <a:lnTo>
                  <a:pt x="59" y="430"/>
                </a:lnTo>
                <a:lnTo>
                  <a:pt x="113" y="425"/>
                </a:lnTo>
                <a:lnTo>
                  <a:pt x="177" y="434"/>
                </a:lnTo>
                <a:lnTo>
                  <a:pt x="242" y="455"/>
                </a:lnTo>
                <a:lnTo>
                  <a:pt x="275" y="471"/>
                </a:lnTo>
                <a:lnTo>
                  <a:pt x="313" y="462"/>
                </a:lnTo>
                <a:lnTo>
                  <a:pt x="343" y="476"/>
                </a:lnTo>
                <a:lnTo>
                  <a:pt x="376" y="492"/>
                </a:lnTo>
                <a:lnTo>
                  <a:pt x="414" y="478"/>
                </a:lnTo>
                <a:lnTo>
                  <a:pt x="438" y="492"/>
                </a:lnTo>
                <a:lnTo>
                  <a:pt x="464" y="480"/>
                </a:lnTo>
                <a:lnTo>
                  <a:pt x="467" y="437"/>
                </a:lnTo>
                <a:lnTo>
                  <a:pt x="497" y="415"/>
                </a:lnTo>
                <a:lnTo>
                  <a:pt x="530" y="41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80" name="Freeform 79"/>
          <p:cNvSpPr>
            <a:spLocks/>
          </p:cNvSpPr>
          <p:nvPr/>
        </p:nvSpPr>
        <p:spPr bwMode="auto">
          <a:xfrm>
            <a:off x="4394137" y="3773164"/>
            <a:ext cx="390027" cy="194271"/>
          </a:xfrm>
          <a:custGeom>
            <a:avLst/>
            <a:gdLst/>
            <a:ahLst/>
            <a:cxnLst>
              <a:cxn ang="0">
                <a:pos x="240" y="76"/>
              </a:cxn>
              <a:cxn ang="0">
                <a:pos x="310" y="31"/>
              </a:cxn>
              <a:cxn ang="0">
                <a:pos x="486" y="4"/>
              </a:cxn>
              <a:cxn ang="0">
                <a:pos x="563" y="36"/>
              </a:cxn>
              <a:cxn ang="0">
                <a:pos x="698" y="85"/>
              </a:cxn>
              <a:cxn ang="0">
                <a:pos x="815" y="73"/>
              </a:cxn>
              <a:cxn ang="0">
                <a:pos x="955" y="223"/>
              </a:cxn>
              <a:cxn ang="0">
                <a:pos x="923" y="326"/>
              </a:cxn>
              <a:cxn ang="0">
                <a:pos x="924" y="437"/>
              </a:cxn>
              <a:cxn ang="0">
                <a:pos x="816" y="423"/>
              </a:cxn>
              <a:cxn ang="0">
                <a:pos x="732" y="432"/>
              </a:cxn>
              <a:cxn ang="0">
                <a:pos x="551" y="402"/>
              </a:cxn>
              <a:cxn ang="0">
                <a:pos x="508" y="432"/>
              </a:cxn>
              <a:cxn ang="0">
                <a:pos x="499" y="387"/>
              </a:cxn>
              <a:cxn ang="0">
                <a:pos x="400" y="401"/>
              </a:cxn>
              <a:cxn ang="0">
                <a:pos x="336" y="383"/>
              </a:cxn>
              <a:cxn ang="0">
                <a:pos x="272" y="366"/>
              </a:cxn>
              <a:cxn ang="0">
                <a:pos x="240" y="354"/>
              </a:cxn>
              <a:cxn ang="0">
                <a:pos x="231" y="381"/>
              </a:cxn>
              <a:cxn ang="0">
                <a:pos x="195" y="389"/>
              </a:cxn>
              <a:cxn ang="0">
                <a:pos x="156" y="363"/>
              </a:cxn>
              <a:cxn ang="0">
                <a:pos x="109" y="374"/>
              </a:cxn>
              <a:cxn ang="0">
                <a:pos x="111" y="352"/>
              </a:cxn>
              <a:cxn ang="0">
                <a:pos x="79" y="334"/>
              </a:cxn>
              <a:cxn ang="0">
                <a:pos x="63" y="287"/>
              </a:cxn>
              <a:cxn ang="0">
                <a:pos x="24" y="271"/>
              </a:cxn>
              <a:cxn ang="0">
                <a:pos x="0" y="271"/>
              </a:cxn>
              <a:cxn ang="0">
                <a:pos x="24" y="247"/>
              </a:cxn>
              <a:cxn ang="0">
                <a:pos x="41" y="207"/>
              </a:cxn>
              <a:cxn ang="0">
                <a:pos x="7" y="179"/>
              </a:cxn>
              <a:cxn ang="0">
                <a:pos x="52" y="132"/>
              </a:cxn>
              <a:cxn ang="0">
                <a:pos x="173" y="131"/>
              </a:cxn>
              <a:cxn ang="0">
                <a:pos x="226" y="128"/>
              </a:cxn>
              <a:cxn ang="0">
                <a:pos x="232" y="123"/>
              </a:cxn>
              <a:cxn ang="0">
                <a:pos x="262" y="100"/>
              </a:cxn>
              <a:cxn ang="0">
                <a:pos x="236" y="94"/>
              </a:cxn>
            </a:cxnLst>
            <a:rect l="0" t="0" r="r" b="b"/>
            <a:pathLst>
              <a:path w="955" h="447">
                <a:moveTo>
                  <a:pt x="223" y="78"/>
                </a:moveTo>
                <a:lnTo>
                  <a:pt x="240" y="76"/>
                </a:lnTo>
                <a:lnTo>
                  <a:pt x="253" y="53"/>
                </a:lnTo>
                <a:lnTo>
                  <a:pt x="310" y="31"/>
                </a:lnTo>
                <a:lnTo>
                  <a:pt x="333" y="0"/>
                </a:lnTo>
                <a:lnTo>
                  <a:pt x="486" y="4"/>
                </a:lnTo>
                <a:lnTo>
                  <a:pt x="486" y="36"/>
                </a:lnTo>
                <a:lnTo>
                  <a:pt x="563" y="36"/>
                </a:lnTo>
                <a:lnTo>
                  <a:pt x="587" y="80"/>
                </a:lnTo>
                <a:lnTo>
                  <a:pt x="698" y="85"/>
                </a:lnTo>
                <a:lnTo>
                  <a:pt x="768" y="94"/>
                </a:lnTo>
                <a:lnTo>
                  <a:pt x="815" y="73"/>
                </a:lnTo>
                <a:lnTo>
                  <a:pt x="847" y="102"/>
                </a:lnTo>
                <a:lnTo>
                  <a:pt x="955" y="223"/>
                </a:lnTo>
                <a:lnTo>
                  <a:pt x="914" y="275"/>
                </a:lnTo>
                <a:lnTo>
                  <a:pt x="923" y="326"/>
                </a:lnTo>
                <a:lnTo>
                  <a:pt x="951" y="366"/>
                </a:lnTo>
                <a:lnTo>
                  <a:pt x="924" y="437"/>
                </a:lnTo>
                <a:lnTo>
                  <a:pt x="863" y="437"/>
                </a:lnTo>
                <a:lnTo>
                  <a:pt x="816" y="423"/>
                </a:lnTo>
                <a:lnTo>
                  <a:pt x="768" y="447"/>
                </a:lnTo>
                <a:lnTo>
                  <a:pt x="732" y="432"/>
                </a:lnTo>
                <a:lnTo>
                  <a:pt x="636" y="447"/>
                </a:lnTo>
                <a:lnTo>
                  <a:pt x="551" y="402"/>
                </a:lnTo>
                <a:lnTo>
                  <a:pt x="520" y="447"/>
                </a:lnTo>
                <a:lnTo>
                  <a:pt x="508" y="432"/>
                </a:lnTo>
                <a:lnTo>
                  <a:pt x="526" y="402"/>
                </a:lnTo>
                <a:lnTo>
                  <a:pt x="499" y="387"/>
                </a:lnTo>
                <a:lnTo>
                  <a:pt x="454" y="381"/>
                </a:lnTo>
                <a:lnTo>
                  <a:pt x="400" y="401"/>
                </a:lnTo>
                <a:lnTo>
                  <a:pt x="362" y="397"/>
                </a:lnTo>
                <a:lnTo>
                  <a:pt x="336" y="383"/>
                </a:lnTo>
                <a:lnTo>
                  <a:pt x="293" y="366"/>
                </a:lnTo>
                <a:lnTo>
                  <a:pt x="272" y="366"/>
                </a:lnTo>
                <a:lnTo>
                  <a:pt x="263" y="354"/>
                </a:lnTo>
                <a:lnTo>
                  <a:pt x="240" y="354"/>
                </a:lnTo>
                <a:lnTo>
                  <a:pt x="240" y="368"/>
                </a:lnTo>
                <a:lnTo>
                  <a:pt x="231" y="381"/>
                </a:lnTo>
                <a:lnTo>
                  <a:pt x="216" y="381"/>
                </a:lnTo>
                <a:lnTo>
                  <a:pt x="195" y="389"/>
                </a:lnTo>
                <a:lnTo>
                  <a:pt x="172" y="387"/>
                </a:lnTo>
                <a:lnTo>
                  <a:pt x="156" y="363"/>
                </a:lnTo>
                <a:lnTo>
                  <a:pt x="121" y="360"/>
                </a:lnTo>
                <a:lnTo>
                  <a:pt x="109" y="374"/>
                </a:lnTo>
                <a:lnTo>
                  <a:pt x="91" y="360"/>
                </a:lnTo>
                <a:lnTo>
                  <a:pt x="111" y="352"/>
                </a:lnTo>
                <a:lnTo>
                  <a:pt x="109" y="336"/>
                </a:lnTo>
                <a:lnTo>
                  <a:pt x="79" y="334"/>
                </a:lnTo>
                <a:lnTo>
                  <a:pt x="48" y="303"/>
                </a:lnTo>
                <a:lnTo>
                  <a:pt x="63" y="287"/>
                </a:lnTo>
                <a:lnTo>
                  <a:pt x="46" y="284"/>
                </a:lnTo>
                <a:lnTo>
                  <a:pt x="24" y="271"/>
                </a:lnTo>
                <a:lnTo>
                  <a:pt x="14" y="279"/>
                </a:lnTo>
                <a:lnTo>
                  <a:pt x="0" y="271"/>
                </a:lnTo>
                <a:lnTo>
                  <a:pt x="0" y="247"/>
                </a:lnTo>
                <a:lnTo>
                  <a:pt x="24" y="247"/>
                </a:lnTo>
                <a:lnTo>
                  <a:pt x="28" y="219"/>
                </a:lnTo>
                <a:lnTo>
                  <a:pt x="41" y="207"/>
                </a:lnTo>
                <a:lnTo>
                  <a:pt x="26" y="207"/>
                </a:lnTo>
                <a:lnTo>
                  <a:pt x="7" y="179"/>
                </a:lnTo>
                <a:lnTo>
                  <a:pt x="11" y="152"/>
                </a:lnTo>
                <a:lnTo>
                  <a:pt x="52" y="132"/>
                </a:lnTo>
                <a:lnTo>
                  <a:pt x="125" y="125"/>
                </a:lnTo>
                <a:lnTo>
                  <a:pt x="173" y="131"/>
                </a:lnTo>
                <a:lnTo>
                  <a:pt x="212" y="129"/>
                </a:lnTo>
                <a:lnTo>
                  <a:pt x="226" y="128"/>
                </a:lnTo>
                <a:lnTo>
                  <a:pt x="257" y="128"/>
                </a:lnTo>
                <a:lnTo>
                  <a:pt x="232" y="123"/>
                </a:lnTo>
                <a:lnTo>
                  <a:pt x="240" y="111"/>
                </a:lnTo>
                <a:lnTo>
                  <a:pt x="262" y="100"/>
                </a:lnTo>
                <a:lnTo>
                  <a:pt x="269" y="87"/>
                </a:lnTo>
                <a:lnTo>
                  <a:pt x="236" y="94"/>
                </a:lnTo>
                <a:lnTo>
                  <a:pt x="223" y="7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81" name="Freeform 80"/>
          <p:cNvSpPr>
            <a:spLocks/>
          </p:cNvSpPr>
          <p:nvPr/>
        </p:nvSpPr>
        <p:spPr bwMode="auto">
          <a:xfrm>
            <a:off x="4911453" y="2645698"/>
            <a:ext cx="50589" cy="57240"/>
          </a:xfrm>
          <a:custGeom>
            <a:avLst/>
            <a:gdLst/>
            <a:ahLst/>
            <a:cxnLst>
              <a:cxn ang="0">
                <a:pos x="125" y="67"/>
              </a:cxn>
              <a:cxn ang="0">
                <a:pos x="71" y="0"/>
              </a:cxn>
              <a:cxn ang="0">
                <a:pos x="25" y="24"/>
              </a:cxn>
              <a:cxn ang="0">
                <a:pos x="0" y="81"/>
              </a:cxn>
              <a:cxn ang="0">
                <a:pos x="0" y="133"/>
              </a:cxn>
              <a:cxn ang="0">
                <a:pos x="44" y="133"/>
              </a:cxn>
              <a:cxn ang="0">
                <a:pos x="57" y="92"/>
              </a:cxn>
              <a:cxn ang="0">
                <a:pos x="125" y="67"/>
              </a:cxn>
            </a:cxnLst>
            <a:rect l="0" t="0" r="r" b="b"/>
            <a:pathLst>
              <a:path w="125" h="133">
                <a:moveTo>
                  <a:pt x="125" y="67"/>
                </a:moveTo>
                <a:lnTo>
                  <a:pt x="71" y="0"/>
                </a:lnTo>
                <a:lnTo>
                  <a:pt x="25" y="24"/>
                </a:lnTo>
                <a:lnTo>
                  <a:pt x="0" y="81"/>
                </a:lnTo>
                <a:lnTo>
                  <a:pt x="0" y="133"/>
                </a:lnTo>
                <a:lnTo>
                  <a:pt x="44" y="133"/>
                </a:lnTo>
                <a:lnTo>
                  <a:pt x="57" y="92"/>
                </a:lnTo>
                <a:lnTo>
                  <a:pt x="125" y="67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82" name="Freeform 81"/>
          <p:cNvSpPr>
            <a:spLocks/>
          </p:cNvSpPr>
          <p:nvPr/>
        </p:nvSpPr>
        <p:spPr bwMode="auto">
          <a:xfrm>
            <a:off x="4996310" y="2101045"/>
            <a:ext cx="401450" cy="506493"/>
          </a:xfrm>
          <a:custGeom>
            <a:avLst/>
            <a:gdLst/>
            <a:ahLst/>
            <a:cxnLst>
              <a:cxn ang="0">
                <a:pos x="984" y="15"/>
              </a:cxn>
              <a:cxn ang="0">
                <a:pos x="924" y="107"/>
              </a:cxn>
              <a:cxn ang="0">
                <a:pos x="716" y="253"/>
              </a:cxn>
              <a:cxn ang="0">
                <a:pos x="666" y="243"/>
              </a:cxn>
              <a:cxn ang="0">
                <a:pos x="485" y="422"/>
              </a:cxn>
              <a:cxn ang="0">
                <a:pos x="403" y="475"/>
              </a:cxn>
              <a:cxn ang="0">
                <a:pos x="403" y="564"/>
              </a:cxn>
              <a:cxn ang="0">
                <a:pos x="336" y="574"/>
              </a:cxn>
              <a:cxn ang="0">
                <a:pos x="305" y="682"/>
              </a:cxn>
              <a:cxn ang="0">
                <a:pos x="269" y="770"/>
              </a:cxn>
              <a:cxn ang="0">
                <a:pos x="187" y="816"/>
              </a:cxn>
              <a:cxn ang="0">
                <a:pos x="211" y="873"/>
              </a:cxn>
              <a:cxn ang="0">
                <a:pos x="205" y="971"/>
              </a:cxn>
              <a:cxn ang="0">
                <a:pos x="223" y="1054"/>
              </a:cxn>
              <a:cxn ang="0">
                <a:pos x="223" y="1086"/>
              </a:cxn>
              <a:cxn ang="0">
                <a:pos x="266" y="1105"/>
              </a:cxn>
              <a:cxn ang="0">
                <a:pos x="282" y="1131"/>
              </a:cxn>
              <a:cxn ang="0">
                <a:pos x="282" y="1163"/>
              </a:cxn>
              <a:cxn ang="0">
                <a:pos x="260" y="1152"/>
              </a:cxn>
              <a:cxn ang="0">
                <a:pos x="260" y="1169"/>
              </a:cxn>
              <a:cxn ang="0">
                <a:pos x="200" y="1169"/>
              </a:cxn>
              <a:cxn ang="0">
                <a:pos x="137" y="1105"/>
              </a:cxn>
              <a:cxn ang="0">
                <a:pos x="63" y="1105"/>
              </a:cxn>
              <a:cxn ang="0">
                <a:pos x="63" y="1053"/>
              </a:cxn>
              <a:cxn ang="0">
                <a:pos x="42" y="1033"/>
              </a:cxn>
              <a:cxn ang="0">
                <a:pos x="42" y="1001"/>
              </a:cxn>
              <a:cxn ang="0">
                <a:pos x="0" y="1011"/>
              </a:cxn>
              <a:cxn ang="0">
                <a:pos x="0" y="943"/>
              </a:cxn>
              <a:cxn ang="0">
                <a:pos x="14" y="936"/>
              </a:cxn>
              <a:cxn ang="0">
                <a:pos x="14" y="901"/>
              </a:cxn>
              <a:cxn ang="0">
                <a:pos x="44" y="858"/>
              </a:cxn>
              <a:cxn ang="0">
                <a:pos x="34" y="839"/>
              </a:cxn>
              <a:cxn ang="0">
                <a:pos x="34" y="811"/>
              </a:cxn>
              <a:cxn ang="0">
                <a:pos x="68" y="786"/>
              </a:cxn>
              <a:cxn ang="0">
                <a:pos x="86" y="756"/>
              </a:cxn>
              <a:cxn ang="0">
                <a:pos x="122" y="702"/>
              </a:cxn>
              <a:cxn ang="0">
                <a:pos x="102" y="682"/>
              </a:cxn>
              <a:cxn ang="0">
                <a:pos x="115" y="574"/>
              </a:cxn>
              <a:cxn ang="0">
                <a:pos x="244" y="450"/>
              </a:cxn>
              <a:cxn ang="0">
                <a:pos x="244" y="400"/>
              </a:cxn>
              <a:cxn ang="0">
                <a:pos x="319" y="288"/>
              </a:cxn>
              <a:cxn ang="0">
                <a:pos x="384" y="272"/>
              </a:cxn>
              <a:cxn ang="0">
                <a:pos x="473" y="162"/>
              </a:cxn>
              <a:cxn ang="0">
                <a:pos x="539" y="165"/>
              </a:cxn>
              <a:cxn ang="0">
                <a:pos x="554" y="133"/>
              </a:cxn>
              <a:cxn ang="0">
                <a:pos x="650" y="148"/>
              </a:cxn>
              <a:cxn ang="0">
                <a:pos x="707" y="101"/>
              </a:cxn>
              <a:cxn ang="0">
                <a:pos x="753" y="101"/>
              </a:cxn>
              <a:cxn ang="0">
                <a:pos x="771" y="94"/>
              </a:cxn>
              <a:cxn ang="0">
                <a:pos x="771" y="37"/>
              </a:cxn>
              <a:cxn ang="0">
                <a:pos x="786" y="7"/>
              </a:cxn>
              <a:cxn ang="0">
                <a:pos x="947" y="0"/>
              </a:cxn>
              <a:cxn ang="0">
                <a:pos x="984" y="15"/>
              </a:cxn>
            </a:cxnLst>
            <a:rect l="0" t="0" r="r" b="b"/>
            <a:pathLst>
              <a:path w="984" h="1169">
                <a:moveTo>
                  <a:pt x="984" y="15"/>
                </a:moveTo>
                <a:lnTo>
                  <a:pt x="924" y="107"/>
                </a:lnTo>
                <a:lnTo>
                  <a:pt x="716" y="253"/>
                </a:lnTo>
                <a:lnTo>
                  <a:pt x="666" y="243"/>
                </a:lnTo>
                <a:lnTo>
                  <a:pt x="485" y="422"/>
                </a:lnTo>
                <a:lnTo>
                  <a:pt x="403" y="475"/>
                </a:lnTo>
                <a:lnTo>
                  <a:pt x="403" y="564"/>
                </a:lnTo>
                <a:lnTo>
                  <a:pt x="336" y="574"/>
                </a:lnTo>
                <a:lnTo>
                  <a:pt x="305" y="682"/>
                </a:lnTo>
                <a:lnTo>
                  <a:pt x="269" y="770"/>
                </a:lnTo>
                <a:lnTo>
                  <a:pt x="187" y="816"/>
                </a:lnTo>
                <a:lnTo>
                  <a:pt x="211" y="873"/>
                </a:lnTo>
                <a:lnTo>
                  <a:pt x="205" y="971"/>
                </a:lnTo>
                <a:lnTo>
                  <a:pt x="223" y="1054"/>
                </a:lnTo>
                <a:lnTo>
                  <a:pt x="223" y="1086"/>
                </a:lnTo>
                <a:lnTo>
                  <a:pt x="266" y="1105"/>
                </a:lnTo>
                <a:lnTo>
                  <a:pt x="282" y="1131"/>
                </a:lnTo>
                <a:lnTo>
                  <a:pt x="282" y="1163"/>
                </a:lnTo>
                <a:lnTo>
                  <a:pt x="260" y="1152"/>
                </a:lnTo>
                <a:lnTo>
                  <a:pt x="260" y="1169"/>
                </a:lnTo>
                <a:lnTo>
                  <a:pt x="200" y="1169"/>
                </a:lnTo>
                <a:lnTo>
                  <a:pt x="137" y="1105"/>
                </a:lnTo>
                <a:lnTo>
                  <a:pt x="63" y="1105"/>
                </a:lnTo>
                <a:lnTo>
                  <a:pt x="63" y="1053"/>
                </a:lnTo>
                <a:lnTo>
                  <a:pt x="42" y="1033"/>
                </a:lnTo>
                <a:lnTo>
                  <a:pt x="42" y="1001"/>
                </a:lnTo>
                <a:lnTo>
                  <a:pt x="0" y="1011"/>
                </a:lnTo>
                <a:lnTo>
                  <a:pt x="0" y="943"/>
                </a:lnTo>
                <a:lnTo>
                  <a:pt x="14" y="936"/>
                </a:lnTo>
                <a:lnTo>
                  <a:pt x="14" y="901"/>
                </a:lnTo>
                <a:lnTo>
                  <a:pt x="44" y="858"/>
                </a:lnTo>
                <a:lnTo>
                  <a:pt x="34" y="839"/>
                </a:lnTo>
                <a:lnTo>
                  <a:pt x="34" y="811"/>
                </a:lnTo>
                <a:lnTo>
                  <a:pt x="68" y="786"/>
                </a:lnTo>
                <a:lnTo>
                  <a:pt x="86" y="756"/>
                </a:lnTo>
                <a:lnTo>
                  <a:pt x="122" y="702"/>
                </a:lnTo>
                <a:lnTo>
                  <a:pt x="102" y="682"/>
                </a:lnTo>
                <a:lnTo>
                  <a:pt x="115" y="574"/>
                </a:lnTo>
                <a:lnTo>
                  <a:pt x="244" y="450"/>
                </a:lnTo>
                <a:lnTo>
                  <a:pt x="244" y="400"/>
                </a:lnTo>
                <a:lnTo>
                  <a:pt x="319" y="288"/>
                </a:lnTo>
                <a:lnTo>
                  <a:pt x="384" y="272"/>
                </a:lnTo>
                <a:lnTo>
                  <a:pt x="473" y="162"/>
                </a:lnTo>
                <a:lnTo>
                  <a:pt x="539" y="165"/>
                </a:lnTo>
                <a:lnTo>
                  <a:pt x="554" y="133"/>
                </a:lnTo>
                <a:lnTo>
                  <a:pt x="650" y="148"/>
                </a:lnTo>
                <a:lnTo>
                  <a:pt x="707" y="101"/>
                </a:lnTo>
                <a:lnTo>
                  <a:pt x="753" y="101"/>
                </a:lnTo>
                <a:lnTo>
                  <a:pt x="771" y="94"/>
                </a:lnTo>
                <a:lnTo>
                  <a:pt x="771" y="37"/>
                </a:lnTo>
                <a:lnTo>
                  <a:pt x="786" y="7"/>
                </a:lnTo>
                <a:lnTo>
                  <a:pt x="947" y="0"/>
                </a:lnTo>
                <a:lnTo>
                  <a:pt x="984" y="15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83" name="Freeform 82"/>
          <p:cNvSpPr>
            <a:spLocks/>
          </p:cNvSpPr>
          <p:nvPr/>
        </p:nvSpPr>
        <p:spPr bwMode="auto">
          <a:xfrm>
            <a:off x="5381442" y="2404595"/>
            <a:ext cx="39166" cy="31222"/>
          </a:xfrm>
          <a:custGeom>
            <a:avLst/>
            <a:gdLst/>
            <a:ahLst/>
            <a:cxnLst>
              <a:cxn ang="0">
                <a:pos x="0" y="21"/>
              </a:cxn>
              <a:cxn ang="0">
                <a:pos x="35" y="70"/>
              </a:cxn>
              <a:cxn ang="0">
                <a:pos x="97" y="60"/>
              </a:cxn>
              <a:cxn ang="0">
                <a:pos x="97" y="0"/>
              </a:cxn>
              <a:cxn ang="0">
                <a:pos x="0" y="21"/>
              </a:cxn>
            </a:cxnLst>
            <a:rect l="0" t="0" r="r" b="b"/>
            <a:pathLst>
              <a:path w="97" h="70">
                <a:moveTo>
                  <a:pt x="0" y="21"/>
                </a:moveTo>
                <a:lnTo>
                  <a:pt x="35" y="70"/>
                </a:lnTo>
                <a:lnTo>
                  <a:pt x="97" y="60"/>
                </a:lnTo>
                <a:lnTo>
                  <a:pt x="97" y="0"/>
                </a:lnTo>
                <a:lnTo>
                  <a:pt x="0" y="21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84" name="Freeform 83"/>
          <p:cNvSpPr>
            <a:spLocks/>
          </p:cNvSpPr>
          <p:nvPr/>
        </p:nvSpPr>
        <p:spPr bwMode="auto">
          <a:xfrm>
            <a:off x="5541371" y="2434081"/>
            <a:ext cx="22847" cy="29487"/>
          </a:xfrm>
          <a:custGeom>
            <a:avLst/>
            <a:gdLst/>
            <a:ahLst/>
            <a:cxnLst>
              <a:cxn ang="0">
                <a:pos x="55" y="26"/>
              </a:cxn>
              <a:cxn ang="0">
                <a:pos x="5" y="67"/>
              </a:cxn>
              <a:cxn ang="0">
                <a:pos x="0" y="38"/>
              </a:cxn>
              <a:cxn ang="0">
                <a:pos x="33" y="0"/>
              </a:cxn>
              <a:cxn ang="0">
                <a:pos x="42" y="9"/>
              </a:cxn>
              <a:cxn ang="0">
                <a:pos x="55" y="26"/>
              </a:cxn>
            </a:cxnLst>
            <a:rect l="0" t="0" r="r" b="b"/>
            <a:pathLst>
              <a:path w="55" h="67">
                <a:moveTo>
                  <a:pt x="55" y="26"/>
                </a:moveTo>
                <a:lnTo>
                  <a:pt x="5" y="67"/>
                </a:lnTo>
                <a:lnTo>
                  <a:pt x="0" y="38"/>
                </a:lnTo>
                <a:lnTo>
                  <a:pt x="33" y="0"/>
                </a:lnTo>
                <a:lnTo>
                  <a:pt x="42" y="9"/>
                </a:lnTo>
                <a:lnTo>
                  <a:pt x="55" y="2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85" name="Freeform 84"/>
          <p:cNvSpPr>
            <a:spLocks/>
          </p:cNvSpPr>
          <p:nvPr/>
        </p:nvSpPr>
        <p:spPr bwMode="auto">
          <a:xfrm>
            <a:off x="5813901" y="2024724"/>
            <a:ext cx="26111" cy="29487"/>
          </a:xfrm>
          <a:custGeom>
            <a:avLst/>
            <a:gdLst/>
            <a:ahLst/>
            <a:cxnLst>
              <a:cxn ang="0">
                <a:pos x="62" y="0"/>
              </a:cxn>
              <a:cxn ang="0">
                <a:pos x="62" y="33"/>
              </a:cxn>
              <a:cxn ang="0">
                <a:pos x="31" y="67"/>
              </a:cxn>
              <a:cxn ang="0">
                <a:pos x="14" y="64"/>
              </a:cxn>
              <a:cxn ang="0">
                <a:pos x="14" y="21"/>
              </a:cxn>
              <a:cxn ang="0">
                <a:pos x="0" y="0"/>
              </a:cxn>
              <a:cxn ang="0">
                <a:pos x="62" y="0"/>
              </a:cxn>
            </a:cxnLst>
            <a:rect l="0" t="0" r="r" b="b"/>
            <a:pathLst>
              <a:path w="62" h="67">
                <a:moveTo>
                  <a:pt x="62" y="0"/>
                </a:moveTo>
                <a:lnTo>
                  <a:pt x="62" y="33"/>
                </a:lnTo>
                <a:lnTo>
                  <a:pt x="31" y="67"/>
                </a:lnTo>
                <a:lnTo>
                  <a:pt x="14" y="64"/>
                </a:lnTo>
                <a:lnTo>
                  <a:pt x="14" y="21"/>
                </a:lnTo>
                <a:lnTo>
                  <a:pt x="0" y="0"/>
                </a:lnTo>
                <a:lnTo>
                  <a:pt x="62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86" name="Freeform 85"/>
          <p:cNvSpPr>
            <a:spLocks/>
          </p:cNvSpPr>
          <p:nvPr/>
        </p:nvSpPr>
        <p:spPr bwMode="auto">
          <a:xfrm>
            <a:off x="5820426" y="1937997"/>
            <a:ext cx="60380" cy="72852"/>
          </a:xfrm>
          <a:custGeom>
            <a:avLst/>
            <a:gdLst/>
            <a:ahLst/>
            <a:cxnLst>
              <a:cxn ang="0">
                <a:pos x="101" y="53"/>
              </a:cxn>
              <a:cxn ang="0">
                <a:pos x="60" y="0"/>
              </a:cxn>
              <a:cxn ang="0">
                <a:pos x="0" y="84"/>
              </a:cxn>
              <a:cxn ang="0">
                <a:pos x="15" y="118"/>
              </a:cxn>
              <a:cxn ang="0">
                <a:pos x="18" y="149"/>
              </a:cxn>
              <a:cxn ang="0">
                <a:pos x="53" y="167"/>
              </a:cxn>
              <a:cxn ang="0">
                <a:pos x="91" y="146"/>
              </a:cxn>
              <a:cxn ang="0">
                <a:pos x="129" y="146"/>
              </a:cxn>
              <a:cxn ang="0">
                <a:pos x="129" y="118"/>
              </a:cxn>
              <a:cxn ang="0">
                <a:pos x="147" y="53"/>
              </a:cxn>
              <a:cxn ang="0">
                <a:pos x="101" y="53"/>
              </a:cxn>
            </a:cxnLst>
            <a:rect l="0" t="0" r="r" b="b"/>
            <a:pathLst>
              <a:path w="147" h="167">
                <a:moveTo>
                  <a:pt x="101" y="53"/>
                </a:moveTo>
                <a:lnTo>
                  <a:pt x="60" y="0"/>
                </a:lnTo>
                <a:lnTo>
                  <a:pt x="0" y="84"/>
                </a:lnTo>
                <a:lnTo>
                  <a:pt x="15" y="118"/>
                </a:lnTo>
                <a:lnTo>
                  <a:pt x="18" y="149"/>
                </a:lnTo>
                <a:lnTo>
                  <a:pt x="53" y="167"/>
                </a:lnTo>
                <a:lnTo>
                  <a:pt x="91" y="146"/>
                </a:lnTo>
                <a:lnTo>
                  <a:pt x="129" y="146"/>
                </a:lnTo>
                <a:lnTo>
                  <a:pt x="129" y="118"/>
                </a:lnTo>
                <a:lnTo>
                  <a:pt x="147" y="53"/>
                </a:lnTo>
                <a:lnTo>
                  <a:pt x="101" y="53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 cmpd="sng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87" name="Freeform 86"/>
          <p:cNvSpPr>
            <a:spLocks/>
          </p:cNvSpPr>
          <p:nvPr/>
        </p:nvSpPr>
        <p:spPr bwMode="auto">
          <a:xfrm>
            <a:off x="5859592" y="1998706"/>
            <a:ext cx="101178" cy="86728"/>
          </a:xfrm>
          <a:custGeom>
            <a:avLst/>
            <a:gdLst/>
            <a:ahLst/>
            <a:cxnLst>
              <a:cxn ang="0">
                <a:pos x="208" y="202"/>
              </a:cxn>
              <a:cxn ang="0">
                <a:pos x="85" y="164"/>
              </a:cxn>
              <a:cxn ang="0">
                <a:pos x="48" y="105"/>
              </a:cxn>
              <a:cxn ang="0">
                <a:pos x="0" y="105"/>
              </a:cxn>
              <a:cxn ang="0">
                <a:pos x="34" y="75"/>
              </a:cxn>
              <a:cxn ang="0">
                <a:pos x="16" y="29"/>
              </a:cxn>
              <a:cxn ang="0">
                <a:pos x="101" y="0"/>
              </a:cxn>
              <a:cxn ang="0">
                <a:pos x="121" y="52"/>
              </a:cxn>
              <a:cxn ang="0">
                <a:pos x="136" y="4"/>
              </a:cxn>
              <a:cxn ang="0">
                <a:pos x="175" y="28"/>
              </a:cxn>
              <a:cxn ang="0">
                <a:pos x="201" y="137"/>
              </a:cxn>
              <a:cxn ang="0">
                <a:pos x="245" y="180"/>
              </a:cxn>
              <a:cxn ang="0">
                <a:pos x="208" y="202"/>
              </a:cxn>
            </a:cxnLst>
            <a:rect l="0" t="0" r="r" b="b"/>
            <a:pathLst>
              <a:path w="245" h="202">
                <a:moveTo>
                  <a:pt x="208" y="202"/>
                </a:moveTo>
                <a:lnTo>
                  <a:pt x="85" y="164"/>
                </a:lnTo>
                <a:lnTo>
                  <a:pt x="48" y="105"/>
                </a:lnTo>
                <a:lnTo>
                  <a:pt x="0" y="105"/>
                </a:lnTo>
                <a:lnTo>
                  <a:pt x="34" y="75"/>
                </a:lnTo>
                <a:lnTo>
                  <a:pt x="16" y="29"/>
                </a:lnTo>
                <a:lnTo>
                  <a:pt x="101" y="0"/>
                </a:lnTo>
                <a:lnTo>
                  <a:pt x="121" y="52"/>
                </a:lnTo>
                <a:lnTo>
                  <a:pt x="136" y="4"/>
                </a:lnTo>
                <a:lnTo>
                  <a:pt x="175" y="28"/>
                </a:lnTo>
                <a:lnTo>
                  <a:pt x="201" y="137"/>
                </a:lnTo>
                <a:lnTo>
                  <a:pt x="245" y="180"/>
                </a:lnTo>
                <a:lnTo>
                  <a:pt x="208" y="202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 cmpd="sng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88" name="Freeform 87"/>
          <p:cNvSpPr>
            <a:spLocks/>
          </p:cNvSpPr>
          <p:nvPr/>
        </p:nvSpPr>
        <p:spPr bwMode="auto">
          <a:xfrm>
            <a:off x="5978722" y="2024724"/>
            <a:ext cx="76700" cy="104074"/>
          </a:xfrm>
          <a:custGeom>
            <a:avLst/>
            <a:gdLst/>
            <a:ahLst/>
            <a:cxnLst>
              <a:cxn ang="0">
                <a:pos x="21" y="238"/>
              </a:cxn>
              <a:cxn ang="0">
                <a:pos x="84" y="214"/>
              </a:cxn>
              <a:cxn ang="0">
                <a:pos x="77" y="182"/>
              </a:cxn>
              <a:cxn ang="0">
                <a:pos x="186" y="141"/>
              </a:cxn>
              <a:cxn ang="0">
                <a:pos x="178" y="89"/>
              </a:cxn>
              <a:cxn ang="0">
                <a:pos x="157" y="89"/>
              </a:cxn>
              <a:cxn ang="0">
                <a:pos x="110" y="56"/>
              </a:cxn>
              <a:cxn ang="0">
                <a:pos x="120" y="27"/>
              </a:cxn>
              <a:cxn ang="0">
                <a:pos x="93" y="8"/>
              </a:cxn>
              <a:cxn ang="0">
                <a:pos x="80" y="48"/>
              </a:cxn>
              <a:cxn ang="0">
                <a:pos x="63" y="48"/>
              </a:cxn>
              <a:cxn ang="0">
                <a:pos x="63" y="0"/>
              </a:cxn>
              <a:cxn ang="0">
                <a:pos x="36" y="0"/>
              </a:cxn>
              <a:cxn ang="0">
                <a:pos x="0" y="149"/>
              </a:cxn>
              <a:cxn ang="0">
                <a:pos x="21" y="238"/>
              </a:cxn>
            </a:cxnLst>
            <a:rect l="0" t="0" r="r" b="b"/>
            <a:pathLst>
              <a:path w="186" h="238">
                <a:moveTo>
                  <a:pt x="21" y="238"/>
                </a:moveTo>
                <a:lnTo>
                  <a:pt x="84" y="214"/>
                </a:lnTo>
                <a:lnTo>
                  <a:pt x="77" y="182"/>
                </a:lnTo>
                <a:lnTo>
                  <a:pt x="186" y="141"/>
                </a:lnTo>
                <a:lnTo>
                  <a:pt x="178" y="89"/>
                </a:lnTo>
                <a:lnTo>
                  <a:pt x="157" y="89"/>
                </a:lnTo>
                <a:lnTo>
                  <a:pt x="110" y="56"/>
                </a:lnTo>
                <a:lnTo>
                  <a:pt x="120" y="27"/>
                </a:lnTo>
                <a:lnTo>
                  <a:pt x="93" y="8"/>
                </a:lnTo>
                <a:lnTo>
                  <a:pt x="80" y="48"/>
                </a:lnTo>
                <a:lnTo>
                  <a:pt x="63" y="48"/>
                </a:lnTo>
                <a:lnTo>
                  <a:pt x="63" y="0"/>
                </a:lnTo>
                <a:lnTo>
                  <a:pt x="36" y="0"/>
                </a:lnTo>
                <a:lnTo>
                  <a:pt x="0" y="149"/>
                </a:lnTo>
                <a:lnTo>
                  <a:pt x="21" y="238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89" name="Freeform 88"/>
          <p:cNvSpPr>
            <a:spLocks/>
          </p:cNvSpPr>
          <p:nvPr/>
        </p:nvSpPr>
        <p:spPr bwMode="auto">
          <a:xfrm>
            <a:off x="6274098" y="2369903"/>
            <a:ext cx="34270" cy="31222"/>
          </a:xfrm>
          <a:custGeom>
            <a:avLst/>
            <a:gdLst/>
            <a:ahLst/>
            <a:cxnLst>
              <a:cxn ang="0">
                <a:pos x="10" y="12"/>
              </a:cxn>
              <a:cxn ang="0">
                <a:pos x="0" y="73"/>
              </a:cxn>
              <a:cxn ang="0">
                <a:pos x="44" y="73"/>
              </a:cxn>
              <a:cxn ang="0">
                <a:pos x="87" y="41"/>
              </a:cxn>
              <a:cxn ang="0">
                <a:pos x="87" y="25"/>
              </a:cxn>
              <a:cxn ang="0">
                <a:pos x="29" y="0"/>
              </a:cxn>
              <a:cxn ang="0">
                <a:pos x="10" y="12"/>
              </a:cxn>
            </a:cxnLst>
            <a:rect l="0" t="0" r="r" b="b"/>
            <a:pathLst>
              <a:path w="87" h="73">
                <a:moveTo>
                  <a:pt x="10" y="12"/>
                </a:moveTo>
                <a:lnTo>
                  <a:pt x="0" y="73"/>
                </a:lnTo>
                <a:lnTo>
                  <a:pt x="44" y="73"/>
                </a:lnTo>
                <a:lnTo>
                  <a:pt x="87" y="41"/>
                </a:lnTo>
                <a:lnTo>
                  <a:pt x="87" y="25"/>
                </a:lnTo>
                <a:lnTo>
                  <a:pt x="29" y="0"/>
                </a:lnTo>
                <a:lnTo>
                  <a:pt x="10" y="12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90" name="Freeform 89"/>
          <p:cNvSpPr>
            <a:spLocks/>
          </p:cNvSpPr>
          <p:nvPr/>
        </p:nvSpPr>
        <p:spPr bwMode="auto">
          <a:xfrm>
            <a:off x="6775097" y="2291848"/>
            <a:ext cx="13055" cy="53771"/>
          </a:xfrm>
          <a:custGeom>
            <a:avLst/>
            <a:gdLst/>
            <a:ahLst/>
            <a:cxnLst>
              <a:cxn ang="0">
                <a:pos x="32" y="10"/>
              </a:cxn>
              <a:cxn ang="0">
                <a:pos x="32" y="124"/>
              </a:cxn>
              <a:cxn ang="0">
                <a:pos x="0" y="61"/>
              </a:cxn>
              <a:cxn ang="0">
                <a:pos x="0" y="0"/>
              </a:cxn>
              <a:cxn ang="0">
                <a:pos x="32" y="10"/>
              </a:cxn>
            </a:cxnLst>
            <a:rect l="0" t="0" r="r" b="b"/>
            <a:pathLst>
              <a:path w="32" h="124">
                <a:moveTo>
                  <a:pt x="32" y="10"/>
                </a:moveTo>
                <a:lnTo>
                  <a:pt x="32" y="124"/>
                </a:lnTo>
                <a:lnTo>
                  <a:pt x="0" y="61"/>
                </a:lnTo>
                <a:lnTo>
                  <a:pt x="0" y="0"/>
                </a:lnTo>
                <a:lnTo>
                  <a:pt x="32" y="1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91" name="Freeform 90"/>
          <p:cNvSpPr>
            <a:spLocks/>
          </p:cNvSpPr>
          <p:nvPr/>
        </p:nvSpPr>
        <p:spPr bwMode="auto">
          <a:xfrm>
            <a:off x="6802838" y="2258892"/>
            <a:ext cx="184406" cy="140500"/>
          </a:xfrm>
          <a:custGeom>
            <a:avLst/>
            <a:gdLst/>
            <a:ahLst/>
            <a:cxnLst>
              <a:cxn ang="0">
                <a:pos x="295" y="302"/>
              </a:cxn>
              <a:cxn ang="0">
                <a:pos x="433" y="234"/>
              </a:cxn>
              <a:cxn ang="0">
                <a:pos x="454" y="165"/>
              </a:cxn>
              <a:cxn ang="0">
                <a:pos x="433" y="107"/>
              </a:cxn>
              <a:cxn ang="0">
                <a:pos x="369" y="57"/>
              </a:cxn>
              <a:cxn ang="0">
                <a:pos x="316" y="77"/>
              </a:cxn>
              <a:cxn ang="0">
                <a:pos x="274" y="23"/>
              </a:cxn>
              <a:cxn ang="0">
                <a:pos x="223" y="57"/>
              </a:cxn>
              <a:cxn ang="0">
                <a:pos x="223" y="142"/>
              </a:cxn>
              <a:cxn ang="0">
                <a:pos x="181" y="102"/>
              </a:cxn>
              <a:cxn ang="0">
                <a:pos x="181" y="40"/>
              </a:cxn>
              <a:cxn ang="0">
                <a:pos x="157" y="40"/>
              </a:cxn>
              <a:cxn ang="0">
                <a:pos x="126" y="0"/>
              </a:cxn>
              <a:cxn ang="0">
                <a:pos x="36" y="30"/>
              </a:cxn>
              <a:cxn ang="0">
                <a:pos x="32" y="165"/>
              </a:cxn>
              <a:cxn ang="0">
                <a:pos x="0" y="165"/>
              </a:cxn>
              <a:cxn ang="0">
                <a:pos x="36" y="265"/>
              </a:cxn>
              <a:cxn ang="0">
                <a:pos x="100" y="324"/>
              </a:cxn>
              <a:cxn ang="0">
                <a:pos x="126" y="265"/>
              </a:cxn>
              <a:cxn ang="0">
                <a:pos x="174" y="309"/>
              </a:cxn>
              <a:cxn ang="0">
                <a:pos x="254" y="265"/>
              </a:cxn>
              <a:cxn ang="0">
                <a:pos x="295" y="302"/>
              </a:cxn>
            </a:cxnLst>
            <a:rect l="0" t="0" r="r" b="b"/>
            <a:pathLst>
              <a:path w="454" h="324">
                <a:moveTo>
                  <a:pt x="295" y="302"/>
                </a:moveTo>
                <a:lnTo>
                  <a:pt x="433" y="234"/>
                </a:lnTo>
                <a:lnTo>
                  <a:pt x="454" y="165"/>
                </a:lnTo>
                <a:lnTo>
                  <a:pt x="433" y="107"/>
                </a:lnTo>
                <a:lnTo>
                  <a:pt x="369" y="57"/>
                </a:lnTo>
                <a:lnTo>
                  <a:pt x="316" y="77"/>
                </a:lnTo>
                <a:lnTo>
                  <a:pt x="274" y="23"/>
                </a:lnTo>
                <a:lnTo>
                  <a:pt x="223" y="57"/>
                </a:lnTo>
                <a:lnTo>
                  <a:pt x="223" y="142"/>
                </a:lnTo>
                <a:lnTo>
                  <a:pt x="181" y="102"/>
                </a:lnTo>
                <a:lnTo>
                  <a:pt x="181" y="40"/>
                </a:lnTo>
                <a:lnTo>
                  <a:pt x="157" y="40"/>
                </a:lnTo>
                <a:lnTo>
                  <a:pt x="126" y="0"/>
                </a:lnTo>
                <a:lnTo>
                  <a:pt x="36" y="30"/>
                </a:lnTo>
                <a:lnTo>
                  <a:pt x="32" y="165"/>
                </a:lnTo>
                <a:lnTo>
                  <a:pt x="0" y="165"/>
                </a:lnTo>
                <a:lnTo>
                  <a:pt x="36" y="265"/>
                </a:lnTo>
                <a:lnTo>
                  <a:pt x="100" y="324"/>
                </a:lnTo>
                <a:lnTo>
                  <a:pt x="126" y="265"/>
                </a:lnTo>
                <a:lnTo>
                  <a:pt x="174" y="309"/>
                </a:lnTo>
                <a:lnTo>
                  <a:pt x="254" y="265"/>
                </a:lnTo>
                <a:lnTo>
                  <a:pt x="295" y="302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92" name="Freeform 91"/>
          <p:cNvSpPr>
            <a:spLocks/>
          </p:cNvSpPr>
          <p:nvPr/>
        </p:nvSpPr>
        <p:spPr bwMode="auto">
          <a:xfrm>
            <a:off x="6876276" y="2420204"/>
            <a:ext cx="21215" cy="24284"/>
          </a:xfrm>
          <a:custGeom>
            <a:avLst/>
            <a:gdLst/>
            <a:ahLst/>
            <a:cxnLst>
              <a:cxn ang="0">
                <a:pos x="0" y="56"/>
              </a:cxn>
              <a:cxn ang="0">
                <a:pos x="56" y="41"/>
              </a:cxn>
              <a:cxn ang="0">
                <a:pos x="44" y="0"/>
              </a:cxn>
              <a:cxn ang="0">
                <a:pos x="0" y="0"/>
              </a:cxn>
              <a:cxn ang="0">
                <a:pos x="0" y="56"/>
              </a:cxn>
            </a:cxnLst>
            <a:rect l="0" t="0" r="r" b="b"/>
            <a:pathLst>
              <a:path w="56" h="56">
                <a:moveTo>
                  <a:pt x="0" y="56"/>
                </a:moveTo>
                <a:lnTo>
                  <a:pt x="56" y="41"/>
                </a:lnTo>
                <a:lnTo>
                  <a:pt x="44" y="0"/>
                </a:lnTo>
                <a:lnTo>
                  <a:pt x="0" y="0"/>
                </a:lnTo>
                <a:lnTo>
                  <a:pt x="0" y="56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93" name="Freeform 92"/>
          <p:cNvSpPr>
            <a:spLocks/>
          </p:cNvSpPr>
          <p:nvPr/>
        </p:nvSpPr>
        <p:spPr bwMode="auto">
          <a:xfrm>
            <a:off x="6861587" y="2458365"/>
            <a:ext cx="78332" cy="60710"/>
          </a:xfrm>
          <a:custGeom>
            <a:avLst/>
            <a:gdLst/>
            <a:ahLst/>
            <a:cxnLst>
              <a:cxn ang="0">
                <a:pos x="0" y="89"/>
              </a:cxn>
              <a:cxn ang="0">
                <a:pos x="35" y="71"/>
              </a:cxn>
              <a:cxn ang="0">
                <a:pos x="57" y="0"/>
              </a:cxn>
              <a:cxn ang="0">
                <a:pos x="144" y="7"/>
              </a:cxn>
              <a:cxn ang="0">
                <a:pos x="193" y="89"/>
              </a:cxn>
              <a:cxn ang="0">
                <a:pos x="193" y="121"/>
              </a:cxn>
              <a:cxn ang="0">
                <a:pos x="176" y="138"/>
              </a:cxn>
              <a:cxn ang="0">
                <a:pos x="0" y="89"/>
              </a:cxn>
            </a:cxnLst>
            <a:rect l="0" t="0" r="r" b="b"/>
            <a:pathLst>
              <a:path w="193" h="138">
                <a:moveTo>
                  <a:pt x="0" y="89"/>
                </a:moveTo>
                <a:lnTo>
                  <a:pt x="35" y="71"/>
                </a:lnTo>
                <a:lnTo>
                  <a:pt x="57" y="0"/>
                </a:lnTo>
                <a:lnTo>
                  <a:pt x="144" y="7"/>
                </a:lnTo>
                <a:lnTo>
                  <a:pt x="193" y="89"/>
                </a:lnTo>
                <a:lnTo>
                  <a:pt x="193" y="121"/>
                </a:lnTo>
                <a:lnTo>
                  <a:pt x="176" y="138"/>
                </a:lnTo>
                <a:lnTo>
                  <a:pt x="0" y="89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94" name="Freeform 93"/>
          <p:cNvSpPr>
            <a:spLocks/>
          </p:cNvSpPr>
          <p:nvPr/>
        </p:nvSpPr>
        <p:spPr bwMode="auto">
          <a:xfrm>
            <a:off x="7460501" y="2772321"/>
            <a:ext cx="24479" cy="34692"/>
          </a:xfrm>
          <a:custGeom>
            <a:avLst/>
            <a:gdLst/>
            <a:ahLst/>
            <a:cxnLst>
              <a:cxn ang="0">
                <a:pos x="59" y="80"/>
              </a:cxn>
              <a:cxn ang="0">
                <a:pos x="59" y="24"/>
              </a:cxn>
              <a:cxn ang="0">
                <a:pos x="0" y="0"/>
              </a:cxn>
              <a:cxn ang="0">
                <a:pos x="0" y="61"/>
              </a:cxn>
              <a:cxn ang="0">
                <a:pos x="59" y="80"/>
              </a:cxn>
            </a:cxnLst>
            <a:rect l="0" t="0" r="r" b="b"/>
            <a:pathLst>
              <a:path w="59" h="80">
                <a:moveTo>
                  <a:pt x="59" y="80"/>
                </a:moveTo>
                <a:lnTo>
                  <a:pt x="59" y="24"/>
                </a:lnTo>
                <a:lnTo>
                  <a:pt x="0" y="0"/>
                </a:lnTo>
                <a:lnTo>
                  <a:pt x="0" y="61"/>
                </a:lnTo>
                <a:lnTo>
                  <a:pt x="59" y="8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95" name="Freeform 94"/>
          <p:cNvSpPr>
            <a:spLocks/>
          </p:cNvSpPr>
          <p:nvPr/>
        </p:nvSpPr>
        <p:spPr bwMode="auto">
          <a:xfrm>
            <a:off x="7677544" y="2683858"/>
            <a:ext cx="76700" cy="50302"/>
          </a:xfrm>
          <a:custGeom>
            <a:avLst/>
            <a:gdLst/>
            <a:ahLst/>
            <a:cxnLst>
              <a:cxn ang="0">
                <a:pos x="121" y="0"/>
              </a:cxn>
              <a:cxn ang="0">
                <a:pos x="91" y="47"/>
              </a:cxn>
              <a:cxn ang="0">
                <a:pos x="33" y="47"/>
              </a:cxn>
              <a:cxn ang="0">
                <a:pos x="0" y="65"/>
              </a:cxn>
              <a:cxn ang="0">
                <a:pos x="0" y="119"/>
              </a:cxn>
              <a:cxn ang="0">
                <a:pos x="53" y="119"/>
              </a:cxn>
              <a:cxn ang="0">
                <a:pos x="156" y="111"/>
              </a:cxn>
              <a:cxn ang="0">
                <a:pos x="189" y="56"/>
              </a:cxn>
              <a:cxn ang="0">
                <a:pos x="189" y="40"/>
              </a:cxn>
              <a:cxn ang="0">
                <a:pos x="162" y="0"/>
              </a:cxn>
              <a:cxn ang="0">
                <a:pos x="121" y="0"/>
              </a:cxn>
            </a:cxnLst>
            <a:rect l="0" t="0" r="r" b="b"/>
            <a:pathLst>
              <a:path w="189" h="119">
                <a:moveTo>
                  <a:pt x="121" y="0"/>
                </a:moveTo>
                <a:lnTo>
                  <a:pt x="91" y="47"/>
                </a:lnTo>
                <a:lnTo>
                  <a:pt x="33" y="47"/>
                </a:lnTo>
                <a:lnTo>
                  <a:pt x="0" y="65"/>
                </a:lnTo>
                <a:lnTo>
                  <a:pt x="0" y="119"/>
                </a:lnTo>
                <a:lnTo>
                  <a:pt x="53" y="119"/>
                </a:lnTo>
                <a:lnTo>
                  <a:pt x="156" y="111"/>
                </a:lnTo>
                <a:lnTo>
                  <a:pt x="189" y="56"/>
                </a:lnTo>
                <a:lnTo>
                  <a:pt x="189" y="40"/>
                </a:lnTo>
                <a:lnTo>
                  <a:pt x="162" y="0"/>
                </a:lnTo>
                <a:lnTo>
                  <a:pt x="121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96" name="Freeform 95"/>
          <p:cNvSpPr>
            <a:spLocks/>
          </p:cNvSpPr>
          <p:nvPr/>
        </p:nvSpPr>
        <p:spPr bwMode="auto">
          <a:xfrm>
            <a:off x="7137382" y="3651951"/>
            <a:ext cx="21215" cy="27753"/>
          </a:xfrm>
          <a:custGeom>
            <a:avLst/>
            <a:gdLst/>
            <a:ahLst/>
            <a:cxnLst>
              <a:cxn ang="0">
                <a:pos x="43" y="0"/>
              </a:cxn>
              <a:cxn ang="0">
                <a:pos x="26" y="0"/>
              </a:cxn>
              <a:cxn ang="0">
                <a:pos x="0" y="28"/>
              </a:cxn>
              <a:cxn ang="0">
                <a:pos x="26" y="63"/>
              </a:cxn>
              <a:cxn ang="0">
                <a:pos x="51" y="25"/>
              </a:cxn>
              <a:cxn ang="0">
                <a:pos x="43" y="0"/>
              </a:cxn>
            </a:cxnLst>
            <a:rect l="0" t="0" r="r" b="b"/>
            <a:pathLst>
              <a:path w="51" h="63">
                <a:moveTo>
                  <a:pt x="43" y="0"/>
                </a:moveTo>
                <a:lnTo>
                  <a:pt x="26" y="0"/>
                </a:lnTo>
                <a:lnTo>
                  <a:pt x="0" y="28"/>
                </a:lnTo>
                <a:lnTo>
                  <a:pt x="26" y="63"/>
                </a:lnTo>
                <a:lnTo>
                  <a:pt x="51" y="25"/>
                </a:lnTo>
                <a:lnTo>
                  <a:pt x="43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97" name="Freeform 96"/>
          <p:cNvSpPr>
            <a:spLocks/>
          </p:cNvSpPr>
          <p:nvPr/>
        </p:nvSpPr>
        <p:spPr bwMode="auto">
          <a:xfrm>
            <a:off x="6843636" y="3492166"/>
            <a:ext cx="58748" cy="293141"/>
          </a:xfrm>
          <a:custGeom>
            <a:avLst/>
            <a:gdLst/>
            <a:ahLst/>
            <a:cxnLst>
              <a:cxn ang="0">
                <a:pos x="83" y="0"/>
              </a:cxn>
              <a:cxn ang="0">
                <a:pos x="67" y="113"/>
              </a:cxn>
              <a:cxn ang="0">
                <a:pos x="43" y="133"/>
              </a:cxn>
              <a:cxn ang="0">
                <a:pos x="19" y="257"/>
              </a:cxn>
              <a:cxn ang="0">
                <a:pos x="26" y="291"/>
              </a:cxn>
              <a:cxn ang="0">
                <a:pos x="8" y="418"/>
              </a:cxn>
              <a:cxn ang="0">
                <a:pos x="8" y="546"/>
              </a:cxn>
              <a:cxn ang="0">
                <a:pos x="0" y="605"/>
              </a:cxn>
              <a:cxn ang="0">
                <a:pos x="8" y="671"/>
              </a:cxn>
              <a:cxn ang="0">
                <a:pos x="38" y="629"/>
              </a:cxn>
              <a:cxn ang="0">
                <a:pos x="78" y="675"/>
              </a:cxn>
              <a:cxn ang="0">
                <a:pos x="70" y="569"/>
              </a:cxn>
              <a:cxn ang="0">
                <a:pos x="51" y="523"/>
              </a:cxn>
              <a:cxn ang="0">
                <a:pos x="51" y="460"/>
              </a:cxn>
              <a:cxn ang="0">
                <a:pos x="76" y="418"/>
              </a:cxn>
              <a:cxn ang="0">
                <a:pos x="109" y="426"/>
              </a:cxn>
              <a:cxn ang="0">
                <a:pos x="144" y="460"/>
              </a:cxn>
              <a:cxn ang="0">
                <a:pos x="135" y="351"/>
              </a:cxn>
              <a:cxn ang="0">
                <a:pos x="84" y="212"/>
              </a:cxn>
              <a:cxn ang="0">
                <a:pos x="84" y="185"/>
              </a:cxn>
              <a:cxn ang="0">
                <a:pos x="115" y="146"/>
              </a:cxn>
              <a:cxn ang="0">
                <a:pos x="99" y="102"/>
              </a:cxn>
              <a:cxn ang="0">
                <a:pos x="99" y="17"/>
              </a:cxn>
              <a:cxn ang="0">
                <a:pos x="83" y="0"/>
              </a:cxn>
            </a:cxnLst>
            <a:rect l="0" t="0" r="r" b="b"/>
            <a:pathLst>
              <a:path w="144" h="675">
                <a:moveTo>
                  <a:pt x="83" y="0"/>
                </a:moveTo>
                <a:lnTo>
                  <a:pt x="67" y="113"/>
                </a:lnTo>
                <a:lnTo>
                  <a:pt x="43" y="133"/>
                </a:lnTo>
                <a:lnTo>
                  <a:pt x="19" y="257"/>
                </a:lnTo>
                <a:lnTo>
                  <a:pt x="26" y="291"/>
                </a:lnTo>
                <a:lnTo>
                  <a:pt x="8" y="418"/>
                </a:lnTo>
                <a:lnTo>
                  <a:pt x="8" y="546"/>
                </a:lnTo>
                <a:lnTo>
                  <a:pt x="0" y="605"/>
                </a:lnTo>
                <a:lnTo>
                  <a:pt x="8" y="671"/>
                </a:lnTo>
                <a:lnTo>
                  <a:pt x="38" y="629"/>
                </a:lnTo>
                <a:lnTo>
                  <a:pt x="78" y="675"/>
                </a:lnTo>
                <a:lnTo>
                  <a:pt x="70" y="569"/>
                </a:lnTo>
                <a:lnTo>
                  <a:pt x="51" y="523"/>
                </a:lnTo>
                <a:lnTo>
                  <a:pt x="51" y="460"/>
                </a:lnTo>
                <a:lnTo>
                  <a:pt x="76" y="418"/>
                </a:lnTo>
                <a:lnTo>
                  <a:pt x="109" y="426"/>
                </a:lnTo>
                <a:lnTo>
                  <a:pt x="144" y="460"/>
                </a:lnTo>
                <a:lnTo>
                  <a:pt x="135" y="351"/>
                </a:lnTo>
                <a:lnTo>
                  <a:pt x="84" y="212"/>
                </a:lnTo>
                <a:lnTo>
                  <a:pt x="84" y="185"/>
                </a:lnTo>
                <a:lnTo>
                  <a:pt x="115" y="146"/>
                </a:lnTo>
                <a:lnTo>
                  <a:pt x="99" y="102"/>
                </a:lnTo>
                <a:lnTo>
                  <a:pt x="99" y="17"/>
                </a:lnTo>
                <a:lnTo>
                  <a:pt x="83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98" name="Freeform 97"/>
          <p:cNvSpPr>
            <a:spLocks/>
          </p:cNvSpPr>
          <p:nvPr/>
        </p:nvSpPr>
        <p:spPr bwMode="auto">
          <a:xfrm>
            <a:off x="7057418" y="3759288"/>
            <a:ext cx="16319" cy="13876"/>
          </a:xfrm>
          <a:custGeom>
            <a:avLst/>
            <a:gdLst/>
            <a:ahLst/>
            <a:cxnLst>
              <a:cxn ang="0">
                <a:pos x="0" y="23"/>
              </a:cxn>
              <a:cxn ang="0">
                <a:pos x="11" y="33"/>
              </a:cxn>
              <a:cxn ang="0">
                <a:pos x="39" y="5"/>
              </a:cxn>
              <a:cxn ang="0">
                <a:pos x="25" y="0"/>
              </a:cxn>
              <a:cxn ang="0">
                <a:pos x="0" y="23"/>
              </a:cxn>
            </a:cxnLst>
            <a:rect l="0" t="0" r="r" b="b"/>
            <a:pathLst>
              <a:path w="39" h="33">
                <a:moveTo>
                  <a:pt x="0" y="23"/>
                </a:moveTo>
                <a:lnTo>
                  <a:pt x="11" y="33"/>
                </a:lnTo>
                <a:lnTo>
                  <a:pt x="39" y="5"/>
                </a:lnTo>
                <a:lnTo>
                  <a:pt x="25" y="0"/>
                </a:lnTo>
                <a:lnTo>
                  <a:pt x="0" y="2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99" name="Freeform 98"/>
          <p:cNvSpPr>
            <a:spLocks/>
          </p:cNvSpPr>
          <p:nvPr/>
        </p:nvSpPr>
        <p:spPr bwMode="auto">
          <a:xfrm>
            <a:off x="7006827" y="3793980"/>
            <a:ext cx="22847" cy="17345"/>
          </a:xfrm>
          <a:custGeom>
            <a:avLst/>
            <a:gdLst/>
            <a:ahLst/>
            <a:cxnLst>
              <a:cxn ang="0">
                <a:pos x="0" y="20"/>
              </a:cxn>
              <a:cxn ang="0">
                <a:pos x="20" y="41"/>
              </a:cxn>
              <a:cxn ang="0">
                <a:pos x="53" y="4"/>
              </a:cxn>
              <a:cxn ang="0">
                <a:pos x="33" y="0"/>
              </a:cxn>
              <a:cxn ang="0">
                <a:pos x="0" y="20"/>
              </a:cxn>
            </a:cxnLst>
            <a:rect l="0" t="0" r="r" b="b"/>
            <a:pathLst>
              <a:path w="53" h="41">
                <a:moveTo>
                  <a:pt x="0" y="20"/>
                </a:moveTo>
                <a:lnTo>
                  <a:pt x="20" y="41"/>
                </a:lnTo>
                <a:lnTo>
                  <a:pt x="53" y="4"/>
                </a:lnTo>
                <a:lnTo>
                  <a:pt x="33" y="0"/>
                </a:lnTo>
                <a:lnTo>
                  <a:pt x="0" y="2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00" name="Freeform 99"/>
          <p:cNvSpPr>
            <a:spLocks/>
          </p:cNvSpPr>
          <p:nvPr/>
        </p:nvSpPr>
        <p:spPr bwMode="auto">
          <a:xfrm>
            <a:off x="6972559" y="3809591"/>
            <a:ext cx="21215" cy="27753"/>
          </a:xfrm>
          <a:custGeom>
            <a:avLst/>
            <a:gdLst/>
            <a:ahLst/>
            <a:cxnLst>
              <a:cxn ang="0">
                <a:pos x="3" y="62"/>
              </a:cxn>
              <a:cxn ang="0">
                <a:pos x="51" y="14"/>
              </a:cxn>
              <a:cxn ang="0">
                <a:pos x="38" y="0"/>
              </a:cxn>
              <a:cxn ang="0">
                <a:pos x="0" y="29"/>
              </a:cxn>
              <a:cxn ang="0">
                <a:pos x="3" y="62"/>
              </a:cxn>
            </a:cxnLst>
            <a:rect l="0" t="0" r="r" b="b"/>
            <a:pathLst>
              <a:path w="51" h="62">
                <a:moveTo>
                  <a:pt x="3" y="62"/>
                </a:moveTo>
                <a:lnTo>
                  <a:pt x="51" y="14"/>
                </a:lnTo>
                <a:lnTo>
                  <a:pt x="38" y="0"/>
                </a:lnTo>
                <a:lnTo>
                  <a:pt x="0" y="29"/>
                </a:lnTo>
                <a:lnTo>
                  <a:pt x="3" y="62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01" name="Freeform 100"/>
          <p:cNvSpPr>
            <a:spLocks/>
          </p:cNvSpPr>
          <p:nvPr/>
        </p:nvSpPr>
        <p:spPr bwMode="auto">
          <a:xfrm>
            <a:off x="6948079" y="3837343"/>
            <a:ext cx="14687" cy="10408"/>
          </a:xfrm>
          <a:custGeom>
            <a:avLst/>
            <a:gdLst/>
            <a:ahLst/>
            <a:cxnLst>
              <a:cxn ang="0">
                <a:pos x="15" y="0"/>
              </a:cxn>
              <a:cxn ang="0">
                <a:pos x="0" y="25"/>
              </a:cxn>
              <a:cxn ang="0">
                <a:pos x="33" y="25"/>
              </a:cxn>
              <a:cxn ang="0">
                <a:pos x="15" y="0"/>
              </a:cxn>
            </a:cxnLst>
            <a:rect l="0" t="0" r="r" b="b"/>
            <a:pathLst>
              <a:path w="33" h="25">
                <a:moveTo>
                  <a:pt x="15" y="0"/>
                </a:moveTo>
                <a:lnTo>
                  <a:pt x="0" y="25"/>
                </a:lnTo>
                <a:lnTo>
                  <a:pt x="33" y="25"/>
                </a:lnTo>
                <a:lnTo>
                  <a:pt x="15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02" name="Freeform 101"/>
          <p:cNvSpPr>
            <a:spLocks/>
          </p:cNvSpPr>
          <p:nvPr/>
        </p:nvSpPr>
        <p:spPr bwMode="auto">
          <a:xfrm>
            <a:off x="6807735" y="3809591"/>
            <a:ext cx="130553" cy="107543"/>
          </a:xfrm>
          <a:custGeom>
            <a:avLst/>
            <a:gdLst/>
            <a:ahLst/>
            <a:cxnLst>
              <a:cxn ang="0">
                <a:pos x="33" y="233"/>
              </a:cxn>
              <a:cxn ang="0">
                <a:pos x="84" y="222"/>
              </a:cxn>
              <a:cxn ang="0">
                <a:pos x="58" y="198"/>
              </a:cxn>
              <a:cxn ang="0">
                <a:pos x="84" y="185"/>
              </a:cxn>
              <a:cxn ang="0">
                <a:pos x="109" y="206"/>
              </a:cxn>
              <a:cxn ang="0">
                <a:pos x="124" y="233"/>
              </a:cxn>
              <a:cxn ang="0">
                <a:pos x="151" y="252"/>
              </a:cxn>
              <a:cxn ang="0">
                <a:pos x="189" y="233"/>
              </a:cxn>
              <a:cxn ang="0">
                <a:pos x="189" y="200"/>
              </a:cxn>
              <a:cxn ang="0">
                <a:pos x="260" y="173"/>
              </a:cxn>
              <a:cxn ang="0">
                <a:pos x="252" y="138"/>
              </a:cxn>
              <a:cxn ang="0">
                <a:pos x="258" y="105"/>
              </a:cxn>
              <a:cxn ang="0">
                <a:pos x="324" y="88"/>
              </a:cxn>
              <a:cxn ang="0">
                <a:pos x="324" y="71"/>
              </a:cxn>
              <a:cxn ang="0">
                <a:pos x="187" y="78"/>
              </a:cxn>
              <a:cxn ang="0">
                <a:pos x="129" y="17"/>
              </a:cxn>
              <a:cxn ang="0">
                <a:pos x="88" y="0"/>
              </a:cxn>
              <a:cxn ang="0">
                <a:pos x="88" y="38"/>
              </a:cxn>
              <a:cxn ang="0">
                <a:pos x="58" y="150"/>
              </a:cxn>
              <a:cxn ang="0">
                <a:pos x="30" y="124"/>
              </a:cxn>
              <a:cxn ang="0">
                <a:pos x="17" y="155"/>
              </a:cxn>
              <a:cxn ang="0">
                <a:pos x="0" y="171"/>
              </a:cxn>
              <a:cxn ang="0">
                <a:pos x="33" y="233"/>
              </a:cxn>
            </a:cxnLst>
            <a:rect l="0" t="0" r="r" b="b"/>
            <a:pathLst>
              <a:path w="324" h="252">
                <a:moveTo>
                  <a:pt x="33" y="233"/>
                </a:moveTo>
                <a:lnTo>
                  <a:pt x="84" y="222"/>
                </a:lnTo>
                <a:lnTo>
                  <a:pt x="58" y="198"/>
                </a:lnTo>
                <a:lnTo>
                  <a:pt x="84" y="185"/>
                </a:lnTo>
                <a:lnTo>
                  <a:pt x="109" y="206"/>
                </a:lnTo>
                <a:lnTo>
                  <a:pt x="124" y="233"/>
                </a:lnTo>
                <a:lnTo>
                  <a:pt x="151" y="252"/>
                </a:lnTo>
                <a:lnTo>
                  <a:pt x="189" y="233"/>
                </a:lnTo>
                <a:lnTo>
                  <a:pt x="189" y="200"/>
                </a:lnTo>
                <a:lnTo>
                  <a:pt x="260" y="173"/>
                </a:lnTo>
                <a:lnTo>
                  <a:pt x="252" y="138"/>
                </a:lnTo>
                <a:lnTo>
                  <a:pt x="258" y="105"/>
                </a:lnTo>
                <a:lnTo>
                  <a:pt x="324" y="88"/>
                </a:lnTo>
                <a:lnTo>
                  <a:pt x="324" y="71"/>
                </a:lnTo>
                <a:lnTo>
                  <a:pt x="187" y="78"/>
                </a:lnTo>
                <a:lnTo>
                  <a:pt x="129" y="17"/>
                </a:lnTo>
                <a:lnTo>
                  <a:pt x="88" y="0"/>
                </a:lnTo>
                <a:lnTo>
                  <a:pt x="88" y="38"/>
                </a:lnTo>
                <a:lnTo>
                  <a:pt x="58" y="150"/>
                </a:lnTo>
                <a:lnTo>
                  <a:pt x="30" y="124"/>
                </a:lnTo>
                <a:lnTo>
                  <a:pt x="17" y="155"/>
                </a:lnTo>
                <a:lnTo>
                  <a:pt x="0" y="171"/>
                </a:lnTo>
                <a:lnTo>
                  <a:pt x="33" y="233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03" name="Freeform 102"/>
          <p:cNvSpPr>
            <a:spLocks/>
          </p:cNvSpPr>
          <p:nvPr/>
        </p:nvSpPr>
        <p:spPr bwMode="auto">
          <a:xfrm>
            <a:off x="6566213" y="3932743"/>
            <a:ext cx="279057" cy="274061"/>
          </a:xfrm>
          <a:custGeom>
            <a:avLst/>
            <a:gdLst/>
            <a:ahLst/>
            <a:cxnLst>
              <a:cxn ang="0">
                <a:pos x="344" y="339"/>
              </a:cxn>
              <a:cxn ang="0">
                <a:pos x="236" y="339"/>
              </a:cxn>
              <a:cxn ang="0">
                <a:pos x="160" y="367"/>
              </a:cxn>
              <a:cxn ang="0">
                <a:pos x="68" y="446"/>
              </a:cxn>
              <a:cxn ang="0">
                <a:pos x="0" y="480"/>
              </a:cxn>
              <a:cxn ang="0">
                <a:pos x="5" y="542"/>
              </a:cxn>
              <a:cxn ang="0">
                <a:pos x="48" y="502"/>
              </a:cxn>
              <a:cxn ang="0">
                <a:pos x="69" y="516"/>
              </a:cxn>
              <a:cxn ang="0">
                <a:pos x="31" y="604"/>
              </a:cxn>
              <a:cxn ang="0">
                <a:pos x="68" y="604"/>
              </a:cxn>
              <a:cxn ang="0">
                <a:pos x="71" y="632"/>
              </a:cxn>
              <a:cxn ang="0">
                <a:pos x="117" y="564"/>
              </a:cxn>
              <a:cxn ang="0">
                <a:pos x="139" y="495"/>
              </a:cxn>
              <a:cxn ang="0">
                <a:pos x="128" y="463"/>
              </a:cxn>
              <a:cxn ang="0">
                <a:pos x="182" y="420"/>
              </a:cxn>
              <a:cxn ang="0">
                <a:pos x="160" y="508"/>
              </a:cxn>
              <a:cxn ang="0">
                <a:pos x="226" y="488"/>
              </a:cxn>
              <a:cxn ang="0">
                <a:pos x="263" y="501"/>
              </a:cxn>
              <a:cxn ang="0">
                <a:pos x="287" y="474"/>
              </a:cxn>
              <a:cxn ang="0">
                <a:pos x="275" y="428"/>
              </a:cxn>
              <a:cxn ang="0">
                <a:pos x="275" y="399"/>
              </a:cxn>
              <a:cxn ang="0">
                <a:pos x="306" y="411"/>
              </a:cxn>
              <a:cxn ang="0">
                <a:pos x="306" y="480"/>
              </a:cxn>
              <a:cxn ang="0">
                <a:pos x="344" y="502"/>
              </a:cxn>
              <a:cxn ang="0">
                <a:pos x="364" y="459"/>
              </a:cxn>
              <a:cxn ang="0">
                <a:pos x="411" y="459"/>
              </a:cxn>
              <a:cxn ang="0">
                <a:pos x="418" y="420"/>
              </a:cxn>
              <a:cxn ang="0">
                <a:pos x="471" y="437"/>
              </a:cxn>
              <a:cxn ang="0">
                <a:pos x="505" y="411"/>
              </a:cxn>
              <a:cxn ang="0">
                <a:pos x="550" y="383"/>
              </a:cxn>
              <a:cxn ang="0">
                <a:pos x="570" y="405"/>
              </a:cxn>
              <a:cxn ang="0">
                <a:pos x="601" y="411"/>
              </a:cxn>
              <a:cxn ang="0">
                <a:pos x="623" y="359"/>
              </a:cxn>
              <a:cxn ang="0">
                <a:pos x="623" y="246"/>
              </a:cxn>
              <a:cxn ang="0">
                <a:pos x="684" y="135"/>
              </a:cxn>
              <a:cxn ang="0">
                <a:pos x="687" y="80"/>
              </a:cxn>
              <a:cxn ang="0">
                <a:pos x="653" y="51"/>
              </a:cxn>
              <a:cxn ang="0">
                <a:pos x="660" y="0"/>
              </a:cxn>
              <a:cxn ang="0">
                <a:pos x="642" y="0"/>
              </a:cxn>
              <a:cxn ang="0">
                <a:pos x="628" y="25"/>
              </a:cxn>
              <a:cxn ang="0">
                <a:pos x="591" y="15"/>
              </a:cxn>
              <a:cxn ang="0">
                <a:pos x="563" y="34"/>
              </a:cxn>
              <a:cxn ang="0">
                <a:pos x="575" y="151"/>
              </a:cxn>
              <a:cxn ang="0">
                <a:pos x="482" y="253"/>
              </a:cxn>
              <a:cxn ang="0">
                <a:pos x="432" y="284"/>
              </a:cxn>
              <a:cxn ang="0">
                <a:pos x="416" y="274"/>
              </a:cxn>
              <a:cxn ang="0">
                <a:pos x="416" y="241"/>
              </a:cxn>
              <a:cxn ang="0">
                <a:pos x="392" y="246"/>
              </a:cxn>
              <a:cxn ang="0">
                <a:pos x="344" y="339"/>
              </a:cxn>
            </a:cxnLst>
            <a:rect l="0" t="0" r="r" b="b"/>
            <a:pathLst>
              <a:path w="687" h="632">
                <a:moveTo>
                  <a:pt x="344" y="339"/>
                </a:moveTo>
                <a:lnTo>
                  <a:pt x="236" y="339"/>
                </a:lnTo>
                <a:lnTo>
                  <a:pt x="160" y="367"/>
                </a:lnTo>
                <a:lnTo>
                  <a:pt x="68" y="446"/>
                </a:lnTo>
                <a:lnTo>
                  <a:pt x="0" y="480"/>
                </a:lnTo>
                <a:lnTo>
                  <a:pt x="5" y="542"/>
                </a:lnTo>
                <a:lnTo>
                  <a:pt x="48" y="502"/>
                </a:lnTo>
                <a:lnTo>
                  <a:pt x="69" y="516"/>
                </a:lnTo>
                <a:lnTo>
                  <a:pt x="31" y="604"/>
                </a:lnTo>
                <a:lnTo>
                  <a:pt x="68" y="604"/>
                </a:lnTo>
                <a:lnTo>
                  <a:pt x="71" y="632"/>
                </a:lnTo>
                <a:lnTo>
                  <a:pt x="117" y="564"/>
                </a:lnTo>
                <a:lnTo>
                  <a:pt x="139" y="495"/>
                </a:lnTo>
                <a:lnTo>
                  <a:pt x="128" y="463"/>
                </a:lnTo>
                <a:lnTo>
                  <a:pt x="182" y="420"/>
                </a:lnTo>
                <a:lnTo>
                  <a:pt x="160" y="508"/>
                </a:lnTo>
                <a:lnTo>
                  <a:pt x="226" y="488"/>
                </a:lnTo>
                <a:lnTo>
                  <a:pt x="263" y="501"/>
                </a:lnTo>
                <a:lnTo>
                  <a:pt x="287" y="474"/>
                </a:lnTo>
                <a:lnTo>
                  <a:pt x="275" y="428"/>
                </a:lnTo>
                <a:lnTo>
                  <a:pt x="275" y="399"/>
                </a:lnTo>
                <a:lnTo>
                  <a:pt x="306" y="411"/>
                </a:lnTo>
                <a:lnTo>
                  <a:pt x="306" y="480"/>
                </a:lnTo>
                <a:lnTo>
                  <a:pt x="344" y="502"/>
                </a:lnTo>
                <a:lnTo>
                  <a:pt x="364" y="459"/>
                </a:lnTo>
                <a:lnTo>
                  <a:pt x="411" y="459"/>
                </a:lnTo>
                <a:lnTo>
                  <a:pt x="418" y="420"/>
                </a:lnTo>
                <a:lnTo>
                  <a:pt x="471" y="437"/>
                </a:lnTo>
                <a:lnTo>
                  <a:pt x="505" y="411"/>
                </a:lnTo>
                <a:lnTo>
                  <a:pt x="550" y="383"/>
                </a:lnTo>
                <a:lnTo>
                  <a:pt x="570" y="405"/>
                </a:lnTo>
                <a:lnTo>
                  <a:pt x="601" y="411"/>
                </a:lnTo>
                <a:lnTo>
                  <a:pt x="623" y="359"/>
                </a:lnTo>
                <a:lnTo>
                  <a:pt x="623" y="246"/>
                </a:lnTo>
                <a:lnTo>
                  <a:pt x="684" y="135"/>
                </a:lnTo>
                <a:lnTo>
                  <a:pt x="687" y="80"/>
                </a:lnTo>
                <a:lnTo>
                  <a:pt x="653" y="51"/>
                </a:lnTo>
                <a:lnTo>
                  <a:pt x="660" y="0"/>
                </a:lnTo>
                <a:lnTo>
                  <a:pt x="642" y="0"/>
                </a:lnTo>
                <a:lnTo>
                  <a:pt x="628" y="25"/>
                </a:lnTo>
                <a:lnTo>
                  <a:pt x="591" y="15"/>
                </a:lnTo>
                <a:lnTo>
                  <a:pt x="563" y="34"/>
                </a:lnTo>
                <a:lnTo>
                  <a:pt x="575" y="151"/>
                </a:lnTo>
                <a:lnTo>
                  <a:pt x="482" y="253"/>
                </a:lnTo>
                <a:lnTo>
                  <a:pt x="432" y="284"/>
                </a:lnTo>
                <a:lnTo>
                  <a:pt x="416" y="274"/>
                </a:lnTo>
                <a:lnTo>
                  <a:pt x="416" y="241"/>
                </a:lnTo>
                <a:lnTo>
                  <a:pt x="392" y="246"/>
                </a:lnTo>
                <a:lnTo>
                  <a:pt x="344" y="339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04" name="Freeform 103"/>
          <p:cNvSpPr>
            <a:spLocks/>
          </p:cNvSpPr>
          <p:nvPr/>
        </p:nvSpPr>
        <p:spPr bwMode="auto">
          <a:xfrm>
            <a:off x="4521426" y="3963967"/>
            <a:ext cx="48957" cy="27753"/>
          </a:xfrm>
          <a:custGeom>
            <a:avLst/>
            <a:gdLst/>
            <a:ahLst/>
            <a:cxnLst>
              <a:cxn ang="0">
                <a:pos x="32" y="2"/>
              </a:cxn>
              <a:cxn ang="0">
                <a:pos x="21" y="22"/>
              </a:cxn>
              <a:cxn ang="0">
                <a:pos x="0" y="39"/>
              </a:cxn>
              <a:cxn ang="0">
                <a:pos x="10" y="62"/>
              </a:cxn>
              <a:cxn ang="0">
                <a:pos x="54" y="47"/>
              </a:cxn>
              <a:cxn ang="0">
                <a:pos x="66" y="27"/>
              </a:cxn>
              <a:cxn ang="0">
                <a:pos x="123" y="0"/>
              </a:cxn>
              <a:cxn ang="0">
                <a:pos x="80" y="11"/>
              </a:cxn>
              <a:cxn ang="0">
                <a:pos x="32" y="2"/>
              </a:cxn>
            </a:cxnLst>
            <a:rect l="0" t="0" r="r" b="b"/>
            <a:pathLst>
              <a:path w="123" h="62">
                <a:moveTo>
                  <a:pt x="32" y="2"/>
                </a:moveTo>
                <a:lnTo>
                  <a:pt x="21" y="22"/>
                </a:lnTo>
                <a:lnTo>
                  <a:pt x="0" y="39"/>
                </a:lnTo>
                <a:lnTo>
                  <a:pt x="10" y="62"/>
                </a:lnTo>
                <a:lnTo>
                  <a:pt x="54" y="47"/>
                </a:lnTo>
                <a:lnTo>
                  <a:pt x="66" y="27"/>
                </a:lnTo>
                <a:lnTo>
                  <a:pt x="123" y="0"/>
                </a:lnTo>
                <a:lnTo>
                  <a:pt x="80" y="11"/>
                </a:lnTo>
                <a:lnTo>
                  <a:pt x="32" y="2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05" name="Freeform 104"/>
          <p:cNvSpPr>
            <a:spLocks/>
          </p:cNvSpPr>
          <p:nvPr/>
        </p:nvSpPr>
        <p:spPr bwMode="auto">
          <a:xfrm>
            <a:off x="4591595" y="3948356"/>
            <a:ext cx="115866" cy="100605"/>
          </a:xfrm>
          <a:custGeom>
            <a:avLst/>
            <a:gdLst/>
            <a:ahLst/>
            <a:cxnLst>
              <a:cxn ang="0">
                <a:pos x="4" y="231"/>
              </a:cxn>
              <a:cxn ang="0">
                <a:pos x="53" y="231"/>
              </a:cxn>
              <a:cxn ang="0">
                <a:pos x="168" y="209"/>
              </a:cxn>
              <a:cxn ang="0">
                <a:pos x="254" y="153"/>
              </a:cxn>
              <a:cxn ang="0">
                <a:pos x="251" y="89"/>
              </a:cxn>
              <a:cxn ang="0">
                <a:pos x="284" y="46"/>
              </a:cxn>
              <a:cxn ang="0">
                <a:pos x="248" y="31"/>
              </a:cxn>
              <a:cxn ang="0">
                <a:pos x="152" y="46"/>
              </a:cxn>
              <a:cxn ang="0">
                <a:pos x="68" y="0"/>
              </a:cxn>
              <a:cxn ang="0">
                <a:pos x="38" y="46"/>
              </a:cxn>
              <a:cxn ang="0">
                <a:pos x="35" y="90"/>
              </a:cxn>
              <a:cxn ang="0">
                <a:pos x="16" y="129"/>
              </a:cxn>
              <a:cxn ang="0">
                <a:pos x="47" y="136"/>
              </a:cxn>
              <a:cxn ang="0">
                <a:pos x="38" y="153"/>
              </a:cxn>
              <a:cxn ang="0">
                <a:pos x="0" y="191"/>
              </a:cxn>
              <a:cxn ang="0">
                <a:pos x="4" y="231"/>
              </a:cxn>
            </a:cxnLst>
            <a:rect l="0" t="0" r="r" b="b"/>
            <a:pathLst>
              <a:path w="284" h="231">
                <a:moveTo>
                  <a:pt x="4" y="231"/>
                </a:moveTo>
                <a:lnTo>
                  <a:pt x="53" y="231"/>
                </a:lnTo>
                <a:lnTo>
                  <a:pt x="168" y="209"/>
                </a:lnTo>
                <a:lnTo>
                  <a:pt x="254" y="153"/>
                </a:lnTo>
                <a:lnTo>
                  <a:pt x="251" y="89"/>
                </a:lnTo>
                <a:lnTo>
                  <a:pt x="284" y="46"/>
                </a:lnTo>
                <a:lnTo>
                  <a:pt x="248" y="31"/>
                </a:lnTo>
                <a:lnTo>
                  <a:pt x="152" y="46"/>
                </a:lnTo>
                <a:lnTo>
                  <a:pt x="68" y="0"/>
                </a:lnTo>
                <a:lnTo>
                  <a:pt x="38" y="46"/>
                </a:lnTo>
                <a:lnTo>
                  <a:pt x="35" y="90"/>
                </a:lnTo>
                <a:lnTo>
                  <a:pt x="16" y="129"/>
                </a:lnTo>
                <a:lnTo>
                  <a:pt x="47" y="136"/>
                </a:lnTo>
                <a:lnTo>
                  <a:pt x="38" y="153"/>
                </a:lnTo>
                <a:lnTo>
                  <a:pt x="0" y="191"/>
                </a:lnTo>
                <a:lnTo>
                  <a:pt x="4" y="23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06" name="Freeform 105"/>
          <p:cNvSpPr>
            <a:spLocks/>
          </p:cNvSpPr>
          <p:nvPr/>
        </p:nvSpPr>
        <p:spPr bwMode="auto">
          <a:xfrm>
            <a:off x="4585070" y="4003862"/>
            <a:ext cx="26111" cy="27753"/>
          </a:xfrm>
          <a:custGeom>
            <a:avLst/>
            <a:gdLst/>
            <a:ahLst/>
            <a:cxnLst>
              <a:cxn ang="0">
                <a:pos x="33" y="0"/>
              </a:cxn>
              <a:cxn ang="0">
                <a:pos x="0" y="54"/>
              </a:cxn>
              <a:cxn ang="0">
                <a:pos x="18" y="62"/>
              </a:cxn>
              <a:cxn ang="0">
                <a:pos x="54" y="26"/>
              </a:cxn>
              <a:cxn ang="0">
                <a:pos x="64" y="8"/>
              </a:cxn>
              <a:cxn ang="0">
                <a:pos x="33" y="0"/>
              </a:cxn>
            </a:cxnLst>
            <a:rect l="0" t="0" r="r" b="b"/>
            <a:pathLst>
              <a:path w="64" h="62">
                <a:moveTo>
                  <a:pt x="33" y="0"/>
                </a:moveTo>
                <a:lnTo>
                  <a:pt x="0" y="54"/>
                </a:lnTo>
                <a:lnTo>
                  <a:pt x="18" y="62"/>
                </a:lnTo>
                <a:lnTo>
                  <a:pt x="54" y="26"/>
                </a:lnTo>
                <a:lnTo>
                  <a:pt x="64" y="8"/>
                </a:lnTo>
                <a:lnTo>
                  <a:pt x="33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07" name="Freeform 106"/>
          <p:cNvSpPr>
            <a:spLocks/>
          </p:cNvSpPr>
          <p:nvPr/>
        </p:nvSpPr>
        <p:spPr bwMode="auto">
          <a:xfrm>
            <a:off x="4558957" y="4029880"/>
            <a:ext cx="34270" cy="98871"/>
          </a:xfrm>
          <a:custGeom>
            <a:avLst/>
            <a:gdLst/>
            <a:ahLst/>
            <a:cxnLst>
              <a:cxn ang="0">
                <a:pos x="27" y="83"/>
              </a:cxn>
              <a:cxn ang="0">
                <a:pos x="65" y="0"/>
              </a:cxn>
              <a:cxn ang="0">
                <a:pos x="83" y="8"/>
              </a:cxn>
              <a:cxn ang="0">
                <a:pos x="85" y="47"/>
              </a:cxn>
              <a:cxn ang="0">
                <a:pos x="57" y="108"/>
              </a:cxn>
              <a:cxn ang="0">
                <a:pos x="62" y="129"/>
              </a:cxn>
              <a:cxn ang="0">
                <a:pos x="49" y="230"/>
              </a:cxn>
              <a:cxn ang="0">
                <a:pos x="0" y="114"/>
              </a:cxn>
              <a:cxn ang="0">
                <a:pos x="27" y="83"/>
              </a:cxn>
            </a:cxnLst>
            <a:rect l="0" t="0" r="r" b="b"/>
            <a:pathLst>
              <a:path w="85" h="230">
                <a:moveTo>
                  <a:pt x="27" y="83"/>
                </a:moveTo>
                <a:lnTo>
                  <a:pt x="65" y="0"/>
                </a:lnTo>
                <a:lnTo>
                  <a:pt x="83" y="8"/>
                </a:lnTo>
                <a:lnTo>
                  <a:pt x="85" y="47"/>
                </a:lnTo>
                <a:lnTo>
                  <a:pt x="57" y="108"/>
                </a:lnTo>
                <a:lnTo>
                  <a:pt x="62" y="129"/>
                </a:lnTo>
                <a:lnTo>
                  <a:pt x="49" y="230"/>
                </a:lnTo>
                <a:lnTo>
                  <a:pt x="0" y="114"/>
                </a:lnTo>
                <a:lnTo>
                  <a:pt x="27" y="8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08" name="Freeform 107"/>
          <p:cNvSpPr>
            <a:spLocks/>
          </p:cNvSpPr>
          <p:nvPr/>
        </p:nvSpPr>
        <p:spPr bwMode="auto">
          <a:xfrm>
            <a:off x="4578542" y="4040287"/>
            <a:ext cx="84859" cy="100605"/>
          </a:xfrm>
          <a:custGeom>
            <a:avLst/>
            <a:gdLst/>
            <a:ahLst/>
            <a:cxnLst>
              <a:cxn ang="0">
                <a:pos x="37" y="22"/>
              </a:cxn>
              <a:cxn ang="0">
                <a:pos x="87" y="22"/>
              </a:cxn>
              <a:cxn ang="0">
                <a:pos x="200" y="0"/>
              </a:cxn>
              <a:cxn ang="0">
                <a:pos x="205" y="76"/>
              </a:cxn>
              <a:cxn ang="0">
                <a:pos x="174" y="94"/>
              </a:cxn>
              <a:cxn ang="0">
                <a:pos x="87" y="85"/>
              </a:cxn>
              <a:cxn ang="0">
                <a:pos x="98" y="115"/>
              </a:cxn>
              <a:cxn ang="0">
                <a:pos x="116" y="149"/>
              </a:cxn>
              <a:cxn ang="0">
                <a:pos x="34" y="233"/>
              </a:cxn>
              <a:cxn ang="0">
                <a:pos x="0" y="208"/>
              </a:cxn>
              <a:cxn ang="0">
                <a:pos x="0" y="205"/>
              </a:cxn>
              <a:cxn ang="0">
                <a:pos x="14" y="106"/>
              </a:cxn>
              <a:cxn ang="0">
                <a:pos x="8" y="82"/>
              </a:cxn>
              <a:cxn ang="0">
                <a:pos x="37" y="22"/>
              </a:cxn>
            </a:cxnLst>
            <a:rect l="0" t="0" r="r" b="b"/>
            <a:pathLst>
              <a:path w="205" h="233">
                <a:moveTo>
                  <a:pt x="37" y="22"/>
                </a:moveTo>
                <a:lnTo>
                  <a:pt x="87" y="22"/>
                </a:lnTo>
                <a:lnTo>
                  <a:pt x="200" y="0"/>
                </a:lnTo>
                <a:lnTo>
                  <a:pt x="205" y="76"/>
                </a:lnTo>
                <a:lnTo>
                  <a:pt x="174" y="94"/>
                </a:lnTo>
                <a:lnTo>
                  <a:pt x="87" y="85"/>
                </a:lnTo>
                <a:lnTo>
                  <a:pt x="98" y="115"/>
                </a:lnTo>
                <a:lnTo>
                  <a:pt x="116" y="149"/>
                </a:lnTo>
                <a:lnTo>
                  <a:pt x="34" y="233"/>
                </a:lnTo>
                <a:lnTo>
                  <a:pt x="0" y="208"/>
                </a:lnTo>
                <a:lnTo>
                  <a:pt x="0" y="205"/>
                </a:lnTo>
                <a:lnTo>
                  <a:pt x="14" y="106"/>
                </a:lnTo>
                <a:lnTo>
                  <a:pt x="8" y="82"/>
                </a:lnTo>
                <a:lnTo>
                  <a:pt x="37" y="22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09" name="Freeform 108"/>
          <p:cNvSpPr>
            <a:spLocks/>
          </p:cNvSpPr>
          <p:nvPr/>
        </p:nvSpPr>
        <p:spPr bwMode="auto">
          <a:xfrm>
            <a:off x="4514897" y="4078447"/>
            <a:ext cx="63645" cy="93666"/>
          </a:xfrm>
          <a:custGeom>
            <a:avLst/>
            <a:gdLst/>
            <a:ahLst/>
            <a:cxnLst>
              <a:cxn ang="0">
                <a:pos x="126" y="195"/>
              </a:cxn>
              <a:cxn ang="0">
                <a:pos x="107" y="213"/>
              </a:cxn>
              <a:cxn ang="0">
                <a:pos x="83" y="217"/>
              </a:cxn>
              <a:cxn ang="0">
                <a:pos x="66" y="192"/>
              </a:cxn>
              <a:cxn ang="0">
                <a:pos x="0" y="27"/>
              </a:cxn>
              <a:cxn ang="0">
                <a:pos x="19" y="9"/>
              </a:cxn>
              <a:cxn ang="0">
                <a:pos x="71" y="9"/>
              </a:cxn>
              <a:cxn ang="0">
                <a:pos x="106" y="0"/>
              </a:cxn>
              <a:cxn ang="0">
                <a:pos x="155" y="117"/>
              </a:cxn>
              <a:cxn ang="0">
                <a:pos x="155" y="119"/>
              </a:cxn>
              <a:cxn ang="0">
                <a:pos x="126" y="195"/>
              </a:cxn>
            </a:cxnLst>
            <a:rect l="0" t="0" r="r" b="b"/>
            <a:pathLst>
              <a:path w="155" h="217">
                <a:moveTo>
                  <a:pt x="126" y="195"/>
                </a:moveTo>
                <a:lnTo>
                  <a:pt x="107" y="213"/>
                </a:lnTo>
                <a:lnTo>
                  <a:pt x="83" y="217"/>
                </a:lnTo>
                <a:lnTo>
                  <a:pt x="66" y="192"/>
                </a:lnTo>
                <a:lnTo>
                  <a:pt x="0" y="27"/>
                </a:lnTo>
                <a:lnTo>
                  <a:pt x="19" y="9"/>
                </a:lnTo>
                <a:lnTo>
                  <a:pt x="71" y="9"/>
                </a:lnTo>
                <a:lnTo>
                  <a:pt x="106" y="0"/>
                </a:lnTo>
                <a:lnTo>
                  <a:pt x="155" y="117"/>
                </a:lnTo>
                <a:lnTo>
                  <a:pt x="155" y="119"/>
                </a:lnTo>
                <a:lnTo>
                  <a:pt x="126" y="19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10" name="Freeform 109"/>
          <p:cNvSpPr>
            <a:spLocks/>
          </p:cNvSpPr>
          <p:nvPr/>
        </p:nvSpPr>
        <p:spPr bwMode="auto">
          <a:xfrm>
            <a:off x="4660136" y="3957027"/>
            <a:ext cx="189302" cy="211616"/>
          </a:xfrm>
          <a:custGeom>
            <a:avLst/>
            <a:gdLst/>
            <a:ahLst/>
            <a:cxnLst>
              <a:cxn ang="0">
                <a:pos x="464" y="402"/>
              </a:cxn>
              <a:cxn ang="0">
                <a:pos x="464" y="438"/>
              </a:cxn>
              <a:cxn ang="0">
                <a:pos x="401" y="438"/>
              </a:cxn>
              <a:cxn ang="0">
                <a:pos x="384" y="489"/>
              </a:cxn>
              <a:cxn ang="0">
                <a:pos x="273" y="455"/>
              </a:cxn>
              <a:cxn ang="0">
                <a:pos x="225" y="471"/>
              </a:cxn>
              <a:cxn ang="0">
                <a:pos x="191" y="438"/>
              </a:cxn>
              <a:cxn ang="0">
                <a:pos x="192" y="384"/>
              </a:cxn>
              <a:cxn ang="0">
                <a:pos x="157" y="376"/>
              </a:cxn>
              <a:cxn ang="0">
                <a:pos x="91" y="376"/>
              </a:cxn>
              <a:cxn ang="0">
                <a:pos x="5" y="265"/>
              </a:cxn>
              <a:cxn ang="0">
                <a:pos x="0" y="189"/>
              </a:cxn>
              <a:cxn ang="0">
                <a:pos x="88" y="134"/>
              </a:cxn>
              <a:cxn ang="0">
                <a:pos x="85" y="68"/>
              </a:cxn>
              <a:cxn ang="0">
                <a:pos x="117" y="23"/>
              </a:cxn>
              <a:cxn ang="0">
                <a:pos x="165" y="0"/>
              </a:cxn>
              <a:cxn ang="0">
                <a:pos x="212" y="13"/>
              </a:cxn>
              <a:cxn ang="0">
                <a:pos x="273" y="13"/>
              </a:cxn>
              <a:cxn ang="0">
                <a:pos x="273" y="47"/>
              </a:cxn>
              <a:cxn ang="0">
                <a:pos x="311" y="78"/>
              </a:cxn>
              <a:cxn ang="0">
                <a:pos x="325" y="123"/>
              </a:cxn>
              <a:cxn ang="0">
                <a:pos x="295" y="150"/>
              </a:cxn>
              <a:cxn ang="0">
                <a:pos x="295" y="197"/>
              </a:cxn>
              <a:cxn ang="0">
                <a:pos x="311" y="215"/>
              </a:cxn>
              <a:cxn ang="0">
                <a:pos x="347" y="210"/>
              </a:cxn>
              <a:cxn ang="0">
                <a:pos x="347" y="252"/>
              </a:cxn>
              <a:cxn ang="0">
                <a:pos x="359" y="266"/>
              </a:cxn>
              <a:cxn ang="0">
                <a:pos x="412" y="266"/>
              </a:cxn>
              <a:cxn ang="0">
                <a:pos x="412" y="343"/>
              </a:cxn>
              <a:cxn ang="0">
                <a:pos x="444" y="369"/>
              </a:cxn>
              <a:cxn ang="0">
                <a:pos x="464" y="402"/>
              </a:cxn>
            </a:cxnLst>
            <a:rect l="0" t="0" r="r" b="b"/>
            <a:pathLst>
              <a:path w="464" h="489">
                <a:moveTo>
                  <a:pt x="464" y="402"/>
                </a:moveTo>
                <a:lnTo>
                  <a:pt x="464" y="438"/>
                </a:lnTo>
                <a:lnTo>
                  <a:pt x="401" y="438"/>
                </a:lnTo>
                <a:lnTo>
                  <a:pt x="384" y="489"/>
                </a:lnTo>
                <a:lnTo>
                  <a:pt x="273" y="455"/>
                </a:lnTo>
                <a:lnTo>
                  <a:pt x="225" y="471"/>
                </a:lnTo>
                <a:lnTo>
                  <a:pt x="191" y="438"/>
                </a:lnTo>
                <a:lnTo>
                  <a:pt x="192" y="384"/>
                </a:lnTo>
                <a:lnTo>
                  <a:pt x="157" y="376"/>
                </a:lnTo>
                <a:lnTo>
                  <a:pt x="91" y="376"/>
                </a:lnTo>
                <a:lnTo>
                  <a:pt x="5" y="265"/>
                </a:lnTo>
                <a:lnTo>
                  <a:pt x="0" y="189"/>
                </a:lnTo>
                <a:lnTo>
                  <a:pt x="88" y="134"/>
                </a:lnTo>
                <a:lnTo>
                  <a:pt x="85" y="68"/>
                </a:lnTo>
                <a:lnTo>
                  <a:pt x="117" y="23"/>
                </a:lnTo>
                <a:lnTo>
                  <a:pt x="165" y="0"/>
                </a:lnTo>
                <a:lnTo>
                  <a:pt x="212" y="13"/>
                </a:lnTo>
                <a:lnTo>
                  <a:pt x="273" y="13"/>
                </a:lnTo>
                <a:lnTo>
                  <a:pt x="273" y="47"/>
                </a:lnTo>
                <a:lnTo>
                  <a:pt x="311" y="78"/>
                </a:lnTo>
                <a:lnTo>
                  <a:pt x="325" y="123"/>
                </a:lnTo>
                <a:lnTo>
                  <a:pt x="295" y="150"/>
                </a:lnTo>
                <a:lnTo>
                  <a:pt x="295" y="197"/>
                </a:lnTo>
                <a:lnTo>
                  <a:pt x="311" y="215"/>
                </a:lnTo>
                <a:lnTo>
                  <a:pt x="347" y="210"/>
                </a:lnTo>
                <a:lnTo>
                  <a:pt x="347" y="252"/>
                </a:lnTo>
                <a:lnTo>
                  <a:pt x="359" y="266"/>
                </a:lnTo>
                <a:lnTo>
                  <a:pt x="412" y="266"/>
                </a:lnTo>
                <a:lnTo>
                  <a:pt x="412" y="343"/>
                </a:lnTo>
                <a:lnTo>
                  <a:pt x="444" y="369"/>
                </a:lnTo>
                <a:lnTo>
                  <a:pt x="464" y="402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11" name="Freeform 110"/>
          <p:cNvSpPr>
            <a:spLocks/>
          </p:cNvSpPr>
          <p:nvPr/>
        </p:nvSpPr>
        <p:spPr bwMode="auto">
          <a:xfrm>
            <a:off x="4816800" y="4147831"/>
            <a:ext cx="40798" cy="31222"/>
          </a:xfrm>
          <a:custGeom>
            <a:avLst/>
            <a:gdLst/>
            <a:ahLst/>
            <a:cxnLst>
              <a:cxn ang="0">
                <a:pos x="100" y="71"/>
              </a:cxn>
              <a:cxn ang="0">
                <a:pos x="0" y="49"/>
              </a:cxn>
              <a:cxn ang="0">
                <a:pos x="17" y="0"/>
              </a:cxn>
              <a:cxn ang="0">
                <a:pos x="80" y="0"/>
              </a:cxn>
              <a:cxn ang="0">
                <a:pos x="67" y="13"/>
              </a:cxn>
              <a:cxn ang="0">
                <a:pos x="76" y="34"/>
              </a:cxn>
              <a:cxn ang="0">
                <a:pos x="100" y="71"/>
              </a:cxn>
            </a:cxnLst>
            <a:rect l="0" t="0" r="r" b="b"/>
            <a:pathLst>
              <a:path w="100" h="71">
                <a:moveTo>
                  <a:pt x="100" y="71"/>
                </a:moveTo>
                <a:lnTo>
                  <a:pt x="0" y="49"/>
                </a:lnTo>
                <a:lnTo>
                  <a:pt x="17" y="0"/>
                </a:lnTo>
                <a:lnTo>
                  <a:pt x="80" y="0"/>
                </a:lnTo>
                <a:lnTo>
                  <a:pt x="67" y="13"/>
                </a:lnTo>
                <a:lnTo>
                  <a:pt x="76" y="34"/>
                </a:lnTo>
                <a:lnTo>
                  <a:pt x="100" y="7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12" name="Freeform 111"/>
          <p:cNvSpPr>
            <a:spLocks/>
          </p:cNvSpPr>
          <p:nvPr/>
        </p:nvSpPr>
        <p:spPr bwMode="auto">
          <a:xfrm>
            <a:off x="4904925" y="4225885"/>
            <a:ext cx="24479" cy="45098"/>
          </a:xfrm>
          <a:custGeom>
            <a:avLst/>
            <a:gdLst/>
            <a:ahLst/>
            <a:cxnLst>
              <a:cxn ang="0">
                <a:pos x="0" y="93"/>
              </a:cxn>
              <a:cxn ang="0">
                <a:pos x="19" y="77"/>
              </a:cxn>
              <a:cxn ang="0">
                <a:pos x="20" y="20"/>
              </a:cxn>
              <a:cxn ang="0">
                <a:pos x="33" y="0"/>
              </a:cxn>
              <a:cxn ang="0">
                <a:pos x="50" y="2"/>
              </a:cxn>
              <a:cxn ang="0">
                <a:pos x="57" y="54"/>
              </a:cxn>
              <a:cxn ang="0">
                <a:pos x="19" y="106"/>
              </a:cxn>
              <a:cxn ang="0">
                <a:pos x="0" y="93"/>
              </a:cxn>
            </a:cxnLst>
            <a:rect l="0" t="0" r="r" b="b"/>
            <a:pathLst>
              <a:path w="57" h="106">
                <a:moveTo>
                  <a:pt x="0" y="93"/>
                </a:moveTo>
                <a:lnTo>
                  <a:pt x="19" y="77"/>
                </a:lnTo>
                <a:lnTo>
                  <a:pt x="20" y="20"/>
                </a:lnTo>
                <a:lnTo>
                  <a:pt x="33" y="0"/>
                </a:lnTo>
                <a:lnTo>
                  <a:pt x="50" y="2"/>
                </a:lnTo>
                <a:lnTo>
                  <a:pt x="57" y="54"/>
                </a:lnTo>
                <a:lnTo>
                  <a:pt x="19" y="106"/>
                </a:lnTo>
                <a:lnTo>
                  <a:pt x="0" y="9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13" name="Freeform 112"/>
          <p:cNvSpPr>
            <a:spLocks/>
          </p:cNvSpPr>
          <p:nvPr/>
        </p:nvSpPr>
        <p:spPr bwMode="auto">
          <a:xfrm>
            <a:off x="4883708" y="4227620"/>
            <a:ext cx="146872" cy="76321"/>
          </a:xfrm>
          <a:custGeom>
            <a:avLst/>
            <a:gdLst/>
            <a:ahLst/>
            <a:cxnLst>
              <a:cxn ang="0">
                <a:pos x="357" y="13"/>
              </a:cxn>
              <a:cxn ang="0">
                <a:pos x="320" y="0"/>
              </a:cxn>
              <a:cxn ang="0">
                <a:pos x="266" y="60"/>
              </a:cxn>
              <a:cxn ang="0">
                <a:pos x="231" y="70"/>
              </a:cxn>
              <a:cxn ang="0">
                <a:pos x="199" y="108"/>
              </a:cxn>
              <a:cxn ang="0">
                <a:pos x="84" y="100"/>
              </a:cxn>
              <a:cxn ang="0">
                <a:pos x="69" y="102"/>
              </a:cxn>
              <a:cxn ang="0">
                <a:pos x="0" y="124"/>
              </a:cxn>
              <a:cxn ang="0">
                <a:pos x="4" y="165"/>
              </a:cxn>
              <a:cxn ang="0">
                <a:pos x="130" y="177"/>
              </a:cxn>
              <a:cxn ang="0">
                <a:pos x="212" y="148"/>
              </a:cxn>
              <a:cxn ang="0">
                <a:pos x="253" y="124"/>
              </a:cxn>
              <a:cxn ang="0">
                <a:pos x="337" y="75"/>
              </a:cxn>
              <a:cxn ang="0">
                <a:pos x="357" y="13"/>
              </a:cxn>
            </a:cxnLst>
            <a:rect l="0" t="0" r="r" b="b"/>
            <a:pathLst>
              <a:path w="357" h="177">
                <a:moveTo>
                  <a:pt x="357" y="13"/>
                </a:moveTo>
                <a:lnTo>
                  <a:pt x="320" y="0"/>
                </a:lnTo>
                <a:lnTo>
                  <a:pt x="266" y="60"/>
                </a:lnTo>
                <a:lnTo>
                  <a:pt x="231" y="70"/>
                </a:lnTo>
                <a:lnTo>
                  <a:pt x="199" y="108"/>
                </a:lnTo>
                <a:lnTo>
                  <a:pt x="84" y="100"/>
                </a:lnTo>
                <a:lnTo>
                  <a:pt x="69" y="102"/>
                </a:lnTo>
                <a:lnTo>
                  <a:pt x="0" y="124"/>
                </a:lnTo>
                <a:lnTo>
                  <a:pt x="4" y="165"/>
                </a:lnTo>
                <a:lnTo>
                  <a:pt x="130" y="177"/>
                </a:lnTo>
                <a:lnTo>
                  <a:pt x="212" y="148"/>
                </a:lnTo>
                <a:lnTo>
                  <a:pt x="253" y="124"/>
                </a:lnTo>
                <a:lnTo>
                  <a:pt x="337" y="75"/>
                </a:lnTo>
                <a:lnTo>
                  <a:pt x="357" y="13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14" name="Freeform 113"/>
          <p:cNvSpPr>
            <a:spLocks/>
          </p:cNvSpPr>
          <p:nvPr/>
        </p:nvSpPr>
        <p:spPr bwMode="auto">
          <a:xfrm>
            <a:off x="4926140" y="4258842"/>
            <a:ext cx="164823" cy="192537"/>
          </a:xfrm>
          <a:custGeom>
            <a:avLst/>
            <a:gdLst/>
            <a:ahLst/>
            <a:cxnLst>
              <a:cxn ang="0">
                <a:pos x="235" y="0"/>
              </a:cxn>
              <a:cxn ang="0">
                <a:pos x="151" y="50"/>
              </a:cxn>
              <a:cxn ang="0">
                <a:pos x="170" y="164"/>
              </a:cxn>
              <a:cxn ang="0">
                <a:pos x="118" y="251"/>
              </a:cxn>
              <a:cxn ang="0">
                <a:pos x="0" y="338"/>
              </a:cxn>
              <a:cxn ang="0">
                <a:pos x="44" y="443"/>
              </a:cxn>
              <a:cxn ang="0">
                <a:pos x="108" y="421"/>
              </a:cxn>
              <a:cxn ang="0">
                <a:pos x="206" y="413"/>
              </a:cxn>
              <a:cxn ang="0">
                <a:pos x="221" y="374"/>
              </a:cxn>
              <a:cxn ang="0">
                <a:pos x="269" y="370"/>
              </a:cxn>
              <a:cxn ang="0">
                <a:pos x="269" y="341"/>
              </a:cxn>
              <a:cxn ang="0">
                <a:pos x="292" y="341"/>
              </a:cxn>
              <a:cxn ang="0">
                <a:pos x="286" y="302"/>
              </a:cxn>
              <a:cxn ang="0">
                <a:pos x="403" y="202"/>
              </a:cxn>
              <a:cxn ang="0">
                <a:pos x="406" y="175"/>
              </a:cxn>
              <a:cxn ang="0">
                <a:pos x="319" y="64"/>
              </a:cxn>
              <a:cxn ang="0">
                <a:pos x="254" y="64"/>
              </a:cxn>
              <a:cxn ang="0">
                <a:pos x="235" y="0"/>
              </a:cxn>
            </a:cxnLst>
            <a:rect l="0" t="0" r="r" b="b"/>
            <a:pathLst>
              <a:path w="406" h="443">
                <a:moveTo>
                  <a:pt x="235" y="0"/>
                </a:moveTo>
                <a:lnTo>
                  <a:pt x="151" y="50"/>
                </a:lnTo>
                <a:lnTo>
                  <a:pt x="170" y="164"/>
                </a:lnTo>
                <a:lnTo>
                  <a:pt x="118" y="251"/>
                </a:lnTo>
                <a:lnTo>
                  <a:pt x="0" y="338"/>
                </a:lnTo>
                <a:lnTo>
                  <a:pt x="44" y="443"/>
                </a:lnTo>
                <a:lnTo>
                  <a:pt x="108" y="421"/>
                </a:lnTo>
                <a:lnTo>
                  <a:pt x="206" y="413"/>
                </a:lnTo>
                <a:lnTo>
                  <a:pt x="221" y="374"/>
                </a:lnTo>
                <a:lnTo>
                  <a:pt x="269" y="370"/>
                </a:lnTo>
                <a:lnTo>
                  <a:pt x="269" y="341"/>
                </a:lnTo>
                <a:lnTo>
                  <a:pt x="292" y="341"/>
                </a:lnTo>
                <a:lnTo>
                  <a:pt x="286" y="302"/>
                </a:lnTo>
                <a:lnTo>
                  <a:pt x="403" y="202"/>
                </a:lnTo>
                <a:lnTo>
                  <a:pt x="406" y="175"/>
                </a:lnTo>
                <a:lnTo>
                  <a:pt x="319" y="64"/>
                </a:lnTo>
                <a:lnTo>
                  <a:pt x="254" y="64"/>
                </a:lnTo>
                <a:lnTo>
                  <a:pt x="235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15" name="Freeform 114"/>
          <p:cNvSpPr>
            <a:spLocks/>
          </p:cNvSpPr>
          <p:nvPr/>
        </p:nvSpPr>
        <p:spPr bwMode="auto">
          <a:xfrm>
            <a:off x="5099120" y="3957027"/>
            <a:ext cx="303536" cy="211616"/>
          </a:xfrm>
          <a:custGeom>
            <a:avLst/>
            <a:gdLst/>
            <a:ahLst/>
            <a:cxnLst>
              <a:cxn ang="0">
                <a:pos x="34" y="489"/>
              </a:cxn>
              <a:cxn ang="0">
                <a:pos x="34" y="468"/>
              </a:cxn>
              <a:cxn ang="0">
                <a:pos x="83" y="424"/>
              </a:cxn>
              <a:cxn ang="0">
                <a:pos x="83" y="384"/>
              </a:cxn>
              <a:cxn ang="0">
                <a:pos x="47" y="384"/>
              </a:cxn>
              <a:cxn ang="0">
                <a:pos x="0" y="313"/>
              </a:cxn>
              <a:cxn ang="0">
                <a:pos x="41" y="281"/>
              </a:cxn>
              <a:cxn ang="0">
                <a:pos x="47" y="255"/>
              </a:cxn>
              <a:cxn ang="0">
                <a:pos x="8" y="221"/>
              </a:cxn>
              <a:cxn ang="0">
                <a:pos x="47" y="189"/>
              </a:cxn>
              <a:cxn ang="0">
                <a:pos x="51" y="101"/>
              </a:cxn>
              <a:cxn ang="0">
                <a:pos x="72" y="81"/>
              </a:cxn>
              <a:cxn ang="0">
                <a:pos x="257" y="112"/>
              </a:cxn>
              <a:cxn ang="0">
                <a:pos x="357" y="37"/>
              </a:cxn>
              <a:cxn ang="0">
                <a:pos x="556" y="39"/>
              </a:cxn>
              <a:cxn ang="0">
                <a:pos x="594" y="0"/>
              </a:cxn>
              <a:cxn ang="0">
                <a:pos x="610" y="33"/>
              </a:cxn>
              <a:cxn ang="0">
                <a:pos x="621" y="91"/>
              </a:cxn>
              <a:cxn ang="0">
                <a:pos x="663" y="81"/>
              </a:cxn>
              <a:cxn ang="0">
                <a:pos x="742" y="59"/>
              </a:cxn>
              <a:cxn ang="0">
                <a:pos x="744" y="91"/>
              </a:cxn>
              <a:cxn ang="0">
                <a:pos x="694" y="96"/>
              </a:cxn>
              <a:cxn ang="0">
                <a:pos x="625" y="132"/>
              </a:cxn>
              <a:cxn ang="0">
                <a:pos x="627" y="176"/>
              </a:cxn>
              <a:cxn ang="0">
                <a:pos x="584" y="227"/>
              </a:cxn>
              <a:cxn ang="0">
                <a:pos x="570" y="211"/>
              </a:cxn>
              <a:cxn ang="0">
                <a:pos x="541" y="229"/>
              </a:cxn>
              <a:cxn ang="0">
                <a:pos x="552" y="259"/>
              </a:cxn>
              <a:cxn ang="0">
                <a:pos x="531" y="308"/>
              </a:cxn>
              <a:cxn ang="0">
                <a:pos x="507" y="308"/>
              </a:cxn>
              <a:cxn ang="0">
                <a:pos x="490" y="358"/>
              </a:cxn>
              <a:cxn ang="0">
                <a:pos x="456" y="332"/>
              </a:cxn>
              <a:cxn ang="0">
                <a:pos x="406" y="378"/>
              </a:cxn>
              <a:cxn ang="0">
                <a:pos x="361" y="343"/>
              </a:cxn>
              <a:cxn ang="0">
                <a:pos x="308" y="426"/>
              </a:cxn>
              <a:cxn ang="0">
                <a:pos x="226" y="468"/>
              </a:cxn>
              <a:cxn ang="0">
                <a:pos x="119" y="489"/>
              </a:cxn>
              <a:cxn ang="0">
                <a:pos x="34" y="489"/>
              </a:cxn>
            </a:cxnLst>
            <a:rect l="0" t="0" r="r" b="b"/>
            <a:pathLst>
              <a:path w="744" h="489">
                <a:moveTo>
                  <a:pt x="34" y="489"/>
                </a:moveTo>
                <a:lnTo>
                  <a:pt x="34" y="468"/>
                </a:lnTo>
                <a:lnTo>
                  <a:pt x="83" y="424"/>
                </a:lnTo>
                <a:lnTo>
                  <a:pt x="83" y="384"/>
                </a:lnTo>
                <a:lnTo>
                  <a:pt x="47" y="384"/>
                </a:lnTo>
                <a:lnTo>
                  <a:pt x="0" y="313"/>
                </a:lnTo>
                <a:lnTo>
                  <a:pt x="41" y="281"/>
                </a:lnTo>
                <a:lnTo>
                  <a:pt x="47" y="255"/>
                </a:lnTo>
                <a:lnTo>
                  <a:pt x="8" y="221"/>
                </a:lnTo>
                <a:lnTo>
                  <a:pt x="47" y="189"/>
                </a:lnTo>
                <a:lnTo>
                  <a:pt x="51" y="101"/>
                </a:lnTo>
                <a:lnTo>
                  <a:pt x="72" y="81"/>
                </a:lnTo>
                <a:lnTo>
                  <a:pt x="257" y="112"/>
                </a:lnTo>
                <a:lnTo>
                  <a:pt x="357" y="37"/>
                </a:lnTo>
                <a:lnTo>
                  <a:pt x="556" y="39"/>
                </a:lnTo>
                <a:lnTo>
                  <a:pt x="594" y="0"/>
                </a:lnTo>
                <a:lnTo>
                  <a:pt x="610" y="33"/>
                </a:lnTo>
                <a:lnTo>
                  <a:pt x="621" y="91"/>
                </a:lnTo>
                <a:lnTo>
                  <a:pt x="663" y="81"/>
                </a:lnTo>
                <a:lnTo>
                  <a:pt x="742" y="59"/>
                </a:lnTo>
                <a:lnTo>
                  <a:pt x="744" y="91"/>
                </a:lnTo>
                <a:lnTo>
                  <a:pt x="694" y="96"/>
                </a:lnTo>
                <a:lnTo>
                  <a:pt x="625" y="132"/>
                </a:lnTo>
                <a:lnTo>
                  <a:pt x="627" y="176"/>
                </a:lnTo>
                <a:lnTo>
                  <a:pt x="584" y="227"/>
                </a:lnTo>
                <a:lnTo>
                  <a:pt x="570" y="211"/>
                </a:lnTo>
                <a:lnTo>
                  <a:pt x="541" y="229"/>
                </a:lnTo>
                <a:lnTo>
                  <a:pt x="552" y="259"/>
                </a:lnTo>
                <a:lnTo>
                  <a:pt x="531" y="308"/>
                </a:lnTo>
                <a:lnTo>
                  <a:pt x="507" y="308"/>
                </a:lnTo>
                <a:lnTo>
                  <a:pt x="490" y="358"/>
                </a:lnTo>
                <a:lnTo>
                  <a:pt x="456" y="332"/>
                </a:lnTo>
                <a:lnTo>
                  <a:pt x="406" y="378"/>
                </a:lnTo>
                <a:lnTo>
                  <a:pt x="361" y="343"/>
                </a:lnTo>
                <a:lnTo>
                  <a:pt x="308" y="426"/>
                </a:lnTo>
                <a:lnTo>
                  <a:pt x="226" y="468"/>
                </a:lnTo>
                <a:lnTo>
                  <a:pt x="119" y="489"/>
                </a:lnTo>
                <a:lnTo>
                  <a:pt x="34" y="48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16" name="Freeform 115"/>
          <p:cNvSpPr>
            <a:spLocks/>
          </p:cNvSpPr>
          <p:nvPr/>
        </p:nvSpPr>
        <p:spPr bwMode="auto">
          <a:xfrm>
            <a:off x="5112175" y="3996922"/>
            <a:ext cx="342702" cy="300079"/>
          </a:xfrm>
          <a:custGeom>
            <a:avLst/>
            <a:gdLst/>
            <a:ahLst/>
            <a:cxnLst>
              <a:cxn ang="0">
                <a:pos x="42" y="568"/>
              </a:cxn>
              <a:cxn ang="0">
                <a:pos x="101" y="568"/>
              </a:cxn>
              <a:cxn ang="0">
                <a:pos x="126" y="557"/>
              </a:cxn>
              <a:cxn ang="0">
                <a:pos x="98" y="518"/>
              </a:cxn>
              <a:cxn ang="0">
                <a:pos x="77" y="467"/>
              </a:cxn>
              <a:cxn ang="0">
                <a:pos x="17" y="460"/>
              </a:cxn>
              <a:cxn ang="0">
                <a:pos x="8" y="435"/>
              </a:cxn>
              <a:cxn ang="0">
                <a:pos x="0" y="397"/>
              </a:cxn>
              <a:cxn ang="0">
                <a:pos x="85" y="397"/>
              </a:cxn>
              <a:cxn ang="0">
                <a:pos x="193" y="377"/>
              </a:cxn>
              <a:cxn ang="0">
                <a:pos x="274" y="335"/>
              </a:cxn>
              <a:cxn ang="0">
                <a:pos x="327" y="252"/>
              </a:cxn>
              <a:cxn ang="0">
                <a:pos x="373" y="287"/>
              </a:cxn>
              <a:cxn ang="0">
                <a:pos x="424" y="241"/>
              </a:cxn>
              <a:cxn ang="0">
                <a:pos x="457" y="267"/>
              </a:cxn>
              <a:cxn ang="0">
                <a:pos x="473" y="218"/>
              </a:cxn>
              <a:cxn ang="0">
                <a:pos x="498" y="218"/>
              </a:cxn>
              <a:cxn ang="0">
                <a:pos x="519" y="168"/>
              </a:cxn>
              <a:cxn ang="0">
                <a:pos x="508" y="139"/>
              </a:cxn>
              <a:cxn ang="0">
                <a:pos x="536" y="120"/>
              </a:cxn>
              <a:cxn ang="0">
                <a:pos x="551" y="136"/>
              </a:cxn>
              <a:cxn ang="0">
                <a:pos x="594" y="86"/>
              </a:cxn>
              <a:cxn ang="0">
                <a:pos x="592" y="41"/>
              </a:cxn>
              <a:cxn ang="0">
                <a:pos x="661" y="4"/>
              </a:cxn>
              <a:cxn ang="0">
                <a:pos x="710" y="0"/>
              </a:cxn>
              <a:cxn ang="0">
                <a:pos x="813" y="60"/>
              </a:cxn>
              <a:cxn ang="0">
                <a:pos x="841" y="107"/>
              </a:cxn>
              <a:cxn ang="0">
                <a:pos x="768" y="114"/>
              </a:cxn>
              <a:cxn ang="0">
                <a:pos x="743" y="139"/>
              </a:cxn>
              <a:cxn ang="0">
                <a:pos x="743" y="223"/>
              </a:cxn>
              <a:cxn ang="0">
                <a:pos x="795" y="258"/>
              </a:cxn>
              <a:cxn ang="0">
                <a:pos x="759" y="266"/>
              </a:cxn>
              <a:cxn ang="0">
                <a:pos x="729" y="312"/>
              </a:cxn>
              <a:cxn ang="0">
                <a:pos x="755" y="340"/>
              </a:cxn>
              <a:cxn ang="0">
                <a:pos x="736" y="365"/>
              </a:cxn>
              <a:cxn ang="0">
                <a:pos x="679" y="377"/>
              </a:cxn>
              <a:cxn ang="0">
                <a:pos x="646" y="388"/>
              </a:cxn>
              <a:cxn ang="0">
                <a:pos x="646" y="441"/>
              </a:cxn>
              <a:cxn ang="0">
                <a:pos x="598" y="441"/>
              </a:cxn>
              <a:cxn ang="0">
                <a:pos x="598" y="477"/>
              </a:cxn>
              <a:cxn ang="0">
                <a:pos x="495" y="484"/>
              </a:cxn>
              <a:cxn ang="0">
                <a:pos x="503" y="504"/>
              </a:cxn>
              <a:cxn ang="0">
                <a:pos x="458" y="504"/>
              </a:cxn>
              <a:cxn ang="0">
                <a:pos x="458" y="558"/>
              </a:cxn>
              <a:cxn ang="0">
                <a:pos x="495" y="561"/>
              </a:cxn>
              <a:cxn ang="0">
                <a:pos x="498" y="584"/>
              </a:cxn>
              <a:cxn ang="0">
                <a:pos x="531" y="593"/>
              </a:cxn>
              <a:cxn ang="0">
                <a:pos x="542" y="650"/>
              </a:cxn>
              <a:cxn ang="0">
                <a:pos x="536" y="682"/>
              </a:cxn>
              <a:cxn ang="0">
                <a:pos x="511" y="640"/>
              </a:cxn>
              <a:cxn ang="0">
                <a:pos x="452" y="640"/>
              </a:cxn>
              <a:cxn ang="0">
                <a:pos x="388" y="693"/>
              </a:cxn>
              <a:cxn ang="0">
                <a:pos x="352" y="673"/>
              </a:cxn>
              <a:cxn ang="0">
                <a:pos x="330" y="683"/>
              </a:cxn>
              <a:cxn ang="0">
                <a:pos x="320" y="656"/>
              </a:cxn>
              <a:cxn ang="0">
                <a:pos x="304" y="666"/>
              </a:cxn>
              <a:cxn ang="0">
                <a:pos x="304" y="648"/>
              </a:cxn>
              <a:cxn ang="0">
                <a:pos x="243" y="607"/>
              </a:cxn>
              <a:cxn ang="0">
                <a:pos x="114" y="607"/>
              </a:cxn>
              <a:cxn ang="0">
                <a:pos x="74" y="635"/>
              </a:cxn>
              <a:cxn ang="0">
                <a:pos x="34" y="620"/>
              </a:cxn>
              <a:cxn ang="0">
                <a:pos x="42" y="568"/>
              </a:cxn>
            </a:cxnLst>
            <a:rect l="0" t="0" r="r" b="b"/>
            <a:pathLst>
              <a:path w="841" h="693">
                <a:moveTo>
                  <a:pt x="42" y="568"/>
                </a:moveTo>
                <a:lnTo>
                  <a:pt x="101" y="568"/>
                </a:lnTo>
                <a:lnTo>
                  <a:pt x="126" y="557"/>
                </a:lnTo>
                <a:lnTo>
                  <a:pt x="98" y="518"/>
                </a:lnTo>
                <a:lnTo>
                  <a:pt x="77" y="467"/>
                </a:lnTo>
                <a:lnTo>
                  <a:pt x="17" y="460"/>
                </a:lnTo>
                <a:lnTo>
                  <a:pt x="8" y="435"/>
                </a:lnTo>
                <a:lnTo>
                  <a:pt x="0" y="397"/>
                </a:lnTo>
                <a:lnTo>
                  <a:pt x="85" y="397"/>
                </a:lnTo>
                <a:lnTo>
                  <a:pt x="193" y="377"/>
                </a:lnTo>
                <a:lnTo>
                  <a:pt x="274" y="335"/>
                </a:lnTo>
                <a:lnTo>
                  <a:pt x="327" y="252"/>
                </a:lnTo>
                <a:lnTo>
                  <a:pt x="373" y="287"/>
                </a:lnTo>
                <a:lnTo>
                  <a:pt x="424" y="241"/>
                </a:lnTo>
                <a:lnTo>
                  <a:pt x="457" y="267"/>
                </a:lnTo>
                <a:lnTo>
                  <a:pt x="473" y="218"/>
                </a:lnTo>
                <a:lnTo>
                  <a:pt x="498" y="218"/>
                </a:lnTo>
                <a:lnTo>
                  <a:pt x="519" y="168"/>
                </a:lnTo>
                <a:lnTo>
                  <a:pt x="508" y="139"/>
                </a:lnTo>
                <a:lnTo>
                  <a:pt x="536" y="120"/>
                </a:lnTo>
                <a:lnTo>
                  <a:pt x="551" y="136"/>
                </a:lnTo>
                <a:lnTo>
                  <a:pt x="594" y="86"/>
                </a:lnTo>
                <a:lnTo>
                  <a:pt x="592" y="41"/>
                </a:lnTo>
                <a:lnTo>
                  <a:pt x="661" y="4"/>
                </a:lnTo>
                <a:lnTo>
                  <a:pt x="710" y="0"/>
                </a:lnTo>
                <a:lnTo>
                  <a:pt x="813" y="60"/>
                </a:lnTo>
                <a:lnTo>
                  <a:pt x="841" y="107"/>
                </a:lnTo>
                <a:lnTo>
                  <a:pt x="768" y="114"/>
                </a:lnTo>
                <a:lnTo>
                  <a:pt x="743" y="139"/>
                </a:lnTo>
                <a:lnTo>
                  <a:pt x="743" y="223"/>
                </a:lnTo>
                <a:lnTo>
                  <a:pt x="795" y="258"/>
                </a:lnTo>
                <a:lnTo>
                  <a:pt x="759" y="266"/>
                </a:lnTo>
                <a:lnTo>
                  <a:pt x="729" y="312"/>
                </a:lnTo>
                <a:lnTo>
                  <a:pt x="755" y="340"/>
                </a:lnTo>
                <a:lnTo>
                  <a:pt x="736" y="365"/>
                </a:lnTo>
                <a:lnTo>
                  <a:pt x="679" y="377"/>
                </a:lnTo>
                <a:lnTo>
                  <a:pt x="646" y="388"/>
                </a:lnTo>
                <a:lnTo>
                  <a:pt x="646" y="441"/>
                </a:lnTo>
                <a:lnTo>
                  <a:pt x="598" y="441"/>
                </a:lnTo>
                <a:lnTo>
                  <a:pt x="598" y="477"/>
                </a:lnTo>
                <a:lnTo>
                  <a:pt x="495" y="484"/>
                </a:lnTo>
                <a:lnTo>
                  <a:pt x="503" y="504"/>
                </a:lnTo>
                <a:lnTo>
                  <a:pt x="458" y="504"/>
                </a:lnTo>
                <a:lnTo>
                  <a:pt x="458" y="558"/>
                </a:lnTo>
                <a:lnTo>
                  <a:pt x="495" y="561"/>
                </a:lnTo>
                <a:lnTo>
                  <a:pt x="498" y="584"/>
                </a:lnTo>
                <a:lnTo>
                  <a:pt x="531" y="593"/>
                </a:lnTo>
                <a:lnTo>
                  <a:pt x="542" y="650"/>
                </a:lnTo>
                <a:lnTo>
                  <a:pt x="536" y="682"/>
                </a:lnTo>
                <a:lnTo>
                  <a:pt x="511" y="640"/>
                </a:lnTo>
                <a:lnTo>
                  <a:pt x="452" y="640"/>
                </a:lnTo>
                <a:lnTo>
                  <a:pt x="388" y="693"/>
                </a:lnTo>
                <a:lnTo>
                  <a:pt x="352" y="673"/>
                </a:lnTo>
                <a:lnTo>
                  <a:pt x="330" y="683"/>
                </a:lnTo>
                <a:lnTo>
                  <a:pt x="320" y="656"/>
                </a:lnTo>
                <a:lnTo>
                  <a:pt x="304" y="666"/>
                </a:lnTo>
                <a:lnTo>
                  <a:pt x="304" y="648"/>
                </a:lnTo>
                <a:lnTo>
                  <a:pt x="243" y="607"/>
                </a:lnTo>
                <a:lnTo>
                  <a:pt x="114" y="607"/>
                </a:lnTo>
                <a:lnTo>
                  <a:pt x="74" y="635"/>
                </a:lnTo>
                <a:lnTo>
                  <a:pt x="34" y="620"/>
                </a:lnTo>
                <a:lnTo>
                  <a:pt x="42" y="568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17" name="Freeform 116"/>
          <p:cNvSpPr>
            <a:spLocks/>
          </p:cNvSpPr>
          <p:nvPr/>
        </p:nvSpPr>
        <p:spPr bwMode="auto">
          <a:xfrm>
            <a:off x="5492413" y="4652589"/>
            <a:ext cx="55485" cy="90197"/>
          </a:xfrm>
          <a:custGeom>
            <a:avLst/>
            <a:gdLst/>
            <a:ahLst/>
            <a:cxnLst>
              <a:cxn ang="0">
                <a:pos x="32" y="0"/>
              </a:cxn>
              <a:cxn ang="0">
                <a:pos x="0" y="108"/>
              </a:cxn>
              <a:cxn ang="0">
                <a:pos x="0" y="157"/>
              </a:cxn>
              <a:cxn ang="0">
                <a:pos x="38" y="209"/>
              </a:cxn>
              <a:cxn ang="0">
                <a:pos x="62" y="209"/>
              </a:cxn>
              <a:cxn ang="0">
                <a:pos x="135" y="123"/>
              </a:cxn>
              <a:cxn ang="0">
                <a:pos x="112" y="94"/>
              </a:cxn>
              <a:cxn ang="0">
                <a:pos x="102" y="41"/>
              </a:cxn>
              <a:cxn ang="0">
                <a:pos x="32" y="0"/>
              </a:cxn>
            </a:cxnLst>
            <a:rect l="0" t="0" r="r" b="b"/>
            <a:pathLst>
              <a:path w="135" h="209">
                <a:moveTo>
                  <a:pt x="32" y="0"/>
                </a:moveTo>
                <a:lnTo>
                  <a:pt x="0" y="108"/>
                </a:lnTo>
                <a:lnTo>
                  <a:pt x="0" y="157"/>
                </a:lnTo>
                <a:lnTo>
                  <a:pt x="38" y="209"/>
                </a:lnTo>
                <a:lnTo>
                  <a:pt x="62" y="209"/>
                </a:lnTo>
                <a:lnTo>
                  <a:pt x="135" y="123"/>
                </a:lnTo>
                <a:lnTo>
                  <a:pt x="112" y="94"/>
                </a:lnTo>
                <a:lnTo>
                  <a:pt x="102" y="41"/>
                </a:lnTo>
                <a:lnTo>
                  <a:pt x="32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18" name="Freeform 117"/>
          <p:cNvSpPr>
            <a:spLocks/>
          </p:cNvSpPr>
          <p:nvPr/>
        </p:nvSpPr>
        <p:spPr bwMode="auto">
          <a:xfrm>
            <a:off x="6456872" y="3837344"/>
            <a:ext cx="177878" cy="176926"/>
          </a:xfrm>
          <a:custGeom>
            <a:avLst/>
            <a:gdLst/>
            <a:ahLst/>
            <a:cxnLst>
              <a:cxn ang="0">
                <a:pos x="437" y="75"/>
              </a:cxn>
              <a:cxn ang="0">
                <a:pos x="418" y="97"/>
              </a:cxn>
              <a:cxn ang="0">
                <a:pos x="382" y="118"/>
              </a:cxn>
              <a:cxn ang="0">
                <a:pos x="321" y="166"/>
              </a:cxn>
              <a:cxn ang="0">
                <a:pos x="321" y="199"/>
              </a:cxn>
              <a:cxn ang="0">
                <a:pos x="250" y="272"/>
              </a:cxn>
              <a:cxn ang="0">
                <a:pos x="222" y="272"/>
              </a:cxn>
              <a:cxn ang="0">
                <a:pos x="200" y="286"/>
              </a:cxn>
              <a:cxn ang="0">
                <a:pos x="200" y="314"/>
              </a:cxn>
              <a:cxn ang="0">
                <a:pos x="245" y="372"/>
              </a:cxn>
              <a:cxn ang="0">
                <a:pos x="184" y="372"/>
              </a:cxn>
              <a:cxn ang="0">
                <a:pos x="117" y="392"/>
              </a:cxn>
              <a:cxn ang="0">
                <a:pos x="87" y="406"/>
              </a:cxn>
              <a:cxn ang="0">
                <a:pos x="43" y="365"/>
              </a:cxn>
              <a:cxn ang="0">
                <a:pos x="87" y="340"/>
              </a:cxn>
              <a:cxn ang="0">
                <a:pos x="87" y="309"/>
              </a:cxn>
              <a:cxn ang="0">
                <a:pos x="64" y="290"/>
              </a:cxn>
              <a:cxn ang="0">
                <a:pos x="0" y="272"/>
              </a:cxn>
              <a:cxn ang="0">
                <a:pos x="8" y="222"/>
              </a:cxn>
              <a:cxn ang="0">
                <a:pos x="50" y="222"/>
              </a:cxn>
              <a:cxn ang="0">
                <a:pos x="85" y="170"/>
              </a:cxn>
              <a:cxn ang="0">
                <a:pos x="173" y="171"/>
              </a:cxn>
              <a:cxn ang="0">
                <a:pos x="173" y="137"/>
              </a:cxn>
              <a:cxn ang="0">
                <a:pos x="207" y="109"/>
              </a:cxn>
              <a:cxn ang="0">
                <a:pos x="250" y="111"/>
              </a:cxn>
              <a:cxn ang="0">
                <a:pos x="270" y="35"/>
              </a:cxn>
              <a:cxn ang="0">
                <a:pos x="269" y="0"/>
              </a:cxn>
              <a:cxn ang="0">
                <a:pos x="437" y="75"/>
              </a:cxn>
            </a:cxnLst>
            <a:rect l="0" t="0" r="r" b="b"/>
            <a:pathLst>
              <a:path w="437" h="406">
                <a:moveTo>
                  <a:pt x="437" y="75"/>
                </a:moveTo>
                <a:lnTo>
                  <a:pt x="418" y="97"/>
                </a:lnTo>
                <a:lnTo>
                  <a:pt x="382" y="118"/>
                </a:lnTo>
                <a:lnTo>
                  <a:pt x="321" y="166"/>
                </a:lnTo>
                <a:lnTo>
                  <a:pt x="321" y="199"/>
                </a:lnTo>
                <a:lnTo>
                  <a:pt x="250" y="272"/>
                </a:lnTo>
                <a:lnTo>
                  <a:pt x="222" y="272"/>
                </a:lnTo>
                <a:lnTo>
                  <a:pt x="200" y="286"/>
                </a:lnTo>
                <a:lnTo>
                  <a:pt x="200" y="314"/>
                </a:lnTo>
                <a:lnTo>
                  <a:pt x="245" y="372"/>
                </a:lnTo>
                <a:lnTo>
                  <a:pt x="184" y="372"/>
                </a:lnTo>
                <a:lnTo>
                  <a:pt x="117" y="392"/>
                </a:lnTo>
                <a:lnTo>
                  <a:pt x="87" y="406"/>
                </a:lnTo>
                <a:lnTo>
                  <a:pt x="43" y="365"/>
                </a:lnTo>
                <a:lnTo>
                  <a:pt x="87" y="340"/>
                </a:lnTo>
                <a:lnTo>
                  <a:pt x="87" y="309"/>
                </a:lnTo>
                <a:lnTo>
                  <a:pt x="64" y="290"/>
                </a:lnTo>
                <a:lnTo>
                  <a:pt x="0" y="272"/>
                </a:lnTo>
                <a:lnTo>
                  <a:pt x="8" y="222"/>
                </a:lnTo>
                <a:lnTo>
                  <a:pt x="50" y="222"/>
                </a:lnTo>
                <a:lnTo>
                  <a:pt x="85" y="170"/>
                </a:lnTo>
                <a:lnTo>
                  <a:pt x="173" y="171"/>
                </a:lnTo>
                <a:lnTo>
                  <a:pt x="173" y="137"/>
                </a:lnTo>
                <a:lnTo>
                  <a:pt x="207" y="109"/>
                </a:lnTo>
                <a:lnTo>
                  <a:pt x="250" y="111"/>
                </a:lnTo>
                <a:lnTo>
                  <a:pt x="270" y="35"/>
                </a:lnTo>
                <a:lnTo>
                  <a:pt x="269" y="0"/>
                </a:lnTo>
                <a:lnTo>
                  <a:pt x="437" y="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19" name="Freeform 118"/>
          <p:cNvSpPr>
            <a:spLocks/>
          </p:cNvSpPr>
          <p:nvPr/>
        </p:nvSpPr>
        <p:spPr bwMode="auto">
          <a:xfrm>
            <a:off x="6504200" y="3998658"/>
            <a:ext cx="68541" cy="112747"/>
          </a:xfrm>
          <a:custGeom>
            <a:avLst/>
            <a:gdLst/>
            <a:ahLst/>
            <a:cxnLst>
              <a:cxn ang="0">
                <a:pos x="127" y="0"/>
              </a:cxn>
              <a:cxn ang="0">
                <a:pos x="166" y="58"/>
              </a:cxn>
              <a:cxn ang="0">
                <a:pos x="166" y="168"/>
              </a:cxn>
              <a:cxn ang="0">
                <a:pos x="107" y="215"/>
              </a:cxn>
              <a:cxn ang="0">
                <a:pos x="75" y="252"/>
              </a:cxn>
              <a:cxn ang="0">
                <a:pos x="58" y="246"/>
              </a:cxn>
              <a:cxn ang="0">
                <a:pos x="2" y="257"/>
              </a:cxn>
              <a:cxn ang="0">
                <a:pos x="0" y="203"/>
              </a:cxn>
              <a:cxn ang="0">
                <a:pos x="14" y="140"/>
              </a:cxn>
              <a:cxn ang="0">
                <a:pos x="2" y="108"/>
              </a:cxn>
              <a:cxn ang="0">
                <a:pos x="9" y="67"/>
              </a:cxn>
              <a:cxn ang="0">
                <a:pos x="43" y="61"/>
              </a:cxn>
              <a:cxn ang="0">
                <a:pos x="0" y="20"/>
              </a:cxn>
              <a:cxn ang="0">
                <a:pos x="68" y="0"/>
              </a:cxn>
              <a:cxn ang="0">
                <a:pos x="127" y="0"/>
              </a:cxn>
            </a:cxnLst>
            <a:rect l="0" t="0" r="r" b="b"/>
            <a:pathLst>
              <a:path w="166" h="257">
                <a:moveTo>
                  <a:pt x="127" y="0"/>
                </a:moveTo>
                <a:lnTo>
                  <a:pt x="166" y="58"/>
                </a:lnTo>
                <a:lnTo>
                  <a:pt x="166" y="168"/>
                </a:lnTo>
                <a:lnTo>
                  <a:pt x="107" y="215"/>
                </a:lnTo>
                <a:lnTo>
                  <a:pt x="75" y="252"/>
                </a:lnTo>
                <a:lnTo>
                  <a:pt x="58" y="246"/>
                </a:lnTo>
                <a:lnTo>
                  <a:pt x="2" y="257"/>
                </a:lnTo>
                <a:lnTo>
                  <a:pt x="0" y="203"/>
                </a:lnTo>
                <a:lnTo>
                  <a:pt x="14" y="140"/>
                </a:lnTo>
                <a:lnTo>
                  <a:pt x="2" y="108"/>
                </a:lnTo>
                <a:lnTo>
                  <a:pt x="9" y="67"/>
                </a:lnTo>
                <a:lnTo>
                  <a:pt x="43" y="61"/>
                </a:lnTo>
                <a:lnTo>
                  <a:pt x="0" y="20"/>
                </a:lnTo>
                <a:lnTo>
                  <a:pt x="68" y="0"/>
                </a:lnTo>
                <a:lnTo>
                  <a:pt x="127" y="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20" name="Freeform 119"/>
          <p:cNvSpPr>
            <a:spLocks/>
          </p:cNvSpPr>
          <p:nvPr/>
        </p:nvSpPr>
        <p:spPr bwMode="auto">
          <a:xfrm>
            <a:off x="5520156" y="4170379"/>
            <a:ext cx="163191" cy="86728"/>
          </a:xfrm>
          <a:custGeom>
            <a:avLst/>
            <a:gdLst/>
            <a:ahLst/>
            <a:cxnLst>
              <a:cxn ang="0">
                <a:pos x="46" y="0"/>
              </a:cxn>
              <a:cxn ang="0">
                <a:pos x="153" y="0"/>
              </a:cxn>
              <a:cxn ang="0">
                <a:pos x="158" y="49"/>
              </a:cxn>
              <a:cxn ang="0">
                <a:pos x="246" y="61"/>
              </a:cxn>
              <a:cxn ang="0">
                <a:pos x="246" y="100"/>
              </a:cxn>
              <a:cxn ang="0">
                <a:pos x="266" y="105"/>
              </a:cxn>
              <a:cxn ang="0">
                <a:pos x="290" y="126"/>
              </a:cxn>
              <a:cxn ang="0">
                <a:pos x="335" y="105"/>
              </a:cxn>
              <a:cxn ang="0">
                <a:pos x="400" y="134"/>
              </a:cxn>
              <a:cxn ang="0">
                <a:pos x="378" y="198"/>
              </a:cxn>
              <a:cxn ang="0">
                <a:pos x="330" y="202"/>
              </a:cxn>
              <a:cxn ang="0">
                <a:pos x="277" y="192"/>
              </a:cxn>
              <a:cxn ang="0">
                <a:pos x="213" y="192"/>
              </a:cxn>
              <a:cxn ang="0">
                <a:pos x="196" y="150"/>
              </a:cxn>
              <a:cxn ang="0">
                <a:pos x="168" y="131"/>
              </a:cxn>
              <a:cxn ang="0">
                <a:pos x="92" y="139"/>
              </a:cxn>
              <a:cxn ang="0">
                <a:pos x="19" y="89"/>
              </a:cxn>
              <a:cxn ang="0">
                <a:pos x="0" y="55"/>
              </a:cxn>
              <a:cxn ang="0">
                <a:pos x="46" y="0"/>
              </a:cxn>
            </a:cxnLst>
            <a:rect l="0" t="0" r="r" b="b"/>
            <a:pathLst>
              <a:path w="400" h="202">
                <a:moveTo>
                  <a:pt x="46" y="0"/>
                </a:moveTo>
                <a:lnTo>
                  <a:pt x="153" y="0"/>
                </a:lnTo>
                <a:lnTo>
                  <a:pt x="158" y="49"/>
                </a:lnTo>
                <a:lnTo>
                  <a:pt x="246" y="61"/>
                </a:lnTo>
                <a:lnTo>
                  <a:pt x="246" y="100"/>
                </a:lnTo>
                <a:lnTo>
                  <a:pt x="266" y="105"/>
                </a:lnTo>
                <a:lnTo>
                  <a:pt x="290" y="126"/>
                </a:lnTo>
                <a:lnTo>
                  <a:pt x="335" y="105"/>
                </a:lnTo>
                <a:lnTo>
                  <a:pt x="400" y="134"/>
                </a:lnTo>
                <a:lnTo>
                  <a:pt x="378" y="198"/>
                </a:lnTo>
                <a:lnTo>
                  <a:pt x="330" y="202"/>
                </a:lnTo>
                <a:lnTo>
                  <a:pt x="277" y="192"/>
                </a:lnTo>
                <a:lnTo>
                  <a:pt x="213" y="192"/>
                </a:lnTo>
                <a:lnTo>
                  <a:pt x="196" y="150"/>
                </a:lnTo>
                <a:lnTo>
                  <a:pt x="168" y="131"/>
                </a:lnTo>
                <a:lnTo>
                  <a:pt x="92" y="139"/>
                </a:lnTo>
                <a:lnTo>
                  <a:pt x="19" y="89"/>
                </a:lnTo>
                <a:lnTo>
                  <a:pt x="0" y="55"/>
                </a:lnTo>
                <a:lnTo>
                  <a:pt x="4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21" name="Freeform 120"/>
          <p:cNvSpPr>
            <a:spLocks/>
          </p:cNvSpPr>
          <p:nvPr/>
        </p:nvSpPr>
        <p:spPr bwMode="auto">
          <a:xfrm>
            <a:off x="5701296" y="4213744"/>
            <a:ext cx="73436" cy="52037"/>
          </a:xfrm>
          <a:custGeom>
            <a:avLst/>
            <a:gdLst/>
            <a:ahLst/>
            <a:cxnLst>
              <a:cxn ang="0">
                <a:pos x="128" y="119"/>
              </a:cxn>
              <a:cxn ang="0">
                <a:pos x="80" y="81"/>
              </a:cxn>
              <a:cxn ang="0">
                <a:pos x="38" y="102"/>
              </a:cxn>
              <a:cxn ang="0">
                <a:pos x="0" y="87"/>
              </a:cxn>
              <a:cxn ang="0">
                <a:pos x="0" y="36"/>
              </a:cxn>
              <a:cxn ang="0">
                <a:pos x="87" y="0"/>
              </a:cxn>
              <a:cxn ang="0">
                <a:pos x="179" y="41"/>
              </a:cxn>
              <a:cxn ang="0">
                <a:pos x="179" y="81"/>
              </a:cxn>
              <a:cxn ang="0">
                <a:pos x="128" y="119"/>
              </a:cxn>
            </a:cxnLst>
            <a:rect l="0" t="0" r="r" b="b"/>
            <a:pathLst>
              <a:path w="179" h="119">
                <a:moveTo>
                  <a:pt x="128" y="119"/>
                </a:moveTo>
                <a:lnTo>
                  <a:pt x="80" y="81"/>
                </a:lnTo>
                <a:lnTo>
                  <a:pt x="38" y="102"/>
                </a:lnTo>
                <a:lnTo>
                  <a:pt x="0" y="87"/>
                </a:lnTo>
                <a:lnTo>
                  <a:pt x="0" y="36"/>
                </a:lnTo>
                <a:lnTo>
                  <a:pt x="87" y="0"/>
                </a:lnTo>
                <a:lnTo>
                  <a:pt x="179" y="41"/>
                </a:lnTo>
                <a:lnTo>
                  <a:pt x="179" y="81"/>
                </a:lnTo>
                <a:lnTo>
                  <a:pt x="128" y="11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22" name="Freeform 121"/>
          <p:cNvSpPr>
            <a:spLocks/>
          </p:cNvSpPr>
          <p:nvPr/>
        </p:nvSpPr>
        <p:spPr bwMode="auto">
          <a:xfrm>
            <a:off x="5791051" y="4220682"/>
            <a:ext cx="151768" cy="411092"/>
          </a:xfrm>
          <a:custGeom>
            <a:avLst/>
            <a:gdLst/>
            <a:ahLst/>
            <a:cxnLst>
              <a:cxn ang="0">
                <a:pos x="0" y="480"/>
              </a:cxn>
              <a:cxn ang="0">
                <a:pos x="0" y="405"/>
              </a:cxn>
              <a:cxn ang="0">
                <a:pos x="31" y="374"/>
              </a:cxn>
              <a:cxn ang="0">
                <a:pos x="44" y="261"/>
              </a:cxn>
              <a:cxn ang="0">
                <a:pos x="12" y="226"/>
              </a:cxn>
              <a:cxn ang="0">
                <a:pos x="92" y="195"/>
              </a:cxn>
              <a:cxn ang="0">
                <a:pos x="81" y="134"/>
              </a:cxn>
              <a:cxn ang="0">
                <a:pos x="144" y="70"/>
              </a:cxn>
              <a:cxn ang="0">
                <a:pos x="205" y="70"/>
              </a:cxn>
              <a:cxn ang="0">
                <a:pos x="212" y="14"/>
              </a:cxn>
              <a:cxn ang="0">
                <a:pos x="296" y="0"/>
              </a:cxn>
              <a:cxn ang="0">
                <a:pos x="333" y="131"/>
              </a:cxn>
              <a:cxn ang="0">
                <a:pos x="252" y="190"/>
              </a:cxn>
              <a:cxn ang="0">
                <a:pos x="243" y="268"/>
              </a:cxn>
              <a:cxn ang="0">
                <a:pos x="305" y="277"/>
              </a:cxn>
              <a:cxn ang="0">
                <a:pos x="360" y="298"/>
              </a:cxn>
              <a:cxn ang="0">
                <a:pos x="347" y="356"/>
              </a:cxn>
              <a:cxn ang="0">
                <a:pos x="338" y="384"/>
              </a:cxn>
              <a:cxn ang="0">
                <a:pos x="373" y="384"/>
              </a:cxn>
              <a:cxn ang="0">
                <a:pos x="373" y="410"/>
              </a:cxn>
              <a:cxn ang="0">
                <a:pos x="360" y="478"/>
              </a:cxn>
              <a:cxn ang="0">
                <a:pos x="326" y="478"/>
              </a:cxn>
              <a:cxn ang="0">
                <a:pos x="326" y="511"/>
              </a:cxn>
              <a:cxn ang="0">
                <a:pos x="289" y="504"/>
              </a:cxn>
              <a:cxn ang="0">
                <a:pos x="237" y="535"/>
              </a:cxn>
              <a:cxn ang="0">
                <a:pos x="221" y="615"/>
              </a:cxn>
              <a:cxn ang="0">
                <a:pos x="248" y="640"/>
              </a:cxn>
              <a:cxn ang="0">
                <a:pos x="248" y="677"/>
              </a:cxn>
              <a:cxn ang="0">
                <a:pos x="270" y="704"/>
              </a:cxn>
              <a:cxn ang="0">
                <a:pos x="270" y="840"/>
              </a:cxn>
              <a:cxn ang="0">
                <a:pos x="281" y="840"/>
              </a:cxn>
              <a:cxn ang="0">
                <a:pos x="313" y="909"/>
              </a:cxn>
              <a:cxn ang="0">
                <a:pos x="258" y="946"/>
              </a:cxn>
              <a:cxn ang="0">
                <a:pos x="217" y="849"/>
              </a:cxn>
              <a:cxn ang="0">
                <a:pos x="217" y="727"/>
              </a:cxn>
              <a:cxn ang="0">
                <a:pos x="189" y="677"/>
              </a:cxn>
              <a:cxn ang="0">
                <a:pos x="154" y="677"/>
              </a:cxn>
              <a:cxn ang="0">
                <a:pos x="127" y="704"/>
              </a:cxn>
              <a:cxn ang="0">
                <a:pos x="100" y="677"/>
              </a:cxn>
              <a:cxn ang="0">
                <a:pos x="90" y="714"/>
              </a:cxn>
              <a:cxn ang="0">
                <a:pos x="47" y="677"/>
              </a:cxn>
              <a:cxn ang="0">
                <a:pos x="59" y="550"/>
              </a:cxn>
              <a:cxn ang="0">
                <a:pos x="0" y="480"/>
              </a:cxn>
            </a:cxnLst>
            <a:rect l="0" t="0" r="r" b="b"/>
            <a:pathLst>
              <a:path w="373" h="946">
                <a:moveTo>
                  <a:pt x="0" y="480"/>
                </a:moveTo>
                <a:lnTo>
                  <a:pt x="0" y="405"/>
                </a:lnTo>
                <a:lnTo>
                  <a:pt x="31" y="374"/>
                </a:lnTo>
                <a:lnTo>
                  <a:pt x="44" y="261"/>
                </a:lnTo>
                <a:lnTo>
                  <a:pt x="12" y="226"/>
                </a:lnTo>
                <a:lnTo>
                  <a:pt x="92" y="195"/>
                </a:lnTo>
                <a:lnTo>
                  <a:pt x="81" y="134"/>
                </a:lnTo>
                <a:lnTo>
                  <a:pt x="144" y="70"/>
                </a:lnTo>
                <a:lnTo>
                  <a:pt x="205" y="70"/>
                </a:lnTo>
                <a:lnTo>
                  <a:pt x="212" y="14"/>
                </a:lnTo>
                <a:lnTo>
                  <a:pt x="296" y="0"/>
                </a:lnTo>
                <a:lnTo>
                  <a:pt x="333" y="131"/>
                </a:lnTo>
                <a:lnTo>
                  <a:pt x="252" y="190"/>
                </a:lnTo>
                <a:lnTo>
                  <a:pt x="243" y="268"/>
                </a:lnTo>
                <a:lnTo>
                  <a:pt x="305" y="277"/>
                </a:lnTo>
                <a:lnTo>
                  <a:pt x="360" y="298"/>
                </a:lnTo>
                <a:lnTo>
                  <a:pt x="347" y="356"/>
                </a:lnTo>
                <a:lnTo>
                  <a:pt x="338" y="384"/>
                </a:lnTo>
                <a:lnTo>
                  <a:pt x="373" y="384"/>
                </a:lnTo>
                <a:lnTo>
                  <a:pt x="373" y="410"/>
                </a:lnTo>
                <a:lnTo>
                  <a:pt x="360" y="478"/>
                </a:lnTo>
                <a:lnTo>
                  <a:pt x="326" y="478"/>
                </a:lnTo>
                <a:lnTo>
                  <a:pt x="326" y="511"/>
                </a:lnTo>
                <a:lnTo>
                  <a:pt x="289" y="504"/>
                </a:lnTo>
                <a:lnTo>
                  <a:pt x="237" y="535"/>
                </a:lnTo>
                <a:lnTo>
                  <a:pt x="221" y="615"/>
                </a:lnTo>
                <a:lnTo>
                  <a:pt x="248" y="640"/>
                </a:lnTo>
                <a:lnTo>
                  <a:pt x="248" y="677"/>
                </a:lnTo>
                <a:lnTo>
                  <a:pt x="270" y="704"/>
                </a:lnTo>
                <a:lnTo>
                  <a:pt x="270" y="840"/>
                </a:lnTo>
                <a:lnTo>
                  <a:pt x="281" y="840"/>
                </a:lnTo>
                <a:lnTo>
                  <a:pt x="313" y="909"/>
                </a:lnTo>
                <a:lnTo>
                  <a:pt x="258" y="946"/>
                </a:lnTo>
                <a:lnTo>
                  <a:pt x="217" y="849"/>
                </a:lnTo>
                <a:lnTo>
                  <a:pt x="217" y="727"/>
                </a:lnTo>
                <a:lnTo>
                  <a:pt x="189" y="677"/>
                </a:lnTo>
                <a:lnTo>
                  <a:pt x="154" y="677"/>
                </a:lnTo>
                <a:lnTo>
                  <a:pt x="127" y="704"/>
                </a:lnTo>
                <a:lnTo>
                  <a:pt x="100" y="677"/>
                </a:lnTo>
                <a:lnTo>
                  <a:pt x="90" y="714"/>
                </a:lnTo>
                <a:lnTo>
                  <a:pt x="47" y="677"/>
                </a:lnTo>
                <a:lnTo>
                  <a:pt x="59" y="550"/>
                </a:lnTo>
                <a:lnTo>
                  <a:pt x="0" y="48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23" name="Freeform 122"/>
          <p:cNvSpPr>
            <a:spLocks/>
          </p:cNvSpPr>
          <p:nvPr/>
        </p:nvSpPr>
        <p:spPr bwMode="auto">
          <a:xfrm>
            <a:off x="5880809" y="4428830"/>
            <a:ext cx="163191" cy="343443"/>
          </a:xfrm>
          <a:custGeom>
            <a:avLst/>
            <a:gdLst/>
            <a:ahLst/>
            <a:cxnLst>
              <a:cxn ang="0">
                <a:pos x="133" y="793"/>
              </a:cxn>
              <a:cxn ang="0">
                <a:pos x="133" y="759"/>
              </a:cxn>
              <a:cxn ang="0">
                <a:pos x="170" y="759"/>
              </a:cxn>
              <a:cxn ang="0">
                <a:pos x="193" y="743"/>
              </a:cxn>
              <a:cxn ang="0">
                <a:pos x="230" y="748"/>
              </a:cxn>
              <a:cxn ang="0">
                <a:pos x="148" y="656"/>
              </a:cxn>
              <a:cxn ang="0">
                <a:pos x="126" y="674"/>
              </a:cxn>
              <a:cxn ang="0">
                <a:pos x="126" y="592"/>
              </a:cxn>
              <a:cxn ang="0">
                <a:pos x="78" y="576"/>
              </a:cxn>
              <a:cxn ang="0">
                <a:pos x="78" y="523"/>
              </a:cxn>
              <a:cxn ang="0">
                <a:pos x="109" y="469"/>
              </a:cxn>
              <a:cxn ang="0">
                <a:pos x="131" y="430"/>
              </a:cxn>
              <a:cxn ang="0">
                <a:pos x="103" y="371"/>
              </a:cxn>
              <a:cxn ang="0">
                <a:pos x="133" y="352"/>
              </a:cxn>
              <a:cxn ang="0">
                <a:pos x="162" y="408"/>
              </a:cxn>
              <a:cxn ang="0">
                <a:pos x="213" y="423"/>
              </a:cxn>
              <a:cxn ang="0">
                <a:pos x="180" y="382"/>
              </a:cxn>
              <a:cxn ang="0">
                <a:pos x="283" y="318"/>
              </a:cxn>
              <a:cxn ang="0">
                <a:pos x="311" y="361"/>
              </a:cxn>
              <a:cxn ang="0">
                <a:pos x="400" y="318"/>
              </a:cxn>
              <a:cxn ang="0">
                <a:pos x="400" y="260"/>
              </a:cxn>
              <a:cxn ang="0">
                <a:pos x="351" y="242"/>
              </a:cxn>
              <a:cxn ang="0">
                <a:pos x="351" y="155"/>
              </a:cxn>
              <a:cxn ang="0">
                <a:pos x="296" y="106"/>
              </a:cxn>
              <a:cxn ang="0">
                <a:pos x="277" y="137"/>
              </a:cxn>
              <a:cxn ang="0">
                <a:pos x="193" y="129"/>
              </a:cxn>
              <a:cxn ang="0">
                <a:pos x="148" y="113"/>
              </a:cxn>
              <a:cxn ang="0">
                <a:pos x="164" y="57"/>
              </a:cxn>
              <a:cxn ang="0">
                <a:pos x="140" y="26"/>
              </a:cxn>
              <a:cxn ang="0">
                <a:pos x="140" y="0"/>
              </a:cxn>
              <a:cxn ang="0">
                <a:pos x="105" y="0"/>
              </a:cxn>
              <a:cxn ang="0">
                <a:pos x="105" y="33"/>
              </a:cxn>
              <a:cxn ang="0">
                <a:pos x="68" y="26"/>
              </a:cxn>
              <a:cxn ang="0">
                <a:pos x="16" y="57"/>
              </a:cxn>
              <a:cxn ang="0">
                <a:pos x="0" y="137"/>
              </a:cxn>
              <a:cxn ang="0">
                <a:pos x="27" y="161"/>
              </a:cxn>
              <a:cxn ang="0">
                <a:pos x="27" y="198"/>
              </a:cxn>
              <a:cxn ang="0">
                <a:pos x="49" y="225"/>
              </a:cxn>
              <a:cxn ang="0">
                <a:pos x="49" y="361"/>
              </a:cxn>
              <a:cxn ang="0">
                <a:pos x="61" y="361"/>
              </a:cxn>
              <a:cxn ang="0">
                <a:pos x="94" y="430"/>
              </a:cxn>
              <a:cxn ang="0">
                <a:pos x="37" y="467"/>
              </a:cxn>
              <a:cxn ang="0">
                <a:pos x="28" y="582"/>
              </a:cxn>
              <a:cxn ang="0">
                <a:pos x="6" y="623"/>
              </a:cxn>
              <a:cxn ang="0">
                <a:pos x="6" y="666"/>
              </a:cxn>
              <a:cxn ang="0">
                <a:pos x="51" y="666"/>
              </a:cxn>
              <a:cxn ang="0">
                <a:pos x="51" y="695"/>
              </a:cxn>
              <a:cxn ang="0">
                <a:pos x="133" y="793"/>
              </a:cxn>
            </a:cxnLst>
            <a:rect l="0" t="0" r="r" b="b"/>
            <a:pathLst>
              <a:path w="400" h="793">
                <a:moveTo>
                  <a:pt x="133" y="793"/>
                </a:moveTo>
                <a:lnTo>
                  <a:pt x="133" y="759"/>
                </a:lnTo>
                <a:lnTo>
                  <a:pt x="170" y="759"/>
                </a:lnTo>
                <a:lnTo>
                  <a:pt x="193" y="743"/>
                </a:lnTo>
                <a:lnTo>
                  <a:pt x="230" y="748"/>
                </a:lnTo>
                <a:lnTo>
                  <a:pt x="148" y="656"/>
                </a:lnTo>
                <a:lnTo>
                  <a:pt x="126" y="674"/>
                </a:lnTo>
                <a:lnTo>
                  <a:pt x="126" y="592"/>
                </a:lnTo>
                <a:lnTo>
                  <a:pt x="78" y="576"/>
                </a:lnTo>
                <a:lnTo>
                  <a:pt x="78" y="523"/>
                </a:lnTo>
                <a:lnTo>
                  <a:pt x="109" y="469"/>
                </a:lnTo>
                <a:lnTo>
                  <a:pt x="131" y="430"/>
                </a:lnTo>
                <a:lnTo>
                  <a:pt x="103" y="371"/>
                </a:lnTo>
                <a:lnTo>
                  <a:pt x="133" y="352"/>
                </a:lnTo>
                <a:lnTo>
                  <a:pt x="162" y="408"/>
                </a:lnTo>
                <a:lnTo>
                  <a:pt x="213" y="423"/>
                </a:lnTo>
                <a:lnTo>
                  <a:pt x="180" y="382"/>
                </a:lnTo>
                <a:lnTo>
                  <a:pt x="283" y="318"/>
                </a:lnTo>
                <a:lnTo>
                  <a:pt x="311" y="361"/>
                </a:lnTo>
                <a:lnTo>
                  <a:pt x="400" y="318"/>
                </a:lnTo>
                <a:lnTo>
                  <a:pt x="400" y="260"/>
                </a:lnTo>
                <a:lnTo>
                  <a:pt x="351" y="242"/>
                </a:lnTo>
                <a:lnTo>
                  <a:pt x="351" y="155"/>
                </a:lnTo>
                <a:lnTo>
                  <a:pt x="296" y="106"/>
                </a:lnTo>
                <a:lnTo>
                  <a:pt x="277" y="137"/>
                </a:lnTo>
                <a:lnTo>
                  <a:pt x="193" y="129"/>
                </a:lnTo>
                <a:lnTo>
                  <a:pt x="148" y="113"/>
                </a:lnTo>
                <a:lnTo>
                  <a:pt x="164" y="57"/>
                </a:lnTo>
                <a:lnTo>
                  <a:pt x="140" y="26"/>
                </a:lnTo>
                <a:lnTo>
                  <a:pt x="140" y="0"/>
                </a:lnTo>
                <a:lnTo>
                  <a:pt x="105" y="0"/>
                </a:lnTo>
                <a:lnTo>
                  <a:pt x="105" y="33"/>
                </a:lnTo>
                <a:lnTo>
                  <a:pt x="68" y="26"/>
                </a:lnTo>
                <a:lnTo>
                  <a:pt x="16" y="57"/>
                </a:lnTo>
                <a:lnTo>
                  <a:pt x="0" y="137"/>
                </a:lnTo>
                <a:lnTo>
                  <a:pt x="27" y="161"/>
                </a:lnTo>
                <a:lnTo>
                  <a:pt x="27" y="198"/>
                </a:lnTo>
                <a:lnTo>
                  <a:pt x="49" y="225"/>
                </a:lnTo>
                <a:lnTo>
                  <a:pt x="49" y="361"/>
                </a:lnTo>
                <a:lnTo>
                  <a:pt x="61" y="361"/>
                </a:lnTo>
                <a:lnTo>
                  <a:pt x="94" y="430"/>
                </a:lnTo>
                <a:lnTo>
                  <a:pt x="37" y="467"/>
                </a:lnTo>
                <a:lnTo>
                  <a:pt x="28" y="582"/>
                </a:lnTo>
                <a:lnTo>
                  <a:pt x="6" y="623"/>
                </a:lnTo>
                <a:lnTo>
                  <a:pt x="6" y="666"/>
                </a:lnTo>
                <a:lnTo>
                  <a:pt x="51" y="666"/>
                </a:lnTo>
                <a:lnTo>
                  <a:pt x="51" y="695"/>
                </a:lnTo>
                <a:lnTo>
                  <a:pt x="133" y="79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24" name="Freeform 123"/>
          <p:cNvSpPr>
            <a:spLocks/>
          </p:cNvSpPr>
          <p:nvPr/>
        </p:nvSpPr>
        <p:spPr bwMode="auto">
          <a:xfrm>
            <a:off x="5934662" y="4751458"/>
            <a:ext cx="68541" cy="105808"/>
          </a:xfrm>
          <a:custGeom>
            <a:avLst/>
            <a:gdLst/>
            <a:ahLst/>
            <a:cxnLst>
              <a:cxn ang="0">
                <a:pos x="0" y="51"/>
              </a:cxn>
              <a:cxn ang="0">
                <a:pos x="0" y="17"/>
              </a:cxn>
              <a:cxn ang="0">
                <a:pos x="37" y="17"/>
              </a:cxn>
              <a:cxn ang="0">
                <a:pos x="59" y="0"/>
              </a:cxn>
              <a:cxn ang="0">
                <a:pos x="94" y="5"/>
              </a:cxn>
              <a:cxn ang="0">
                <a:pos x="142" y="51"/>
              </a:cxn>
              <a:cxn ang="0">
                <a:pos x="142" y="169"/>
              </a:cxn>
              <a:cxn ang="0">
                <a:pos x="159" y="209"/>
              </a:cxn>
              <a:cxn ang="0">
                <a:pos x="165" y="246"/>
              </a:cxn>
              <a:cxn ang="0">
                <a:pos x="130" y="246"/>
              </a:cxn>
              <a:cxn ang="0">
                <a:pos x="51" y="165"/>
              </a:cxn>
              <a:cxn ang="0">
                <a:pos x="21" y="96"/>
              </a:cxn>
              <a:cxn ang="0">
                <a:pos x="0" y="51"/>
              </a:cxn>
            </a:cxnLst>
            <a:rect l="0" t="0" r="r" b="b"/>
            <a:pathLst>
              <a:path w="165" h="246">
                <a:moveTo>
                  <a:pt x="0" y="51"/>
                </a:moveTo>
                <a:lnTo>
                  <a:pt x="0" y="17"/>
                </a:lnTo>
                <a:lnTo>
                  <a:pt x="37" y="17"/>
                </a:lnTo>
                <a:lnTo>
                  <a:pt x="59" y="0"/>
                </a:lnTo>
                <a:lnTo>
                  <a:pt x="94" y="5"/>
                </a:lnTo>
                <a:lnTo>
                  <a:pt x="142" y="51"/>
                </a:lnTo>
                <a:lnTo>
                  <a:pt x="142" y="169"/>
                </a:lnTo>
                <a:lnTo>
                  <a:pt x="159" y="209"/>
                </a:lnTo>
                <a:lnTo>
                  <a:pt x="165" y="246"/>
                </a:lnTo>
                <a:lnTo>
                  <a:pt x="130" y="246"/>
                </a:lnTo>
                <a:lnTo>
                  <a:pt x="51" y="165"/>
                </a:lnTo>
                <a:lnTo>
                  <a:pt x="21" y="96"/>
                </a:lnTo>
                <a:lnTo>
                  <a:pt x="0" y="5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25" name="Freeform 124"/>
          <p:cNvSpPr>
            <a:spLocks/>
          </p:cNvSpPr>
          <p:nvPr/>
        </p:nvSpPr>
        <p:spPr bwMode="auto">
          <a:xfrm>
            <a:off x="5937924" y="4397608"/>
            <a:ext cx="153400" cy="194271"/>
          </a:xfrm>
          <a:custGeom>
            <a:avLst/>
            <a:gdLst/>
            <a:ahLst/>
            <a:cxnLst>
              <a:cxn ang="0">
                <a:pos x="0" y="73"/>
              </a:cxn>
              <a:cxn ang="0">
                <a:pos x="0" y="99"/>
              </a:cxn>
              <a:cxn ang="0">
                <a:pos x="25" y="130"/>
              </a:cxn>
              <a:cxn ang="0">
                <a:pos x="9" y="187"/>
              </a:cxn>
              <a:cxn ang="0">
                <a:pos x="53" y="203"/>
              </a:cxn>
              <a:cxn ang="0">
                <a:pos x="137" y="210"/>
              </a:cxn>
              <a:cxn ang="0">
                <a:pos x="157" y="179"/>
              </a:cxn>
              <a:cxn ang="0">
                <a:pos x="210" y="230"/>
              </a:cxn>
              <a:cxn ang="0">
                <a:pos x="210" y="315"/>
              </a:cxn>
              <a:cxn ang="0">
                <a:pos x="261" y="334"/>
              </a:cxn>
              <a:cxn ang="0">
                <a:pos x="261" y="392"/>
              </a:cxn>
              <a:cxn ang="0">
                <a:pos x="284" y="424"/>
              </a:cxn>
              <a:cxn ang="0">
                <a:pos x="284" y="451"/>
              </a:cxn>
              <a:cxn ang="0">
                <a:pos x="334" y="430"/>
              </a:cxn>
              <a:cxn ang="0">
                <a:pos x="365" y="402"/>
              </a:cxn>
              <a:cxn ang="0">
                <a:pos x="375" y="360"/>
              </a:cxn>
              <a:cxn ang="0">
                <a:pos x="334" y="334"/>
              </a:cxn>
              <a:cxn ang="0">
                <a:pos x="303" y="248"/>
              </a:cxn>
              <a:cxn ang="0">
                <a:pos x="220" y="193"/>
              </a:cxn>
              <a:cxn ang="0">
                <a:pos x="207" y="151"/>
              </a:cxn>
              <a:cxn ang="0">
                <a:pos x="172" y="130"/>
              </a:cxn>
              <a:cxn ang="0">
                <a:pos x="172" y="107"/>
              </a:cxn>
              <a:cxn ang="0">
                <a:pos x="210" y="73"/>
              </a:cxn>
              <a:cxn ang="0">
                <a:pos x="199" y="57"/>
              </a:cxn>
              <a:cxn ang="0">
                <a:pos x="137" y="57"/>
              </a:cxn>
              <a:cxn ang="0">
                <a:pos x="131" y="19"/>
              </a:cxn>
              <a:cxn ang="0">
                <a:pos x="84" y="0"/>
              </a:cxn>
              <a:cxn ang="0">
                <a:pos x="41" y="21"/>
              </a:cxn>
              <a:cxn ang="0">
                <a:pos x="13" y="5"/>
              </a:cxn>
              <a:cxn ang="0">
                <a:pos x="0" y="73"/>
              </a:cxn>
            </a:cxnLst>
            <a:rect l="0" t="0" r="r" b="b"/>
            <a:pathLst>
              <a:path w="375" h="451">
                <a:moveTo>
                  <a:pt x="0" y="73"/>
                </a:moveTo>
                <a:lnTo>
                  <a:pt x="0" y="99"/>
                </a:lnTo>
                <a:lnTo>
                  <a:pt x="25" y="130"/>
                </a:lnTo>
                <a:lnTo>
                  <a:pt x="9" y="187"/>
                </a:lnTo>
                <a:lnTo>
                  <a:pt x="53" y="203"/>
                </a:lnTo>
                <a:lnTo>
                  <a:pt x="137" y="210"/>
                </a:lnTo>
                <a:lnTo>
                  <a:pt x="157" y="179"/>
                </a:lnTo>
                <a:lnTo>
                  <a:pt x="210" y="230"/>
                </a:lnTo>
                <a:lnTo>
                  <a:pt x="210" y="315"/>
                </a:lnTo>
                <a:lnTo>
                  <a:pt x="261" y="334"/>
                </a:lnTo>
                <a:lnTo>
                  <a:pt x="261" y="392"/>
                </a:lnTo>
                <a:lnTo>
                  <a:pt x="284" y="424"/>
                </a:lnTo>
                <a:lnTo>
                  <a:pt x="284" y="451"/>
                </a:lnTo>
                <a:lnTo>
                  <a:pt x="334" y="430"/>
                </a:lnTo>
                <a:lnTo>
                  <a:pt x="365" y="402"/>
                </a:lnTo>
                <a:lnTo>
                  <a:pt x="375" y="360"/>
                </a:lnTo>
                <a:lnTo>
                  <a:pt x="334" y="334"/>
                </a:lnTo>
                <a:lnTo>
                  <a:pt x="303" y="248"/>
                </a:lnTo>
                <a:lnTo>
                  <a:pt x="220" y="193"/>
                </a:lnTo>
                <a:lnTo>
                  <a:pt x="207" y="151"/>
                </a:lnTo>
                <a:lnTo>
                  <a:pt x="172" y="130"/>
                </a:lnTo>
                <a:lnTo>
                  <a:pt x="172" y="107"/>
                </a:lnTo>
                <a:lnTo>
                  <a:pt x="210" y="73"/>
                </a:lnTo>
                <a:lnTo>
                  <a:pt x="199" y="57"/>
                </a:lnTo>
                <a:lnTo>
                  <a:pt x="137" y="57"/>
                </a:lnTo>
                <a:lnTo>
                  <a:pt x="131" y="19"/>
                </a:lnTo>
                <a:lnTo>
                  <a:pt x="84" y="0"/>
                </a:lnTo>
                <a:lnTo>
                  <a:pt x="41" y="21"/>
                </a:lnTo>
                <a:lnTo>
                  <a:pt x="13" y="5"/>
                </a:lnTo>
                <a:lnTo>
                  <a:pt x="0" y="7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26" name="Freeform 125"/>
          <p:cNvSpPr>
            <a:spLocks/>
          </p:cNvSpPr>
          <p:nvPr/>
        </p:nvSpPr>
        <p:spPr bwMode="auto">
          <a:xfrm>
            <a:off x="5954243" y="4567595"/>
            <a:ext cx="120762" cy="97135"/>
          </a:xfrm>
          <a:custGeom>
            <a:avLst/>
            <a:gdLst/>
            <a:ahLst/>
            <a:cxnLst>
              <a:cxn ang="0">
                <a:pos x="220" y="0"/>
              </a:cxn>
              <a:cxn ang="0">
                <a:pos x="243" y="35"/>
              </a:cxn>
              <a:cxn ang="0">
                <a:pos x="243" y="62"/>
              </a:cxn>
              <a:cxn ang="0">
                <a:pos x="292" y="40"/>
              </a:cxn>
              <a:cxn ang="0">
                <a:pos x="295" y="89"/>
              </a:cxn>
              <a:cxn ang="0">
                <a:pos x="258" y="143"/>
              </a:cxn>
              <a:cxn ang="0">
                <a:pos x="221" y="143"/>
              </a:cxn>
              <a:cxn ang="0">
                <a:pos x="221" y="182"/>
              </a:cxn>
              <a:cxn ang="0">
                <a:pos x="183" y="182"/>
              </a:cxn>
              <a:cxn ang="0">
                <a:pos x="173" y="226"/>
              </a:cxn>
              <a:cxn ang="0">
                <a:pos x="89" y="191"/>
              </a:cxn>
              <a:cxn ang="0">
                <a:pos x="30" y="107"/>
              </a:cxn>
              <a:cxn ang="0">
                <a:pos x="0" y="68"/>
              </a:cxn>
              <a:cxn ang="0">
                <a:pos x="101" y="2"/>
              </a:cxn>
              <a:cxn ang="0">
                <a:pos x="131" y="45"/>
              </a:cxn>
              <a:cxn ang="0">
                <a:pos x="220" y="0"/>
              </a:cxn>
            </a:cxnLst>
            <a:rect l="0" t="0" r="r" b="b"/>
            <a:pathLst>
              <a:path w="295" h="226">
                <a:moveTo>
                  <a:pt x="220" y="0"/>
                </a:moveTo>
                <a:lnTo>
                  <a:pt x="243" y="35"/>
                </a:lnTo>
                <a:lnTo>
                  <a:pt x="243" y="62"/>
                </a:lnTo>
                <a:lnTo>
                  <a:pt x="292" y="40"/>
                </a:lnTo>
                <a:lnTo>
                  <a:pt x="295" y="89"/>
                </a:lnTo>
                <a:lnTo>
                  <a:pt x="258" y="143"/>
                </a:lnTo>
                <a:lnTo>
                  <a:pt x="221" y="143"/>
                </a:lnTo>
                <a:lnTo>
                  <a:pt x="221" y="182"/>
                </a:lnTo>
                <a:lnTo>
                  <a:pt x="183" y="182"/>
                </a:lnTo>
                <a:lnTo>
                  <a:pt x="173" y="226"/>
                </a:lnTo>
                <a:lnTo>
                  <a:pt x="89" y="191"/>
                </a:lnTo>
                <a:lnTo>
                  <a:pt x="30" y="107"/>
                </a:lnTo>
                <a:lnTo>
                  <a:pt x="0" y="68"/>
                </a:lnTo>
                <a:lnTo>
                  <a:pt x="101" y="2"/>
                </a:lnTo>
                <a:lnTo>
                  <a:pt x="131" y="45"/>
                </a:lnTo>
                <a:lnTo>
                  <a:pt x="22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27" name="Freeform 126"/>
          <p:cNvSpPr>
            <a:spLocks/>
          </p:cNvSpPr>
          <p:nvPr/>
        </p:nvSpPr>
        <p:spPr bwMode="auto">
          <a:xfrm>
            <a:off x="5972194" y="4361181"/>
            <a:ext cx="153400" cy="346913"/>
          </a:xfrm>
          <a:custGeom>
            <a:avLst/>
            <a:gdLst/>
            <a:ahLst/>
            <a:cxnLst>
              <a:cxn ang="0">
                <a:pos x="130" y="700"/>
              </a:cxn>
              <a:cxn ang="0">
                <a:pos x="98" y="781"/>
              </a:cxn>
              <a:cxn ang="0">
                <a:pos x="130" y="800"/>
              </a:cxn>
              <a:cxn ang="0">
                <a:pos x="261" y="699"/>
              </a:cxn>
              <a:cxn ang="0">
                <a:pos x="345" y="664"/>
              </a:cxn>
              <a:cxn ang="0">
                <a:pos x="375" y="605"/>
              </a:cxn>
              <a:cxn ang="0">
                <a:pos x="375" y="511"/>
              </a:cxn>
              <a:cxn ang="0">
                <a:pos x="363" y="483"/>
              </a:cxn>
              <a:cxn ang="0">
                <a:pos x="302" y="384"/>
              </a:cxn>
              <a:cxn ang="0">
                <a:pos x="247" y="309"/>
              </a:cxn>
              <a:cxn ang="0">
                <a:pos x="207" y="274"/>
              </a:cxn>
              <a:cxn ang="0">
                <a:pos x="207" y="204"/>
              </a:cxn>
              <a:cxn ang="0">
                <a:pos x="291" y="117"/>
              </a:cxn>
              <a:cxn ang="0">
                <a:pos x="270" y="104"/>
              </a:cxn>
              <a:cxn ang="0">
                <a:pos x="239" y="104"/>
              </a:cxn>
              <a:cxn ang="0">
                <a:pos x="255" y="31"/>
              </a:cxn>
              <a:cxn ang="0">
                <a:pos x="223" y="0"/>
              </a:cxn>
              <a:cxn ang="0">
                <a:pos x="115" y="0"/>
              </a:cxn>
              <a:cxn ang="0">
                <a:pos x="114" y="47"/>
              </a:cxn>
              <a:cxn ang="0">
                <a:pos x="0" y="47"/>
              </a:cxn>
              <a:cxn ang="0">
                <a:pos x="0" y="83"/>
              </a:cxn>
              <a:cxn ang="0">
                <a:pos x="47" y="100"/>
              </a:cxn>
              <a:cxn ang="0">
                <a:pos x="53" y="138"/>
              </a:cxn>
              <a:cxn ang="0">
                <a:pos x="115" y="138"/>
              </a:cxn>
              <a:cxn ang="0">
                <a:pos x="128" y="155"/>
              </a:cxn>
              <a:cxn ang="0">
                <a:pos x="88" y="189"/>
              </a:cxn>
              <a:cxn ang="0">
                <a:pos x="88" y="212"/>
              </a:cxn>
              <a:cxn ang="0">
                <a:pos x="123" y="233"/>
              </a:cxn>
              <a:cxn ang="0">
                <a:pos x="136" y="274"/>
              </a:cxn>
              <a:cxn ang="0">
                <a:pos x="219" y="331"/>
              </a:cxn>
              <a:cxn ang="0">
                <a:pos x="250" y="416"/>
              </a:cxn>
              <a:cxn ang="0">
                <a:pos x="291" y="442"/>
              </a:cxn>
              <a:cxn ang="0">
                <a:pos x="281" y="484"/>
              </a:cxn>
              <a:cxn ang="0">
                <a:pos x="250" y="512"/>
              </a:cxn>
              <a:cxn ang="0">
                <a:pos x="252" y="562"/>
              </a:cxn>
              <a:cxn ang="0">
                <a:pos x="215" y="617"/>
              </a:cxn>
              <a:cxn ang="0">
                <a:pos x="178" y="617"/>
              </a:cxn>
              <a:cxn ang="0">
                <a:pos x="178" y="657"/>
              </a:cxn>
              <a:cxn ang="0">
                <a:pos x="140" y="657"/>
              </a:cxn>
              <a:cxn ang="0">
                <a:pos x="130" y="700"/>
              </a:cxn>
            </a:cxnLst>
            <a:rect l="0" t="0" r="r" b="b"/>
            <a:pathLst>
              <a:path w="375" h="800">
                <a:moveTo>
                  <a:pt x="130" y="700"/>
                </a:moveTo>
                <a:lnTo>
                  <a:pt x="98" y="781"/>
                </a:lnTo>
                <a:lnTo>
                  <a:pt x="130" y="800"/>
                </a:lnTo>
                <a:lnTo>
                  <a:pt x="261" y="699"/>
                </a:lnTo>
                <a:lnTo>
                  <a:pt x="345" y="664"/>
                </a:lnTo>
                <a:lnTo>
                  <a:pt x="375" y="605"/>
                </a:lnTo>
                <a:lnTo>
                  <a:pt x="375" y="511"/>
                </a:lnTo>
                <a:lnTo>
                  <a:pt x="363" y="483"/>
                </a:lnTo>
                <a:lnTo>
                  <a:pt x="302" y="384"/>
                </a:lnTo>
                <a:lnTo>
                  <a:pt x="247" y="309"/>
                </a:lnTo>
                <a:lnTo>
                  <a:pt x="207" y="274"/>
                </a:lnTo>
                <a:lnTo>
                  <a:pt x="207" y="204"/>
                </a:lnTo>
                <a:lnTo>
                  <a:pt x="291" y="117"/>
                </a:lnTo>
                <a:lnTo>
                  <a:pt x="270" y="104"/>
                </a:lnTo>
                <a:lnTo>
                  <a:pt x="239" y="104"/>
                </a:lnTo>
                <a:lnTo>
                  <a:pt x="255" y="31"/>
                </a:lnTo>
                <a:lnTo>
                  <a:pt x="223" y="0"/>
                </a:lnTo>
                <a:lnTo>
                  <a:pt x="115" y="0"/>
                </a:lnTo>
                <a:lnTo>
                  <a:pt x="114" y="47"/>
                </a:lnTo>
                <a:lnTo>
                  <a:pt x="0" y="47"/>
                </a:lnTo>
                <a:lnTo>
                  <a:pt x="0" y="83"/>
                </a:lnTo>
                <a:lnTo>
                  <a:pt x="47" y="100"/>
                </a:lnTo>
                <a:lnTo>
                  <a:pt x="53" y="138"/>
                </a:lnTo>
                <a:lnTo>
                  <a:pt x="115" y="138"/>
                </a:lnTo>
                <a:lnTo>
                  <a:pt x="128" y="155"/>
                </a:lnTo>
                <a:lnTo>
                  <a:pt x="88" y="189"/>
                </a:lnTo>
                <a:lnTo>
                  <a:pt x="88" y="212"/>
                </a:lnTo>
                <a:lnTo>
                  <a:pt x="123" y="233"/>
                </a:lnTo>
                <a:lnTo>
                  <a:pt x="136" y="274"/>
                </a:lnTo>
                <a:lnTo>
                  <a:pt x="219" y="331"/>
                </a:lnTo>
                <a:lnTo>
                  <a:pt x="250" y="416"/>
                </a:lnTo>
                <a:lnTo>
                  <a:pt x="291" y="442"/>
                </a:lnTo>
                <a:lnTo>
                  <a:pt x="281" y="484"/>
                </a:lnTo>
                <a:lnTo>
                  <a:pt x="250" y="512"/>
                </a:lnTo>
                <a:lnTo>
                  <a:pt x="252" y="562"/>
                </a:lnTo>
                <a:lnTo>
                  <a:pt x="215" y="617"/>
                </a:lnTo>
                <a:lnTo>
                  <a:pt x="178" y="617"/>
                </a:lnTo>
                <a:lnTo>
                  <a:pt x="178" y="657"/>
                </a:lnTo>
                <a:lnTo>
                  <a:pt x="140" y="657"/>
                </a:lnTo>
                <a:lnTo>
                  <a:pt x="130" y="70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28" name="Freeform 127"/>
          <p:cNvSpPr>
            <a:spLocks/>
          </p:cNvSpPr>
          <p:nvPr/>
        </p:nvSpPr>
        <p:spPr bwMode="auto">
          <a:xfrm>
            <a:off x="5817162" y="4753193"/>
            <a:ext cx="236628" cy="279265"/>
          </a:xfrm>
          <a:custGeom>
            <a:avLst/>
            <a:gdLst/>
            <a:ahLst/>
            <a:cxnLst>
              <a:cxn ang="0">
                <a:pos x="411" y="282"/>
              </a:cxn>
              <a:cxn ang="0">
                <a:pos x="377" y="263"/>
              </a:cxn>
              <a:cxn ang="0">
                <a:pos x="329" y="184"/>
              </a:cxn>
              <a:cxn ang="0">
                <a:pos x="279" y="191"/>
              </a:cxn>
              <a:cxn ang="0">
                <a:pos x="138" y="23"/>
              </a:cxn>
              <a:cxn ang="0">
                <a:pos x="62" y="29"/>
              </a:cxn>
              <a:cxn ang="0">
                <a:pos x="34" y="8"/>
              </a:cxn>
              <a:cxn ang="0">
                <a:pos x="0" y="0"/>
              </a:cxn>
              <a:cxn ang="0">
                <a:pos x="34" y="75"/>
              </a:cxn>
              <a:cxn ang="0">
                <a:pos x="95" y="117"/>
              </a:cxn>
              <a:cxn ang="0">
                <a:pos x="238" y="350"/>
              </a:cxn>
              <a:cxn ang="0">
                <a:pos x="238" y="406"/>
              </a:cxn>
              <a:cxn ang="0">
                <a:pos x="272" y="471"/>
              </a:cxn>
              <a:cxn ang="0">
                <a:pos x="349" y="537"/>
              </a:cxn>
              <a:cxn ang="0">
                <a:pos x="349" y="582"/>
              </a:cxn>
              <a:cxn ang="0">
                <a:pos x="396" y="597"/>
              </a:cxn>
              <a:cxn ang="0">
                <a:pos x="431" y="645"/>
              </a:cxn>
              <a:cxn ang="0">
                <a:pos x="499" y="637"/>
              </a:cxn>
              <a:cxn ang="0">
                <a:pos x="525" y="645"/>
              </a:cxn>
              <a:cxn ang="0">
                <a:pos x="546" y="645"/>
              </a:cxn>
              <a:cxn ang="0">
                <a:pos x="537" y="595"/>
              </a:cxn>
              <a:cxn ang="0">
                <a:pos x="546" y="575"/>
              </a:cxn>
              <a:cxn ang="0">
                <a:pos x="546" y="524"/>
              </a:cxn>
              <a:cxn ang="0">
                <a:pos x="579" y="527"/>
              </a:cxn>
              <a:cxn ang="0">
                <a:pos x="579" y="471"/>
              </a:cxn>
              <a:cxn ang="0">
                <a:pos x="552" y="438"/>
              </a:cxn>
              <a:cxn ang="0">
                <a:pos x="494" y="451"/>
              </a:cxn>
              <a:cxn ang="0">
                <a:pos x="464" y="410"/>
              </a:cxn>
              <a:cxn ang="0">
                <a:pos x="424" y="385"/>
              </a:cxn>
              <a:cxn ang="0">
                <a:pos x="405" y="350"/>
              </a:cxn>
              <a:cxn ang="0">
                <a:pos x="411" y="282"/>
              </a:cxn>
            </a:cxnLst>
            <a:rect l="0" t="0" r="r" b="b"/>
            <a:pathLst>
              <a:path w="579" h="645">
                <a:moveTo>
                  <a:pt x="411" y="282"/>
                </a:moveTo>
                <a:lnTo>
                  <a:pt x="377" y="263"/>
                </a:lnTo>
                <a:lnTo>
                  <a:pt x="329" y="184"/>
                </a:lnTo>
                <a:lnTo>
                  <a:pt x="279" y="191"/>
                </a:lnTo>
                <a:lnTo>
                  <a:pt x="138" y="23"/>
                </a:lnTo>
                <a:lnTo>
                  <a:pt x="62" y="29"/>
                </a:lnTo>
                <a:lnTo>
                  <a:pt x="34" y="8"/>
                </a:lnTo>
                <a:lnTo>
                  <a:pt x="0" y="0"/>
                </a:lnTo>
                <a:lnTo>
                  <a:pt x="34" y="75"/>
                </a:lnTo>
                <a:lnTo>
                  <a:pt x="95" y="117"/>
                </a:lnTo>
                <a:lnTo>
                  <a:pt x="238" y="350"/>
                </a:lnTo>
                <a:lnTo>
                  <a:pt x="238" y="406"/>
                </a:lnTo>
                <a:lnTo>
                  <a:pt x="272" y="471"/>
                </a:lnTo>
                <a:lnTo>
                  <a:pt x="349" y="537"/>
                </a:lnTo>
                <a:lnTo>
                  <a:pt x="349" y="582"/>
                </a:lnTo>
                <a:lnTo>
                  <a:pt x="396" y="597"/>
                </a:lnTo>
                <a:lnTo>
                  <a:pt x="431" y="645"/>
                </a:lnTo>
                <a:lnTo>
                  <a:pt x="499" y="637"/>
                </a:lnTo>
                <a:lnTo>
                  <a:pt x="525" y="645"/>
                </a:lnTo>
                <a:lnTo>
                  <a:pt x="546" y="645"/>
                </a:lnTo>
                <a:lnTo>
                  <a:pt x="537" y="595"/>
                </a:lnTo>
                <a:lnTo>
                  <a:pt x="546" y="575"/>
                </a:lnTo>
                <a:lnTo>
                  <a:pt x="546" y="524"/>
                </a:lnTo>
                <a:lnTo>
                  <a:pt x="579" y="527"/>
                </a:lnTo>
                <a:lnTo>
                  <a:pt x="579" y="471"/>
                </a:lnTo>
                <a:lnTo>
                  <a:pt x="552" y="438"/>
                </a:lnTo>
                <a:lnTo>
                  <a:pt x="494" y="451"/>
                </a:lnTo>
                <a:lnTo>
                  <a:pt x="464" y="410"/>
                </a:lnTo>
                <a:lnTo>
                  <a:pt x="424" y="385"/>
                </a:lnTo>
                <a:lnTo>
                  <a:pt x="405" y="350"/>
                </a:lnTo>
                <a:lnTo>
                  <a:pt x="411" y="28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12700" cmpd="sng">
            <a:noFill/>
            <a:prstDash val="solid"/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29" name="Freeform 128"/>
          <p:cNvSpPr>
            <a:spLocks/>
          </p:cNvSpPr>
          <p:nvPr/>
        </p:nvSpPr>
        <p:spPr bwMode="auto">
          <a:xfrm>
            <a:off x="6071743" y="4961340"/>
            <a:ext cx="19583" cy="19080"/>
          </a:xfrm>
          <a:custGeom>
            <a:avLst/>
            <a:gdLst/>
            <a:ahLst/>
            <a:cxnLst>
              <a:cxn ang="0">
                <a:pos x="33" y="0"/>
              </a:cxn>
              <a:cxn ang="0">
                <a:pos x="46" y="47"/>
              </a:cxn>
              <a:cxn ang="0">
                <a:pos x="0" y="47"/>
              </a:cxn>
              <a:cxn ang="0">
                <a:pos x="7" y="17"/>
              </a:cxn>
              <a:cxn ang="0">
                <a:pos x="33" y="0"/>
              </a:cxn>
            </a:cxnLst>
            <a:rect l="0" t="0" r="r" b="b"/>
            <a:pathLst>
              <a:path w="46" h="47">
                <a:moveTo>
                  <a:pt x="33" y="0"/>
                </a:moveTo>
                <a:lnTo>
                  <a:pt x="46" y="47"/>
                </a:lnTo>
                <a:lnTo>
                  <a:pt x="0" y="47"/>
                </a:lnTo>
                <a:lnTo>
                  <a:pt x="7" y="17"/>
                </a:lnTo>
                <a:lnTo>
                  <a:pt x="33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30" name="Freeform 129"/>
          <p:cNvSpPr>
            <a:spLocks/>
          </p:cNvSpPr>
          <p:nvPr/>
        </p:nvSpPr>
        <p:spPr bwMode="auto">
          <a:xfrm>
            <a:off x="6026048" y="5039396"/>
            <a:ext cx="205621" cy="65913"/>
          </a:xfrm>
          <a:custGeom>
            <a:avLst/>
            <a:gdLst/>
            <a:ahLst/>
            <a:cxnLst>
              <a:cxn ang="0">
                <a:pos x="505" y="152"/>
              </a:cxn>
              <a:cxn ang="0">
                <a:pos x="505" y="122"/>
              </a:cxn>
              <a:cxn ang="0">
                <a:pos x="485" y="92"/>
              </a:cxn>
              <a:cxn ang="0">
                <a:pos x="437" y="103"/>
              </a:cxn>
              <a:cxn ang="0">
                <a:pos x="431" y="47"/>
              </a:cxn>
              <a:cxn ang="0">
                <a:pos x="416" y="47"/>
              </a:cxn>
              <a:cxn ang="0">
                <a:pos x="407" y="61"/>
              </a:cxn>
              <a:cxn ang="0">
                <a:pos x="380" y="61"/>
              </a:cxn>
              <a:cxn ang="0">
                <a:pos x="364" y="73"/>
              </a:cxn>
              <a:cxn ang="0">
                <a:pos x="270" y="25"/>
              </a:cxn>
              <a:cxn ang="0">
                <a:pos x="252" y="47"/>
              </a:cxn>
              <a:cxn ang="0">
                <a:pos x="199" y="51"/>
              </a:cxn>
              <a:cxn ang="0">
                <a:pos x="109" y="8"/>
              </a:cxn>
              <a:cxn ang="0">
                <a:pos x="38" y="0"/>
              </a:cxn>
              <a:cxn ang="0">
                <a:pos x="27" y="2"/>
              </a:cxn>
              <a:cxn ang="0">
                <a:pos x="0" y="40"/>
              </a:cxn>
              <a:cxn ang="0">
                <a:pos x="108" y="103"/>
              </a:cxn>
              <a:cxn ang="0">
                <a:pos x="190" y="85"/>
              </a:cxn>
              <a:cxn ang="0">
                <a:pos x="221" y="122"/>
              </a:cxn>
              <a:cxn ang="0">
                <a:pos x="364" y="122"/>
              </a:cxn>
              <a:cxn ang="0">
                <a:pos x="453" y="148"/>
              </a:cxn>
              <a:cxn ang="0">
                <a:pos x="453" y="136"/>
              </a:cxn>
              <a:cxn ang="0">
                <a:pos x="505" y="152"/>
              </a:cxn>
            </a:cxnLst>
            <a:rect l="0" t="0" r="r" b="b"/>
            <a:pathLst>
              <a:path w="505" h="152">
                <a:moveTo>
                  <a:pt x="505" y="152"/>
                </a:moveTo>
                <a:lnTo>
                  <a:pt x="505" y="122"/>
                </a:lnTo>
                <a:lnTo>
                  <a:pt x="485" y="92"/>
                </a:lnTo>
                <a:lnTo>
                  <a:pt x="437" y="103"/>
                </a:lnTo>
                <a:lnTo>
                  <a:pt x="431" y="47"/>
                </a:lnTo>
                <a:lnTo>
                  <a:pt x="416" y="47"/>
                </a:lnTo>
                <a:lnTo>
                  <a:pt x="407" y="61"/>
                </a:lnTo>
                <a:lnTo>
                  <a:pt x="380" y="61"/>
                </a:lnTo>
                <a:lnTo>
                  <a:pt x="364" y="73"/>
                </a:lnTo>
                <a:lnTo>
                  <a:pt x="270" y="25"/>
                </a:lnTo>
                <a:lnTo>
                  <a:pt x="252" y="47"/>
                </a:lnTo>
                <a:lnTo>
                  <a:pt x="199" y="51"/>
                </a:lnTo>
                <a:lnTo>
                  <a:pt x="109" y="8"/>
                </a:lnTo>
                <a:lnTo>
                  <a:pt x="38" y="0"/>
                </a:lnTo>
                <a:lnTo>
                  <a:pt x="27" y="2"/>
                </a:lnTo>
                <a:lnTo>
                  <a:pt x="0" y="40"/>
                </a:lnTo>
                <a:lnTo>
                  <a:pt x="108" y="103"/>
                </a:lnTo>
                <a:lnTo>
                  <a:pt x="190" y="85"/>
                </a:lnTo>
                <a:lnTo>
                  <a:pt x="221" y="122"/>
                </a:lnTo>
                <a:lnTo>
                  <a:pt x="364" y="122"/>
                </a:lnTo>
                <a:lnTo>
                  <a:pt x="453" y="148"/>
                </a:lnTo>
                <a:lnTo>
                  <a:pt x="453" y="136"/>
                </a:lnTo>
                <a:lnTo>
                  <a:pt x="505" y="15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12700" cmpd="sng">
            <a:noFill/>
            <a:prstDash val="solid"/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31" name="Freeform 130"/>
          <p:cNvSpPr>
            <a:spLocks/>
          </p:cNvSpPr>
          <p:nvPr/>
        </p:nvSpPr>
        <p:spPr bwMode="auto">
          <a:xfrm>
            <a:off x="6231669" y="5093168"/>
            <a:ext cx="238260" cy="27753"/>
          </a:xfrm>
          <a:custGeom>
            <a:avLst/>
            <a:gdLst/>
            <a:ahLst/>
            <a:cxnLst>
              <a:cxn ang="0">
                <a:pos x="101" y="12"/>
              </a:cxn>
              <a:cxn ang="0">
                <a:pos x="138" y="21"/>
              </a:cxn>
              <a:cxn ang="0">
                <a:pos x="201" y="1"/>
              </a:cxn>
              <a:cxn ang="0">
                <a:pos x="284" y="21"/>
              </a:cxn>
              <a:cxn ang="0">
                <a:pos x="349" y="27"/>
              </a:cxn>
              <a:cxn ang="0">
                <a:pos x="433" y="21"/>
              </a:cxn>
              <a:cxn ang="0">
                <a:pos x="496" y="27"/>
              </a:cxn>
              <a:cxn ang="0">
                <a:pos x="507" y="0"/>
              </a:cxn>
              <a:cxn ang="0">
                <a:pos x="585" y="0"/>
              </a:cxn>
              <a:cxn ang="0">
                <a:pos x="545" y="29"/>
              </a:cxn>
              <a:cxn ang="0">
                <a:pos x="452" y="55"/>
              </a:cxn>
              <a:cxn ang="0">
                <a:pos x="369" y="67"/>
              </a:cxn>
              <a:cxn ang="0">
                <a:pos x="259" y="57"/>
              </a:cxn>
              <a:cxn ang="0">
                <a:pos x="123" y="55"/>
              </a:cxn>
              <a:cxn ang="0">
                <a:pos x="45" y="64"/>
              </a:cxn>
              <a:cxn ang="0">
                <a:pos x="0" y="27"/>
              </a:cxn>
              <a:cxn ang="0">
                <a:pos x="0" y="0"/>
              </a:cxn>
              <a:cxn ang="0">
                <a:pos x="101" y="12"/>
              </a:cxn>
            </a:cxnLst>
            <a:rect l="0" t="0" r="r" b="b"/>
            <a:pathLst>
              <a:path w="585" h="67">
                <a:moveTo>
                  <a:pt x="101" y="12"/>
                </a:moveTo>
                <a:lnTo>
                  <a:pt x="138" y="21"/>
                </a:lnTo>
                <a:lnTo>
                  <a:pt x="201" y="1"/>
                </a:lnTo>
                <a:lnTo>
                  <a:pt x="284" y="21"/>
                </a:lnTo>
                <a:lnTo>
                  <a:pt x="349" y="27"/>
                </a:lnTo>
                <a:lnTo>
                  <a:pt x="433" y="21"/>
                </a:lnTo>
                <a:lnTo>
                  <a:pt x="496" y="27"/>
                </a:lnTo>
                <a:lnTo>
                  <a:pt x="507" y="0"/>
                </a:lnTo>
                <a:lnTo>
                  <a:pt x="585" y="0"/>
                </a:lnTo>
                <a:lnTo>
                  <a:pt x="545" y="29"/>
                </a:lnTo>
                <a:lnTo>
                  <a:pt x="452" y="55"/>
                </a:lnTo>
                <a:lnTo>
                  <a:pt x="369" y="67"/>
                </a:lnTo>
                <a:lnTo>
                  <a:pt x="259" y="57"/>
                </a:lnTo>
                <a:lnTo>
                  <a:pt x="123" y="55"/>
                </a:lnTo>
                <a:lnTo>
                  <a:pt x="45" y="64"/>
                </a:lnTo>
                <a:lnTo>
                  <a:pt x="0" y="27"/>
                </a:lnTo>
                <a:lnTo>
                  <a:pt x="0" y="0"/>
                </a:lnTo>
                <a:lnTo>
                  <a:pt x="101" y="1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12700" cmpd="sng">
            <a:noFill/>
            <a:prstDash val="solid"/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32" name="Freeform 131"/>
          <p:cNvSpPr>
            <a:spLocks/>
          </p:cNvSpPr>
          <p:nvPr/>
        </p:nvSpPr>
        <p:spPr bwMode="auto">
          <a:xfrm>
            <a:off x="6313264" y="5124389"/>
            <a:ext cx="37534" cy="24284"/>
          </a:xfrm>
          <a:custGeom>
            <a:avLst/>
            <a:gdLst/>
            <a:ahLst/>
            <a:cxnLst>
              <a:cxn ang="0">
                <a:pos x="0" y="3"/>
              </a:cxn>
              <a:cxn ang="0">
                <a:pos x="20" y="0"/>
              </a:cxn>
              <a:cxn ang="0">
                <a:pos x="74" y="21"/>
              </a:cxn>
              <a:cxn ang="0">
                <a:pos x="90" y="43"/>
              </a:cxn>
              <a:cxn ang="0">
                <a:pos x="74" y="55"/>
              </a:cxn>
              <a:cxn ang="0">
                <a:pos x="45" y="55"/>
              </a:cxn>
              <a:cxn ang="0">
                <a:pos x="9" y="27"/>
              </a:cxn>
              <a:cxn ang="0">
                <a:pos x="0" y="3"/>
              </a:cxn>
            </a:cxnLst>
            <a:rect l="0" t="0" r="r" b="b"/>
            <a:pathLst>
              <a:path w="90" h="55">
                <a:moveTo>
                  <a:pt x="0" y="3"/>
                </a:moveTo>
                <a:lnTo>
                  <a:pt x="20" y="0"/>
                </a:lnTo>
                <a:lnTo>
                  <a:pt x="74" y="21"/>
                </a:lnTo>
                <a:lnTo>
                  <a:pt x="90" y="43"/>
                </a:lnTo>
                <a:lnTo>
                  <a:pt x="74" y="55"/>
                </a:lnTo>
                <a:lnTo>
                  <a:pt x="45" y="55"/>
                </a:lnTo>
                <a:lnTo>
                  <a:pt x="9" y="27"/>
                </a:lnTo>
                <a:lnTo>
                  <a:pt x="0" y="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12700" cmpd="sng">
            <a:noFill/>
            <a:prstDash val="solid"/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33" name="Freeform 132"/>
          <p:cNvSpPr>
            <a:spLocks/>
          </p:cNvSpPr>
          <p:nvPr/>
        </p:nvSpPr>
        <p:spPr bwMode="auto">
          <a:xfrm>
            <a:off x="6399756" y="5113981"/>
            <a:ext cx="76700" cy="36426"/>
          </a:xfrm>
          <a:custGeom>
            <a:avLst/>
            <a:gdLst/>
            <a:ahLst/>
            <a:cxnLst>
              <a:cxn ang="0">
                <a:pos x="107" y="5"/>
              </a:cxn>
              <a:cxn ang="0">
                <a:pos x="99" y="25"/>
              </a:cxn>
              <a:cxn ang="0">
                <a:pos x="51" y="25"/>
              </a:cxn>
              <a:cxn ang="0">
                <a:pos x="0" y="70"/>
              </a:cxn>
              <a:cxn ang="0">
                <a:pos x="34" y="87"/>
              </a:cxn>
              <a:cxn ang="0">
                <a:pos x="159" y="36"/>
              </a:cxn>
              <a:cxn ang="0">
                <a:pos x="189" y="0"/>
              </a:cxn>
              <a:cxn ang="0">
                <a:pos x="107" y="5"/>
              </a:cxn>
            </a:cxnLst>
            <a:rect l="0" t="0" r="r" b="b"/>
            <a:pathLst>
              <a:path w="189" h="87">
                <a:moveTo>
                  <a:pt x="107" y="5"/>
                </a:moveTo>
                <a:lnTo>
                  <a:pt x="99" y="25"/>
                </a:lnTo>
                <a:lnTo>
                  <a:pt x="51" y="25"/>
                </a:lnTo>
                <a:lnTo>
                  <a:pt x="0" y="70"/>
                </a:lnTo>
                <a:lnTo>
                  <a:pt x="34" y="87"/>
                </a:lnTo>
                <a:lnTo>
                  <a:pt x="159" y="36"/>
                </a:lnTo>
                <a:lnTo>
                  <a:pt x="189" y="0"/>
                </a:lnTo>
                <a:lnTo>
                  <a:pt x="107" y="5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12700" cmpd="sng">
            <a:noFill/>
            <a:prstDash val="solid"/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34" name="Freeform 133"/>
          <p:cNvSpPr>
            <a:spLocks/>
          </p:cNvSpPr>
          <p:nvPr/>
        </p:nvSpPr>
        <p:spPr bwMode="auto">
          <a:xfrm>
            <a:off x="6200662" y="4786149"/>
            <a:ext cx="42430" cy="38160"/>
          </a:xfrm>
          <a:custGeom>
            <a:avLst/>
            <a:gdLst/>
            <a:ahLst/>
            <a:cxnLst>
              <a:cxn ang="0">
                <a:pos x="0" y="75"/>
              </a:cxn>
              <a:cxn ang="0">
                <a:pos x="46" y="88"/>
              </a:cxn>
              <a:cxn ang="0">
                <a:pos x="61" y="66"/>
              </a:cxn>
              <a:cxn ang="0">
                <a:pos x="102" y="75"/>
              </a:cxn>
              <a:cxn ang="0">
                <a:pos x="102" y="0"/>
              </a:cxn>
              <a:cxn ang="0">
                <a:pos x="55" y="15"/>
              </a:cxn>
              <a:cxn ang="0">
                <a:pos x="0" y="75"/>
              </a:cxn>
            </a:cxnLst>
            <a:rect l="0" t="0" r="r" b="b"/>
            <a:pathLst>
              <a:path w="102" h="88">
                <a:moveTo>
                  <a:pt x="0" y="75"/>
                </a:moveTo>
                <a:lnTo>
                  <a:pt x="46" y="88"/>
                </a:lnTo>
                <a:lnTo>
                  <a:pt x="61" y="66"/>
                </a:lnTo>
                <a:lnTo>
                  <a:pt x="102" y="75"/>
                </a:lnTo>
                <a:lnTo>
                  <a:pt x="102" y="0"/>
                </a:lnTo>
                <a:lnTo>
                  <a:pt x="55" y="15"/>
                </a:lnTo>
                <a:lnTo>
                  <a:pt x="0" y="7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35" name="Freeform 134"/>
          <p:cNvSpPr>
            <a:spLocks/>
          </p:cNvSpPr>
          <p:nvPr/>
        </p:nvSpPr>
        <p:spPr bwMode="auto">
          <a:xfrm>
            <a:off x="6096220" y="4758396"/>
            <a:ext cx="223572" cy="131827"/>
          </a:xfrm>
          <a:custGeom>
            <a:avLst/>
            <a:gdLst/>
            <a:ahLst/>
            <a:cxnLst>
              <a:cxn ang="0">
                <a:pos x="358" y="65"/>
              </a:cxn>
              <a:cxn ang="0">
                <a:pos x="422" y="0"/>
              </a:cxn>
              <a:cxn ang="0">
                <a:pos x="452" y="0"/>
              </a:cxn>
              <a:cxn ang="0">
                <a:pos x="483" y="38"/>
              </a:cxn>
              <a:cxn ang="0">
                <a:pos x="539" y="38"/>
              </a:cxn>
              <a:cxn ang="0">
                <a:pos x="550" y="56"/>
              </a:cxn>
              <a:cxn ang="0">
                <a:pos x="543" y="88"/>
              </a:cxn>
              <a:cxn ang="0">
                <a:pos x="475" y="141"/>
              </a:cxn>
              <a:cxn ang="0">
                <a:pos x="407" y="133"/>
              </a:cxn>
              <a:cxn ang="0">
                <a:pos x="396" y="166"/>
              </a:cxn>
              <a:cxn ang="0">
                <a:pos x="358" y="173"/>
              </a:cxn>
              <a:cxn ang="0">
                <a:pos x="358" y="216"/>
              </a:cxn>
              <a:cxn ang="0">
                <a:pos x="302" y="225"/>
              </a:cxn>
              <a:cxn ang="0">
                <a:pos x="283" y="267"/>
              </a:cxn>
              <a:cxn ang="0">
                <a:pos x="255" y="268"/>
              </a:cxn>
              <a:cxn ang="0">
                <a:pos x="220" y="293"/>
              </a:cxn>
              <a:cxn ang="0">
                <a:pos x="187" y="272"/>
              </a:cxn>
              <a:cxn ang="0">
                <a:pos x="136" y="306"/>
              </a:cxn>
              <a:cxn ang="0">
                <a:pos x="47" y="306"/>
              </a:cxn>
              <a:cxn ang="0">
                <a:pos x="0" y="257"/>
              </a:cxn>
              <a:cxn ang="0">
                <a:pos x="16" y="238"/>
              </a:cxn>
              <a:cxn ang="0">
                <a:pos x="81" y="264"/>
              </a:cxn>
              <a:cxn ang="0">
                <a:pos x="105" y="243"/>
              </a:cxn>
              <a:cxn ang="0">
                <a:pos x="136" y="172"/>
              </a:cxn>
              <a:cxn ang="0">
                <a:pos x="220" y="170"/>
              </a:cxn>
              <a:cxn ang="0">
                <a:pos x="255" y="141"/>
              </a:cxn>
              <a:cxn ang="0">
                <a:pos x="302" y="154"/>
              </a:cxn>
              <a:cxn ang="0">
                <a:pos x="317" y="127"/>
              </a:cxn>
              <a:cxn ang="0">
                <a:pos x="358" y="141"/>
              </a:cxn>
              <a:cxn ang="0">
                <a:pos x="358" y="65"/>
              </a:cxn>
            </a:cxnLst>
            <a:rect l="0" t="0" r="r" b="b"/>
            <a:pathLst>
              <a:path w="550" h="306">
                <a:moveTo>
                  <a:pt x="358" y="65"/>
                </a:moveTo>
                <a:lnTo>
                  <a:pt x="422" y="0"/>
                </a:lnTo>
                <a:lnTo>
                  <a:pt x="452" y="0"/>
                </a:lnTo>
                <a:lnTo>
                  <a:pt x="483" y="38"/>
                </a:lnTo>
                <a:lnTo>
                  <a:pt x="539" y="38"/>
                </a:lnTo>
                <a:lnTo>
                  <a:pt x="550" y="56"/>
                </a:lnTo>
                <a:lnTo>
                  <a:pt x="543" y="88"/>
                </a:lnTo>
                <a:lnTo>
                  <a:pt x="475" y="141"/>
                </a:lnTo>
                <a:lnTo>
                  <a:pt x="407" y="133"/>
                </a:lnTo>
                <a:lnTo>
                  <a:pt x="396" y="166"/>
                </a:lnTo>
                <a:lnTo>
                  <a:pt x="358" y="173"/>
                </a:lnTo>
                <a:lnTo>
                  <a:pt x="358" y="216"/>
                </a:lnTo>
                <a:lnTo>
                  <a:pt x="302" y="225"/>
                </a:lnTo>
                <a:lnTo>
                  <a:pt x="283" y="267"/>
                </a:lnTo>
                <a:lnTo>
                  <a:pt x="255" y="268"/>
                </a:lnTo>
                <a:lnTo>
                  <a:pt x="220" y="293"/>
                </a:lnTo>
                <a:lnTo>
                  <a:pt x="187" y="272"/>
                </a:lnTo>
                <a:lnTo>
                  <a:pt x="136" y="306"/>
                </a:lnTo>
                <a:lnTo>
                  <a:pt x="47" y="306"/>
                </a:lnTo>
                <a:lnTo>
                  <a:pt x="0" y="257"/>
                </a:lnTo>
                <a:lnTo>
                  <a:pt x="16" y="238"/>
                </a:lnTo>
                <a:lnTo>
                  <a:pt x="81" y="264"/>
                </a:lnTo>
                <a:lnTo>
                  <a:pt x="105" y="243"/>
                </a:lnTo>
                <a:lnTo>
                  <a:pt x="136" y="172"/>
                </a:lnTo>
                <a:lnTo>
                  <a:pt x="220" y="170"/>
                </a:lnTo>
                <a:lnTo>
                  <a:pt x="255" y="141"/>
                </a:lnTo>
                <a:lnTo>
                  <a:pt x="302" y="154"/>
                </a:lnTo>
                <a:lnTo>
                  <a:pt x="317" y="127"/>
                </a:lnTo>
                <a:lnTo>
                  <a:pt x="358" y="141"/>
                </a:lnTo>
                <a:lnTo>
                  <a:pt x="358" y="65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36" name="Freeform 135"/>
          <p:cNvSpPr>
            <a:spLocks/>
          </p:cNvSpPr>
          <p:nvPr/>
        </p:nvSpPr>
        <p:spPr bwMode="auto">
          <a:xfrm>
            <a:off x="6096222" y="4815636"/>
            <a:ext cx="212149" cy="185598"/>
          </a:xfrm>
          <a:custGeom>
            <a:avLst/>
            <a:gdLst/>
            <a:ahLst/>
            <a:cxnLst>
              <a:cxn ang="0">
                <a:pos x="0" y="124"/>
              </a:cxn>
              <a:cxn ang="0">
                <a:pos x="16" y="272"/>
              </a:cxn>
              <a:cxn ang="0">
                <a:pos x="35" y="272"/>
              </a:cxn>
              <a:cxn ang="0">
                <a:pos x="87" y="365"/>
              </a:cxn>
              <a:cxn ang="0">
                <a:pos x="175" y="361"/>
              </a:cxn>
              <a:cxn ang="0">
                <a:pos x="292" y="382"/>
              </a:cxn>
              <a:cxn ang="0">
                <a:pos x="305" y="429"/>
              </a:cxn>
              <a:cxn ang="0">
                <a:pos x="385" y="410"/>
              </a:cxn>
              <a:cxn ang="0">
                <a:pos x="406" y="350"/>
              </a:cxn>
              <a:cxn ang="0">
                <a:pos x="396" y="308"/>
              </a:cxn>
              <a:cxn ang="0">
                <a:pos x="461" y="262"/>
              </a:cxn>
              <a:cxn ang="0">
                <a:pos x="461" y="210"/>
              </a:cxn>
              <a:cxn ang="0">
                <a:pos x="475" y="191"/>
              </a:cxn>
              <a:cxn ang="0">
                <a:pos x="519" y="191"/>
              </a:cxn>
              <a:cxn ang="0">
                <a:pos x="519" y="152"/>
              </a:cxn>
              <a:cxn ang="0">
                <a:pos x="486" y="134"/>
              </a:cxn>
              <a:cxn ang="0">
                <a:pos x="486" y="120"/>
              </a:cxn>
              <a:cxn ang="0">
                <a:pos x="475" y="104"/>
              </a:cxn>
              <a:cxn ang="0">
                <a:pos x="475" y="8"/>
              </a:cxn>
              <a:cxn ang="0">
                <a:pos x="407" y="0"/>
              </a:cxn>
              <a:cxn ang="0">
                <a:pos x="396" y="33"/>
              </a:cxn>
              <a:cxn ang="0">
                <a:pos x="358" y="41"/>
              </a:cxn>
              <a:cxn ang="0">
                <a:pos x="358" y="83"/>
              </a:cxn>
              <a:cxn ang="0">
                <a:pos x="302" y="92"/>
              </a:cxn>
              <a:cxn ang="0">
                <a:pos x="282" y="134"/>
              </a:cxn>
              <a:cxn ang="0">
                <a:pos x="255" y="135"/>
              </a:cxn>
              <a:cxn ang="0">
                <a:pos x="217" y="160"/>
              </a:cxn>
              <a:cxn ang="0">
                <a:pos x="186" y="139"/>
              </a:cxn>
              <a:cxn ang="0">
                <a:pos x="134" y="173"/>
              </a:cxn>
              <a:cxn ang="0">
                <a:pos x="47" y="173"/>
              </a:cxn>
              <a:cxn ang="0">
                <a:pos x="0" y="124"/>
              </a:cxn>
            </a:cxnLst>
            <a:rect l="0" t="0" r="r" b="b"/>
            <a:pathLst>
              <a:path w="519" h="429">
                <a:moveTo>
                  <a:pt x="0" y="124"/>
                </a:moveTo>
                <a:lnTo>
                  <a:pt x="16" y="272"/>
                </a:lnTo>
                <a:lnTo>
                  <a:pt x="35" y="272"/>
                </a:lnTo>
                <a:lnTo>
                  <a:pt x="87" y="365"/>
                </a:lnTo>
                <a:lnTo>
                  <a:pt x="175" y="361"/>
                </a:lnTo>
                <a:lnTo>
                  <a:pt x="292" y="382"/>
                </a:lnTo>
                <a:lnTo>
                  <a:pt x="305" y="429"/>
                </a:lnTo>
                <a:lnTo>
                  <a:pt x="385" y="410"/>
                </a:lnTo>
                <a:lnTo>
                  <a:pt x="406" y="350"/>
                </a:lnTo>
                <a:lnTo>
                  <a:pt x="396" y="308"/>
                </a:lnTo>
                <a:lnTo>
                  <a:pt x="461" y="262"/>
                </a:lnTo>
                <a:lnTo>
                  <a:pt x="461" y="210"/>
                </a:lnTo>
                <a:lnTo>
                  <a:pt x="475" y="191"/>
                </a:lnTo>
                <a:lnTo>
                  <a:pt x="519" y="191"/>
                </a:lnTo>
                <a:lnTo>
                  <a:pt x="519" y="152"/>
                </a:lnTo>
                <a:lnTo>
                  <a:pt x="486" y="134"/>
                </a:lnTo>
                <a:lnTo>
                  <a:pt x="486" y="120"/>
                </a:lnTo>
                <a:lnTo>
                  <a:pt x="475" y="104"/>
                </a:lnTo>
                <a:lnTo>
                  <a:pt x="475" y="8"/>
                </a:lnTo>
                <a:lnTo>
                  <a:pt x="407" y="0"/>
                </a:lnTo>
                <a:lnTo>
                  <a:pt x="396" y="33"/>
                </a:lnTo>
                <a:lnTo>
                  <a:pt x="358" y="41"/>
                </a:lnTo>
                <a:lnTo>
                  <a:pt x="358" y="83"/>
                </a:lnTo>
                <a:lnTo>
                  <a:pt x="302" y="92"/>
                </a:lnTo>
                <a:lnTo>
                  <a:pt x="282" y="134"/>
                </a:lnTo>
                <a:lnTo>
                  <a:pt x="255" y="135"/>
                </a:lnTo>
                <a:lnTo>
                  <a:pt x="217" y="160"/>
                </a:lnTo>
                <a:lnTo>
                  <a:pt x="186" y="139"/>
                </a:lnTo>
                <a:lnTo>
                  <a:pt x="134" y="173"/>
                </a:lnTo>
                <a:lnTo>
                  <a:pt x="47" y="173"/>
                </a:lnTo>
                <a:lnTo>
                  <a:pt x="0" y="124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12700" cmpd="sng">
            <a:noFill/>
            <a:prstDash val="solid"/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37" name="Freeform 136"/>
          <p:cNvSpPr>
            <a:spLocks/>
          </p:cNvSpPr>
          <p:nvPr/>
        </p:nvSpPr>
        <p:spPr bwMode="auto">
          <a:xfrm>
            <a:off x="6110909" y="4451378"/>
            <a:ext cx="55485" cy="39895"/>
          </a:xfrm>
          <a:custGeom>
            <a:avLst/>
            <a:gdLst/>
            <a:ahLst/>
            <a:cxnLst>
              <a:cxn ang="0">
                <a:pos x="48" y="0"/>
              </a:cxn>
              <a:cxn ang="0">
                <a:pos x="0" y="26"/>
              </a:cxn>
              <a:cxn ang="0">
                <a:pos x="19" y="92"/>
              </a:cxn>
              <a:cxn ang="0">
                <a:pos x="68" y="92"/>
              </a:cxn>
              <a:cxn ang="0">
                <a:pos x="74" y="60"/>
              </a:cxn>
              <a:cxn ang="0">
                <a:pos x="135" y="32"/>
              </a:cxn>
              <a:cxn ang="0">
                <a:pos x="127" y="16"/>
              </a:cxn>
              <a:cxn ang="0">
                <a:pos x="48" y="0"/>
              </a:cxn>
            </a:cxnLst>
            <a:rect l="0" t="0" r="r" b="b"/>
            <a:pathLst>
              <a:path w="135" h="92">
                <a:moveTo>
                  <a:pt x="48" y="0"/>
                </a:moveTo>
                <a:lnTo>
                  <a:pt x="0" y="26"/>
                </a:lnTo>
                <a:lnTo>
                  <a:pt x="19" y="92"/>
                </a:lnTo>
                <a:lnTo>
                  <a:pt x="68" y="92"/>
                </a:lnTo>
                <a:lnTo>
                  <a:pt x="74" y="60"/>
                </a:lnTo>
                <a:lnTo>
                  <a:pt x="135" y="32"/>
                </a:lnTo>
                <a:lnTo>
                  <a:pt x="127" y="16"/>
                </a:lnTo>
                <a:lnTo>
                  <a:pt x="48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38" name="Freeform 137"/>
          <p:cNvSpPr>
            <a:spLocks/>
          </p:cNvSpPr>
          <p:nvPr/>
        </p:nvSpPr>
        <p:spPr bwMode="auto">
          <a:xfrm>
            <a:off x="6357326" y="4336897"/>
            <a:ext cx="40798" cy="91932"/>
          </a:xfrm>
          <a:custGeom>
            <a:avLst/>
            <a:gdLst/>
            <a:ahLst/>
            <a:cxnLst>
              <a:cxn ang="0">
                <a:pos x="59" y="7"/>
              </a:cxn>
              <a:cxn ang="0">
                <a:pos x="29" y="52"/>
              </a:cxn>
              <a:cxn ang="0">
                <a:pos x="0" y="131"/>
              </a:cxn>
              <a:cxn ang="0">
                <a:pos x="17" y="159"/>
              </a:cxn>
              <a:cxn ang="0">
                <a:pos x="17" y="211"/>
              </a:cxn>
              <a:cxn ang="0">
                <a:pos x="49" y="124"/>
              </a:cxn>
              <a:cxn ang="0">
                <a:pos x="100" y="102"/>
              </a:cxn>
              <a:cxn ang="0">
                <a:pos x="81" y="30"/>
              </a:cxn>
              <a:cxn ang="0">
                <a:pos x="97" y="0"/>
              </a:cxn>
              <a:cxn ang="0">
                <a:pos x="59" y="7"/>
              </a:cxn>
            </a:cxnLst>
            <a:rect l="0" t="0" r="r" b="b"/>
            <a:pathLst>
              <a:path w="100" h="211">
                <a:moveTo>
                  <a:pt x="59" y="7"/>
                </a:moveTo>
                <a:lnTo>
                  <a:pt x="29" y="52"/>
                </a:lnTo>
                <a:lnTo>
                  <a:pt x="0" y="131"/>
                </a:lnTo>
                <a:lnTo>
                  <a:pt x="17" y="159"/>
                </a:lnTo>
                <a:lnTo>
                  <a:pt x="17" y="211"/>
                </a:lnTo>
                <a:lnTo>
                  <a:pt x="49" y="124"/>
                </a:lnTo>
                <a:lnTo>
                  <a:pt x="100" y="102"/>
                </a:lnTo>
                <a:lnTo>
                  <a:pt x="81" y="30"/>
                </a:lnTo>
                <a:lnTo>
                  <a:pt x="97" y="0"/>
                </a:lnTo>
                <a:lnTo>
                  <a:pt x="59" y="7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12700" cmpd="sng">
            <a:solidFill>
              <a:schemeClr val="accent5">
                <a:lumMod val="40000"/>
                <a:lumOff val="60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39" name="Freeform 138"/>
          <p:cNvSpPr>
            <a:spLocks/>
          </p:cNvSpPr>
          <p:nvPr/>
        </p:nvSpPr>
        <p:spPr bwMode="auto">
          <a:xfrm>
            <a:off x="6344272" y="4494743"/>
            <a:ext cx="130553" cy="296611"/>
          </a:xfrm>
          <a:custGeom>
            <a:avLst/>
            <a:gdLst/>
            <a:ahLst/>
            <a:cxnLst>
              <a:cxn ang="0">
                <a:pos x="138" y="0"/>
              </a:cxn>
              <a:cxn ang="0">
                <a:pos x="56" y="0"/>
              </a:cxn>
              <a:cxn ang="0">
                <a:pos x="30" y="37"/>
              </a:cxn>
              <a:cxn ang="0">
                <a:pos x="24" y="73"/>
              </a:cxn>
              <a:cxn ang="0">
                <a:pos x="0" y="70"/>
              </a:cxn>
              <a:cxn ang="0">
                <a:pos x="25" y="110"/>
              </a:cxn>
              <a:cxn ang="0">
                <a:pos x="9" y="183"/>
              </a:cxn>
              <a:cxn ang="0">
                <a:pos x="18" y="202"/>
              </a:cxn>
              <a:cxn ang="0">
                <a:pos x="37" y="296"/>
              </a:cxn>
              <a:cxn ang="0">
                <a:pos x="67" y="329"/>
              </a:cxn>
              <a:cxn ang="0">
                <a:pos x="86" y="306"/>
              </a:cxn>
              <a:cxn ang="0">
                <a:pos x="115" y="332"/>
              </a:cxn>
              <a:cxn ang="0">
                <a:pos x="138" y="302"/>
              </a:cxn>
              <a:cxn ang="0">
                <a:pos x="181" y="327"/>
              </a:cxn>
              <a:cxn ang="0">
                <a:pos x="175" y="359"/>
              </a:cxn>
              <a:cxn ang="0">
                <a:pos x="187" y="391"/>
              </a:cxn>
              <a:cxn ang="0">
                <a:pos x="171" y="391"/>
              </a:cxn>
              <a:cxn ang="0">
                <a:pos x="126" y="359"/>
              </a:cxn>
              <a:cxn ang="0">
                <a:pos x="108" y="406"/>
              </a:cxn>
              <a:cxn ang="0">
                <a:pos x="131" y="415"/>
              </a:cxn>
              <a:cxn ang="0">
                <a:pos x="115" y="427"/>
              </a:cxn>
              <a:cxn ang="0">
                <a:pos x="146" y="446"/>
              </a:cxn>
              <a:cxn ang="0">
                <a:pos x="138" y="470"/>
              </a:cxn>
              <a:cxn ang="0">
                <a:pos x="151" y="510"/>
              </a:cxn>
              <a:cxn ang="0">
                <a:pos x="188" y="462"/>
              </a:cxn>
              <a:cxn ang="0">
                <a:pos x="203" y="477"/>
              </a:cxn>
              <a:cxn ang="0">
                <a:pos x="226" y="467"/>
              </a:cxn>
              <a:cxn ang="0">
                <a:pos x="255" y="483"/>
              </a:cxn>
              <a:cxn ang="0">
                <a:pos x="255" y="514"/>
              </a:cxn>
              <a:cxn ang="0">
                <a:pos x="230" y="500"/>
              </a:cxn>
              <a:cxn ang="0">
                <a:pos x="226" y="528"/>
              </a:cxn>
              <a:cxn ang="0">
                <a:pos x="226" y="542"/>
              </a:cxn>
              <a:cxn ang="0">
                <a:pos x="207" y="557"/>
              </a:cxn>
              <a:cxn ang="0">
                <a:pos x="204" y="631"/>
              </a:cxn>
              <a:cxn ang="0">
                <a:pos x="286" y="686"/>
              </a:cxn>
              <a:cxn ang="0">
                <a:pos x="294" y="649"/>
              </a:cxn>
              <a:cxn ang="0">
                <a:pos x="323" y="659"/>
              </a:cxn>
              <a:cxn ang="0">
                <a:pos x="323" y="514"/>
              </a:cxn>
              <a:cxn ang="0">
                <a:pos x="293" y="500"/>
              </a:cxn>
              <a:cxn ang="0">
                <a:pos x="293" y="459"/>
              </a:cxn>
              <a:cxn ang="0">
                <a:pos x="266" y="443"/>
              </a:cxn>
              <a:cxn ang="0">
                <a:pos x="281" y="415"/>
              </a:cxn>
              <a:cxn ang="0">
                <a:pos x="308" y="415"/>
              </a:cxn>
              <a:cxn ang="0">
                <a:pos x="300" y="356"/>
              </a:cxn>
              <a:cxn ang="0">
                <a:pos x="273" y="322"/>
              </a:cxn>
              <a:cxn ang="0">
                <a:pos x="226" y="315"/>
              </a:cxn>
              <a:cxn ang="0">
                <a:pos x="215" y="253"/>
              </a:cxn>
              <a:cxn ang="0">
                <a:pos x="192" y="225"/>
              </a:cxn>
              <a:cxn ang="0">
                <a:pos x="162" y="212"/>
              </a:cxn>
              <a:cxn ang="0">
                <a:pos x="126" y="238"/>
              </a:cxn>
              <a:cxn ang="0">
                <a:pos x="88" y="152"/>
              </a:cxn>
              <a:cxn ang="0">
                <a:pos x="103" y="133"/>
              </a:cxn>
              <a:cxn ang="0">
                <a:pos x="138" y="130"/>
              </a:cxn>
              <a:cxn ang="0">
                <a:pos x="150" y="80"/>
              </a:cxn>
              <a:cxn ang="0">
                <a:pos x="138" y="46"/>
              </a:cxn>
              <a:cxn ang="0">
                <a:pos x="138" y="0"/>
              </a:cxn>
            </a:cxnLst>
            <a:rect l="0" t="0" r="r" b="b"/>
            <a:pathLst>
              <a:path w="323" h="686">
                <a:moveTo>
                  <a:pt x="138" y="0"/>
                </a:moveTo>
                <a:lnTo>
                  <a:pt x="56" y="0"/>
                </a:lnTo>
                <a:lnTo>
                  <a:pt x="30" y="37"/>
                </a:lnTo>
                <a:lnTo>
                  <a:pt x="24" y="73"/>
                </a:lnTo>
                <a:lnTo>
                  <a:pt x="0" y="70"/>
                </a:lnTo>
                <a:lnTo>
                  <a:pt x="25" y="110"/>
                </a:lnTo>
                <a:lnTo>
                  <a:pt x="9" y="183"/>
                </a:lnTo>
                <a:lnTo>
                  <a:pt x="18" y="202"/>
                </a:lnTo>
                <a:lnTo>
                  <a:pt x="37" y="296"/>
                </a:lnTo>
                <a:lnTo>
                  <a:pt x="67" y="329"/>
                </a:lnTo>
                <a:lnTo>
                  <a:pt x="86" y="306"/>
                </a:lnTo>
                <a:lnTo>
                  <a:pt x="115" y="332"/>
                </a:lnTo>
                <a:lnTo>
                  <a:pt x="138" y="302"/>
                </a:lnTo>
                <a:lnTo>
                  <a:pt x="181" y="327"/>
                </a:lnTo>
                <a:lnTo>
                  <a:pt x="175" y="359"/>
                </a:lnTo>
                <a:lnTo>
                  <a:pt x="187" y="391"/>
                </a:lnTo>
                <a:lnTo>
                  <a:pt x="171" y="391"/>
                </a:lnTo>
                <a:lnTo>
                  <a:pt x="126" y="359"/>
                </a:lnTo>
                <a:lnTo>
                  <a:pt x="108" y="406"/>
                </a:lnTo>
                <a:lnTo>
                  <a:pt x="131" y="415"/>
                </a:lnTo>
                <a:lnTo>
                  <a:pt x="115" y="427"/>
                </a:lnTo>
                <a:lnTo>
                  <a:pt x="146" y="446"/>
                </a:lnTo>
                <a:lnTo>
                  <a:pt x="138" y="470"/>
                </a:lnTo>
                <a:lnTo>
                  <a:pt x="151" y="510"/>
                </a:lnTo>
                <a:lnTo>
                  <a:pt x="188" y="462"/>
                </a:lnTo>
                <a:lnTo>
                  <a:pt x="203" y="477"/>
                </a:lnTo>
                <a:lnTo>
                  <a:pt x="226" y="467"/>
                </a:lnTo>
                <a:lnTo>
                  <a:pt x="255" y="483"/>
                </a:lnTo>
                <a:lnTo>
                  <a:pt x="255" y="514"/>
                </a:lnTo>
                <a:lnTo>
                  <a:pt x="230" y="500"/>
                </a:lnTo>
                <a:lnTo>
                  <a:pt x="226" y="528"/>
                </a:lnTo>
                <a:lnTo>
                  <a:pt x="226" y="542"/>
                </a:lnTo>
                <a:lnTo>
                  <a:pt x="207" y="557"/>
                </a:lnTo>
                <a:lnTo>
                  <a:pt x="204" y="631"/>
                </a:lnTo>
                <a:lnTo>
                  <a:pt x="286" y="686"/>
                </a:lnTo>
                <a:lnTo>
                  <a:pt x="294" y="649"/>
                </a:lnTo>
                <a:lnTo>
                  <a:pt x="323" y="659"/>
                </a:lnTo>
                <a:lnTo>
                  <a:pt x="323" y="514"/>
                </a:lnTo>
                <a:lnTo>
                  <a:pt x="293" y="500"/>
                </a:lnTo>
                <a:lnTo>
                  <a:pt x="293" y="459"/>
                </a:lnTo>
                <a:lnTo>
                  <a:pt x="266" y="443"/>
                </a:lnTo>
                <a:lnTo>
                  <a:pt x="281" y="415"/>
                </a:lnTo>
                <a:lnTo>
                  <a:pt x="308" y="415"/>
                </a:lnTo>
                <a:lnTo>
                  <a:pt x="300" y="356"/>
                </a:lnTo>
                <a:lnTo>
                  <a:pt x="273" y="322"/>
                </a:lnTo>
                <a:lnTo>
                  <a:pt x="226" y="315"/>
                </a:lnTo>
                <a:lnTo>
                  <a:pt x="215" y="253"/>
                </a:lnTo>
                <a:lnTo>
                  <a:pt x="192" y="225"/>
                </a:lnTo>
                <a:lnTo>
                  <a:pt x="162" y="212"/>
                </a:lnTo>
                <a:lnTo>
                  <a:pt x="126" y="238"/>
                </a:lnTo>
                <a:lnTo>
                  <a:pt x="88" y="152"/>
                </a:lnTo>
                <a:lnTo>
                  <a:pt x="103" y="133"/>
                </a:lnTo>
                <a:lnTo>
                  <a:pt x="138" y="130"/>
                </a:lnTo>
                <a:lnTo>
                  <a:pt x="150" y="80"/>
                </a:lnTo>
                <a:lnTo>
                  <a:pt x="138" y="46"/>
                </a:lnTo>
                <a:lnTo>
                  <a:pt x="138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 cmpd="sng">
            <a:noFill/>
            <a:prstDash val="solid"/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40" name="Freeform 139"/>
          <p:cNvSpPr>
            <a:spLocks/>
          </p:cNvSpPr>
          <p:nvPr/>
        </p:nvSpPr>
        <p:spPr bwMode="auto">
          <a:xfrm>
            <a:off x="6280628" y="4656057"/>
            <a:ext cx="55485" cy="67648"/>
          </a:xfrm>
          <a:custGeom>
            <a:avLst/>
            <a:gdLst/>
            <a:ahLst/>
            <a:cxnLst>
              <a:cxn ang="0">
                <a:pos x="136" y="0"/>
              </a:cxn>
              <a:cxn ang="0">
                <a:pos x="119" y="0"/>
              </a:cxn>
              <a:cxn ang="0">
                <a:pos x="60" y="59"/>
              </a:cxn>
              <a:cxn ang="0">
                <a:pos x="0" y="140"/>
              </a:cxn>
              <a:cxn ang="0">
                <a:pos x="25" y="155"/>
              </a:cxn>
              <a:cxn ang="0">
                <a:pos x="60" y="134"/>
              </a:cxn>
              <a:cxn ang="0">
                <a:pos x="68" y="98"/>
              </a:cxn>
              <a:cxn ang="0">
                <a:pos x="108" y="80"/>
              </a:cxn>
              <a:cxn ang="0">
                <a:pos x="136" y="37"/>
              </a:cxn>
              <a:cxn ang="0">
                <a:pos x="136" y="0"/>
              </a:cxn>
            </a:cxnLst>
            <a:rect l="0" t="0" r="r" b="b"/>
            <a:pathLst>
              <a:path w="136" h="155">
                <a:moveTo>
                  <a:pt x="136" y="0"/>
                </a:moveTo>
                <a:lnTo>
                  <a:pt x="119" y="0"/>
                </a:lnTo>
                <a:lnTo>
                  <a:pt x="60" y="59"/>
                </a:lnTo>
                <a:lnTo>
                  <a:pt x="0" y="140"/>
                </a:lnTo>
                <a:lnTo>
                  <a:pt x="25" y="155"/>
                </a:lnTo>
                <a:lnTo>
                  <a:pt x="60" y="134"/>
                </a:lnTo>
                <a:lnTo>
                  <a:pt x="68" y="98"/>
                </a:lnTo>
                <a:lnTo>
                  <a:pt x="108" y="80"/>
                </a:lnTo>
                <a:lnTo>
                  <a:pt x="136" y="37"/>
                </a:lnTo>
                <a:lnTo>
                  <a:pt x="136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 cmpd="sng">
            <a:noFill/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41" name="Freeform 140"/>
          <p:cNvSpPr>
            <a:spLocks/>
          </p:cNvSpPr>
          <p:nvPr/>
        </p:nvSpPr>
        <p:spPr bwMode="auto">
          <a:xfrm>
            <a:off x="6337744" y="4631774"/>
            <a:ext cx="16319" cy="8673"/>
          </a:xfrm>
          <a:custGeom>
            <a:avLst/>
            <a:gdLst/>
            <a:ahLst/>
            <a:cxnLst>
              <a:cxn ang="0">
                <a:pos x="37" y="0"/>
              </a:cxn>
              <a:cxn ang="0">
                <a:pos x="0" y="0"/>
              </a:cxn>
              <a:cxn ang="0">
                <a:pos x="22" y="22"/>
              </a:cxn>
              <a:cxn ang="0">
                <a:pos x="37" y="22"/>
              </a:cxn>
              <a:cxn ang="0">
                <a:pos x="37" y="0"/>
              </a:cxn>
            </a:cxnLst>
            <a:rect l="0" t="0" r="r" b="b"/>
            <a:pathLst>
              <a:path w="37" h="22">
                <a:moveTo>
                  <a:pt x="37" y="0"/>
                </a:moveTo>
                <a:lnTo>
                  <a:pt x="0" y="0"/>
                </a:lnTo>
                <a:lnTo>
                  <a:pt x="22" y="22"/>
                </a:lnTo>
                <a:lnTo>
                  <a:pt x="37" y="22"/>
                </a:lnTo>
                <a:lnTo>
                  <a:pt x="37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12700" cmpd="sng">
            <a:noFill/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42" name="Freeform 141"/>
          <p:cNvSpPr>
            <a:spLocks/>
          </p:cNvSpPr>
          <p:nvPr/>
        </p:nvSpPr>
        <p:spPr bwMode="auto">
          <a:xfrm>
            <a:off x="6378542" y="4723704"/>
            <a:ext cx="47325" cy="50302"/>
          </a:xfrm>
          <a:custGeom>
            <a:avLst/>
            <a:gdLst/>
            <a:ahLst/>
            <a:cxnLst>
              <a:cxn ang="0">
                <a:pos x="101" y="0"/>
              </a:cxn>
              <a:cxn ang="0">
                <a:pos x="68" y="0"/>
              </a:cxn>
              <a:cxn ang="0">
                <a:pos x="17" y="35"/>
              </a:cxn>
              <a:cxn ang="0">
                <a:pos x="5" y="75"/>
              </a:cxn>
              <a:cxn ang="0">
                <a:pos x="0" y="116"/>
              </a:cxn>
              <a:cxn ang="0">
                <a:pos x="56" y="89"/>
              </a:cxn>
              <a:cxn ang="0">
                <a:pos x="56" y="55"/>
              </a:cxn>
              <a:cxn ang="0">
                <a:pos x="79" y="62"/>
              </a:cxn>
              <a:cxn ang="0">
                <a:pos x="116" y="17"/>
              </a:cxn>
              <a:cxn ang="0">
                <a:pos x="101" y="0"/>
              </a:cxn>
            </a:cxnLst>
            <a:rect l="0" t="0" r="r" b="b"/>
            <a:pathLst>
              <a:path w="116" h="116">
                <a:moveTo>
                  <a:pt x="101" y="0"/>
                </a:moveTo>
                <a:lnTo>
                  <a:pt x="68" y="0"/>
                </a:lnTo>
                <a:lnTo>
                  <a:pt x="17" y="35"/>
                </a:lnTo>
                <a:lnTo>
                  <a:pt x="5" y="75"/>
                </a:lnTo>
                <a:lnTo>
                  <a:pt x="0" y="116"/>
                </a:lnTo>
                <a:lnTo>
                  <a:pt x="56" y="89"/>
                </a:lnTo>
                <a:lnTo>
                  <a:pt x="56" y="55"/>
                </a:lnTo>
                <a:lnTo>
                  <a:pt x="79" y="62"/>
                </a:lnTo>
                <a:lnTo>
                  <a:pt x="116" y="17"/>
                </a:lnTo>
                <a:lnTo>
                  <a:pt x="101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 cmpd="sng">
            <a:noFill/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43" name="Freeform 142"/>
          <p:cNvSpPr>
            <a:spLocks/>
          </p:cNvSpPr>
          <p:nvPr/>
        </p:nvSpPr>
        <p:spPr bwMode="auto">
          <a:xfrm>
            <a:off x="6308370" y="4878082"/>
            <a:ext cx="132185" cy="159580"/>
          </a:xfrm>
          <a:custGeom>
            <a:avLst/>
            <a:gdLst/>
            <a:ahLst/>
            <a:cxnLst>
              <a:cxn ang="0">
                <a:pos x="278" y="47"/>
              </a:cxn>
              <a:cxn ang="0">
                <a:pos x="319" y="0"/>
              </a:cxn>
              <a:cxn ang="0">
                <a:pos x="323" y="40"/>
              </a:cxn>
              <a:cxn ang="0">
                <a:pos x="303" y="70"/>
              </a:cxn>
              <a:cxn ang="0">
                <a:pos x="255" y="80"/>
              </a:cxn>
              <a:cxn ang="0">
                <a:pos x="210" y="80"/>
              </a:cxn>
              <a:cxn ang="0">
                <a:pos x="98" y="47"/>
              </a:cxn>
              <a:cxn ang="0">
                <a:pos x="74" y="83"/>
              </a:cxn>
              <a:cxn ang="0">
                <a:pos x="74" y="136"/>
              </a:cxn>
              <a:cxn ang="0">
                <a:pos x="183" y="116"/>
              </a:cxn>
              <a:cxn ang="0">
                <a:pos x="210" y="124"/>
              </a:cxn>
              <a:cxn ang="0">
                <a:pos x="220" y="164"/>
              </a:cxn>
              <a:cxn ang="0">
                <a:pos x="195" y="183"/>
              </a:cxn>
              <a:cxn ang="0">
                <a:pos x="188" y="163"/>
              </a:cxn>
              <a:cxn ang="0">
                <a:pos x="158" y="173"/>
              </a:cxn>
              <a:cxn ang="0">
                <a:pos x="176" y="216"/>
              </a:cxn>
              <a:cxn ang="0">
                <a:pos x="176" y="248"/>
              </a:cxn>
              <a:cxn ang="0">
                <a:pos x="221" y="285"/>
              </a:cxn>
              <a:cxn ang="0">
                <a:pos x="221" y="368"/>
              </a:cxn>
              <a:cxn ang="0">
                <a:pos x="136" y="357"/>
              </a:cxn>
              <a:cxn ang="0">
                <a:pos x="136" y="340"/>
              </a:cxn>
              <a:cxn ang="0">
                <a:pos x="117" y="325"/>
              </a:cxn>
              <a:cxn ang="0">
                <a:pos x="124" y="301"/>
              </a:cxn>
              <a:cxn ang="0">
                <a:pos x="98" y="242"/>
              </a:cxn>
              <a:cxn ang="0">
                <a:pos x="71" y="248"/>
              </a:cxn>
              <a:cxn ang="0">
                <a:pos x="71" y="368"/>
              </a:cxn>
              <a:cxn ang="0">
                <a:pos x="21" y="368"/>
              </a:cxn>
              <a:cxn ang="0">
                <a:pos x="36" y="267"/>
              </a:cxn>
              <a:cxn ang="0">
                <a:pos x="0" y="242"/>
              </a:cxn>
              <a:cxn ang="0">
                <a:pos x="36" y="156"/>
              </a:cxn>
              <a:cxn ang="0">
                <a:pos x="36" y="76"/>
              </a:cxn>
              <a:cxn ang="0">
                <a:pos x="87" y="22"/>
              </a:cxn>
              <a:cxn ang="0">
                <a:pos x="278" y="47"/>
              </a:cxn>
            </a:cxnLst>
            <a:rect l="0" t="0" r="r" b="b"/>
            <a:pathLst>
              <a:path w="323" h="368">
                <a:moveTo>
                  <a:pt x="278" y="47"/>
                </a:moveTo>
                <a:lnTo>
                  <a:pt x="319" y="0"/>
                </a:lnTo>
                <a:lnTo>
                  <a:pt x="323" y="40"/>
                </a:lnTo>
                <a:lnTo>
                  <a:pt x="303" y="70"/>
                </a:lnTo>
                <a:lnTo>
                  <a:pt x="255" y="80"/>
                </a:lnTo>
                <a:lnTo>
                  <a:pt x="210" y="80"/>
                </a:lnTo>
                <a:lnTo>
                  <a:pt x="98" y="47"/>
                </a:lnTo>
                <a:lnTo>
                  <a:pt x="74" y="83"/>
                </a:lnTo>
                <a:lnTo>
                  <a:pt x="74" y="136"/>
                </a:lnTo>
                <a:lnTo>
                  <a:pt x="183" y="116"/>
                </a:lnTo>
                <a:lnTo>
                  <a:pt x="210" y="124"/>
                </a:lnTo>
                <a:lnTo>
                  <a:pt x="220" y="164"/>
                </a:lnTo>
                <a:lnTo>
                  <a:pt x="195" y="183"/>
                </a:lnTo>
                <a:lnTo>
                  <a:pt x="188" y="163"/>
                </a:lnTo>
                <a:lnTo>
                  <a:pt x="158" y="173"/>
                </a:lnTo>
                <a:lnTo>
                  <a:pt x="176" y="216"/>
                </a:lnTo>
                <a:lnTo>
                  <a:pt x="176" y="248"/>
                </a:lnTo>
                <a:lnTo>
                  <a:pt x="221" y="285"/>
                </a:lnTo>
                <a:lnTo>
                  <a:pt x="221" y="368"/>
                </a:lnTo>
                <a:lnTo>
                  <a:pt x="136" y="357"/>
                </a:lnTo>
                <a:lnTo>
                  <a:pt x="136" y="340"/>
                </a:lnTo>
                <a:lnTo>
                  <a:pt x="117" y="325"/>
                </a:lnTo>
                <a:lnTo>
                  <a:pt x="124" y="301"/>
                </a:lnTo>
                <a:lnTo>
                  <a:pt x="98" y="242"/>
                </a:lnTo>
                <a:lnTo>
                  <a:pt x="71" y="248"/>
                </a:lnTo>
                <a:lnTo>
                  <a:pt x="71" y="368"/>
                </a:lnTo>
                <a:lnTo>
                  <a:pt x="21" y="368"/>
                </a:lnTo>
                <a:lnTo>
                  <a:pt x="36" y="267"/>
                </a:lnTo>
                <a:lnTo>
                  <a:pt x="0" y="242"/>
                </a:lnTo>
                <a:lnTo>
                  <a:pt x="36" y="156"/>
                </a:lnTo>
                <a:lnTo>
                  <a:pt x="36" y="76"/>
                </a:lnTo>
                <a:lnTo>
                  <a:pt x="87" y="22"/>
                </a:lnTo>
                <a:lnTo>
                  <a:pt x="278" y="4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12700" cmpd="sng">
            <a:noFill/>
            <a:prstDash val="solid"/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44" name="Freeform 143"/>
          <p:cNvSpPr>
            <a:spLocks/>
          </p:cNvSpPr>
          <p:nvPr/>
        </p:nvSpPr>
        <p:spPr bwMode="auto">
          <a:xfrm>
            <a:off x="6455242" y="4980420"/>
            <a:ext cx="21215" cy="12142"/>
          </a:xfrm>
          <a:custGeom>
            <a:avLst/>
            <a:gdLst/>
            <a:ahLst/>
            <a:cxnLst>
              <a:cxn ang="0">
                <a:pos x="22" y="0"/>
              </a:cxn>
              <a:cxn ang="0">
                <a:pos x="0" y="17"/>
              </a:cxn>
              <a:cxn ang="0">
                <a:pos x="0" y="27"/>
              </a:cxn>
              <a:cxn ang="0">
                <a:pos x="53" y="27"/>
              </a:cxn>
              <a:cxn ang="0">
                <a:pos x="53" y="17"/>
              </a:cxn>
              <a:cxn ang="0">
                <a:pos x="22" y="0"/>
              </a:cxn>
            </a:cxnLst>
            <a:rect l="0" t="0" r="r" b="b"/>
            <a:pathLst>
              <a:path w="53" h="27">
                <a:moveTo>
                  <a:pt x="22" y="0"/>
                </a:moveTo>
                <a:lnTo>
                  <a:pt x="0" y="17"/>
                </a:lnTo>
                <a:lnTo>
                  <a:pt x="0" y="27"/>
                </a:lnTo>
                <a:lnTo>
                  <a:pt x="53" y="27"/>
                </a:lnTo>
                <a:lnTo>
                  <a:pt x="53" y="17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12700" cmpd="sng">
            <a:noFill/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45" name="Freeform 144"/>
          <p:cNvSpPr>
            <a:spLocks/>
          </p:cNvSpPr>
          <p:nvPr/>
        </p:nvSpPr>
        <p:spPr bwMode="auto">
          <a:xfrm>
            <a:off x="6489513" y="4878082"/>
            <a:ext cx="26111" cy="48568"/>
          </a:xfrm>
          <a:custGeom>
            <a:avLst/>
            <a:gdLst/>
            <a:ahLst/>
            <a:cxnLst>
              <a:cxn ang="0">
                <a:pos x="36" y="0"/>
              </a:cxn>
              <a:cxn ang="0">
                <a:pos x="0" y="37"/>
              </a:cxn>
              <a:cxn ang="0">
                <a:pos x="4" y="96"/>
              </a:cxn>
              <a:cxn ang="0">
                <a:pos x="15" y="112"/>
              </a:cxn>
              <a:cxn ang="0">
                <a:pos x="44" y="112"/>
              </a:cxn>
              <a:cxn ang="0">
                <a:pos x="65" y="83"/>
              </a:cxn>
              <a:cxn ang="0">
                <a:pos x="53" y="65"/>
              </a:cxn>
              <a:cxn ang="0">
                <a:pos x="65" y="53"/>
              </a:cxn>
              <a:cxn ang="0">
                <a:pos x="65" y="21"/>
              </a:cxn>
              <a:cxn ang="0">
                <a:pos x="44" y="21"/>
              </a:cxn>
              <a:cxn ang="0">
                <a:pos x="36" y="0"/>
              </a:cxn>
            </a:cxnLst>
            <a:rect l="0" t="0" r="r" b="b"/>
            <a:pathLst>
              <a:path w="65" h="112">
                <a:moveTo>
                  <a:pt x="36" y="0"/>
                </a:moveTo>
                <a:lnTo>
                  <a:pt x="0" y="37"/>
                </a:lnTo>
                <a:lnTo>
                  <a:pt x="4" y="96"/>
                </a:lnTo>
                <a:lnTo>
                  <a:pt x="15" y="112"/>
                </a:lnTo>
                <a:lnTo>
                  <a:pt x="44" y="112"/>
                </a:lnTo>
                <a:lnTo>
                  <a:pt x="65" y="83"/>
                </a:lnTo>
                <a:lnTo>
                  <a:pt x="53" y="65"/>
                </a:lnTo>
                <a:lnTo>
                  <a:pt x="65" y="53"/>
                </a:lnTo>
                <a:lnTo>
                  <a:pt x="65" y="21"/>
                </a:lnTo>
                <a:lnTo>
                  <a:pt x="44" y="21"/>
                </a:lnTo>
                <a:lnTo>
                  <a:pt x="36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12700" cmpd="sng">
            <a:noFill/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46" name="Freeform 145"/>
          <p:cNvSpPr>
            <a:spLocks/>
          </p:cNvSpPr>
          <p:nvPr/>
        </p:nvSpPr>
        <p:spPr bwMode="auto">
          <a:xfrm>
            <a:off x="6499304" y="4983889"/>
            <a:ext cx="55485" cy="26018"/>
          </a:xfrm>
          <a:custGeom>
            <a:avLst/>
            <a:gdLst/>
            <a:ahLst/>
            <a:cxnLst>
              <a:cxn ang="0">
                <a:pos x="0" y="21"/>
              </a:cxn>
              <a:cxn ang="0">
                <a:pos x="80" y="34"/>
              </a:cxn>
              <a:cxn ang="0">
                <a:pos x="116" y="57"/>
              </a:cxn>
              <a:cxn ang="0">
                <a:pos x="133" y="21"/>
              </a:cxn>
              <a:cxn ang="0">
                <a:pos x="105" y="0"/>
              </a:cxn>
              <a:cxn ang="0">
                <a:pos x="0" y="4"/>
              </a:cxn>
              <a:cxn ang="0">
                <a:pos x="0" y="21"/>
              </a:cxn>
            </a:cxnLst>
            <a:rect l="0" t="0" r="r" b="b"/>
            <a:pathLst>
              <a:path w="133" h="57">
                <a:moveTo>
                  <a:pt x="0" y="21"/>
                </a:moveTo>
                <a:lnTo>
                  <a:pt x="80" y="34"/>
                </a:lnTo>
                <a:lnTo>
                  <a:pt x="116" y="57"/>
                </a:lnTo>
                <a:lnTo>
                  <a:pt x="133" y="21"/>
                </a:lnTo>
                <a:lnTo>
                  <a:pt x="105" y="0"/>
                </a:lnTo>
                <a:lnTo>
                  <a:pt x="0" y="4"/>
                </a:lnTo>
                <a:lnTo>
                  <a:pt x="0" y="2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12700" cmpd="sng">
            <a:noFill/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47" name="Freeform 146"/>
          <p:cNvSpPr>
            <a:spLocks/>
          </p:cNvSpPr>
          <p:nvPr/>
        </p:nvSpPr>
        <p:spPr bwMode="auto">
          <a:xfrm>
            <a:off x="5138288" y="2624884"/>
            <a:ext cx="29375" cy="31222"/>
          </a:xfrm>
          <a:custGeom>
            <a:avLst/>
            <a:gdLst/>
            <a:ahLst/>
            <a:cxnLst>
              <a:cxn ang="0">
                <a:pos x="75" y="62"/>
              </a:cxn>
              <a:cxn ang="0">
                <a:pos x="53" y="70"/>
              </a:cxn>
              <a:cxn ang="0">
                <a:pos x="26" y="52"/>
              </a:cxn>
              <a:cxn ang="0">
                <a:pos x="0" y="35"/>
              </a:cxn>
              <a:cxn ang="0">
                <a:pos x="8" y="0"/>
              </a:cxn>
              <a:cxn ang="0">
                <a:pos x="53" y="24"/>
              </a:cxn>
              <a:cxn ang="0">
                <a:pos x="75" y="62"/>
              </a:cxn>
            </a:cxnLst>
            <a:rect l="0" t="0" r="r" b="b"/>
            <a:pathLst>
              <a:path w="75" h="70">
                <a:moveTo>
                  <a:pt x="75" y="62"/>
                </a:moveTo>
                <a:lnTo>
                  <a:pt x="53" y="70"/>
                </a:lnTo>
                <a:lnTo>
                  <a:pt x="26" y="52"/>
                </a:lnTo>
                <a:lnTo>
                  <a:pt x="0" y="35"/>
                </a:lnTo>
                <a:lnTo>
                  <a:pt x="8" y="0"/>
                </a:lnTo>
                <a:lnTo>
                  <a:pt x="53" y="24"/>
                </a:lnTo>
                <a:lnTo>
                  <a:pt x="75" y="6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48" name="Freeform 147"/>
          <p:cNvSpPr>
            <a:spLocks/>
          </p:cNvSpPr>
          <p:nvPr/>
        </p:nvSpPr>
        <p:spPr bwMode="auto">
          <a:xfrm>
            <a:off x="4802114" y="3783571"/>
            <a:ext cx="125657" cy="178660"/>
          </a:xfrm>
          <a:custGeom>
            <a:avLst/>
            <a:gdLst/>
            <a:ahLst/>
            <a:cxnLst>
              <a:cxn ang="0">
                <a:pos x="242" y="7"/>
              </a:cxn>
              <a:cxn ang="0">
                <a:pos x="223" y="18"/>
              </a:cxn>
              <a:cxn ang="0">
                <a:pos x="210" y="31"/>
              </a:cxn>
              <a:cxn ang="0">
                <a:pos x="193" y="31"/>
              </a:cxn>
              <a:cxn ang="0">
                <a:pos x="158" y="47"/>
              </a:cxn>
              <a:cxn ang="0">
                <a:pos x="132" y="23"/>
              </a:cxn>
              <a:cxn ang="0">
                <a:pos x="79" y="0"/>
              </a:cxn>
              <a:cxn ang="0">
                <a:pos x="63" y="12"/>
              </a:cxn>
              <a:cxn ang="0">
                <a:pos x="106" y="47"/>
              </a:cxn>
              <a:cxn ang="0">
                <a:pos x="104" y="59"/>
              </a:cxn>
              <a:cxn ang="0">
                <a:pos x="67" y="52"/>
              </a:cxn>
              <a:cxn ang="0">
                <a:pos x="15" y="70"/>
              </a:cxn>
              <a:cxn ang="0">
                <a:pos x="0" y="94"/>
              </a:cxn>
              <a:cxn ang="0">
                <a:pos x="26" y="112"/>
              </a:cxn>
              <a:cxn ang="0">
                <a:pos x="43" y="195"/>
              </a:cxn>
              <a:cxn ang="0">
                <a:pos x="69" y="195"/>
              </a:cxn>
              <a:cxn ang="0">
                <a:pos x="69" y="223"/>
              </a:cxn>
              <a:cxn ang="0">
                <a:pos x="84" y="242"/>
              </a:cxn>
              <a:cxn ang="0">
                <a:pos x="122" y="213"/>
              </a:cxn>
              <a:cxn ang="0">
                <a:pos x="154" y="257"/>
              </a:cxn>
              <a:cxn ang="0">
                <a:pos x="199" y="270"/>
              </a:cxn>
              <a:cxn ang="0">
                <a:pos x="173" y="343"/>
              </a:cxn>
              <a:cxn ang="0">
                <a:pos x="283" y="413"/>
              </a:cxn>
              <a:cxn ang="0">
                <a:pos x="252" y="306"/>
              </a:cxn>
              <a:cxn ang="0">
                <a:pos x="257" y="240"/>
              </a:cxn>
              <a:cxn ang="0">
                <a:pos x="275" y="174"/>
              </a:cxn>
              <a:cxn ang="0">
                <a:pos x="306" y="158"/>
              </a:cxn>
              <a:cxn ang="0">
                <a:pos x="288" y="138"/>
              </a:cxn>
              <a:cxn ang="0">
                <a:pos x="253" y="18"/>
              </a:cxn>
              <a:cxn ang="0">
                <a:pos x="242" y="7"/>
              </a:cxn>
            </a:cxnLst>
            <a:rect l="0" t="0" r="r" b="b"/>
            <a:pathLst>
              <a:path w="306" h="413">
                <a:moveTo>
                  <a:pt x="242" y="7"/>
                </a:moveTo>
                <a:lnTo>
                  <a:pt x="223" y="18"/>
                </a:lnTo>
                <a:lnTo>
                  <a:pt x="210" y="31"/>
                </a:lnTo>
                <a:lnTo>
                  <a:pt x="193" y="31"/>
                </a:lnTo>
                <a:lnTo>
                  <a:pt x="158" y="47"/>
                </a:lnTo>
                <a:lnTo>
                  <a:pt x="132" y="23"/>
                </a:lnTo>
                <a:lnTo>
                  <a:pt x="79" y="0"/>
                </a:lnTo>
                <a:lnTo>
                  <a:pt x="63" y="12"/>
                </a:lnTo>
                <a:lnTo>
                  <a:pt x="106" y="47"/>
                </a:lnTo>
                <a:lnTo>
                  <a:pt x="104" y="59"/>
                </a:lnTo>
                <a:lnTo>
                  <a:pt x="67" y="52"/>
                </a:lnTo>
                <a:lnTo>
                  <a:pt x="15" y="70"/>
                </a:lnTo>
                <a:lnTo>
                  <a:pt x="0" y="94"/>
                </a:lnTo>
                <a:lnTo>
                  <a:pt x="26" y="112"/>
                </a:lnTo>
                <a:lnTo>
                  <a:pt x="43" y="195"/>
                </a:lnTo>
                <a:lnTo>
                  <a:pt x="69" y="195"/>
                </a:lnTo>
                <a:lnTo>
                  <a:pt x="69" y="223"/>
                </a:lnTo>
                <a:lnTo>
                  <a:pt x="84" y="242"/>
                </a:lnTo>
                <a:lnTo>
                  <a:pt x="122" y="213"/>
                </a:lnTo>
                <a:lnTo>
                  <a:pt x="154" y="257"/>
                </a:lnTo>
                <a:lnTo>
                  <a:pt x="199" y="270"/>
                </a:lnTo>
                <a:lnTo>
                  <a:pt x="173" y="343"/>
                </a:lnTo>
                <a:lnTo>
                  <a:pt x="283" y="413"/>
                </a:lnTo>
                <a:lnTo>
                  <a:pt x="252" y="306"/>
                </a:lnTo>
                <a:lnTo>
                  <a:pt x="257" y="240"/>
                </a:lnTo>
                <a:lnTo>
                  <a:pt x="275" y="174"/>
                </a:lnTo>
                <a:lnTo>
                  <a:pt x="306" y="158"/>
                </a:lnTo>
                <a:lnTo>
                  <a:pt x="288" y="138"/>
                </a:lnTo>
                <a:lnTo>
                  <a:pt x="253" y="18"/>
                </a:lnTo>
                <a:lnTo>
                  <a:pt x="242" y="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49" name="Freeform 148"/>
          <p:cNvSpPr>
            <a:spLocks/>
          </p:cNvSpPr>
          <p:nvPr/>
        </p:nvSpPr>
        <p:spPr bwMode="auto">
          <a:xfrm>
            <a:off x="4787425" y="3873769"/>
            <a:ext cx="44062" cy="36426"/>
          </a:xfrm>
          <a:custGeom>
            <a:avLst/>
            <a:gdLst/>
            <a:ahLst/>
            <a:cxnLst>
              <a:cxn ang="0">
                <a:pos x="108" y="69"/>
              </a:cxn>
              <a:cxn ang="0">
                <a:pos x="89" y="46"/>
              </a:cxn>
              <a:cxn ang="0">
                <a:pos x="84" y="39"/>
              </a:cxn>
              <a:cxn ang="0">
                <a:pos x="56" y="9"/>
              </a:cxn>
              <a:cxn ang="0">
                <a:pos x="46" y="0"/>
              </a:cxn>
              <a:cxn ang="0">
                <a:pos x="0" y="3"/>
              </a:cxn>
              <a:cxn ang="0">
                <a:pos x="104" y="85"/>
              </a:cxn>
              <a:cxn ang="0">
                <a:pos x="108" y="69"/>
              </a:cxn>
            </a:cxnLst>
            <a:rect l="0" t="0" r="r" b="b"/>
            <a:pathLst>
              <a:path w="108" h="85">
                <a:moveTo>
                  <a:pt x="108" y="69"/>
                </a:moveTo>
                <a:lnTo>
                  <a:pt x="89" y="46"/>
                </a:lnTo>
                <a:lnTo>
                  <a:pt x="84" y="39"/>
                </a:lnTo>
                <a:lnTo>
                  <a:pt x="56" y="9"/>
                </a:lnTo>
                <a:lnTo>
                  <a:pt x="46" y="0"/>
                </a:lnTo>
                <a:lnTo>
                  <a:pt x="0" y="3"/>
                </a:lnTo>
                <a:lnTo>
                  <a:pt x="104" y="85"/>
                </a:lnTo>
                <a:lnTo>
                  <a:pt x="108" y="6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50" name="Freeform 149"/>
          <p:cNvSpPr>
            <a:spLocks/>
          </p:cNvSpPr>
          <p:nvPr/>
        </p:nvSpPr>
        <p:spPr bwMode="auto">
          <a:xfrm>
            <a:off x="5368386" y="3839078"/>
            <a:ext cx="120762" cy="183864"/>
          </a:xfrm>
          <a:custGeom>
            <a:avLst/>
            <a:gdLst/>
            <a:ahLst/>
            <a:cxnLst>
              <a:cxn ang="0">
                <a:pos x="278" y="196"/>
              </a:cxn>
              <a:cxn ang="0">
                <a:pos x="245" y="299"/>
              </a:cxn>
              <a:cxn ang="0">
                <a:pos x="293" y="359"/>
              </a:cxn>
              <a:cxn ang="0">
                <a:pos x="183" y="423"/>
              </a:cxn>
              <a:cxn ang="0">
                <a:pos x="81" y="364"/>
              </a:cxn>
              <a:cxn ang="0">
                <a:pos x="79" y="332"/>
              </a:cxn>
              <a:cxn ang="0">
                <a:pos x="0" y="354"/>
              </a:cxn>
              <a:cxn ang="0">
                <a:pos x="53" y="288"/>
              </a:cxn>
              <a:cxn ang="0">
                <a:pos x="63" y="179"/>
              </a:cxn>
              <a:cxn ang="0">
                <a:pos x="62" y="110"/>
              </a:cxn>
              <a:cxn ang="0">
                <a:pos x="47" y="60"/>
              </a:cxn>
              <a:cxn ang="0">
                <a:pos x="79" y="19"/>
              </a:cxn>
              <a:cxn ang="0">
                <a:pos x="106" y="30"/>
              </a:cxn>
              <a:cxn ang="0">
                <a:pos x="146" y="0"/>
              </a:cxn>
              <a:cxn ang="0">
                <a:pos x="182" y="23"/>
              </a:cxn>
              <a:cxn ang="0">
                <a:pos x="182" y="47"/>
              </a:cxn>
              <a:cxn ang="0">
                <a:pos x="157" y="54"/>
              </a:cxn>
              <a:cxn ang="0">
                <a:pos x="118" y="84"/>
              </a:cxn>
              <a:cxn ang="0">
                <a:pos x="115" y="123"/>
              </a:cxn>
              <a:cxn ang="0">
                <a:pos x="104" y="206"/>
              </a:cxn>
              <a:cxn ang="0">
                <a:pos x="183" y="224"/>
              </a:cxn>
              <a:cxn ang="0">
                <a:pos x="278" y="196"/>
              </a:cxn>
            </a:cxnLst>
            <a:rect l="0" t="0" r="r" b="b"/>
            <a:pathLst>
              <a:path w="293" h="423">
                <a:moveTo>
                  <a:pt x="278" y="196"/>
                </a:moveTo>
                <a:lnTo>
                  <a:pt x="245" y="299"/>
                </a:lnTo>
                <a:lnTo>
                  <a:pt x="293" y="359"/>
                </a:lnTo>
                <a:lnTo>
                  <a:pt x="183" y="423"/>
                </a:lnTo>
                <a:lnTo>
                  <a:pt x="81" y="364"/>
                </a:lnTo>
                <a:lnTo>
                  <a:pt x="79" y="332"/>
                </a:lnTo>
                <a:lnTo>
                  <a:pt x="0" y="354"/>
                </a:lnTo>
                <a:lnTo>
                  <a:pt x="53" y="288"/>
                </a:lnTo>
                <a:lnTo>
                  <a:pt x="63" y="179"/>
                </a:lnTo>
                <a:lnTo>
                  <a:pt x="62" y="110"/>
                </a:lnTo>
                <a:lnTo>
                  <a:pt x="47" y="60"/>
                </a:lnTo>
                <a:lnTo>
                  <a:pt x="79" y="19"/>
                </a:lnTo>
                <a:lnTo>
                  <a:pt x="106" y="30"/>
                </a:lnTo>
                <a:lnTo>
                  <a:pt x="146" y="0"/>
                </a:lnTo>
                <a:lnTo>
                  <a:pt x="182" y="23"/>
                </a:lnTo>
                <a:lnTo>
                  <a:pt x="182" y="47"/>
                </a:lnTo>
                <a:lnTo>
                  <a:pt x="157" y="54"/>
                </a:lnTo>
                <a:lnTo>
                  <a:pt x="118" y="84"/>
                </a:lnTo>
                <a:lnTo>
                  <a:pt x="115" y="123"/>
                </a:lnTo>
                <a:lnTo>
                  <a:pt x="104" y="206"/>
                </a:lnTo>
                <a:lnTo>
                  <a:pt x="183" y="224"/>
                </a:lnTo>
                <a:lnTo>
                  <a:pt x="278" y="19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51" name="Freeform 150"/>
          <p:cNvSpPr>
            <a:spLocks/>
          </p:cNvSpPr>
          <p:nvPr/>
        </p:nvSpPr>
        <p:spPr bwMode="auto">
          <a:xfrm>
            <a:off x="4720517" y="4406280"/>
            <a:ext cx="223572" cy="130092"/>
          </a:xfrm>
          <a:custGeom>
            <a:avLst/>
            <a:gdLst/>
            <a:ahLst/>
            <a:cxnLst>
              <a:cxn ang="0">
                <a:pos x="299" y="74"/>
              </a:cxn>
              <a:cxn ang="0">
                <a:pos x="332" y="26"/>
              </a:cxn>
              <a:cxn ang="0">
                <a:pos x="385" y="4"/>
              </a:cxn>
              <a:cxn ang="0">
                <a:pos x="501" y="0"/>
              </a:cxn>
              <a:cxn ang="0">
                <a:pos x="547" y="104"/>
              </a:cxn>
              <a:cxn ang="0">
                <a:pos x="472" y="205"/>
              </a:cxn>
              <a:cxn ang="0">
                <a:pos x="382" y="205"/>
              </a:cxn>
              <a:cxn ang="0">
                <a:pos x="325" y="255"/>
              </a:cxn>
              <a:cxn ang="0">
                <a:pos x="272" y="287"/>
              </a:cxn>
              <a:cxn ang="0">
                <a:pos x="146" y="287"/>
              </a:cxn>
              <a:cxn ang="0">
                <a:pos x="73" y="302"/>
              </a:cxn>
              <a:cxn ang="0">
                <a:pos x="45" y="287"/>
              </a:cxn>
              <a:cxn ang="0">
                <a:pos x="0" y="154"/>
              </a:cxn>
              <a:cxn ang="0">
                <a:pos x="24" y="128"/>
              </a:cxn>
              <a:cxn ang="0">
                <a:pos x="38" y="41"/>
              </a:cxn>
              <a:cxn ang="0">
                <a:pos x="103" y="61"/>
              </a:cxn>
              <a:cxn ang="0">
                <a:pos x="108" y="105"/>
              </a:cxn>
              <a:cxn ang="0">
                <a:pos x="145" y="141"/>
              </a:cxn>
              <a:cxn ang="0">
                <a:pos x="146" y="165"/>
              </a:cxn>
              <a:cxn ang="0">
                <a:pos x="299" y="74"/>
              </a:cxn>
            </a:cxnLst>
            <a:rect l="0" t="0" r="r" b="b"/>
            <a:pathLst>
              <a:path w="547" h="302">
                <a:moveTo>
                  <a:pt x="299" y="74"/>
                </a:moveTo>
                <a:lnTo>
                  <a:pt x="332" y="26"/>
                </a:lnTo>
                <a:lnTo>
                  <a:pt x="385" y="4"/>
                </a:lnTo>
                <a:lnTo>
                  <a:pt x="501" y="0"/>
                </a:lnTo>
                <a:lnTo>
                  <a:pt x="547" y="104"/>
                </a:lnTo>
                <a:lnTo>
                  <a:pt x="472" y="205"/>
                </a:lnTo>
                <a:lnTo>
                  <a:pt x="382" y="205"/>
                </a:lnTo>
                <a:lnTo>
                  <a:pt x="325" y="255"/>
                </a:lnTo>
                <a:lnTo>
                  <a:pt x="272" y="287"/>
                </a:lnTo>
                <a:lnTo>
                  <a:pt x="146" y="287"/>
                </a:lnTo>
                <a:lnTo>
                  <a:pt x="73" y="302"/>
                </a:lnTo>
                <a:lnTo>
                  <a:pt x="45" y="287"/>
                </a:lnTo>
                <a:lnTo>
                  <a:pt x="0" y="154"/>
                </a:lnTo>
                <a:lnTo>
                  <a:pt x="24" y="128"/>
                </a:lnTo>
                <a:lnTo>
                  <a:pt x="38" y="41"/>
                </a:lnTo>
                <a:lnTo>
                  <a:pt x="103" y="61"/>
                </a:lnTo>
                <a:lnTo>
                  <a:pt x="108" y="105"/>
                </a:lnTo>
                <a:lnTo>
                  <a:pt x="145" y="141"/>
                </a:lnTo>
                <a:lnTo>
                  <a:pt x="146" y="165"/>
                </a:lnTo>
                <a:lnTo>
                  <a:pt x="299" y="7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52" name="Freeform 151"/>
          <p:cNvSpPr>
            <a:spLocks/>
          </p:cNvSpPr>
          <p:nvPr/>
        </p:nvSpPr>
        <p:spPr bwMode="auto">
          <a:xfrm>
            <a:off x="5686609" y="4262311"/>
            <a:ext cx="106074" cy="168253"/>
          </a:xfrm>
          <a:custGeom>
            <a:avLst/>
            <a:gdLst/>
            <a:ahLst/>
            <a:cxnLst>
              <a:cxn ang="0">
                <a:pos x="6" y="238"/>
              </a:cxn>
              <a:cxn ang="0">
                <a:pos x="0" y="121"/>
              </a:cxn>
              <a:cxn ang="0">
                <a:pos x="29" y="69"/>
              </a:cxn>
              <a:cxn ang="0">
                <a:pos x="0" y="47"/>
              </a:cxn>
              <a:cxn ang="0">
                <a:pos x="0" y="7"/>
              </a:cxn>
              <a:cxn ang="0">
                <a:pos x="34" y="0"/>
              </a:cxn>
              <a:cxn ang="0">
                <a:pos x="58" y="38"/>
              </a:cxn>
              <a:cxn ang="0">
                <a:pos x="105" y="28"/>
              </a:cxn>
              <a:cxn ang="0">
                <a:pos x="108" y="34"/>
              </a:cxn>
              <a:cxn ang="0">
                <a:pos x="85" y="75"/>
              </a:cxn>
              <a:cxn ang="0">
                <a:pos x="106" y="90"/>
              </a:cxn>
              <a:cxn ang="0">
                <a:pos x="142" y="90"/>
              </a:cxn>
              <a:cxn ang="0">
                <a:pos x="212" y="80"/>
              </a:cxn>
              <a:cxn ang="0">
                <a:pos x="236" y="100"/>
              </a:cxn>
              <a:cxn ang="0">
                <a:pos x="236" y="113"/>
              </a:cxn>
              <a:cxn ang="0">
                <a:pos x="186" y="121"/>
              </a:cxn>
              <a:cxn ang="0">
                <a:pos x="176" y="171"/>
              </a:cxn>
              <a:cxn ang="0">
                <a:pos x="189" y="201"/>
              </a:cxn>
              <a:cxn ang="0">
                <a:pos x="225" y="175"/>
              </a:cxn>
              <a:cxn ang="0">
                <a:pos x="262" y="202"/>
              </a:cxn>
              <a:cxn ang="0">
                <a:pos x="258" y="385"/>
              </a:cxn>
              <a:cxn ang="0">
                <a:pos x="189" y="333"/>
              </a:cxn>
              <a:cxn ang="0">
                <a:pos x="203" y="307"/>
              </a:cxn>
              <a:cxn ang="0">
                <a:pos x="166" y="255"/>
              </a:cxn>
              <a:cxn ang="0">
                <a:pos x="142" y="255"/>
              </a:cxn>
              <a:cxn ang="0">
                <a:pos x="122" y="286"/>
              </a:cxn>
              <a:cxn ang="0">
                <a:pos x="23" y="279"/>
              </a:cxn>
              <a:cxn ang="0">
                <a:pos x="6" y="238"/>
              </a:cxn>
            </a:cxnLst>
            <a:rect l="0" t="0" r="r" b="b"/>
            <a:pathLst>
              <a:path w="262" h="385">
                <a:moveTo>
                  <a:pt x="6" y="238"/>
                </a:moveTo>
                <a:lnTo>
                  <a:pt x="0" y="121"/>
                </a:lnTo>
                <a:lnTo>
                  <a:pt x="29" y="69"/>
                </a:lnTo>
                <a:lnTo>
                  <a:pt x="0" y="47"/>
                </a:lnTo>
                <a:lnTo>
                  <a:pt x="0" y="7"/>
                </a:lnTo>
                <a:lnTo>
                  <a:pt x="34" y="0"/>
                </a:lnTo>
                <a:lnTo>
                  <a:pt x="58" y="38"/>
                </a:lnTo>
                <a:lnTo>
                  <a:pt x="105" y="28"/>
                </a:lnTo>
                <a:lnTo>
                  <a:pt x="108" y="34"/>
                </a:lnTo>
                <a:lnTo>
                  <a:pt x="85" y="75"/>
                </a:lnTo>
                <a:lnTo>
                  <a:pt x="106" y="90"/>
                </a:lnTo>
                <a:lnTo>
                  <a:pt x="142" y="90"/>
                </a:lnTo>
                <a:lnTo>
                  <a:pt x="212" y="80"/>
                </a:lnTo>
                <a:lnTo>
                  <a:pt x="236" y="100"/>
                </a:lnTo>
                <a:lnTo>
                  <a:pt x="236" y="113"/>
                </a:lnTo>
                <a:lnTo>
                  <a:pt x="186" y="121"/>
                </a:lnTo>
                <a:lnTo>
                  <a:pt x="176" y="171"/>
                </a:lnTo>
                <a:lnTo>
                  <a:pt x="189" y="201"/>
                </a:lnTo>
                <a:lnTo>
                  <a:pt x="225" y="175"/>
                </a:lnTo>
                <a:lnTo>
                  <a:pt x="262" y="202"/>
                </a:lnTo>
                <a:lnTo>
                  <a:pt x="258" y="385"/>
                </a:lnTo>
                <a:lnTo>
                  <a:pt x="189" y="333"/>
                </a:lnTo>
                <a:lnTo>
                  <a:pt x="203" y="307"/>
                </a:lnTo>
                <a:lnTo>
                  <a:pt x="166" y="255"/>
                </a:lnTo>
                <a:lnTo>
                  <a:pt x="142" y="255"/>
                </a:lnTo>
                <a:lnTo>
                  <a:pt x="122" y="286"/>
                </a:lnTo>
                <a:lnTo>
                  <a:pt x="23" y="279"/>
                </a:lnTo>
                <a:lnTo>
                  <a:pt x="6" y="23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53" name="Freeform 152"/>
          <p:cNvSpPr>
            <a:spLocks/>
          </p:cNvSpPr>
          <p:nvPr/>
        </p:nvSpPr>
        <p:spPr bwMode="auto">
          <a:xfrm>
            <a:off x="4328860" y="3218103"/>
            <a:ext cx="135449" cy="86728"/>
          </a:xfrm>
          <a:custGeom>
            <a:avLst/>
            <a:gdLst/>
            <a:ahLst/>
            <a:cxnLst>
              <a:cxn ang="0">
                <a:pos x="313" y="11"/>
              </a:cxn>
              <a:cxn ang="0">
                <a:pos x="376" y="0"/>
              </a:cxn>
              <a:cxn ang="0">
                <a:pos x="442" y="61"/>
              </a:cxn>
              <a:cxn ang="0">
                <a:pos x="496" y="81"/>
              </a:cxn>
              <a:cxn ang="0">
                <a:pos x="518" y="177"/>
              </a:cxn>
              <a:cxn ang="0">
                <a:pos x="546" y="251"/>
              </a:cxn>
              <a:cxn ang="0">
                <a:pos x="475" y="294"/>
              </a:cxn>
              <a:cxn ang="0">
                <a:pos x="457" y="328"/>
              </a:cxn>
              <a:cxn ang="0">
                <a:pos x="423" y="307"/>
              </a:cxn>
              <a:cxn ang="0">
                <a:pos x="412" y="276"/>
              </a:cxn>
              <a:cxn ang="0">
                <a:pos x="351" y="261"/>
              </a:cxn>
              <a:cxn ang="0">
                <a:pos x="316" y="238"/>
              </a:cxn>
              <a:cxn ang="0">
                <a:pos x="264" y="254"/>
              </a:cxn>
              <a:cxn ang="0">
                <a:pos x="196" y="261"/>
              </a:cxn>
              <a:cxn ang="0">
                <a:pos x="109" y="244"/>
              </a:cxn>
              <a:cxn ang="0">
                <a:pos x="0" y="272"/>
              </a:cxn>
              <a:cxn ang="0">
                <a:pos x="25" y="141"/>
              </a:cxn>
              <a:cxn ang="0">
                <a:pos x="102" y="33"/>
              </a:cxn>
              <a:cxn ang="0">
                <a:pos x="163" y="39"/>
              </a:cxn>
              <a:cxn ang="0">
                <a:pos x="194" y="33"/>
              </a:cxn>
              <a:cxn ang="0">
                <a:pos x="203" y="73"/>
              </a:cxn>
              <a:cxn ang="0">
                <a:pos x="242" y="96"/>
              </a:cxn>
              <a:cxn ang="0">
                <a:pos x="246" y="162"/>
              </a:cxn>
              <a:cxn ang="0">
                <a:pos x="302" y="121"/>
              </a:cxn>
              <a:cxn ang="0">
                <a:pos x="313" y="11"/>
              </a:cxn>
            </a:cxnLst>
            <a:rect l="0" t="0" r="r" b="b"/>
            <a:pathLst>
              <a:path w="546" h="328">
                <a:moveTo>
                  <a:pt x="313" y="11"/>
                </a:moveTo>
                <a:lnTo>
                  <a:pt x="376" y="0"/>
                </a:lnTo>
                <a:lnTo>
                  <a:pt x="442" y="61"/>
                </a:lnTo>
                <a:lnTo>
                  <a:pt x="496" y="81"/>
                </a:lnTo>
                <a:lnTo>
                  <a:pt x="518" y="177"/>
                </a:lnTo>
                <a:lnTo>
                  <a:pt x="546" y="251"/>
                </a:lnTo>
                <a:lnTo>
                  <a:pt x="475" y="294"/>
                </a:lnTo>
                <a:lnTo>
                  <a:pt x="457" y="328"/>
                </a:lnTo>
                <a:lnTo>
                  <a:pt x="423" y="307"/>
                </a:lnTo>
                <a:lnTo>
                  <a:pt x="412" y="276"/>
                </a:lnTo>
                <a:lnTo>
                  <a:pt x="351" y="261"/>
                </a:lnTo>
                <a:lnTo>
                  <a:pt x="316" y="238"/>
                </a:lnTo>
                <a:lnTo>
                  <a:pt x="264" y="254"/>
                </a:lnTo>
                <a:lnTo>
                  <a:pt x="196" y="261"/>
                </a:lnTo>
                <a:lnTo>
                  <a:pt x="109" y="244"/>
                </a:lnTo>
                <a:lnTo>
                  <a:pt x="0" y="272"/>
                </a:lnTo>
                <a:lnTo>
                  <a:pt x="25" y="141"/>
                </a:lnTo>
                <a:lnTo>
                  <a:pt x="102" y="33"/>
                </a:lnTo>
                <a:lnTo>
                  <a:pt x="163" y="39"/>
                </a:lnTo>
                <a:lnTo>
                  <a:pt x="194" y="33"/>
                </a:lnTo>
                <a:lnTo>
                  <a:pt x="203" y="73"/>
                </a:lnTo>
                <a:lnTo>
                  <a:pt x="242" y="96"/>
                </a:lnTo>
                <a:lnTo>
                  <a:pt x="246" y="162"/>
                </a:lnTo>
                <a:lnTo>
                  <a:pt x="302" y="121"/>
                </a:lnTo>
                <a:lnTo>
                  <a:pt x="313" y="1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54" name="Freeform 153"/>
          <p:cNvSpPr>
            <a:spLocks/>
          </p:cNvSpPr>
          <p:nvPr/>
        </p:nvSpPr>
        <p:spPr bwMode="auto">
          <a:xfrm>
            <a:off x="4397398" y="2529483"/>
            <a:ext cx="32638" cy="22550"/>
          </a:xfrm>
          <a:custGeom>
            <a:avLst/>
            <a:gdLst/>
            <a:ahLst/>
            <a:cxnLst>
              <a:cxn ang="0">
                <a:pos x="90" y="86"/>
              </a:cxn>
              <a:cxn ang="0">
                <a:pos x="0" y="79"/>
              </a:cxn>
              <a:cxn ang="0">
                <a:pos x="3" y="20"/>
              </a:cxn>
              <a:cxn ang="0">
                <a:pos x="128" y="0"/>
              </a:cxn>
              <a:cxn ang="0">
                <a:pos x="90" y="86"/>
              </a:cxn>
            </a:cxnLst>
            <a:rect l="0" t="0" r="r" b="b"/>
            <a:pathLst>
              <a:path w="128" h="86">
                <a:moveTo>
                  <a:pt x="90" y="86"/>
                </a:moveTo>
                <a:lnTo>
                  <a:pt x="0" y="79"/>
                </a:lnTo>
                <a:lnTo>
                  <a:pt x="3" y="20"/>
                </a:lnTo>
                <a:lnTo>
                  <a:pt x="128" y="0"/>
                </a:lnTo>
                <a:lnTo>
                  <a:pt x="90" y="8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55" name="Freeform 154"/>
          <p:cNvSpPr>
            <a:spLocks/>
          </p:cNvSpPr>
          <p:nvPr/>
        </p:nvSpPr>
        <p:spPr bwMode="auto">
          <a:xfrm>
            <a:off x="4279902" y="2602334"/>
            <a:ext cx="31007" cy="43364"/>
          </a:xfrm>
          <a:custGeom>
            <a:avLst/>
            <a:gdLst/>
            <a:ahLst/>
            <a:cxnLst>
              <a:cxn ang="0">
                <a:pos x="129" y="50"/>
              </a:cxn>
              <a:cxn ang="0">
                <a:pos x="56" y="162"/>
              </a:cxn>
              <a:cxn ang="0">
                <a:pos x="0" y="157"/>
              </a:cxn>
              <a:cxn ang="0">
                <a:pos x="17" y="119"/>
              </a:cxn>
              <a:cxn ang="0">
                <a:pos x="17" y="73"/>
              </a:cxn>
              <a:cxn ang="0">
                <a:pos x="68" y="50"/>
              </a:cxn>
              <a:cxn ang="0">
                <a:pos x="98" y="0"/>
              </a:cxn>
              <a:cxn ang="0">
                <a:pos x="129" y="50"/>
              </a:cxn>
            </a:cxnLst>
            <a:rect l="0" t="0" r="r" b="b"/>
            <a:pathLst>
              <a:path w="129" h="162">
                <a:moveTo>
                  <a:pt x="129" y="50"/>
                </a:moveTo>
                <a:lnTo>
                  <a:pt x="56" y="162"/>
                </a:lnTo>
                <a:lnTo>
                  <a:pt x="0" y="157"/>
                </a:lnTo>
                <a:lnTo>
                  <a:pt x="17" y="119"/>
                </a:lnTo>
                <a:lnTo>
                  <a:pt x="17" y="73"/>
                </a:lnTo>
                <a:lnTo>
                  <a:pt x="68" y="50"/>
                </a:lnTo>
                <a:lnTo>
                  <a:pt x="98" y="0"/>
                </a:lnTo>
                <a:lnTo>
                  <a:pt x="129" y="5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56" name="Freeform 155"/>
          <p:cNvSpPr>
            <a:spLocks/>
          </p:cNvSpPr>
          <p:nvPr/>
        </p:nvSpPr>
        <p:spPr bwMode="auto">
          <a:xfrm>
            <a:off x="4244000" y="2643963"/>
            <a:ext cx="27743" cy="34692"/>
          </a:xfrm>
          <a:custGeom>
            <a:avLst/>
            <a:gdLst/>
            <a:ahLst/>
            <a:cxnLst>
              <a:cxn ang="0">
                <a:pos x="80" y="45"/>
              </a:cxn>
              <a:cxn ang="0">
                <a:pos x="113" y="42"/>
              </a:cxn>
              <a:cxn ang="0">
                <a:pos x="98" y="72"/>
              </a:cxn>
              <a:cxn ang="0">
                <a:pos x="44" y="132"/>
              </a:cxn>
              <a:cxn ang="0">
                <a:pos x="0" y="95"/>
              </a:cxn>
              <a:cxn ang="0">
                <a:pos x="50" y="49"/>
              </a:cxn>
              <a:cxn ang="0">
                <a:pos x="50" y="30"/>
              </a:cxn>
              <a:cxn ang="0">
                <a:pos x="80" y="0"/>
              </a:cxn>
              <a:cxn ang="0">
                <a:pos x="80" y="45"/>
              </a:cxn>
            </a:cxnLst>
            <a:rect l="0" t="0" r="r" b="b"/>
            <a:pathLst>
              <a:path w="113" h="132">
                <a:moveTo>
                  <a:pt x="80" y="45"/>
                </a:moveTo>
                <a:lnTo>
                  <a:pt x="113" y="42"/>
                </a:lnTo>
                <a:lnTo>
                  <a:pt x="98" y="72"/>
                </a:lnTo>
                <a:lnTo>
                  <a:pt x="44" y="132"/>
                </a:lnTo>
                <a:lnTo>
                  <a:pt x="0" y="95"/>
                </a:lnTo>
                <a:lnTo>
                  <a:pt x="50" y="49"/>
                </a:lnTo>
                <a:lnTo>
                  <a:pt x="50" y="30"/>
                </a:lnTo>
                <a:lnTo>
                  <a:pt x="80" y="0"/>
                </a:lnTo>
                <a:lnTo>
                  <a:pt x="80" y="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57" name="Freeform 156"/>
          <p:cNvSpPr>
            <a:spLocks/>
          </p:cNvSpPr>
          <p:nvPr/>
        </p:nvSpPr>
        <p:spPr bwMode="auto">
          <a:xfrm>
            <a:off x="4235841" y="3235450"/>
            <a:ext cx="17951" cy="45098"/>
          </a:xfrm>
          <a:custGeom>
            <a:avLst/>
            <a:gdLst/>
            <a:ahLst/>
            <a:cxnLst>
              <a:cxn ang="0">
                <a:pos x="75" y="0"/>
              </a:cxn>
              <a:cxn ang="0">
                <a:pos x="3" y="108"/>
              </a:cxn>
              <a:cxn ang="0">
                <a:pos x="0" y="169"/>
              </a:cxn>
              <a:cxn ang="0">
                <a:pos x="65" y="113"/>
              </a:cxn>
              <a:cxn ang="0">
                <a:pos x="75" y="0"/>
              </a:cxn>
            </a:cxnLst>
            <a:rect l="0" t="0" r="r" b="b"/>
            <a:pathLst>
              <a:path w="75" h="169">
                <a:moveTo>
                  <a:pt x="75" y="0"/>
                </a:moveTo>
                <a:lnTo>
                  <a:pt x="3" y="108"/>
                </a:lnTo>
                <a:lnTo>
                  <a:pt x="0" y="169"/>
                </a:lnTo>
                <a:lnTo>
                  <a:pt x="65" y="113"/>
                </a:lnTo>
                <a:lnTo>
                  <a:pt x="75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58" name="Freeform 157"/>
          <p:cNvSpPr>
            <a:spLocks/>
          </p:cNvSpPr>
          <p:nvPr/>
        </p:nvSpPr>
        <p:spPr bwMode="auto">
          <a:xfrm>
            <a:off x="4266847" y="3211166"/>
            <a:ext cx="26111" cy="43364"/>
          </a:xfrm>
          <a:custGeom>
            <a:avLst/>
            <a:gdLst/>
            <a:ahLst/>
            <a:cxnLst>
              <a:cxn ang="0">
                <a:pos x="100" y="3"/>
              </a:cxn>
              <a:cxn ang="0">
                <a:pos x="55" y="0"/>
              </a:cxn>
              <a:cxn ang="0">
                <a:pos x="0" y="93"/>
              </a:cxn>
              <a:cxn ang="0">
                <a:pos x="33" y="113"/>
              </a:cxn>
              <a:cxn ang="0">
                <a:pos x="30" y="167"/>
              </a:cxn>
              <a:cxn ang="0">
                <a:pos x="92" y="113"/>
              </a:cxn>
              <a:cxn ang="0">
                <a:pos x="100" y="3"/>
              </a:cxn>
            </a:cxnLst>
            <a:rect l="0" t="0" r="r" b="b"/>
            <a:pathLst>
              <a:path w="100" h="167">
                <a:moveTo>
                  <a:pt x="100" y="3"/>
                </a:moveTo>
                <a:lnTo>
                  <a:pt x="55" y="0"/>
                </a:lnTo>
                <a:lnTo>
                  <a:pt x="0" y="93"/>
                </a:lnTo>
                <a:lnTo>
                  <a:pt x="33" y="113"/>
                </a:lnTo>
                <a:lnTo>
                  <a:pt x="30" y="167"/>
                </a:lnTo>
                <a:lnTo>
                  <a:pt x="92" y="113"/>
                </a:lnTo>
                <a:lnTo>
                  <a:pt x="100" y="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59" name="Freeform 158"/>
          <p:cNvSpPr>
            <a:spLocks/>
          </p:cNvSpPr>
          <p:nvPr/>
        </p:nvSpPr>
        <p:spPr bwMode="auto">
          <a:xfrm>
            <a:off x="4124870" y="3275344"/>
            <a:ext cx="24479" cy="45098"/>
          </a:xfrm>
          <a:custGeom>
            <a:avLst/>
            <a:gdLst/>
            <a:ahLst/>
            <a:cxnLst>
              <a:cxn ang="0">
                <a:pos x="0" y="101"/>
              </a:cxn>
              <a:cxn ang="0">
                <a:pos x="14" y="135"/>
              </a:cxn>
              <a:cxn ang="0">
                <a:pos x="36" y="149"/>
              </a:cxn>
              <a:cxn ang="0">
                <a:pos x="53" y="149"/>
              </a:cxn>
              <a:cxn ang="0">
                <a:pos x="64" y="174"/>
              </a:cxn>
              <a:cxn ang="0">
                <a:pos x="77" y="174"/>
              </a:cxn>
              <a:cxn ang="0">
                <a:pos x="91" y="141"/>
              </a:cxn>
              <a:cxn ang="0">
                <a:pos x="83" y="93"/>
              </a:cxn>
              <a:cxn ang="0">
                <a:pos x="95" y="76"/>
              </a:cxn>
              <a:cxn ang="0">
                <a:pos x="98" y="36"/>
              </a:cxn>
              <a:cxn ang="0">
                <a:pos x="88" y="8"/>
              </a:cxn>
              <a:cxn ang="0">
                <a:pos x="8" y="0"/>
              </a:cxn>
              <a:cxn ang="0">
                <a:pos x="0" y="101"/>
              </a:cxn>
            </a:cxnLst>
            <a:rect l="0" t="0" r="r" b="b"/>
            <a:pathLst>
              <a:path w="98" h="174">
                <a:moveTo>
                  <a:pt x="0" y="101"/>
                </a:moveTo>
                <a:lnTo>
                  <a:pt x="14" y="135"/>
                </a:lnTo>
                <a:lnTo>
                  <a:pt x="36" y="149"/>
                </a:lnTo>
                <a:lnTo>
                  <a:pt x="53" y="149"/>
                </a:lnTo>
                <a:lnTo>
                  <a:pt x="64" y="174"/>
                </a:lnTo>
                <a:lnTo>
                  <a:pt x="77" y="174"/>
                </a:lnTo>
                <a:lnTo>
                  <a:pt x="91" y="141"/>
                </a:lnTo>
                <a:lnTo>
                  <a:pt x="83" y="93"/>
                </a:lnTo>
                <a:lnTo>
                  <a:pt x="95" y="76"/>
                </a:lnTo>
                <a:lnTo>
                  <a:pt x="98" y="36"/>
                </a:lnTo>
                <a:lnTo>
                  <a:pt x="88" y="8"/>
                </a:lnTo>
                <a:lnTo>
                  <a:pt x="8" y="0"/>
                </a:lnTo>
                <a:lnTo>
                  <a:pt x="0" y="10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60" name="Freeform 159"/>
          <p:cNvSpPr>
            <a:spLocks/>
          </p:cNvSpPr>
          <p:nvPr/>
        </p:nvSpPr>
        <p:spPr bwMode="auto">
          <a:xfrm>
            <a:off x="4092232" y="3285753"/>
            <a:ext cx="22847" cy="15611"/>
          </a:xfrm>
          <a:custGeom>
            <a:avLst/>
            <a:gdLst/>
            <a:ahLst/>
            <a:cxnLst>
              <a:cxn ang="0">
                <a:pos x="97" y="60"/>
              </a:cxn>
              <a:cxn ang="0">
                <a:pos x="32" y="60"/>
              </a:cxn>
              <a:cxn ang="0">
                <a:pos x="0" y="49"/>
              </a:cxn>
              <a:cxn ang="0">
                <a:pos x="7" y="22"/>
              </a:cxn>
              <a:cxn ang="0">
                <a:pos x="32" y="0"/>
              </a:cxn>
              <a:cxn ang="0">
                <a:pos x="68" y="22"/>
              </a:cxn>
              <a:cxn ang="0">
                <a:pos x="95" y="22"/>
              </a:cxn>
              <a:cxn ang="0">
                <a:pos x="97" y="60"/>
              </a:cxn>
            </a:cxnLst>
            <a:rect l="0" t="0" r="r" b="b"/>
            <a:pathLst>
              <a:path w="97" h="60">
                <a:moveTo>
                  <a:pt x="97" y="60"/>
                </a:moveTo>
                <a:lnTo>
                  <a:pt x="32" y="60"/>
                </a:lnTo>
                <a:lnTo>
                  <a:pt x="0" y="49"/>
                </a:lnTo>
                <a:lnTo>
                  <a:pt x="7" y="22"/>
                </a:lnTo>
                <a:lnTo>
                  <a:pt x="32" y="0"/>
                </a:lnTo>
                <a:lnTo>
                  <a:pt x="68" y="22"/>
                </a:lnTo>
                <a:lnTo>
                  <a:pt x="95" y="22"/>
                </a:lnTo>
                <a:lnTo>
                  <a:pt x="97" y="6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61" name="Freeform 160"/>
          <p:cNvSpPr>
            <a:spLocks/>
          </p:cNvSpPr>
          <p:nvPr/>
        </p:nvSpPr>
        <p:spPr bwMode="auto">
          <a:xfrm>
            <a:off x="4057960" y="3202493"/>
            <a:ext cx="60380" cy="117950"/>
          </a:xfrm>
          <a:custGeom>
            <a:avLst/>
            <a:gdLst/>
            <a:ahLst/>
            <a:cxnLst>
              <a:cxn ang="0">
                <a:pos x="119" y="441"/>
              </a:cxn>
              <a:cxn ang="0">
                <a:pos x="89" y="447"/>
              </a:cxn>
              <a:cxn ang="0">
                <a:pos x="49" y="447"/>
              </a:cxn>
              <a:cxn ang="0">
                <a:pos x="43" y="411"/>
              </a:cxn>
              <a:cxn ang="0">
                <a:pos x="0" y="338"/>
              </a:cxn>
              <a:cxn ang="0">
                <a:pos x="9" y="200"/>
              </a:cxn>
              <a:cxn ang="0">
                <a:pos x="46" y="200"/>
              </a:cxn>
              <a:cxn ang="0">
                <a:pos x="89" y="200"/>
              </a:cxn>
              <a:cxn ang="0">
                <a:pos x="110" y="221"/>
              </a:cxn>
              <a:cxn ang="0">
                <a:pos x="131" y="218"/>
              </a:cxn>
              <a:cxn ang="0">
                <a:pos x="134" y="189"/>
              </a:cxn>
              <a:cxn ang="0">
                <a:pos x="127" y="171"/>
              </a:cxn>
              <a:cxn ang="0">
                <a:pos x="39" y="165"/>
              </a:cxn>
              <a:cxn ang="0">
                <a:pos x="67" y="104"/>
              </a:cxn>
              <a:cxn ang="0">
                <a:pos x="134" y="104"/>
              </a:cxn>
              <a:cxn ang="0">
                <a:pos x="159" y="31"/>
              </a:cxn>
              <a:cxn ang="0">
                <a:pos x="209" y="13"/>
              </a:cxn>
              <a:cxn ang="0">
                <a:pos x="230" y="0"/>
              </a:cxn>
              <a:cxn ang="0">
                <a:pos x="220" y="27"/>
              </a:cxn>
              <a:cxn ang="0">
                <a:pos x="221" y="92"/>
              </a:cxn>
              <a:cxn ang="0">
                <a:pos x="205" y="137"/>
              </a:cxn>
              <a:cxn ang="0">
                <a:pos x="107" y="126"/>
              </a:cxn>
              <a:cxn ang="0">
                <a:pos x="105" y="155"/>
              </a:cxn>
              <a:cxn ang="0">
                <a:pos x="177" y="146"/>
              </a:cxn>
              <a:cxn ang="0">
                <a:pos x="212" y="155"/>
              </a:cxn>
              <a:cxn ang="0">
                <a:pos x="209" y="180"/>
              </a:cxn>
              <a:cxn ang="0">
                <a:pos x="244" y="180"/>
              </a:cxn>
              <a:cxn ang="0">
                <a:pos x="238" y="214"/>
              </a:cxn>
              <a:cxn ang="0">
                <a:pos x="212" y="206"/>
              </a:cxn>
              <a:cxn ang="0">
                <a:pos x="205" y="263"/>
              </a:cxn>
              <a:cxn ang="0">
                <a:pos x="123" y="310"/>
              </a:cxn>
              <a:cxn ang="0">
                <a:pos x="119" y="441"/>
              </a:cxn>
            </a:cxnLst>
            <a:rect l="0" t="0" r="r" b="b"/>
            <a:pathLst>
              <a:path w="244" h="447">
                <a:moveTo>
                  <a:pt x="119" y="441"/>
                </a:moveTo>
                <a:lnTo>
                  <a:pt x="89" y="447"/>
                </a:lnTo>
                <a:lnTo>
                  <a:pt x="49" y="447"/>
                </a:lnTo>
                <a:lnTo>
                  <a:pt x="43" y="411"/>
                </a:lnTo>
                <a:lnTo>
                  <a:pt x="0" y="338"/>
                </a:lnTo>
                <a:lnTo>
                  <a:pt x="9" y="200"/>
                </a:lnTo>
                <a:lnTo>
                  <a:pt x="46" y="200"/>
                </a:lnTo>
                <a:lnTo>
                  <a:pt x="89" y="200"/>
                </a:lnTo>
                <a:lnTo>
                  <a:pt x="110" y="221"/>
                </a:lnTo>
                <a:lnTo>
                  <a:pt x="131" y="218"/>
                </a:lnTo>
                <a:lnTo>
                  <a:pt x="134" y="189"/>
                </a:lnTo>
                <a:lnTo>
                  <a:pt x="127" y="171"/>
                </a:lnTo>
                <a:lnTo>
                  <a:pt x="39" y="165"/>
                </a:lnTo>
                <a:lnTo>
                  <a:pt x="67" y="104"/>
                </a:lnTo>
                <a:lnTo>
                  <a:pt x="134" y="104"/>
                </a:lnTo>
                <a:lnTo>
                  <a:pt x="159" y="31"/>
                </a:lnTo>
                <a:lnTo>
                  <a:pt x="209" y="13"/>
                </a:lnTo>
                <a:lnTo>
                  <a:pt x="230" y="0"/>
                </a:lnTo>
                <a:lnTo>
                  <a:pt x="220" y="27"/>
                </a:lnTo>
                <a:lnTo>
                  <a:pt x="221" y="92"/>
                </a:lnTo>
                <a:lnTo>
                  <a:pt x="205" y="137"/>
                </a:lnTo>
                <a:lnTo>
                  <a:pt x="107" y="126"/>
                </a:lnTo>
                <a:lnTo>
                  <a:pt x="105" y="155"/>
                </a:lnTo>
                <a:lnTo>
                  <a:pt x="177" y="146"/>
                </a:lnTo>
                <a:lnTo>
                  <a:pt x="212" y="155"/>
                </a:lnTo>
                <a:lnTo>
                  <a:pt x="209" y="180"/>
                </a:lnTo>
                <a:lnTo>
                  <a:pt x="244" y="180"/>
                </a:lnTo>
                <a:lnTo>
                  <a:pt x="238" y="214"/>
                </a:lnTo>
                <a:lnTo>
                  <a:pt x="212" y="206"/>
                </a:lnTo>
                <a:lnTo>
                  <a:pt x="205" y="263"/>
                </a:lnTo>
                <a:lnTo>
                  <a:pt x="123" y="310"/>
                </a:lnTo>
                <a:lnTo>
                  <a:pt x="119" y="44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62" name="Freeform 161"/>
          <p:cNvSpPr>
            <a:spLocks/>
          </p:cNvSpPr>
          <p:nvPr/>
        </p:nvSpPr>
        <p:spPr bwMode="auto">
          <a:xfrm>
            <a:off x="3945360" y="3367276"/>
            <a:ext cx="88123" cy="86728"/>
          </a:xfrm>
          <a:custGeom>
            <a:avLst/>
            <a:gdLst/>
            <a:ahLst/>
            <a:cxnLst>
              <a:cxn ang="0">
                <a:pos x="243" y="325"/>
              </a:cxn>
              <a:cxn ang="0">
                <a:pos x="257" y="295"/>
              </a:cxn>
              <a:cxn ang="0">
                <a:pos x="247" y="266"/>
              </a:cxn>
              <a:cxn ang="0">
                <a:pos x="249" y="233"/>
              </a:cxn>
              <a:cxn ang="0">
                <a:pos x="261" y="223"/>
              </a:cxn>
              <a:cxn ang="0">
                <a:pos x="304" y="233"/>
              </a:cxn>
              <a:cxn ang="0">
                <a:pos x="325" y="226"/>
              </a:cxn>
              <a:cxn ang="0">
                <a:pos x="329" y="183"/>
              </a:cxn>
              <a:cxn ang="0">
                <a:pos x="359" y="141"/>
              </a:cxn>
              <a:cxn ang="0">
                <a:pos x="349" y="116"/>
              </a:cxn>
              <a:cxn ang="0">
                <a:pos x="356" y="47"/>
              </a:cxn>
              <a:cxn ang="0">
                <a:pos x="338" y="12"/>
              </a:cxn>
              <a:cxn ang="0">
                <a:pos x="286" y="18"/>
              </a:cxn>
              <a:cxn ang="0">
                <a:pos x="232" y="0"/>
              </a:cxn>
              <a:cxn ang="0">
                <a:pos x="199" y="18"/>
              </a:cxn>
              <a:cxn ang="0">
                <a:pos x="194" y="92"/>
              </a:cxn>
              <a:cxn ang="0">
                <a:pos x="212" y="116"/>
              </a:cxn>
              <a:cxn ang="0">
                <a:pos x="188" y="138"/>
              </a:cxn>
              <a:cxn ang="0">
                <a:pos x="167" y="135"/>
              </a:cxn>
              <a:cxn ang="0">
                <a:pos x="156" y="107"/>
              </a:cxn>
              <a:cxn ang="0">
                <a:pos x="167" y="47"/>
              </a:cxn>
              <a:cxn ang="0">
                <a:pos x="120" y="25"/>
              </a:cxn>
              <a:cxn ang="0">
                <a:pos x="100" y="50"/>
              </a:cxn>
              <a:cxn ang="0">
                <a:pos x="105" y="103"/>
              </a:cxn>
              <a:cxn ang="0">
                <a:pos x="68" y="141"/>
              </a:cxn>
              <a:cxn ang="0">
                <a:pos x="61" y="178"/>
              </a:cxn>
              <a:cxn ang="0">
                <a:pos x="46" y="198"/>
              </a:cxn>
              <a:cxn ang="0">
                <a:pos x="0" y="241"/>
              </a:cxn>
              <a:cxn ang="0">
                <a:pos x="100" y="255"/>
              </a:cxn>
              <a:cxn ang="0">
                <a:pos x="131" y="226"/>
              </a:cxn>
              <a:cxn ang="0">
                <a:pos x="175" y="233"/>
              </a:cxn>
              <a:cxn ang="0">
                <a:pos x="181" y="266"/>
              </a:cxn>
              <a:cxn ang="0">
                <a:pos x="215" y="273"/>
              </a:cxn>
              <a:cxn ang="0">
                <a:pos x="212" y="307"/>
              </a:cxn>
              <a:cxn ang="0">
                <a:pos x="243" y="325"/>
              </a:cxn>
            </a:cxnLst>
            <a:rect l="0" t="0" r="r" b="b"/>
            <a:pathLst>
              <a:path w="359" h="325">
                <a:moveTo>
                  <a:pt x="243" y="325"/>
                </a:moveTo>
                <a:lnTo>
                  <a:pt x="257" y="295"/>
                </a:lnTo>
                <a:lnTo>
                  <a:pt x="247" y="266"/>
                </a:lnTo>
                <a:lnTo>
                  <a:pt x="249" y="233"/>
                </a:lnTo>
                <a:lnTo>
                  <a:pt x="261" y="223"/>
                </a:lnTo>
                <a:lnTo>
                  <a:pt x="304" y="233"/>
                </a:lnTo>
                <a:lnTo>
                  <a:pt x="325" y="226"/>
                </a:lnTo>
                <a:lnTo>
                  <a:pt x="329" y="183"/>
                </a:lnTo>
                <a:lnTo>
                  <a:pt x="359" y="141"/>
                </a:lnTo>
                <a:lnTo>
                  <a:pt x="349" y="116"/>
                </a:lnTo>
                <a:lnTo>
                  <a:pt x="356" y="47"/>
                </a:lnTo>
                <a:lnTo>
                  <a:pt x="338" y="12"/>
                </a:lnTo>
                <a:lnTo>
                  <a:pt x="286" y="18"/>
                </a:lnTo>
                <a:lnTo>
                  <a:pt x="232" y="0"/>
                </a:lnTo>
                <a:lnTo>
                  <a:pt x="199" y="18"/>
                </a:lnTo>
                <a:lnTo>
                  <a:pt x="194" y="92"/>
                </a:lnTo>
                <a:lnTo>
                  <a:pt x="212" y="116"/>
                </a:lnTo>
                <a:lnTo>
                  <a:pt x="188" y="138"/>
                </a:lnTo>
                <a:lnTo>
                  <a:pt x="167" y="135"/>
                </a:lnTo>
                <a:lnTo>
                  <a:pt x="156" y="107"/>
                </a:lnTo>
                <a:lnTo>
                  <a:pt x="167" y="47"/>
                </a:lnTo>
                <a:lnTo>
                  <a:pt x="120" y="25"/>
                </a:lnTo>
                <a:lnTo>
                  <a:pt x="100" y="50"/>
                </a:lnTo>
                <a:lnTo>
                  <a:pt x="105" y="103"/>
                </a:lnTo>
                <a:lnTo>
                  <a:pt x="68" y="141"/>
                </a:lnTo>
                <a:lnTo>
                  <a:pt x="61" y="178"/>
                </a:lnTo>
                <a:lnTo>
                  <a:pt x="46" y="198"/>
                </a:lnTo>
                <a:lnTo>
                  <a:pt x="0" y="241"/>
                </a:lnTo>
                <a:lnTo>
                  <a:pt x="100" y="255"/>
                </a:lnTo>
                <a:lnTo>
                  <a:pt x="131" y="226"/>
                </a:lnTo>
                <a:lnTo>
                  <a:pt x="175" y="233"/>
                </a:lnTo>
                <a:lnTo>
                  <a:pt x="181" y="266"/>
                </a:lnTo>
                <a:lnTo>
                  <a:pt x="215" y="273"/>
                </a:lnTo>
                <a:lnTo>
                  <a:pt x="212" y="307"/>
                </a:lnTo>
                <a:lnTo>
                  <a:pt x="243" y="325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63" name="Freeform 162"/>
          <p:cNvSpPr>
            <a:spLocks/>
          </p:cNvSpPr>
          <p:nvPr/>
        </p:nvSpPr>
        <p:spPr bwMode="auto">
          <a:xfrm>
            <a:off x="3925778" y="3426251"/>
            <a:ext cx="84859" cy="74586"/>
          </a:xfrm>
          <a:custGeom>
            <a:avLst/>
            <a:gdLst/>
            <a:ahLst/>
            <a:cxnLst>
              <a:cxn ang="0">
                <a:pos x="316" y="99"/>
              </a:cxn>
              <a:cxn ang="0">
                <a:pos x="312" y="135"/>
              </a:cxn>
              <a:cxn ang="0">
                <a:pos x="337" y="155"/>
              </a:cxn>
              <a:cxn ang="0">
                <a:pos x="334" y="179"/>
              </a:cxn>
              <a:cxn ang="0">
                <a:pos x="302" y="197"/>
              </a:cxn>
              <a:cxn ang="0">
                <a:pos x="302" y="215"/>
              </a:cxn>
              <a:cxn ang="0">
                <a:pos x="272" y="232"/>
              </a:cxn>
              <a:cxn ang="0">
                <a:pos x="258" y="244"/>
              </a:cxn>
              <a:cxn ang="0">
                <a:pos x="254" y="275"/>
              </a:cxn>
              <a:cxn ang="0">
                <a:pos x="215" y="269"/>
              </a:cxn>
              <a:cxn ang="0">
                <a:pos x="200" y="244"/>
              </a:cxn>
              <a:cxn ang="0">
                <a:pos x="200" y="215"/>
              </a:cxn>
              <a:cxn ang="0">
                <a:pos x="141" y="232"/>
              </a:cxn>
              <a:cxn ang="0">
                <a:pos x="126" y="222"/>
              </a:cxn>
              <a:cxn ang="0">
                <a:pos x="134" y="180"/>
              </a:cxn>
              <a:cxn ang="0">
                <a:pos x="80" y="173"/>
              </a:cxn>
              <a:cxn ang="0">
                <a:pos x="62" y="142"/>
              </a:cxn>
              <a:cxn ang="0">
                <a:pos x="67" y="121"/>
              </a:cxn>
              <a:cxn ang="0">
                <a:pos x="52" y="106"/>
              </a:cxn>
              <a:cxn ang="0">
                <a:pos x="14" y="83"/>
              </a:cxn>
              <a:cxn ang="0">
                <a:pos x="0" y="41"/>
              </a:cxn>
              <a:cxn ang="0">
                <a:pos x="18" y="40"/>
              </a:cxn>
              <a:cxn ang="0">
                <a:pos x="32" y="40"/>
              </a:cxn>
              <a:cxn ang="0">
                <a:pos x="73" y="15"/>
              </a:cxn>
              <a:cxn ang="0">
                <a:pos x="173" y="29"/>
              </a:cxn>
              <a:cxn ang="0">
                <a:pos x="204" y="0"/>
              </a:cxn>
              <a:cxn ang="0">
                <a:pos x="248" y="7"/>
              </a:cxn>
              <a:cxn ang="0">
                <a:pos x="254" y="40"/>
              </a:cxn>
              <a:cxn ang="0">
                <a:pos x="288" y="47"/>
              </a:cxn>
              <a:cxn ang="0">
                <a:pos x="285" y="81"/>
              </a:cxn>
              <a:cxn ang="0">
                <a:pos x="316" y="99"/>
              </a:cxn>
            </a:cxnLst>
            <a:rect l="0" t="0" r="r" b="b"/>
            <a:pathLst>
              <a:path w="337" h="275">
                <a:moveTo>
                  <a:pt x="316" y="99"/>
                </a:moveTo>
                <a:lnTo>
                  <a:pt x="312" y="135"/>
                </a:lnTo>
                <a:lnTo>
                  <a:pt x="337" y="155"/>
                </a:lnTo>
                <a:lnTo>
                  <a:pt x="334" y="179"/>
                </a:lnTo>
                <a:lnTo>
                  <a:pt x="302" y="197"/>
                </a:lnTo>
                <a:lnTo>
                  <a:pt x="302" y="215"/>
                </a:lnTo>
                <a:lnTo>
                  <a:pt x="272" y="232"/>
                </a:lnTo>
                <a:lnTo>
                  <a:pt x="258" y="244"/>
                </a:lnTo>
                <a:lnTo>
                  <a:pt x="254" y="275"/>
                </a:lnTo>
                <a:lnTo>
                  <a:pt x="215" y="269"/>
                </a:lnTo>
                <a:lnTo>
                  <a:pt x="200" y="244"/>
                </a:lnTo>
                <a:lnTo>
                  <a:pt x="200" y="215"/>
                </a:lnTo>
                <a:lnTo>
                  <a:pt x="141" y="232"/>
                </a:lnTo>
                <a:lnTo>
                  <a:pt x="126" y="222"/>
                </a:lnTo>
                <a:lnTo>
                  <a:pt x="134" y="180"/>
                </a:lnTo>
                <a:lnTo>
                  <a:pt x="80" y="173"/>
                </a:lnTo>
                <a:lnTo>
                  <a:pt x="62" y="142"/>
                </a:lnTo>
                <a:lnTo>
                  <a:pt x="67" y="121"/>
                </a:lnTo>
                <a:lnTo>
                  <a:pt x="52" y="106"/>
                </a:lnTo>
                <a:lnTo>
                  <a:pt x="14" y="83"/>
                </a:lnTo>
                <a:lnTo>
                  <a:pt x="0" y="41"/>
                </a:lnTo>
                <a:lnTo>
                  <a:pt x="18" y="40"/>
                </a:lnTo>
                <a:lnTo>
                  <a:pt x="32" y="40"/>
                </a:lnTo>
                <a:lnTo>
                  <a:pt x="73" y="15"/>
                </a:lnTo>
                <a:lnTo>
                  <a:pt x="173" y="29"/>
                </a:lnTo>
                <a:lnTo>
                  <a:pt x="204" y="0"/>
                </a:lnTo>
                <a:lnTo>
                  <a:pt x="248" y="7"/>
                </a:lnTo>
                <a:lnTo>
                  <a:pt x="254" y="40"/>
                </a:lnTo>
                <a:lnTo>
                  <a:pt x="288" y="47"/>
                </a:lnTo>
                <a:lnTo>
                  <a:pt x="285" y="81"/>
                </a:lnTo>
                <a:lnTo>
                  <a:pt x="316" y="99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64" name="Freeform 163"/>
          <p:cNvSpPr>
            <a:spLocks/>
          </p:cNvSpPr>
          <p:nvPr/>
        </p:nvSpPr>
        <p:spPr bwMode="auto">
          <a:xfrm>
            <a:off x="3989422" y="3483493"/>
            <a:ext cx="14687" cy="22550"/>
          </a:xfrm>
          <a:custGeom>
            <a:avLst/>
            <a:gdLst/>
            <a:ahLst/>
            <a:cxnLst>
              <a:cxn ang="0">
                <a:pos x="0" y="60"/>
              </a:cxn>
              <a:cxn ang="0">
                <a:pos x="31" y="66"/>
              </a:cxn>
              <a:cxn ang="0">
                <a:pos x="62" y="83"/>
              </a:cxn>
              <a:cxn ang="0">
                <a:pos x="48" y="29"/>
              </a:cxn>
              <a:cxn ang="0">
                <a:pos x="48" y="0"/>
              </a:cxn>
              <a:cxn ang="0">
                <a:pos x="18" y="18"/>
              </a:cxn>
              <a:cxn ang="0">
                <a:pos x="4" y="29"/>
              </a:cxn>
              <a:cxn ang="0">
                <a:pos x="0" y="60"/>
              </a:cxn>
            </a:cxnLst>
            <a:rect l="0" t="0" r="r" b="b"/>
            <a:pathLst>
              <a:path w="62" h="83">
                <a:moveTo>
                  <a:pt x="0" y="60"/>
                </a:moveTo>
                <a:lnTo>
                  <a:pt x="31" y="66"/>
                </a:lnTo>
                <a:lnTo>
                  <a:pt x="62" y="83"/>
                </a:lnTo>
                <a:lnTo>
                  <a:pt x="48" y="29"/>
                </a:lnTo>
                <a:lnTo>
                  <a:pt x="48" y="0"/>
                </a:lnTo>
                <a:lnTo>
                  <a:pt x="18" y="18"/>
                </a:lnTo>
                <a:lnTo>
                  <a:pt x="4" y="29"/>
                </a:lnTo>
                <a:lnTo>
                  <a:pt x="0" y="6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65" name="Freeform 164"/>
          <p:cNvSpPr>
            <a:spLocks/>
          </p:cNvSpPr>
          <p:nvPr/>
        </p:nvSpPr>
        <p:spPr bwMode="auto">
          <a:xfrm>
            <a:off x="4072649" y="3538999"/>
            <a:ext cx="163191" cy="90197"/>
          </a:xfrm>
          <a:custGeom>
            <a:avLst/>
            <a:gdLst/>
            <a:ahLst/>
            <a:cxnLst>
              <a:cxn ang="0">
                <a:pos x="422" y="36"/>
              </a:cxn>
              <a:cxn ang="0">
                <a:pos x="454" y="0"/>
              </a:cxn>
              <a:cxn ang="0">
                <a:pos x="483" y="11"/>
              </a:cxn>
              <a:cxn ang="0">
                <a:pos x="527" y="43"/>
              </a:cxn>
              <a:cxn ang="0">
                <a:pos x="592" y="50"/>
              </a:cxn>
              <a:cxn ang="0">
                <a:pos x="655" y="127"/>
              </a:cxn>
              <a:cxn ang="0">
                <a:pos x="652" y="169"/>
              </a:cxn>
              <a:cxn ang="0">
                <a:pos x="607" y="165"/>
              </a:cxn>
              <a:cxn ang="0">
                <a:pos x="592" y="181"/>
              </a:cxn>
              <a:cxn ang="0">
                <a:pos x="592" y="214"/>
              </a:cxn>
              <a:cxn ang="0">
                <a:pos x="570" y="242"/>
              </a:cxn>
              <a:cxn ang="0">
                <a:pos x="600" y="267"/>
              </a:cxn>
              <a:cxn ang="0">
                <a:pos x="602" y="279"/>
              </a:cxn>
              <a:cxn ang="0">
                <a:pos x="570" y="310"/>
              </a:cxn>
              <a:cxn ang="0">
                <a:pos x="472" y="307"/>
              </a:cxn>
              <a:cxn ang="0">
                <a:pos x="450" y="342"/>
              </a:cxn>
              <a:cxn ang="0">
                <a:pos x="378" y="325"/>
              </a:cxn>
              <a:cxn ang="0">
                <a:pos x="341" y="297"/>
              </a:cxn>
              <a:cxn ang="0">
                <a:pos x="296" y="304"/>
              </a:cxn>
              <a:cxn ang="0">
                <a:pos x="254" y="279"/>
              </a:cxn>
              <a:cxn ang="0">
                <a:pos x="236" y="239"/>
              </a:cxn>
              <a:cxn ang="0">
                <a:pos x="163" y="224"/>
              </a:cxn>
              <a:cxn ang="0">
                <a:pos x="135" y="242"/>
              </a:cxn>
              <a:cxn ang="0">
                <a:pos x="99" y="232"/>
              </a:cxn>
              <a:cxn ang="0">
                <a:pos x="56" y="229"/>
              </a:cxn>
              <a:cxn ang="0">
                <a:pos x="43" y="199"/>
              </a:cxn>
              <a:cxn ang="0">
                <a:pos x="0" y="145"/>
              </a:cxn>
              <a:cxn ang="0">
                <a:pos x="28" y="141"/>
              </a:cxn>
              <a:cxn ang="0">
                <a:pos x="50" y="145"/>
              </a:cxn>
              <a:cxn ang="0">
                <a:pos x="85" y="151"/>
              </a:cxn>
              <a:cxn ang="0">
                <a:pos x="110" y="141"/>
              </a:cxn>
              <a:cxn ang="0">
                <a:pos x="135" y="181"/>
              </a:cxn>
              <a:cxn ang="0">
                <a:pos x="202" y="174"/>
              </a:cxn>
              <a:cxn ang="0">
                <a:pos x="211" y="151"/>
              </a:cxn>
              <a:cxn ang="0">
                <a:pos x="251" y="151"/>
              </a:cxn>
              <a:cxn ang="0">
                <a:pos x="268" y="175"/>
              </a:cxn>
              <a:cxn ang="0">
                <a:pos x="281" y="181"/>
              </a:cxn>
              <a:cxn ang="0">
                <a:pos x="296" y="149"/>
              </a:cxn>
              <a:cxn ang="0">
                <a:pos x="299" y="102"/>
              </a:cxn>
              <a:cxn ang="0">
                <a:pos x="279" y="80"/>
              </a:cxn>
              <a:cxn ang="0">
                <a:pos x="281" y="68"/>
              </a:cxn>
              <a:cxn ang="0">
                <a:pos x="306" y="28"/>
              </a:cxn>
              <a:cxn ang="0">
                <a:pos x="328" y="36"/>
              </a:cxn>
              <a:cxn ang="0">
                <a:pos x="364" y="36"/>
              </a:cxn>
              <a:cxn ang="0">
                <a:pos x="378" y="31"/>
              </a:cxn>
              <a:cxn ang="0">
                <a:pos x="422" y="36"/>
              </a:cxn>
            </a:cxnLst>
            <a:rect l="0" t="0" r="r" b="b"/>
            <a:pathLst>
              <a:path w="655" h="342">
                <a:moveTo>
                  <a:pt x="422" y="36"/>
                </a:moveTo>
                <a:lnTo>
                  <a:pt x="454" y="0"/>
                </a:lnTo>
                <a:lnTo>
                  <a:pt x="483" y="11"/>
                </a:lnTo>
                <a:lnTo>
                  <a:pt x="527" y="43"/>
                </a:lnTo>
                <a:lnTo>
                  <a:pt x="592" y="50"/>
                </a:lnTo>
                <a:lnTo>
                  <a:pt x="655" y="127"/>
                </a:lnTo>
                <a:lnTo>
                  <a:pt x="652" y="169"/>
                </a:lnTo>
                <a:lnTo>
                  <a:pt x="607" y="165"/>
                </a:lnTo>
                <a:lnTo>
                  <a:pt x="592" y="181"/>
                </a:lnTo>
                <a:lnTo>
                  <a:pt x="592" y="214"/>
                </a:lnTo>
                <a:lnTo>
                  <a:pt x="570" y="242"/>
                </a:lnTo>
                <a:lnTo>
                  <a:pt x="600" y="267"/>
                </a:lnTo>
                <a:lnTo>
                  <a:pt x="602" y="279"/>
                </a:lnTo>
                <a:lnTo>
                  <a:pt x="570" y="310"/>
                </a:lnTo>
                <a:lnTo>
                  <a:pt x="472" y="307"/>
                </a:lnTo>
                <a:lnTo>
                  <a:pt x="450" y="342"/>
                </a:lnTo>
                <a:lnTo>
                  <a:pt x="378" y="325"/>
                </a:lnTo>
                <a:lnTo>
                  <a:pt x="341" y="297"/>
                </a:lnTo>
                <a:lnTo>
                  <a:pt x="296" y="304"/>
                </a:lnTo>
                <a:lnTo>
                  <a:pt x="254" y="279"/>
                </a:lnTo>
                <a:lnTo>
                  <a:pt x="236" y="239"/>
                </a:lnTo>
                <a:lnTo>
                  <a:pt x="163" y="224"/>
                </a:lnTo>
                <a:lnTo>
                  <a:pt x="135" y="242"/>
                </a:lnTo>
                <a:lnTo>
                  <a:pt x="99" y="232"/>
                </a:lnTo>
                <a:lnTo>
                  <a:pt x="56" y="229"/>
                </a:lnTo>
                <a:lnTo>
                  <a:pt x="43" y="199"/>
                </a:lnTo>
                <a:lnTo>
                  <a:pt x="0" y="145"/>
                </a:lnTo>
                <a:lnTo>
                  <a:pt x="28" y="141"/>
                </a:lnTo>
                <a:lnTo>
                  <a:pt x="50" y="145"/>
                </a:lnTo>
                <a:lnTo>
                  <a:pt x="85" y="151"/>
                </a:lnTo>
                <a:lnTo>
                  <a:pt x="110" y="141"/>
                </a:lnTo>
                <a:lnTo>
                  <a:pt x="135" y="181"/>
                </a:lnTo>
                <a:lnTo>
                  <a:pt x="202" y="174"/>
                </a:lnTo>
                <a:lnTo>
                  <a:pt x="211" y="151"/>
                </a:lnTo>
                <a:lnTo>
                  <a:pt x="251" y="151"/>
                </a:lnTo>
                <a:lnTo>
                  <a:pt x="268" y="175"/>
                </a:lnTo>
                <a:lnTo>
                  <a:pt x="281" y="181"/>
                </a:lnTo>
                <a:lnTo>
                  <a:pt x="296" y="149"/>
                </a:lnTo>
                <a:lnTo>
                  <a:pt x="299" y="102"/>
                </a:lnTo>
                <a:lnTo>
                  <a:pt x="279" y="80"/>
                </a:lnTo>
                <a:lnTo>
                  <a:pt x="281" y="68"/>
                </a:lnTo>
                <a:lnTo>
                  <a:pt x="306" y="28"/>
                </a:lnTo>
                <a:lnTo>
                  <a:pt x="328" y="36"/>
                </a:lnTo>
                <a:lnTo>
                  <a:pt x="364" y="36"/>
                </a:lnTo>
                <a:lnTo>
                  <a:pt x="378" y="31"/>
                </a:lnTo>
                <a:lnTo>
                  <a:pt x="422" y="3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66" name="Freeform 165"/>
          <p:cNvSpPr>
            <a:spLocks/>
          </p:cNvSpPr>
          <p:nvPr/>
        </p:nvSpPr>
        <p:spPr bwMode="auto">
          <a:xfrm>
            <a:off x="3994317" y="3566752"/>
            <a:ext cx="96283" cy="58975"/>
          </a:xfrm>
          <a:custGeom>
            <a:avLst/>
            <a:gdLst/>
            <a:ahLst/>
            <a:cxnLst>
              <a:cxn ang="0">
                <a:pos x="96" y="15"/>
              </a:cxn>
              <a:cxn ang="0">
                <a:pos x="71" y="49"/>
              </a:cxn>
              <a:cxn ang="0">
                <a:pos x="22" y="67"/>
              </a:cxn>
              <a:cxn ang="0">
                <a:pos x="0" y="193"/>
              </a:cxn>
              <a:cxn ang="0">
                <a:pos x="18" y="200"/>
              </a:cxn>
              <a:cxn ang="0">
                <a:pos x="48" y="171"/>
              </a:cxn>
              <a:cxn ang="0">
                <a:pos x="96" y="193"/>
              </a:cxn>
              <a:cxn ang="0">
                <a:pos x="106" y="214"/>
              </a:cxn>
              <a:cxn ang="0">
                <a:pos x="176" y="206"/>
              </a:cxn>
              <a:cxn ang="0">
                <a:pos x="195" y="178"/>
              </a:cxn>
              <a:cxn ang="0">
                <a:pos x="210" y="178"/>
              </a:cxn>
              <a:cxn ang="0">
                <a:pos x="216" y="221"/>
              </a:cxn>
              <a:cxn ang="0">
                <a:pos x="289" y="214"/>
              </a:cxn>
              <a:cxn ang="0">
                <a:pos x="293" y="178"/>
              </a:cxn>
              <a:cxn ang="0">
                <a:pos x="317" y="182"/>
              </a:cxn>
              <a:cxn ang="0">
                <a:pos x="345" y="210"/>
              </a:cxn>
              <a:cxn ang="0">
                <a:pos x="369" y="206"/>
              </a:cxn>
              <a:cxn ang="0">
                <a:pos x="357" y="178"/>
              </a:cxn>
              <a:cxn ang="0">
                <a:pos x="384" y="168"/>
              </a:cxn>
              <a:cxn ang="0">
                <a:pos x="373" y="125"/>
              </a:cxn>
              <a:cxn ang="0">
                <a:pos x="360" y="98"/>
              </a:cxn>
              <a:cxn ang="0">
                <a:pos x="317" y="43"/>
              </a:cxn>
              <a:cxn ang="0">
                <a:pos x="293" y="30"/>
              </a:cxn>
              <a:cxn ang="0">
                <a:pos x="252" y="25"/>
              </a:cxn>
              <a:cxn ang="0">
                <a:pos x="240" y="0"/>
              </a:cxn>
              <a:cxn ang="0">
                <a:pos x="195" y="15"/>
              </a:cxn>
              <a:cxn ang="0">
                <a:pos x="152" y="8"/>
              </a:cxn>
              <a:cxn ang="0">
                <a:pos x="96" y="15"/>
              </a:cxn>
            </a:cxnLst>
            <a:rect l="0" t="0" r="r" b="b"/>
            <a:pathLst>
              <a:path w="384" h="221">
                <a:moveTo>
                  <a:pt x="96" y="15"/>
                </a:moveTo>
                <a:lnTo>
                  <a:pt x="71" y="49"/>
                </a:lnTo>
                <a:lnTo>
                  <a:pt x="22" y="67"/>
                </a:lnTo>
                <a:lnTo>
                  <a:pt x="0" y="193"/>
                </a:lnTo>
                <a:lnTo>
                  <a:pt x="18" y="200"/>
                </a:lnTo>
                <a:lnTo>
                  <a:pt x="48" y="171"/>
                </a:lnTo>
                <a:lnTo>
                  <a:pt x="96" y="193"/>
                </a:lnTo>
                <a:lnTo>
                  <a:pt x="106" y="214"/>
                </a:lnTo>
                <a:lnTo>
                  <a:pt x="176" y="206"/>
                </a:lnTo>
                <a:lnTo>
                  <a:pt x="195" y="178"/>
                </a:lnTo>
                <a:lnTo>
                  <a:pt x="210" y="178"/>
                </a:lnTo>
                <a:lnTo>
                  <a:pt x="216" y="221"/>
                </a:lnTo>
                <a:lnTo>
                  <a:pt x="289" y="214"/>
                </a:lnTo>
                <a:lnTo>
                  <a:pt x="293" y="178"/>
                </a:lnTo>
                <a:lnTo>
                  <a:pt x="317" y="182"/>
                </a:lnTo>
                <a:lnTo>
                  <a:pt x="345" y="210"/>
                </a:lnTo>
                <a:lnTo>
                  <a:pt x="369" y="206"/>
                </a:lnTo>
                <a:lnTo>
                  <a:pt x="357" y="178"/>
                </a:lnTo>
                <a:lnTo>
                  <a:pt x="384" y="168"/>
                </a:lnTo>
                <a:lnTo>
                  <a:pt x="373" y="125"/>
                </a:lnTo>
                <a:lnTo>
                  <a:pt x="360" y="98"/>
                </a:lnTo>
                <a:lnTo>
                  <a:pt x="317" y="43"/>
                </a:lnTo>
                <a:lnTo>
                  <a:pt x="293" y="30"/>
                </a:lnTo>
                <a:lnTo>
                  <a:pt x="252" y="25"/>
                </a:lnTo>
                <a:lnTo>
                  <a:pt x="240" y="0"/>
                </a:lnTo>
                <a:lnTo>
                  <a:pt x="195" y="15"/>
                </a:lnTo>
                <a:lnTo>
                  <a:pt x="152" y="8"/>
                </a:lnTo>
                <a:lnTo>
                  <a:pt x="96" y="1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67" name="Freeform 166"/>
          <p:cNvSpPr>
            <a:spLocks/>
          </p:cNvSpPr>
          <p:nvPr/>
        </p:nvSpPr>
        <p:spPr bwMode="auto">
          <a:xfrm>
            <a:off x="4261951" y="3747146"/>
            <a:ext cx="45693" cy="88463"/>
          </a:xfrm>
          <a:custGeom>
            <a:avLst/>
            <a:gdLst/>
            <a:ahLst/>
            <a:cxnLst>
              <a:cxn ang="0">
                <a:pos x="79" y="309"/>
              </a:cxn>
              <a:cxn ang="0">
                <a:pos x="140" y="315"/>
              </a:cxn>
              <a:cxn ang="0">
                <a:pos x="185" y="245"/>
              </a:cxn>
              <a:cxn ang="0">
                <a:pos x="170" y="217"/>
              </a:cxn>
              <a:cxn ang="0">
                <a:pos x="136" y="167"/>
              </a:cxn>
              <a:cxn ang="0">
                <a:pos x="158" y="68"/>
              </a:cxn>
              <a:cxn ang="0">
                <a:pos x="126" y="14"/>
              </a:cxn>
              <a:cxn ang="0">
                <a:pos x="57" y="0"/>
              </a:cxn>
              <a:cxn ang="0">
                <a:pos x="57" y="47"/>
              </a:cxn>
              <a:cxn ang="0">
                <a:pos x="27" y="57"/>
              </a:cxn>
              <a:cxn ang="0">
                <a:pos x="25" y="110"/>
              </a:cxn>
              <a:cxn ang="0">
                <a:pos x="40" y="128"/>
              </a:cxn>
              <a:cxn ang="0">
                <a:pos x="25" y="142"/>
              </a:cxn>
              <a:cxn ang="0">
                <a:pos x="0" y="226"/>
              </a:cxn>
              <a:cxn ang="0">
                <a:pos x="15" y="245"/>
              </a:cxn>
              <a:cxn ang="0">
                <a:pos x="10" y="294"/>
              </a:cxn>
              <a:cxn ang="0">
                <a:pos x="60" y="329"/>
              </a:cxn>
              <a:cxn ang="0">
                <a:pos x="79" y="309"/>
              </a:cxn>
            </a:cxnLst>
            <a:rect l="0" t="0" r="r" b="b"/>
            <a:pathLst>
              <a:path w="185" h="329">
                <a:moveTo>
                  <a:pt x="79" y="309"/>
                </a:moveTo>
                <a:lnTo>
                  <a:pt x="140" y="315"/>
                </a:lnTo>
                <a:lnTo>
                  <a:pt x="185" y="245"/>
                </a:lnTo>
                <a:lnTo>
                  <a:pt x="170" y="217"/>
                </a:lnTo>
                <a:lnTo>
                  <a:pt x="136" y="167"/>
                </a:lnTo>
                <a:lnTo>
                  <a:pt x="158" y="68"/>
                </a:lnTo>
                <a:lnTo>
                  <a:pt x="126" y="14"/>
                </a:lnTo>
                <a:lnTo>
                  <a:pt x="57" y="0"/>
                </a:lnTo>
                <a:lnTo>
                  <a:pt x="57" y="47"/>
                </a:lnTo>
                <a:lnTo>
                  <a:pt x="27" y="57"/>
                </a:lnTo>
                <a:lnTo>
                  <a:pt x="25" y="110"/>
                </a:lnTo>
                <a:lnTo>
                  <a:pt x="40" y="128"/>
                </a:lnTo>
                <a:lnTo>
                  <a:pt x="25" y="142"/>
                </a:lnTo>
                <a:lnTo>
                  <a:pt x="0" y="226"/>
                </a:lnTo>
                <a:lnTo>
                  <a:pt x="15" y="245"/>
                </a:lnTo>
                <a:lnTo>
                  <a:pt x="10" y="294"/>
                </a:lnTo>
                <a:lnTo>
                  <a:pt x="60" y="329"/>
                </a:lnTo>
                <a:lnTo>
                  <a:pt x="79" y="3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68" name="Freeform 167"/>
          <p:cNvSpPr>
            <a:spLocks/>
          </p:cNvSpPr>
          <p:nvPr/>
        </p:nvSpPr>
        <p:spPr bwMode="auto">
          <a:xfrm>
            <a:off x="4276637" y="3781838"/>
            <a:ext cx="153400" cy="156111"/>
          </a:xfrm>
          <a:custGeom>
            <a:avLst/>
            <a:gdLst/>
            <a:ahLst/>
            <a:cxnLst>
              <a:cxn ang="0">
                <a:pos x="621" y="50"/>
              </a:cxn>
              <a:cxn ang="0">
                <a:pos x="565" y="120"/>
              </a:cxn>
              <a:cxn ang="0">
                <a:pos x="487" y="141"/>
              </a:cxn>
              <a:cxn ang="0">
                <a:pos x="379" y="103"/>
              </a:cxn>
              <a:cxn ang="0">
                <a:pos x="366" y="184"/>
              </a:cxn>
              <a:cxn ang="0">
                <a:pos x="269" y="184"/>
              </a:cxn>
              <a:cxn ang="0">
                <a:pos x="234" y="153"/>
              </a:cxn>
              <a:cxn ang="0">
                <a:pos x="336" y="239"/>
              </a:cxn>
              <a:cxn ang="0">
                <a:pos x="293" y="297"/>
              </a:cxn>
              <a:cxn ang="0">
                <a:pos x="361" y="353"/>
              </a:cxn>
              <a:cxn ang="0">
                <a:pos x="373" y="447"/>
              </a:cxn>
              <a:cxn ang="0">
                <a:pos x="276" y="315"/>
              </a:cxn>
              <a:cxn ang="0">
                <a:pos x="280" y="371"/>
              </a:cxn>
              <a:cxn ang="0">
                <a:pos x="361" y="463"/>
              </a:cxn>
              <a:cxn ang="0">
                <a:pos x="276" y="472"/>
              </a:cxn>
              <a:cxn ang="0">
                <a:pos x="234" y="504"/>
              </a:cxn>
              <a:cxn ang="0">
                <a:pos x="254" y="567"/>
              </a:cxn>
              <a:cxn ang="0">
                <a:pos x="209" y="585"/>
              </a:cxn>
              <a:cxn ang="0">
                <a:pos x="166" y="483"/>
              </a:cxn>
              <a:cxn ang="0">
                <a:pos x="127" y="529"/>
              </a:cxn>
              <a:cxn ang="0">
                <a:pos x="96" y="428"/>
              </a:cxn>
              <a:cxn ang="0">
                <a:pos x="85" y="378"/>
              </a:cxn>
              <a:cxn ang="0">
                <a:pos x="211" y="430"/>
              </a:cxn>
              <a:cxn ang="0">
                <a:pos x="211" y="381"/>
              </a:cxn>
              <a:cxn ang="0">
                <a:pos x="30" y="276"/>
              </a:cxn>
              <a:cxn ang="0">
                <a:pos x="0" y="198"/>
              </a:cxn>
              <a:cxn ang="0">
                <a:pos x="82" y="184"/>
              </a:cxn>
              <a:cxn ang="0">
                <a:pos x="112" y="86"/>
              </a:cxn>
              <a:cxn ang="0">
                <a:pos x="162" y="74"/>
              </a:cxn>
              <a:cxn ang="0">
                <a:pos x="226" y="22"/>
              </a:cxn>
              <a:cxn ang="0">
                <a:pos x="282" y="40"/>
              </a:cxn>
              <a:cxn ang="0">
                <a:pos x="426" y="40"/>
              </a:cxn>
              <a:cxn ang="0">
                <a:pos x="568" y="61"/>
              </a:cxn>
              <a:cxn ang="0">
                <a:pos x="593" y="15"/>
              </a:cxn>
            </a:cxnLst>
            <a:rect l="0" t="0" r="r" b="b"/>
            <a:pathLst>
              <a:path w="621" h="585">
                <a:moveTo>
                  <a:pt x="593" y="15"/>
                </a:moveTo>
                <a:lnTo>
                  <a:pt x="621" y="50"/>
                </a:lnTo>
                <a:lnTo>
                  <a:pt x="572" y="74"/>
                </a:lnTo>
                <a:lnTo>
                  <a:pt x="565" y="120"/>
                </a:lnTo>
                <a:lnTo>
                  <a:pt x="511" y="153"/>
                </a:lnTo>
                <a:lnTo>
                  <a:pt x="487" y="141"/>
                </a:lnTo>
                <a:lnTo>
                  <a:pt x="455" y="114"/>
                </a:lnTo>
                <a:lnTo>
                  <a:pt x="379" y="103"/>
                </a:lnTo>
                <a:lnTo>
                  <a:pt x="356" y="141"/>
                </a:lnTo>
                <a:lnTo>
                  <a:pt x="366" y="184"/>
                </a:lnTo>
                <a:lnTo>
                  <a:pt x="332" y="215"/>
                </a:lnTo>
                <a:lnTo>
                  <a:pt x="269" y="184"/>
                </a:lnTo>
                <a:lnTo>
                  <a:pt x="269" y="129"/>
                </a:lnTo>
                <a:lnTo>
                  <a:pt x="234" y="153"/>
                </a:lnTo>
                <a:lnTo>
                  <a:pt x="244" y="208"/>
                </a:lnTo>
                <a:lnTo>
                  <a:pt x="336" y="239"/>
                </a:lnTo>
                <a:lnTo>
                  <a:pt x="332" y="297"/>
                </a:lnTo>
                <a:lnTo>
                  <a:pt x="293" y="297"/>
                </a:lnTo>
                <a:lnTo>
                  <a:pt x="361" y="331"/>
                </a:lnTo>
                <a:lnTo>
                  <a:pt x="361" y="353"/>
                </a:lnTo>
                <a:lnTo>
                  <a:pt x="398" y="438"/>
                </a:lnTo>
                <a:lnTo>
                  <a:pt x="373" y="447"/>
                </a:lnTo>
                <a:lnTo>
                  <a:pt x="348" y="378"/>
                </a:lnTo>
                <a:lnTo>
                  <a:pt x="276" y="315"/>
                </a:lnTo>
                <a:lnTo>
                  <a:pt x="237" y="311"/>
                </a:lnTo>
                <a:lnTo>
                  <a:pt x="280" y="371"/>
                </a:lnTo>
                <a:lnTo>
                  <a:pt x="329" y="374"/>
                </a:lnTo>
                <a:lnTo>
                  <a:pt x="361" y="463"/>
                </a:lnTo>
                <a:lnTo>
                  <a:pt x="276" y="454"/>
                </a:lnTo>
                <a:lnTo>
                  <a:pt x="276" y="472"/>
                </a:lnTo>
                <a:lnTo>
                  <a:pt x="229" y="465"/>
                </a:lnTo>
                <a:lnTo>
                  <a:pt x="234" y="504"/>
                </a:lnTo>
                <a:lnTo>
                  <a:pt x="251" y="526"/>
                </a:lnTo>
                <a:lnTo>
                  <a:pt x="254" y="567"/>
                </a:lnTo>
                <a:lnTo>
                  <a:pt x="229" y="553"/>
                </a:lnTo>
                <a:lnTo>
                  <a:pt x="209" y="585"/>
                </a:lnTo>
                <a:lnTo>
                  <a:pt x="176" y="497"/>
                </a:lnTo>
                <a:lnTo>
                  <a:pt x="166" y="483"/>
                </a:lnTo>
                <a:lnTo>
                  <a:pt x="155" y="546"/>
                </a:lnTo>
                <a:lnTo>
                  <a:pt x="127" y="529"/>
                </a:lnTo>
                <a:lnTo>
                  <a:pt x="121" y="470"/>
                </a:lnTo>
                <a:lnTo>
                  <a:pt x="96" y="428"/>
                </a:lnTo>
                <a:lnTo>
                  <a:pt x="78" y="418"/>
                </a:lnTo>
                <a:lnTo>
                  <a:pt x="85" y="378"/>
                </a:lnTo>
                <a:lnTo>
                  <a:pt x="194" y="403"/>
                </a:lnTo>
                <a:lnTo>
                  <a:pt x="211" y="430"/>
                </a:lnTo>
                <a:lnTo>
                  <a:pt x="265" y="389"/>
                </a:lnTo>
                <a:lnTo>
                  <a:pt x="211" y="381"/>
                </a:lnTo>
                <a:lnTo>
                  <a:pt x="72" y="349"/>
                </a:lnTo>
                <a:lnTo>
                  <a:pt x="30" y="276"/>
                </a:lnTo>
                <a:lnTo>
                  <a:pt x="8" y="272"/>
                </a:lnTo>
                <a:lnTo>
                  <a:pt x="0" y="198"/>
                </a:lnTo>
                <a:lnTo>
                  <a:pt x="18" y="178"/>
                </a:lnTo>
                <a:lnTo>
                  <a:pt x="82" y="184"/>
                </a:lnTo>
                <a:lnTo>
                  <a:pt x="127" y="114"/>
                </a:lnTo>
                <a:lnTo>
                  <a:pt x="112" y="86"/>
                </a:lnTo>
                <a:lnTo>
                  <a:pt x="143" y="90"/>
                </a:lnTo>
                <a:lnTo>
                  <a:pt x="162" y="74"/>
                </a:lnTo>
                <a:lnTo>
                  <a:pt x="222" y="68"/>
                </a:lnTo>
                <a:lnTo>
                  <a:pt x="226" y="22"/>
                </a:lnTo>
                <a:lnTo>
                  <a:pt x="254" y="0"/>
                </a:lnTo>
                <a:lnTo>
                  <a:pt x="282" y="40"/>
                </a:lnTo>
                <a:lnTo>
                  <a:pt x="391" y="50"/>
                </a:lnTo>
                <a:lnTo>
                  <a:pt x="426" y="40"/>
                </a:lnTo>
                <a:lnTo>
                  <a:pt x="462" y="50"/>
                </a:lnTo>
                <a:lnTo>
                  <a:pt x="568" y="61"/>
                </a:lnTo>
                <a:lnTo>
                  <a:pt x="572" y="15"/>
                </a:lnTo>
                <a:lnTo>
                  <a:pt x="593" y="1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9525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69" name="Freeform 168"/>
          <p:cNvSpPr>
            <a:spLocks/>
          </p:cNvSpPr>
          <p:nvPr/>
        </p:nvSpPr>
        <p:spPr bwMode="auto">
          <a:xfrm>
            <a:off x="4343546" y="3953559"/>
            <a:ext cx="63645" cy="32957"/>
          </a:xfrm>
          <a:custGeom>
            <a:avLst/>
            <a:gdLst/>
            <a:ahLst/>
            <a:cxnLst>
              <a:cxn ang="0">
                <a:pos x="256" y="59"/>
              </a:cxn>
              <a:cxn ang="0">
                <a:pos x="211" y="55"/>
              </a:cxn>
              <a:cxn ang="0">
                <a:pos x="183" y="32"/>
              </a:cxn>
              <a:cxn ang="0">
                <a:pos x="76" y="23"/>
              </a:cxn>
              <a:cxn ang="0">
                <a:pos x="50" y="0"/>
              </a:cxn>
              <a:cxn ang="0">
                <a:pos x="0" y="23"/>
              </a:cxn>
              <a:cxn ang="0">
                <a:pos x="10" y="62"/>
              </a:cxn>
              <a:cxn ang="0">
                <a:pos x="50" y="54"/>
              </a:cxn>
              <a:cxn ang="0">
                <a:pos x="100" y="121"/>
              </a:cxn>
              <a:cxn ang="0">
                <a:pos x="149" y="125"/>
              </a:cxn>
              <a:cxn ang="0">
                <a:pos x="190" y="83"/>
              </a:cxn>
              <a:cxn ang="0">
                <a:pos x="236" y="87"/>
              </a:cxn>
              <a:cxn ang="0">
                <a:pos x="256" y="71"/>
              </a:cxn>
              <a:cxn ang="0">
                <a:pos x="256" y="59"/>
              </a:cxn>
            </a:cxnLst>
            <a:rect l="0" t="0" r="r" b="b"/>
            <a:pathLst>
              <a:path w="256" h="125">
                <a:moveTo>
                  <a:pt x="256" y="59"/>
                </a:moveTo>
                <a:lnTo>
                  <a:pt x="211" y="55"/>
                </a:lnTo>
                <a:lnTo>
                  <a:pt x="183" y="32"/>
                </a:lnTo>
                <a:lnTo>
                  <a:pt x="76" y="23"/>
                </a:lnTo>
                <a:lnTo>
                  <a:pt x="50" y="0"/>
                </a:lnTo>
                <a:lnTo>
                  <a:pt x="0" y="23"/>
                </a:lnTo>
                <a:lnTo>
                  <a:pt x="10" y="62"/>
                </a:lnTo>
                <a:lnTo>
                  <a:pt x="50" y="54"/>
                </a:lnTo>
                <a:lnTo>
                  <a:pt x="100" y="121"/>
                </a:lnTo>
                <a:lnTo>
                  <a:pt x="149" y="125"/>
                </a:lnTo>
                <a:lnTo>
                  <a:pt x="190" y="83"/>
                </a:lnTo>
                <a:lnTo>
                  <a:pt x="236" y="87"/>
                </a:lnTo>
                <a:lnTo>
                  <a:pt x="256" y="71"/>
                </a:lnTo>
                <a:lnTo>
                  <a:pt x="256" y="59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70" name="Freeform 169"/>
          <p:cNvSpPr>
            <a:spLocks/>
          </p:cNvSpPr>
          <p:nvPr/>
        </p:nvSpPr>
        <p:spPr bwMode="auto">
          <a:xfrm>
            <a:off x="4113445" y="3870300"/>
            <a:ext cx="60380" cy="43364"/>
          </a:xfrm>
          <a:custGeom>
            <a:avLst/>
            <a:gdLst/>
            <a:ahLst/>
            <a:cxnLst>
              <a:cxn ang="0">
                <a:pos x="244" y="16"/>
              </a:cxn>
              <a:cxn ang="0">
                <a:pos x="236" y="165"/>
              </a:cxn>
              <a:cxn ang="0">
                <a:pos x="181" y="162"/>
              </a:cxn>
              <a:cxn ang="0">
                <a:pos x="161" y="126"/>
              </a:cxn>
              <a:cxn ang="0">
                <a:pos x="108" y="122"/>
              </a:cxn>
              <a:cxn ang="0">
                <a:pos x="54" y="55"/>
              </a:cxn>
              <a:cxn ang="0">
                <a:pos x="0" y="22"/>
              </a:cxn>
              <a:cxn ang="0">
                <a:pos x="18" y="0"/>
              </a:cxn>
              <a:cxn ang="0">
                <a:pos x="69" y="4"/>
              </a:cxn>
              <a:cxn ang="0">
                <a:pos x="94" y="0"/>
              </a:cxn>
              <a:cxn ang="0">
                <a:pos x="154" y="16"/>
              </a:cxn>
              <a:cxn ang="0">
                <a:pos x="175" y="4"/>
              </a:cxn>
              <a:cxn ang="0">
                <a:pos x="218" y="16"/>
              </a:cxn>
              <a:cxn ang="0">
                <a:pos x="221" y="0"/>
              </a:cxn>
              <a:cxn ang="0">
                <a:pos x="244" y="16"/>
              </a:cxn>
            </a:cxnLst>
            <a:rect l="0" t="0" r="r" b="b"/>
            <a:pathLst>
              <a:path w="244" h="165">
                <a:moveTo>
                  <a:pt x="244" y="16"/>
                </a:moveTo>
                <a:lnTo>
                  <a:pt x="236" y="165"/>
                </a:lnTo>
                <a:lnTo>
                  <a:pt x="181" y="162"/>
                </a:lnTo>
                <a:lnTo>
                  <a:pt x="161" y="126"/>
                </a:lnTo>
                <a:lnTo>
                  <a:pt x="108" y="122"/>
                </a:lnTo>
                <a:lnTo>
                  <a:pt x="54" y="55"/>
                </a:lnTo>
                <a:lnTo>
                  <a:pt x="0" y="22"/>
                </a:lnTo>
                <a:lnTo>
                  <a:pt x="18" y="0"/>
                </a:lnTo>
                <a:lnTo>
                  <a:pt x="69" y="4"/>
                </a:lnTo>
                <a:lnTo>
                  <a:pt x="94" y="0"/>
                </a:lnTo>
                <a:lnTo>
                  <a:pt x="154" y="16"/>
                </a:lnTo>
                <a:lnTo>
                  <a:pt x="175" y="4"/>
                </a:lnTo>
                <a:lnTo>
                  <a:pt x="218" y="16"/>
                </a:lnTo>
                <a:lnTo>
                  <a:pt x="221" y="0"/>
                </a:lnTo>
                <a:lnTo>
                  <a:pt x="244" y="16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71" name="Freeform 170"/>
          <p:cNvSpPr>
            <a:spLocks/>
          </p:cNvSpPr>
          <p:nvPr/>
        </p:nvSpPr>
        <p:spPr bwMode="auto">
          <a:xfrm>
            <a:off x="4020426" y="3774898"/>
            <a:ext cx="40798" cy="72852"/>
          </a:xfrm>
          <a:custGeom>
            <a:avLst/>
            <a:gdLst/>
            <a:ahLst/>
            <a:cxnLst>
              <a:cxn ang="0">
                <a:pos x="134" y="0"/>
              </a:cxn>
              <a:cxn ang="0">
                <a:pos x="114" y="0"/>
              </a:cxn>
              <a:cxn ang="0">
                <a:pos x="78" y="31"/>
              </a:cxn>
              <a:cxn ang="0">
                <a:pos x="40" y="24"/>
              </a:cxn>
              <a:cxn ang="0">
                <a:pos x="24" y="42"/>
              </a:cxn>
              <a:cxn ang="0">
                <a:pos x="32" y="143"/>
              </a:cxn>
              <a:cxn ang="0">
                <a:pos x="0" y="168"/>
              </a:cxn>
              <a:cxn ang="0">
                <a:pos x="24" y="260"/>
              </a:cxn>
              <a:cxn ang="0">
                <a:pos x="66" y="270"/>
              </a:cxn>
              <a:cxn ang="0">
                <a:pos x="98" y="235"/>
              </a:cxn>
              <a:cxn ang="0">
                <a:pos x="128" y="242"/>
              </a:cxn>
              <a:cxn ang="0">
                <a:pos x="153" y="197"/>
              </a:cxn>
              <a:cxn ang="0">
                <a:pos x="139" y="141"/>
              </a:cxn>
              <a:cxn ang="0">
                <a:pos x="146" y="113"/>
              </a:cxn>
              <a:cxn ang="0">
                <a:pos x="134" y="82"/>
              </a:cxn>
              <a:cxn ang="0">
                <a:pos x="158" y="56"/>
              </a:cxn>
              <a:cxn ang="0">
                <a:pos x="134" y="0"/>
              </a:cxn>
            </a:cxnLst>
            <a:rect l="0" t="0" r="r" b="b"/>
            <a:pathLst>
              <a:path w="158" h="270">
                <a:moveTo>
                  <a:pt x="134" y="0"/>
                </a:moveTo>
                <a:lnTo>
                  <a:pt x="114" y="0"/>
                </a:lnTo>
                <a:lnTo>
                  <a:pt x="78" y="31"/>
                </a:lnTo>
                <a:lnTo>
                  <a:pt x="40" y="24"/>
                </a:lnTo>
                <a:lnTo>
                  <a:pt x="24" y="42"/>
                </a:lnTo>
                <a:lnTo>
                  <a:pt x="32" y="143"/>
                </a:lnTo>
                <a:lnTo>
                  <a:pt x="0" y="168"/>
                </a:lnTo>
                <a:lnTo>
                  <a:pt x="24" y="260"/>
                </a:lnTo>
                <a:lnTo>
                  <a:pt x="66" y="270"/>
                </a:lnTo>
                <a:lnTo>
                  <a:pt x="98" y="235"/>
                </a:lnTo>
                <a:lnTo>
                  <a:pt x="128" y="242"/>
                </a:lnTo>
                <a:lnTo>
                  <a:pt x="153" y="197"/>
                </a:lnTo>
                <a:lnTo>
                  <a:pt x="139" y="141"/>
                </a:lnTo>
                <a:lnTo>
                  <a:pt x="146" y="113"/>
                </a:lnTo>
                <a:lnTo>
                  <a:pt x="134" y="82"/>
                </a:lnTo>
                <a:lnTo>
                  <a:pt x="158" y="56"/>
                </a:lnTo>
                <a:lnTo>
                  <a:pt x="134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72" name="Freeform 171"/>
          <p:cNvSpPr>
            <a:spLocks/>
          </p:cNvSpPr>
          <p:nvPr/>
        </p:nvSpPr>
        <p:spPr bwMode="auto">
          <a:xfrm>
            <a:off x="4038379" y="3726331"/>
            <a:ext cx="19583" cy="43364"/>
          </a:xfrm>
          <a:custGeom>
            <a:avLst/>
            <a:gdLst/>
            <a:ahLst/>
            <a:cxnLst>
              <a:cxn ang="0">
                <a:pos x="78" y="0"/>
              </a:cxn>
              <a:cxn ang="0">
                <a:pos x="55" y="0"/>
              </a:cxn>
              <a:cxn ang="0">
                <a:pos x="52" y="28"/>
              </a:cxn>
              <a:cxn ang="0">
                <a:pos x="5" y="67"/>
              </a:cxn>
              <a:cxn ang="0">
                <a:pos x="0" y="110"/>
              </a:cxn>
              <a:cxn ang="0">
                <a:pos x="31" y="160"/>
              </a:cxn>
              <a:cxn ang="0">
                <a:pos x="46" y="160"/>
              </a:cxn>
              <a:cxn ang="0">
                <a:pos x="60" y="149"/>
              </a:cxn>
              <a:cxn ang="0">
                <a:pos x="66" y="99"/>
              </a:cxn>
              <a:cxn ang="0">
                <a:pos x="84" y="92"/>
              </a:cxn>
              <a:cxn ang="0">
                <a:pos x="78" y="0"/>
              </a:cxn>
            </a:cxnLst>
            <a:rect l="0" t="0" r="r" b="b"/>
            <a:pathLst>
              <a:path w="84" h="160">
                <a:moveTo>
                  <a:pt x="78" y="0"/>
                </a:moveTo>
                <a:lnTo>
                  <a:pt x="55" y="0"/>
                </a:lnTo>
                <a:lnTo>
                  <a:pt x="52" y="28"/>
                </a:lnTo>
                <a:lnTo>
                  <a:pt x="5" y="67"/>
                </a:lnTo>
                <a:lnTo>
                  <a:pt x="0" y="110"/>
                </a:lnTo>
                <a:lnTo>
                  <a:pt x="31" y="160"/>
                </a:lnTo>
                <a:lnTo>
                  <a:pt x="46" y="160"/>
                </a:lnTo>
                <a:lnTo>
                  <a:pt x="60" y="149"/>
                </a:lnTo>
                <a:lnTo>
                  <a:pt x="66" y="99"/>
                </a:lnTo>
                <a:lnTo>
                  <a:pt x="84" y="92"/>
                </a:lnTo>
                <a:lnTo>
                  <a:pt x="78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73" name="Freeform 172"/>
          <p:cNvSpPr>
            <a:spLocks/>
          </p:cNvSpPr>
          <p:nvPr/>
        </p:nvSpPr>
        <p:spPr bwMode="auto">
          <a:xfrm>
            <a:off x="3747898" y="3273610"/>
            <a:ext cx="168087" cy="201209"/>
          </a:xfrm>
          <a:custGeom>
            <a:avLst/>
            <a:gdLst/>
            <a:ahLst/>
            <a:cxnLst>
              <a:cxn ang="0">
                <a:pos x="307" y="539"/>
              </a:cxn>
              <a:cxn ang="0">
                <a:pos x="290" y="508"/>
              </a:cxn>
              <a:cxn ang="0">
                <a:pos x="304" y="478"/>
              </a:cxn>
              <a:cxn ang="0">
                <a:pos x="304" y="441"/>
              </a:cxn>
              <a:cxn ang="0">
                <a:pos x="279" y="447"/>
              </a:cxn>
              <a:cxn ang="0">
                <a:pos x="288" y="388"/>
              </a:cxn>
              <a:cxn ang="0">
                <a:pos x="260" y="364"/>
              </a:cxn>
              <a:cxn ang="0">
                <a:pos x="290" y="333"/>
              </a:cxn>
              <a:cxn ang="0">
                <a:pos x="272" y="318"/>
              </a:cxn>
              <a:cxn ang="0">
                <a:pos x="275" y="265"/>
              </a:cxn>
              <a:cxn ang="0">
                <a:pos x="288" y="177"/>
              </a:cxn>
              <a:cxn ang="0">
                <a:pos x="250" y="204"/>
              </a:cxn>
              <a:cxn ang="0">
                <a:pos x="236" y="112"/>
              </a:cxn>
              <a:cxn ang="0">
                <a:pos x="360" y="50"/>
              </a:cxn>
              <a:cxn ang="0">
                <a:pos x="389" y="0"/>
              </a:cxn>
              <a:cxn ang="0">
                <a:pos x="420" y="40"/>
              </a:cxn>
              <a:cxn ang="0">
                <a:pos x="434" y="110"/>
              </a:cxn>
              <a:cxn ang="0">
                <a:pos x="530" y="196"/>
              </a:cxn>
              <a:cxn ang="0">
                <a:pos x="550" y="251"/>
              </a:cxn>
              <a:cxn ang="0">
                <a:pos x="628" y="370"/>
              </a:cxn>
              <a:cxn ang="0">
                <a:pos x="649" y="530"/>
              </a:cxn>
              <a:cxn ang="0">
                <a:pos x="614" y="585"/>
              </a:cxn>
              <a:cxn ang="0">
                <a:pos x="631" y="619"/>
              </a:cxn>
              <a:cxn ang="0">
                <a:pos x="578" y="689"/>
              </a:cxn>
              <a:cxn ang="0">
                <a:pos x="493" y="689"/>
              </a:cxn>
              <a:cxn ang="0">
                <a:pos x="399" y="692"/>
              </a:cxn>
              <a:cxn ang="0">
                <a:pos x="392" y="733"/>
              </a:cxn>
              <a:cxn ang="0">
                <a:pos x="198" y="744"/>
              </a:cxn>
              <a:cxn ang="0">
                <a:pos x="81" y="742"/>
              </a:cxn>
              <a:cxn ang="0">
                <a:pos x="0" y="738"/>
              </a:cxn>
              <a:cxn ang="0">
                <a:pos x="81" y="674"/>
              </a:cxn>
              <a:cxn ang="0">
                <a:pos x="116" y="674"/>
              </a:cxn>
              <a:cxn ang="0">
                <a:pos x="188" y="585"/>
              </a:cxn>
              <a:cxn ang="0">
                <a:pos x="293" y="554"/>
              </a:cxn>
            </a:cxnLst>
            <a:rect l="0" t="0" r="r" b="b"/>
            <a:pathLst>
              <a:path w="677" h="758">
                <a:moveTo>
                  <a:pt x="293" y="539"/>
                </a:moveTo>
                <a:lnTo>
                  <a:pt x="307" y="539"/>
                </a:lnTo>
                <a:lnTo>
                  <a:pt x="307" y="527"/>
                </a:lnTo>
                <a:lnTo>
                  <a:pt x="290" y="508"/>
                </a:lnTo>
                <a:lnTo>
                  <a:pt x="288" y="487"/>
                </a:lnTo>
                <a:lnTo>
                  <a:pt x="304" y="478"/>
                </a:lnTo>
                <a:lnTo>
                  <a:pt x="293" y="462"/>
                </a:lnTo>
                <a:lnTo>
                  <a:pt x="304" y="441"/>
                </a:lnTo>
                <a:lnTo>
                  <a:pt x="300" y="420"/>
                </a:lnTo>
                <a:lnTo>
                  <a:pt x="279" y="447"/>
                </a:lnTo>
                <a:lnTo>
                  <a:pt x="272" y="417"/>
                </a:lnTo>
                <a:lnTo>
                  <a:pt x="288" y="388"/>
                </a:lnTo>
                <a:lnTo>
                  <a:pt x="268" y="377"/>
                </a:lnTo>
                <a:lnTo>
                  <a:pt x="260" y="364"/>
                </a:lnTo>
                <a:lnTo>
                  <a:pt x="297" y="343"/>
                </a:lnTo>
                <a:lnTo>
                  <a:pt x="290" y="333"/>
                </a:lnTo>
                <a:lnTo>
                  <a:pt x="272" y="343"/>
                </a:lnTo>
                <a:lnTo>
                  <a:pt x="272" y="318"/>
                </a:lnTo>
                <a:lnTo>
                  <a:pt x="293" y="279"/>
                </a:lnTo>
                <a:lnTo>
                  <a:pt x="275" y="265"/>
                </a:lnTo>
                <a:lnTo>
                  <a:pt x="307" y="204"/>
                </a:lnTo>
                <a:lnTo>
                  <a:pt x="288" y="177"/>
                </a:lnTo>
                <a:lnTo>
                  <a:pt x="272" y="208"/>
                </a:lnTo>
                <a:lnTo>
                  <a:pt x="250" y="204"/>
                </a:lnTo>
                <a:lnTo>
                  <a:pt x="223" y="166"/>
                </a:lnTo>
                <a:lnTo>
                  <a:pt x="236" y="112"/>
                </a:lnTo>
                <a:lnTo>
                  <a:pt x="290" y="75"/>
                </a:lnTo>
                <a:lnTo>
                  <a:pt x="360" y="50"/>
                </a:lnTo>
                <a:lnTo>
                  <a:pt x="346" y="11"/>
                </a:lnTo>
                <a:lnTo>
                  <a:pt x="389" y="0"/>
                </a:lnTo>
                <a:lnTo>
                  <a:pt x="389" y="27"/>
                </a:lnTo>
                <a:lnTo>
                  <a:pt x="420" y="40"/>
                </a:lnTo>
                <a:lnTo>
                  <a:pt x="417" y="88"/>
                </a:lnTo>
                <a:lnTo>
                  <a:pt x="434" y="110"/>
                </a:lnTo>
                <a:lnTo>
                  <a:pt x="477" y="112"/>
                </a:lnTo>
                <a:lnTo>
                  <a:pt x="530" y="196"/>
                </a:lnTo>
                <a:lnTo>
                  <a:pt x="526" y="236"/>
                </a:lnTo>
                <a:lnTo>
                  <a:pt x="550" y="251"/>
                </a:lnTo>
                <a:lnTo>
                  <a:pt x="566" y="370"/>
                </a:lnTo>
                <a:lnTo>
                  <a:pt x="628" y="370"/>
                </a:lnTo>
                <a:lnTo>
                  <a:pt x="677" y="444"/>
                </a:lnTo>
                <a:lnTo>
                  <a:pt x="649" y="530"/>
                </a:lnTo>
                <a:lnTo>
                  <a:pt x="578" y="568"/>
                </a:lnTo>
                <a:lnTo>
                  <a:pt x="614" y="585"/>
                </a:lnTo>
                <a:lnTo>
                  <a:pt x="649" y="585"/>
                </a:lnTo>
                <a:lnTo>
                  <a:pt x="631" y="619"/>
                </a:lnTo>
                <a:lnTo>
                  <a:pt x="581" y="659"/>
                </a:lnTo>
                <a:lnTo>
                  <a:pt x="578" y="689"/>
                </a:lnTo>
                <a:lnTo>
                  <a:pt x="542" y="699"/>
                </a:lnTo>
                <a:lnTo>
                  <a:pt x="493" y="689"/>
                </a:lnTo>
                <a:lnTo>
                  <a:pt x="427" y="695"/>
                </a:lnTo>
                <a:lnTo>
                  <a:pt x="399" y="692"/>
                </a:lnTo>
                <a:lnTo>
                  <a:pt x="392" y="726"/>
                </a:lnTo>
                <a:lnTo>
                  <a:pt x="392" y="733"/>
                </a:lnTo>
                <a:lnTo>
                  <a:pt x="230" y="738"/>
                </a:lnTo>
                <a:lnTo>
                  <a:pt x="198" y="744"/>
                </a:lnTo>
                <a:lnTo>
                  <a:pt x="156" y="733"/>
                </a:lnTo>
                <a:lnTo>
                  <a:pt x="81" y="742"/>
                </a:lnTo>
                <a:lnTo>
                  <a:pt x="75" y="758"/>
                </a:lnTo>
                <a:lnTo>
                  <a:pt x="0" y="738"/>
                </a:lnTo>
                <a:lnTo>
                  <a:pt x="61" y="704"/>
                </a:lnTo>
                <a:lnTo>
                  <a:pt x="81" y="674"/>
                </a:lnTo>
                <a:lnTo>
                  <a:pt x="95" y="677"/>
                </a:lnTo>
                <a:lnTo>
                  <a:pt x="116" y="674"/>
                </a:lnTo>
                <a:lnTo>
                  <a:pt x="120" y="625"/>
                </a:lnTo>
                <a:lnTo>
                  <a:pt x="188" y="585"/>
                </a:lnTo>
                <a:lnTo>
                  <a:pt x="257" y="593"/>
                </a:lnTo>
                <a:lnTo>
                  <a:pt x="293" y="554"/>
                </a:lnTo>
                <a:lnTo>
                  <a:pt x="293" y="539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74" name="Freeform 173"/>
          <p:cNvSpPr>
            <a:spLocks/>
          </p:cNvSpPr>
          <p:nvPr/>
        </p:nvSpPr>
        <p:spPr bwMode="auto">
          <a:xfrm>
            <a:off x="3759322" y="3356870"/>
            <a:ext cx="65277" cy="65913"/>
          </a:xfrm>
          <a:custGeom>
            <a:avLst/>
            <a:gdLst/>
            <a:ahLst/>
            <a:cxnLst>
              <a:cxn ang="0">
                <a:pos x="247" y="225"/>
              </a:cxn>
              <a:cxn ang="0">
                <a:pos x="261" y="225"/>
              </a:cxn>
              <a:cxn ang="0">
                <a:pos x="261" y="213"/>
              </a:cxn>
              <a:cxn ang="0">
                <a:pos x="244" y="194"/>
              </a:cxn>
              <a:cxn ang="0">
                <a:pos x="242" y="173"/>
              </a:cxn>
              <a:cxn ang="0">
                <a:pos x="258" y="164"/>
              </a:cxn>
              <a:cxn ang="0">
                <a:pos x="247" y="148"/>
              </a:cxn>
              <a:cxn ang="0">
                <a:pos x="258" y="127"/>
              </a:cxn>
              <a:cxn ang="0">
                <a:pos x="254" y="106"/>
              </a:cxn>
              <a:cxn ang="0">
                <a:pos x="233" y="133"/>
              </a:cxn>
              <a:cxn ang="0">
                <a:pos x="226" y="103"/>
              </a:cxn>
              <a:cxn ang="0">
                <a:pos x="242" y="74"/>
              </a:cxn>
              <a:cxn ang="0">
                <a:pos x="222" y="63"/>
              </a:cxn>
              <a:cxn ang="0">
                <a:pos x="214" y="50"/>
              </a:cxn>
              <a:cxn ang="0">
                <a:pos x="251" y="29"/>
              </a:cxn>
              <a:cxn ang="0">
                <a:pos x="244" y="19"/>
              </a:cxn>
              <a:cxn ang="0">
                <a:pos x="226" y="29"/>
              </a:cxn>
              <a:cxn ang="0">
                <a:pos x="226" y="4"/>
              </a:cxn>
              <a:cxn ang="0">
                <a:pos x="222" y="14"/>
              </a:cxn>
              <a:cxn ang="0">
                <a:pos x="152" y="0"/>
              </a:cxn>
              <a:cxn ang="0">
                <a:pos x="89" y="7"/>
              </a:cxn>
              <a:cxn ang="0">
                <a:pos x="82" y="56"/>
              </a:cxn>
              <a:cxn ang="0">
                <a:pos x="97" y="56"/>
              </a:cxn>
              <a:cxn ang="0">
                <a:pos x="142" y="29"/>
              </a:cxn>
              <a:cxn ang="0">
                <a:pos x="152" y="43"/>
              </a:cxn>
              <a:cxn ang="0">
                <a:pos x="139" y="88"/>
              </a:cxn>
              <a:cxn ang="0">
                <a:pos x="117" y="106"/>
              </a:cxn>
              <a:cxn ang="0">
                <a:pos x="117" y="130"/>
              </a:cxn>
              <a:cxn ang="0">
                <a:pos x="128" y="154"/>
              </a:cxn>
              <a:cxn ang="0">
                <a:pos x="89" y="176"/>
              </a:cxn>
              <a:cxn ang="0">
                <a:pos x="42" y="170"/>
              </a:cxn>
              <a:cxn ang="0">
                <a:pos x="0" y="208"/>
              </a:cxn>
              <a:cxn ang="0">
                <a:pos x="53" y="232"/>
              </a:cxn>
              <a:cxn ang="0">
                <a:pos x="124" y="232"/>
              </a:cxn>
              <a:cxn ang="0">
                <a:pos x="139" y="236"/>
              </a:cxn>
              <a:cxn ang="0">
                <a:pos x="184" y="250"/>
              </a:cxn>
              <a:cxn ang="0">
                <a:pos x="184" y="236"/>
              </a:cxn>
              <a:cxn ang="0">
                <a:pos x="247" y="225"/>
              </a:cxn>
            </a:cxnLst>
            <a:rect l="0" t="0" r="r" b="b"/>
            <a:pathLst>
              <a:path w="261" h="250">
                <a:moveTo>
                  <a:pt x="247" y="225"/>
                </a:moveTo>
                <a:lnTo>
                  <a:pt x="261" y="225"/>
                </a:lnTo>
                <a:lnTo>
                  <a:pt x="261" y="213"/>
                </a:lnTo>
                <a:lnTo>
                  <a:pt x="244" y="194"/>
                </a:lnTo>
                <a:lnTo>
                  <a:pt x="242" y="173"/>
                </a:lnTo>
                <a:lnTo>
                  <a:pt x="258" y="164"/>
                </a:lnTo>
                <a:lnTo>
                  <a:pt x="247" y="148"/>
                </a:lnTo>
                <a:lnTo>
                  <a:pt x="258" y="127"/>
                </a:lnTo>
                <a:lnTo>
                  <a:pt x="254" y="106"/>
                </a:lnTo>
                <a:lnTo>
                  <a:pt x="233" y="133"/>
                </a:lnTo>
                <a:lnTo>
                  <a:pt x="226" y="103"/>
                </a:lnTo>
                <a:lnTo>
                  <a:pt x="242" y="74"/>
                </a:lnTo>
                <a:lnTo>
                  <a:pt x="222" y="63"/>
                </a:lnTo>
                <a:lnTo>
                  <a:pt x="214" y="50"/>
                </a:lnTo>
                <a:lnTo>
                  <a:pt x="251" y="29"/>
                </a:lnTo>
                <a:lnTo>
                  <a:pt x="244" y="19"/>
                </a:lnTo>
                <a:lnTo>
                  <a:pt x="226" y="29"/>
                </a:lnTo>
                <a:lnTo>
                  <a:pt x="226" y="4"/>
                </a:lnTo>
                <a:lnTo>
                  <a:pt x="222" y="14"/>
                </a:lnTo>
                <a:lnTo>
                  <a:pt x="152" y="0"/>
                </a:lnTo>
                <a:lnTo>
                  <a:pt x="89" y="7"/>
                </a:lnTo>
                <a:lnTo>
                  <a:pt x="82" y="56"/>
                </a:lnTo>
                <a:lnTo>
                  <a:pt x="97" y="56"/>
                </a:lnTo>
                <a:lnTo>
                  <a:pt x="142" y="29"/>
                </a:lnTo>
                <a:lnTo>
                  <a:pt x="152" y="43"/>
                </a:lnTo>
                <a:lnTo>
                  <a:pt x="139" y="88"/>
                </a:lnTo>
                <a:lnTo>
                  <a:pt x="117" y="106"/>
                </a:lnTo>
                <a:lnTo>
                  <a:pt x="117" y="130"/>
                </a:lnTo>
                <a:lnTo>
                  <a:pt x="128" y="154"/>
                </a:lnTo>
                <a:lnTo>
                  <a:pt x="89" y="176"/>
                </a:lnTo>
                <a:lnTo>
                  <a:pt x="42" y="170"/>
                </a:lnTo>
                <a:lnTo>
                  <a:pt x="0" y="208"/>
                </a:lnTo>
                <a:lnTo>
                  <a:pt x="53" y="232"/>
                </a:lnTo>
                <a:lnTo>
                  <a:pt x="124" y="232"/>
                </a:lnTo>
                <a:lnTo>
                  <a:pt x="139" y="236"/>
                </a:lnTo>
                <a:lnTo>
                  <a:pt x="184" y="250"/>
                </a:lnTo>
                <a:lnTo>
                  <a:pt x="184" y="236"/>
                </a:lnTo>
                <a:lnTo>
                  <a:pt x="247" y="225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75" name="Freeform 174"/>
          <p:cNvSpPr>
            <a:spLocks/>
          </p:cNvSpPr>
          <p:nvPr/>
        </p:nvSpPr>
        <p:spPr bwMode="auto">
          <a:xfrm>
            <a:off x="3757690" y="3140049"/>
            <a:ext cx="89755" cy="163049"/>
          </a:xfrm>
          <a:custGeom>
            <a:avLst/>
            <a:gdLst/>
            <a:ahLst/>
            <a:cxnLst>
              <a:cxn ang="0">
                <a:pos x="303" y="517"/>
              </a:cxn>
              <a:cxn ang="0">
                <a:pos x="317" y="556"/>
              </a:cxn>
              <a:cxn ang="0">
                <a:pos x="247" y="581"/>
              </a:cxn>
              <a:cxn ang="0">
                <a:pos x="159" y="589"/>
              </a:cxn>
              <a:cxn ang="0">
                <a:pos x="120" y="585"/>
              </a:cxn>
              <a:cxn ang="0">
                <a:pos x="131" y="609"/>
              </a:cxn>
              <a:cxn ang="0">
                <a:pos x="70" y="613"/>
              </a:cxn>
              <a:cxn ang="0">
                <a:pos x="45" y="546"/>
              </a:cxn>
              <a:cxn ang="0">
                <a:pos x="85" y="539"/>
              </a:cxn>
              <a:cxn ang="0">
                <a:pos x="117" y="475"/>
              </a:cxn>
              <a:cxn ang="0">
                <a:pos x="92" y="450"/>
              </a:cxn>
              <a:cxn ang="0">
                <a:pos x="100" y="416"/>
              </a:cxn>
              <a:cxn ang="0">
                <a:pos x="60" y="436"/>
              </a:cxn>
              <a:cxn ang="0">
                <a:pos x="52" y="484"/>
              </a:cxn>
              <a:cxn ang="0">
                <a:pos x="32" y="509"/>
              </a:cxn>
              <a:cxn ang="0">
                <a:pos x="7" y="484"/>
              </a:cxn>
              <a:cxn ang="0">
                <a:pos x="28" y="425"/>
              </a:cxn>
              <a:cxn ang="0">
                <a:pos x="45" y="416"/>
              </a:cxn>
              <a:cxn ang="0">
                <a:pos x="38" y="398"/>
              </a:cxn>
              <a:cxn ang="0">
                <a:pos x="67" y="373"/>
              </a:cxn>
              <a:cxn ang="0">
                <a:pos x="67" y="340"/>
              </a:cxn>
              <a:cxn ang="0">
                <a:pos x="38" y="349"/>
              </a:cxn>
              <a:cxn ang="0">
                <a:pos x="0" y="315"/>
              </a:cxn>
              <a:cxn ang="0">
                <a:pos x="0" y="295"/>
              </a:cxn>
              <a:cxn ang="0">
                <a:pos x="38" y="267"/>
              </a:cxn>
              <a:cxn ang="0">
                <a:pos x="63" y="249"/>
              </a:cxn>
              <a:cxn ang="0">
                <a:pos x="67" y="225"/>
              </a:cxn>
              <a:cxn ang="0">
                <a:pos x="42" y="207"/>
              </a:cxn>
              <a:cxn ang="0">
                <a:pos x="45" y="129"/>
              </a:cxn>
              <a:cxn ang="0">
                <a:pos x="60" y="126"/>
              </a:cxn>
              <a:cxn ang="0">
                <a:pos x="85" y="123"/>
              </a:cxn>
              <a:cxn ang="0">
                <a:pos x="60" y="99"/>
              </a:cxn>
              <a:cxn ang="0">
                <a:pos x="77" y="0"/>
              </a:cxn>
              <a:cxn ang="0">
                <a:pos x="149" y="9"/>
              </a:cxn>
              <a:cxn ang="0">
                <a:pos x="187" y="31"/>
              </a:cxn>
              <a:cxn ang="0">
                <a:pos x="223" y="19"/>
              </a:cxn>
              <a:cxn ang="0">
                <a:pos x="264" y="19"/>
              </a:cxn>
              <a:cxn ang="0">
                <a:pos x="261" y="74"/>
              </a:cxn>
              <a:cxn ang="0">
                <a:pos x="174" y="140"/>
              </a:cxn>
              <a:cxn ang="0">
                <a:pos x="198" y="168"/>
              </a:cxn>
              <a:cxn ang="0">
                <a:pos x="187" y="190"/>
              </a:cxn>
              <a:cxn ang="0">
                <a:pos x="352" y="200"/>
              </a:cxn>
              <a:cxn ang="0">
                <a:pos x="335" y="297"/>
              </a:cxn>
              <a:cxn ang="0">
                <a:pos x="274" y="362"/>
              </a:cxn>
              <a:cxn ang="0">
                <a:pos x="296" y="382"/>
              </a:cxn>
              <a:cxn ang="0">
                <a:pos x="211" y="442"/>
              </a:cxn>
              <a:cxn ang="0">
                <a:pos x="207" y="454"/>
              </a:cxn>
              <a:cxn ang="0">
                <a:pos x="261" y="429"/>
              </a:cxn>
              <a:cxn ang="0">
                <a:pos x="335" y="436"/>
              </a:cxn>
              <a:cxn ang="0">
                <a:pos x="346" y="506"/>
              </a:cxn>
              <a:cxn ang="0">
                <a:pos x="303" y="517"/>
              </a:cxn>
            </a:cxnLst>
            <a:rect l="0" t="0" r="r" b="b"/>
            <a:pathLst>
              <a:path w="352" h="613">
                <a:moveTo>
                  <a:pt x="303" y="517"/>
                </a:moveTo>
                <a:lnTo>
                  <a:pt x="317" y="556"/>
                </a:lnTo>
                <a:lnTo>
                  <a:pt x="247" y="581"/>
                </a:lnTo>
                <a:lnTo>
                  <a:pt x="159" y="589"/>
                </a:lnTo>
                <a:lnTo>
                  <a:pt x="120" y="585"/>
                </a:lnTo>
                <a:lnTo>
                  <a:pt x="131" y="609"/>
                </a:lnTo>
                <a:lnTo>
                  <a:pt x="70" y="613"/>
                </a:lnTo>
                <a:lnTo>
                  <a:pt x="45" y="546"/>
                </a:lnTo>
                <a:lnTo>
                  <a:pt x="85" y="539"/>
                </a:lnTo>
                <a:lnTo>
                  <a:pt x="117" y="475"/>
                </a:lnTo>
                <a:lnTo>
                  <a:pt x="92" y="450"/>
                </a:lnTo>
                <a:lnTo>
                  <a:pt x="100" y="416"/>
                </a:lnTo>
                <a:lnTo>
                  <a:pt x="60" y="436"/>
                </a:lnTo>
                <a:lnTo>
                  <a:pt x="52" y="484"/>
                </a:lnTo>
                <a:lnTo>
                  <a:pt x="32" y="509"/>
                </a:lnTo>
                <a:lnTo>
                  <a:pt x="7" y="484"/>
                </a:lnTo>
                <a:lnTo>
                  <a:pt x="28" y="425"/>
                </a:lnTo>
                <a:lnTo>
                  <a:pt x="45" y="416"/>
                </a:lnTo>
                <a:lnTo>
                  <a:pt x="38" y="398"/>
                </a:lnTo>
                <a:lnTo>
                  <a:pt x="67" y="373"/>
                </a:lnTo>
                <a:lnTo>
                  <a:pt x="67" y="340"/>
                </a:lnTo>
                <a:lnTo>
                  <a:pt x="38" y="349"/>
                </a:lnTo>
                <a:lnTo>
                  <a:pt x="0" y="315"/>
                </a:lnTo>
                <a:lnTo>
                  <a:pt x="0" y="295"/>
                </a:lnTo>
                <a:lnTo>
                  <a:pt x="38" y="267"/>
                </a:lnTo>
                <a:lnTo>
                  <a:pt x="63" y="249"/>
                </a:lnTo>
                <a:lnTo>
                  <a:pt x="67" y="225"/>
                </a:lnTo>
                <a:lnTo>
                  <a:pt x="42" y="207"/>
                </a:lnTo>
                <a:lnTo>
                  <a:pt x="45" y="129"/>
                </a:lnTo>
                <a:lnTo>
                  <a:pt x="60" y="126"/>
                </a:lnTo>
                <a:lnTo>
                  <a:pt x="85" y="123"/>
                </a:lnTo>
                <a:lnTo>
                  <a:pt x="60" y="99"/>
                </a:lnTo>
                <a:lnTo>
                  <a:pt x="77" y="0"/>
                </a:lnTo>
                <a:lnTo>
                  <a:pt x="149" y="9"/>
                </a:lnTo>
                <a:lnTo>
                  <a:pt x="187" y="31"/>
                </a:lnTo>
                <a:lnTo>
                  <a:pt x="223" y="19"/>
                </a:lnTo>
                <a:lnTo>
                  <a:pt x="264" y="19"/>
                </a:lnTo>
                <a:lnTo>
                  <a:pt x="261" y="74"/>
                </a:lnTo>
                <a:lnTo>
                  <a:pt x="174" y="140"/>
                </a:lnTo>
                <a:lnTo>
                  <a:pt x="198" y="168"/>
                </a:lnTo>
                <a:lnTo>
                  <a:pt x="187" y="190"/>
                </a:lnTo>
                <a:lnTo>
                  <a:pt x="352" y="200"/>
                </a:lnTo>
                <a:lnTo>
                  <a:pt x="335" y="297"/>
                </a:lnTo>
                <a:lnTo>
                  <a:pt x="274" y="362"/>
                </a:lnTo>
                <a:lnTo>
                  <a:pt x="296" y="382"/>
                </a:lnTo>
                <a:lnTo>
                  <a:pt x="211" y="442"/>
                </a:lnTo>
                <a:lnTo>
                  <a:pt x="207" y="454"/>
                </a:lnTo>
                <a:lnTo>
                  <a:pt x="261" y="429"/>
                </a:lnTo>
                <a:lnTo>
                  <a:pt x="335" y="436"/>
                </a:lnTo>
                <a:lnTo>
                  <a:pt x="346" y="506"/>
                </a:lnTo>
                <a:lnTo>
                  <a:pt x="303" y="517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76" name="Freeform 175"/>
          <p:cNvSpPr>
            <a:spLocks/>
          </p:cNvSpPr>
          <p:nvPr/>
        </p:nvSpPr>
        <p:spPr bwMode="auto">
          <a:xfrm>
            <a:off x="3741371" y="3178209"/>
            <a:ext cx="21215" cy="27753"/>
          </a:xfrm>
          <a:custGeom>
            <a:avLst/>
            <a:gdLst/>
            <a:ahLst/>
            <a:cxnLst>
              <a:cxn ang="0">
                <a:pos x="87" y="83"/>
              </a:cxn>
              <a:cxn ang="0">
                <a:pos x="87" y="103"/>
              </a:cxn>
              <a:cxn ang="0">
                <a:pos x="37" y="69"/>
              </a:cxn>
              <a:cxn ang="0">
                <a:pos x="0" y="65"/>
              </a:cxn>
              <a:cxn ang="0">
                <a:pos x="9" y="33"/>
              </a:cxn>
              <a:cxn ang="0">
                <a:pos x="37" y="41"/>
              </a:cxn>
              <a:cxn ang="0">
                <a:pos x="37" y="7"/>
              </a:cxn>
              <a:cxn ang="0">
                <a:pos x="66" y="0"/>
              </a:cxn>
              <a:cxn ang="0">
                <a:pos x="87" y="83"/>
              </a:cxn>
            </a:cxnLst>
            <a:rect l="0" t="0" r="r" b="b"/>
            <a:pathLst>
              <a:path w="87" h="103">
                <a:moveTo>
                  <a:pt x="87" y="83"/>
                </a:moveTo>
                <a:lnTo>
                  <a:pt x="87" y="103"/>
                </a:lnTo>
                <a:lnTo>
                  <a:pt x="37" y="69"/>
                </a:lnTo>
                <a:lnTo>
                  <a:pt x="0" y="65"/>
                </a:lnTo>
                <a:lnTo>
                  <a:pt x="9" y="33"/>
                </a:lnTo>
                <a:lnTo>
                  <a:pt x="37" y="41"/>
                </a:lnTo>
                <a:lnTo>
                  <a:pt x="37" y="7"/>
                </a:lnTo>
                <a:lnTo>
                  <a:pt x="66" y="0"/>
                </a:lnTo>
                <a:lnTo>
                  <a:pt x="87" y="8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77" name="Freeform 176"/>
          <p:cNvSpPr>
            <a:spLocks/>
          </p:cNvSpPr>
          <p:nvPr/>
        </p:nvSpPr>
        <p:spPr bwMode="auto">
          <a:xfrm>
            <a:off x="3739739" y="3143518"/>
            <a:ext cx="24479" cy="29487"/>
          </a:xfrm>
          <a:custGeom>
            <a:avLst/>
            <a:gdLst/>
            <a:ahLst/>
            <a:cxnLst>
              <a:cxn ang="0">
                <a:pos x="98" y="25"/>
              </a:cxn>
              <a:cxn ang="0">
                <a:pos x="65" y="93"/>
              </a:cxn>
              <a:cxn ang="0">
                <a:pos x="0" y="111"/>
              </a:cxn>
              <a:cxn ang="0">
                <a:pos x="6" y="55"/>
              </a:cxn>
              <a:cxn ang="0">
                <a:pos x="53" y="59"/>
              </a:cxn>
              <a:cxn ang="0">
                <a:pos x="40" y="29"/>
              </a:cxn>
              <a:cxn ang="0">
                <a:pos x="84" y="20"/>
              </a:cxn>
              <a:cxn ang="0">
                <a:pos x="98" y="0"/>
              </a:cxn>
              <a:cxn ang="0">
                <a:pos x="98" y="25"/>
              </a:cxn>
            </a:cxnLst>
            <a:rect l="0" t="0" r="r" b="b"/>
            <a:pathLst>
              <a:path w="98" h="111">
                <a:moveTo>
                  <a:pt x="98" y="25"/>
                </a:moveTo>
                <a:lnTo>
                  <a:pt x="65" y="93"/>
                </a:lnTo>
                <a:lnTo>
                  <a:pt x="0" y="111"/>
                </a:lnTo>
                <a:lnTo>
                  <a:pt x="6" y="55"/>
                </a:lnTo>
                <a:lnTo>
                  <a:pt x="53" y="59"/>
                </a:lnTo>
                <a:lnTo>
                  <a:pt x="40" y="29"/>
                </a:lnTo>
                <a:lnTo>
                  <a:pt x="84" y="20"/>
                </a:lnTo>
                <a:lnTo>
                  <a:pt x="98" y="0"/>
                </a:lnTo>
                <a:lnTo>
                  <a:pt x="98" y="2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78" name="Freeform 177"/>
          <p:cNvSpPr>
            <a:spLocks/>
          </p:cNvSpPr>
          <p:nvPr/>
        </p:nvSpPr>
        <p:spPr bwMode="auto">
          <a:xfrm>
            <a:off x="3653245" y="3275344"/>
            <a:ext cx="102810" cy="140500"/>
          </a:xfrm>
          <a:custGeom>
            <a:avLst/>
            <a:gdLst/>
            <a:ahLst/>
            <a:cxnLst>
              <a:cxn ang="0">
                <a:pos x="403" y="208"/>
              </a:cxn>
              <a:cxn ang="0">
                <a:pos x="384" y="216"/>
              </a:cxn>
              <a:cxn ang="0">
                <a:pos x="414" y="273"/>
              </a:cxn>
              <a:cxn ang="0">
                <a:pos x="396" y="298"/>
              </a:cxn>
              <a:cxn ang="0">
                <a:pos x="405" y="379"/>
              </a:cxn>
              <a:cxn ang="0">
                <a:pos x="332" y="469"/>
              </a:cxn>
              <a:cxn ang="0">
                <a:pos x="198" y="519"/>
              </a:cxn>
              <a:cxn ang="0">
                <a:pos x="178" y="505"/>
              </a:cxn>
              <a:cxn ang="0">
                <a:pos x="155" y="536"/>
              </a:cxn>
              <a:cxn ang="0">
                <a:pos x="78" y="532"/>
              </a:cxn>
              <a:cxn ang="0">
                <a:pos x="82" y="487"/>
              </a:cxn>
              <a:cxn ang="0">
                <a:pos x="15" y="487"/>
              </a:cxn>
              <a:cxn ang="0">
                <a:pos x="0" y="465"/>
              </a:cxn>
              <a:cxn ang="0">
                <a:pos x="50" y="444"/>
              </a:cxn>
              <a:cxn ang="0">
                <a:pos x="96" y="392"/>
              </a:cxn>
              <a:cxn ang="0">
                <a:pos x="62" y="389"/>
              </a:cxn>
              <a:cxn ang="0">
                <a:pos x="75" y="343"/>
              </a:cxn>
              <a:cxn ang="0">
                <a:pos x="130" y="301"/>
              </a:cxn>
              <a:cxn ang="0">
                <a:pos x="135" y="276"/>
              </a:cxn>
              <a:cxn ang="0">
                <a:pos x="105" y="291"/>
              </a:cxn>
              <a:cxn ang="0">
                <a:pos x="75" y="258"/>
              </a:cxn>
              <a:cxn ang="0">
                <a:pos x="90" y="193"/>
              </a:cxn>
              <a:cxn ang="0">
                <a:pos x="47" y="163"/>
              </a:cxn>
              <a:cxn ang="0">
                <a:pos x="50" y="127"/>
              </a:cxn>
              <a:cxn ang="0">
                <a:pos x="75" y="132"/>
              </a:cxn>
              <a:cxn ang="0">
                <a:pos x="78" y="109"/>
              </a:cxn>
              <a:cxn ang="0">
                <a:pos x="142" y="132"/>
              </a:cxn>
              <a:cxn ang="0">
                <a:pos x="188" y="134"/>
              </a:cxn>
              <a:cxn ang="0">
                <a:pos x="188" y="114"/>
              </a:cxn>
              <a:cxn ang="0">
                <a:pos x="212" y="114"/>
              </a:cxn>
              <a:cxn ang="0">
                <a:pos x="212" y="104"/>
              </a:cxn>
              <a:cxn ang="0">
                <a:pos x="188" y="82"/>
              </a:cxn>
              <a:cxn ang="0">
                <a:pos x="191" y="47"/>
              </a:cxn>
              <a:cxn ang="0">
                <a:pos x="233" y="30"/>
              </a:cxn>
              <a:cxn ang="0">
                <a:pos x="304" y="33"/>
              </a:cxn>
              <a:cxn ang="0">
                <a:pos x="311" y="0"/>
              </a:cxn>
              <a:cxn ang="0">
                <a:pos x="347" y="0"/>
              </a:cxn>
              <a:cxn ang="0">
                <a:pos x="355" y="30"/>
              </a:cxn>
              <a:cxn ang="0">
                <a:pos x="341" y="37"/>
              </a:cxn>
              <a:cxn ang="0">
                <a:pos x="301" y="76"/>
              </a:cxn>
              <a:cxn ang="0">
                <a:pos x="279" y="143"/>
              </a:cxn>
              <a:cxn ang="0">
                <a:pos x="261" y="152"/>
              </a:cxn>
              <a:cxn ang="0">
                <a:pos x="279" y="163"/>
              </a:cxn>
              <a:cxn ang="0">
                <a:pos x="326" y="169"/>
              </a:cxn>
              <a:cxn ang="0">
                <a:pos x="329" y="138"/>
              </a:cxn>
              <a:cxn ang="0">
                <a:pos x="360" y="143"/>
              </a:cxn>
              <a:cxn ang="0">
                <a:pos x="366" y="174"/>
              </a:cxn>
              <a:cxn ang="0">
                <a:pos x="415" y="188"/>
              </a:cxn>
              <a:cxn ang="0">
                <a:pos x="403" y="208"/>
              </a:cxn>
            </a:cxnLst>
            <a:rect l="0" t="0" r="r" b="b"/>
            <a:pathLst>
              <a:path w="415" h="536">
                <a:moveTo>
                  <a:pt x="403" y="208"/>
                </a:moveTo>
                <a:lnTo>
                  <a:pt x="384" y="216"/>
                </a:lnTo>
                <a:lnTo>
                  <a:pt x="414" y="273"/>
                </a:lnTo>
                <a:lnTo>
                  <a:pt x="396" y="298"/>
                </a:lnTo>
                <a:lnTo>
                  <a:pt x="405" y="379"/>
                </a:lnTo>
                <a:lnTo>
                  <a:pt x="332" y="469"/>
                </a:lnTo>
                <a:lnTo>
                  <a:pt x="198" y="519"/>
                </a:lnTo>
                <a:lnTo>
                  <a:pt x="178" y="505"/>
                </a:lnTo>
                <a:lnTo>
                  <a:pt x="155" y="536"/>
                </a:lnTo>
                <a:lnTo>
                  <a:pt x="78" y="532"/>
                </a:lnTo>
                <a:lnTo>
                  <a:pt x="82" y="487"/>
                </a:lnTo>
                <a:lnTo>
                  <a:pt x="15" y="487"/>
                </a:lnTo>
                <a:lnTo>
                  <a:pt x="0" y="465"/>
                </a:lnTo>
                <a:lnTo>
                  <a:pt x="50" y="444"/>
                </a:lnTo>
                <a:lnTo>
                  <a:pt x="96" y="392"/>
                </a:lnTo>
                <a:lnTo>
                  <a:pt x="62" y="389"/>
                </a:lnTo>
                <a:lnTo>
                  <a:pt x="75" y="343"/>
                </a:lnTo>
                <a:lnTo>
                  <a:pt x="130" y="301"/>
                </a:lnTo>
                <a:lnTo>
                  <a:pt x="135" y="276"/>
                </a:lnTo>
                <a:lnTo>
                  <a:pt x="105" y="291"/>
                </a:lnTo>
                <a:lnTo>
                  <a:pt x="75" y="258"/>
                </a:lnTo>
                <a:lnTo>
                  <a:pt x="90" y="193"/>
                </a:lnTo>
                <a:lnTo>
                  <a:pt x="47" y="163"/>
                </a:lnTo>
                <a:lnTo>
                  <a:pt x="50" y="127"/>
                </a:lnTo>
                <a:lnTo>
                  <a:pt x="75" y="132"/>
                </a:lnTo>
                <a:lnTo>
                  <a:pt x="78" y="109"/>
                </a:lnTo>
                <a:lnTo>
                  <a:pt x="142" y="132"/>
                </a:lnTo>
                <a:lnTo>
                  <a:pt x="188" y="134"/>
                </a:lnTo>
                <a:lnTo>
                  <a:pt x="188" y="114"/>
                </a:lnTo>
                <a:lnTo>
                  <a:pt x="212" y="114"/>
                </a:lnTo>
                <a:lnTo>
                  <a:pt x="212" y="104"/>
                </a:lnTo>
                <a:lnTo>
                  <a:pt x="188" y="82"/>
                </a:lnTo>
                <a:lnTo>
                  <a:pt x="191" y="47"/>
                </a:lnTo>
                <a:lnTo>
                  <a:pt x="233" y="30"/>
                </a:lnTo>
                <a:lnTo>
                  <a:pt x="304" y="33"/>
                </a:lnTo>
                <a:lnTo>
                  <a:pt x="311" y="0"/>
                </a:lnTo>
                <a:lnTo>
                  <a:pt x="347" y="0"/>
                </a:lnTo>
                <a:lnTo>
                  <a:pt x="355" y="30"/>
                </a:lnTo>
                <a:lnTo>
                  <a:pt x="341" y="37"/>
                </a:lnTo>
                <a:lnTo>
                  <a:pt x="301" y="76"/>
                </a:lnTo>
                <a:lnTo>
                  <a:pt x="279" y="143"/>
                </a:lnTo>
                <a:lnTo>
                  <a:pt x="261" y="152"/>
                </a:lnTo>
                <a:lnTo>
                  <a:pt x="279" y="163"/>
                </a:lnTo>
                <a:lnTo>
                  <a:pt x="326" y="169"/>
                </a:lnTo>
                <a:lnTo>
                  <a:pt x="329" y="138"/>
                </a:lnTo>
                <a:lnTo>
                  <a:pt x="360" y="143"/>
                </a:lnTo>
                <a:lnTo>
                  <a:pt x="366" y="174"/>
                </a:lnTo>
                <a:lnTo>
                  <a:pt x="415" y="188"/>
                </a:lnTo>
                <a:lnTo>
                  <a:pt x="403" y="20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79" name="Freeform 178"/>
          <p:cNvSpPr>
            <a:spLocks/>
          </p:cNvSpPr>
          <p:nvPr/>
        </p:nvSpPr>
        <p:spPr bwMode="auto">
          <a:xfrm>
            <a:off x="3718524" y="3278813"/>
            <a:ext cx="50589" cy="45098"/>
          </a:xfrm>
          <a:custGeom>
            <a:avLst/>
            <a:gdLst/>
            <a:ahLst/>
            <a:cxnLst>
              <a:cxn ang="0">
                <a:pos x="95" y="18"/>
              </a:cxn>
              <a:cxn ang="0">
                <a:pos x="80" y="25"/>
              </a:cxn>
              <a:cxn ang="0">
                <a:pos x="39" y="65"/>
              </a:cxn>
              <a:cxn ang="0">
                <a:pos x="19" y="129"/>
              </a:cxn>
              <a:cxn ang="0">
                <a:pos x="0" y="138"/>
              </a:cxn>
              <a:cxn ang="0">
                <a:pos x="19" y="149"/>
              </a:cxn>
              <a:cxn ang="0">
                <a:pos x="65" y="155"/>
              </a:cxn>
              <a:cxn ang="0">
                <a:pos x="69" y="124"/>
              </a:cxn>
              <a:cxn ang="0">
                <a:pos x="99" y="129"/>
              </a:cxn>
              <a:cxn ang="0">
                <a:pos x="103" y="160"/>
              </a:cxn>
              <a:cxn ang="0">
                <a:pos x="152" y="174"/>
              </a:cxn>
              <a:cxn ang="0">
                <a:pos x="202" y="136"/>
              </a:cxn>
              <a:cxn ang="0">
                <a:pos x="206" y="100"/>
              </a:cxn>
              <a:cxn ang="0">
                <a:pos x="182" y="90"/>
              </a:cxn>
              <a:cxn ang="0">
                <a:pos x="179" y="76"/>
              </a:cxn>
              <a:cxn ang="0">
                <a:pos x="179" y="35"/>
              </a:cxn>
              <a:cxn ang="0">
                <a:pos x="146" y="0"/>
              </a:cxn>
              <a:cxn ang="0">
                <a:pos x="142" y="13"/>
              </a:cxn>
              <a:cxn ang="0">
                <a:pos x="127" y="13"/>
              </a:cxn>
              <a:cxn ang="0">
                <a:pos x="95" y="18"/>
              </a:cxn>
            </a:cxnLst>
            <a:rect l="0" t="0" r="r" b="b"/>
            <a:pathLst>
              <a:path w="206" h="174">
                <a:moveTo>
                  <a:pt x="95" y="18"/>
                </a:moveTo>
                <a:lnTo>
                  <a:pt x="80" y="25"/>
                </a:lnTo>
                <a:lnTo>
                  <a:pt x="39" y="65"/>
                </a:lnTo>
                <a:lnTo>
                  <a:pt x="19" y="129"/>
                </a:lnTo>
                <a:lnTo>
                  <a:pt x="0" y="138"/>
                </a:lnTo>
                <a:lnTo>
                  <a:pt x="19" y="149"/>
                </a:lnTo>
                <a:lnTo>
                  <a:pt x="65" y="155"/>
                </a:lnTo>
                <a:lnTo>
                  <a:pt x="69" y="124"/>
                </a:lnTo>
                <a:lnTo>
                  <a:pt x="99" y="129"/>
                </a:lnTo>
                <a:lnTo>
                  <a:pt x="103" y="160"/>
                </a:lnTo>
                <a:lnTo>
                  <a:pt x="152" y="174"/>
                </a:lnTo>
                <a:lnTo>
                  <a:pt x="202" y="136"/>
                </a:lnTo>
                <a:lnTo>
                  <a:pt x="206" y="100"/>
                </a:lnTo>
                <a:lnTo>
                  <a:pt x="182" y="90"/>
                </a:lnTo>
                <a:lnTo>
                  <a:pt x="179" y="76"/>
                </a:lnTo>
                <a:lnTo>
                  <a:pt x="179" y="35"/>
                </a:lnTo>
                <a:lnTo>
                  <a:pt x="146" y="0"/>
                </a:lnTo>
                <a:lnTo>
                  <a:pt x="142" y="13"/>
                </a:lnTo>
                <a:lnTo>
                  <a:pt x="127" y="13"/>
                </a:lnTo>
                <a:lnTo>
                  <a:pt x="95" y="18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80" name="Freeform 179"/>
          <p:cNvSpPr>
            <a:spLocks/>
          </p:cNvSpPr>
          <p:nvPr/>
        </p:nvSpPr>
        <p:spPr bwMode="auto">
          <a:xfrm>
            <a:off x="4431668" y="3568486"/>
            <a:ext cx="78332" cy="102339"/>
          </a:xfrm>
          <a:custGeom>
            <a:avLst/>
            <a:gdLst/>
            <a:ahLst/>
            <a:cxnLst>
              <a:cxn ang="0">
                <a:pos x="0" y="32"/>
              </a:cxn>
              <a:cxn ang="0">
                <a:pos x="52" y="9"/>
              </a:cxn>
              <a:cxn ang="0">
                <a:pos x="103" y="0"/>
              </a:cxn>
              <a:cxn ang="0">
                <a:pos x="131" y="14"/>
              </a:cxn>
              <a:cxn ang="0">
                <a:pos x="174" y="28"/>
              </a:cxn>
              <a:cxn ang="0">
                <a:pos x="206" y="61"/>
              </a:cxn>
              <a:cxn ang="0">
                <a:pos x="251" y="75"/>
              </a:cxn>
              <a:cxn ang="0">
                <a:pos x="266" y="111"/>
              </a:cxn>
              <a:cxn ang="0">
                <a:pos x="316" y="144"/>
              </a:cxn>
              <a:cxn ang="0">
                <a:pos x="238" y="187"/>
              </a:cxn>
              <a:cxn ang="0">
                <a:pos x="213" y="272"/>
              </a:cxn>
              <a:cxn ang="0">
                <a:pos x="199" y="286"/>
              </a:cxn>
              <a:cxn ang="0">
                <a:pos x="178" y="334"/>
              </a:cxn>
              <a:cxn ang="0">
                <a:pos x="169" y="363"/>
              </a:cxn>
              <a:cxn ang="0">
                <a:pos x="138" y="381"/>
              </a:cxn>
              <a:cxn ang="0">
                <a:pos x="138" y="310"/>
              </a:cxn>
              <a:cxn ang="0">
                <a:pos x="153" y="286"/>
              </a:cxn>
              <a:cxn ang="0">
                <a:pos x="144" y="205"/>
              </a:cxn>
              <a:cxn ang="0">
                <a:pos x="121" y="184"/>
              </a:cxn>
              <a:cxn ang="0">
                <a:pos x="42" y="36"/>
              </a:cxn>
              <a:cxn ang="0">
                <a:pos x="0" y="32"/>
              </a:cxn>
            </a:cxnLst>
            <a:rect l="0" t="0" r="r" b="b"/>
            <a:pathLst>
              <a:path w="316" h="381">
                <a:moveTo>
                  <a:pt x="0" y="32"/>
                </a:moveTo>
                <a:lnTo>
                  <a:pt x="52" y="9"/>
                </a:lnTo>
                <a:lnTo>
                  <a:pt x="103" y="0"/>
                </a:lnTo>
                <a:lnTo>
                  <a:pt x="131" y="14"/>
                </a:lnTo>
                <a:lnTo>
                  <a:pt x="174" y="28"/>
                </a:lnTo>
                <a:lnTo>
                  <a:pt x="206" y="61"/>
                </a:lnTo>
                <a:lnTo>
                  <a:pt x="251" y="75"/>
                </a:lnTo>
                <a:lnTo>
                  <a:pt x="266" y="111"/>
                </a:lnTo>
                <a:lnTo>
                  <a:pt x="316" y="144"/>
                </a:lnTo>
                <a:lnTo>
                  <a:pt x="238" y="187"/>
                </a:lnTo>
                <a:lnTo>
                  <a:pt x="213" y="272"/>
                </a:lnTo>
                <a:lnTo>
                  <a:pt x="199" y="286"/>
                </a:lnTo>
                <a:lnTo>
                  <a:pt x="178" y="334"/>
                </a:lnTo>
                <a:lnTo>
                  <a:pt x="169" y="363"/>
                </a:lnTo>
                <a:lnTo>
                  <a:pt x="138" y="381"/>
                </a:lnTo>
                <a:lnTo>
                  <a:pt x="138" y="310"/>
                </a:lnTo>
                <a:lnTo>
                  <a:pt x="153" y="286"/>
                </a:lnTo>
                <a:lnTo>
                  <a:pt x="144" y="205"/>
                </a:lnTo>
                <a:lnTo>
                  <a:pt x="121" y="184"/>
                </a:lnTo>
                <a:lnTo>
                  <a:pt x="42" y="36"/>
                </a:lnTo>
                <a:lnTo>
                  <a:pt x="0" y="32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81" name="Freeform 180"/>
          <p:cNvSpPr>
            <a:spLocks/>
          </p:cNvSpPr>
          <p:nvPr/>
        </p:nvSpPr>
        <p:spPr bwMode="auto">
          <a:xfrm>
            <a:off x="4392505" y="3143519"/>
            <a:ext cx="94651" cy="95401"/>
          </a:xfrm>
          <a:custGeom>
            <a:avLst/>
            <a:gdLst/>
            <a:ahLst/>
            <a:cxnLst>
              <a:cxn ang="0">
                <a:pos x="196" y="0"/>
              </a:cxn>
              <a:cxn ang="0">
                <a:pos x="292" y="44"/>
              </a:cxn>
              <a:cxn ang="0">
                <a:pos x="378" y="47"/>
              </a:cxn>
              <a:cxn ang="0">
                <a:pos x="317" y="143"/>
              </a:cxn>
              <a:cxn ang="0">
                <a:pos x="310" y="201"/>
              </a:cxn>
              <a:cxn ang="0">
                <a:pos x="283" y="253"/>
              </a:cxn>
              <a:cxn ang="0">
                <a:pos x="298" y="305"/>
              </a:cxn>
              <a:cxn ang="0">
                <a:pos x="264" y="320"/>
              </a:cxn>
              <a:cxn ang="0">
                <a:pos x="235" y="362"/>
              </a:cxn>
              <a:cxn ang="0">
                <a:pos x="181" y="342"/>
              </a:cxn>
              <a:cxn ang="0">
                <a:pos x="115" y="281"/>
              </a:cxn>
              <a:cxn ang="0">
                <a:pos x="52" y="292"/>
              </a:cxn>
              <a:cxn ang="0">
                <a:pos x="55" y="222"/>
              </a:cxn>
              <a:cxn ang="0">
                <a:pos x="21" y="239"/>
              </a:cxn>
              <a:cxn ang="0">
                <a:pos x="0" y="186"/>
              </a:cxn>
              <a:cxn ang="0">
                <a:pos x="10" y="80"/>
              </a:cxn>
              <a:cxn ang="0">
                <a:pos x="65" y="44"/>
              </a:cxn>
              <a:cxn ang="0">
                <a:pos x="104" y="72"/>
              </a:cxn>
              <a:cxn ang="0">
                <a:pos x="138" y="29"/>
              </a:cxn>
              <a:cxn ang="0">
                <a:pos x="196" y="37"/>
              </a:cxn>
              <a:cxn ang="0">
                <a:pos x="196" y="0"/>
              </a:cxn>
            </a:cxnLst>
            <a:rect l="0" t="0" r="r" b="b"/>
            <a:pathLst>
              <a:path w="378" h="362">
                <a:moveTo>
                  <a:pt x="196" y="0"/>
                </a:moveTo>
                <a:lnTo>
                  <a:pt x="292" y="44"/>
                </a:lnTo>
                <a:lnTo>
                  <a:pt x="378" y="47"/>
                </a:lnTo>
                <a:lnTo>
                  <a:pt x="317" y="143"/>
                </a:lnTo>
                <a:lnTo>
                  <a:pt x="310" y="201"/>
                </a:lnTo>
                <a:lnTo>
                  <a:pt x="283" y="253"/>
                </a:lnTo>
                <a:lnTo>
                  <a:pt x="298" y="305"/>
                </a:lnTo>
                <a:lnTo>
                  <a:pt x="264" y="320"/>
                </a:lnTo>
                <a:lnTo>
                  <a:pt x="235" y="362"/>
                </a:lnTo>
                <a:lnTo>
                  <a:pt x="181" y="342"/>
                </a:lnTo>
                <a:lnTo>
                  <a:pt x="115" y="281"/>
                </a:lnTo>
                <a:lnTo>
                  <a:pt x="52" y="292"/>
                </a:lnTo>
                <a:lnTo>
                  <a:pt x="55" y="222"/>
                </a:lnTo>
                <a:lnTo>
                  <a:pt x="21" y="239"/>
                </a:lnTo>
                <a:lnTo>
                  <a:pt x="0" y="186"/>
                </a:lnTo>
                <a:lnTo>
                  <a:pt x="10" y="80"/>
                </a:lnTo>
                <a:lnTo>
                  <a:pt x="65" y="44"/>
                </a:lnTo>
                <a:lnTo>
                  <a:pt x="104" y="72"/>
                </a:lnTo>
                <a:lnTo>
                  <a:pt x="138" y="29"/>
                </a:lnTo>
                <a:lnTo>
                  <a:pt x="196" y="37"/>
                </a:lnTo>
                <a:lnTo>
                  <a:pt x="19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82" name="Freeform 181"/>
          <p:cNvSpPr>
            <a:spLocks/>
          </p:cNvSpPr>
          <p:nvPr/>
        </p:nvSpPr>
        <p:spPr bwMode="auto">
          <a:xfrm>
            <a:off x="4328858" y="3280549"/>
            <a:ext cx="119130" cy="114481"/>
          </a:xfrm>
          <a:custGeom>
            <a:avLst/>
            <a:gdLst/>
            <a:ahLst/>
            <a:cxnLst>
              <a:cxn ang="0">
                <a:pos x="0" y="34"/>
              </a:cxn>
              <a:cxn ang="0">
                <a:pos x="109" y="6"/>
              </a:cxn>
              <a:cxn ang="0">
                <a:pos x="196" y="23"/>
              </a:cxn>
              <a:cxn ang="0">
                <a:pos x="264" y="16"/>
              </a:cxn>
              <a:cxn ang="0">
                <a:pos x="316" y="0"/>
              </a:cxn>
              <a:cxn ang="0">
                <a:pos x="351" y="23"/>
              </a:cxn>
              <a:cxn ang="0">
                <a:pos x="412" y="38"/>
              </a:cxn>
              <a:cxn ang="0">
                <a:pos x="423" y="69"/>
              </a:cxn>
              <a:cxn ang="0">
                <a:pos x="457" y="90"/>
              </a:cxn>
              <a:cxn ang="0">
                <a:pos x="482" y="169"/>
              </a:cxn>
              <a:cxn ang="0">
                <a:pos x="424" y="230"/>
              </a:cxn>
              <a:cxn ang="0">
                <a:pos x="388" y="277"/>
              </a:cxn>
              <a:cxn ang="0">
                <a:pos x="383" y="365"/>
              </a:cxn>
              <a:cxn ang="0">
                <a:pos x="324" y="361"/>
              </a:cxn>
              <a:cxn ang="0">
                <a:pos x="302" y="410"/>
              </a:cxn>
              <a:cxn ang="0">
                <a:pos x="217" y="432"/>
              </a:cxn>
              <a:cxn ang="0">
                <a:pos x="224" y="381"/>
              </a:cxn>
              <a:cxn ang="0">
                <a:pos x="154" y="301"/>
              </a:cxn>
              <a:cxn ang="0">
                <a:pos x="163" y="261"/>
              </a:cxn>
              <a:cxn ang="0">
                <a:pos x="161" y="226"/>
              </a:cxn>
              <a:cxn ang="0">
                <a:pos x="149" y="204"/>
              </a:cxn>
              <a:cxn ang="0">
                <a:pos x="120" y="200"/>
              </a:cxn>
              <a:cxn ang="0">
                <a:pos x="89" y="179"/>
              </a:cxn>
              <a:cxn ang="0">
                <a:pos x="35" y="169"/>
              </a:cxn>
              <a:cxn ang="0">
                <a:pos x="13" y="145"/>
              </a:cxn>
              <a:cxn ang="0">
                <a:pos x="0" y="34"/>
              </a:cxn>
            </a:cxnLst>
            <a:rect l="0" t="0" r="r" b="b"/>
            <a:pathLst>
              <a:path w="482" h="432">
                <a:moveTo>
                  <a:pt x="0" y="34"/>
                </a:moveTo>
                <a:lnTo>
                  <a:pt x="109" y="6"/>
                </a:lnTo>
                <a:lnTo>
                  <a:pt x="196" y="23"/>
                </a:lnTo>
                <a:lnTo>
                  <a:pt x="264" y="16"/>
                </a:lnTo>
                <a:lnTo>
                  <a:pt x="316" y="0"/>
                </a:lnTo>
                <a:lnTo>
                  <a:pt x="351" y="23"/>
                </a:lnTo>
                <a:lnTo>
                  <a:pt x="412" y="38"/>
                </a:lnTo>
                <a:lnTo>
                  <a:pt x="423" y="69"/>
                </a:lnTo>
                <a:lnTo>
                  <a:pt x="457" y="90"/>
                </a:lnTo>
                <a:lnTo>
                  <a:pt x="482" y="169"/>
                </a:lnTo>
                <a:lnTo>
                  <a:pt x="424" y="230"/>
                </a:lnTo>
                <a:lnTo>
                  <a:pt x="388" y="277"/>
                </a:lnTo>
                <a:lnTo>
                  <a:pt x="383" y="365"/>
                </a:lnTo>
                <a:lnTo>
                  <a:pt x="324" y="361"/>
                </a:lnTo>
                <a:lnTo>
                  <a:pt x="302" y="410"/>
                </a:lnTo>
                <a:lnTo>
                  <a:pt x="217" y="432"/>
                </a:lnTo>
                <a:lnTo>
                  <a:pt x="224" y="381"/>
                </a:lnTo>
                <a:lnTo>
                  <a:pt x="154" y="301"/>
                </a:lnTo>
                <a:lnTo>
                  <a:pt x="163" y="261"/>
                </a:lnTo>
                <a:lnTo>
                  <a:pt x="161" y="226"/>
                </a:lnTo>
                <a:lnTo>
                  <a:pt x="149" y="204"/>
                </a:lnTo>
                <a:lnTo>
                  <a:pt x="120" y="200"/>
                </a:lnTo>
                <a:lnTo>
                  <a:pt x="89" y="179"/>
                </a:lnTo>
                <a:lnTo>
                  <a:pt x="35" y="169"/>
                </a:lnTo>
                <a:lnTo>
                  <a:pt x="13" y="145"/>
                </a:lnTo>
                <a:lnTo>
                  <a:pt x="0" y="3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83" name="Freeform 182"/>
          <p:cNvSpPr>
            <a:spLocks/>
          </p:cNvSpPr>
          <p:nvPr/>
        </p:nvSpPr>
        <p:spPr bwMode="auto">
          <a:xfrm>
            <a:off x="4304381" y="3322177"/>
            <a:ext cx="63645" cy="38160"/>
          </a:xfrm>
          <a:custGeom>
            <a:avLst/>
            <a:gdLst/>
            <a:ahLst/>
            <a:cxnLst>
              <a:cxn ang="0">
                <a:pos x="186" y="24"/>
              </a:cxn>
              <a:cxn ang="0">
                <a:pos x="215" y="44"/>
              </a:cxn>
              <a:cxn ang="0">
                <a:pos x="250" y="50"/>
              </a:cxn>
              <a:cxn ang="0">
                <a:pos x="260" y="70"/>
              </a:cxn>
              <a:cxn ang="0">
                <a:pos x="261" y="102"/>
              </a:cxn>
              <a:cxn ang="0">
                <a:pos x="253" y="144"/>
              </a:cxn>
              <a:cxn ang="0">
                <a:pos x="99" y="135"/>
              </a:cxn>
              <a:cxn ang="0">
                <a:pos x="21" y="96"/>
              </a:cxn>
              <a:cxn ang="0">
                <a:pos x="39" y="52"/>
              </a:cxn>
              <a:cxn ang="0">
                <a:pos x="0" y="52"/>
              </a:cxn>
              <a:cxn ang="0">
                <a:pos x="2" y="26"/>
              </a:cxn>
              <a:cxn ang="0">
                <a:pos x="46" y="0"/>
              </a:cxn>
              <a:cxn ang="0">
                <a:pos x="100" y="5"/>
              </a:cxn>
              <a:cxn ang="0">
                <a:pos x="99" y="32"/>
              </a:cxn>
              <a:cxn ang="0">
                <a:pos x="133" y="13"/>
              </a:cxn>
              <a:cxn ang="0">
                <a:pos x="186" y="24"/>
              </a:cxn>
            </a:cxnLst>
            <a:rect l="0" t="0" r="r" b="b"/>
            <a:pathLst>
              <a:path w="261" h="144">
                <a:moveTo>
                  <a:pt x="186" y="24"/>
                </a:moveTo>
                <a:lnTo>
                  <a:pt x="215" y="44"/>
                </a:lnTo>
                <a:lnTo>
                  <a:pt x="250" y="50"/>
                </a:lnTo>
                <a:lnTo>
                  <a:pt x="260" y="70"/>
                </a:lnTo>
                <a:lnTo>
                  <a:pt x="261" y="102"/>
                </a:lnTo>
                <a:lnTo>
                  <a:pt x="253" y="144"/>
                </a:lnTo>
                <a:lnTo>
                  <a:pt x="99" y="135"/>
                </a:lnTo>
                <a:lnTo>
                  <a:pt x="21" y="96"/>
                </a:lnTo>
                <a:lnTo>
                  <a:pt x="39" y="52"/>
                </a:lnTo>
                <a:lnTo>
                  <a:pt x="0" y="52"/>
                </a:lnTo>
                <a:lnTo>
                  <a:pt x="2" y="26"/>
                </a:lnTo>
                <a:lnTo>
                  <a:pt x="46" y="0"/>
                </a:lnTo>
                <a:lnTo>
                  <a:pt x="100" y="5"/>
                </a:lnTo>
                <a:lnTo>
                  <a:pt x="99" y="32"/>
                </a:lnTo>
                <a:lnTo>
                  <a:pt x="133" y="13"/>
                </a:lnTo>
                <a:lnTo>
                  <a:pt x="186" y="2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84" name="Freeform 183"/>
          <p:cNvSpPr>
            <a:spLocks/>
          </p:cNvSpPr>
          <p:nvPr/>
        </p:nvSpPr>
        <p:spPr bwMode="auto">
          <a:xfrm>
            <a:off x="2421151" y="6237978"/>
            <a:ext cx="45693" cy="55506"/>
          </a:xfrm>
          <a:custGeom>
            <a:avLst/>
            <a:gdLst/>
            <a:ahLst/>
            <a:cxnLst>
              <a:cxn ang="0">
                <a:pos x="168" y="159"/>
              </a:cxn>
              <a:cxn ang="0">
                <a:pos x="129" y="182"/>
              </a:cxn>
              <a:cxn ang="0">
                <a:pos x="83" y="193"/>
              </a:cxn>
              <a:cxn ang="0">
                <a:pos x="26" y="177"/>
              </a:cxn>
              <a:cxn ang="0">
                <a:pos x="4" y="168"/>
              </a:cxn>
              <a:cxn ang="0">
                <a:pos x="0" y="145"/>
              </a:cxn>
              <a:cxn ang="0">
                <a:pos x="7" y="128"/>
              </a:cxn>
              <a:cxn ang="0">
                <a:pos x="19" y="117"/>
              </a:cxn>
              <a:cxn ang="0">
                <a:pos x="51" y="113"/>
              </a:cxn>
              <a:cxn ang="0">
                <a:pos x="79" y="124"/>
              </a:cxn>
              <a:cxn ang="0">
                <a:pos x="96" y="121"/>
              </a:cxn>
              <a:cxn ang="0">
                <a:pos x="99" y="96"/>
              </a:cxn>
              <a:cxn ang="0">
                <a:pos x="76" y="86"/>
              </a:cxn>
              <a:cxn ang="0">
                <a:pos x="76" y="76"/>
              </a:cxn>
              <a:cxn ang="0">
                <a:pos x="96" y="60"/>
              </a:cxn>
              <a:cxn ang="0">
                <a:pos x="67" y="58"/>
              </a:cxn>
              <a:cxn ang="0">
                <a:pos x="62" y="39"/>
              </a:cxn>
              <a:cxn ang="0">
                <a:pos x="72" y="28"/>
              </a:cxn>
              <a:cxn ang="0">
                <a:pos x="129" y="0"/>
              </a:cxn>
              <a:cxn ang="0">
                <a:pos x="164" y="0"/>
              </a:cxn>
              <a:cxn ang="0">
                <a:pos x="171" y="54"/>
              </a:cxn>
              <a:cxn ang="0">
                <a:pos x="171" y="110"/>
              </a:cxn>
              <a:cxn ang="0">
                <a:pos x="168" y="159"/>
              </a:cxn>
            </a:cxnLst>
            <a:rect l="0" t="0" r="r" b="b"/>
            <a:pathLst>
              <a:path w="171" h="193">
                <a:moveTo>
                  <a:pt x="168" y="159"/>
                </a:moveTo>
                <a:lnTo>
                  <a:pt x="129" y="182"/>
                </a:lnTo>
                <a:lnTo>
                  <a:pt x="83" y="193"/>
                </a:lnTo>
                <a:lnTo>
                  <a:pt x="26" y="177"/>
                </a:lnTo>
                <a:lnTo>
                  <a:pt x="4" y="168"/>
                </a:lnTo>
                <a:lnTo>
                  <a:pt x="0" y="145"/>
                </a:lnTo>
                <a:lnTo>
                  <a:pt x="7" y="128"/>
                </a:lnTo>
                <a:lnTo>
                  <a:pt x="19" y="117"/>
                </a:lnTo>
                <a:lnTo>
                  <a:pt x="51" y="113"/>
                </a:lnTo>
                <a:lnTo>
                  <a:pt x="79" y="124"/>
                </a:lnTo>
                <a:lnTo>
                  <a:pt x="96" y="121"/>
                </a:lnTo>
                <a:lnTo>
                  <a:pt x="99" y="96"/>
                </a:lnTo>
                <a:lnTo>
                  <a:pt x="76" y="86"/>
                </a:lnTo>
                <a:lnTo>
                  <a:pt x="76" y="76"/>
                </a:lnTo>
                <a:lnTo>
                  <a:pt x="96" y="60"/>
                </a:lnTo>
                <a:lnTo>
                  <a:pt x="67" y="58"/>
                </a:lnTo>
                <a:lnTo>
                  <a:pt x="62" y="39"/>
                </a:lnTo>
                <a:lnTo>
                  <a:pt x="72" y="28"/>
                </a:lnTo>
                <a:lnTo>
                  <a:pt x="129" y="0"/>
                </a:lnTo>
                <a:lnTo>
                  <a:pt x="164" y="0"/>
                </a:lnTo>
                <a:lnTo>
                  <a:pt x="171" y="54"/>
                </a:lnTo>
                <a:lnTo>
                  <a:pt x="171" y="110"/>
                </a:lnTo>
                <a:lnTo>
                  <a:pt x="168" y="15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85" name="Freeform 184"/>
          <p:cNvSpPr>
            <a:spLocks/>
          </p:cNvSpPr>
          <p:nvPr/>
        </p:nvSpPr>
        <p:spPr bwMode="auto">
          <a:xfrm>
            <a:off x="2300390" y="4565859"/>
            <a:ext cx="344334" cy="326098"/>
          </a:xfrm>
          <a:custGeom>
            <a:avLst/>
            <a:gdLst/>
            <a:ahLst/>
            <a:cxnLst>
              <a:cxn ang="0">
                <a:pos x="1208" y="640"/>
              </a:cxn>
              <a:cxn ang="0">
                <a:pos x="1222" y="694"/>
              </a:cxn>
              <a:cxn ang="0">
                <a:pos x="1183" y="732"/>
              </a:cxn>
              <a:cxn ang="0">
                <a:pos x="1155" y="801"/>
              </a:cxn>
              <a:cxn ang="0">
                <a:pos x="1044" y="829"/>
              </a:cxn>
              <a:cxn ang="0">
                <a:pos x="915" y="811"/>
              </a:cxn>
              <a:cxn ang="0">
                <a:pos x="918" y="857"/>
              </a:cxn>
              <a:cxn ang="0">
                <a:pos x="979" y="887"/>
              </a:cxn>
              <a:cxn ang="0">
                <a:pos x="1012" y="929"/>
              </a:cxn>
              <a:cxn ang="0">
                <a:pos x="943" y="982"/>
              </a:cxn>
              <a:cxn ang="0">
                <a:pos x="904" y="1030"/>
              </a:cxn>
              <a:cxn ang="0">
                <a:pos x="858" y="1086"/>
              </a:cxn>
              <a:cxn ang="0">
                <a:pos x="779" y="1107"/>
              </a:cxn>
              <a:cxn ang="0">
                <a:pos x="721" y="1129"/>
              </a:cxn>
              <a:cxn ang="0">
                <a:pos x="686" y="1072"/>
              </a:cxn>
              <a:cxn ang="0">
                <a:pos x="654" y="968"/>
              </a:cxn>
              <a:cxn ang="0">
                <a:pos x="611" y="875"/>
              </a:cxn>
              <a:cxn ang="0">
                <a:pos x="629" y="825"/>
              </a:cxn>
              <a:cxn ang="0">
                <a:pos x="580" y="801"/>
              </a:cxn>
              <a:cxn ang="0">
                <a:pos x="589" y="711"/>
              </a:cxn>
              <a:cxn ang="0">
                <a:pos x="572" y="636"/>
              </a:cxn>
              <a:cxn ang="0">
                <a:pos x="450" y="640"/>
              </a:cxn>
              <a:cxn ang="0">
                <a:pos x="379" y="587"/>
              </a:cxn>
              <a:cxn ang="0">
                <a:pos x="303" y="522"/>
              </a:cxn>
              <a:cxn ang="0">
                <a:pos x="222" y="536"/>
              </a:cxn>
              <a:cxn ang="0">
                <a:pos x="121" y="504"/>
              </a:cxn>
              <a:cxn ang="0">
                <a:pos x="79" y="383"/>
              </a:cxn>
              <a:cxn ang="0">
                <a:pos x="17" y="379"/>
              </a:cxn>
              <a:cxn ang="0">
                <a:pos x="0" y="361"/>
              </a:cxn>
              <a:cxn ang="0">
                <a:pos x="60" y="197"/>
              </a:cxn>
              <a:cxn ang="0">
                <a:pos x="139" y="125"/>
              </a:cxn>
              <a:cxn ang="0">
                <a:pos x="171" y="125"/>
              </a:cxn>
              <a:cxn ang="0">
                <a:pos x="222" y="132"/>
              </a:cxn>
              <a:cxn ang="0">
                <a:pos x="264" y="53"/>
              </a:cxn>
              <a:cxn ang="0">
                <a:pos x="301" y="4"/>
              </a:cxn>
              <a:cxn ang="0">
                <a:pos x="332" y="7"/>
              </a:cxn>
              <a:cxn ang="0">
                <a:pos x="350" y="18"/>
              </a:cxn>
              <a:cxn ang="0">
                <a:pos x="361" y="50"/>
              </a:cxn>
              <a:cxn ang="0">
                <a:pos x="414" y="53"/>
              </a:cxn>
              <a:cxn ang="0">
                <a:pos x="474" y="104"/>
              </a:cxn>
              <a:cxn ang="0">
                <a:pos x="532" y="143"/>
              </a:cxn>
              <a:cxn ang="0">
                <a:pos x="650" y="115"/>
              </a:cxn>
              <a:cxn ang="0">
                <a:pos x="682" y="140"/>
              </a:cxn>
              <a:cxn ang="0">
                <a:pos x="740" y="169"/>
              </a:cxn>
              <a:cxn ang="0">
                <a:pos x="811" y="169"/>
              </a:cxn>
              <a:cxn ang="0">
                <a:pos x="851" y="147"/>
              </a:cxn>
              <a:cxn ang="0">
                <a:pos x="908" y="90"/>
              </a:cxn>
              <a:cxn ang="0">
                <a:pos x="1019" y="90"/>
              </a:cxn>
              <a:cxn ang="0">
                <a:pos x="1040" y="125"/>
              </a:cxn>
              <a:cxn ang="0">
                <a:pos x="1047" y="173"/>
              </a:cxn>
              <a:cxn ang="0">
                <a:pos x="1097" y="182"/>
              </a:cxn>
              <a:cxn ang="0">
                <a:pos x="1169" y="197"/>
              </a:cxn>
              <a:cxn ang="0">
                <a:pos x="1194" y="233"/>
              </a:cxn>
              <a:cxn ang="0">
                <a:pos x="1216" y="268"/>
              </a:cxn>
              <a:cxn ang="0">
                <a:pos x="1262" y="289"/>
              </a:cxn>
              <a:cxn ang="0">
                <a:pos x="1244" y="344"/>
              </a:cxn>
              <a:cxn ang="0">
                <a:pos x="1194" y="365"/>
              </a:cxn>
              <a:cxn ang="0">
                <a:pos x="1194" y="415"/>
              </a:cxn>
              <a:cxn ang="0">
                <a:pos x="1229" y="451"/>
              </a:cxn>
              <a:cxn ang="0">
                <a:pos x="1162" y="469"/>
              </a:cxn>
              <a:cxn ang="0">
                <a:pos x="1186" y="515"/>
              </a:cxn>
              <a:cxn ang="0">
                <a:pos x="1197" y="608"/>
              </a:cxn>
            </a:cxnLst>
            <a:rect l="0" t="0" r="r" b="b"/>
            <a:pathLst>
              <a:path w="1266" h="1129">
                <a:moveTo>
                  <a:pt x="1233" y="626"/>
                </a:moveTo>
                <a:lnTo>
                  <a:pt x="1208" y="640"/>
                </a:lnTo>
                <a:lnTo>
                  <a:pt x="1222" y="665"/>
                </a:lnTo>
                <a:lnTo>
                  <a:pt x="1222" y="694"/>
                </a:lnTo>
                <a:lnTo>
                  <a:pt x="1204" y="711"/>
                </a:lnTo>
                <a:lnTo>
                  <a:pt x="1183" y="732"/>
                </a:lnTo>
                <a:lnTo>
                  <a:pt x="1169" y="779"/>
                </a:lnTo>
                <a:lnTo>
                  <a:pt x="1155" y="801"/>
                </a:lnTo>
                <a:lnTo>
                  <a:pt x="1118" y="815"/>
                </a:lnTo>
                <a:lnTo>
                  <a:pt x="1044" y="829"/>
                </a:lnTo>
                <a:lnTo>
                  <a:pt x="972" y="829"/>
                </a:lnTo>
                <a:lnTo>
                  <a:pt x="915" y="811"/>
                </a:lnTo>
                <a:lnTo>
                  <a:pt x="911" y="825"/>
                </a:lnTo>
                <a:lnTo>
                  <a:pt x="918" y="857"/>
                </a:lnTo>
                <a:lnTo>
                  <a:pt x="947" y="880"/>
                </a:lnTo>
                <a:lnTo>
                  <a:pt x="979" y="887"/>
                </a:lnTo>
                <a:lnTo>
                  <a:pt x="1003" y="904"/>
                </a:lnTo>
                <a:lnTo>
                  <a:pt x="1012" y="929"/>
                </a:lnTo>
                <a:lnTo>
                  <a:pt x="994" y="965"/>
                </a:lnTo>
                <a:lnTo>
                  <a:pt x="943" y="982"/>
                </a:lnTo>
                <a:lnTo>
                  <a:pt x="926" y="1001"/>
                </a:lnTo>
                <a:lnTo>
                  <a:pt x="904" y="1030"/>
                </a:lnTo>
                <a:lnTo>
                  <a:pt x="879" y="1068"/>
                </a:lnTo>
                <a:lnTo>
                  <a:pt x="858" y="1086"/>
                </a:lnTo>
                <a:lnTo>
                  <a:pt x="815" y="1093"/>
                </a:lnTo>
                <a:lnTo>
                  <a:pt x="779" y="1107"/>
                </a:lnTo>
                <a:lnTo>
                  <a:pt x="751" y="1125"/>
                </a:lnTo>
                <a:lnTo>
                  <a:pt x="721" y="1129"/>
                </a:lnTo>
                <a:lnTo>
                  <a:pt x="693" y="1111"/>
                </a:lnTo>
                <a:lnTo>
                  <a:pt x="686" y="1072"/>
                </a:lnTo>
                <a:lnTo>
                  <a:pt x="679" y="1014"/>
                </a:lnTo>
                <a:lnTo>
                  <a:pt x="654" y="968"/>
                </a:lnTo>
                <a:lnTo>
                  <a:pt x="621" y="929"/>
                </a:lnTo>
                <a:lnTo>
                  <a:pt x="611" y="875"/>
                </a:lnTo>
                <a:lnTo>
                  <a:pt x="643" y="850"/>
                </a:lnTo>
                <a:lnTo>
                  <a:pt x="629" y="825"/>
                </a:lnTo>
                <a:lnTo>
                  <a:pt x="604" y="818"/>
                </a:lnTo>
                <a:lnTo>
                  <a:pt x="580" y="801"/>
                </a:lnTo>
                <a:lnTo>
                  <a:pt x="572" y="760"/>
                </a:lnTo>
                <a:lnTo>
                  <a:pt x="589" y="711"/>
                </a:lnTo>
                <a:lnTo>
                  <a:pt x="589" y="672"/>
                </a:lnTo>
                <a:lnTo>
                  <a:pt x="572" y="636"/>
                </a:lnTo>
                <a:lnTo>
                  <a:pt x="500" y="619"/>
                </a:lnTo>
                <a:lnTo>
                  <a:pt x="450" y="640"/>
                </a:lnTo>
                <a:lnTo>
                  <a:pt x="407" y="626"/>
                </a:lnTo>
                <a:lnTo>
                  <a:pt x="379" y="587"/>
                </a:lnTo>
                <a:lnTo>
                  <a:pt x="343" y="550"/>
                </a:lnTo>
                <a:lnTo>
                  <a:pt x="303" y="522"/>
                </a:lnTo>
                <a:lnTo>
                  <a:pt x="275" y="522"/>
                </a:lnTo>
                <a:lnTo>
                  <a:pt x="222" y="536"/>
                </a:lnTo>
                <a:lnTo>
                  <a:pt x="171" y="529"/>
                </a:lnTo>
                <a:lnTo>
                  <a:pt x="121" y="504"/>
                </a:lnTo>
                <a:lnTo>
                  <a:pt x="93" y="469"/>
                </a:lnTo>
                <a:lnTo>
                  <a:pt x="79" y="383"/>
                </a:lnTo>
                <a:lnTo>
                  <a:pt x="64" y="365"/>
                </a:lnTo>
                <a:lnTo>
                  <a:pt x="17" y="379"/>
                </a:lnTo>
                <a:lnTo>
                  <a:pt x="0" y="376"/>
                </a:lnTo>
                <a:lnTo>
                  <a:pt x="0" y="361"/>
                </a:lnTo>
                <a:lnTo>
                  <a:pt x="43" y="293"/>
                </a:lnTo>
                <a:lnTo>
                  <a:pt x="60" y="197"/>
                </a:lnTo>
                <a:lnTo>
                  <a:pt x="93" y="150"/>
                </a:lnTo>
                <a:lnTo>
                  <a:pt x="139" y="125"/>
                </a:lnTo>
                <a:lnTo>
                  <a:pt x="164" y="99"/>
                </a:lnTo>
                <a:lnTo>
                  <a:pt x="171" y="125"/>
                </a:lnTo>
                <a:lnTo>
                  <a:pt x="196" y="143"/>
                </a:lnTo>
                <a:lnTo>
                  <a:pt x="222" y="132"/>
                </a:lnTo>
                <a:lnTo>
                  <a:pt x="236" y="111"/>
                </a:lnTo>
                <a:lnTo>
                  <a:pt x="264" y="53"/>
                </a:lnTo>
                <a:lnTo>
                  <a:pt x="289" y="14"/>
                </a:lnTo>
                <a:lnTo>
                  <a:pt x="301" y="4"/>
                </a:lnTo>
                <a:lnTo>
                  <a:pt x="322" y="0"/>
                </a:lnTo>
                <a:lnTo>
                  <a:pt x="332" y="7"/>
                </a:lnTo>
                <a:lnTo>
                  <a:pt x="339" y="7"/>
                </a:lnTo>
                <a:lnTo>
                  <a:pt x="350" y="18"/>
                </a:lnTo>
                <a:lnTo>
                  <a:pt x="358" y="32"/>
                </a:lnTo>
                <a:lnTo>
                  <a:pt x="361" y="50"/>
                </a:lnTo>
                <a:lnTo>
                  <a:pt x="379" y="53"/>
                </a:lnTo>
                <a:lnTo>
                  <a:pt x="414" y="53"/>
                </a:lnTo>
                <a:lnTo>
                  <a:pt x="437" y="71"/>
                </a:lnTo>
                <a:lnTo>
                  <a:pt x="474" y="104"/>
                </a:lnTo>
                <a:lnTo>
                  <a:pt x="515" y="140"/>
                </a:lnTo>
                <a:lnTo>
                  <a:pt x="532" y="143"/>
                </a:lnTo>
                <a:lnTo>
                  <a:pt x="626" y="118"/>
                </a:lnTo>
                <a:lnTo>
                  <a:pt x="650" y="115"/>
                </a:lnTo>
                <a:lnTo>
                  <a:pt x="675" y="125"/>
                </a:lnTo>
                <a:lnTo>
                  <a:pt x="682" y="140"/>
                </a:lnTo>
                <a:lnTo>
                  <a:pt x="721" y="154"/>
                </a:lnTo>
                <a:lnTo>
                  <a:pt x="740" y="169"/>
                </a:lnTo>
                <a:lnTo>
                  <a:pt x="758" y="173"/>
                </a:lnTo>
                <a:lnTo>
                  <a:pt x="811" y="169"/>
                </a:lnTo>
                <a:lnTo>
                  <a:pt x="836" y="154"/>
                </a:lnTo>
                <a:lnTo>
                  <a:pt x="851" y="147"/>
                </a:lnTo>
                <a:lnTo>
                  <a:pt x="892" y="93"/>
                </a:lnTo>
                <a:lnTo>
                  <a:pt x="908" y="90"/>
                </a:lnTo>
                <a:lnTo>
                  <a:pt x="1001" y="90"/>
                </a:lnTo>
                <a:lnTo>
                  <a:pt x="1019" y="90"/>
                </a:lnTo>
                <a:lnTo>
                  <a:pt x="1033" y="108"/>
                </a:lnTo>
                <a:lnTo>
                  <a:pt x="1040" y="125"/>
                </a:lnTo>
                <a:lnTo>
                  <a:pt x="1037" y="143"/>
                </a:lnTo>
                <a:lnTo>
                  <a:pt x="1047" y="173"/>
                </a:lnTo>
                <a:lnTo>
                  <a:pt x="1079" y="178"/>
                </a:lnTo>
                <a:lnTo>
                  <a:pt x="1097" y="182"/>
                </a:lnTo>
                <a:lnTo>
                  <a:pt x="1133" y="182"/>
                </a:lnTo>
                <a:lnTo>
                  <a:pt x="1169" y="197"/>
                </a:lnTo>
                <a:lnTo>
                  <a:pt x="1190" y="215"/>
                </a:lnTo>
                <a:lnTo>
                  <a:pt x="1194" y="233"/>
                </a:lnTo>
                <a:lnTo>
                  <a:pt x="1204" y="250"/>
                </a:lnTo>
                <a:lnTo>
                  <a:pt x="1216" y="268"/>
                </a:lnTo>
                <a:lnTo>
                  <a:pt x="1266" y="275"/>
                </a:lnTo>
                <a:lnTo>
                  <a:pt x="1262" y="289"/>
                </a:lnTo>
                <a:lnTo>
                  <a:pt x="1262" y="330"/>
                </a:lnTo>
                <a:lnTo>
                  <a:pt x="1244" y="344"/>
                </a:lnTo>
                <a:lnTo>
                  <a:pt x="1220" y="353"/>
                </a:lnTo>
                <a:lnTo>
                  <a:pt x="1194" y="365"/>
                </a:lnTo>
                <a:lnTo>
                  <a:pt x="1186" y="386"/>
                </a:lnTo>
                <a:lnTo>
                  <a:pt x="1194" y="415"/>
                </a:lnTo>
                <a:lnTo>
                  <a:pt x="1248" y="432"/>
                </a:lnTo>
                <a:lnTo>
                  <a:pt x="1229" y="451"/>
                </a:lnTo>
                <a:lnTo>
                  <a:pt x="1176" y="451"/>
                </a:lnTo>
                <a:lnTo>
                  <a:pt x="1162" y="469"/>
                </a:lnTo>
                <a:lnTo>
                  <a:pt x="1179" y="485"/>
                </a:lnTo>
                <a:lnTo>
                  <a:pt x="1186" y="515"/>
                </a:lnTo>
                <a:lnTo>
                  <a:pt x="1179" y="557"/>
                </a:lnTo>
                <a:lnTo>
                  <a:pt x="1197" y="608"/>
                </a:lnTo>
                <a:lnTo>
                  <a:pt x="1233" y="626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86" name="Freeform 185"/>
          <p:cNvSpPr>
            <a:spLocks/>
          </p:cNvSpPr>
          <p:nvPr/>
        </p:nvSpPr>
        <p:spPr bwMode="auto">
          <a:xfrm>
            <a:off x="2168205" y="4557187"/>
            <a:ext cx="321487" cy="426703"/>
          </a:xfrm>
          <a:custGeom>
            <a:avLst/>
            <a:gdLst/>
            <a:ahLst/>
            <a:cxnLst>
              <a:cxn ang="0">
                <a:pos x="12" y="1050"/>
              </a:cxn>
              <a:cxn ang="0">
                <a:pos x="72" y="986"/>
              </a:cxn>
              <a:cxn ang="0">
                <a:pos x="147" y="892"/>
              </a:cxn>
              <a:cxn ang="0">
                <a:pos x="143" y="836"/>
              </a:cxn>
              <a:cxn ang="0">
                <a:pos x="125" y="700"/>
              </a:cxn>
              <a:cxn ang="0">
                <a:pos x="136" y="608"/>
              </a:cxn>
              <a:cxn ang="0">
                <a:pos x="89" y="532"/>
              </a:cxn>
              <a:cxn ang="0">
                <a:pos x="100" y="497"/>
              </a:cxn>
              <a:cxn ang="0">
                <a:pos x="151" y="497"/>
              </a:cxn>
              <a:cxn ang="0">
                <a:pos x="157" y="439"/>
              </a:cxn>
              <a:cxn ang="0">
                <a:pos x="208" y="396"/>
              </a:cxn>
              <a:cxn ang="0">
                <a:pos x="280" y="314"/>
              </a:cxn>
              <a:cxn ang="0">
                <a:pos x="296" y="243"/>
              </a:cxn>
              <a:cxn ang="0">
                <a:pos x="336" y="185"/>
              </a:cxn>
              <a:cxn ang="0">
                <a:pos x="407" y="197"/>
              </a:cxn>
              <a:cxn ang="0">
                <a:pos x="432" y="150"/>
              </a:cxn>
              <a:cxn ang="0">
                <a:pos x="533" y="99"/>
              </a:cxn>
              <a:cxn ang="0">
                <a:pos x="650" y="7"/>
              </a:cxn>
              <a:cxn ang="0">
                <a:pos x="701" y="21"/>
              </a:cxn>
              <a:cxn ang="0">
                <a:pos x="665" y="71"/>
              </a:cxn>
              <a:cxn ang="0">
                <a:pos x="633" y="157"/>
              </a:cxn>
              <a:cxn ang="0">
                <a:pos x="537" y="324"/>
              </a:cxn>
              <a:cxn ang="0">
                <a:pos x="511" y="411"/>
              </a:cxn>
              <a:cxn ang="0">
                <a:pos x="583" y="500"/>
              </a:cxn>
              <a:cxn ang="0">
                <a:pos x="714" y="568"/>
              </a:cxn>
              <a:cxn ang="0">
                <a:pos x="837" y="578"/>
              </a:cxn>
              <a:cxn ang="0">
                <a:pos x="940" y="672"/>
              </a:cxn>
              <a:cxn ang="0">
                <a:pos x="1083" y="703"/>
              </a:cxn>
              <a:cxn ang="0">
                <a:pos x="1072" y="832"/>
              </a:cxn>
              <a:cxn ang="0">
                <a:pos x="1137" y="882"/>
              </a:cxn>
              <a:cxn ang="0">
                <a:pos x="1147" y="1001"/>
              </a:cxn>
              <a:cxn ang="0">
                <a:pos x="1140" y="1114"/>
              </a:cxn>
              <a:cxn ang="0">
                <a:pos x="1116" y="1042"/>
              </a:cxn>
              <a:cxn ang="0">
                <a:pos x="1070" y="1072"/>
              </a:cxn>
              <a:cxn ang="0">
                <a:pos x="1008" y="1089"/>
              </a:cxn>
              <a:cxn ang="0">
                <a:pos x="922" y="1086"/>
              </a:cxn>
              <a:cxn ang="0">
                <a:pos x="930" y="1111"/>
              </a:cxn>
              <a:cxn ang="0">
                <a:pos x="968" y="1153"/>
              </a:cxn>
              <a:cxn ang="0">
                <a:pos x="887" y="1225"/>
              </a:cxn>
              <a:cxn ang="0">
                <a:pos x="951" y="1338"/>
              </a:cxn>
              <a:cxn ang="0">
                <a:pos x="944" y="1436"/>
              </a:cxn>
              <a:cxn ang="0">
                <a:pos x="851" y="1461"/>
              </a:cxn>
              <a:cxn ang="0">
                <a:pos x="779" y="1446"/>
              </a:cxn>
              <a:cxn ang="0">
                <a:pos x="729" y="1465"/>
              </a:cxn>
              <a:cxn ang="0">
                <a:pos x="626" y="1465"/>
              </a:cxn>
              <a:cxn ang="0">
                <a:pos x="565" y="1400"/>
              </a:cxn>
              <a:cxn ang="0">
                <a:pos x="358" y="1271"/>
              </a:cxn>
              <a:cxn ang="0">
                <a:pos x="208" y="1250"/>
              </a:cxn>
              <a:cxn ang="0">
                <a:pos x="169" y="1197"/>
              </a:cxn>
              <a:cxn ang="0">
                <a:pos x="114" y="1167"/>
              </a:cxn>
              <a:cxn ang="0">
                <a:pos x="8" y="1107"/>
              </a:cxn>
            </a:cxnLst>
            <a:rect l="0" t="0" r="r" b="b"/>
            <a:pathLst>
              <a:path w="1181" h="1478">
                <a:moveTo>
                  <a:pt x="0" y="1086"/>
                </a:moveTo>
                <a:lnTo>
                  <a:pt x="8" y="1068"/>
                </a:lnTo>
                <a:lnTo>
                  <a:pt x="12" y="1050"/>
                </a:lnTo>
                <a:lnTo>
                  <a:pt x="21" y="1029"/>
                </a:lnTo>
                <a:lnTo>
                  <a:pt x="36" y="1010"/>
                </a:lnTo>
                <a:lnTo>
                  <a:pt x="72" y="986"/>
                </a:lnTo>
                <a:lnTo>
                  <a:pt x="111" y="968"/>
                </a:lnTo>
                <a:lnTo>
                  <a:pt x="136" y="929"/>
                </a:lnTo>
                <a:lnTo>
                  <a:pt x="147" y="892"/>
                </a:lnTo>
                <a:lnTo>
                  <a:pt x="151" y="871"/>
                </a:lnTo>
                <a:lnTo>
                  <a:pt x="147" y="853"/>
                </a:lnTo>
                <a:lnTo>
                  <a:pt x="143" y="836"/>
                </a:lnTo>
                <a:lnTo>
                  <a:pt x="123" y="760"/>
                </a:lnTo>
                <a:lnTo>
                  <a:pt x="118" y="722"/>
                </a:lnTo>
                <a:lnTo>
                  <a:pt x="125" y="700"/>
                </a:lnTo>
                <a:lnTo>
                  <a:pt x="139" y="682"/>
                </a:lnTo>
                <a:lnTo>
                  <a:pt x="143" y="643"/>
                </a:lnTo>
                <a:lnTo>
                  <a:pt x="136" y="608"/>
                </a:lnTo>
                <a:lnTo>
                  <a:pt x="118" y="589"/>
                </a:lnTo>
                <a:lnTo>
                  <a:pt x="97" y="550"/>
                </a:lnTo>
                <a:lnTo>
                  <a:pt x="89" y="532"/>
                </a:lnTo>
                <a:lnTo>
                  <a:pt x="89" y="520"/>
                </a:lnTo>
                <a:lnTo>
                  <a:pt x="93" y="507"/>
                </a:lnTo>
                <a:lnTo>
                  <a:pt x="100" y="497"/>
                </a:lnTo>
                <a:lnTo>
                  <a:pt x="114" y="492"/>
                </a:lnTo>
                <a:lnTo>
                  <a:pt x="136" y="500"/>
                </a:lnTo>
                <a:lnTo>
                  <a:pt x="151" y="497"/>
                </a:lnTo>
                <a:lnTo>
                  <a:pt x="151" y="472"/>
                </a:lnTo>
                <a:lnTo>
                  <a:pt x="151" y="457"/>
                </a:lnTo>
                <a:lnTo>
                  <a:pt x="157" y="439"/>
                </a:lnTo>
                <a:lnTo>
                  <a:pt x="179" y="435"/>
                </a:lnTo>
                <a:lnTo>
                  <a:pt x="204" y="428"/>
                </a:lnTo>
                <a:lnTo>
                  <a:pt x="208" y="396"/>
                </a:lnTo>
                <a:lnTo>
                  <a:pt x="236" y="336"/>
                </a:lnTo>
                <a:lnTo>
                  <a:pt x="262" y="317"/>
                </a:lnTo>
                <a:lnTo>
                  <a:pt x="280" y="314"/>
                </a:lnTo>
                <a:lnTo>
                  <a:pt x="293" y="300"/>
                </a:lnTo>
                <a:lnTo>
                  <a:pt x="293" y="261"/>
                </a:lnTo>
                <a:lnTo>
                  <a:pt x="296" y="243"/>
                </a:lnTo>
                <a:lnTo>
                  <a:pt x="311" y="222"/>
                </a:lnTo>
                <a:lnTo>
                  <a:pt x="329" y="204"/>
                </a:lnTo>
                <a:lnTo>
                  <a:pt x="336" y="185"/>
                </a:lnTo>
                <a:lnTo>
                  <a:pt x="350" y="178"/>
                </a:lnTo>
                <a:lnTo>
                  <a:pt x="386" y="182"/>
                </a:lnTo>
                <a:lnTo>
                  <a:pt x="407" y="197"/>
                </a:lnTo>
                <a:lnTo>
                  <a:pt x="426" y="182"/>
                </a:lnTo>
                <a:lnTo>
                  <a:pt x="426" y="160"/>
                </a:lnTo>
                <a:lnTo>
                  <a:pt x="432" y="150"/>
                </a:lnTo>
                <a:lnTo>
                  <a:pt x="443" y="143"/>
                </a:lnTo>
                <a:lnTo>
                  <a:pt x="461" y="136"/>
                </a:lnTo>
                <a:lnTo>
                  <a:pt x="533" y="99"/>
                </a:lnTo>
                <a:lnTo>
                  <a:pt x="608" y="60"/>
                </a:lnTo>
                <a:lnTo>
                  <a:pt x="626" y="21"/>
                </a:lnTo>
                <a:lnTo>
                  <a:pt x="650" y="7"/>
                </a:lnTo>
                <a:lnTo>
                  <a:pt x="680" y="0"/>
                </a:lnTo>
                <a:lnTo>
                  <a:pt x="693" y="7"/>
                </a:lnTo>
                <a:lnTo>
                  <a:pt x="701" y="21"/>
                </a:lnTo>
                <a:lnTo>
                  <a:pt x="698" y="39"/>
                </a:lnTo>
                <a:lnTo>
                  <a:pt x="682" y="57"/>
                </a:lnTo>
                <a:lnTo>
                  <a:pt x="665" y="71"/>
                </a:lnTo>
                <a:lnTo>
                  <a:pt x="657" y="97"/>
                </a:lnTo>
                <a:lnTo>
                  <a:pt x="657" y="127"/>
                </a:lnTo>
                <a:lnTo>
                  <a:pt x="633" y="157"/>
                </a:lnTo>
                <a:lnTo>
                  <a:pt x="587" y="182"/>
                </a:lnTo>
                <a:lnTo>
                  <a:pt x="554" y="225"/>
                </a:lnTo>
                <a:lnTo>
                  <a:pt x="537" y="324"/>
                </a:lnTo>
                <a:lnTo>
                  <a:pt x="493" y="393"/>
                </a:lnTo>
                <a:lnTo>
                  <a:pt x="493" y="407"/>
                </a:lnTo>
                <a:lnTo>
                  <a:pt x="511" y="411"/>
                </a:lnTo>
                <a:lnTo>
                  <a:pt x="554" y="396"/>
                </a:lnTo>
                <a:lnTo>
                  <a:pt x="572" y="411"/>
                </a:lnTo>
                <a:lnTo>
                  <a:pt x="583" y="500"/>
                </a:lnTo>
                <a:lnTo>
                  <a:pt x="615" y="536"/>
                </a:lnTo>
                <a:lnTo>
                  <a:pt x="665" y="561"/>
                </a:lnTo>
                <a:lnTo>
                  <a:pt x="714" y="568"/>
                </a:lnTo>
                <a:lnTo>
                  <a:pt x="768" y="550"/>
                </a:lnTo>
                <a:lnTo>
                  <a:pt x="797" y="553"/>
                </a:lnTo>
                <a:lnTo>
                  <a:pt x="837" y="578"/>
                </a:lnTo>
                <a:lnTo>
                  <a:pt x="869" y="617"/>
                </a:lnTo>
                <a:lnTo>
                  <a:pt x="901" y="654"/>
                </a:lnTo>
                <a:lnTo>
                  <a:pt x="940" y="672"/>
                </a:lnTo>
                <a:lnTo>
                  <a:pt x="994" y="649"/>
                </a:lnTo>
                <a:lnTo>
                  <a:pt x="1065" y="668"/>
                </a:lnTo>
                <a:lnTo>
                  <a:pt x="1083" y="703"/>
                </a:lnTo>
                <a:lnTo>
                  <a:pt x="1079" y="742"/>
                </a:lnTo>
                <a:lnTo>
                  <a:pt x="1065" y="792"/>
                </a:lnTo>
                <a:lnTo>
                  <a:pt x="1072" y="832"/>
                </a:lnTo>
                <a:lnTo>
                  <a:pt x="1098" y="846"/>
                </a:lnTo>
                <a:lnTo>
                  <a:pt x="1123" y="857"/>
                </a:lnTo>
                <a:lnTo>
                  <a:pt x="1137" y="882"/>
                </a:lnTo>
                <a:lnTo>
                  <a:pt x="1104" y="908"/>
                </a:lnTo>
                <a:lnTo>
                  <a:pt x="1116" y="961"/>
                </a:lnTo>
                <a:lnTo>
                  <a:pt x="1147" y="1001"/>
                </a:lnTo>
                <a:lnTo>
                  <a:pt x="1169" y="1047"/>
                </a:lnTo>
                <a:lnTo>
                  <a:pt x="1181" y="1104"/>
                </a:lnTo>
                <a:lnTo>
                  <a:pt x="1140" y="1114"/>
                </a:lnTo>
                <a:lnTo>
                  <a:pt x="1130" y="1100"/>
                </a:lnTo>
                <a:lnTo>
                  <a:pt x="1123" y="1060"/>
                </a:lnTo>
                <a:lnTo>
                  <a:pt x="1116" y="1042"/>
                </a:lnTo>
                <a:lnTo>
                  <a:pt x="1094" y="1054"/>
                </a:lnTo>
                <a:lnTo>
                  <a:pt x="1087" y="1072"/>
                </a:lnTo>
                <a:lnTo>
                  <a:pt x="1070" y="1072"/>
                </a:lnTo>
                <a:lnTo>
                  <a:pt x="1051" y="1054"/>
                </a:lnTo>
                <a:lnTo>
                  <a:pt x="1019" y="1065"/>
                </a:lnTo>
                <a:lnTo>
                  <a:pt x="1008" y="1089"/>
                </a:lnTo>
                <a:lnTo>
                  <a:pt x="990" y="1096"/>
                </a:lnTo>
                <a:lnTo>
                  <a:pt x="959" y="1082"/>
                </a:lnTo>
                <a:lnTo>
                  <a:pt x="922" y="1086"/>
                </a:lnTo>
                <a:lnTo>
                  <a:pt x="904" y="1096"/>
                </a:lnTo>
                <a:lnTo>
                  <a:pt x="908" y="1107"/>
                </a:lnTo>
                <a:lnTo>
                  <a:pt x="930" y="1111"/>
                </a:lnTo>
                <a:lnTo>
                  <a:pt x="959" y="1118"/>
                </a:lnTo>
                <a:lnTo>
                  <a:pt x="973" y="1132"/>
                </a:lnTo>
                <a:lnTo>
                  <a:pt x="968" y="1153"/>
                </a:lnTo>
                <a:lnTo>
                  <a:pt x="915" y="1179"/>
                </a:lnTo>
                <a:lnTo>
                  <a:pt x="894" y="1197"/>
                </a:lnTo>
                <a:lnTo>
                  <a:pt x="887" y="1225"/>
                </a:lnTo>
                <a:lnTo>
                  <a:pt x="894" y="1261"/>
                </a:lnTo>
                <a:lnTo>
                  <a:pt x="918" y="1301"/>
                </a:lnTo>
                <a:lnTo>
                  <a:pt x="951" y="1338"/>
                </a:lnTo>
                <a:lnTo>
                  <a:pt x="962" y="1371"/>
                </a:lnTo>
                <a:lnTo>
                  <a:pt x="959" y="1412"/>
                </a:lnTo>
                <a:lnTo>
                  <a:pt x="944" y="1436"/>
                </a:lnTo>
                <a:lnTo>
                  <a:pt x="936" y="1478"/>
                </a:lnTo>
                <a:lnTo>
                  <a:pt x="879" y="1474"/>
                </a:lnTo>
                <a:lnTo>
                  <a:pt x="851" y="1461"/>
                </a:lnTo>
                <a:lnTo>
                  <a:pt x="833" y="1443"/>
                </a:lnTo>
                <a:lnTo>
                  <a:pt x="807" y="1443"/>
                </a:lnTo>
                <a:lnTo>
                  <a:pt x="779" y="1446"/>
                </a:lnTo>
                <a:lnTo>
                  <a:pt x="765" y="1465"/>
                </a:lnTo>
                <a:lnTo>
                  <a:pt x="747" y="1465"/>
                </a:lnTo>
                <a:lnTo>
                  <a:pt x="729" y="1465"/>
                </a:lnTo>
                <a:lnTo>
                  <a:pt x="698" y="1453"/>
                </a:lnTo>
                <a:lnTo>
                  <a:pt x="657" y="1446"/>
                </a:lnTo>
                <a:lnTo>
                  <a:pt x="626" y="1465"/>
                </a:lnTo>
                <a:lnTo>
                  <a:pt x="608" y="1465"/>
                </a:lnTo>
                <a:lnTo>
                  <a:pt x="587" y="1446"/>
                </a:lnTo>
                <a:lnTo>
                  <a:pt x="565" y="1400"/>
                </a:lnTo>
                <a:lnTo>
                  <a:pt x="537" y="1361"/>
                </a:lnTo>
                <a:lnTo>
                  <a:pt x="447" y="1329"/>
                </a:lnTo>
                <a:lnTo>
                  <a:pt x="358" y="1271"/>
                </a:lnTo>
                <a:lnTo>
                  <a:pt x="287" y="1246"/>
                </a:lnTo>
                <a:lnTo>
                  <a:pt x="243" y="1243"/>
                </a:lnTo>
                <a:lnTo>
                  <a:pt x="208" y="1250"/>
                </a:lnTo>
                <a:lnTo>
                  <a:pt x="179" y="1246"/>
                </a:lnTo>
                <a:lnTo>
                  <a:pt x="169" y="1227"/>
                </a:lnTo>
                <a:lnTo>
                  <a:pt x="169" y="1197"/>
                </a:lnTo>
                <a:lnTo>
                  <a:pt x="176" y="1167"/>
                </a:lnTo>
                <a:lnTo>
                  <a:pt x="165" y="1165"/>
                </a:lnTo>
                <a:lnTo>
                  <a:pt x="114" y="1167"/>
                </a:lnTo>
                <a:lnTo>
                  <a:pt x="79" y="1161"/>
                </a:lnTo>
                <a:lnTo>
                  <a:pt x="43" y="1135"/>
                </a:lnTo>
                <a:lnTo>
                  <a:pt x="8" y="1107"/>
                </a:lnTo>
                <a:lnTo>
                  <a:pt x="0" y="108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87" name="Freeform 186"/>
          <p:cNvSpPr>
            <a:spLocks/>
          </p:cNvSpPr>
          <p:nvPr/>
        </p:nvSpPr>
        <p:spPr bwMode="auto">
          <a:xfrm>
            <a:off x="2129039" y="4871143"/>
            <a:ext cx="141976" cy="189068"/>
          </a:xfrm>
          <a:custGeom>
            <a:avLst/>
            <a:gdLst/>
            <a:ahLst/>
            <a:cxnLst>
              <a:cxn ang="0">
                <a:pos x="44" y="435"/>
              </a:cxn>
              <a:cxn ang="0">
                <a:pos x="81" y="395"/>
              </a:cxn>
              <a:cxn ang="0">
                <a:pos x="78" y="360"/>
              </a:cxn>
              <a:cxn ang="0">
                <a:pos x="46" y="375"/>
              </a:cxn>
              <a:cxn ang="0">
                <a:pos x="21" y="379"/>
              </a:cxn>
              <a:cxn ang="0">
                <a:pos x="8" y="363"/>
              </a:cxn>
              <a:cxn ang="0">
                <a:pos x="0" y="326"/>
              </a:cxn>
              <a:cxn ang="0">
                <a:pos x="15" y="249"/>
              </a:cxn>
              <a:cxn ang="0">
                <a:pos x="61" y="113"/>
              </a:cxn>
              <a:cxn ang="0">
                <a:pos x="81" y="49"/>
              </a:cxn>
              <a:cxn ang="0">
                <a:pos x="118" y="18"/>
              </a:cxn>
              <a:cxn ang="0">
                <a:pos x="151" y="18"/>
              </a:cxn>
              <a:cxn ang="0">
                <a:pos x="222" y="71"/>
              </a:cxn>
              <a:cxn ang="0">
                <a:pos x="303" y="75"/>
              </a:cxn>
              <a:cxn ang="0">
                <a:pos x="312" y="107"/>
              </a:cxn>
              <a:cxn ang="0">
                <a:pos x="322" y="157"/>
              </a:cxn>
              <a:cxn ang="0">
                <a:pos x="386" y="157"/>
              </a:cxn>
              <a:cxn ang="0">
                <a:pos x="497" y="182"/>
              </a:cxn>
              <a:cxn ang="0">
                <a:pos x="511" y="243"/>
              </a:cxn>
              <a:cxn ang="0">
                <a:pos x="518" y="303"/>
              </a:cxn>
              <a:cxn ang="0">
                <a:pos x="476" y="354"/>
              </a:cxn>
              <a:cxn ang="0">
                <a:pos x="446" y="395"/>
              </a:cxn>
              <a:cxn ang="0">
                <a:pos x="351" y="428"/>
              </a:cxn>
              <a:cxn ang="0">
                <a:pos x="261" y="467"/>
              </a:cxn>
              <a:cxn ang="0">
                <a:pos x="240" y="550"/>
              </a:cxn>
              <a:cxn ang="0">
                <a:pos x="197" y="633"/>
              </a:cxn>
              <a:cxn ang="0">
                <a:pos x="139" y="647"/>
              </a:cxn>
              <a:cxn ang="0">
                <a:pos x="114" y="607"/>
              </a:cxn>
              <a:cxn ang="0">
                <a:pos x="72" y="610"/>
              </a:cxn>
              <a:cxn ang="0">
                <a:pos x="54" y="582"/>
              </a:cxn>
              <a:cxn ang="0">
                <a:pos x="46" y="499"/>
              </a:cxn>
              <a:cxn ang="0">
                <a:pos x="12" y="478"/>
              </a:cxn>
            </a:cxnLst>
            <a:rect l="0" t="0" r="r" b="b"/>
            <a:pathLst>
              <a:path w="522" h="650">
                <a:moveTo>
                  <a:pt x="12" y="478"/>
                </a:moveTo>
                <a:lnTo>
                  <a:pt x="44" y="435"/>
                </a:lnTo>
                <a:lnTo>
                  <a:pt x="65" y="417"/>
                </a:lnTo>
                <a:lnTo>
                  <a:pt x="81" y="395"/>
                </a:lnTo>
                <a:lnTo>
                  <a:pt x="86" y="379"/>
                </a:lnTo>
                <a:lnTo>
                  <a:pt x="78" y="360"/>
                </a:lnTo>
                <a:lnTo>
                  <a:pt x="65" y="360"/>
                </a:lnTo>
                <a:lnTo>
                  <a:pt x="46" y="375"/>
                </a:lnTo>
                <a:lnTo>
                  <a:pt x="36" y="382"/>
                </a:lnTo>
                <a:lnTo>
                  <a:pt x="21" y="379"/>
                </a:lnTo>
                <a:lnTo>
                  <a:pt x="15" y="370"/>
                </a:lnTo>
                <a:lnTo>
                  <a:pt x="8" y="363"/>
                </a:lnTo>
                <a:lnTo>
                  <a:pt x="0" y="343"/>
                </a:lnTo>
                <a:lnTo>
                  <a:pt x="0" y="326"/>
                </a:lnTo>
                <a:lnTo>
                  <a:pt x="3" y="307"/>
                </a:lnTo>
                <a:lnTo>
                  <a:pt x="15" y="249"/>
                </a:lnTo>
                <a:lnTo>
                  <a:pt x="32" y="190"/>
                </a:lnTo>
                <a:lnTo>
                  <a:pt x="61" y="113"/>
                </a:lnTo>
                <a:lnTo>
                  <a:pt x="72" y="75"/>
                </a:lnTo>
                <a:lnTo>
                  <a:pt x="81" y="49"/>
                </a:lnTo>
                <a:lnTo>
                  <a:pt x="93" y="39"/>
                </a:lnTo>
                <a:lnTo>
                  <a:pt x="118" y="18"/>
                </a:lnTo>
                <a:lnTo>
                  <a:pt x="143" y="0"/>
                </a:lnTo>
                <a:lnTo>
                  <a:pt x="151" y="18"/>
                </a:lnTo>
                <a:lnTo>
                  <a:pt x="186" y="49"/>
                </a:lnTo>
                <a:lnTo>
                  <a:pt x="222" y="71"/>
                </a:lnTo>
                <a:lnTo>
                  <a:pt x="257" y="79"/>
                </a:lnTo>
                <a:lnTo>
                  <a:pt x="303" y="75"/>
                </a:lnTo>
                <a:lnTo>
                  <a:pt x="319" y="81"/>
                </a:lnTo>
                <a:lnTo>
                  <a:pt x="312" y="107"/>
                </a:lnTo>
                <a:lnTo>
                  <a:pt x="308" y="139"/>
                </a:lnTo>
                <a:lnTo>
                  <a:pt x="322" y="157"/>
                </a:lnTo>
                <a:lnTo>
                  <a:pt x="351" y="160"/>
                </a:lnTo>
                <a:lnTo>
                  <a:pt x="386" y="157"/>
                </a:lnTo>
                <a:lnTo>
                  <a:pt x="430" y="160"/>
                </a:lnTo>
                <a:lnTo>
                  <a:pt x="497" y="182"/>
                </a:lnTo>
                <a:lnTo>
                  <a:pt x="490" y="210"/>
                </a:lnTo>
                <a:lnTo>
                  <a:pt x="511" y="243"/>
                </a:lnTo>
                <a:lnTo>
                  <a:pt x="522" y="278"/>
                </a:lnTo>
                <a:lnTo>
                  <a:pt x="518" y="303"/>
                </a:lnTo>
                <a:lnTo>
                  <a:pt x="504" y="332"/>
                </a:lnTo>
                <a:lnTo>
                  <a:pt x="476" y="354"/>
                </a:lnTo>
                <a:lnTo>
                  <a:pt x="458" y="367"/>
                </a:lnTo>
                <a:lnTo>
                  <a:pt x="446" y="395"/>
                </a:lnTo>
                <a:lnTo>
                  <a:pt x="426" y="414"/>
                </a:lnTo>
                <a:lnTo>
                  <a:pt x="351" y="428"/>
                </a:lnTo>
                <a:lnTo>
                  <a:pt x="279" y="457"/>
                </a:lnTo>
                <a:lnTo>
                  <a:pt x="261" y="467"/>
                </a:lnTo>
                <a:lnTo>
                  <a:pt x="247" y="493"/>
                </a:lnTo>
                <a:lnTo>
                  <a:pt x="240" y="550"/>
                </a:lnTo>
                <a:lnTo>
                  <a:pt x="222" y="603"/>
                </a:lnTo>
                <a:lnTo>
                  <a:pt x="197" y="633"/>
                </a:lnTo>
                <a:lnTo>
                  <a:pt x="160" y="650"/>
                </a:lnTo>
                <a:lnTo>
                  <a:pt x="139" y="647"/>
                </a:lnTo>
                <a:lnTo>
                  <a:pt x="129" y="621"/>
                </a:lnTo>
                <a:lnTo>
                  <a:pt x="114" y="607"/>
                </a:lnTo>
                <a:lnTo>
                  <a:pt x="93" y="601"/>
                </a:lnTo>
                <a:lnTo>
                  <a:pt x="72" y="610"/>
                </a:lnTo>
                <a:lnTo>
                  <a:pt x="58" y="603"/>
                </a:lnTo>
                <a:lnTo>
                  <a:pt x="54" y="582"/>
                </a:lnTo>
                <a:lnTo>
                  <a:pt x="61" y="539"/>
                </a:lnTo>
                <a:lnTo>
                  <a:pt x="46" y="499"/>
                </a:lnTo>
                <a:lnTo>
                  <a:pt x="21" y="478"/>
                </a:lnTo>
                <a:lnTo>
                  <a:pt x="12" y="47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88" name="Freeform 187"/>
          <p:cNvSpPr>
            <a:spLocks/>
          </p:cNvSpPr>
          <p:nvPr/>
        </p:nvSpPr>
        <p:spPr bwMode="auto">
          <a:xfrm>
            <a:off x="2616981" y="4645650"/>
            <a:ext cx="119130" cy="206413"/>
          </a:xfrm>
          <a:custGeom>
            <a:avLst/>
            <a:gdLst/>
            <a:ahLst/>
            <a:cxnLst>
              <a:cxn ang="0">
                <a:pos x="107" y="0"/>
              </a:cxn>
              <a:cxn ang="0">
                <a:pos x="167" y="3"/>
              </a:cxn>
              <a:cxn ang="0">
                <a:pos x="185" y="7"/>
              </a:cxn>
              <a:cxn ang="0">
                <a:pos x="211" y="14"/>
              </a:cxn>
              <a:cxn ang="0">
                <a:pos x="222" y="25"/>
              </a:cxn>
              <a:cxn ang="0">
                <a:pos x="264" y="82"/>
              </a:cxn>
              <a:cxn ang="0">
                <a:pos x="282" y="100"/>
              </a:cxn>
              <a:cxn ang="0">
                <a:pos x="303" y="121"/>
              </a:cxn>
              <a:cxn ang="0">
                <a:pos x="314" y="143"/>
              </a:cxn>
              <a:cxn ang="0">
                <a:pos x="326" y="169"/>
              </a:cxn>
              <a:cxn ang="0">
                <a:pos x="342" y="193"/>
              </a:cxn>
              <a:cxn ang="0">
                <a:pos x="349" y="200"/>
              </a:cxn>
              <a:cxn ang="0">
                <a:pos x="361" y="210"/>
              </a:cxn>
              <a:cxn ang="0">
                <a:pos x="382" y="225"/>
              </a:cxn>
              <a:cxn ang="0">
                <a:pos x="370" y="231"/>
              </a:cxn>
              <a:cxn ang="0">
                <a:pos x="357" y="289"/>
              </a:cxn>
              <a:cxn ang="0">
                <a:pos x="349" y="310"/>
              </a:cxn>
              <a:cxn ang="0">
                <a:pos x="333" y="329"/>
              </a:cxn>
              <a:cxn ang="0">
                <a:pos x="317" y="340"/>
              </a:cxn>
              <a:cxn ang="0">
                <a:pos x="300" y="342"/>
              </a:cxn>
              <a:cxn ang="0">
                <a:pos x="289" y="361"/>
              </a:cxn>
              <a:cxn ang="0">
                <a:pos x="300" y="382"/>
              </a:cxn>
              <a:cxn ang="0">
                <a:pos x="308" y="407"/>
              </a:cxn>
              <a:cxn ang="0">
                <a:pos x="308" y="444"/>
              </a:cxn>
              <a:cxn ang="0">
                <a:pos x="336" y="481"/>
              </a:cxn>
              <a:cxn ang="0">
                <a:pos x="378" y="514"/>
              </a:cxn>
              <a:cxn ang="0">
                <a:pos x="400" y="546"/>
              </a:cxn>
              <a:cxn ang="0">
                <a:pos x="407" y="589"/>
              </a:cxn>
              <a:cxn ang="0">
                <a:pos x="435" y="608"/>
              </a:cxn>
              <a:cxn ang="0">
                <a:pos x="374" y="643"/>
              </a:cxn>
              <a:cxn ang="0">
                <a:pos x="326" y="696"/>
              </a:cxn>
              <a:cxn ang="0">
                <a:pos x="296" y="714"/>
              </a:cxn>
              <a:cxn ang="0">
                <a:pos x="235" y="714"/>
              </a:cxn>
              <a:cxn ang="0">
                <a:pos x="182" y="700"/>
              </a:cxn>
              <a:cxn ang="0">
                <a:pos x="164" y="675"/>
              </a:cxn>
              <a:cxn ang="0">
                <a:pos x="146" y="611"/>
              </a:cxn>
              <a:cxn ang="0">
                <a:pos x="132" y="578"/>
              </a:cxn>
              <a:cxn ang="0">
                <a:pos x="111" y="560"/>
              </a:cxn>
              <a:cxn ang="0">
                <a:pos x="114" y="536"/>
              </a:cxn>
              <a:cxn ang="0">
                <a:pos x="127" y="500"/>
              </a:cxn>
              <a:cxn ang="0">
                <a:pos x="135" y="457"/>
              </a:cxn>
              <a:cxn ang="0">
                <a:pos x="121" y="415"/>
              </a:cxn>
              <a:cxn ang="0">
                <a:pos x="118" y="375"/>
              </a:cxn>
              <a:cxn ang="0">
                <a:pos x="100" y="350"/>
              </a:cxn>
              <a:cxn ang="0">
                <a:pos x="71" y="350"/>
              </a:cxn>
              <a:cxn ang="0">
                <a:pos x="39" y="333"/>
              </a:cxn>
              <a:cxn ang="0">
                <a:pos x="21" y="278"/>
              </a:cxn>
              <a:cxn ang="0">
                <a:pos x="24" y="239"/>
              </a:cxn>
              <a:cxn ang="0">
                <a:pos x="17" y="210"/>
              </a:cxn>
              <a:cxn ang="0">
                <a:pos x="0" y="193"/>
              </a:cxn>
              <a:cxn ang="0">
                <a:pos x="17" y="174"/>
              </a:cxn>
              <a:cxn ang="0">
                <a:pos x="71" y="172"/>
              </a:cxn>
              <a:cxn ang="0">
                <a:pos x="88" y="153"/>
              </a:cxn>
              <a:cxn ang="0">
                <a:pos x="35" y="139"/>
              </a:cxn>
              <a:cxn ang="0">
                <a:pos x="24" y="107"/>
              </a:cxn>
              <a:cxn ang="0">
                <a:pos x="32" y="86"/>
              </a:cxn>
              <a:cxn ang="0">
                <a:pos x="58" y="74"/>
              </a:cxn>
              <a:cxn ang="0">
                <a:pos x="86" y="67"/>
              </a:cxn>
              <a:cxn ang="0">
                <a:pos x="100" y="54"/>
              </a:cxn>
              <a:cxn ang="0">
                <a:pos x="104" y="14"/>
              </a:cxn>
              <a:cxn ang="0">
                <a:pos x="107" y="0"/>
              </a:cxn>
            </a:cxnLst>
            <a:rect l="0" t="0" r="r" b="b"/>
            <a:pathLst>
              <a:path w="435" h="714">
                <a:moveTo>
                  <a:pt x="107" y="0"/>
                </a:moveTo>
                <a:lnTo>
                  <a:pt x="167" y="3"/>
                </a:lnTo>
                <a:lnTo>
                  <a:pt x="185" y="7"/>
                </a:lnTo>
                <a:lnTo>
                  <a:pt x="211" y="14"/>
                </a:lnTo>
                <a:lnTo>
                  <a:pt x="222" y="25"/>
                </a:lnTo>
                <a:lnTo>
                  <a:pt x="264" y="82"/>
                </a:lnTo>
                <a:lnTo>
                  <a:pt x="282" y="100"/>
                </a:lnTo>
                <a:lnTo>
                  <a:pt x="303" y="121"/>
                </a:lnTo>
                <a:lnTo>
                  <a:pt x="314" y="143"/>
                </a:lnTo>
                <a:lnTo>
                  <a:pt x="326" y="169"/>
                </a:lnTo>
                <a:lnTo>
                  <a:pt x="342" y="193"/>
                </a:lnTo>
                <a:lnTo>
                  <a:pt x="349" y="200"/>
                </a:lnTo>
                <a:lnTo>
                  <a:pt x="361" y="210"/>
                </a:lnTo>
                <a:lnTo>
                  <a:pt x="382" y="225"/>
                </a:lnTo>
                <a:lnTo>
                  <a:pt x="370" y="231"/>
                </a:lnTo>
                <a:lnTo>
                  <a:pt x="357" y="289"/>
                </a:lnTo>
                <a:lnTo>
                  <a:pt x="349" y="310"/>
                </a:lnTo>
                <a:lnTo>
                  <a:pt x="333" y="329"/>
                </a:lnTo>
                <a:lnTo>
                  <a:pt x="317" y="340"/>
                </a:lnTo>
                <a:lnTo>
                  <a:pt x="300" y="342"/>
                </a:lnTo>
                <a:lnTo>
                  <a:pt x="289" y="361"/>
                </a:lnTo>
                <a:lnTo>
                  <a:pt x="300" y="382"/>
                </a:lnTo>
                <a:lnTo>
                  <a:pt x="308" y="407"/>
                </a:lnTo>
                <a:lnTo>
                  <a:pt x="308" y="444"/>
                </a:lnTo>
                <a:lnTo>
                  <a:pt x="336" y="481"/>
                </a:lnTo>
                <a:lnTo>
                  <a:pt x="378" y="514"/>
                </a:lnTo>
                <a:lnTo>
                  <a:pt x="400" y="546"/>
                </a:lnTo>
                <a:lnTo>
                  <a:pt x="407" y="589"/>
                </a:lnTo>
                <a:lnTo>
                  <a:pt x="435" y="608"/>
                </a:lnTo>
                <a:lnTo>
                  <a:pt x="374" y="643"/>
                </a:lnTo>
                <a:lnTo>
                  <a:pt x="326" y="696"/>
                </a:lnTo>
                <a:lnTo>
                  <a:pt x="296" y="714"/>
                </a:lnTo>
                <a:lnTo>
                  <a:pt x="235" y="714"/>
                </a:lnTo>
                <a:lnTo>
                  <a:pt x="182" y="700"/>
                </a:lnTo>
                <a:lnTo>
                  <a:pt x="164" y="675"/>
                </a:lnTo>
                <a:lnTo>
                  <a:pt x="146" y="611"/>
                </a:lnTo>
                <a:lnTo>
                  <a:pt x="132" y="578"/>
                </a:lnTo>
                <a:lnTo>
                  <a:pt x="111" y="560"/>
                </a:lnTo>
                <a:lnTo>
                  <a:pt x="114" y="536"/>
                </a:lnTo>
                <a:lnTo>
                  <a:pt x="127" y="500"/>
                </a:lnTo>
                <a:lnTo>
                  <a:pt x="135" y="457"/>
                </a:lnTo>
                <a:lnTo>
                  <a:pt x="121" y="415"/>
                </a:lnTo>
                <a:lnTo>
                  <a:pt x="118" y="375"/>
                </a:lnTo>
                <a:lnTo>
                  <a:pt x="100" y="350"/>
                </a:lnTo>
                <a:lnTo>
                  <a:pt x="71" y="350"/>
                </a:lnTo>
                <a:lnTo>
                  <a:pt x="39" y="333"/>
                </a:lnTo>
                <a:lnTo>
                  <a:pt x="21" y="278"/>
                </a:lnTo>
                <a:lnTo>
                  <a:pt x="24" y="239"/>
                </a:lnTo>
                <a:lnTo>
                  <a:pt x="17" y="210"/>
                </a:lnTo>
                <a:lnTo>
                  <a:pt x="0" y="193"/>
                </a:lnTo>
                <a:lnTo>
                  <a:pt x="17" y="174"/>
                </a:lnTo>
                <a:lnTo>
                  <a:pt x="71" y="172"/>
                </a:lnTo>
                <a:lnTo>
                  <a:pt x="88" y="153"/>
                </a:lnTo>
                <a:lnTo>
                  <a:pt x="35" y="139"/>
                </a:lnTo>
                <a:lnTo>
                  <a:pt x="24" y="107"/>
                </a:lnTo>
                <a:lnTo>
                  <a:pt x="32" y="86"/>
                </a:lnTo>
                <a:lnTo>
                  <a:pt x="58" y="74"/>
                </a:lnTo>
                <a:lnTo>
                  <a:pt x="86" y="67"/>
                </a:lnTo>
                <a:lnTo>
                  <a:pt x="100" y="54"/>
                </a:lnTo>
                <a:lnTo>
                  <a:pt x="104" y="14"/>
                </a:lnTo>
                <a:lnTo>
                  <a:pt x="107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89" name="Freeform 188"/>
          <p:cNvSpPr>
            <a:spLocks/>
          </p:cNvSpPr>
          <p:nvPr/>
        </p:nvSpPr>
        <p:spPr bwMode="auto">
          <a:xfrm>
            <a:off x="2695313" y="4701156"/>
            <a:ext cx="106074" cy="119685"/>
          </a:xfrm>
          <a:custGeom>
            <a:avLst/>
            <a:gdLst/>
            <a:ahLst/>
            <a:cxnLst>
              <a:cxn ang="0">
                <a:pos x="93" y="32"/>
              </a:cxn>
              <a:cxn ang="0">
                <a:pos x="133" y="39"/>
              </a:cxn>
              <a:cxn ang="0">
                <a:pos x="187" y="20"/>
              </a:cxn>
              <a:cxn ang="0">
                <a:pos x="207" y="20"/>
              </a:cxn>
              <a:cxn ang="0">
                <a:pos x="261" y="13"/>
              </a:cxn>
              <a:cxn ang="0">
                <a:pos x="318" y="0"/>
              </a:cxn>
              <a:cxn ang="0">
                <a:pos x="394" y="0"/>
              </a:cxn>
              <a:cxn ang="0">
                <a:pos x="383" y="0"/>
              </a:cxn>
              <a:cxn ang="0">
                <a:pos x="364" y="20"/>
              </a:cxn>
              <a:cxn ang="0">
                <a:pos x="339" y="71"/>
              </a:cxn>
              <a:cxn ang="0">
                <a:pos x="333" y="88"/>
              </a:cxn>
              <a:cxn ang="0">
                <a:pos x="333" y="106"/>
              </a:cxn>
              <a:cxn ang="0">
                <a:pos x="333" y="124"/>
              </a:cxn>
              <a:cxn ang="0">
                <a:pos x="344" y="146"/>
              </a:cxn>
              <a:cxn ang="0">
                <a:pos x="364" y="185"/>
              </a:cxn>
              <a:cxn ang="0">
                <a:pos x="379" y="217"/>
              </a:cxn>
              <a:cxn ang="0">
                <a:pos x="376" y="249"/>
              </a:cxn>
              <a:cxn ang="0">
                <a:pos x="358" y="282"/>
              </a:cxn>
              <a:cxn ang="0">
                <a:pos x="318" y="335"/>
              </a:cxn>
              <a:cxn ang="0">
                <a:pos x="311" y="321"/>
              </a:cxn>
              <a:cxn ang="0">
                <a:pos x="294" y="324"/>
              </a:cxn>
              <a:cxn ang="0">
                <a:pos x="276" y="324"/>
              </a:cxn>
              <a:cxn ang="0">
                <a:pos x="272" y="353"/>
              </a:cxn>
              <a:cxn ang="0">
                <a:pos x="251" y="365"/>
              </a:cxn>
              <a:cxn ang="0">
                <a:pos x="233" y="342"/>
              </a:cxn>
              <a:cxn ang="0">
                <a:pos x="207" y="342"/>
              </a:cxn>
              <a:cxn ang="0">
                <a:pos x="191" y="378"/>
              </a:cxn>
              <a:cxn ang="0">
                <a:pos x="175" y="402"/>
              </a:cxn>
              <a:cxn ang="0">
                <a:pos x="150" y="414"/>
              </a:cxn>
              <a:cxn ang="0">
                <a:pos x="122" y="395"/>
              </a:cxn>
              <a:cxn ang="0">
                <a:pos x="115" y="353"/>
              </a:cxn>
              <a:cxn ang="0">
                <a:pos x="93" y="321"/>
              </a:cxn>
              <a:cxn ang="0">
                <a:pos x="51" y="291"/>
              </a:cxn>
              <a:cxn ang="0">
                <a:pos x="23" y="249"/>
              </a:cxn>
              <a:cxn ang="0">
                <a:pos x="23" y="217"/>
              </a:cxn>
              <a:cxn ang="0">
                <a:pos x="11" y="189"/>
              </a:cxn>
              <a:cxn ang="0">
                <a:pos x="0" y="171"/>
              </a:cxn>
              <a:cxn ang="0">
                <a:pos x="11" y="152"/>
              </a:cxn>
              <a:cxn ang="0">
                <a:pos x="32" y="146"/>
              </a:cxn>
              <a:cxn ang="0">
                <a:pos x="48" y="139"/>
              </a:cxn>
              <a:cxn ang="0">
                <a:pos x="64" y="118"/>
              </a:cxn>
              <a:cxn ang="0">
                <a:pos x="69" y="95"/>
              </a:cxn>
              <a:cxn ang="0">
                <a:pos x="85" y="39"/>
              </a:cxn>
              <a:cxn ang="0">
                <a:pos x="93" y="32"/>
              </a:cxn>
            </a:cxnLst>
            <a:rect l="0" t="0" r="r" b="b"/>
            <a:pathLst>
              <a:path w="394" h="414">
                <a:moveTo>
                  <a:pt x="93" y="32"/>
                </a:moveTo>
                <a:lnTo>
                  <a:pt x="133" y="39"/>
                </a:lnTo>
                <a:lnTo>
                  <a:pt x="187" y="20"/>
                </a:lnTo>
                <a:lnTo>
                  <a:pt x="207" y="20"/>
                </a:lnTo>
                <a:lnTo>
                  <a:pt x="261" y="13"/>
                </a:lnTo>
                <a:lnTo>
                  <a:pt x="318" y="0"/>
                </a:lnTo>
                <a:lnTo>
                  <a:pt x="394" y="0"/>
                </a:lnTo>
                <a:lnTo>
                  <a:pt x="383" y="0"/>
                </a:lnTo>
                <a:lnTo>
                  <a:pt x="364" y="20"/>
                </a:lnTo>
                <a:lnTo>
                  <a:pt x="339" y="71"/>
                </a:lnTo>
                <a:lnTo>
                  <a:pt x="333" y="88"/>
                </a:lnTo>
                <a:lnTo>
                  <a:pt x="333" y="106"/>
                </a:lnTo>
                <a:lnTo>
                  <a:pt x="333" y="124"/>
                </a:lnTo>
                <a:lnTo>
                  <a:pt x="344" y="146"/>
                </a:lnTo>
                <a:lnTo>
                  <a:pt x="364" y="185"/>
                </a:lnTo>
                <a:lnTo>
                  <a:pt x="379" y="217"/>
                </a:lnTo>
                <a:lnTo>
                  <a:pt x="376" y="249"/>
                </a:lnTo>
                <a:lnTo>
                  <a:pt x="358" y="282"/>
                </a:lnTo>
                <a:lnTo>
                  <a:pt x="318" y="335"/>
                </a:lnTo>
                <a:lnTo>
                  <a:pt x="311" y="321"/>
                </a:lnTo>
                <a:lnTo>
                  <a:pt x="294" y="324"/>
                </a:lnTo>
                <a:lnTo>
                  <a:pt x="276" y="324"/>
                </a:lnTo>
                <a:lnTo>
                  <a:pt x="272" y="353"/>
                </a:lnTo>
                <a:lnTo>
                  <a:pt x="251" y="365"/>
                </a:lnTo>
                <a:lnTo>
                  <a:pt x="233" y="342"/>
                </a:lnTo>
                <a:lnTo>
                  <a:pt x="207" y="342"/>
                </a:lnTo>
                <a:lnTo>
                  <a:pt x="191" y="378"/>
                </a:lnTo>
                <a:lnTo>
                  <a:pt x="175" y="402"/>
                </a:lnTo>
                <a:lnTo>
                  <a:pt x="150" y="414"/>
                </a:lnTo>
                <a:lnTo>
                  <a:pt x="122" y="395"/>
                </a:lnTo>
                <a:lnTo>
                  <a:pt x="115" y="353"/>
                </a:lnTo>
                <a:lnTo>
                  <a:pt x="93" y="321"/>
                </a:lnTo>
                <a:lnTo>
                  <a:pt x="51" y="291"/>
                </a:lnTo>
                <a:lnTo>
                  <a:pt x="23" y="249"/>
                </a:lnTo>
                <a:lnTo>
                  <a:pt x="23" y="217"/>
                </a:lnTo>
                <a:lnTo>
                  <a:pt x="11" y="189"/>
                </a:lnTo>
                <a:lnTo>
                  <a:pt x="0" y="171"/>
                </a:lnTo>
                <a:lnTo>
                  <a:pt x="11" y="152"/>
                </a:lnTo>
                <a:lnTo>
                  <a:pt x="32" y="146"/>
                </a:lnTo>
                <a:lnTo>
                  <a:pt x="48" y="139"/>
                </a:lnTo>
                <a:lnTo>
                  <a:pt x="64" y="118"/>
                </a:lnTo>
                <a:lnTo>
                  <a:pt x="69" y="95"/>
                </a:lnTo>
                <a:lnTo>
                  <a:pt x="85" y="39"/>
                </a:lnTo>
                <a:lnTo>
                  <a:pt x="93" y="32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90" name="Freeform 189"/>
          <p:cNvSpPr>
            <a:spLocks/>
          </p:cNvSpPr>
          <p:nvPr/>
        </p:nvSpPr>
        <p:spPr bwMode="auto">
          <a:xfrm>
            <a:off x="2778543" y="4701156"/>
            <a:ext cx="84859" cy="117950"/>
          </a:xfrm>
          <a:custGeom>
            <a:avLst/>
            <a:gdLst/>
            <a:ahLst/>
            <a:cxnLst>
              <a:cxn ang="0">
                <a:pos x="87" y="0"/>
              </a:cxn>
              <a:cxn ang="0">
                <a:pos x="198" y="7"/>
              </a:cxn>
              <a:cxn ang="0">
                <a:pos x="219" y="7"/>
              </a:cxn>
              <a:cxn ang="0">
                <a:pos x="237" y="20"/>
              </a:cxn>
              <a:cxn ang="0">
                <a:pos x="276" y="53"/>
              </a:cxn>
              <a:cxn ang="0">
                <a:pos x="294" y="60"/>
              </a:cxn>
              <a:cxn ang="0">
                <a:pos x="311" y="74"/>
              </a:cxn>
              <a:cxn ang="0">
                <a:pos x="316" y="88"/>
              </a:cxn>
              <a:cxn ang="0">
                <a:pos x="291" y="131"/>
              </a:cxn>
              <a:cxn ang="0">
                <a:pos x="247" y="178"/>
              </a:cxn>
              <a:cxn ang="0">
                <a:pos x="237" y="217"/>
              </a:cxn>
              <a:cxn ang="0">
                <a:pos x="237" y="282"/>
              </a:cxn>
              <a:cxn ang="0">
                <a:pos x="219" y="342"/>
              </a:cxn>
              <a:cxn ang="0">
                <a:pos x="180" y="406"/>
              </a:cxn>
              <a:cxn ang="0">
                <a:pos x="159" y="406"/>
              </a:cxn>
              <a:cxn ang="0">
                <a:pos x="136" y="378"/>
              </a:cxn>
              <a:cxn ang="0">
                <a:pos x="108" y="356"/>
              </a:cxn>
              <a:cxn ang="0">
                <a:pos x="87" y="365"/>
              </a:cxn>
              <a:cxn ang="0">
                <a:pos x="51" y="385"/>
              </a:cxn>
              <a:cxn ang="0">
                <a:pos x="23" y="395"/>
              </a:cxn>
              <a:cxn ang="0">
                <a:pos x="0" y="381"/>
              </a:cxn>
              <a:cxn ang="0">
                <a:pos x="16" y="339"/>
              </a:cxn>
              <a:cxn ang="0">
                <a:pos x="51" y="282"/>
              </a:cxn>
              <a:cxn ang="0">
                <a:pos x="72" y="254"/>
              </a:cxn>
              <a:cxn ang="0">
                <a:pos x="76" y="217"/>
              </a:cxn>
              <a:cxn ang="0">
                <a:pos x="57" y="189"/>
              </a:cxn>
              <a:cxn ang="0">
                <a:pos x="37" y="150"/>
              </a:cxn>
              <a:cxn ang="0">
                <a:pos x="29" y="127"/>
              </a:cxn>
              <a:cxn ang="0">
                <a:pos x="26" y="111"/>
              </a:cxn>
              <a:cxn ang="0">
                <a:pos x="26" y="92"/>
              </a:cxn>
              <a:cxn ang="0">
                <a:pos x="32" y="74"/>
              </a:cxn>
              <a:cxn ang="0">
                <a:pos x="57" y="23"/>
              </a:cxn>
              <a:cxn ang="0">
                <a:pos x="76" y="0"/>
              </a:cxn>
              <a:cxn ang="0">
                <a:pos x="87" y="0"/>
              </a:cxn>
            </a:cxnLst>
            <a:rect l="0" t="0" r="r" b="b"/>
            <a:pathLst>
              <a:path w="316" h="406">
                <a:moveTo>
                  <a:pt x="87" y="0"/>
                </a:moveTo>
                <a:lnTo>
                  <a:pt x="198" y="7"/>
                </a:lnTo>
                <a:lnTo>
                  <a:pt x="219" y="7"/>
                </a:lnTo>
                <a:lnTo>
                  <a:pt x="237" y="20"/>
                </a:lnTo>
                <a:lnTo>
                  <a:pt x="276" y="53"/>
                </a:lnTo>
                <a:lnTo>
                  <a:pt x="294" y="60"/>
                </a:lnTo>
                <a:lnTo>
                  <a:pt x="311" y="74"/>
                </a:lnTo>
                <a:lnTo>
                  <a:pt x="316" y="88"/>
                </a:lnTo>
                <a:lnTo>
                  <a:pt x="291" y="131"/>
                </a:lnTo>
                <a:lnTo>
                  <a:pt x="247" y="178"/>
                </a:lnTo>
                <a:lnTo>
                  <a:pt x="237" y="217"/>
                </a:lnTo>
                <a:lnTo>
                  <a:pt x="237" y="282"/>
                </a:lnTo>
                <a:lnTo>
                  <a:pt x="219" y="342"/>
                </a:lnTo>
                <a:lnTo>
                  <a:pt x="180" y="406"/>
                </a:lnTo>
                <a:lnTo>
                  <a:pt x="159" y="406"/>
                </a:lnTo>
                <a:lnTo>
                  <a:pt x="136" y="378"/>
                </a:lnTo>
                <a:lnTo>
                  <a:pt x="108" y="356"/>
                </a:lnTo>
                <a:lnTo>
                  <a:pt x="87" y="365"/>
                </a:lnTo>
                <a:lnTo>
                  <a:pt x="51" y="385"/>
                </a:lnTo>
                <a:lnTo>
                  <a:pt x="23" y="395"/>
                </a:lnTo>
                <a:lnTo>
                  <a:pt x="0" y="381"/>
                </a:lnTo>
                <a:lnTo>
                  <a:pt x="16" y="339"/>
                </a:lnTo>
                <a:lnTo>
                  <a:pt x="51" y="282"/>
                </a:lnTo>
                <a:lnTo>
                  <a:pt x="72" y="254"/>
                </a:lnTo>
                <a:lnTo>
                  <a:pt x="76" y="217"/>
                </a:lnTo>
                <a:lnTo>
                  <a:pt x="57" y="189"/>
                </a:lnTo>
                <a:lnTo>
                  <a:pt x="37" y="150"/>
                </a:lnTo>
                <a:lnTo>
                  <a:pt x="29" y="127"/>
                </a:lnTo>
                <a:lnTo>
                  <a:pt x="26" y="111"/>
                </a:lnTo>
                <a:lnTo>
                  <a:pt x="26" y="92"/>
                </a:lnTo>
                <a:lnTo>
                  <a:pt x="32" y="74"/>
                </a:lnTo>
                <a:lnTo>
                  <a:pt x="57" y="23"/>
                </a:lnTo>
                <a:lnTo>
                  <a:pt x="76" y="0"/>
                </a:lnTo>
                <a:lnTo>
                  <a:pt x="87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91" name="Freeform 190"/>
          <p:cNvSpPr>
            <a:spLocks/>
          </p:cNvSpPr>
          <p:nvPr/>
        </p:nvSpPr>
        <p:spPr bwMode="auto">
          <a:xfrm>
            <a:off x="2719791" y="5662103"/>
            <a:ext cx="128921" cy="116216"/>
          </a:xfrm>
          <a:custGeom>
            <a:avLst/>
            <a:gdLst/>
            <a:ahLst/>
            <a:cxnLst>
              <a:cxn ang="0">
                <a:pos x="0" y="372"/>
              </a:cxn>
              <a:cxn ang="0">
                <a:pos x="8" y="368"/>
              </a:cxn>
              <a:cxn ang="0">
                <a:pos x="29" y="368"/>
              </a:cxn>
              <a:cxn ang="0">
                <a:pos x="64" y="378"/>
              </a:cxn>
              <a:cxn ang="0">
                <a:pos x="103" y="381"/>
              </a:cxn>
              <a:cxn ang="0">
                <a:pos x="140" y="390"/>
              </a:cxn>
              <a:cxn ang="0">
                <a:pos x="214" y="397"/>
              </a:cxn>
              <a:cxn ang="0">
                <a:pos x="258" y="400"/>
              </a:cxn>
              <a:cxn ang="0">
                <a:pos x="311" y="397"/>
              </a:cxn>
              <a:cxn ang="0">
                <a:pos x="364" y="378"/>
              </a:cxn>
              <a:cxn ang="0">
                <a:pos x="408" y="356"/>
              </a:cxn>
              <a:cxn ang="0">
                <a:pos x="444" y="335"/>
              </a:cxn>
              <a:cxn ang="0">
                <a:pos x="472" y="317"/>
              </a:cxn>
              <a:cxn ang="0">
                <a:pos x="444" y="243"/>
              </a:cxn>
              <a:cxn ang="0">
                <a:pos x="451" y="189"/>
              </a:cxn>
              <a:cxn ang="0">
                <a:pos x="440" y="164"/>
              </a:cxn>
              <a:cxn ang="0">
                <a:pos x="405" y="164"/>
              </a:cxn>
              <a:cxn ang="0">
                <a:pos x="390" y="146"/>
              </a:cxn>
              <a:cxn ang="0">
                <a:pos x="382" y="118"/>
              </a:cxn>
              <a:cxn ang="0">
                <a:pos x="357" y="86"/>
              </a:cxn>
              <a:cxn ang="0">
                <a:pos x="318" y="67"/>
              </a:cxn>
              <a:cxn ang="0">
                <a:pos x="262" y="67"/>
              </a:cxn>
              <a:cxn ang="0">
                <a:pos x="237" y="53"/>
              </a:cxn>
              <a:cxn ang="0">
                <a:pos x="205" y="11"/>
              </a:cxn>
              <a:cxn ang="0">
                <a:pos x="172" y="0"/>
              </a:cxn>
              <a:cxn ang="0">
                <a:pos x="90" y="4"/>
              </a:cxn>
              <a:cxn ang="0">
                <a:pos x="100" y="4"/>
              </a:cxn>
              <a:cxn ang="0">
                <a:pos x="54" y="90"/>
              </a:cxn>
              <a:cxn ang="0">
                <a:pos x="40" y="164"/>
              </a:cxn>
              <a:cxn ang="0">
                <a:pos x="50" y="233"/>
              </a:cxn>
              <a:cxn ang="0">
                <a:pos x="33" y="250"/>
              </a:cxn>
              <a:cxn ang="0">
                <a:pos x="0" y="250"/>
              </a:cxn>
              <a:cxn ang="0">
                <a:pos x="15" y="275"/>
              </a:cxn>
              <a:cxn ang="0">
                <a:pos x="18" y="325"/>
              </a:cxn>
              <a:cxn ang="0">
                <a:pos x="4" y="372"/>
              </a:cxn>
              <a:cxn ang="0">
                <a:pos x="0" y="372"/>
              </a:cxn>
            </a:cxnLst>
            <a:rect l="0" t="0" r="r" b="b"/>
            <a:pathLst>
              <a:path w="472" h="400">
                <a:moveTo>
                  <a:pt x="0" y="372"/>
                </a:moveTo>
                <a:lnTo>
                  <a:pt x="8" y="368"/>
                </a:lnTo>
                <a:lnTo>
                  <a:pt x="29" y="368"/>
                </a:lnTo>
                <a:lnTo>
                  <a:pt x="64" y="378"/>
                </a:lnTo>
                <a:lnTo>
                  <a:pt x="103" y="381"/>
                </a:lnTo>
                <a:lnTo>
                  <a:pt x="140" y="390"/>
                </a:lnTo>
                <a:lnTo>
                  <a:pt x="214" y="397"/>
                </a:lnTo>
                <a:lnTo>
                  <a:pt x="258" y="400"/>
                </a:lnTo>
                <a:lnTo>
                  <a:pt x="311" y="397"/>
                </a:lnTo>
                <a:lnTo>
                  <a:pt x="364" y="378"/>
                </a:lnTo>
                <a:lnTo>
                  <a:pt x="408" y="356"/>
                </a:lnTo>
                <a:lnTo>
                  <a:pt x="444" y="335"/>
                </a:lnTo>
                <a:lnTo>
                  <a:pt x="472" y="317"/>
                </a:lnTo>
                <a:lnTo>
                  <a:pt x="444" y="243"/>
                </a:lnTo>
                <a:lnTo>
                  <a:pt x="451" y="189"/>
                </a:lnTo>
                <a:lnTo>
                  <a:pt x="440" y="164"/>
                </a:lnTo>
                <a:lnTo>
                  <a:pt x="405" y="164"/>
                </a:lnTo>
                <a:lnTo>
                  <a:pt x="390" y="146"/>
                </a:lnTo>
                <a:lnTo>
                  <a:pt x="382" y="118"/>
                </a:lnTo>
                <a:lnTo>
                  <a:pt x="357" y="86"/>
                </a:lnTo>
                <a:lnTo>
                  <a:pt x="318" y="67"/>
                </a:lnTo>
                <a:lnTo>
                  <a:pt x="262" y="67"/>
                </a:lnTo>
                <a:lnTo>
                  <a:pt x="237" y="53"/>
                </a:lnTo>
                <a:lnTo>
                  <a:pt x="205" y="11"/>
                </a:lnTo>
                <a:lnTo>
                  <a:pt x="172" y="0"/>
                </a:lnTo>
                <a:lnTo>
                  <a:pt x="90" y="4"/>
                </a:lnTo>
                <a:lnTo>
                  <a:pt x="100" y="4"/>
                </a:lnTo>
                <a:lnTo>
                  <a:pt x="54" y="90"/>
                </a:lnTo>
                <a:lnTo>
                  <a:pt x="40" y="164"/>
                </a:lnTo>
                <a:lnTo>
                  <a:pt x="50" y="233"/>
                </a:lnTo>
                <a:lnTo>
                  <a:pt x="33" y="250"/>
                </a:lnTo>
                <a:lnTo>
                  <a:pt x="0" y="250"/>
                </a:lnTo>
                <a:lnTo>
                  <a:pt x="15" y="275"/>
                </a:lnTo>
                <a:lnTo>
                  <a:pt x="18" y="325"/>
                </a:lnTo>
                <a:lnTo>
                  <a:pt x="4" y="372"/>
                </a:lnTo>
                <a:lnTo>
                  <a:pt x="0" y="372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92" name="Freeform 191"/>
          <p:cNvSpPr>
            <a:spLocks/>
          </p:cNvSpPr>
          <p:nvPr/>
        </p:nvSpPr>
        <p:spPr bwMode="auto">
          <a:xfrm>
            <a:off x="2633300" y="5386307"/>
            <a:ext cx="189302" cy="202944"/>
          </a:xfrm>
          <a:custGeom>
            <a:avLst/>
            <a:gdLst/>
            <a:ahLst/>
            <a:cxnLst>
              <a:cxn ang="0">
                <a:pos x="666" y="531"/>
              </a:cxn>
              <a:cxn ang="0">
                <a:pos x="654" y="564"/>
              </a:cxn>
              <a:cxn ang="0">
                <a:pos x="659" y="640"/>
              </a:cxn>
              <a:cxn ang="0">
                <a:pos x="647" y="654"/>
              </a:cxn>
              <a:cxn ang="0">
                <a:pos x="561" y="675"/>
              </a:cxn>
              <a:cxn ang="0">
                <a:pos x="523" y="700"/>
              </a:cxn>
              <a:cxn ang="0">
                <a:pos x="486" y="700"/>
              </a:cxn>
              <a:cxn ang="0">
                <a:pos x="429" y="693"/>
              </a:cxn>
              <a:cxn ang="0">
                <a:pos x="336" y="697"/>
              </a:cxn>
              <a:cxn ang="0">
                <a:pos x="336" y="661"/>
              </a:cxn>
              <a:cxn ang="0">
                <a:pos x="354" y="625"/>
              </a:cxn>
              <a:cxn ang="0">
                <a:pos x="405" y="554"/>
              </a:cxn>
              <a:cxn ang="0">
                <a:pos x="400" y="518"/>
              </a:cxn>
              <a:cxn ang="0">
                <a:pos x="372" y="494"/>
              </a:cxn>
              <a:cxn ang="0">
                <a:pos x="282" y="487"/>
              </a:cxn>
              <a:cxn ang="0">
                <a:pos x="236" y="464"/>
              </a:cxn>
              <a:cxn ang="0">
                <a:pos x="194" y="418"/>
              </a:cxn>
              <a:cxn ang="0">
                <a:pos x="162" y="400"/>
              </a:cxn>
              <a:cxn ang="0">
                <a:pos x="104" y="411"/>
              </a:cxn>
              <a:cxn ang="0">
                <a:pos x="83" y="393"/>
              </a:cxn>
              <a:cxn ang="0">
                <a:pos x="64" y="357"/>
              </a:cxn>
              <a:cxn ang="0">
                <a:pos x="28" y="335"/>
              </a:cxn>
              <a:cxn ang="0">
                <a:pos x="19" y="314"/>
              </a:cxn>
              <a:cxn ang="0">
                <a:pos x="19" y="265"/>
              </a:cxn>
              <a:cxn ang="0">
                <a:pos x="0" y="186"/>
              </a:cxn>
              <a:cxn ang="0">
                <a:pos x="0" y="161"/>
              </a:cxn>
              <a:cxn ang="0">
                <a:pos x="32" y="140"/>
              </a:cxn>
              <a:cxn ang="0">
                <a:pos x="47" y="108"/>
              </a:cxn>
              <a:cxn ang="0">
                <a:pos x="47" y="36"/>
              </a:cxn>
              <a:cxn ang="0">
                <a:pos x="64" y="21"/>
              </a:cxn>
              <a:cxn ang="0">
                <a:pos x="151" y="14"/>
              </a:cxn>
              <a:cxn ang="0">
                <a:pos x="248" y="0"/>
              </a:cxn>
              <a:cxn ang="0">
                <a:pos x="322" y="11"/>
              </a:cxn>
              <a:cxn ang="0">
                <a:pos x="375" y="50"/>
              </a:cxn>
              <a:cxn ang="0">
                <a:pos x="386" y="121"/>
              </a:cxn>
              <a:cxn ang="0">
                <a:pos x="382" y="203"/>
              </a:cxn>
              <a:cxn ang="0">
                <a:pos x="400" y="256"/>
              </a:cxn>
              <a:cxn ang="0">
                <a:pos x="440" y="275"/>
              </a:cxn>
              <a:cxn ang="0">
                <a:pos x="472" y="254"/>
              </a:cxn>
              <a:cxn ang="0">
                <a:pos x="519" y="240"/>
              </a:cxn>
              <a:cxn ang="0">
                <a:pos x="561" y="236"/>
              </a:cxn>
              <a:cxn ang="0">
                <a:pos x="573" y="247"/>
              </a:cxn>
              <a:cxn ang="0">
                <a:pos x="583" y="260"/>
              </a:cxn>
              <a:cxn ang="0">
                <a:pos x="587" y="275"/>
              </a:cxn>
              <a:cxn ang="0">
                <a:pos x="583" y="293"/>
              </a:cxn>
              <a:cxn ang="0">
                <a:pos x="576" y="325"/>
              </a:cxn>
              <a:cxn ang="0">
                <a:pos x="573" y="335"/>
              </a:cxn>
              <a:cxn ang="0">
                <a:pos x="573" y="353"/>
              </a:cxn>
              <a:cxn ang="0">
                <a:pos x="580" y="367"/>
              </a:cxn>
              <a:cxn ang="0">
                <a:pos x="589" y="376"/>
              </a:cxn>
              <a:cxn ang="0">
                <a:pos x="633" y="367"/>
              </a:cxn>
              <a:cxn ang="0">
                <a:pos x="643" y="367"/>
              </a:cxn>
              <a:cxn ang="0">
                <a:pos x="654" y="367"/>
              </a:cxn>
              <a:cxn ang="0">
                <a:pos x="675" y="379"/>
              </a:cxn>
              <a:cxn ang="0">
                <a:pos x="694" y="411"/>
              </a:cxn>
              <a:cxn ang="0">
                <a:pos x="698" y="446"/>
              </a:cxn>
              <a:cxn ang="0">
                <a:pos x="687" y="501"/>
              </a:cxn>
              <a:cxn ang="0">
                <a:pos x="666" y="531"/>
              </a:cxn>
            </a:cxnLst>
            <a:rect l="0" t="0" r="r" b="b"/>
            <a:pathLst>
              <a:path w="698" h="700">
                <a:moveTo>
                  <a:pt x="666" y="531"/>
                </a:moveTo>
                <a:lnTo>
                  <a:pt x="654" y="564"/>
                </a:lnTo>
                <a:lnTo>
                  <a:pt x="659" y="640"/>
                </a:lnTo>
                <a:lnTo>
                  <a:pt x="647" y="654"/>
                </a:lnTo>
                <a:lnTo>
                  <a:pt x="561" y="675"/>
                </a:lnTo>
                <a:lnTo>
                  <a:pt x="523" y="700"/>
                </a:lnTo>
                <a:lnTo>
                  <a:pt x="486" y="700"/>
                </a:lnTo>
                <a:lnTo>
                  <a:pt x="429" y="693"/>
                </a:lnTo>
                <a:lnTo>
                  <a:pt x="336" y="697"/>
                </a:lnTo>
                <a:lnTo>
                  <a:pt x="336" y="661"/>
                </a:lnTo>
                <a:lnTo>
                  <a:pt x="354" y="625"/>
                </a:lnTo>
                <a:lnTo>
                  <a:pt x="405" y="554"/>
                </a:lnTo>
                <a:lnTo>
                  <a:pt x="400" y="518"/>
                </a:lnTo>
                <a:lnTo>
                  <a:pt x="372" y="494"/>
                </a:lnTo>
                <a:lnTo>
                  <a:pt x="282" y="487"/>
                </a:lnTo>
                <a:lnTo>
                  <a:pt x="236" y="464"/>
                </a:lnTo>
                <a:lnTo>
                  <a:pt x="194" y="418"/>
                </a:lnTo>
                <a:lnTo>
                  <a:pt x="162" y="400"/>
                </a:lnTo>
                <a:lnTo>
                  <a:pt x="104" y="411"/>
                </a:lnTo>
                <a:lnTo>
                  <a:pt x="83" y="393"/>
                </a:lnTo>
                <a:lnTo>
                  <a:pt x="64" y="357"/>
                </a:lnTo>
                <a:lnTo>
                  <a:pt x="28" y="335"/>
                </a:lnTo>
                <a:lnTo>
                  <a:pt x="19" y="314"/>
                </a:lnTo>
                <a:lnTo>
                  <a:pt x="19" y="265"/>
                </a:lnTo>
                <a:lnTo>
                  <a:pt x="0" y="186"/>
                </a:lnTo>
                <a:lnTo>
                  <a:pt x="0" y="161"/>
                </a:lnTo>
                <a:lnTo>
                  <a:pt x="32" y="140"/>
                </a:lnTo>
                <a:lnTo>
                  <a:pt x="47" y="108"/>
                </a:lnTo>
                <a:lnTo>
                  <a:pt x="47" y="36"/>
                </a:lnTo>
                <a:lnTo>
                  <a:pt x="64" y="21"/>
                </a:lnTo>
                <a:lnTo>
                  <a:pt x="151" y="14"/>
                </a:lnTo>
                <a:lnTo>
                  <a:pt x="248" y="0"/>
                </a:lnTo>
                <a:lnTo>
                  <a:pt x="322" y="11"/>
                </a:lnTo>
                <a:lnTo>
                  <a:pt x="375" y="50"/>
                </a:lnTo>
                <a:lnTo>
                  <a:pt x="386" y="121"/>
                </a:lnTo>
                <a:lnTo>
                  <a:pt x="382" y="203"/>
                </a:lnTo>
                <a:lnTo>
                  <a:pt x="400" y="256"/>
                </a:lnTo>
                <a:lnTo>
                  <a:pt x="440" y="275"/>
                </a:lnTo>
                <a:lnTo>
                  <a:pt x="472" y="254"/>
                </a:lnTo>
                <a:lnTo>
                  <a:pt x="519" y="240"/>
                </a:lnTo>
                <a:lnTo>
                  <a:pt x="561" y="236"/>
                </a:lnTo>
                <a:lnTo>
                  <a:pt x="573" y="247"/>
                </a:lnTo>
                <a:lnTo>
                  <a:pt x="583" y="260"/>
                </a:lnTo>
                <a:lnTo>
                  <a:pt x="587" y="275"/>
                </a:lnTo>
                <a:lnTo>
                  <a:pt x="583" y="293"/>
                </a:lnTo>
                <a:lnTo>
                  <a:pt x="576" y="325"/>
                </a:lnTo>
                <a:lnTo>
                  <a:pt x="573" y="335"/>
                </a:lnTo>
                <a:lnTo>
                  <a:pt x="573" y="353"/>
                </a:lnTo>
                <a:lnTo>
                  <a:pt x="580" y="367"/>
                </a:lnTo>
                <a:lnTo>
                  <a:pt x="589" y="376"/>
                </a:lnTo>
                <a:lnTo>
                  <a:pt x="633" y="367"/>
                </a:lnTo>
                <a:lnTo>
                  <a:pt x="643" y="367"/>
                </a:lnTo>
                <a:lnTo>
                  <a:pt x="654" y="367"/>
                </a:lnTo>
                <a:lnTo>
                  <a:pt x="675" y="379"/>
                </a:lnTo>
                <a:lnTo>
                  <a:pt x="694" y="411"/>
                </a:lnTo>
                <a:lnTo>
                  <a:pt x="698" y="446"/>
                </a:lnTo>
                <a:lnTo>
                  <a:pt x="687" y="501"/>
                </a:lnTo>
                <a:lnTo>
                  <a:pt x="666" y="53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93" name="Freeform 192"/>
          <p:cNvSpPr>
            <a:spLocks/>
          </p:cNvSpPr>
          <p:nvPr/>
        </p:nvSpPr>
        <p:spPr bwMode="auto">
          <a:xfrm>
            <a:off x="2435841" y="5150407"/>
            <a:ext cx="314959" cy="352116"/>
          </a:xfrm>
          <a:custGeom>
            <a:avLst/>
            <a:gdLst/>
            <a:ahLst/>
            <a:cxnLst>
              <a:cxn ang="0">
                <a:pos x="1122" y="775"/>
              </a:cxn>
              <a:cxn ang="0">
                <a:pos x="1158" y="675"/>
              </a:cxn>
              <a:cxn ang="0">
                <a:pos x="1097" y="651"/>
              </a:cxn>
              <a:cxn ang="0">
                <a:pos x="1083" y="547"/>
              </a:cxn>
              <a:cxn ang="0">
                <a:pos x="1015" y="550"/>
              </a:cxn>
              <a:cxn ang="0">
                <a:pos x="912" y="536"/>
              </a:cxn>
              <a:cxn ang="0">
                <a:pos x="840" y="446"/>
              </a:cxn>
              <a:cxn ang="0">
                <a:pos x="891" y="429"/>
              </a:cxn>
              <a:cxn ang="0">
                <a:pos x="868" y="379"/>
              </a:cxn>
              <a:cxn ang="0">
                <a:pos x="804" y="326"/>
              </a:cxn>
              <a:cxn ang="0">
                <a:pos x="751" y="307"/>
              </a:cxn>
              <a:cxn ang="0">
                <a:pos x="686" y="318"/>
              </a:cxn>
              <a:cxn ang="0">
                <a:pos x="621" y="247"/>
              </a:cxn>
              <a:cxn ang="0">
                <a:pos x="544" y="253"/>
              </a:cxn>
              <a:cxn ang="0">
                <a:pos x="508" y="203"/>
              </a:cxn>
              <a:cxn ang="0">
                <a:pos x="386" y="168"/>
              </a:cxn>
              <a:cxn ang="0">
                <a:pos x="404" y="43"/>
              </a:cxn>
              <a:cxn ang="0">
                <a:pos x="365" y="0"/>
              </a:cxn>
              <a:cxn ang="0">
                <a:pos x="254" y="53"/>
              </a:cxn>
              <a:cxn ang="0">
                <a:pos x="239" y="147"/>
              </a:cxn>
              <a:cxn ang="0">
                <a:pos x="215" y="157"/>
              </a:cxn>
              <a:cxn ang="0">
                <a:pos x="157" y="143"/>
              </a:cxn>
              <a:cxn ang="0">
                <a:pos x="147" y="183"/>
              </a:cxn>
              <a:cxn ang="0">
                <a:pos x="124" y="200"/>
              </a:cxn>
              <a:cxn ang="0">
                <a:pos x="89" y="196"/>
              </a:cxn>
              <a:cxn ang="0">
                <a:pos x="0" y="183"/>
              </a:cxn>
              <a:cxn ang="0">
                <a:pos x="71" y="286"/>
              </a:cxn>
              <a:cxn ang="0">
                <a:pos x="64" y="347"/>
              </a:cxn>
              <a:cxn ang="0">
                <a:pos x="64" y="436"/>
              </a:cxn>
              <a:cxn ang="0">
                <a:pos x="43" y="515"/>
              </a:cxn>
              <a:cxn ang="0">
                <a:pos x="50" y="589"/>
              </a:cxn>
              <a:cxn ang="0">
                <a:pos x="92" y="639"/>
              </a:cxn>
              <a:cxn ang="0">
                <a:pos x="96" y="690"/>
              </a:cxn>
              <a:cxn ang="0">
                <a:pos x="79" y="700"/>
              </a:cxn>
              <a:cxn ang="0">
                <a:pos x="29" y="762"/>
              </a:cxn>
              <a:cxn ang="0">
                <a:pos x="82" y="829"/>
              </a:cxn>
              <a:cxn ang="0">
                <a:pos x="118" y="897"/>
              </a:cxn>
              <a:cxn ang="0">
                <a:pos x="157" y="965"/>
              </a:cxn>
              <a:cxn ang="0">
                <a:pos x="140" y="1021"/>
              </a:cxn>
              <a:cxn ang="0">
                <a:pos x="207" y="1122"/>
              </a:cxn>
              <a:cxn ang="0">
                <a:pos x="265" y="1211"/>
              </a:cxn>
              <a:cxn ang="0">
                <a:pos x="297" y="1139"/>
              </a:cxn>
              <a:cxn ang="0">
                <a:pos x="369" y="1125"/>
              </a:cxn>
              <a:cxn ang="0">
                <a:pos x="418" y="1153"/>
              </a:cxn>
              <a:cxn ang="0">
                <a:pos x="473" y="1118"/>
              </a:cxn>
              <a:cxn ang="0">
                <a:pos x="536" y="1208"/>
              </a:cxn>
              <a:cxn ang="0">
                <a:pos x="547" y="1185"/>
              </a:cxn>
              <a:cxn ang="0">
                <a:pos x="558" y="1118"/>
              </a:cxn>
              <a:cxn ang="0">
                <a:pos x="575" y="1157"/>
              </a:cxn>
              <a:cxn ang="0">
                <a:pos x="600" y="1132"/>
              </a:cxn>
              <a:cxn ang="0">
                <a:pos x="653" y="1100"/>
              </a:cxn>
              <a:cxn ang="0">
                <a:pos x="697" y="1132"/>
              </a:cxn>
              <a:cxn ang="0">
                <a:pos x="751" y="1132"/>
              </a:cxn>
              <a:cxn ang="0">
                <a:pos x="729" y="1004"/>
              </a:cxn>
              <a:cxn ang="0">
                <a:pos x="764" y="958"/>
              </a:cxn>
              <a:cxn ang="0">
                <a:pos x="776" y="854"/>
              </a:cxn>
              <a:cxn ang="0">
                <a:pos x="884" y="832"/>
              </a:cxn>
              <a:cxn ang="0">
                <a:pos x="1055" y="829"/>
              </a:cxn>
            </a:cxnLst>
            <a:rect l="0" t="0" r="r" b="b"/>
            <a:pathLst>
              <a:path w="1158" h="1222">
                <a:moveTo>
                  <a:pt x="1108" y="864"/>
                </a:moveTo>
                <a:lnTo>
                  <a:pt x="1122" y="775"/>
                </a:lnTo>
                <a:lnTo>
                  <a:pt x="1147" y="721"/>
                </a:lnTo>
                <a:lnTo>
                  <a:pt x="1158" y="675"/>
                </a:lnTo>
                <a:lnTo>
                  <a:pt x="1137" y="651"/>
                </a:lnTo>
                <a:lnTo>
                  <a:pt x="1097" y="651"/>
                </a:lnTo>
                <a:lnTo>
                  <a:pt x="1087" y="618"/>
                </a:lnTo>
                <a:lnTo>
                  <a:pt x="1083" y="547"/>
                </a:lnTo>
                <a:lnTo>
                  <a:pt x="1069" y="528"/>
                </a:lnTo>
                <a:lnTo>
                  <a:pt x="1015" y="550"/>
                </a:lnTo>
                <a:lnTo>
                  <a:pt x="947" y="550"/>
                </a:lnTo>
                <a:lnTo>
                  <a:pt x="912" y="536"/>
                </a:lnTo>
                <a:lnTo>
                  <a:pt x="894" y="483"/>
                </a:lnTo>
                <a:lnTo>
                  <a:pt x="840" y="446"/>
                </a:lnTo>
                <a:lnTo>
                  <a:pt x="843" y="439"/>
                </a:lnTo>
                <a:lnTo>
                  <a:pt x="891" y="429"/>
                </a:lnTo>
                <a:lnTo>
                  <a:pt x="894" y="407"/>
                </a:lnTo>
                <a:lnTo>
                  <a:pt x="868" y="379"/>
                </a:lnTo>
                <a:lnTo>
                  <a:pt x="858" y="321"/>
                </a:lnTo>
                <a:lnTo>
                  <a:pt x="804" y="326"/>
                </a:lnTo>
                <a:lnTo>
                  <a:pt x="787" y="311"/>
                </a:lnTo>
                <a:lnTo>
                  <a:pt x="751" y="307"/>
                </a:lnTo>
                <a:lnTo>
                  <a:pt x="701" y="326"/>
                </a:lnTo>
                <a:lnTo>
                  <a:pt x="686" y="318"/>
                </a:lnTo>
                <a:lnTo>
                  <a:pt x="650" y="265"/>
                </a:lnTo>
                <a:lnTo>
                  <a:pt x="621" y="247"/>
                </a:lnTo>
                <a:lnTo>
                  <a:pt x="565" y="261"/>
                </a:lnTo>
                <a:lnTo>
                  <a:pt x="544" y="253"/>
                </a:lnTo>
                <a:lnTo>
                  <a:pt x="526" y="219"/>
                </a:lnTo>
                <a:lnTo>
                  <a:pt x="508" y="203"/>
                </a:lnTo>
                <a:lnTo>
                  <a:pt x="415" y="196"/>
                </a:lnTo>
                <a:lnTo>
                  <a:pt x="386" y="168"/>
                </a:lnTo>
                <a:lnTo>
                  <a:pt x="383" y="122"/>
                </a:lnTo>
                <a:lnTo>
                  <a:pt x="404" y="43"/>
                </a:lnTo>
                <a:lnTo>
                  <a:pt x="397" y="14"/>
                </a:lnTo>
                <a:lnTo>
                  <a:pt x="365" y="0"/>
                </a:lnTo>
                <a:lnTo>
                  <a:pt x="314" y="14"/>
                </a:lnTo>
                <a:lnTo>
                  <a:pt x="254" y="53"/>
                </a:lnTo>
                <a:lnTo>
                  <a:pt x="244" y="125"/>
                </a:lnTo>
                <a:lnTo>
                  <a:pt x="239" y="147"/>
                </a:lnTo>
                <a:lnTo>
                  <a:pt x="228" y="161"/>
                </a:lnTo>
                <a:lnTo>
                  <a:pt x="215" y="157"/>
                </a:lnTo>
                <a:lnTo>
                  <a:pt x="179" y="143"/>
                </a:lnTo>
                <a:lnTo>
                  <a:pt x="157" y="143"/>
                </a:lnTo>
                <a:lnTo>
                  <a:pt x="150" y="168"/>
                </a:lnTo>
                <a:lnTo>
                  <a:pt x="147" y="183"/>
                </a:lnTo>
                <a:lnTo>
                  <a:pt x="140" y="196"/>
                </a:lnTo>
                <a:lnTo>
                  <a:pt x="124" y="200"/>
                </a:lnTo>
                <a:lnTo>
                  <a:pt x="104" y="200"/>
                </a:lnTo>
                <a:lnTo>
                  <a:pt x="89" y="196"/>
                </a:lnTo>
                <a:lnTo>
                  <a:pt x="55" y="178"/>
                </a:lnTo>
                <a:lnTo>
                  <a:pt x="0" y="183"/>
                </a:lnTo>
                <a:lnTo>
                  <a:pt x="39" y="215"/>
                </a:lnTo>
                <a:lnTo>
                  <a:pt x="71" y="286"/>
                </a:lnTo>
                <a:lnTo>
                  <a:pt x="76" y="318"/>
                </a:lnTo>
                <a:lnTo>
                  <a:pt x="64" y="347"/>
                </a:lnTo>
                <a:lnTo>
                  <a:pt x="46" y="376"/>
                </a:lnTo>
                <a:lnTo>
                  <a:pt x="64" y="436"/>
                </a:lnTo>
                <a:lnTo>
                  <a:pt x="68" y="468"/>
                </a:lnTo>
                <a:lnTo>
                  <a:pt x="43" y="515"/>
                </a:lnTo>
                <a:lnTo>
                  <a:pt x="39" y="550"/>
                </a:lnTo>
                <a:lnTo>
                  <a:pt x="50" y="589"/>
                </a:lnTo>
                <a:lnTo>
                  <a:pt x="68" y="607"/>
                </a:lnTo>
                <a:lnTo>
                  <a:pt x="92" y="639"/>
                </a:lnTo>
                <a:lnTo>
                  <a:pt x="100" y="667"/>
                </a:lnTo>
                <a:lnTo>
                  <a:pt x="96" y="690"/>
                </a:lnTo>
                <a:lnTo>
                  <a:pt x="92" y="697"/>
                </a:lnTo>
                <a:lnTo>
                  <a:pt x="79" y="700"/>
                </a:lnTo>
                <a:lnTo>
                  <a:pt x="29" y="707"/>
                </a:lnTo>
                <a:lnTo>
                  <a:pt x="29" y="762"/>
                </a:lnTo>
                <a:lnTo>
                  <a:pt x="64" y="793"/>
                </a:lnTo>
                <a:lnTo>
                  <a:pt x="82" y="829"/>
                </a:lnTo>
                <a:lnTo>
                  <a:pt x="89" y="878"/>
                </a:lnTo>
                <a:lnTo>
                  <a:pt x="118" y="897"/>
                </a:lnTo>
                <a:lnTo>
                  <a:pt x="150" y="921"/>
                </a:lnTo>
                <a:lnTo>
                  <a:pt x="157" y="965"/>
                </a:lnTo>
                <a:lnTo>
                  <a:pt x="143" y="982"/>
                </a:lnTo>
                <a:lnTo>
                  <a:pt x="140" y="1021"/>
                </a:lnTo>
                <a:lnTo>
                  <a:pt x="182" y="1074"/>
                </a:lnTo>
                <a:lnTo>
                  <a:pt x="207" y="1122"/>
                </a:lnTo>
                <a:lnTo>
                  <a:pt x="228" y="1194"/>
                </a:lnTo>
                <a:lnTo>
                  <a:pt x="265" y="1211"/>
                </a:lnTo>
                <a:lnTo>
                  <a:pt x="283" y="1194"/>
                </a:lnTo>
                <a:lnTo>
                  <a:pt x="297" y="1139"/>
                </a:lnTo>
                <a:lnTo>
                  <a:pt x="339" y="1118"/>
                </a:lnTo>
                <a:lnTo>
                  <a:pt x="369" y="1125"/>
                </a:lnTo>
                <a:lnTo>
                  <a:pt x="394" y="1151"/>
                </a:lnTo>
                <a:lnTo>
                  <a:pt x="418" y="1153"/>
                </a:lnTo>
                <a:lnTo>
                  <a:pt x="440" y="1122"/>
                </a:lnTo>
                <a:lnTo>
                  <a:pt x="473" y="1118"/>
                </a:lnTo>
                <a:lnTo>
                  <a:pt x="526" y="1171"/>
                </a:lnTo>
                <a:lnTo>
                  <a:pt x="536" y="1208"/>
                </a:lnTo>
                <a:lnTo>
                  <a:pt x="544" y="1222"/>
                </a:lnTo>
                <a:lnTo>
                  <a:pt x="547" y="1185"/>
                </a:lnTo>
                <a:lnTo>
                  <a:pt x="547" y="1132"/>
                </a:lnTo>
                <a:lnTo>
                  <a:pt x="558" y="1118"/>
                </a:lnTo>
                <a:lnTo>
                  <a:pt x="572" y="1136"/>
                </a:lnTo>
                <a:lnTo>
                  <a:pt x="575" y="1157"/>
                </a:lnTo>
                <a:lnTo>
                  <a:pt x="597" y="1153"/>
                </a:lnTo>
                <a:lnTo>
                  <a:pt x="600" y="1132"/>
                </a:lnTo>
                <a:lnTo>
                  <a:pt x="616" y="1107"/>
                </a:lnTo>
                <a:lnTo>
                  <a:pt x="653" y="1100"/>
                </a:lnTo>
                <a:lnTo>
                  <a:pt x="679" y="1114"/>
                </a:lnTo>
                <a:lnTo>
                  <a:pt x="697" y="1132"/>
                </a:lnTo>
                <a:lnTo>
                  <a:pt x="715" y="1136"/>
                </a:lnTo>
                <a:lnTo>
                  <a:pt x="751" y="1132"/>
                </a:lnTo>
                <a:lnTo>
                  <a:pt x="748" y="1078"/>
                </a:lnTo>
                <a:lnTo>
                  <a:pt x="729" y="1004"/>
                </a:lnTo>
                <a:lnTo>
                  <a:pt x="732" y="979"/>
                </a:lnTo>
                <a:lnTo>
                  <a:pt x="764" y="958"/>
                </a:lnTo>
                <a:lnTo>
                  <a:pt x="780" y="926"/>
                </a:lnTo>
                <a:lnTo>
                  <a:pt x="776" y="854"/>
                </a:lnTo>
                <a:lnTo>
                  <a:pt x="796" y="839"/>
                </a:lnTo>
                <a:lnTo>
                  <a:pt x="884" y="832"/>
                </a:lnTo>
                <a:lnTo>
                  <a:pt x="979" y="818"/>
                </a:lnTo>
                <a:lnTo>
                  <a:pt x="1055" y="829"/>
                </a:lnTo>
                <a:lnTo>
                  <a:pt x="1108" y="86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94" name="Freeform 193"/>
          <p:cNvSpPr>
            <a:spLocks/>
          </p:cNvSpPr>
          <p:nvPr/>
        </p:nvSpPr>
        <p:spPr bwMode="auto">
          <a:xfrm>
            <a:off x="2465215" y="6237978"/>
            <a:ext cx="52221" cy="55506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" y="14"/>
              </a:cxn>
              <a:cxn ang="0">
                <a:pos x="37" y="50"/>
              </a:cxn>
              <a:cxn ang="0">
                <a:pos x="70" y="86"/>
              </a:cxn>
              <a:cxn ang="0">
                <a:pos x="109" y="113"/>
              </a:cxn>
              <a:cxn ang="0">
                <a:pos x="166" y="159"/>
              </a:cxn>
              <a:cxn ang="0">
                <a:pos x="191" y="193"/>
              </a:cxn>
              <a:cxn ang="0">
                <a:pos x="159" y="193"/>
              </a:cxn>
              <a:cxn ang="0">
                <a:pos x="109" y="189"/>
              </a:cxn>
              <a:cxn ang="0">
                <a:pos x="63" y="177"/>
              </a:cxn>
              <a:cxn ang="0">
                <a:pos x="31" y="164"/>
              </a:cxn>
              <a:cxn ang="0">
                <a:pos x="3" y="159"/>
              </a:cxn>
              <a:cxn ang="0">
                <a:pos x="7" y="110"/>
              </a:cxn>
              <a:cxn ang="0">
                <a:pos x="7" y="54"/>
              </a:cxn>
              <a:cxn ang="0">
                <a:pos x="0" y="0"/>
              </a:cxn>
            </a:cxnLst>
            <a:rect l="0" t="0" r="r" b="b"/>
            <a:pathLst>
              <a:path w="191" h="193">
                <a:moveTo>
                  <a:pt x="0" y="0"/>
                </a:moveTo>
                <a:lnTo>
                  <a:pt x="21" y="14"/>
                </a:lnTo>
                <a:lnTo>
                  <a:pt x="37" y="50"/>
                </a:lnTo>
                <a:lnTo>
                  <a:pt x="70" y="86"/>
                </a:lnTo>
                <a:lnTo>
                  <a:pt x="109" y="113"/>
                </a:lnTo>
                <a:lnTo>
                  <a:pt x="166" y="159"/>
                </a:lnTo>
                <a:lnTo>
                  <a:pt x="191" y="193"/>
                </a:lnTo>
                <a:lnTo>
                  <a:pt x="159" y="193"/>
                </a:lnTo>
                <a:lnTo>
                  <a:pt x="109" y="189"/>
                </a:lnTo>
                <a:lnTo>
                  <a:pt x="63" y="177"/>
                </a:lnTo>
                <a:lnTo>
                  <a:pt x="31" y="164"/>
                </a:lnTo>
                <a:lnTo>
                  <a:pt x="3" y="159"/>
                </a:lnTo>
                <a:lnTo>
                  <a:pt x="7" y="110"/>
                </a:lnTo>
                <a:lnTo>
                  <a:pt x="7" y="54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95" name="Freeform 194"/>
          <p:cNvSpPr>
            <a:spLocks/>
          </p:cNvSpPr>
          <p:nvPr/>
        </p:nvSpPr>
        <p:spPr bwMode="auto">
          <a:xfrm>
            <a:off x="2383617" y="5467832"/>
            <a:ext cx="458568" cy="740658"/>
          </a:xfrm>
          <a:custGeom>
            <a:avLst/>
            <a:gdLst/>
            <a:ahLst/>
            <a:cxnLst>
              <a:cxn ang="0">
                <a:pos x="1291" y="1125"/>
              </a:cxn>
              <a:cxn ang="0">
                <a:pos x="1337" y="1236"/>
              </a:cxn>
              <a:cxn ang="0">
                <a:pos x="1316" y="1333"/>
              </a:cxn>
              <a:cxn ang="0">
                <a:pos x="1169" y="1432"/>
              </a:cxn>
              <a:cxn ang="0">
                <a:pos x="947" y="1511"/>
              </a:cxn>
              <a:cxn ang="0">
                <a:pos x="834" y="1540"/>
              </a:cxn>
              <a:cxn ang="0">
                <a:pos x="815" y="1665"/>
              </a:cxn>
              <a:cxn ang="0">
                <a:pos x="669" y="1661"/>
              </a:cxn>
              <a:cxn ang="0">
                <a:pos x="615" y="1754"/>
              </a:cxn>
              <a:cxn ang="0">
                <a:pos x="695" y="1808"/>
              </a:cxn>
              <a:cxn ang="0">
                <a:pos x="619" y="1850"/>
              </a:cxn>
              <a:cxn ang="0">
                <a:pos x="584" y="1943"/>
              </a:cxn>
              <a:cxn ang="0">
                <a:pos x="548" y="2014"/>
              </a:cxn>
              <a:cxn ang="0">
                <a:pos x="437" y="2026"/>
              </a:cxn>
              <a:cxn ang="0">
                <a:pos x="422" y="2137"/>
              </a:cxn>
              <a:cxn ang="0">
                <a:pos x="499" y="2225"/>
              </a:cxn>
              <a:cxn ang="0">
                <a:pos x="393" y="2329"/>
              </a:cxn>
              <a:cxn ang="0">
                <a:pos x="337" y="2382"/>
              </a:cxn>
              <a:cxn ang="0">
                <a:pos x="282" y="2461"/>
              </a:cxn>
              <a:cxn ang="0">
                <a:pos x="266" y="2558"/>
              </a:cxn>
              <a:cxn ang="0">
                <a:pos x="51" y="2465"/>
              </a:cxn>
              <a:cxn ang="0">
                <a:pos x="0" y="2437"/>
              </a:cxn>
              <a:cxn ang="0">
                <a:pos x="69" y="2329"/>
              </a:cxn>
              <a:cxn ang="0">
                <a:pos x="101" y="2190"/>
              </a:cxn>
              <a:cxn ang="0">
                <a:pos x="69" y="2054"/>
              </a:cxn>
              <a:cxn ang="0">
                <a:pos x="143" y="1994"/>
              </a:cxn>
              <a:cxn ang="0">
                <a:pos x="83" y="1894"/>
              </a:cxn>
              <a:cxn ang="0">
                <a:pos x="94" y="1772"/>
              </a:cxn>
              <a:cxn ang="0">
                <a:pos x="111" y="1682"/>
              </a:cxn>
              <a:cxn ang="0">
                <a:pos x="158" y="1492"/>
              </a:cxn>
              <a:cxn ang="0">
                <a:pos x="140" y="1347"/>
              </a:cxn>
              <a:cxn ang="0">
                <a:pos x="226" y="1180"/>
              </a:cxn>
              <a:cxn ang="0">
                <a:pos x="212" y="1025"/>
              </a:cxn>
              <a:cxn ang="0">
                <a:pos x="245" y="658"/>
              </a:cxn>
              <a:cxn ang="0">
                <a:pos x="294" y="575"/>
              </a:cxn>
              <a:cxn ang="0">
                <a:pos x="376" y="465"/>
              </a:cxn>
              <a:cxn ang="0">
                <a:pos x="376" y="354"/>
              </a:cxn>
              <a:cxn ang="0">
                <a:pos x="372" y="272"/>
              </a:cxn>
              <a:cxn ang="0">
                <a:pos x="469" y="161"/>
              </a:cxn>
              <a:cxn ang="0">
                <a:pos x="555" y="25"/>
              </a:cxn>
              <a:cxn ang="0">
                <a:pos x="712" y="71"/>
              </a:cxn>
              <a:cxn ang="0">
                <a:pos x="748" y="18"/>
              </a:cxn>
              <a:cxn ang="0">
                <a:pos x="802" y="7"/>
              </a:cxn>
              <a:cxn ang="0">
                <a:pos x="938" y="32"/>
              </a:cxn>
              <a:cxn ang="0">
                <a:pos x="1081" y="118"/>
              </a:cxn>
              <a:cxn ang="0">
                <a:pos x="1319" y="236"/>
              </a:cxn>
              <a:cxn ang="0">
                <a:pos x="1348" y="408"/>
              </a:cxn>
              <a:cxn ang="0">
                <a:pos x="1578" y="354"/>
              </a:cxn>
              <a:cxn ang="0">
                <a:pos x="1688" y="318"/>
              </a:cxn>
              <a:cxn ang="0">
                <a:pos x="1527" y="457"/>
              </a:cxn>
              <a:cxn ang="0">
                <a:pos x="1277" y="836"/>
              </a:cxn>
              <a:cxn ang="0">
                <a:pos x="1255" y="997"/>
              </a:cxn>
            </a:cxnLst>
            <a:rect l="0" t="0" r="r" b="b"/>
            <a:pathLst>
              <a:path w="1688" h="2558">
                <a:moveTo>
                  <a:pt x="1241" y="1044"/>
                </a:moveTo>
                <a:lnTo>
                  <a:pt x="1229" y="1044"/>
                </a:lnTo>
                <a:lnTo>
                  <a:pt x="1241" y="1072"/>
                </a:lnTo>
                <a:lnTo>
                  <a:pt x="1270" y="1108"/>
                </a:lnTo>
                <a:lnTo>
                  <a:pt x="1291" y="1125"/>
                </a:lnTo>
                <a:lnTo>
                  <a:pt x="1309" y="1143"/>
                </a:lnTo>
                <a:lnTo>
                  <a:pt x="1327" y="1164"/>
                </a:lnTo>
                <a:lnTo>
                  <a:pt x="1331" y="1183"/>
                </a:lnTo>
                <a:lnTo>
                  <a:pt x="1335" y="1201"/>
                </a:lnTo>
                <a:lnTo>
                  <a:pt x="1337" y="1236"/>
                </a:lnTo>
                <a:lnTo>
                  <a:pt x="1337" y="1257"/>
                </a:lnTo>
                <a:lnTo>
                  <a:pt x="1331" y="1275"/>
                </a:lnTo>
                <a:lnTo>
                  <a:pt x="1331" y="1293"/>
                </a:lnTo>
                <a:lnTo>
                  <a:pt x="1324" y="1315"/>
                </a:lnTo>
                <a:lnTo>
                  <a:pt x="1316" y="1333"/>
                </a:lnTo>
                <a:lnTo>
                  <a:pt x="1305" y="1353"/>
                </a:lnTo>
                <a:lnTo>
                  <a:pt x="1287" y="1372"/>
                </a:lnTo>
                <a:lnTo>
                  <a:pt x="1259" y="1390"/>
                </a:lnTo>
                <a:lnTo>
                  <a:pt x="1208" y="1411"/>
                </a:lnTo>
                <a:lnTo>
                  <a:pt x="1169" y="1432"/>
                </a:lnTo>
                <a:lnTo>
                  <a:pt x="1113" y="1455"/>
                </a:lnTo>
                <a:lnTo>
                  <a:pt x="1077" y="1472"/>
                </a:lnTo>
                <a:lnTo>
                  <a:pt x="1041" y="1489"/>
                </a:lnTo>
                <a:lnTo>
                  <a:pt x="983" y="1497"/>
                </a:lnTo>
                <a:lnTo>
                  <a:pt x="947" y="1511"/>
                </a:lnTo>
                <a:lnTo>
                  <a:pt x="891" y="1518"/>
                </a:lnTo>
                <a:lnTo>
                  <a:pt x="873" y="1515"/>
                </a:lnTo>
                <a:lnTo>
                  <a:pt x="855" y="1501"/>
                </a:lnTo>
                <a:lnTo>
                  <a:pt x="837" y="1508"/>
                </a:lnTo>
                <a:lnTo>
                  <a:pt x="834" y="1540"/>
                </a:lnTo>
                <a:lnTo>
                  <a:pt x="834" y="1557"/>
                </a:lnTo>
                <a:lnTo>
                  <a:pt x="830" y="1575"/>
                </a:lnTo>
                <a:lnTo>
                  <a:pt x="820" y="1594"/>
                </a:lnTo>
                <a:lnTo>
                  <a:pt x="820" y="1651"/>
                </a:lnTo>
                <a:lnTo>
                  <a:pt x="815" y="1665"/>
                </a:lnTo>
                <a:lnTo>
                  <a:pt x="802" y="1668"/>
                </a:lnTo>
                <a:lnTo>
                  <a:pt x="765" y="1675"/>
                </a:lnTo>
                <a:lnTo>
                  <a:pt x="726" y="1675"/>
                </a:lnTo>
                <a:lnTo>
                  <a:pt x="695" y="1672"/>
                </a:lnTo>
                <a:lnTo>
                  <a:pt x="669" y="1661"/>
                </a:lnTo>
                <a:lnTo>
                  <a:pt x="633" y="1658"/>
                </a:lnTo>
                <a:lnTo>
                  <a:pt x="612" y="1661"/>
                </a:lnTo>
                <a:lnTo>
                  <a:pt x="601" y="1665"/>
                </a:lnTo>
                <a:lnTo>
                  <a:pt x="594" y="1679"/>
                </a:lnTo>
                <a:lnTo>
                  <a:pt x="615" y="1754"/>
                </a:lnTo>
                <a:lnTo>
                  <a:pt x="623" y="1769"/>
                </a:lnTo>
                <a:lnTo>
                  <a:pt x="637" y="1772"/>
                </a:lnTo>
                <a:lnTo>
                  <a:pt x="676" y="1772"/>
                </a:lnTo>
                <a:lnTo>
                  <a:pt x="691" y="1790"/>
                </a:lnTo>
                <a:lnTo>
                  <a:pt x="695" y="1808"/>
                </a:lnTo>
                <a:lnTo>
                  <a:pt x="691" y="1822"/>
                </a:lnTo>
                <a:lnTo>
                  <a:pt x="676" y="1829"/>
                </a:lnTo>
                <a:lnTo>
                  <a:pt x="654" y="1825"/>
                </a:lnTo>
                <a:lnTo>
                  <a:pt x="640" y="1829"/>
                </a:lnTo>
                <a:lnTo>
                  <a:pt x="619" y="1850"/>
                </a:lnTo>
                <a:lnTo>
                  <a:pt x="612" y="1887"/>
                </a:lnTo>
                <a:lnTo>
                  <a:pt x="601" y="1903"/>
                </a:lnTo>
                <a:lnTo>
                  <a:pt x="598" y="1918"/>
                </a:lnTo>
                <a:lnTo>
                  <a:pt x="589" y="1929"/>
                </a:lnTo>
                <a:lnTo>
                  <a:pt x="584" y="1943"/>
                </a:lnTo>
                <a:lnTo>
                  <a:pt x="584" y="1964"/>
                </a:lnTo>
                <a:lnTo>
                  <a:pt x="587" y="1980"/>
                </a:lnTo>
                <a:lnTo>
                  <a:pt x="568" y="2001"/>
                </a:lnTo>
                <a:lnTo>
                  <a:pt x="559" y="2008"/>
                </a:lnTo>
                <a:lnTo>
                  <a:pt x="548" y="2014"/>
                </a:lnTo>
                <a:lnTo>
                  <a:pt x="533" y="2022"/>
                </a:lnTo>
                <a:lnTo>
                  <a:pt x="512" y="2022"/>
                </a:lnTo>
                <a:lnTo>
                  <a:pt x="494" y="2022"/>
                </a:lnTo>
                <a:lnTo>
                  <a:pt x="455" y="2022"/>
                </a:lnTo>
                <a:lnTo>
                  <a:pt x="437" y="2026"/>
                </a:lnTo>
                <a:lnTo>
                  <a:pt x="418" y="2044"/>
                </a:lnTo>
                <a:lnTo>
                  <a:pt x="405" y="2075"/>
                </a:lnTo>
                <a:lnTo>
                  <a:pt x="405" y="2100"/>
                </a:lnTo>
                <a:lnTo>
                  <a:pt x="412" y="2116"/>
                </a:lnTo>
                <a:lnTo>
                  <a:pt x="422" y="2137"/>
                </a:lnTo>
                <a:lnTo>
                  <a:pt x="462" y="2153"/>
                </a:lnTo>
                <a:lnTo>
                  <a:pt x="480" y="2169"/>
                </a:lnTo>
                <a:lnTo>
                  <a:pt x="499" y="2176"/>
                </a:lnTo>
                <a:lnTo>
                  <a:pt x="501" y="2190"/>
                </a:lnTo>
                <a:lnTo>
                  <a:pt x="499" y="2225"/>
                </a:lnTo>
                <a:lnTo>
                  <a:pt x="487" y="2232"/>
                </a:lnTo>
                <a:lnTo>
                  <a:pt x="465" y="2268"/>
                </a:lnTo>
                <a:lnTo>
                  <a:pt x="429" y="2308"/>
                </a:lnTo>
                <a:lnTo>
                  <a:pt x="412" y="2326"/>
                </a:lnTo>
                <a:lnTo>
                  <a:pt x="393" y="2329"/>
                </a:lnTo>
                <a:lnTo>
                  <a:pt x="390" y="2343"/>
                </a:lnTo>
                <a:lnTo>
                  <a:pt x="376" y="2361"/>
                </a:lnTo>
                <a:lnTo>
                  <a:pt x="372" y="2382"/>
                </a:lnTo>
                <a:lnTo>
                  <a:pt x="354" y="2387"/>
                </a:lnTo>
                <a:lnTo>
                  <a:pt x="337" y="2382"/>
                </a:lnTo>
                <a:lnTo>
                  <a:pt x="323" y="2391"/>
                </a:lnTo>
                <a:lnTo>
                  <a:pt x="318" y="2404"/>
                </a:lnTo>
                <a:lnTo>
                  <a:pt x="301" y="2444"/>
                </a:lnTo>
                <a:lnTo>
                  <a:pt x="290" y="2451"/>
                </a:lnTo>
                <a:lnTo>
                  <a:pt x="282" y="2461"/>
                </a:lnTo>
                <a:lnTo>
                  <a:pt x="266" y="2483"/>
                </a:lnTo>
                <a:lnTo>
                  <a:pt x="266" y="2502"/>
                </a:lnTo>
                <a:lnTo>
                  <a:pt x="254" y="2522"/>
                </a:lnTo>
                <a:lnTo>
                  <a:pt x="266" y="2539"/>
                </a:lnTo>
                <a:lnTo>
                  <a:pt x="266" y="2558"/>
                </a:lnTo>
                <a:lnTo>
                  <a:pt x="151" y="2558"/>
                </a:lnTo>
                <a:lnTo>
                  <a:pt x="83" y="2558"/>
                </a:lnTo>
                <a:lnTo>
                  <a:pt x="69" y="2544"/>
                </a:lnTo>
                <a:lnTo>
                  <a:pt x="60" y="2472"/>
                </a:lnTo>
                <a:lnTo>
                  <a:pt x="51" y="2465"/>
                </a:lnTo>
                <a:lnTo>
                  <a:pt x="32" y="2472"/>
                </a:lnTo>
                <a:lnTo>
                  <a:pt x="26" y="2476"/>
                </a:lnTo>
                <a:lnTo>
                  <a:pt x="14" y="2472"/>
                </a:lnTo>
                <a:lnTo>
                  <a:pt x="4" y="2458"/>
                </a:lnTo>
                <a:lnTo>
                  <a:pt x="0" y="2437"/>
                </a:lnTo>
                <a:lnTo>
                  <a:pt x="0" y="2387"/>
                </a:lnTo>
                <a:lnTo>
                  <a:pt x="7" y="2365"/>
                </a:lnTo>
                <a:lnTo>
                  <a:pt x="23" y="2350"/>
                </a:lnTo>
                <a:lnTo>
                  <a:pt x="51" y="2350"/>
                </a:lnTo>
                <a:lnTo>
                  <a:pt x="69" y="2329"/>
                </a:lnTo>
                <a:lnTo>
                  <a:pt x="69" y="2301"/>
                </a:lnTo>
                <a:lnTo>
                  <a:pt x="51" y="2280"/>
                </a:lnTo>
                <a:lnTo>
                  <a:pt x="51" y="2244"/>
                </a:lnTo>
                <a:lnTo>
                  <a:pt x="69" y="2208"/>
                </a:lnTo>
                <a:lnTo>
                  <a:pt x="101" y="2190"/>
                </a:lnTo>
                <a:lnTo>
                  <a:pt x="129" y="2160"/>
                </a:lnTo>
                <a:lnTo>
                  <a:pt x="137" y="2118"/>
                </a:lnTo>
                <a:lnTo>
                  <a:pt x="118" y="2093"/>
                </a:lnTo>
                <a:lnTo>
                  <a:pt x="83" y="2087"/>
                </a:lnTo>
                <a:lnTo>
                  <a:pt x="69" y="2054"/>
                </a:lnTo>
                <a:lnTo>
                  <a:pt x="64" y="2014"/>
                </a:lnTo>
                <a:lnTo>
                  <a:pt x="76" y="1989"/>
                </a:lnTo>
                <a:lnTo>
                  <a:pt x="97" y="1980"/>
                </a:lnTo>
                <a:lnTo>
                  <a:pt x="129" y="1994"/>
                </a:lnTo>
                <a:lnTo>
                  <a:pt x="143" y="1994"/>
                </a:lnTo>
                <a:lnTo>
                  <a:pt x="155" y="1964"/>
                </a:lnTo>
                <a:lnTo>
                  <a:pt x="134" y="1950"/>
                </a:lnTo>
                <a:lnTo>
                  <a:pt x="97" y="1943"/>
                </a:lnTo>
                <a:lnTo>
                  <a:pt x="97" y="1907"/>
                </a:lnTo>
                <a:lnTo>
                  <a:pt x="83" y="1894"/>
                </a:lnTo>
                <a:lnTo>
                  <a:pt x="76" y="1862"/>
                </a:lnTo>
                <a:lnTo>
                  <a:pt x="79" y="1829"/>
                </a:lnTo>
                <a:lnTo>
                  <a:pt x="94" y="1804"/>
                </a:lnTo>
                <a:lnTo>
                  <a:pt x="101" y="1790"/>
                </a:lnTo>
                <a:lnTo>
                  <a:pt x="94" y="1772"/>
                </a:lnTo>
                <a:lnTo>
                  <a:pt x="76" y="1751"/>
                </a:lnTo>
                <a:lnTo>
                  <a:pt x="76" y="1733"/>
                </a:lnTo>
                <a:lnTo>
                  <a:pt x="79" y="1714"/>
                </a:lnTo>
                <a:lnTo>
                  <a:pt x="97" y="1700"/>
                </a:lnTo>
                <a:lnTo>
                  <a:pt x="111" y="1682"/>
                </a:lnTo>
                <a:lnTo>
                  <a:pt x="115" y="1636"/>
                </a:lnTo>
                <a:lnTo>
                  <a:pt x="108" y="1594"/>
                </a:lnTo>
                <a:lnTo>
                  <a:pt x="115" y="1550"/>
                </a:lnTo>
                <a:lnTo>
                  <a:pt x="125" y="1522"/>
                </a:lnTo>
                <a:lnTo>
                  <a:pt x="158" y="1492"/>
                </a:lnTo>
                <a:lnTo>
                  <a:pt x="180" y="1458"/>
                </a:lnTo>
                <a:lnTo>
                  <a:pt x="175" y="1414"/>
                </a:lnTo>
                <a:lnTo>
                  <a:pt x="151" y="1379"/>
                </a:lnTo>
                <a:lnTo>
                  <a:pt x="143" y="1361"/>
                </a:lnTo>
                <a:lnTo>
                  <a:pt x="140" y="1347"/>
                </a:lnTo>
                <a:lnTo>
                  <a:pt x="143" y="1325"/>
                </a:lnTo>
                <a:lnTo>
                  <a:pt x="155" y="1315"/>
                </a:lnTo>
                <a:lnTo>
                  <a:pt x="187" y="1296"/>
                </a:lnTo>
                <a:lnTo>
                  <a:pt x="226" y="1290"/>
                </a:lnTo>
                <a:lnTo>
                  <a:pt x="226" y="1180"/>
                </a:lnTo>
                <a:lnTo>
                  <a:pt x="248" y="1146"/>
                </a:lnTo>
                <a:lnTo>
                  <a:pt x="254" y="1118"/>
                </a:lnTo>
                <a:lnTo>
                  <a:pt x="251" y="1100"/>
                </a:lnTo>
                <a:lnTo>
                  <a:pt x="240" y="1079"/>
                </a:lnTo>
                <a:lnTo>
                  <a:pt x="212" y="1025"/>
                </a:lnTo>
                <a:lnTo>
                  <a:pt x="204" y="942"/>
                </a:lnTo>
                <a:lnTo>
                  <a:pt x="219" y="850"/>
                </a:lnTo>
                <a:lnTo>
                  <a:pt x="240" y="794"/>
                </a:lnTo>
                <a:lnTo>
                  <a:pt x="229" y="714"/>
                </a:lnTo>
                <a:lnTo>
                  <a:pt x="245" y="658"/>
                </a:lnTo>
                <a:lnTo>
                  <a:pt x="269" y="639"/>
                </a:lnTo>
                <a:lnTo>
                  <a:pt x="286" y="626"/>
                </a:lnTo>
                <a:lnTo>
                  <a:pt x="301" y="604"/>
                </a:lnTo>
                <a:lnTo>
                  <a:pt x="305" y="593"/>
                </a:lnTo>
                <a:lnTo>
                  <a:pt x="294" y="575"/>
                </a:lnTo>
                <a:lnTo>
                  <a:pt x="286" y="557"/>
                </a:lnTo>
                <a:lnTo>
                  <a:pt x="301" y="519"/>
                </a:lnTo>
                <a:lnTo>
                  <a:pt x="365" y="522"/>
                </a:lnTo>
                <a:lnTo>
                  <a:pt x="347" y="482"/>
                </a:lnTo>
                <a:lnTo>
                  <a:pt x="376" y="465"/>
                </a:lnTo>
                <a:lnTo>
                  <a:pt x="393" y="443"/>
                </a:lnTo>
                <a:lnTo>
                  <a:pt x="369" y="429"/>
                </a:lnTo>
                <a:lnTo>
                  <a:pt x="351" y="400"/>
                </a:lnTo>
                <a:lnTo>
                  <a:pt x="372" y="360"/>
                </a:lnTo>
                <a:lnTo>
                  <a:pt x="376" y="354"/>
                </a:lnTo>
                <a:lnTo>
                  <a:pt x="372" y="343"/>
                </a:lnTo>
                <a:lnTo>
                  <a:pt x="369" y="328"/>
                </a:lnTo>
                <a:lnTo>
                  <a:pt x="351" y="300"/>
                </a:lnTo>
                <a:lnTo>
                  <a:pt x="358" y="279"/>
                </a:lnTo>
                <a:lnTo>
                  <a:pt x="372" y="272"/>
                </a:lnTo>
                <a:lnTo>
                  <a:pt x="437" y="249"/>
                </a:lnTo>
                <a:lnTo>
                  <a:pt x="462" y="240"/>
                </a:lnTo>
                <a:lnTo>
                  <a:pt x="473" y="225"/>
                </a:lnTo>
                <a:lnTo>
                  <a:pt x="476" y="215"/>
                </a:lnTo>
                <a:lnTo>
                  <a:pt x="469" y="161"/>
                </a:lnTo>
                <a:lnTo>
                  <a:pt x="469" y="111"/>
                </a:lnTo>
                <a:lnTo>
                  <a:pt x="469" y="94"/>
                </a:lnTo>
                <a:lnTo>
                  <a:pt x="487" y="39"/>
                </a:lnTo>
                <a:lnTo>
                  <a:pt x="526" y="18"/>
                </a:lnTo>
                <a:lnTo>
                  <a:pt x="555" y="25"/>
                </a:lnTo>
                <a:lnTo>
                  <a:pt x="580" y="51"/>
                </a:lnTo>
                <a:lnTo>
                  <a:pt x="608" y="53"/>
                </a:lnTo>
                <a:lnTo>
                  <a:pt x="630" y="22"/>
                </a:lnTo>
                <a:lnTo>
                  <a:pt x="659" y="18"/>
                </a:lnTo>
                <a:lnTo>
                  <a:pt x="712" y="71"/>
                </a:lnTo>
                <a:lnTo>
                  <a:pt x="723" y="108"/>
                </a:lnTo>
                <a:lnTo>
                  <a:pt x="730" y="122"/>
                </a:lnTo>
                <a:lnTo>
                  <a:pt x="734" y="85"/>
                </a:lnTo>
                <a:lnTo>
                  <a:pt x="734" y="32"/>
                </a:lnTo>
                <a:lnTo>
                  <a:pt x="748" y="18"/>
                </a:lnTo>
                <a:lnTo>
                  <a:pt x="758" y="36"/>
                </a:lnTo>
                <a:lnTo>
                  <a:pt x="765" y="57"/>
                </a:lnTo>
                <a:lnTo>
                  <a:pt x="783" y="53"/>
                </a:lnTo>
                <a:lnTo>
                  <a:pt x="787" y="32"/>
                </a:lnTo>
                <a:lnTo>
                  <a:pt x="802" y="7"/>
                </a:lnTo>
                <a:lnTo>
                  <a:pt x="840" y="0"/>
                </a:lnTo>
                <a:lnTo>
                  <a:pt x="866" y="14"/>
                </a:lnTo>
                <a:lnTo>
                  <a:pt x="883" y="32"/>
                </a:lnTo>
                <a:lnTo>
                  <a:pt x="901" y="36"/>
                </a:lnTo>
                <a:lnTo>
                  <a:pt x="938" y="32"/>
                </a:lnTo>
                <a:lnTo>
                  <a:pt x="947" y="53"/>
                </a:lnTo>
                <a:lnTo>
                  <a:pt x="983" y="75"/>
                </a:lnTo>
                <a:lnTo>
                  <a:pt x="1002" y="111"/>
                </a:lnTo>
                <a:lnTo>
                  <a:pt x="1023" y="125"/>
                </a:lnTo>
                <a:lnTo>
                  <a:pt x="1081" y="118"/>
                </a:lnTo>
                <a:lnTo>
                  <a:pt x="1113" y="133"/>
                </a:lnTo>
                <a:lnTo>
                  <a:pt x="1155" y="182"/>
                </a:lnTo>
                <a:lnTo>
                  <a:pt x="1201" y="200"/>
                </a:lnTo>
                <a:lnTo>
                  <a:pt x="1291" y="207"/>
                </a:lnTo>
                <a:lnTo>
                  <a:pt x="1319" y="236"/>
                </a:lnTo>
                <a:lnTo>
                  <a:pt x="1324" y="272"/>
                </a:lnTo>
                <a:lnTo>
                  <a:pt x="1270" y="339"/>
                </a:lnTo>
                <a:lnTo>
                  <a:pt x="1255" y="379"/>
                </a:lnTo>
                <a:lnTo>
                  <a:pt x="1255" y="411"/>
                </a:lnTo>
                <a:lnTo>
                  <a:pt x="1348" y="408"/>
                </a:lnTo>
                <a:lnTo>
                  <a:pt x="1402" y="418"/>
                </a:lnTo>
                <a:lnTo>
                  <a:pt x="1442" y="415"/>
                </a:lnTo>
                <a:lnTo>
                  <a:pt x="1480" y="389"/>
                </a:lnTo>
                <a:lnTo>
                  <a:pt x="1566" y="372"/>
                </a:lnTo>
                <a:lnTo>
                  <a:pt x="1578" y="354"/>
                </a:lnTo>
                <a:lnTo>
                  <a:pt x="1573" y="282"/>
                </a:lnTo>
                <a:lnTo>
                  <a:pt x="1585" y="249"/>
                </a:lnTo>
                <a:lnTo>
                  <a:pt x="1670" y="265"/>
                </a:lnTo>
                <a:lnTo>
                  <a:pt x="1684" y="290"/>
                </a:lnTo>
                <a:lnTo>
                  <a:pt x="1688" y="318"/>
                </a:lnTo>
                <a:lnTo>
                  <a:pt x="1673" y="354"/>
                </a:lnTo>
                <a:lnTo>
                  <a:pt x="1673" y="386"/>
                </a:lnTo>
                <a:lnTo>
                  <a:pt x="1666" y="397"/>
                </a:lnTo>
                <a:lnTo>
                  <a:pt x="1601" y="408"/>
                </a:lnTo>
                <a:lnTo>
                  <a:pt x="1527" y="457"/>
                </a:lnTo>
                <a:lnTo>
                  <a:pt x="1423" y="554"/>
                </a:lnTo>
                <a:lnTo>
                  <a:pt x="1327" y="676"/>
                </a:lnTo>
                <a:lnTo>
                  <a:pt x="1337" y="676"/>
                </a:lnTo>
                <a:lnTo>
                  <a:pt x="1291" y="762"/>
                </a:lnTo>
                <a:lnTo>
                  <a:pt x="1277" y="836"/>
                </a:lnTo>
                <a:lnTo>
                  <a:pt x="1287" y="905"/>
                </a:lnTo>
                <a:lnTo>
                  <a:pt x="1270" y="922"/>
                </a:lnTo>
                <a:lnTo>
                  <a:pt x="1237" y="922"/>
                </a:lnTo>
                <a:lnTo>
                  <a:pt x="1252" y="947"/>
                </a:lnTo>
                <a:lnTo>
                  <a:pt x="1255" y="997"/>
                </a:lnTo>
                <a:lnTo>
                  <a:pt x="1241" y="1044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96" name="Freeform 195"/>
          <p:cNvSpPr>
            <a:spLocks/>
          </p:cNvSpPr>
          <p:nvPr/>
        </p:nvSpPr>
        <p:spPr bwMode="auto">
          <a:xfrm>
            <a:off x="2616983" y="6198084"/>
            <a:ext cx="27743" cy="27753"/>
          </a:xfrm>
          <a:custGeom>
            <a:avLst/>
            <a:gdLst/>
            <a:ahLst/>
            <a:cxnLst>
              <a:cxn ang="0">
                <a:pos x="13" y="99"/>
              </a:cxn>
              <a:cxn ang="0">
                <a:pos x="0" y="88"/>
              </a:cxn>
              <a:cxn ang="0">
                <a:pos x="0" y="64"/>
              </a:cxn>
              <a:cxn ang="0">
                <a:pos x="17" y="47"/>
              </a:cxn>
              <a:cxn ang="0">
                <a:pos x="32" y="26"/>
              </a:cxn>
              <a:cxn ang="0">
                <a:pos x="42" y="7"/>
              </a:cxn>
              <a:cxn ang="0">
                <a:pos x="86" y="0"/>
              </a:cxn>
              <a:cxn ang="0">
                <a:pos x="100" y="7"/>
              </a:cxn>
              <a:cxn ang="0">
                <a:pos x="100" y="26"/>
              </a:cxn>
              <a:cxn ang="0">
                <a:pos x="75" y="49"/>
              </a:cxn>
              <a:cxn ang="0">
                <a:pos x="58" y="60"/>
              </a:cxn>
              <a:cxn ang="0">
                <a:pos x="46" y="81"/>
              </a:cxn>
              <a:cxn ang="0">
                <a:pos x="36" y="95"/>
              </a:cxn>
              <a:cxn ang="0">
                <a:pos x="13" y="99"/>
              </a:cxn>
            </a:cxnLst>
            <a:rect l="0" t="0" r="r" b="b"/>
            <a:pathLst>
              <a:path w="100" h="99">
                <a:moveTo>
                  <a:pt x="13" y="99"/>
                </a:moveTo>
                <a:lnTo>
                  <a:pt x="0" y="88"/>
                </a:lnTo>
                <a:lnTo>
                  <a:pt x="0" y="64"/>
                </a:lnTo>
                <a:lnTo>
                  <a:pt x="17" y="47"/>
                </a:lnTo>
                <a:lnTo>
                  <a:pt x="32" y="26"/>
                </a:lnTo>
                <a:lnTo>
                  <a:pt x="42" y="7"/>
                </a:lnTo>
                <a:lnTo>
                  <a:pt x="86" y="0"/>
                </a:lnTo>
                <a:lnTo>
                  <a:pt x="100" y="7"/>
                </a:lnTo>
                <a:lnTo>
                  <a:pt x="100" y="26"/>
                </a:lnTo>
                <a:lnTo>
                  <a:pt x="75" y="49"/>
                </a:lnTo>
                <a:lnTo>
                  <a:pt x="58" y="60"/>
                </a:lnTo>
                <a:lnTo>
                  <a:pt x="46" y="81"/>
                </a:lnTo>
                <a:lnTo>
                  <a:pt x="36" y="95"/>
                </a:lnTo>
                <a:lnTo>
                  <a:pt x="13" y="9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97" name="Freeform 196"/>
          <p:cNvSpPr>
            <a:spLocks/>
          </p:cNvSpPr>
          <p:nvPr/>
        </p:nvSpPr>
        <p:spPr bwMode="auto">
          <a:xfrm>
            <a:off x="2646358" y="6194615"/>
            <a:ext cx="26111" cy="20815"/>
          </a:xfrm>
          <a:custGeom>
            <a:avLst/>
            <a:gdLst/>
            <a:ahLst/>
            <a:cxnLst>
              <a:cxn ang="0">
                <a:pos x="0" y="72"/>
              </a:cxn>
              <a:cxn ang="0">
                <a:pos x="4" y="65"/>
              </a:cxn>
              <a:cxn ang="0">
                <a:pos x="23" y="53"/>
              </a:cxn>
              <a:cxn ang="0">
                <a:pos x="48" y="19"/>
              </a:cxn>
              <a:cxn ang="0">
                <a:pos x="66" y="7"/>
              </a:cxn>
              <a:cxn ang="0">
                <a:pos x="84" y="0"/>
              </a:cxn>
              <a:cxn ang="0">
                <a:pos x="98" y="11"/>
              </a:cxn>
              <a:cxn ang="0">
                <a:pos x="98" y="37"/>
              </a:cxn>
              <a:cxn ang="0">
                <a:pos x="84" y="53"/>
              </a:cxn>
              <a:cxn ang="0">
                <a:pos x="48" y="72"/>
              </a:cxn>
              <a:cxn ang="0">
                <a:pos x="0" y="72"/>
              </a:cxn>
            </a:cxnLst>
            <a:rect l="0" t="0" r="r" b="b"/>
            <a:pathLst>
              <a:path w="98" h="72">
                <a:moveTo>
                  <a:pt x="0" y="72"/>
                </a:moveTo>
                <a:lnTo>
                  <a:pt x="4" y="65"/>
                </a:lnTo>
                <a:lnTo>
                  <a:pt x="23" y="53"/>
                </a:lnTo>
                <a:lnTo>
                  <a:pt x="48" y="19"/>
                </a:lnTo>
                <a:lnTo>
                  <a:pt x="66" y="7"/>
                </a:lnTo>
                <a:lnTo>
                  <a:pt x="84" y="0"/>
                </a:lnTo>
                <a:lnTo>
                  <a:pt x="98" y="11"/>
                </a:lnTo>
                <a:lnTo>
                  <a:pt x="98" y="37"/>
                </a:lnTo>
                <a:lnTo>
                  <a:pt x="84" y="53"/>
                </a:lnTo>
                <a:lnTo>
                  <a:pt x="48" y="72"/>
                </a:lnTo>
                <a:lnTo>
                  <a:pt x="0" y="72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98" name="Freeform 197"/>
          <p:cNvSpPr>
            <a:spLocks/>
          </p:cNvSpPr>
          <p:nvPr/>
        </p:nvSpPr>
        <p:spPr bwMode="auto">
          <a:xfrm>
            <a:off x="2315080" y="4721971"/>
            <a:ext cx="1023209" cy="1032065"/>
          </a:xfrm>
          <a:custGeom>
            <a:avLst/>
            <a:gdLst/>
            <a:ahLst/>
            <a:cxnLst>
              <a:cxn ang="0">
                <a:pos x="668" y="1643"/>
              </a:cxn>
              <a:cxn ang="0">
                <a:pos x="564" y="1682"/>
              </a:cxn>
              <a:cxn ang="0">
                <a:pos x="336" y="1660"/>
              </a:cxn>
              <a:cxn ang="0">
                <a:pos x="165" y="1572"/>
              </a:cxn>
              <a:cxn ang="0">
                <a:pos x="40" y="1439"/>
              </a:cxn>
              <a:cxn ang="0">
                <a:pos x="104" y="1264"/>
              </a:cxn>
              <a:cxn ang="0">
                <a:pos x="248" y="1064"/>
              </a:cxn>
              <a:cxn ang="0">
                <a:pos x="401" y="865"/>
              </a:cxn>
              <a:cxn ang="0">
                <a:pos x="351" y="625"/>
              </a:cxn>
              <a:cxn ang="0">
                <a:pos x="361" y="524"/>
              </a:cxn>
              <a:cxn ang="0">
                <a:pos x="527" y="500"/>
              </a:cxn>
              <a:cxn ang="0">
                <a:pos x="638" y="532"/>
              </a:cxn>
              <a:cxn ang="0">
                <a:pos x="830" y="528"/>
              </a:cxn>
              <a:cxn ang="0">
                <a:pos x="926" y="347"/>
              </a:cxn>
              <a:cxn ang="0">
                <a:pos x="1065" y="275"/>
              </a:cxn>
              <a:cxn ang="0">
                <a:pos x="1158" y="100"/>
              </a:cxn>
              <a:cxn ang="0">
                <a:pos x="1223" y="271"/>
              </a:cxn>
              <a:cxn ang="0">
                <a:pos x="1405" y="449"/>
              </a:cxn>
              <a:cxn ang="0">
                <a:pos x="1627" y="271"/>
              </a:cxn>
              <a:cxn ang="0">
                <a:pos x="1701" y="310"/>
              </a:cxn>
              <a:cxn ang="0">
                <a:pos x="1881" y="331"/>
              </a:cxn>
              <a:cxn ang="0">
                <a:pos x="2012" y="0"/>
              </a:cxn>
              <a:cxn ang="0">
                <a:pos x="2170" y="189"/>
              </a:cxn>
              <a:cxn ang="0">
                <a:pos x="2238" y="382"/>
              </a:cxn>
              <a:cxn ang="0">
                <a:pos x="2238" y="490"/>
              </a:cxn>
              <a:cxn ang="0">
                <a:pos x="2431" y="467"/>
              </a:cxn>
              <a:cxn ang="0">
                <a:pos x="2524" y="458"/>
              </a:cxn>
              <a:cxn ang="0">
                <a:pos x="2824" y="528"/>
              </a:cxn>
              <a:cxn ang="0">
                <a:pos x="3038" y="536"/>
              </a:cxn>
              <a:cxn ang="0">
                <a:pos x="3339" y="518"/>
              </a:cxn>
              <a:cxn ang="0">
                <a:pos x="3701" y="639"/>
              </a:cxn>
              <a:cxn ang="0">
                <a:pos x="3757" y="717"/>
              </a:cxn>
              <a:cxn ang="0">
                <a:pos x="3754" y="885"/>
              </a:cxn>
              <a:cxn ang="0">
                <a:pos x="3650" y="1119"/>
              </a:cxn>
              <a:cxn ang="0">
                <a:pos x="3460" y="1403"/>
              </a:cxn>
              <a:cxn ang="0">
                <a:pos x="3389" y="1500"/>
              </a:cxn>
              <a:cxn ang="0">
                <a:pos x="3382" y="1782"/>
              </a:cxn>
              <a:cxn ang="0">
                <a:pos x="3329" y="2006"/>
              </a:cxn>
              <a:cxn ang="0">
                <a:pos x="3225" y="2222"/>
              </a:cxn>
              <a:cxn ang="0">
                <a:pos x="3045" y="2454"/>
              </a:cxn>
              <a:cxn ang="0">
                <a:pos x="2889" y="2468"/>
              </a:cxn>
              <a:cxn ang="0">
                <a:pos x="2627" y="2607"/>
              </a:cxn>
              <a:cxn ang="0">
                <a:pos x="2426" y="2782"/>
              </a:cxn>
              <a:cxn ang="0">
                <a:pos x="2431" y="2896"/>
              </a:cxn>
              <a:cxn ang="0">
                <a:pos x="2163" y="3335"/>
              </a:cxn>
              <a:cxn ang="0">
                <a:pos x="2059" y="3432"/>
              </a:cxn>
              <a:cxn ang="0">
                <a:pos x="1962" y="3571"/>
              </a:cxn>
              <a:cxn ang="0">
                <a:pos x="1848" y="3335"/>
              </a:cxn>
              <a:cxn ang="0">
                <a:pos x="1673" y="3136"/>
              </a:cxn>
              <a:cxn ang="0">
                <a:pos x="1938" y="2872"/>
              </a:cxn>
              <a:cxn ang="0">
                <a:pos x="1828" y="2667"/>
              </a:cxn>
              <a:cxn ang="0">
                <a:pos x="1749" y="2621"/>
              </a:cxn>
              <a:cxn ang="0">
                <a:pos x="1645" y="2554"/>
              </a:cxn>
              <a:cxn ang="0">
                <a:pos x="1548" y="2346"/>
              </a:cxn>
              <a:cxn ang="0">
                <a:pos x="1523" y="2029"/>
              </a:cxn>
              <a:cxn ang="0">
                <a:pos x="1283" y="1921"/>
              </a:cxn>
              <a:cxn ang="0">
                <a:pos x="1191" y="1789"/>
              </a:cxn>
              <a:cxn ang="0">
                <a:pos x="966" y="1701"/>
              </a:cxn>
            </a:cxnLst>
            <a:rect l="0" t="0" r="r" b="b"/>
            <a:pathLst>
              <a:path w="3761" h="3571">
                <a:moveTo>
                  <a:pt x="837" y="1493"/>
                </a:moveTo>
                <a:lnTo>
                  <a:pt x="805" y="1482"/>
                </a:lnTo>
                <a:lnTo>
                  <a:pt x="754" y="1496"/>
                </a:lnTo>
                <a:lnTo>
                  <a:pt x="694" y="1535"/>
                </a:lnTo>
                <a:lnTo>
                  <a:pt x="684" y="1607"/>
                </a:lnTo>
                <a:lnTo>
                  <a:pt x="679" y="1625"/>
                </a:lnTo>
                <a:lnTo>
                  <a:pt x="668" y="1643"/>
                </a:lnTo>
                <a:lnTo>
                  <a:pt x="655" y="1639"/>
                </a:lnTo>
                <a:lnTo>
                  <a:pt x="619" y="1625"/>
                </a:lnTo>
                <a:lnTo>
                  <a:pt x="597" y="1625"/>
                </a:lnTo>
                <a:lnTo>
                  <a:pt x="590" y="1650"/>
                </a:lnTo>
                <a:lnTo>
                  <a:pt x="587" y="1665"/>
                </a:lnTo>
                <a:lnTo>
                  <a:pt x="580" y="1678"/>
                </a:lnTo>
                <a:lnTo>
                  <a:pt x="564" y="1682"/>
                </a:lnTo>
                <a:lnTo>
                  <a:pt x="544" y="1682"/>
                </a:lnTo>
                <a:lnTo>
                  <a:pt x="532" y="1678"/>
                </a:lnTo>
                <a:lnTo>
                  <a:pt x="495" y="1660"/>
                </a:lnTo>
                <a:lnTo>
                  <a:pt x="440" y="1665"/>
                </a:lnTo>
                <a:lnTo>
                  <a:pt x="401" y="1671"/>
                </a:lnTo>
                <a:lnTo>
                  <a:pt x="368" y="1682"/>
                </a:lnTo>
                <a:lnTo>
                  <a:pt x="336" y="1660"/>
                </a:lnTo>
                <a:lnTo>
                  <a:pt x="319" y="1614"/>
                </a:lnTo>
                <a:lnTo>
                  <a:pt x="319" y="1575"/>
                </a:lnTo>
                <a:lnTo>
                  <a:pt x="305" y="1567"/>
                </a:lnTo>
                <a:lnTo>
                  <a:pt x="282" y="1567"/>
                </a:lnTo>
                <a:lnTo>
                  <a:pt x="250" y="1607"/>
                </a:lnTo>
                <a:lnTo>
                  <a:pt x="201" y="1604"/>
                </a:lnTo>
                <a:lnTo>
                  <a:pt x="165" y="1572"/>
                </a:lnTo>
                <a:lnTo>
                  <a:pt x="146" y="1529"/>
                </a:lnTo>
                <a:lnTo>
                  <a:pt x="107" y="1521"/>
                </a:lnTo>
                <a:lnTo>
                  <a:pt x="83" y="1518"/>
                </a:lnTo>
                <a:lnTo>
                  <a:pt x="72" y="1493"/>
                </a:lnTo>
                <a:lnTo>
                  <a:pt x="93" y="1456"/>
                </a:lnTo>
                <a:lnTo>
                  <a:pt x="83" y="1450"/>
                </a:lnTo>
                <a:lnTo>
                  <a:pt x="40" y="1439"/>
                </a:lnTo>
                <a:lnTo>
                  <a:pt x="14" y="1415"/>
                </a:lnTo>
                <a:lnTo>
                  <a:pt x="0" y="1371"/>
                </a:lnTo>
                <a:lnTo>
                  <a:pt x="7" y="1322"/>
                </a:lnTo>
                <a:lnTo>
                  <a:pt x="26" y="1292"/>
                </a:lnTo>
                <a:lnTo>
                  <a:pt x="68" y="1286"/>
                </a:lnTo>
                <a:lnTo>
                  <a:pt x="97" y="1274"/>
                </a:lnTo>
                <a:lnTo>
                  <a:pt x="104" y="1264"/>
                </a:lnTo>
                <a:lnTo>
                  <a:pt x="86" y="1228"/>
                </a:lnTo>
                <a:lnTo>
                  <a:pt x="83" y="1175"/>
                </a:lnTo>
                <a:lnTo>
                  <a:pt x="97" y="1135"/>
                </a:lnTo>
                <a:lnTo>
                  <a:pt x="139" y="1119"/>
                </a:lnTo>
                <a:lnTo>
                  <a:pt x="169" y="1093"/>
                </a:lnTo>
                <a:lnTo>
                  <a:pt x="204" y="1071"/>
                </a:lnTo>
                <a:lnTo>
                  <a:pt x="248" y="1064"/>
                </a:lnTo>
                <a:lnTo>
                  <a:pt x="329" y="1064"/>
                </a:lnTo>
                <a:lnTo>
                  <a:pt x="344" y="1064"/>
                </a:lnTo>
                <a:lnTo>
                  <a:pt x="358" y="1054"/>
                </a:lnTo>
                <a:lnTo>
                  <a:pt x="379" y="1024"/>
                </a:lnTo>
                <a:lnTo>
                  <a:pt x="393" y="960"/>
                </a:lnTo>
                <a:lnTo>
                  <a:pt x="393" y="906"/>
                </a:lnTo>
                <a:lnTo>
                  <a:pt x="401" y="865"/>
                </a:lnTo>
                <a:lnTo>
                  <a:pt x="416" y="839"/>
                </a:lnTo>
                <a:lnTo>
                  <a:pt x="419" y="800"/>
                </a:lnTo>
                <a:lnTo>
                  <a:pt x="408" y="767"/>
                </a:lnTo>
                <a:lnTo>
                  <a:pt x="375" y="733"/>
                </a:lnTo>
                <a:lnTo>
                  <a:pt x="351" y="689"/>
                </a:lnTo>
                <a:lnTo>
                  <a:pt x="344" y="654"/>
                </a:lnTo>
                <a:lnTo>
                  <a:pt x="351" y="625"/>
                </a:lnTo>
                <a:lnTo>
                  <a:pt x="372" y="606"/>
                </a:lnTo>
                <a:lnTo>
                  <a:pt x="425" y="582"/>
                </a:lnTo>
                <a:lnTo>
                  <a:pt x="430" y="560"/>
                </a:lnTo>
                <a:lnTo>
                  <a:pt x="416" y="546"/>
                </a:lnTo>
                <a:lnTo>
                  <a:pt x="387" y="543"/>
                </a:lnTo>
                <a:lnTo>
                  <a:pt x="365" y="536"/>
                </a:lnTo>
                <a:lnTo>
                  <a:pt x="361" y="524"/>
                </a:lnTo>
                <a:lnTo>
                  <a:pt x="379" y="514"/>
                </a:lnTo>
                <a:lnTo>
                  <a:pt x="416" y="511"/>
                </a:lnTo>
                <a:lnTo>
                  <a:pt x="447" y="524"/>
                </a:lnTo>
                <a:lnTo>
                  <a:pt x="465" y="518"/>
                </a:lnTo>
                <a:lnTo>
                  <a:pt x="476" y="492"/>
                </a:lnTo>
                <a:lnTo>
                  <a:pt x="508" y="486"/>
                </a:lnTo>
                <a:lnTo>
                  <a:pt x="527" y="500"/>
                </a:lnTo>
                <a:lnTo>
                  <a:pt x="544" y="500"/>
                </a:lnTo>
                <a:lnTo>
                  <a:pt x="551" y="482"/>
                </a:lnTo>
                <a:lnTo>
                  <a:pt x="573" y="471"/>
                </a:lnTo>
                <a:lnTo>
                  <a:pt x="580" y="490"/>
                </a:lnTo>
                <a:lnTo>
                  <a:pt x="587" y="528"/>
                </a:lnTo>
                <a:lnTo>
                  <a:pt x="597" y="543"/>
                </a:lnTo>
                <a:lnTo>
                  <a:pt x="638" y="532"/>
                </a:lnTo>
                <a:lnTo>
                  <a:pt x="643" y="571"/>
                </a:lnTo>
                <a:lnTo>
                  <a:pt x="668" y="589"/>
                </a:lnTo>
                <a:lnTo>
                  <a:pt x="701" y="585"/>
                </a:lnTo>
                <a:lnTo>
                  <a:pt x="730" y="567"/>
                </a:lnTo>
                <a:lnTo>
                  <a:pt x="765" y="553"/>
                </a:lnTo>
                <a:lnTo>
                  <a:pt x="809" y="546"/>
                </a:lnTo>
                <a:lnTo>
                  <a:pt x="830" y="528"/>
                </a:lnTo>
                <a:lnTo>
                  <a:pt x="855" y="490"/>
                </a:lnTo>
                <a:lnTo>
                  <a:pt x="873" y="461"/>
                </a:lnTo>
                <a:lnTo>
                  <a:pt x="890" y="442"/>
                </a:lnTo>
                <a:lnTo>
                  <a:pt x="945" y="425"/>
                </a:lnTo>
                <a:lnTo>
                  <a:pt x="959" y="389"/>
                </a:lnTo>
                <a:lnTo>
                  <a:pt x="950" y="364"/>
                </a:lnTo>
                <a:lnTo>
                  <a:pt x="926" y="347"/>
                </a:lnTo>
                <a:lnTo>
                  <a:pt x="894" y="340"/>
                </a:lnTo>
                <a:lnTo>
                  <a:pt x="865" y="317"/>
                </a:lnTo>
                <a:lnTo>
                  <a:pt x="862" y="285"/>
                </a:lnTo>
                <a:lnTo>
                  <a:pt x="862" y="271"/>
                </a:lnTo>
                <a:lnTo>
                  <a:pt x="922" y="289"/>
                </a:lnTo>
                <a:lnTo>
                  <a:pt x="994" y="289"/>
                </a:lnTo>
                <a:lnTo>
                  <a:pt x="1065" y="275"/>
                </a:lnTo>
                <a:lnTo>
                  <a:pt x="1102" y="261"/>
                </a:lnTo>
                <a:lnTo>
                  <a:pt x="1119" y="239"/>
                </a:lnTo>
                <a:lnTo>
                  <a:pt x="1130" y="192"/>
                </a:lnTo>
                <a:lnTo>
                  <a:pt x="1155" y="171"/>
                </a:lnTo>
                <a:lnTo>
                  <a:pt x="1172" y="154"/>
                </a:lnTo>
                <a:lnTo>
                  <a:pt x="1172" y="121"/>
                </a:lnTo>
                <a:lnTo>
                  <a:pt x="1158" y="100"/>
                </a:lnTo>
                <a:lnTo>
                  <a:pt x="1184" y="86"/>
                </a:lnTo>
                <a:lnTo>
                  <a:pt x="1209" y="86"/>
                </a:lnTo>
                <a:lnTo>
                  <a:pt x="1227" y="109"/>
                </a:lnTo>
                <a:lnTo>
                  <a:pt x="1230" y="151"/>
                </a:lnTo>
                <a:lnTo>
                  <a:pt x="1244" y="196"/>
                </a:lnTo>
                <a:lnTo>
                  <a:pt x="1241" y="236"/>
                </a:lnTo>
                <a:lnTo>
                  <a:pt x="1223" y="271"/>
                </a:lnTo>
                <a:lnTo>
                  <a:pt x="1220" y="296"/>
                </a:lnTo>
                <a:lnTo>
                  <a:pt x="1244" y="314"/>
                </a:lnTo>
                <a:lnTo>
                  <a:pt x="1255" y="350"/>
                </a:lnTo>
                <a:lnTo>
                  <a:pt x="1273" y="414"/>
                </a:lnTo>
                <a:lnTo>
                  <a:pt x="1291" y="435"/>
                </a:lnTo>
                <a:lnTo>
                  <a:pt x="1344" y="449"/>
                </a:lnTo>
                <a:lnTo>
                  <a:pt x="1405" y="449"/>
                </a:lnTo>
                <a:lnTo>
                  <a:pt x="1435" y="433"/>
                </a:lnTo>
                <a:lnTo>
                  <a:pt x="1483" y="379"/>
                </a:lnTo>
                <a:lnTo>
                  <a:pt x="1544" y="343"/>
                </a:lnTo>
                <a:lnTo>
                  <a:pt x="1569" y="331"/>
                </a:lnTo>
                <a:lnTo>
                  <a:pt x="1585" y="307"/>
                </a:lnTo>
                <a:lnTo>
                  <a:pt x="1601" y="271"/>
                </a:lnTo>
                <a:lnTo>
                  <a:pt x="1627" y="271"/>
                </a:lnTo>
                <a:lnTo>
                  <a:pt x="1645" y="294"/>
                </a:lnTo>
                <a:lnTo>
                  <a:pt x="1666" y="282"/>
                </a:lnTo>
                <a:lnTo>
                  <a:pt x="1670" y="253"/>
                </a:lnTo>
                <a:lnTo>
                  <a:pt x="1688" y="253"/>
                </a:lnTo>
                <a:lnTo>
                  <a:pt x="1705" y="250"/>
                </a:lnTo>
                <a:lnTo>
                  <a:pt x="1717" y="264"/>
                </a:lnTo>
                <a:lnTo>
                  <a:pt x="1701" y="310"/>
                </a:lnTo>
                <a:lnTo>
                  <a:pt x="1724" y="322"/>
                </a:lnTo>
                <a:lnTo>
                  <a:pt x="1752" y="314"/>
                </a:lnTo>
                <a:lnTo>
                  <a:pt x="1788" y="289"/>
                </a:lnTo>
                <a:lnTo>
                  <a:pt x="1809" y="285"/>
                </a:lnTo>
                <a:lnTo>
                  <a:pt x="1837" y="303"/>
                </a:lnTo>
                <a:lnTo>
                  <a:pt x="1860" y="331"/>
                </a:lnTo>
                <a:lnTo>
                  <a:pt x="1881" y="331"/>
                </a:lnTo>
                <a:lnTo>
                  <a:pt x="1920" y="271"/>
                </a:lnTo>
                <a:lnTo>
                  <a:pt x="1938" y="211"/>
                </a:lnTo>
                <a:lnTo>
                  <a:pt x="1938" y="146"/>
                </a:lnTo>
                <a:lnTo>
                  <a:pt x="1948" y="107"/>
                </a:lnTo>
                <a:lnTo>
                  <a:pt x="1992" y="60"/>
                </a:lnTo>
                <a:lnTo>
                  <a:pt x="2017" y="14"/>
                </a:lnTo>
                <a:lnTo>
                  <a:pt x="2012" y="0"/>
                </a:lnTo>
                <a:lnTo>
                  <a:pt x="2038" y="7"/>
                </a:lnTo>
                <a:lnTo>
                  <a:pt x="2052" y="21"/>
                </a:lnTo>
                <a:lnTo>
                  <a:pt x="2073" y="40"/>
                </a:lnTo>
                <a:lnTo>
                  <a:pt x="2091" y="56"/>
                </a:lnTo>
                <a:lnTo>
                  <a:pt x="2117" y="114"/>
                </a:lnTo>
                <a:lnTo>
                  <a:pt x="2131" y="132"/>
                </a:lnTo>
                <a:lnTo>
                  <a:pt x="2170" y="189"/>
                </a:lnTo>
                <a:lnTo>
                  <a:pt x="2188" y="224"/>
                </a:lnTo>
                <a:lnTo>
                  <a:pt x="2195" y="243"/>
                </a:lnTo>
                <a:lnTo>
                  <a:pt x="2199" y="253"/>
                </a:lnTo>
                <a:lnTo>
                  <a:pt x="2238" y="271"/>
                </a:lnTo>
                <a:lnTo>
                  <a:pt x="2246" y="303"/>
                </a:lnTo>
                <a:lnTo>
                  <a:pt x="2246" y="328"/>
                </a:lnTo>
                <a:lnTo>
                  <a:pt x="2238" y="382"/>
                </a:lnTo>
                <a:lnTo>
                  <a:pt x="2206" y="421"/>
                </a:lnTo>
                <a:lnTo>
                  <a:pt x="2181" y="464"/>
                </a:lnTo>
                <a:lnTo>
                  <a:pt x="2170" y="504"/>
                </a:lnTo>
                <a:lnTo>
                  <a:pt x="2177" y="524"/>
                </a:lnTo>
                <a:lnTo>
                  <a:pt x="2206" y="524"/>
                </a:lnTo>
                <a:lnTo>
                  <a:pt x="2227" y="518"/>
                </a:lnTo>
                <a:lnTo>
                  <a:pt x="2238" y="490"/>
                </a:lnTo>
                <a:lnTo>
                  <a:pt x="2256" y="464"/>
                </a:lnTo>
                <a:lnTo>
                  <a:pt x="2288" y="458"/>
                </a:lnTo>
                <a:lnTo>
                  <a:pt x="2324" y="453"/>
                </a:lnTo>
                <a:lnTo>
                  <a:pt x="2357" y="449"/>
                </a:lnTo>
                <a:lnTo>
                  <a:pt x="2392" y="442"/>
                </a:lnTo>
                <a:lnTo>
                  <a:pt x="2421" y="449"/>
                </a:lnTo>
                <a:lnTo>
                  <a:pt x="2431" y="467"/>
                </a:lnTo>
                <a:lnTo>
                  <a:pt x="2424" y="490"/>
                </a:lnTo>
                <a:lnTo>
                  <a:pt x="2435" y="507"/>
                </a:lnTo>
                <a:lnTo>
                  <a:pt x="2445" y="511"/>
                </a:lnTo>
                <a:lnTo>
                  <a:pt x="2460" y="507"/>
                </a:lnTo>
                <a:lnTo>
                  <a:pt x="2477" y="474"/>
                </a:lnTo>
                <a:lnTo>
                  <a:pt x="2496" y="461"/>
                </a:lnTo>
                <a:lnTo>
                  <a:pt x="2524" y="458"/>
                </a:lnTo>
                <a:lnTo>
                  <a:pt x="2588" y="461"/>
                </a:lnTo>
                <a:lnTo>
                  <a:pt x="2653" y="464"/>
                </a:lnTo>
                <a:lnTo>
                  <a:pt x="2713" y="464"/>
                </a:lnTo>
                <a:lnTo>
                  <a:pt x="2775" y="474"/>
                </a:lnTo>
                <a:lnTo>
                  <a:pt x="2810" y="482"/>
                </a:lnTo>
                <a:lnTo>
                  <a:pt x="2824" y="504"/>
                </a:lnTo>
                <a:lnTo>
                  <a:pt x="2824" y="528"/>
                </a:lnTo>
                <a:lnTo>
                  <a:pt x="2831" y="543"/>
                </a:lnTo>
                <a:lnTo>
                  <a:pt x="2853" y="546"/>
                </a:lnTo>
                <a:lnTo>
                  <a:pt x="2881" y="539"/>
                </a:lnTo>
                <a:lnTo>
                  <a:pt x="2899" y="524"/>
                </a:lnTo>
                <a:lnTo>
                  <a:pt x="2927" y="518"/>
                </a:lnTo>
                <a:lnTo>
                  <a:pt x="2978" y="532"/>
                </a:lnTo>
                <a:lnTo>
                  <a:pt x="3038" y="536"/>
                </a:lnTo>
                <a:lnTo>
                  <a:pt x="3115" y="536"/>
                </a:lnTo>
                <a:lnTo>
                  <a:pt x="3188" y="528"/>
                </a:lnTo>
                <a:lnTo>
                  <a:pt x="3246" y="528"/>
                </a:lnTo>
                <a:lnTo>
                  <a:pt x="3283" y="524"/>
                </a:lnTo>
                <a:lnTo>
                  <a:pt x="3299" y="518"/>
                </a:lnTo>
                <a:lnTo>
                  <a:pt x="3322" y="518"/>
                </a:lnTo>
                <a:lnTo>
                  <a:pt x="3339" y="518"/>
                </a:lnTo>
                <a:lnTo>
                  <a:pt x="3357" y="524"/>
                </a:lnTo>
                <a:lnTo>
                  <a:pt x="3493" y="631"/>
                </a:lnTo>
                <a:lnTo>
                  <a:pt x="3510" y="643"/>
                </a:lnTo>
                <a:lnTo>
                  <a:pt x="3533" y="650"/>
                </a:lnTo>
                <a:lnTo>
                  <a:pt x="3549" y="647"/>
                </a:lnTo>
                <a:lnTo>
                  <a:pt x="3586" y="647"/>
                </a:lnTo>
                <a:lnTo>
                  <a:pt x="3701" y="639"/>
                </a:lnTo>
                <a:lnTo>
                  <a:pt x="3714" y="643"/>
                </a:lnTo>
                <a:lnTo>
                  <a:pt x="3729" y="647"/>
                </a:lnTo>
                <a:lnTo>
                  <a:pt x="3740" y="663"/>
                </a:lnTo>
                <a:lnTo>
                  <a:pt x="3743" y="678"/>
                </a:lnTo>
                <a:lnTo>
                  <a:pt x="3750" y="693"/>
                </a:lnTo>
                <a:lnTo>
                  <a:pt x="3754" y="710"/>
                </a:lnTo>
                <a:lnTo>
                  <a:pt x="3757" y="717"/>
                </a:lnTo>
                <a:lnTo>
                  <a:pt x="3757" y="733"/>
                </a:lnTo>
                <a:lnTo>
                  <a:pt x="3761" y="754"/>
                </a:lnTo>
                <a:lnTo>
                  <a:pt x="3761" y="770"/>
                </a:lnTo>
                <a:lnTo>
                  <a:pt x="3761" y="789"/>
                </a:lnTo>
                <a:lnTo>
                  <a:pt x="3761" y="811"/>
                </a:lnTo>
                <a:lnTo>
                  <a:pt x="3761" y="846"/>
                </a:lnTo>
                <a:lnTo>
                  <a:pt x="3754" y="885"/>
                </a:lnTo>
                <a:lnTo>
                  <a:pt x="3743" y="925"/>
                </a:lnTo>
                <a:lnTo>
                  <a:pt x="3729" y="960"/>
                </a:lnTo>
                <a:lnTo>
                  <a:pt x="3710" y="999"/>
                </a:lnTo>
                <a:lnTo>
                  <a:pt x="3693" y="1040"/>
                </a:lnTo>
                <a:lnTo>
                  <a:pt x="3685" y="1057"/>
                </a:lnTo>
                <a:lnTo>
                  <a:pt x="3660" y="1096"/>
                </a:lnTo>
                <a:lnTo>
                  <a:pt x="3650" y="1119"/>
                </a:lnTo>
                <a:lnTo>
                  <a:pt x="3604" y="1175"/>
                </a:lnTo>
                <a:lnTo>
                  <a:pt x="3575" y="1211"/>
                </a:lnTo>
                <a:lnTo>
                  <a:pt x="3549" y="1250"/>
                </a:lnTo>
                <a:lnTo>
                  <a:pt x="3514" y="1308"/>
                </a:lnTo>
                <a:lnTo>
                  <a:pt x="3496" y="1346"/>
                </a:lnTo>
                <a:lnTo>
                  <a:pt x="3479" y="1385"/>
                </a:lnTo>
                <a:lnTo>
                  <a:pt x="3460" y="1403"/>
                </a:lnTo>
                <a:lnTo>
                  <a:pt x="3443" y="1426"/>
                </a:lnTo>
                <a:lnTo>
                  <a:pt x="3425" y="1426"/>
                </a:lnTo>
                <a:lnTo>
                  <a:pt x="3410" y="1443"/>
                </a:lnTo>
                <a:lnTo>
                  <a:pt x="3407" y="1461"/>
                </a:lnTo>
                <a:lnTo>
                  <a:pt x="3403" y="1479"/>
                </a:lnTo>
                <a:lnTo>
                  <a:pt x="3392" y="1489"/>
                </a:lnTo>
                <a:lnTo>
                  <a:pt x="3389" y="1500"/>
                </a:lnTo>
                <a:lnTo>
                  <a:pt x="3389" y="1518"/>
                </a:lnTo>
                <a:lnTo>
                  <a:pt x="3378" y="1529"/>
                </a:lnTo>
                <a:lnTo>
                  <a:pt x="3389" y="1593"/>
                </a:lnTo>
                <a:lnTo>
                  <a:pt x="3392" y="1653"/>
                </a:lnTo>
                <a:lnTo>
                  <a:pt x="3396" y="1706"/>
                </a:lnTo>
                <a:lnTo>
                  <a:pt x="3392" y="1761"/>
                </a:lnTo>
                <a:lnTo>
                  <a:pt x="3382" y="1782"/>
                </a:lnTo>
                <a:lnTo>
                  <a:pt x="3382" y="1803"/>
                </a:lnTo>
                <a:lnTo>
                  <a:pt x="3392" y="1839"/>
                </a:lnTo>
                <a:lnTo>
                  <a:pt x="3382" y="1879"/>
                </a:lnTo>
                <a:lnTo>
                  <a:pt x="3346" y="1918"/>
                </a:lnTo>
                <a:lnTo>
                  <a:pt x="3332" y="1939"/>
                </a:lnTo>
                <a:lnTo>
                  <a:pt x="3329" y="1972"/>
                </a:lnTo>
                <a:lnTo>
                  <a:pt x="3329" y="2006"/>
                </a:lnTo>
                <a:lnTo>
                  <a:pt x="3317" y="2029"/>
                </a:lnTo>
                <a:lnTo>
                  <a:pt x="3314" y="2068"/>
                </a:lnTo>
                <a:lnTo>
                  <a:pt x="3299" y="2103"/>
                </a:lnTo>
                <a:lnTo>
                  <a:pt x="3296" y="2126"/>
                </a:lnTo>
                <a:lnTo>
                  <a:pt x="3275" y="2157"/>
                </a:lnTo>
                <a:lnTo>
                  <a:pt x="3246" y="2186"/>
                </a:lnTo>
                <a:lnTo>
                  <a:pt x="3225" y="2222"/>
                </a:lnTo>
                <a:lnTo>
                  <a:pt x="3206" y="2260"/>
                </a:lnTo>
                <a:lnTo>
                  <a:pt x="3172" y="2318"/>
                </a:lnTo>
                <a:lnTo>
                  <a:pt x="3153" y="2357"/>
                </a:lnTo>
                <a:lnTo>
                  <a:pt x="3135" y="2376"/>
                </a:lnTo>
                <a:lnTo>
                  <a:pt x="3117" y="2392"/>
                </a:lnTo>
                <a:lnTo>
                  <a:pt x="3100" y="2415"/>
                </a:lnTo>
                <a:lnTo>
                  <a:pt x="3045" y="2454"/>
                </a:lnTo>
                <a:lnTo>
                  <a:pt x="3022" y="2461"/>
                </a:lnTo>
                <a:lnTo>
                  <a:pt x="3017" y="2461"/>
                </a:lnTo>
                <a:lnTo>
                  <a:pt x="2981" y="2461"/>
                </a:lnTo>
                <a:lnTo>
                  <a:pt x="2964" y="2461"/>
                </a:lnTo>
                <a:lnTo>
                  <a:pt x="2934" y="2468"/>
                </a:lnTo>
                <a:lnTo>
                  <a:pt x="2925" y="2482"/>
                </a:lnTo>
                <a:lnTo>
                  <a:pt x="2889" y="2468"/>
                </a:lnTo>
                <a:lnTo>
                  <a:pt x="2849" y="2468"/>
                </a:lnTo>
                <a:lnTo>
                  <a:pt x="2824" y="2486"/>
                </a:lnTo>
                <a:lnTo>
                  <a:pt x="2817" y="2507"/>
                </a:lnTo>
                <a:lnTo>
                  <a:pt x="2796" y="2528"/>
                </a:lnTo>
                <a:lnTo>
                  <a:pt x="2742" y="2547"/>
                </a:lnTo>
                <a:lnTo>
                  <a:pt x="2685" y="2586"/>
                </a:lnTo>
                <a:lnTo>
                  <a:pt x="2627" y="2607"/>
                </a:lnTo>
                <a:lnTo>
                  <a:pt x="2592" y="2625"/>
                </a:lnTo>
                <a:lnTo>
                  <a:pt x="2546" y="2665"/>
                </a:lnTo>
                <a:lnTo>
                  <a:pt x="2516" y="2704"/>
                </a:lnTo>
                <a:lnTo>
                  <a:pt x="2484" y="2741"/>
                </a:lnTo>
                <a:lnTo>
                  <a:pt x="2467" y="2746"/>
                </a:lnTo>
                <a:lnTo>
                  <a:pt x="2445" y="2761"/>
                </a:lnTo>
                <a:lnTo>
                  <a:pt x="2426" y="2782"/>
                </a:lnTo>
                <a:lnTo>
                  <a:pt x="2421" y="2789"/>
                </a:lnTo>
                <a:lnTo>
                  <a:pt x="2410" y="2803"/>
                </a:lnTo>
                <a:lnTo>
                  <a:pt x="2410" y="2818"/>
                </a:lnTo>
                <a:lnTo>
                  <a:pt x="2410" y="2840"/>
                </a:lnTo>
                <a:lnTo>
                  <a:pt x="2413" y="2857"/>
                </a:lnTo>
                <a:lnTo>
                  <a:pt x="2431" y="2875"/>
                </a:lnTo>
                <a:lnTo>
                  <a:pt x="2431" y="2896"/>
                </a:lnTo>
                <a:lnTo>
                  <a:pt x="2399" y="3047"/>
                </a:lnTo>
                <a:lnTo>
                  <a:pt x="2380" y="3067"/>
                </a:lnTo>
                <a:lnTo>
                  <a:pt x="2364" y="3086"/>
                </a:lnTo>
                <a:lnTo>
                  <a:pt x="2256" y="3201"/>
                </a:lnTo>
                <a:lnTo>
                  <a:pt x="2199" y="3261"/>
                </a:lnTo>
                <a:lnTo>
                  <a:pt x="2174" y="3296"/>
                </a:lnTo>
                <a:lnTo>
                  <a:pt x="2163" y="3335"/>
                </a:lnTo>
                <a:lnTo>
                  <a:pt x="2149" y="3357"/>
                </a:lnTo>
                <a:lnTo>
                  <a:pt x="2145" y="3376"/>
                </a:lnTo>
                <a:lnTo>
                  <a:pt x="2131" y="3390"/>
                </a:lnTo>
                <a:lnTo>
                  <a:pt x="2110" y="3397"/>
                </a:lnTo>
                <a:lnTo>
                  <a:pt x="2095" y="3397"/>
                </a:lnTo>
                <a:lnTo>
                  <a:pt x="2073" y="3415"/>
                </a:lnTo>
                <a:lnTo>
                  <a:pt x="2059" y="3432"/>
                </a:lnTo>
                <a:lnTo>
                  <a:pt x="2056" y="3455"/>
                </a:lnTo>
                <a:lnTo>
                  <a:pt x="2056" y="3471"/>
                </a:lnTo>
                <a:lnTo>
                  <a:pt x="2049" y="3478"/>
                </a:lnTo>
                <a:lnTo>
                  <a:pt x="2042" y="3492"/>
                </a:lnTo>
                <a:lnTo>
                  <a:pt x="2034" y="3508"/>
                </a:lnTo>
                <a:lnTo>
                  <a:pt x="2024" y="3515"/>
                </a:lnTo>
                <a:lnTo>
                  <a:pt x="1962" y="3571"/>
                </a:lnTo>
                <a:lnTo>
                  <a:pt x="1934" y="3497"/>
                </a:lnTo>
                <a:lnTo>
                  <a:pt x="1938" y="3443"/>
                </a:lnTo>
                <a:lnTo>
                  <a:pt x="1927" y="3415"/>
                </a:lnTo>
                <a:lnTo>
                  <a:pt x="1895" y="3415"/>
                </a:lnTo>
                <a:lnTo>
                  <a:pt x="1881" y="3397"/>
                </a:lnTo>
                <a:lnTo>
                  <a:pt x="1873" y="3368"/>
                </a:lnTo>
                <a:lnTo>
                  <a:pt x="1848" y="3335"/>
                </a:lnTo>
                <a:lnTo>
                  <a:pt x="1809" y="3321"/>
                </a:lnTo>
                <a:lnTo>
                  <a:pt x="1752" y="3321"/>
                </a:lnTo>
                <a:lnTo>
                  <a:pt x="1727" y="3307"/>
                </a:lnTo>
                <a:lnTo>
                  <a:pt x="1696" y="3261"/>
                </a:lnTo>
                <a:lnTo>
                  <a:pt x="1659" y="3254"/>
                </a:lnTo>
                <a:lnTo>
                  <a:pt x="1581" y="3258"/>
                </a:lnTo>
                <a:lnTo>
                  <a:pt x="1673" y="3136"/>
                </a:lnTo>
                <a:lnTo>
                  <a:pt x="1781" y="3039"/>
                </a:lnTo>
                <a:lnTo>
                  <a:pt x="1856" y="2990"/>
                </a:lnTo>
                <a:lnTo>
                  <a:pt x="1920" y="2979"/>
                </a:lnTo>
                <a:lnTo>
                  <a:pt x="1927" y="2968"/>
                </a:lnTo>
                <a:lnTo>
                  <a:pt x="1923" y="2936"/>
                </a:lnTo>
                <a:lnTo>
                  <a:pt x="1942" y="2896"/>
                </a:lnTo>
                <a:lnTo>
                  <a:pt x="1938" y="2872"/>
                </a:lnTo>
                <a:lnTo>
                  <a:pt x="1920" y="2847"/>
                </a:lnTo>
                <a:lnTo>
                  <a:pt x="1837" y="2831"/>
                </a:lnTo>
                <a:lnTo>
                  <a:pt x="1860" y="2801"/>
                </a:lnTo>
                <a:lnTo>
                  <a:pt x="1867" y="2743"/>
                </a:lnTo>
                <a:lnTo>
                  <a:pt x="1867" y="2707"/>
                </a:lnTo>
                <a:lnTo>
                  <a:pt x="1844" y="2679"/>
                </a:lnTo>
                <a:lnTo>
                  <a:pt x="1828" y="2667"/>
                </a:lnTo>
                <a:lnTo>
                  <a:pt x="1816" y="2665"/>
                </a:lnTo>
                <a:lnTo>
                  <a:pt x="1805" y="2665"/>
                </a:lnTo>
                <a:lnTo>
                  <a:pt x="1763" y="2671"/>
                </a:lnTo>
                <a:lnTo>
                  <a:pt x="1752" y="2665"/>
                </a:lnTo>
                <a:lnTo>
                  <a:pt x="1745" y="2650"/>
                </a:lnTo>
                <a:lnTo>
                  <a:pt x="1745" y="2633"/>
                </a:lnTo>
                <a:lnTo>
                  <a:pt x="1749" y="2621"/>
                </a:lnTo>
                <a:lnTo>
                  <a:pt x="1756" y="2589"/>
                </a:lnTo>
                <a:lnTo>
                  <a:pt x="1758" y="2575"/>
                </a:lnTo>
                <a:lnTo>
                  <a:pt x="1756" y="2556"/>
                </a:lnTo>
                <a:lnTo>
                  <a:pt x="1745" y="2543"/>
                </a:lnTo>
                <a:lnTo>
                  <a:pt x="1730" y="2536"/>
                </a:lnTo>
                <a:lnTo>
                  <a:pt x="1692" y="2540"/>
                </a:lnTo>
                <a:lnTo>
                  <a:pt x="1645" y="2554"/>
                </a:lnTo>
                <a:lnTo>
                  <a:pt x="1609" y="2575"/>
                </a:lnTo>
                <a:lnTo>
                  <a:pt x="1574" y="2556"/>
                </a:lnTo>
                <a:lnTo>
                  <a:pt x="1555" y="2500"/>
                </a:lnTo>
                <a:lnTo>
                  <a:pt x="1559" y="2418"/>
                </a:lnTo>
                <a:lnTo>
                  <a:pt x="1548" y="2346"/>
                </a:lnTo>
                <a:lnTo>
                  <a:pt x="1495" y="2311"/>
                </a:lnTo>
                <a:lnTo>
                  <a:pt x="1548" y="2346"/>
                </a:lnTo>
                <a:lnTo>
                  <a:pt x="1562" y="2257"/>
                </a:lnTo>
                <a:lnTo>
                  <a:pt x="1587" y="2203"/>
                </a:lnTo>
                <a:lnTo>
                  <a:pt x="1598" y="2157"/>
                </a:lnTo>
                <a:lnTo>
                  <a:pt x="1577" y="2133"/>
                </a:lnTo>
                <a:lnTo>
                  <a:pt x="1537" y="2133"/>
                </a:lnTo>
                <a:lnTo>
                  <a:pt x="1527" y="2100"/>
                </a:lnTo>
                <a:lnTo>
                  <a:pt x="1523" y="2029"/>
                </a:lnTo>
                <a:lnTo>
                  <a:pt x="1509" y="2010"/>
                </a:lnTo>
                <a:lnTo>
                  <a:pt x="1455" y="2029"/>
                </a:lnTo>
                <a:lnTo>
                  <a:pt x="1387" y="2032"/>
                </a:lnTo>
                <a:lnTo>
                  <a:pt x="1352" y="2015"/>
                </a:lnTo>
                <a:lnTo>
                  <a:pt x="1334" y="1965"/>
                </a:lnTo>
                <a:lnTo>
                  <a:pt x="1280" y="1928"/>
                </a:lnTo>
                <a:lnTo>
                  <a:pt x="1283" y="1921"/>
                </a:lnTo>
                <a:lnTo>
                  <a:pt x="1331" y="1911"/>
                </a:lnTo>
                <a:lnTo>
                  <a:pt x="1334" y="1889"/>
                </a:lnTo>
                <a:lnTo>
                  <a:pt x="1308" y="1861"/>
                </a:lnTo>
                <a:lnTo>
                  <a:pt x="1298" y="1803"/>
                </a:lnTo>
                <a:lnTo>
                  <a:pt x="1244" y="1808"/>
                </a:lnTo>
                <a:lnTo>
                  <a:pt x="1227" y="1793"/>
                </a:lnTo>
                <a:lnTo>
                  <a:pt x="1191" y="1789"/>
                </a:lnTo>
                <a:lnTo>
                  <a:pt x="1141" y="1808"/>
                </a:lnTo>
                <a:lnTo>
                  <a:pt x="1126" y="1800"/>
                </a:lnTo>
                <a:lnTo>
                  <a:pt x="1090" y="1747"/>
                </a:lnTo>
                <a:lnTo>
                  <a:pt x="1061" y="1729"/>
                </a:lnTo>
                <a:lnTo>
                  <a:pt x="1005" y="1743"/>
                </a:lnTo>
                <a:lnTo>
                  <a:pt x="984" y="1735"/>
                </a:lnTo>
                <a:lnTo>
                  <a:pt x="966" y="1701"/>
                </a:lnTo>
                <a:lnTo>
                  <a:pt x="948" y="1685"/>
                </a:lnTo>
                <a:lnTo>
                  <a:pt x="855" y="1678"/>
                </a:lnTo>
                <a:lnTo>
                  <a:pt x="826" y="1650"/>
                </a:lnTo>
                <a:lnTo>
                  <a:pt x="823" y="1604"/>
                </a:lnTo>
                <a:lnTo>
                  <a:pt x="844" y="1525"/>
                </a:lnTo>
                <a:lnTo>
                  <a:pt x="837" y="1493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99" name="Freeform 198"/>
          <p:cNvSpPr>
            <a:spLocks/>
          </p:cNvSpPr>
          <p:nvPr/>
        </p:nvSpPr>
        <p:spPr bwMode="auto">
          <a:xfrm rot="21045919">
            <a:off x="1650890" y="2208588"/>
            <a:ext cx="70173" cy="43364"/>
          </a:xfrm>
          <a:custGeom>
            <a:avLst/>
            <a:gdLst/>
            <a:ahLst/>
            <a:cxnLst>
              <a:cxn ang="0">
                <a:pos x="37" y="0"/>
              </a:cxn>
              <a:cxn ang="0">
                <a:pos x="88" y="0"/>
              </a:cxn>
              <a:cxn ang="0">
                <a:pos x="124" y="5"/>
              </a:cxn>
              <a:cxn ang="0">
                <a:pos x="166" y="33"/>
              </a:cxn>
              <a:cxn ang="0">
                <a:pos x="185" y="70"/>
              </a:cxn>
              <a:cxn ang="0">
                <a:pos x="181" y="90"/>
              </a:cxn>
              <a:cxn ang="0">
                <a:pos x="166" y="99"/>
              </a:cxn>
              <a:cxn ang="0">
                <a:pos x="152" y="104"/>
              </a:cxn>
              <a:cxn ang="0">
                <a:pos x="124" y="85"/>
              </a:cxn>
              <a:cxn ang="0">
                <a:pos x="42" y="76"/>
              </a:cxn>
              <a:cxn ang="0">
                <a:pos x="12" y="61"/>
              </a:cxn>
              <a:cxn ang="0">
                <a:pos x="0" y="33"/>
              </a:cxn>
              <a:cxn ang="0">
                <a:pos x="8" y="19"/>
              </a:cxn>
              <a:cxn ang="0">
                <a:pos x="37" y="0"/>
              </a:cxn>
            </a:cxnLst>
            <a:rect l="0" t="0" r="r" b="b"/>
            <a:pathLst>
              <a:path w="185" h="104">
                <a:moveTo>
                  <a:pt x="37" y="0"/>
                </a:moveTo>
                <a:lnTo>
                  <a:pt x="88" y="0"/>
                </a:lnTo>
                <a:lnTo>
                  <a:pt x="124" y="5"/>
                </a:lnTo>
                <a:lnTo>
                  <a:pt x="166" y="33"/>
                </a:lnTo>
                <a:lnTo>
                  <a:pt x="185" y="70"/>
                </a:lnTo>
                <a:lnTo>
                  <a:pt x="181" y="90"/>
                </a:lnTo>
                <a:lnTo>
                  <a:pt x="166" y="99"/>
                </a:lnTo>
                <a:lnTo>
                  <a:pt x="152" y="104"/>
                </a:lnTo>
                <a:lnTo>
                  <a:pt x="124" y="85"/>
                </a:lnTo>
                <a:lnTo>
                  <a:pt x="42" y="76"/>
                </a:lnTo>
                <a:lnTo>
                  <a:pt x="12" y="61"/>
                </a:lnTo>
                <a:lnTo>
                  <a:pt x="0" y="33"/>
                </a:lnTo>
                <a:lnTo>
                  <a:pt x="8" y="19"/>
                </a:lnTo>
                <a:lnTo>
                  <a:pt x="37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00" name="Freeform 199"/>
          <p:cNvSpPr>
            <a:spLocks/>
          </p:cNvSpPr>
          <p:nvPr/>
        </p:nvSpPr>
        <p:spPr bwMode="auto">
          <a:xfrm rot="21045919">
            <a:off x="1531761" y="2286644"/>
            <a:ext cx="127289" cy="79790"/>
          </a:xfrm>
          <a:custGeom>
            <a:avLst/>
            <a:gdLst/>
            <a:ahLst/>
            <a:cxnLst>
              <a:cxn ang="0">
                <a:pos x="300" y="60"/>
              </a:cxn>
              <a:cxn ang="0">
                <a:pos x="264" y="25"/>
              </a:cxn>
              <a:cxn ang="0">
                <a:pos x="251" y="7"/>
              </a:cxn>
              <a:cxn ang="0">
                <a:pos x="204" y="0"/>
              </a:cxn>
              <a:cxn ang="0">
                <a:pos x="150" y="13"/>
              </a:cxn>
              <a:cxn ang="0">
                <a:pos x="103" y="42"/>
              </a:cxn>
              <a:cxn ang="0">
                <a:pos x="70" y="71"/>
              </a:cxn>
              <a:cxn ang="0">
                <a:pos x="37" y="87"/>
              </a:cxn>
              <a:cxn ang="0">
                <a:pos x="9" y="100"/>
              </a:cxn>
              <a:cxn ang="0">
                <a:pos x="0" y="134"/>
              </a:cxn>
              <a:cxn ang="0">
                <a:pos x="14" y="162"/>
              </a:cxn>
              <a:cxn ang="0">
                <a:pos x="42" y="194"/>
              </a:cxn>
              <a:cxn ang="0">
                <a:pos x="70" y="194"/>
              </a:cxn>
              <a:cxn ang="0">
                <a:pos x="103" y="180"/>
              </a:cxn>
              <a:cxn ang="0">
                <a:pos x="131" y="157"/>
              </a:cxn>
              <a:cxn ang="0">
                <a:pos x="178" y="152"/>
              </a:cxn>
              <a:cxn ang="0">
                <a:pos x="226" y="157"/>
              </a:cxn>
              <a:cxn ang="0">
                <a:pos x="243" y="142"/>
              </a:cxn>
              <a:cxn ang="0">
                <a:pos x="291" y="134"/>
              </a:cxn>
              <a:cxn ang="0">
                <a:pos x="327" y="137"/>
              </a:cxn>
              <a:cxn ang="0">
                <a:pos x="332" y="124"/>
              </a:cxn>
              <a:cxn ang="0">
                <a:pos x="300" y="60"/>
              </a:cxn>
            </a:cxnLst>
            <a:rect l="0" t="0" r="r" b="b"/>
            <a:pathLst>
              <a:path w="332" h="194">
                <a:moveTo>
                  <a:pt x="300" y="60"/>
                </a:moveTo>
                <a:lnTo>
                  <a:pt x="264" y="25"/>
                </a:lnTo>
                <a:lnTo>
                  <a:pt x="251" y="7"/>
                </a:lnTo>
                <a:lnTo>
                  <a:pt x="204" y="0"/>
                </a:lnTo>
                <a:lnTo>
                  <a:pt x="150" y="13"/>
                </a:lnTo>
                <a:lnTo>
                  <a:pt x="103" y="42"/>
                </a:lnTo>
                <a:lnTo>
                  <a:pt x="70" y="71"/>
                </a:lnTo>
                <a:lnTo>
                  <a:pt x="37" y="87"/>
                </a:lnTo>
                <a:lnTo>
                  <a:pt x="9" y="100"/>
                </a:lnTo>
                <a:lnTo>
                  <a:pt x="0" y="134"/>
                </a:lnTo>
                <a:lnTo>
                  <a:pt x="14" y="162"/>
                </a:lnTo>
                <a:lnTo>
                  <a:pt x="42" y="194"/>
                </a:lnTo>
                <a:lnTo>
                  <a:pt x="70" y="194"/>
                </a:lnTo>
                <a:lnTo>
                  <a:pt x="103" y="180"/>
                </a:lnTo>
                <a:lnTo>
                  <a:pt x="131" y="157"/>
                </a:lnTo>
                <a:lnTo>
                  <a:pt x="178" y="152"/>
                </a:lnTo>
                <a:lnTo>
                  <a:pt x="226" y="157"/>
                </a:lnTo>
                <a:lnTo>
                  <a:pt x="243" y="142"/>
                </a:lnTo>
                <a:lnTo>
                  <a:pt x="291" y="134"/>
                </a:lnTo>
                <a:lnTo>
                  <a:pt x="327" y="137"/>
                </a:lnTo>
                <a:lnTo>
                  <a:pt x="332" y="124"/>
                </a:lnTo>
                <a:lnTo>
                  <a:pt x="300" y="6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01" name="Freeform 200"/>
          <p:cNvSpPr>
            <a:spLocks/>
          </p:cNvSpPr>
          <p:nvPr/>
        </p:nvSpPr>
        <p:spPr bwMode="auto">
          <a:xfrm rot="21045919">
            <a:off x="1895676" y="2297051"/>
            <a:ext cx="114234" cy="60710"/>
          </a:xfrm>
          <a:custGeom>
            <a:avLst/>
            <a:gdLst/>
            <a:ahLst/>
            <a:cxnLst>
              <a:cxn ang="0">
                <a:pos x="60" y="0"/>
              </a:cxn>
              <a:cxn ang="0">
                <a:pos x="93" y="4"/>
              </a:cxn>
              <a:cxn ang="0">
                <a:pos x="151" y="22"/>
              </a:cxn>
              <a:cxn ang="0">
                <a:pos x="210" y="28"/>
              </a:cxn>
              <a:cxn ang="0">
                <a:pos x="253" y="32"/>
              </a:cxn>
              <a:cxn ang="0">
                <a:pos x="282" y="55"/>
              </a:cxn>
              <a:cxn ang="0">
                <a:pos x="299" y="82"/>
              </a:cxn>
              <a:cxn ang="0">
                <a:pos x="299" y="96"/>
              </a:cxn>
              <a:cxn ang="0">
                <a:pos x="291" y="124"/>
              </a:cxn>
              <a:cxn ang="0">
                <a:pos x="285" y="129"/>
              </a:cxn>
              <a:cxn ang="0">
                <a:pos x="257" y="148"/>
              </a:cxn>
              <a:cxn ang="0">
                <a:pos x="220" y="148"/>
              </a:cxn>
              <a:cxn ang="0">
                <a:pos x="191" y="129"/>
              </a:cxn>
              <a:cxn ang="0">
                <a:pos x="169" y="129"/>
              </a:cxn>
              <a:cxn ang="0">
                <a:pos x="130" y="129"/>
              </a:cxn>
              <a:cxn ang="0">
                <a:pos x="119" y="128"/>
              </a:cxn>
              <a:cxn ang="0">
                <a:pos x="83" y="101"/>
              </a:cxn>
              <a:cxn ang="0">
                <a:pos x="48" y="91"/>
              </a:cxn>
              <a:cxn ang="0">
                <a:pos x="24" y="97"/>
              </a:cxn>
              <a:cxn ang="0">
                <a:pos x="13" y="93"/>
              </a:cxn>
              <a:cxn ang="0">
                <a:pos x="5" y="73"/>
              </a:cxn>
              <a:cxn ang="0">
                <a:pos x="0" y="50"/>
              </a:cxn>
              <a:cxn ang="0">
                <a:pos x="19" y="22"/>
              </a:cxn>
              <a:cxn ang="0">
                <a:pos x="39" y="7"/>
              </a:cxn>
              <a:cxn ang="0">
                <a:pos x="60" y="0"/>
              </a:cxn>
            </a:cxnLst>
            <a:rect l="0" t="0" r="r" b="b"/>
            <a:pathLst>
              <a:path w="299" h="148">
                <a:moveTo>
                  <a:pt x="60" y="0"/>
                </a:moveTo>
                <a:lnTo>
                  <a:pt x="93" y="4"/>
                </a:lnTo>
                <a:lnTo>
                  <a:pt x="151" y="22"/>
                </a:lnTo>
                <a:lnTo>
                  <a:pt x="210" y="28"/>
                </a:lnTo>
                <a:lnTo>
                  <a:pt x="253" y="32"/>
                </a:lnTo>
                <a:lnTo>
                  <a:pt x="282" y="55"/>
                </a:lnTo>
                <a:lnTo>
                  <a:pt x="299" y="82"/>
                </a:lnTo>
                <a:lnTo>
                  <a:pt x="299" y="96"/>
                </a:lnTo>
                <a:lnTo>
                  <a:pt x="291" y="124"/>
                </a:lnTo>
                <a:lnTo>
                  <a:pt x="285" y="129"/>
                </a:lnTo>
                <a:lnTo>
                  <a:pt x="257" y="148"/>
                </a:lnTo>
                <a:lnTo>
                  <a:pt x="220" y="148"/>
                </a:lnTo>
                <a:lnTo>
                  <a:pt x="191" y="129"/>
                </a:lnTo>
                <a:lnTo>
                  <a:pt x="169" y="129"/>
                </a:lnTo>
                <a:lnTo>
                  <a:pt x="130" y="129"/>
                </a:lnTo>
                <a:lnTo>
                  <a:pt x="119" y="128"/>
                </a:lnTo>
                <a:lnTo>
                  <a:pt x="83" y="101"/>
                </a:lnTo>
                <a:lnTo>
                  <a:pt x="48" y="91"/>
                </a:lnTo>
                <a:lnTo>
                  <a:pt x="24" y="97"/>
                </a:lnTo>
                <a:lnTo>
                  <a:pt x="13" y="93"/>
                </a:lnTo>
                <a:lnTo>
                  <a:pt x="5" y="73"/>
                </a:lnTo>
                <a:lnTo>
                  <a:pt x="0" y="50"/>
                </a:lnTo>
                <a:lnTo>
                  <a:pt x="19" y="22"/>
                </a:lnTo>
                <a:lnTo>
                  <a:pt x="39" y="7"/>
                </a:lnTo>
                <a:lnTo>
                  <a:pt x="60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02" name="Freeform 201"/>
          <p:cNvSpPr>
            <a:spLocks/>
          </p:cNvSpPr>
          <p:nvPr/>
        </p:nvSpPr>
        <p:spPr bwMode="auto">
          <a:xfrm rot="21045919">
            <a:off x="1774916" y="2368169"/>
            <a:ext cx="52221" cy="64179"/>
          </a:xfrm>
          <a:custGeom>
            <a:avLst/>
            <a:gdLst/>
            <a:ahLst/>
            <a:cxnLst>
              <a:cxn ang="0">
                <a:pos x="115" y="109"/>
              </a:cxn>
              <a:cxn ang="0">
                <a:pos x="106" y="84"/>
              </a:cxn>
              <a:cxn ang="0">
                <a:pos x="101" y="78"/>
              </a:cxn>
              <a:cxn ang="0">
                <a:pos x="101" y="66"/>
              </a:cxn>
              <a:cxn ang="0">
                <a:pos x="111" y="58"/>
              </a:cxn>
              <a:cxn ang="0">
                <a:pos x="133" y="26"/>
              </a:cxn>
              <a:cxn ang="0">
                <a:pos x="120" y="4"/>
              </a:cxn>
              <a:cxn ang="0">
                <a:pos x="92" y="0"/>
              </a:cxn>
              <a:cxn ang="0">
                <a:pos x="73" y="4"/>
              </a:cxn>
              <a:cxn ang="0">
                <a:pos x="70" y="52"/>
              </a:cxn>
              <a:cxn ang="0">
                <a:pos x="67" y="61"/>
              </a:cxn>
              <a:cxn ang="0">
                <a:pos x="33" y="61"/>
              </a:cxn>
              <a:cxn ang="0">
                <a:pos x="28" y="52"/>
              </a:cxn>
              <a:cxn ang="0">
                <a:pos x="14" y="34"/>
              </a:cxn>
              <a:cxn ang="0">
                <a:pos x="10" y="39"/>
              </a:cxn>
              <a:cxn ang="0">
                <a:pos x="0" y="72"/>
              </a:cxn>
              <a:cxn ang="0">
                <a:pos x="24" y="107"/>
              </a:cxn>
              <a:cxn ang="0">
                <a:pos x="41" y="140"/>
              </a:cxn>
              <a:cxn ang="0">
                <a:pos x="50" y="149"/>
              </a:cxn>
              <a:cxn ang="0">
                <a:pos x="82" y="155"/>
              </a:cxn>
              <a:cxn ang="0">
                <a:pos x="101" y="140"/>
              </a:cxn>
              <a:cxn ang="0">
                <a:pos x="106" y="131"/>
              </a:cxn>
              <a:cxn ang="0">
                <a:pos x="106" y="136"/>
              </a:cxn>
              <a:cxn ang="0">
                <a:pos x="115" y="109"/>
              </a:cxn>
            </a:cxnLst>
            <a:rect l="0" t="0" r="r" b="b"/>
            <a:pathLst>
              <a:path w="133" h="155">
                <a:moveTo>
                  <a:pt x="115" y="109"/>
                </a:moveTo>
                <a:lnTo>
                  <a:pt x="106" y="84"/>
                </a:lnTo>
                <a:lnTo>
                  <a:pt x="101" y="78"/>
                </a:lnTo>
                <a:lnTo>
                  <a:pt x="101" y="66"/>
                </a:lnTo>
                <a:lnTo>
                  <a:pt x="111" y="58"/>
                </a:lnTo>
                <a:lnTo>
                  <a:pt x="133" y="26"/>
                </a:lnTo>
                <a:lnTo>
                  <a:pt x="120" y="4"/>
                </a:lnTo>
                <a:lnTo>
                  <a:pt x="92" y="0"/>
                </a:lnTo>
                <a:lnTo>
                  <a:pt x="73" y="4"/>
                </a:lnTo>
                <a:lnTo>
                  <a:pt x="70" y="52"/>
                </a:lnTo>
                <a:lnTo>
                  <a:pt x="67" y="61"/>
                </a:lnTo>
                <a:lnTo>
                  <a:pt x="33" y="61"/>
                </a:lnTo>
                <a:lnTo>
                  <a:pt x="28" y="52"/>
                </a:lnTo>
                <a:lnTo>
                  <a:pt x="14" y="34"/>
                </a:lnTo>
                <a:lnTo>
                  <a:pt x="10" y="39"/>
                </a:lnTo>
                <a:lnTo>
                  <a:pt x="0" y="72"/>
                </a:lnTo>
                <a:lnTo>
                  <a:pt x="24" y="107"/>
                </a:lnTo>
                <a:lnTo>
                  <a:pt x="41" y="140"/>
                </a:lnTo>
                <a:lnTo>
                  <a:pt x="50" y="149"/>
                </a:lnTo>
                <a:lnTo>
                  <a:pt x="82" y="155"/>
                </a:lnTo>
                <a:lnTo>
                  <a:pt x="101" y="140"/>
                </a:lnTo>
                <a:lnTo>
                  <a:pt x="106" y="131"/>
                </a:lnTo>
                <a:lnTo>
                  <a:pt x="106" y="136"/>
                </a:lnTo>
                <a:lnTo>
                  <a:pt x="115" y="109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03" name="Freeform 202"/>
          <p:cNvSpPr>
            <a:spLocks/>
          </p:cNvSpPr>
          <p:nvPr/>
        </p:nvSpPr>
        <p:spPr bwMode="auto">
          <a:xfrm rot="21045919">
            <a:off x="846357" y="2526013"/>
            <a:ext cx="48957" cy="34692"/>
          </a:xfrm>
          <a:custGeom>
            <a:avLst/>
            <a:gdLst/>
            <a:ahLst/>
            <a:cxnLst>
              <a:cxn ang="0">
                <a:pos x="45" y="0"/>
              </a:cxn>
              <a:cxn ang="0">
                <a:pos x="76" y="13"/>
              </a:cxn>
              <a:cxn ang="0">
                <a:pos x="102" y="8"/>
              </a:cxn>
              <a:cxn ang="0">
                <a:pos x="120" y="14"/>
              </a:cxn>
              <a:cxn ang="0">
                <a:pos x="131" y="28"/>
              </a:cxn>
              <a:cxn ang="0">
                <a:pos x="129" y="47"/>
              </a:cxn>
              <a:cxn ang="0">
                <a:pos x="109" y="66"/>
              </a:cxn>
              <a:cxn ang="0">
                <a:pos x="71" y="65"/>
              </a:cxn>
              <a:cxn ang="0">
                <a:pos x="45" y="72"/>
              </a:cxn>
              <a:cxn ang="0">
                <a:pos x="36" y="84"/>
              </a:cxn>
              <a:cxn ang="0">
                <a:pos x="16" y="88"/>
              </a:cxn>
              <a:cxn ang="0">
                <a:pos x="0" y="74"/>
              </a:cxn>
              <a:cxn ang="0">
                <a:pos x="3" y="36"/>
              </a:cxn>
              <a:cxn ang="0">
                <a:pos x="22" y="5"/>
              </a:cxn>
              <a:cxn ang="0">
                <a:pos x="45" y="0"/>
              </a:cxn>
            </a:cxnLst>
            <a:rect l="0" t="0" r="r" b="b"/>
            <a:pathLst>
              <a:path w="131" h="88">
                <a:moveTo>
                  <a:pt x="45" y="0"/>
                </a:moveTo>
                <a:lnTo>
                  <a:pt x="76" y="13"/>
                </a:lnTo>
                <a:lnTo>
                  <a:pt x="102" y="8"/>
                </a:lnTo>
                <a:lnTo>
                  <a:pt x="120" y="14"/>
                </a:lnTo>
                <a:lnTo>
                  <a:pt x="131" y="28"/>
                </a:lnTo>
                <a:lnTo>
                  <a:pt x="129" y="47"/>
                </a:lnTo>
                <a:lnTo>
                  <a:pt x="109" y="66"/>
                </a:lnTo>
                <a:lnTo>
                  <a:pt x="71" y="65"/>
                </a:lnTo>
                <a:lnTo>
                  <a:pt x="45" y="72"/>
                </a:lnTo>
                <a:lnTo>
                  <a:pt x="36" y="84"/>
                </a:lnTo>
                <a:lnTo>
                  <a:pt x="16" y="88"/>
                </a:lnTo>
                <a:lnTo>
                  <a:pt x="0" y="74"/>
                </a:lnTo>
                <a:lnTo>
                  <a:pt x="3" y="36"/>
                </a:lnTo>
                <a:lnTo>
                  <a:pt x="22" y="5"/>
                </a:lnTo>
                <a:lnTo>
                  <a:pt x="45" y="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04" name="Freeform 203"/>
          <p:cNvSpPr>
            <a:spLocks/>
          </p:cNvSpPr>
          <p:nvPr/>
        </p:nvSpPr>
        <p:spPr bwMode="auto">
          <a:xfrm rot="21045919">
            <a:off x="1771650" y="2499994"/>
            <a:ext cx="35902" cy="43364"/>
          </a:xfrm>
          <a:custGeom>
            <a:avLst/>
            <a:gdLst/>
            <a:ahLst/>
            <a:cxnLst>
              <a:cxn ang="0">
                <a:pos x="57" y="0"/>
              </a:cxn>
              <a:cxn ang="0">
                <a:pos x="80" y="7"/>
              </a:cxn>
              <a:cxn ang="0">
                <a:pos x="94" y="48"/>
              </a:cxn>
              <a:cxn ang="0">
                <a:pos x="94" y="100"/>
              </a:cxn>
              <a:cxn ang="0">
                <a:pos x="85" y="108"/>
              </a:cxn>
              <a:cxn ang="0">
                <a:pos x="57" y="108"/>
              </a:cxn>
              <a:cxn ang="0">
                <a:pos x="25" y="85"/>
              </a:cxn>
              <a:cxn ang="0">
                <a:pos x="0" y="48"/>
              </a:cxn>
              <a:cxn ang="0">
                <a:pos x="0" y="37"/>
              </a:cxn>
              <a:cxn ang="0">
                <a:pos x="7" y="33"/>
              </a:cxn>
              <a:cxn ang="0">
                <a:pos x="47" y="7"/>
              </a:cxn>
              <a:cxn ang="0">
                <a:pos x="57" y="0"/>
              </a:cxn>
            </a:cxnLst>
            <a:rect l="0" t="0" r="r" b="b"/>
            <a:pathLst>
              <a:path w="94" h="108">
                <a:moveTo>
                  <a:pt x="57" y="0"/>
                </a:moveTo>
                <a:lnTo>
                  <a:pt x="80" y="7"/>
                </a:lnTo>
                <a:lnTo>
                  <a:pt x="94" y="48"/>
                </a:lnTo>
                <a:lnTo>
                  <a:pt x="94" y="100"/>
                </a:lnTo>
                <a:lnTo>
                  <a:pt x="85" y="108"/>
                </a:lnTo>
                <a:lnTo>
                  <a:pt x="57" y="108"/>
                </a:lnTo>
                <a:lnTo>
                  <a:pt x="25" y="85"/>
                </a:lnTo>
                <a:lnTo>
                  <a:pt x="0" y="48"/>
                </a:lnTo>
                <a:lnTo>
                  <a:pt x="0" y="37"/>
                </a:lnTo>
                <a:lnTo>
                  <a:pt x="7" y="33"/>
                </a:lnTo>
                <a:lnTo>
                  <a:pt x="47" y="7"/>
                </a:lnTo>
                <a:lnTo>
                  <a:pt x="57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05" name="Freeform 204"/>
          <p:cNvSpPr>
            <a:spLocks/>
          </p:cNvSpPr>
          <p:nvPr/>
        </p:nvSpPr>
        <p:spPr bwMode="auto">
          <a:xfrm rot="21045919">
            <a:off x="2060501" y="2541625"/>
            <a:ext cx="26111" cy="27753"/>
          </a:xfrm>
          <a:custGeom>
            <a:avLst/>
            <a:gdLst/>
            <a:ahLst/>
            <a:cxnLst>
              <a:cxn ang="0">
                <a:pos x="34" y="0"/>
              </a:cxn>
              <a:cxn ang="0">
                <a:pos x="53" y="0"/>
              </a:cxn>
              <a:cxn ang="0">
                <a:pos x="58" y="6"/>
              </a:cxn>
              <a:cxn ang="0">
                <a:pos x="66" y="21"/>
              </a:cxn>
              <a:cxn ang="0">
                <a:pos x="66" y="53"/>
              </a:cxn>
              <a:cxn ang="0">
                <a:pos x="58" y="68"/>
              </a:cxn>
              <a:cxn ang="0">
                <a:pos x="26" y="64"/>
              </a:cxn>
              <a:cxn ang="0">
                <a:pos x="6" y="35"/>
              </a:cxn>
              <a:cxn ang="0">
                <a:pos x="0" y="16"/>
              </a:cxn>
              <a:cxn ang="0">
                <a:pos x="34" y="0"/>
              </a:cxn>
            </a:cxnLst>
            <a:rect l="0" t="0" r="r" b="b"/>
            <a:pathLst>
              <a:path w="66" h="68">
                <a:moveTo>
                  <a:pt x="34" y="0"/>
                </a:moveTo>
                <a:lnTo>
                  <a:pt x="53" y="0"/>
                </a:lnTo>
                <a:lnTo>
                  <a:pt x="58" y="6"/>
                </a:lnTo>
                <a:lnTo>
                  <a:pt x="66" y="21"/>
                </a:lnTo>
                <a:lnTo>
                  <a:pt x="66" y="53"/>
                </a:lnTo>
                <a:lnTo>
                  <a:pt x="58" y="68"/>
                </a:lnTo>
                <a:lnTo>
                  <a:pt x="26" y="64"/>
                </a:lnTo>
                <a:lnTo>
                  <a:pt x="6" y="35"/>
                </a:lnTo>
                <a:lnTo>
                  <a:pt x="0" y="16"/>
                </a:lnTo>
                <a:lnTo>
                  <a:pt x="34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06" name="Freeform 205"/>
          <p:cNvSpPr>
            <a:spLocks/>
          </p:cNvSpPr>
          <p:nvPr/>
        </p:nvSpPr>
        <p:spPr bwMode="auto">
          <a:xfrm rot="21045919">
            <a:off x="2053973" y="2637026"/>
            <a:ext cx="48957" cy="38160"/>
          </a:xfrm>
          <a:custGeom>
            <a:avLst/>
            <a:gdLst/>
            <a:ahLst/>
            <a:cxnLst>
              <a:cxn ang="0">
                <a:pos x="0" y="43"/>
              </a:cxn>
              <a:cxn ang="0">
                <a:pos x="9" y="20"/>
              </a:cxn>
              <a:cxn ang="0">
                <a:pos x="23" y="4"/>
              </a:cxn>
              <a:cxn ang="0">
                <a:pos x="42" y="0"/>
              </a:cxn>
              <a:cxn ang="0">
                <a:pos x="68" y="12"/>
              </a:cxn>
              <a:cxn ang="0">
                <a:pos x="106" y="24"/>
              </a:cxn>
              <a:cxn ang="0">
                <a:pos x="115" y="38"/>
              </a:cxn>
              <a:cxn ang="0">
                <a:pos x="119" y="43"/>
              </a:cxn>
              <a:cxn ang="0">
                <a:pos x="129" y="85"/>
              </a:cxn>
              <a:cxn ang="0">
                <a:pos x="119" y="90"/>
              </a:cxn>
              <a:cxn ang="0">
                <a:pos x="77" y="90"/>
              </a:cxn>
              <a:cxn ang="0">
                <a:pos x="63" y="94"/>
              </a:cxn>
              <a:cxn ang="0">
                <a:pos x="38" y="90"/>
              </a:cxn>
              <a:cxn ang="0">
                <a:pos x="4" y="76"/>
              </a:cxn>
              <a:cxn ang="0">
                <a:pos x="0" y="62"/>
              </a:cxn>
              <a:cxn ang="0">
                <a:pos x="0" y="43"/>
              </a:cxn>
            </a:cxnLst>
            <a:rect l="0" t="0" r="r" b="b"/>
            <a:pathLst>
              <a:path w="129" h="94">
                <a:moveTo>
                  <a:pt x="0" y="43"/>
                </a:moveTo>
                <a:lnTo>
                  <a:pt x="9" y="20"/>
                </a:lnTo>
                <a:lnTo>
                  <a:pt x="23" y="4"/>
                </a:lnTo>
                <a:lnTo>
                  <a:pt x="42" y="0"/>
                </a:lnTo>
                <a:lnTo>
                  <a:pt x="68" y="12"/>
                </a:lnTo>
                <a:lnTo>
                  <a:pt x="106" y="24"/>
                </a:lnTo>
                <a:lnTo>
                  <a:pt x="115" y="38"/>
                </a:lnTo>
                <a:lnTo>
                  <a:pt x="119" y="43"/>
                </a:lnTo>
                <a:lnTo>
                  <a:pt x="129" y="85"/>
                </a:lnTo>
                <a:lnTo>
                  <a:pt x="119" y="90"/>
                </a:lnTo>
                <a:lnTo>
                  <a:pt x="77" y="90"/>
                </a:lnTo>
                <a:lnTo>
                  <a:pt x="63" y="94"/>
                </a:lnTo>
                <a:lnTo>
                  <a:pt x="38" y="90"/>
                </a:lnTo>
                <a:lnTo>
                  <a:pt x="4" y="76"/>
                </a:lnTo>
                <a:lnTo>
                  <a:pt x="0" y="62"/>
                </a:lnTo>
                <a:lnTo>
                  <a:pt x="0" y="43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07" name="Freeform 206"/>
          <p:cNvSpPr>
            <a:spLocks/>
          </p:cNvSpPr>
          <p:nvPr/>
        </p:nvSpPr>
        <p:spPr bwMode="auto">
          <a:xfrm rot="21045919">
            <a:off x="2727951" y="4212009"/>
            <a:ext cx="16319" cy="17345"/>
          </a:xfrm>
          <a:custGeom>
            <a:avLst/>
            <a:gdLst/>
            <a:ahLst/>
            <a:cxnLst>
              <a:cxn ang="0">
                <a:pos x="9" y="0"/>
              </a:cxn>
              <a:cxn ang="0">
                <a:pos x="39" y="8"/>
              </a:cxn>
              <a:cxn ang="0">
                <a:pos x="42" y="23"/>
              </a:cxn>
              <a:cxn ang="0">
                <a:pos x="28" y="36"/>
              </a:cxn>
              <a:cxn ang="0">
                <a:pos x="4" y="42"/>
              </a:cxn>
              <a:cxn ang="0">
                <a:pos x="0" y="32"/>
              </a:cxn>
              <a:cxn ang="0">
                <a:pos x="4" y="4"/>
              </a:cxn>
              <a:cxn ang="0">
                <a:pos x="9" y="0"/>
              </a:cxn>
            </a:cxnLst>
            <a:rect l="0" t="0" r="r" b="b"/>
            <a:pathLst>
              <a:path w="42" h="42">
                <a:moveTo>
                  <a:pt x="9" y="0"/>
                </a:moveTo>
                <a:lnTo>
                  <a:pt x="39" y="8"/>
                </a:lnTo>
                <a:lnTo>
                  <a:pt x="42" y="23"/>
                </a:lnTo>
                <a:lnTo>
                  <a:pt x="28" y="36"/>
                </a:lnTo>
                <a:lnTo>
                  <a:pt x="4" y="42"/>
                </a:lnTo>
                <a:lnTo>
                  <a:pt x="0" y="32"/>
                </a:lnTo>
                <a:lnTo>
                  <a:pt x="4" y="4"/>
                </a:lnTo>
                <a:lnTo>
                  <a:pt x="9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08" name="Freeform 207"/>
          <p:cNvSpPr>
            <a:spLocks/>
          </p:cNvSpPr>
          <p:nvPr/>
        </p:nvSpPr>
        <p:spPr bwMode="auto">
          <a:xfrm rot="21045919">
            <a:off x="2739377" y="4234559"/>
            <a:ext cx="16319" cy="15611"/>
          </a:xfrm>
          <a:custGeom>
            <a:avLst/>
            <a:gdLst/>
            <a:ahLst/>
            <a:cxnLst>
              <a:cxn ang="0">
                <a:pos x="30" y="0"/>
              </a:cxn>
              <a:cxn ang="0">
                <a:pos x="44" y="11"/>
              </a:cxn>
              <a:cxn ang="0">
                <a:pos x="44" y="20"/>
              </a:cxn>
              <a:cxn ang="0">
                <a:pos x="25" y="39"/>
              </a:cxn>
              <a:cxn ang="0">
                <a:pos x="5" y="39"/>
              </a:cxn>
              <a:cxn ang="0">
                <a:pos x="0" y="29"/>
              </a:cxn>
              <a:cxn ang="0">
                <a:pos x="5" y="20"/>
              </a:cxn>
              <a:cxn ang="0">
                <a:pos x="16" y="6"/>
              </a:cxn>
              <a:cxn ang="0">
                <a:pos x="30" y="0"/>
              </a:cxn>
            </a:cxnLst>
            <a:rect l="0" t="0" r="r" b="b"/>
            <a:pathLst>
              <a:path w="44" h="39">
                <a:moveTo>
                  <a:pt x="30" y="0"/>
                </a:moveTo>
                <a:lnTo>
                  <a:pt x="44" y="11"/>
                </a:lnTo>
                <a:lnTo>
                  <a:pt x="44" y="20"/>
                </a:lnTo>
                <a:lnTo>
                  <a:pt x="25" y="39"/>
                </a:lnTo>
                <a:lnTo>
                  <a:pt x="5" y="39"/>
                </a:lnTo>
                <a:lnTo>
                  <a:pt x="0" y="29"/>
                </a:lnTo>
                <a:lnTo>
                  <a:pt x="5" y="20"/>
                </a:lnTo>
                <a:lnTo>
                  <a:pt x="16" y="6"/>
                </a:lnTo>
                <a:lnTo>
                  <a:pt x="3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09" name="Freeform 208"/>
          <p:cNvSpPr>
            <a:spLocks/>
          </p:cNvSpPr>
          <p:nvPr/>
        </p:nvSpPr>
        <p:spPr bwMode="auto">
          <a:xfrm rot="21045919">
            <a:off x="2757328" y="4258842"/>
            <a:ext cx="17951" cy="19080"/>
          </a:xfrm>
          <a:custGeom>
            <a:avLst/>
            <a:gdLst/>
            <a:ahLst/>
            <a:cxnLst>
              <a:cxn ang="0">
                <a:pos x="5" y="0"/>
              </a:cxn>
              <a:cxn ang="0">
                <a:pos x="42" y="0"/>
              </a:cxn>
              <a:cxn ang="0">
                <a:pos x="47" y="9"/>
              </a:cxn>
              <a:cxn ang="0">
                <a:pos x="47" y="14"/>
              </a:cxn>
              <a:cxn ang="0">
                <a:pos x="28" y="42"/>
              </a:cxn>
              <a:cxn ang="0">
                <a:pos x="5" y="42"/>
              </a:cxn>
              <a:cxn ang="0">
                <a:pos x="0" y="38"/>
              </a:cxn>
              <a:cxn ang="0">
                <a:pos x="0" y="4"/>
              </a:cxn>
              <a:cxn ang="0">
                <a:pos x="5" y="0"/>
              </a:cxn>
            </a:cxnLst>
            <a:rect l="0" t="0" r="r" b="b"/>
            <a:pathLst>
              <a:path w="47" h="42">
                <a:moveTo>
                  <a:pt x="5" y="0"/>
                </a:moveTo>
                <a:lnTo>
                  <a:pt x="42" y="0"/>
                </a:lnTo>
                <a:lnTo>
                  <a:pt x="47" y="9"/>
                </a:lnTo>
                <a:lnTo>
                  <a:pt x="47" y="14"/>
                </a:lnTo>
                <a:lnTo>
                  <a:pt x="28" y="42"/>
                </a:lnTo>
                <a:lnTo>
                  <a:pt x="5" y="42"/>
                </a:lnTo>
                <a:lnTo>
                  <a:pt x="0" y="38"/>
                </a:lnTo>
                <a:lnTo>
                  <a:pt x="0" y="4"/>
                </a:lnTo>
                <a:lnTo>
                  <a:pt x="5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10" name="Freeform 209"/>
          <p:cNvSpPr>
            <a:spLocks/>
          </p:cNvSpPr>
          <p:nvPr/>
        </p:nvSpPr>
        <p:spPr bwMode="auto">
          <a:xfrm rot="21045919">
            <a:off x="2763855" y="4286596"/>
            <a:ext cx="14687" cy="15611"/>
          </a:xfrm>
          <a:custGeom>
            <a:avLst/>
            <a:gdLst/>
            <a:ahLst/>
            <a:cxnLst>
              <a:cxn ang="0">
                <a:pos x="9" y="0"/>
              </a:cxn>
              <a:cxn ang="0">
                <a:pos x="32" y="3"/>
              </a:cxn>
              <a:cxn ang="0">
                <a:pos x="37" y="14"/>
              </a:cxn>
              <a:cxn ang="0">
                <a:pos x="37" y="21"/>
              </a:cxn>
              <a:cxn ang="0">
                <a:pos x="27" y="37"/>
              </a:cxn>
              <a:cxn ang="0">
                <a:pos x="4" y="37"/>
              </a:cxn>
              <a:cxn ang="0">
                <a:pos x="0" y="28"/>
              </a:cxn>
              <a:cxn ang="0">
                <a:pos x="0" y="14"/>
              </a:cxn>
              <a:cxn ang="0">
                <a:pos x="9" y="0"/>
              </a:cxn>
            </a:cxnLst>
            <a:rect l="0" t="0" r="r" b="b"/>
            <a:pathLst>
              <a:path w="37" h="37">
                <a:moveTo>
                  <a:pt x="9" y="0"/>
                </a:moveTo>
                <a:lnTo>
                  <a:pt x="32" y="3"/>
                </a:lnTo>
                <a:lnTo>
                  <a:pt x="37" y="14"/>
                </a:lnTo>
                <a:lnTo>
                  <a:pt x="37" y="21"/>
                </a:lnTo>
                <a:lnTo>
                  <a:pt x="27" y="37"/>
                </a:lnTo>
                <a:lnTo>
                  <a:pt x="4" y="37"/>
                </a:lnTo>
                <a:lnTo>
                  <a:pt x="0" y="28"/>
                </a:lnTo>
                <a:lnTo>
                  <a:pt x="0" y="14"/>
                </a:lnTo>
                <a:lnTo>
                  <a:pt x="9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11" name="Freeform 210"/>
          <p:cNvSpPr>
            <a:spLocks/>
          </p:cNvSpPr>
          <p:nvPr/>
        </p:nvSpPr>
        <p:spPr bwMode="auto">
          <a:xfrm rot="21045919">
            <a:off x="2811180" y="4300472"/>
            <a:ext cx="19583" cy="22550"/>
          </a:xfrm>
          <a:custGeom>
            <a:avLst/>
            <a:gdLst/>
            <a:ahLst/>
            <a:cxnLst>
              <a:cxn ang="0">
                <a:pos x="11" y="0"/>
              </a:cxn>
              <a:cxn ang="0">
                <a:pos x="42" y="5"/>
              </a:cxn>
              <a:cxn ang="0">
                <a:pos x="46" y="10"/>
              </a:cxn>
              <a:cxn ang="0">
                <a:pos x="51" y="28"/>
              </a:cxn>
              <a:cxn ang="0">
                <a:pos x="35" y="52"/>
              </a:cxn>
              <a:cxn ang="0">
                <a:pos x="17" y="52"/>
              </a:cxn>
              <a:cxn ang="0">
                <a:pos x="3" y="37"/>
              </a:cxn>
              <a:cxn ang="0">
                <a:pos x="0" y="24"/>
              </a:cxn>
              <a:cxn ang="0">
                <a:pos x="11" y="0"/>
              </a:cxn>
            </a:cxnLst>
            <a:rect l="0" t="0" r="r" b="b"/>
            <a:pathLst>
              <a:path w="51" h="52">
                <a:moveTo>
                  <a:pt x="11" y="0"/>
                </a:moveTo>
                <a:lnTo>
                  <a:pt x="42" y="5"/>
                </a:lnTo>
                <a:lnTo>
                  <a:pt x="46" y="10"/>
                </a:lnTo>
                <a:lnTo>
                  <a:pt x="51" y="28"/>
                </a:lnTo>
                <a:lnTo>
                  <a:pt x="35" y="52"/>
                </a:lnTo>
                <a:lnTo>
                  <a:pt x="17" y="52"/>
                </a:lnTo>
                <a:lnTo>
                  <a:pt x="3" y="37"/>
                </a:lnTo>
                <a:lnTo>
                  <a:pt x="0" y="24"/>
                </a:lnTo>
                <a:lnTo>
                  <a:pt x="11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12" name="Freeform 211"/>
          <p:cNvSpPr>
            <a:spLocks/>
          </p:cNvSpPr>
          <p:nvPr/>
        </p:nvSpPr>
        <p:spPr bwMode="auto">
          <a:xfrm rot="21045919">
            <a:off x="2001752" y="4071509"/>
            <a:ext cx="314959" cy="133561"/>
          </a:xfrm>
          <a:custGeom>
            <a:avLst/>
            <a:gdLst/>
            <a:ahLst/>
            <a:cxnLst>
              <a:cxn ang="0">
                <a:pos x="202" y="0"/>
              </a:cxn>
              <a:cxn ang="0">
                <a:pos x="306" y="15"/>
              </a:cxn>
              <a:cxn ang="0">
                <a:pos x="385" y="29"/>
              </a:cxn>
              <a:cxn ang="0">
                <a:pos x="418" y="57"/>
              </a:cxn>
              <a:cxn ang="0">
                <a:pos x="470" y="83"/>
              </a:cxn>
              <a:cxn ang="0">
                <a:pos x="539" y="143"/>
              </a:cxn>
              <a:cxn ang="0">
                <a:pos x="615" y="178"/>
              </a:cxn>
              <a:cxn ang="0">
                <a:pos x="651" y="185"/>
              </a:cxn>
              <a:cxn ang="0">
                <a:pos x="707" y="228"/>
              </a:cxn>
              <a:cxn ang="0">
                <a:pos x="821" y="275"/>
              </a:cxn>
              <a:cxn ang="0">
                <a:pos x="821" y="295"/>
              </a:cxn>
              <a:cxn ang="0">
                <a:pos x="769" y="313"/>
              </a:cxn>
              <a:cxn ang="0">
                <a:pos x="685" y="323"/>
              </a:cxn>
              <a:cxn ang="0">
                <a:pos x="567" y="323"/>
              </a:cxn>
              <a:cxn ang="0">
                <a:pos x="549" y="303"/>
              </a:cxn>
              <a:cxn ang="0">
                <a:pos x="558" y="284"/>
              </a:cxn>
              <a:cxn ang="0">
                <a:pos x="567" y="238"/>
              </a:cxn>
              <a:cxn ang="0">
                <a:pos x="506" y="213"/>
              </a:cxn>
              <a:cxn ang="0">
                <a:pos x="473" y="167"/>
              </a:cxn>
              <a:cxn ang="0">
                <a:pos x="412" y="153"/>
              </a:cxn>
              <a:cxn ang="0">
                <a:pos x="365" y="124"/>
              </a:cxn>
              <a:cxn ang="0">
                <a:pos x="310" y="115"/>
              </a:cxn>
              <a:cxn ang="0">
                <a:pos x="269" y="92"/>
              </a:cxn>
              <a:cxn ang="0">
                <a:pos x="211" y="96"/>
              </a:cxn>
              <a:cxn ang="0">
                <a:pos x="202" y="73"/>
              </a:cxn>
              <a:cxn ang="0">
                <a:pos x="225" y="53"/>
              </a:cxn>
              <a:cxn ang="0">
                <a:pos x="206" y="43"/>
              </a:cxn>
              <a:cxn ang="0">
                <a:pos x="140" y="62"/>
              </a:cxn>
              <a:cxn ang="0">
                <a:pos x="81" y="87"/>
              </a:cxn>
              <a:cxn ang="0">
                <a:pos x="19" y="124"/>
              </a:cxn>
              <a:cxn ang="0">
                <a:pos x="0" y="119"/>
              </a:cxn>
              <a:cxn ang="0">
                <a:pos x="14" y="73"/>
              </a:cxn>
              <a:cxn ang="0">
                <a:pos x="70" y="34"/>
              </a:cxn>
              <a:cxn ang="0">
                <a:pos x="132" y="15"/>
              </a:cxn>
              <a:cxn ang="0">
                <a:pos x="180" y="2"/>
              </a:cxn>
            </a:cxnLst>
            <a:rect l="0" t="0" r="r" b="b"/>
            <a:pathLst>
              <a:path w="825" h="326">
                <a:moveTo>
                  <a:pt x="180" y="2"/>
                </a:moveTo>
                <a:lnTo>
                  <a:pt x="202" y="0"/>
                </a:lnTo>
                <a:lnTo>
                  <a:pt x="268" y="6"/>
                </a:lnTo>
                <a:lnTo>
                  <a:pt x="306" y="15"/>
                </a:lnTo>
                <a:lnTo>
                  <a:pt x="333" y="20"/>
                </a:lnTo>
                <a:lnTo>
                  <a:pt x="385" y="29"/>
                </a:lnTo>
                <a:lnTo>
                  <a:pt x="409" y="48"/>
                </a:lnTo>
                <a:lnTo>
                  <a:pt x="418" y="57"/>
                </a:lnTo>
                <a:lnTo>
                  <a:pt x="451" y="73"/>
                </a:lnTo>
                <a:lnTo>
                  <a:pt x="470" y="83"/>
                </a:lnTo>
                <a:lnTo>
                  <a:pt x="498" y="101"/>
                </a:lnTo>
                <a:lnTo>
                  <a:pt x="539" y="143"/>
                </a:lnTo>
                <a:lnTo>
                  <a:pt x="567" y="162"/>
                </a:lnTo>
                <a:lnTo>
                  <a:pt x="615" y="178"/>
                </a:lnTo>
                <a:lnTo>
                  <a:pt x="643" y="181"/>
                </a:lnTo>
                <a:lnTo>
                  <a:pt x="651" y="185"/>
                </a:lnTo>
                <a:lnTo>
                  <a:pt x="680" y="208"/>
                </a:lnTo>
                <a:lnTo>
                  <a:pt x="707" y="228"/>
                </a:lnTo>
                <a:lnTo>
                  <a:pt x="737" y="233"/>
                </a:lnTo>
                <a:lnTo>
                  <a:pt x="821" y="275"/>
                </a:lnTo>
                <a:lnTo>
                  <a:pt x="825" y="284"/>
                </a:lnTo>
                <a:lnTo>
                  <a:pt x="821" y="295"/>
                </a:lnTo>
                <a:lnTo>
                  <a:pt x="806" y="309"/>
                </a:lnTo>
                <a:lnTo>
                  <a:pt x="769" y="313"/>
                </a:lnTo>
                <a:lnTo>
                  <a:pt x="742" y="323"/>
                </a:lnTo>
                <a:lnTo>
                  <a:pt x="685" y="323"/>
                </a:lnTo>
                <a:lnTo>
                  <a:pt x="647" y="326"/>
                </a:lnTo>
                <a:lnTo>
                  <a:pt x="567" y="323"/>
                </a:lnTo>
                <a:lnTo>
                  <a:pt x="558" y="318"/>
                </a:lnTo>
                <a:lnTo>
                  <a:pt x="549" y="303"/>
                </a:lnTo>
                <a:lnTo>
                  <a:pt x="549" y="295"/>
                </a:lnTo>
                <a:lnTo>
                  <a:pt x="558" y="284"/>
                </a:lnTo>
                <a:lnTo>
                  <a:pt x="576" y="251"/>
                </a:lnTo>
                <a:lnTo>
                  <a:pt x="567" y="238"/>
                </a:lnTo>
                <a:lnTo>
                  <a:pt x="535" y="233"/>
                </a:lnTo>
                <a:lnTo>
                  <a:pt x="506" y="213"/>
                </a:lnTo>
                <a:lnTo>
                  <a:pt x="498" y="196"/>
                </a:lnTo>
                <a:lnTo>
                  <a:pt x="473" y="167"/>
                </a:lnTo>
                <a:lnTo>
                  <a:pt x="442" y="162"/>
                </a:lnTo>
                <a:lnTo>
                  <a:pt x="412" y="153"/>
                </a:lnTo>
                <a:lnTo>
                  <a:pt x="388" y="133"/>
                </a:lnTo>
                <a:lnTo>
                  <a:pt x="365" y="124"/>
                </a:lnTo>
                <a:lnTo>
                  <a:pt x="330" y="124"/>
                </a:lnTo>
                <a:lnTo>
                  <a:pt x="310" y="115"/>
                </a:lnTo>
                <a:lnTo>
                  <a:pt x="289" y="96"/>
                </a:lnTo>
                <a:lnTo>
                  <a:pt x="269" y="92"/>
                </a:lnTo>
                <a:lnTo>
                  <a:pt x="239" y="105"/>
                </a:lnTo>
                <a:lnTo>
                  <a:pt x="211" y="96"/>
                </a:lnTo>
                <a:lnTo>
                  <a:pt x="202" y="83"/>
                </a:lnTo>
                <a:lnTo>
                  <a:pt x="202" y="73"/>
                </a:lnTo>
                <a:lnTo>
                  <a:pt x="211" y="66"/>
                </a:lnTo>
                <a:lnTo>
                  <a:pt x="225" y="53"/>
                </a:lnTo>
                <a:lnTo>
                  <a:pt x="216" y="43"/>
                </a:lnTo>
                <a:lnTo>
                  <a:pt x="206" y="43"/>
                </a:lnTo>
                <a:lnTo>
                  <a:pt x="170" y="50"/>
                </a:lnTo>
                <a:lnTo>
                  <a:pt x="140" y="62"/>
                </a:lnTo>
                <a:lnTo>
                  <a:pt x="116" y="77"/>
                </a:lnTo>
                <a:lnTo>
                  <a:pt x="81" y="87"/>
                </a:lnTo>
                <a:lnTo>
                  <a:pt x="47" y="96"/>
                </a:lnTo>
                <a:lnTo>
                  <a:pt x="19" y="124"/>
                </a:lnTo>
                <a:lnTo>
                  <a:pt x="10" y="124"/>
                </a:lnTo>
                <a:lnTo>
                  <a:pt x="0" y="119"/>
                </a:lnTo>
                <a:lnTo>
                  <a:pt x="0" y="101"/>
                </a:lnTo>
                <a:lnTo>
                  <a:pt x="14" y="73"/>
                </a:lnTo>
                <a:lnTo>
                  <a:pt x="42" y="48"/>
                </a:lnTo>
                <a:lnTo>
                  <a:pt x="70" y="34"/>
                </a:lnTo>
                <a:lnTo>
                  <a:pt x="99" y="25"/>
                </a:lnTo>
                <a:lnTo>
                  <a:pt x="132" y="15"/>
                </a:lnTo>
                <a:lnTo>
                  <a:pt x="159" y="6"/>
                </a:lnTo>
                <a:lnTo>
                  <a:pt x="180" y="2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13" name="Freeform 212"/>
          <p:cNvSpPr>
            <a:spLocks/>
          </p:cNvSpPr>
          <p:nvPr/>
        </p:nvSpPr>
        <p:spPr bwMode="auto">
          <a:xfrm rot="21045919">
            <a:off x="2055603" y="4133953"/>
            <a:ext cx="11423" cy="12142"/>
          </a:xfrm>
          <a:custGeom>
            <a:avLst/>
            <a:gdLst/>
            <a:ahLst/>
            <a:cxnLst>
              <a:cxn ang="0">
                <a:pos x="9" y="0"/>
              </a:cxn>
              <a:cxn ang="0">
                <a:pos x="29" y="0"/>
              </a:cxn>
              <a:cxn ang="0">
                <a:pos x="29" y="23"/>
              </a:cxn>
              <a:cxn ang="0">
                <a:pos x="19" y="32"/>
              </a:cxn>
              <a:cxn ang="0">
                <a:pos x="9" y="32"/>
              </a:cxn>
              <a:cxn ang="0">
                <a:pos x="0" y="23"/>
              </a:cxn>
              <a:cxn ang="0">
                <a:pos x="0" y="9"/>
              </a:cxn>
              <a:cxn ang="0">
                <a:pos x="9" y="0"/>
              </a:cxn>
            </a:cxnLst>
            <a:rect l="0" t="0" r="r" b="b"/>
            <a:pathLst>
              <a:path w="29" h="32">
                <a:moveTo>
                  <a:pt x="9" y="0"/>
                </a:moveTo>
                <a:lnTo>
                  <a:pt x="29" y="0"/>
                </a:lnTo>
                <a:lnTo>
                  <a:pt x="29" y="23"/>
                </a:lnTo>
                <a:lnTo>
                  <a:pt x="19" y="32"/>
                </a:lnTo>
                <a:lnTo>
                  <a:pt x="9" y="32"/>
                </a:lnTo>
                <a:lnTo>
                  <a:pt x="0" y="23"/>
                </a:lnTo>
                <a:lnTo>
                  <a:pt x="0" y="9"/>
                </a:lnTo>
                <a:lnTo>
                  <a:pt x="9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14" name="Freeform 213"/>
          <p:cNvSpPr>
            <a:spLocks/>
          </p:cNvSpPr>
          <p:nvPr/>
        </p:nvSpPr>
        <p:spPr bwMode="auto">
          <a:xfrm rot="21045919">
            <a:off x="2212268" y="4234559"/>
            <a:ext cx="53853" cy="31222"/>
          </a:xfrm>
          <a:custGeom>
            <a:avLst/>
            <a:gdLst/>
            <a:ahLst/>
            <a:cxnLst>
              <a:cxn ang="0">
                <a:pos x="32" y="43"/>
              </a:cxn>
              <a:cxn ang="0">
                <a:pos x="2" y="24"/>
              </a:cxn>
              <a:cxn ang="0">
                <a:pos x="0" y="19"/>
              </a:cxn>
              <a:cxn ang="0">
                <a:pos x="0" y="15"/>
              </a:cxn>
              <a:cxn ang="0">
                <a:pos x="32" y="0"/>
              </a:cxn>
              <a:cxn ang="0">
                <a:pos x="47" y="0"/>
              </a:cxn>
              <a:cxn ang="0">
                <a:pos x="106" y="6"/>
              </a:cxn>
              <a:cxn ang="0">
                <a:pos x="133" y="19"/>
              </a:cxn>
              <a:cxn ang="0">
                <a:pos x="142" y="43"/>
              </a:cxn>
              <a:cxn ang="0">
                <a:pos x="124" y="61"/>
              </a:cxn>
              <a:cxn ang="0">
                <a:pos x="114" y="67"/>
              </a:cxn>
              <a:cxn ang="0">
                <a:pos x="85" y="77"/>
              </a:cxn>
              <a:cxn ang="0">
                <a:pos x="71" y="67"/>
              </a:cxn>
              <a:cxn ang="0">
                <a:pos x="32" y="43"/>
              </a:cxn>
            </a:cxnLst>
            <a:rect l="0" t="0" r="r" b="b"/>
            <a:pathLst>
              <a:path w="142" h="77">
                <a:moveTo>
                  <a:pt x="32" y="43"/>
                </a:moveTo>
                <a:lnTo>
                  <a:pt x="2" y="24"/>
                </a:lnTo>
                <a:lnTo>
                  <a:pt x="0" y="19"/>
                </a:lnTo>
                <a:lnTo>
                  <a:pt x="0" y="15"/>
                </a:lnTo>
                <a:lnTo>
                  <a:pt x="32" y="0"/>
                </a:lnTo>
                <a:lnTo>
                  <a:pt x="47" y="0"/>
                </a:lnTo>
                <a:lnTo>
                  <a:pt x="106" y="6"/>
                </a:lnTo>
                <a:lnTo>
                  <a:pt x="133" y="19"/>
                </a:lnTo>
                <a:lnTo>
                  <a:pt x="142" y="43"/>
                </a:lnTo>
                <a:lnTo>
                  <a:pt x="124" y="61"/>
                </a:lnTo>
                <a:lnTo>
                  <a:pt x="114" y="67"/>
                </a:lnTo>
                <a:lnTo>
                  <a:pt x="85" y="77"/>
                </a:lnTo>
                <a:lnTo>
                  <a:pt x="71" y="67"/>
                </a:lnTo>
                <a:lnTo>
                  <a:pt x="32" y="4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15" name="Freeform 214"/>
          <p:cNvSpPr>
            <a:spLocks/>
          </p:cNvSpPr>
          <p:nvPr/>
        </p:nvSpPr>
        <p:spPr bwMode="auto">
          <a:xfrm rot="21045919">
            <a:off x="960591" y="2467039"/>
            <a:ext cx="63645" cy="39895"/>
          </a:xfrm>
          <a:custGeom>
            <a:avLst/>
            <a:gdLst/>
            <a:ahLst/>
            <a:cxnLst>
              <a:cxn ang="0">
                <a:pos x="108" y="0"/>
              </a:cxn>
              <a:cxn ang="0">
                <a:pos x="130" y="2"/>
              </a:cxn>
              <a:cxn ang="0">
                <a:pos x="140" y="21"/>
              </a:cxn>
              <a:cxn ang="0">
                <a:pos x="161" y="47"/>
              </a:cxn>
              <a:cxn ang="0">
                <a:pos x="164" y="74"/>
              </a:cxn>
              <a:cxn ang="0">
                <a:pos x="162" y="93"/>
              </a:cxn>
              <a:cxn ang="0">
                <a:pos x="140" y="102"/>
              </a:cxn>
              <a:cxn ang="0">
                <a:pos x="109" y="97"/>
              </a:cxn>
              <a:cxn ang="0">
                <a:pos x="90" y="88"/>
              </a:cxn>
              <a:cxn ang="0">
                <a:pos x="63" y="64"/>
              </a:cxn>
              <a:cxn ang="0">
                <a:pos x="25" y="67"/>
              </a:cxn>
              <a:cxn ang="0">
                <a:pos x="6" y="62"/>
              </a:cxn>
              <a:cxn ang="0">
                <a:pos x="0" y="42"/>
              </a:cxn>
              <a:cxn ang="0">
                <a:pos x="8" y="26"/>
              </a:cxn>
              <a:cxn ang="0">
                <a:pos x="22" y="21"/>
              </a:cxn>
              <a:cxn ang="0">
                <a:pos x="50" y="7"/>
              </a:cxn>
              <a:cxn ang="0">
                <a:pos x="77" y="2"/>
              </a:cxn>
              <a:cxn ang="0">
                <a:pos x="108" y="0"/>
              </a:cxn>
            </a:cxnLst>
            <a:rect l="0" t="0" r="r" b="b"/>
            <a:pathLst>
              <a:path w="164" h="102">
                <a:moveTo>
                  <a:pt x="108" y="0"/>
                </a:moveTo>
                <a:lnTo>
                  <a:pt x="130" y="2"/>
                </a:lnTo>
                <a:lnTo>
                  <a:pt x="140" y="21"/>
                </a:lnTo>
                <a:lnTo>
                  <a:pt x="161" y="47"/>
                </a:lnTo>
                <a:lnTo>
                  <a:pt x="164" y="74"/>
                </a:lnTo>
                <a:lnTo>
                  <a:pt x="162" y="93"/>
                </a:lnTo>
                <a:lnTo>
                  <a:pt x="140" y="102"/>
                </a:lnTo>
                <a:lnTo>
                  <a:pt x="109" y="97"/>
                </a:lnTo>
                <a:lnTo>
                  <a:pt x="90" y="88"/>
                </a:lnTo>
                <a:lnTo>
                  <a:pt x="63" y="64"/>
                </a:lnTo>
                <a:lnTo>
                  <a:pt x="25" y="67"/>
                </a:lnTo>
                <a:lnTo>
                  <a:pt x="6" y="62"/>
                </a:lnTo>
                <a:lnTo>
                  <a:pt x="0" y="42"/>
                </a:lnTo>
                <a:lnTo>
                  <a:pt x="8" y="26"/>
                </a:lnTo>
                <a:lnTo>
                  <a:pt x="22" y="21"/>
                </a:lnTo>
                <a:lnTo>
                  <a:pt x="50" y="7"/>
                </a:lnTo>
                <a:lnTo>
                  <a:pt x="77" y="2"/>
                </a:lnTo>
                <a:lnTo>
                  <a:pt x="108" y="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16" name="Freeform 215"/>
          <p:cNvSpPr>
            <a:spLocks/>
          </p:cNvSpPr>
          <p:nvPr/>
        </p:nvSpPr>
        <p:spPr bwMode="auto">
          <a:xfrm rot="21045919">
            <a:off x="1579086" y="2354292"/>
            <a:ext cx="172983" cy="180395"/>
          </a:xfrm>
          <a:custGeom>
            <a:avLst/>
            <a:gdLst/>
            <a:ahLst/>
            <a:cxnLst>
              <a:cxn ang="0">
                <a:pos x="74" y="204"/>
              </a:cxn>
              <a:cxn ang="0">
                <a:pos x="32" y="181"/>
              </a:cxn>
              <a:cxn ang="0">
                <a:pos x="0" y="195"/>
              </a:cxn>
              <a:cxn ang="0">
                <a:pos x="32" y="252"/>
              </a:cxn>
              <a:cxn ang="0">
                <a:pos x="42" y="309"/>
              </a:cxn>
              <a:cxn ang="0">
                <a:pos x="74" y="341"/>
              </a:cxn>
              <a:cxn ang="0">
                <a:pos x="183" y="351"/>
              </a:cxn>
              <a:cxn ang="0">
                <a:pos x="251" y="365"/>
              </a:cxn>
              <a:cxn ang="0">
                <a:pos x="308" y="398"/>
              </a:cxn>
              <a:cxn ang="0">
                <a:pos x="355" y="435"/>
              </a:cxn>
              <a:cxn ang="0">
                <a:pos x="379" y="445"/>
              </a:cxn>
              <a:cxn ang="0">
                <a:pos x="397" y="421"/>
              </a:cxn>
              <a:cxn ang="0">
                <a:pos x="374" y="388"/>
              </a:cxn>
              <a:cxn ang="0">
                <a:pos x="398" y="379"/>
              </a:cxn>
              <a:cxn ang="0">
                <a:pos x="454" y="393"/>
              </a:cxn>
              <a:cxn ang="0">
                <a:pos x="454" y="365"/>
              </a:cxn>
              <a:cxn ang="0">
                <a:pos x="402" y="318"/>
              </a:cxn>
              <a:cxn ang="0">
                <a:pos x="388" y="265"/>
              </a:cxn>
              <a:cxn ang="0">
                <a:pos x="406" y="209"/>
              </a:cxn>
              <a:cxn ang="0">
                <a:pos x="430" y="152"/>
              </a:cxn>
              <a:cxn ang="0">
                <a:pos x="425" y="76"/>
              </a:cxn>
              <a:cxn ang="0">
                <a:pos x="397" y="86"/>
              </a:cxn>
              <a:cxn ang="0">
                <a:pos x="388" y="152"/>
              </a:cxn>
              <a:cxn ang="0">
                <a:pos x="370" y="160"/>
              </a:cxn>
              <a:cxn ang="0">
                <a:pos x="379" y="109"/>
              </a:cxn>
              <a:cxn ang="0">
                <a:pos x="374" y="76"/>
              </a:cxn>
              <a:cxn ang="0">
                <a:pos x="335" y="76"/>
              </a:cxn>
              <a:cxn ang="0">
                <a:pos x="284" y="114"/>
              </a:cxn>
              <a:cxn ang="0">
                <a:pos x="294" y="76"/>
              </a:cxn>
              <a:cxn ang="0">
                <a:pos x="261" y="33"/>
              </a:cxn>
              <a:cxn ang="0">
                <a:pos x="243" y="0"/>
              </a:cxn>
              <a:cxn ang="0">
                <a:pos x="150" y="33"/>
              </a:cxn>
              <a:cxn ang="0">
                <a:pos x="116" y="39"/>
              </a:cxn>
              <a:cxn ang="0">
                <a:pos x="97" y="53"/>
              </a:cxn>
              <a:cxn ang="0">
                <a:pos x="144" y="100"/>
              </a:cxn>
              <a:cxn ang="0">
                <a:pos x="139" y="114"/>
              </a:cxn>
              <a:cxn ang="0">
                <a:pos x="83" y="100"/>
              </a:cxn>
              <a:cxn ang="0">
                <a:pos x="65" y="114"/>
              </a:cxn>
              <a:cxn ang="0">
                <a:pos x="139" y="175"/>
              </a:cxn>
              <a:cxn ang="0">
                <a:pos x="175" y="220"/>
              </a:cxn>
              <a:cxn ang="0">
                <a:pos x="167" y="252"/>
              </a:cxn>
              <a:cxn ang="0">
                <a:pos x="130" y="252"/>
              </a:cxn>
            </a:cxnLst>
            <a:rect l="0" t="0" r="r" b="b"/>
            <a:pathLst>
              <a:path w="458" h="445">
                <a:moveTo>
                  <a:pt x="112" y="241"/>
                </a:moveTo>
                <a:lnTo>
                  <a:pt x="74" y="204"/>
                </a:lnTo>
                <a:lnTo>
                  <a:pt x="42" y="184"/>
                </a:lnTo>
                <a:lnTo>
                  <a:pt x="32" y="181"/>
                </a:lnTo>
                <a:lnTo>
                  <a:pt x="9" y="184"/>
                </a:lnTo>
                <a:lnTo>
                  <a:pt x="0" y="195"/>
                </a:lnTo>
                <a:lnTo>
                  <a:pt x="9" y="223"/>
                </a:lnTo>
                <a:lnTo>
                  <a:pt x="32" y="252"/>
                </a:lnTo>
                <a:lnTo>
                  <a:pt x="51" y="269"/>
                </a:lnTo>
                <a:lnTo>
                  <a:pt x="42" y="309"/>
                </a:lnTo>
                <a:lnTo>
                  <a:pt x="46" y="326"/>
                </a:lnTo>
                <a:lnTo>
                  <a:pt x="74" y="341"/>
                </a:lnTo>
                <a:lnTo>
                  <a:pt x="130" y="346"/>
                </a:lnTo>
                <a:lnTo>
                  <a:pt x="183" y="351"/>
                </a:lnTo>
                <a:lnTo>
                  <a:pt x="220" y="355"/>
                </a:lnTo>
                <a:lnTo>
                  <a:pt x="251" y="365"/>
                </a:lnTo>
                <a:lnTo>
                  <a:pt x="294" y="369"/>
                </a:lnTo>
                <a:lnTo>
                  <a:pt x="308" y="398"/>
                </a:lnTo>
                <a:lnTo>
                  <a:pt x="321" y="411"/>
                </a:lnTo>
                <a:lnTo>
                  <a:pt x="355" y="435"/>
                </a:lnTo>
                <a:lnTo>
                  <a:pt x="363" y="440"/>
                </a:lnTo>
                <a:lnTo>
                  <a:pt x="379" y="445"/>
                </a:lnTo>
                <a:lnTo>
                  <a:pt x="392" y="440"/>
                </a:lnTo>
                <a:lnTo>
                  <a:pt x="397" y="421"/>
                </a:lnTo>
                <a:lnTo>
                  <a:pt x="379" y="393"/>
                </a:lnTo>
                <a:lnTo>
                  <a:pt x="374" y="388"/>
                </a:lnTo>
                <a:lnTo>
                  <a:pt x="374" y="383"/>
                </a:lnTo>
                <a:lnTo>
                  <a:pt x="398" y="379"/>
                </a:lnTo>
                <a:lnTo>
                  <a:pt x="420" y="393"/>
                </a:lnTo>
                <a:lnTo>
                  <a:pt x="454" y="393"/>
                </a:lnTo>
                <a:lnTo>
                  <a:pt x="458" y="388"/>
                </a:lnTo>
                <a:lnTo>
                  <a:pt x="454" y="365"/>
                </a:lnTo>
                <a:lnTo>
                  <a:pt x="430" y="330"/>
                </a:lnTo>
                <a:lnTo>
                  <a:pt x="402" y="318"/>
                </a:lnTo>
                <a:lnTo>
                  <a:pt x="388" y="303"/>
                </a:lnTo>
                <a:lnTo>
                  <a:pt x="388" y="265"/>
                </a:lnTo>
                <a:lnTo>
                  <a:pt x="402" y="237"/>
                </a:lnTo>
                <a:lnTo>
                  <a:pt x="406" y="209"/>
                </a:lnTo>
                <a:lnTo>
                  <a:pt x="416" y="181"/>
                </a:lnTo>
                <a:lnTo>
                  <a:pt x="430" y="152"/>
                </a:lnTo>
                <a:lnTo>
                  <a:pt x="430" y="81"/>
                </a:lnTo>
                <a:lnTo>
                  <a:pt x="425" y="76"/>
                </a:lnTo>
                <a:lnTo>
                  <a:pt x="406" y="76"/>
                </a:lnTo>
                <a:lnTo>
                  <a:pt x="397" y="86"/>
                </a:lnTo>
                <a:lnTo>
                  <a:pt x="388" y="124"/>
                </a:lnTo>
                <a:lnTo>
                  <a:pt x="388" y="152"/>
                </a:lnTo>
                <a:lnTo>
                  <a:pt x="379" y="160"/>
                </a:lnTo>
                <a:lnTo>
                  <a:pt x="370" y="160"/>
                </a:lnTo>
                <a:lnTo>
                  <a:pt x="370" y="152"/>
                </a:lnTo>
                <a:lnTo>
                  <a:pt x="379" y="109"/>
                </a:lnTo>
                <a:lnTo>
                  <a:pt x="379" y="90"/>
                </a:lnTo>
                <a:lnTo>
                  <a:pt x="374" y="76"/>
                </a:lnTo>
                <a:lnTo>
                  <a:pt x="355" y="67"/>
                </a:lnTo>
                <a:lnTo>
                  <a:pt x="335" y="76"/>
                </a:lnTo>
                <a:lnTo>
                  <a:pt x="299" y="114"/>
                </a:lnTo>
                <a:lnTo>
                  <a:pt x="284" y="114"/>
                </a:lnTo>
                <a:lnTo>
                  <a:pt x="275" y="105"/>
                </a:lnTo>
                <a:lnTo>
                  <a:pt x="294" y="76"/>
                </a:lnTo>
                <a:lnTo>
                  <a:pt x="289" y="48"/>
                </a:lnTo>
                <a:lnTo>
                  <a:pt x="261" y="33"/>
                </a:lnTo>
                <a:lnTo>
                  <a:pt x="247" y="5"/>
                </a:lnTo>
                <a:lnTo>
                  <a:pt x="243" y="0"/>
                </a:lnTo>
                <a:lnTo>
                  <a:pt x="215" y="0"/>
                </a:lnTo>
                <a:lnTo>
                  <a:pt x="150" y="33"/>
                </a:lnTo>
                <a:lnTo>
                  <a:pt x="120" y="39"/>
                </a:lnTo>
                <a:lnTo>
                  <a:pt x="116" y="39"/>
                </a:lnTo>
                <a:lnTo>
                  <a:pt x="93" y="44"/>
                </a:lnTo>
                <a:lnTo>
                  <a:pt x="97" y="53"/>
                </a:lnTo>
                <a:lnTo>
                  <a:pt x="116" y="76"/>
                </a:lnTo>
                <a:lnTo>
                  <a:pt x="144" y="100"/>
                </a:lnTo>
                <a:lnTo>
                  <a:pt x="144" y="109"/>
                </a:lnTo>
                <a:lnTo>
                  <a:pt x="139" y="114"/>
                </a:lnTo>
                <a:lnTo>
                  <a:pt x="112" y="114"/>
                </a:lnTo>
                <a:lnTo>
                  <a:pt x="83" y="100"/>
                </a:lnTo>
                <a:lnTo>
                  <a:pt x="65" y="100"/>
                </a:lnTo>
                <a:lnTo>
                  <a:pt x="65" y="114"/>
                </a:lnTo>
                <a:lnTo>
                  <a:pt x="102" y="152"/>
                </a:lnTo>
                <a:lnTo>
                  <a:pt x="139" y="175"/>
                </a:lnTo>
                <a:lnTo>
                  <a:pt x="167" y="202"/>
                </a:lnTo>
                <a:lnTo>
                  <a:pt x="175" y="220"/>
                </a:lnTo>
                <a:lnTo>
                  <a:pt x="176" y="236"/>
                </a:lnTo>
                <a:lnTo>
                  <a:pt x="167" y="252"/>
                </a:lnTo>
                <a:lnTo>
                  <a:pt x="150" y="255"/>
                </a:lnTo>
                <a:lnTo>
                  <a:pt x="130" y="252"/>
                </a:lnTo>
                <a:lnTo>
                  <a:pt x="112" y="241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17" name="Freeform 216"/>
          <p:cNvSpPr>
            <a:spLocks/>
          </p:cNvSpPr>
          <p:nvPr/>
        </p:nvSpPr>
        <p:spPr bwMode="auto">
          <a:xfrm rot="21045919">
            <a:off x="1693318" y="2253687"/>
            <a:ext cx="79964" cy="74586"/>
          </a:xfrm>
          <a:custGeom>
            <a:avLst/>
            <a:gdLst/>
            <a:ahLst/>
            <a:cxnLst>
              <a:cxn ang="0">
                <a:pos x="79" y="155"/>
              </a:cxn>
              <a:cxn ang="0">
                <a:pos x="111" y="145"/>
              </a:cxn>
              <a:cxn ang="0">
                <a:pos x="122" y="140"/>
              </a:cxn>
              <a:cxn ang="0">
                <a:pos x="139" y="145"/>
              </a:cxn>
              <a:cxn ang="0">
                <a:pos x="157" y="173"/>
              </a:cxn>
              <a:cxn ang="0">
                <a:pos x="163" y="178"/>
              </a:cxn>
              <a:cxn ang="0">
                <a:pos x="182" y="183"/>
              </a:cxn>
              <a:cxn ang="0">
                <a:pos x="196" y="178"/>
              </a:cxn>
              <a:cxn ang="0">
                <a:pos x="210" y="158"/>
              </a:cxn>
              <a:cxn ang="0">
                <a:pos x="187" y="103"/>
              </a:cxn>
              <a:cxn ang="0">
                <a:pos x="173" y="69"/>
              </a:cxn>
              <a:cxn ang="0">
                <a:pos x="182" y="57"/>
              </a:cxn>
              <a:cxn ang="0">
                <a:pos x="201" y="34"/>
              </a:cxn>
              <a:cxn ang="0">
                <a:pos x="196" y="14"/>
              </a:cxn>
              <a:cxn ang="0">
                <a:pos x="168" y="0"/>
              </a:cxn>
              <a:cxn ang="0">
                <a:pos x="148" y="20"/>
              </a:cxn>
              <a:cxn ang="0">
                <a:pos x="148" y="28"/>
              </a:cxn>
              <a:cxn ang="0">
                <a:pos x="145" y="37"/>
              </a:cxn>
              <a:cxn ang="0">
                <a:pos x="139" y="80"/>
              </a:cxn>
              <a:cxn ang="0">
                <a:pos x="130" y="90"/>
              </a:cxn>
              <a:cxn ang="0">
                <a:pos x="111" y="76"/>
              </a:cxn>
              <a:cxn ang="0">
                <a:pos x="100" y="46"/>
              </a:cxn>
              <a:cxn ang="0">
                <a:pos x="69" y="23"/>
              </a:cxn>
              <a:cxn ang="0">
                <a:pos x="37" y="5"/>
              </a:cxn>
              <a:cxn ang="0">
                <a:pos x="15" y="28"/>
              </a:cxn>
              <a:cxn ang="0">
                <a:pos x="0" y="57"/>
              </a:cxn>
              <a:cxn ang="0">
                <a:pos x="15" y="76"/>
              </a:cxn>
              <a:cxn ang="0">
                <a:pos x="42" y="76"/>
              </a:cxn>
              <a:cxn ang="0">
                <a:pos x="56" y="80"/>
              </a:cxn>
              <a:cxn ang="0">
                <a:pos x="61" y="90"/>
              </a:cxn>
              <a:cxn ang="0">
                <a:pos x="61" y="112"/>
              </a:cxn>
              <a:cxn ang="0">
                <a:pos x="56" y="140"/>
              </a:cxn>
              <a:cxn ang="0">
                <a:pos x="65" y="149"/>
              </a:cxn>
              <a:cxn ang="0">
                <a:pos x="79" y="155"/>
              </a:cxn>
            </a:cxnLst>
            <a:rect l="0" t="0" r="r" b="b"/>
            <a:pathLst>
              <a:path w="210" h="183">
                <a:moveTo>
                  <a:pt x="79" y="155"/>
                </a:moveTo>
                <a:lnTo>
                  <a:pt x="111" y="145"/>
                </a:lnTo>
                <a:lnTo>
                  <a:pt x="122" y="140"/>
                </a:lnTo>
                <a:lnTo>
                  <a:pt x="139" y="145"/>
                </a:lnTo>
                <a:lnTo>
                  <a:pt x="157" y="173"/>
                </a:lnTo>
                <a:lnTo>
                  <a:pt x="163" y="178"/>
                </a:lnTo>
                <a:lnTo>
                  <a:pt x="182" y="183"/>
                </a:lnTo>
                <a:lnTo>
                  <a:pt x="196" y="178"/>
                </a:lnTo>
                <a:lnTo>
                  <a:pt x="210" y="158"/>
                </a:lnTo>
                <a:lnTo>
                  <a:pt x="187" y="103"/>
                </a:lnTo>
                <a:lnTo>
                  <a:pt x="173" y="69"/>
                </a:lnTo>
                <a:lnTo>
                  <a:pt x="182" y="57"/>
                </a:lnTo>
                <a:lnTo>
                  <a:pt x="201" y="34"/>
                </a:lnTo>
                <a:lnTo>
                  <a:pt x="196" y="14"/>
                </a:lnTo>
                <a:lnTo>
                  <a:pt x="168" y="0"/>
                </a:lnTo>
                <a:lnTo>
                  <a:pt x="148" y="20"/>
                </a:lnTo>
                <a:lnTo>
                  <a:pt x="148" y="28"/>
                </a:lnTo>
                <a:lnTo>
                  <a:pt x="145" y="37"/>
                </a:lnTo>
                <a:lnTo>
                  <a:pt x="139" y="80"/>
                </a:lnTo>
                <a:lnTo>
                  <a:pt x="130" y="90"/>
                </a:lnTo>
                <a:lnTo>
                  <a:pt x="111" y="76"/>
                </a:lnTo>
                <a:lnTo>
                  <a:pt x="100" y="46"/>
                </a:lnTo>
                <a:lnTo>
                  <a:pt x="69" y="23"/>
                </a:lnTo>
                <a:lnTo>
                  <a:pt x="37" y="5"/>
                </a:lnTo>
                <a:lnTo>
                  <a:pt x="15" y="28"/>
                </a:lnTo>
                <a:lnTo>
                  <a:pt x="0" y="57"/>
                </a:lnTo>
                <a:lnTo>
                  <a:pt x="15" y="76"/>
                </a:lnTo>
                <a:lnTo>
                  <a:pt x="42" y="76"/>
                </a:lnTo>
                <a:lnTo>
                  <a:pt x="56" y="80"/>
                </a:lnTo>
                <a:lnTo>
                  <a:pt x="61" y="90"/>
                </a:lnTo>
                <a:lnTo>
                  <a:pt x="61" y="112"/>
                </a:lnTo>
                <a:lnTo>
                  <a:pt x="56" y="140"/>
                </a:lnTo>
                <a:lnTo>
                  <a:pt x="65" y="149"/>
                </a:lnTo>
                <a:lnTo>
                  <a:pt x="79" y="155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18" name="Freeform 217"/>
          <p:cNvSpPr>
            <a:spLocks/>
          </p:cNvSpPr>
          <p:nvPr/>
        </p:nvSpPr>
        <p:spPr bwMode="auto">
          <a:xfrm rot="21045919">
            <a:off x="1849984" y="2366434"/>
            <a:ext cx="47325" cy="32957"/>
          </a:xfrm>
          <a:custGeom>
            <a:avLst/>
            <a:gdLst/>
            <a:ahLst/>
            <a:cxnLst>
              <a:cxn ang="0">
                <a:pos x="27" y="17"/>
              </a:cxn>
              <a:cxn ang="0">
                <a:pos x="0" y="55"/>
              </a:cxn>
              <a:cxn ang="0">
                <a:pos x="0" y="75"/>
              </a:cxn>
              <a:cxn ang="0">
                <a:pos x="4" y="79"/>
              </a:cxn>
              <a:cxn ang="0">
                <a:pos x="63" y="84"/>
              </a:cxn>
              <a:cxn ang="0">
                <a:pos x="91" y="75"/>
              </a:cxn>
              <a:cxn ang="0">
                <a:pos x="111" y="68"/>
              </a:cxn>
              <a:cxn ang="0">
                <a:pos x="119" y="61"/>
              </a:cxn>
              <a:cxn ang="0">
                <a:pos x="125" y="55"/>
              </a:cxn>
              <a:cxn ang="0">
                <a:pos x="125" y="36"/>
              </a:cxn>
              <a:cxn ang="0">
                <a:pos x="119" y="26"/>
              </a:cxn>
              <a:cxn ang="0">
                <a:pos x="81" y="8"/>
              </a:cxn>
              <a:cxn ang="0">
                <a:pos x="78" y="0"/>
              </a:cxn>
              <a:cxn ang="0">
                <a:pos x="50" y="0"/>
              </a:cxn>
              <a:cxn ang="0">
                <a:pos x="27" y="17"/>
              </a:cxn>
            </a:cxnLst>
            <a:rect l="0" t="0" r="r" b="b"/>
            <a:pathLst>
              <a:path w="125" h="84">
                <a:moveTo>
                  <a:pt x="27" y="17"/>
                </a:moveTo>
                <a:lnTo>
                  <a:pt x="0" y="55"/>
                </a:lnTo>
                <a:lnTo>
                  <a:pt x="0" y="75"/>
                </a:lnTo>
                <a:lnTo>
                  <a:pt x="4" y="79"/>
                </a:lnTo>
                <a:lnTo>
                  <a:pt x="63" y="84"/>
                </a:lnTo>
                <a:lnTo>
                  <a:pt x="91" y="75"/>
                </a:lnTo>
                <a:lnTo>
                  <a:pt x="111" y="68"/>
                </a:lnTo>
                <a:lnTo>
                  <a:pt x="119" y="61"/>
                </a:lnTo>
                <a:lnTo>
                  <a:pt x="125" y="55"/>
                </a:lnTo>
                <a:lnTo>
                  <a:pt x="125" y="36"/>
                </a:lnTo>
                <a:lnTo>
                  <a:pt x="119" y="26"/>
                </a:lnTo>
                <a:lnTo>
                  <a:pt x="81" y="8"/>
                </a:lnTo>
                <a:lnTo>
                  <a:pt x="78" y="0"/>
                </a:lnTo>
                <a:lnTo>
                  <a:pt x="50" y="0"/>
                </a:lnTo>
                <a:lnTo>
                  <a:pt x="27" y="17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19" name="Freeform 218"/>
          <p:cNvSpPr>
            <a:spLocks/>
          </p:cNvSpPr>
          <p:nvPr/>
        </p:nvSpPr>
        <p:spPr bwMode="auto">
          <a:xfrm rot="21045919">
            <a:off x="1934844" y="2080232"/>
            <a:ext cx="163191" cy="201209"/>
          </a:xfrm>
          <a:custGeom>
            <a:avLst/>
            <a:gdLst/>
            <a:ahLst/>
            <a:cxnLst>
              <a:cxn ang="0">
                <a:pos x="239" y="30"/>
              </a:cxn>
              <a:cxn ang="0">
                <a:pos x="183" y="63"/>
              </a:cxn>
              <a:cxn ang="0">
                <a:pos x="137" y="63"/>
              </a:cxn>
              <a:cxn ang="0">
                <a:pos x="94" y="31"/>
              </a:cxn>
              <a:cxn ang="0">
                <a:pos x="46" y="54"/>
              </a:cxn>
              <a:cxn ang="0">
                <a:pos x="50" y="99"/>
              </a:cxn>
              <a:cxn ang="0">
                <a:pos x="91" y="119"/>
              </a:cxn>
              <a:cxn ang="0">
                <a:pos x="164" y="116"/>
              </a:cxn>
              <a:cxn ang="0">
                <a:pos x="183" y="134"/>
              </a:cxn>
              <a:cxn ang="0">
                <a:pos x="239" y="130"/>
              </a:cxn>
              <a:cxn ang="0">
                <a:pos x="262" y="134"/>
              </a:cxn>
              <a:cxn ang="0">
                <a:pos x="267" y="158"/>
              </a:cxn>
              <a:cxn ang="0">
                <a:pos x="253" y="181"/>
              </a:cxn>
              <a:cxn ang="0">
                <a:pos x="207" y="200"/>
              </a:cxn>
              <a:cxn ang="0">
                <a:pos x="151" y="210"/>
              </a:cxn>
              <a:cxn ang="0">
                <a:pos x="137" y="267"/>
              </a:cxn>
              <a:cxn ang="0">
                <a:pos x="112" y="219"/>
              </a:cxn>
              <a:cxn ang="0">
                <a:pos x="89" y="195"/>
              </a:cxn>
              <a:cxn ang="0">
                <a:pos x="66" y="276"/>
              </a:cxn>
              <a:cxn ang="0">
                <a:pos x="89" y="332"/>
              </a:cxn>
              <a:cxn ang="0">
                <a:pos x="41" y="324"/>
              </a:cxn>
              <a:cxn ang="0">
                <a:pos x="6" y="352"/>
              </a:cxn>
              <a:cxn ang="0">
                <a:pos x="10" y="392"/>
              </a:cxn>
              <a:cxn ang="0">
                <a:pos x="42" y="405"/>
              </a:cxn>
              <a:cxn ang="0">
                <a:pos x="51" y="436"/>
              </a:cxn>
              <a:cxn ang="0">
                <a:pos x="89" y="469"/>
              </a:cxn>
              <a:cxn ang="0">
                <a:pos x="140" y="498"/>
              </a:cxn>
              <a:cxn ang="0">
                <a:pos x="160" y="464"/>
              </a:cxn>
              <a:cxn ang="0">
                <a:pos x="132" y="433"/>
              </a:cxn>
              <a:cxn ang="0">
                <a:pos x="193" y="418"/>
              </a:cxn>
              <a:cxn ang="0">
                <a:pos x="229" y="374"/>
              </a:cxn>
              <a:cxn ang="0">
                <a:pos x="238" y="349"/>
              </a:cxn>
              <a:cxn ang="0">
                <a:pos x="211" y="299"/>
              </a:cxn>
              <a:cxn ang="0">
                <a:pos x="279" y="270"/>
              </a:cxn>
              <a:cxn ang="0">
                <a:pos x="293" y="249"/>
              </a:cxn>
              <a:cxn ang="0">
                <a:pos x="328" y="231"/>
              </a:cxn>
              <a:cxn ang="0">
                <a:pos x="340" y="176"/>
              </a:cxn>
              <a:cxn ang="0">
                <a:pos x="379" y="148"/>
              </a:cxn>
              <a:cxn ang="0">
                <a:pos x="393" y="116"/>
              </a:cxn>
              <a:cxn ang="0">
                <a:pos x="360" y="105"/>
              </a:cxn>
              <a:cxn ang="0">
                <a:pos x="356" y="91"/>
              </a:cxn>
              <a:cxn ang="0">
                <a:pos x="412" y="81"/>
              </a:cxn>
              <a:cxn ang="0">
                <a:pos x="408" y="39"/>
              </a:cxn>
              <a:cxn ang="0">
                <a:pos x="313" y="30"/>
              </a:cxn>
              <a:cxn ang="0">
                <a:pos x="285" y="0"/>
              </a:cxn>
            </a:cxnLst>
            <a:rect l="0" t="0" r="r" b="b"/>
            <a:pathLst>
              <a:path w="426" h="498">
                <a:moveTo>
                  <a:pt x="262" y="15"/>
                </a:moveTo>
                <a:lnTo>
                  <a:pt x="239" y="30"/>
                </a:lnTo>
                <a:lnTo>
                  <a:pt x="211" y="39"/>
                </a:lnTo>
                <a:lnTo>
                  <a:pt x="183" y="63"/>
                </a:lnTo>
                <a:lnTo>
                  <a:pt x="160" y="72"/>
                </a:lnTo>
                <a:lnTo>
                  <a:pt x="137" y="63"/>
                </a:lnTo>
                <a:lnTo>
                  <a:pt x="123" y="45"/>
                </a:lnTo>
                <a:lnTo>
                  <a:pt x="94" y="31"/>
                </a:lnTo>
                <a:lnTo>
                  <a:pt x="66" y="35"/>
                </a:lnTo>
                <a:lnTo>
                  <a:pt x="46" y="54"/>
                </a:lnTo>
                <a:lnTo>
                  <a:pt x="42" y="81"/>
                </a:lnTo>
                <a:lnTo>
                  <a:pt x="50" y="99"/>
                </a:lnTo>
                <a:lnTo>
                  <a:pt x="61" y="116"/>
                </a:lnTo>
                <a:lnTo>
                  <a:pt x="91" y="119"/>
                </a:lnTo>
                <a:lnTo>
                  <a:pt x="119" y="119"/>
                </a:lnTo>
                <a:lnTo>
                  <a:pt x="164" y="116"/>
                </a:lnTo>
                <a:lnTo>
                  <a:pt x="178" y="123"/>
                </a:lnTo>
                <a:lnTo>
                  <a:pt x="183" y="134"/>
                </a:lnTo>
                <a:lnTo>
                  <a:pt x="211" y="148"/>
                </a:lnTo>
                <a:lnTo>
                  <a:pt x="239" y="130"/>
                </a:lnTo>
                <a:lnTo>
                  <a:pt x="253" y="130"/>
                </a:lnTo>
                <a:lnTo>
                  <a:pt x="262" y="134"/>
                </a:lnTo>
                <a:lnTo>
                  <a:pt x="267" y="148"/>
                </a:lnTo>
                <a:lnTo>
                  <a:pt x="267" y="158"/>
                </a:lnTo>
                <a:lnTo>
                  <a:pt x="262" y="171"/>
                </a:lnTo>
                <a:lnTo>
                  <a:pt x="253" y="181"/>
                </a:lnTo>
                <a:lnTo>
                  <a:pt x="229" y="200"/>
                </a:lnTo>
                <a:lnTo>
                  <a:pt x="207" y="200"/>
                </a:lnTo>
                <a:lnTo>
                  <a:pt x="178" y="190"/>
                </a:lnTo>
                <a:lnTo>
                  <a:pt x="151" y="210"/>
                </a:lnTo>
                <a:lnTo>
                  <a:pt x="151" y="267"/>
                </a:lnTo>
                <a:lnTo>
                  <a:pt x="137" y="267"/>
                </a:lnTo>
                <a:lnTo>
                  <a:pt x="119" y="247"/>
                </a:lnTo>
                <a:lnTo>
                  <a:pt x="112" y="219"/>
                </a:lnTo>
                <a:lnTo>
                  <a:pt x="98" y="195"/>
                </a:lnTo>
                <a:lnTo>
                  <a:pt x="89" y="195"/>
                </a:lnTo>
                <a:lnTo>
                  <a:pt x="75" y="210"/>
                </a:lnTo>
                <a:lnTo>
                  <a:pt x="66" y="276"/>
                </a:lnTo>
                <a:lnTo>
                  <a:pt x="84" y="304"/>
                </a:lnTo>
                <a:lnTo>
                  <a:pt x="89" y="332"/>
                </a:lnTo>
                <a:lnTo>
                  <a:pt x="70" y="332"/>
                </a:lnTo>
                <a:lnTo>
                  <a:pt x="41" y="324"/>
                </a:lnTo>
                <a:lnTo>
                  <a:pt x="16" y="332"/>
                </a:lnTo>
                <a:lnTo>
                  <a:pt x="6" y="352"/>
                </a:lnTo>
                <a:lnTo>
                  <a:pt x="0" y="379"/>
                </a:lnTo>
                <a:lnTo>
                  <a:pt x="10" y="392"/>
                </a:lnTo>
                <a:lnTo>
                  <a:pt x="19" y="401"/>
                </a:lnTo>
                <a:lnTo>
                  <a:pt x="42" y="405"/>
                </a:lnTo>
                <a:lnTo>
                  <a:pt x="62" y="401"/>
                </a:lnTo>
                <a:lnTo>
                  <a:pt x="51" y="436"/>
                </a:lnTo>
                <a:lnTo>
                  <a:pt x="61" y="461"/>
                </a:lnTo>
                <a:lnTo>
                  <a:pt x="89" y="469"/>
                </a:lnTo>
                <a:lnTo>
                  <a:pt x="123" y="493"/>
                </a:lnTo>
                <a:lnTo>
                  <a:pt x="140" y="498"/>
                </a:lnTo>
                <a:lnTo>
                  <a:pt x="155" y="489"/>
                </a:lnTo>
                <a:lnTo>
                  <a:pt x="160" y="464"/>
                </a:lnTo>
                <a:lnTo>
                  <a:pt x="155" y="461"/>
                </a:lnTo>
                <a:lnTo>
                  <a:pt x="132" y="433"/>
                </a:lnTo>
                <a:lnTo>
                  <a:pt x="140" y="423"/>
                </a:lnTo>
                <a:lnTo>
                  <a:pt x="193" y="418"/>
                </a:lnTo>
                <a:lnTo>
                  <a:pt x="207" y="409"/>
                </a:lnTo>
                <a:lnTo>
                  <a:pt x="229" y="374"/>
                </a:lnTo>
                <a:lnTo>
                  <a:pt x="234" y="365"/>
                </a:lnTo>
                <a:lnTo>
                  <a:pt x="238" y="349"/>
                </a:lnTo>
                <a:lnTo>
                  <a:pt x="230" y="314"/>
                </a:lnTo>
                <a:lnTo>
                  <a:pt x="211" y="299"/>
                </a:lnTo>
                <a:lnTo>
                  <a:pt x="226" y="283"/>
                </a:lnTo>
                <a:lnTo>
                  <a:pt x="279" y="270"/>
                </a:lnTo>
                <a:lnTo>
                  <a:pt x="287" y="264"/>
                </a:lnTo>
                <a:lnTo>
                  <a:pt x="293" y="249"/>
                </a:lnTo>
                <a:lnTo>
                  <a:pt x="313" y="244"/>
                </a:lnTo>
                <a:lnTo>
                  <a:pt x="328" y="231"/>
                </a:lnTo>
                <a:lnTo>
                  <a:pt x="329" y="199"/>
                </a:lnTo>
                <a:lnTo>
                  <a:pt x="340" y="176"/>
                </a:lnTo>
                <a:lnTo>
                  <a:pt x="375" y="153"/>
                </a:lnTo>
                <a:lnTo>
                  <a:pt x="379" y="148"/>
                </a:lnTo>
                <a:lnTo>
                  <a:pt x="393" y="119"/>
                </a:lnTo>
                <a:lnTo>
                  <a:pt x="393" y="116"/>
                </a:lnTo>
                <a:lnTo>
                  <a:pt x="388" y="111"/>
                </a:lnTo>
                <a:lnTo>
                  <a:pt x="360" y="105"/>
                </a:lnTo>
                <a:lnTo>
                  <a:pt x="356" y="100"/>
                </a:lnTo>
                <a:lnTo>
                  <a:pt x="356" y="91"/>
                </a:lnTo>
                <a:lnTo>
                  <a:pt x="360" y="86"/>
                </a:lnTo>
                <a:lnTo>
                  <a:pt x="412" y="81"/>
                </a:lnTo>
                <a:lnTo>
                  <a:pt x="426" y="63"/>
                </a:lnTo>
                <a:lnTo>
                  <a:pt x="408" y="39"/>
                </a:lnTo>
                <a:lnTo>
                  <a:pt x="375" y="25"/>
                </a:lnTo>
                <a:lnTo>
                  <a:pt x="313" y="30"/>
                </a:lnTo>
                <a:lnTo>
                  <a:pt x="294" y="30"/>
                </a:lnTo>
                <a:lnTo>
                  <a:pt x="285" y="0"/>
                </a:lnTo>
                <a:lnTo>
                  <a:pt x="262" y="15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20" name="Freeform 219"/>
          <p:cNvSpPr>
            <a:spLocks/>
          </p:cNvSpPr>
          <p:nvPr/>
        </p:nvSpPr>
        <p:spPr bwMode="auto">
          <a:xfrm rot="21045919">
            <a:off x="2329764" y="2413268"/>
            <a:ext cx="34270" cy="38160"/>
          </a:xfrm>
          <a:custGeom>
            <a:avLst/>
            <a:gdLst/>
            <a:ahLst/>
            <a:cxnLst>
              <a:cxn ang="0">
                <a:pos x="38" y="0"/>
              </a:cxn>
              <a:cxn ang="0">
                <a:pos x="66" y="9"/>
              </a:cxn>
              <a:cxn ang="0">
                <a:pos x="88" y="27"/>
              </a:cxn>
              <a:cxn ang="0">
                <a:pos x="88" y="55"/>
              </a:cxn>
              <a:cxn ang="0">
                <a:pos x="75" y="83"/>
              </a:cxn>
              <a:cxn ang="0">
                <a:pos x="61" y="97"/>
              </a:cxn>
              <a:cxn ang="0">
                <a:pos x="50" y="92"/>
              </a:cxn>
              <a:cxn ang="0">
                <a:pos x="48" y="79"/>
              </a:cxn>
              <a:cxn ang="0">
                <a:pos x="34" y="64"/>
              </a:cxn>
              <a:cxn ang="0">
                <a:pos x="6" y="64"/>
              </a:cxn>
              <a:cxn ang="0">
                <a:pos x="0" y="55"/>
              </a:cxn>
              <a:cxn ang="0">
                <a:pos x="15" y="20"/>
              </a:cxn>
              <a:cxn ang="0">
                <a:pos x="29" y="9"/>
              </a:cxn>
              <a:cxn ang="0">
                <a:pos x="38" y="0"/>
              </a:cxn>
            </a:cxnLst>
            <a:rect l="0" t="0" r="r" b="b"/>
            <a:pathLst>
              <a:path w="88" h="97">
                <a:moveTo>
                  <a:pt x="38" y="0"/>
                </a:moveTo>
                <a:lnTo>
                  <a:pt x="66" y="9"/>
                </a:lnTo>
                <a:lnTo>
                  <a:pt x="88" y="27"/>
                </a:lnTo>
                <a:lnTo>
                  <a:pt x="88" y="55"/>
                </a:lnTo>
                <a:lnTo>
                  <a:pt x="75" y="83"/>
                </a:lnTo>
                <a:lnTo>
                  <a:pt x="61" y="97"/>
                </a:lnTo>
                <a:lnTo>
                  <a:pt x="50" y="92"/>
                </a:lnTo>
                <a:lnTo>
                  <a:pt x="48" y="79"/>
                </a:lnTo>
                <a:lnTo>
                  <a:pt x="34" y="64"/>
                </a:lnTo>
                <a:lnTo>
                  <a:pt x="6" y="64"/>
                </a:lnTo>
                <a:lnTo>
                  <a:pt x="0" y="55"/>
                </a:lnTo>
                <a:lnTo>
                  <a:pt x="15" y="20"/>
                </a:lnTo>
                <a:lnTo>
                  <a:pt x="29" y="9"/>
                </a:lnTo>
                <a:lnTo>
                  <a:pt x="38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21" name="Freeform 220"/>
          <p:cNvSpPr>
            <a:spLocks/>
          </p:cNvSpPr>
          <p:nvPr/>
        </p:nvSpPr>
        <p:spPr bwMode="auto">
          <a:xfrm rot="21045919">
            <a:off x="1925052" y="2347353"/>
            <a:ext cx="347597" cy="400684"/>
          </a:xfrm>
          <a:custGeom>
            <a:avLst/>
            <a:gdLst/>
            <a:ahLst/>
            <a:cxnLst>
              <a:cxn ang="0">
                <a:pos x="670" y="949"/>
              </a:cxn>
              <a:cxn ang="0">
                <a:pos x="627" y="903"/>
              </a:cxn>
              <a:cxn ang="0">
                <a:pos x="566" y="854"/>
              </a:cxn>
              <a:cxn ang="0">
                <a:pos x="497" y="779"/>
              </a:cxn>
              <a:cxn ang="0">
                <a:pos x="463" y="703"/>
              </a:cxn>
              <a:cxn ang="0">
                <a:pos x="518" y="628"/>
              </a:cxn>
              <a:cxn ang="0">
                <a:pos x="529" y="467"/>
              </a:cxn>
              <a:cxn ang="0">
                <a:pos x="435" y="429"/>
              </a:cxn>
              <a:cxn ang="0">
                <a:pos x="421" y="363"/>
              </a:cxn>
              <a:cxn ang="0">
                <a:pos x="374" y="363"/>
              </a:cxn>
              <a:cxn ang="0">
                <a:pos x="337" y="296"/>
              </a:cxn>
              <a:cxn ang="0">
                <a:pos x="234" y="321"/>
              </a:cxn>
              <a:cxn ang="0">
                <a:pos x="132" y="286"/>
              </a:cxn>
              <a:cxn ang="0">
                <a:pos x="14" y="163"/>
              </a:cxn>
              <a:cxn ang="0">
                <a:pos x="47" y="74"/>
              </a:cxn>
              <a:cxn ang="0">
                <a:pos x="155" y="3"/>
              </a:cxn>
              <a:cxn ang="0">
                <a:pos x="132" y="61"/>
              </a:cxn>
              <a:cxn ang="0">
                <a:pos x="112" y="116"/>
              </a:cxn>
              <a:cxn ang="0">
                <a:pos x="112" y="241"/>
              </a:cxn>
              <a:cxn ang="0">
                <a:pos x="151" y="151"/>
              </a:cxn>
              <a:cxn ang="0">
                <a:pos x="179" y="56"/>
              </a:cxn>
              <a:cxn ang="0">
                <a:pos x="262" y="42"/>
              </a:cxn>
              <a:cxn ang="0">
                <a:pos x="271" y="151"/>
              </a:cxn>
              <a:cxn ang="0">
                <a:pos x="370" y="163"/>
              </a:cxn>
              <a:cxn ang="0">
                <a:pos x="435" y="202"/>
              </a:cxn>
              <a:cxn ang="0">
                <a:pos x="529" y="241"/>
              </a:cxn>
              <a:cxn ang="0">
                <a:pos x="571" y="307"/>
              </a:cxn>
              <a:cxn ang="0">
                <a:pos x="627" y="321"/>
              </a:cxn>
              <a:cxn ang="0">
                <a:pos x="659" y="433"/>
              </a:cxn>
              <a:cxn ang="0">
                <a:pos x="797" y="505"/>
              </a:cxn>
              <a:cxn ang="0">
                <a:pos x="829" y="538"/>
              </a:cxn>
              <a:cxn ang="0">
                <a:pos x="913" y="604"/>
              </a:cxn>
              <a:cxn ang="0">
                <a:pos x="895" y="666"/>
              </a:cxn>
              <a:cxn ang="0">
                <a:pos x="852" y="679"/>
              </a:cxn>
              <a:cxn ang="0">
                <a:pos x="829" y="712"/>
              </a:cxn>
              <a:cxn ang="0">
                <a:pos x="779" y="656"/>
              </a:cxn>
              <a:cxn ang="0">
                <a:pos x="698" y="623"/>
              </a:cxn>
              <a:cxn ang="0">
                <a:pos x="735" y="708"/>
              </a:cxn>
              <a:cxn ang="0">
                <a:pos x="797" y="765"/>
              </a:cxn>
              <a:cxn ang="0">
                <a:pos x="805" y="849"/>
              </a:cxn>
              <a:cxn ang="0">
                <a:pos x="800" y="907"/>
              </a:cxn>
              <a:cxn ang="0">
                <a:pos x="670" y="842"/>
              </a:cxn>
              <a:cxn ang="0">
                <a:pos x="712" y="889"/>
              </a:cxn>
              <a:cxn ang="0">
                <a:pos x="779" y="984"/>
              </a:cxn>
              <a:cxn ang="0">
                <a:pos x="721" y="968"/>
              </a:cxn>
            </a:cxnLst>
            <a:rect l="0" t="0" r="r" b="b"/>
            <a:pathLst>
              <a:path w="913" h="984">
                <a:moveTo>
                  <a:pt x="721" y="968"/>
                </a:moveTo>
                <a:lnTo>
                  <a:pt x="698" y="955"/>
                </a:lnTo>
                <a:lnTo>
                  <a:pt x="670" y="949"/>
                </a:lnTo>
                <a:lnTo>
                  <a:pt x="645" y="916"/>
                </a:lnTo>
                <a:lnTo>
                  <a:pt x="641" y="907"/>
                </a:lnTo>
                <a:lnTo>
                  <a:pt x="627" y="903"/>
                </a:lnTo>
                <a:lnTo>
                  <a:pt x="581" y="889"/>
                </a:lnTo>
                <a:lnTo>
                  <a:pt x="576" y="884"/>
                </a:lnTo>
                <a:lnTo>
                  <a:pt x="566" y="854"/>
                </a:lnTo>
                <a:lnTo>
                  <a:pt x="561" y="817"/>
                </a:lnTo>
                <a:lnTo>
                  <a:pt x="525" y="793"/>
                </a:lnTo>
                <a:lnTo>
                  <a:pt x="497" y="779"/>
                </a:lnTo>
                <a:lnTo>
                  <a:pt x="458" y="747"/>
                </a:lnTo>
                <a:lnTo>
                  <a:pt x="458" y="712"/>
                </a:lnTo>
                <a:lnTo>
                  <a:pt x="463" y="703"/>
                </a:lnTo>
                <a:lnTo>
                  <a:pt x="463" y="675"/>
                </a:lnTo>
                <a:lnTo>
                  <a:pt x="486" y="647"/>
                </a:lnTo>
                <a:lnTo>
                  <a:pt x="518" y="628"/>
                </a:lnTo>
                <a:lnTo>
                  <a:pt x="543" y="604"/>
                </a:lnTo>
                <a:lnTo>
                  <a:pt x="543" y="519"/>
                </a:lnTo>
                <a:lnTo>
                  <a:pt x="529" y="467"/>
                </a:lnTo>
                <a:lnTo>
                  <a:pt x="501" y="444"/>
                </a:lnTo>
                <a:lnTo>
                  <a:pt x="467" y="429"/>
                </a:lnTo>
                <a:lnTo>
                  <a:pt x="435" y="429"/>
                </a:lnTo>
                <a:lnTo>
                  <a:pt x="421" y="415"/>
                </a:lnTo>
                <a:lnTo>
                  <a:pt x="431" y="386"/>
                </a:lnTo>
                <a:lnTo>
                  <a:pt x="421" y="363"/>
                </a:lnTo>
                <a:lnTo>
                  <a:pt x="416" y="358"/>
                </a:lnTo>
                <a:lnTo>
                  <a:pt x="380" y="363"/>
                </a:lnTo>
                <a:lnTo>
                  <a:pt x="374" y="363"/>
                </a:lnTo>
                <a:lnTo>
                  <a:pt x="356" y="339"/>
                </a:lnTo>
                <a:lnTo>
                  <a:pt x="354" y="310"/>
                </a:lnTo>
                <a:lnTo>
                  <a:pt x="337" y="296"/>
                </a:lnTo>
                <a:lnTo>
                  <a:pt x="306" y="308"/>
                </a:lnTo>
                <a:lnTo>
                  <a:pt x="288" y="325"/>
                </a:lnTo>
                <a:lnTo>
                  <a:pt x="234" y="321"/>
                </a:lnTo>
                <a:lnTo>
                  <a:pt x="201" y="310"/>
                </a:lnTo>
                <a:lnTo>
                  <a:pt x="173" y="293"/>
                </a:lnTo>
                <a:lnTo>
                  <a:pt x="132" y="286"/>
                </a:lnTo>
                <a:lnTo>
                  <a:pt x="103" y="273"/>
                </a:lnTo>
                <a:lnTo>
                  <a:pt x="38" y="198"/>
                </a:lnTo>
                <a:lnTo>
                  <a:pt x="14" y="163"/>
                </a:lnTo>
                <a:lnTo>
                  <a:pt x="0" y="136"/>
                </a:lnTo>
                <a:lnTo>
                  <a:pt x="6" y="108"/>
                </a:lnTo>
                <a:lnTo>
                  <a:pt x="47" y="74"/>
                </a:lnTo>
                <a:lnTo>
                  <a:pt x="80" y="32"/>
                </a:lnTo>
                <a:lnTo>
                  <a:pt x="126" y="0"/>
                </a:lnTo>
                <a:lnTo>
                  <a:pt x="155" y="3"/>
                </a:lnTo>
                <a:lnTo>
                  <a:pt x="158" y="21"/>
                </a:lnTo>
                <a:lnTo>
                  <a:pt x="155" y="37"/>
                </a:lnTo>
                <a:lnTo>
                  <a:pt x="132" y="61"/>
                </a:lnTo>
                <a:lnTo>
                  <a:pt x="103" y="79"/>
                </a:lnTo>
                <a:lnTo>
                  <a:pt x="103" y="88"/>
                </a:lnTo>
                <a:lnTo>
                  <a:pt x="112" y="116"/>
                </a:lnTo>
                <a:lnTo>
                  <a:pt x="103" y="145"/>
                </a:lnTo>
                <a:lnTo>
                  <a:pt x="93" y="208"/>
                </a:lnTo>
                <a:lnTo>
                  <a:pt x="112" y="241"/>
                </a:lnTo>
                <a:lnTo>
                  <a:pt x="132" y="221"/>
                </a:lnTo>
                <a:lnTo>
                  <a:pt x="151" y="184"/>
                </a:lnTo>
                <a:lnTo>
                  <a:pt x="151" y="151"/>
                </a:lnTo>
                <a:lnTo>
                  <a:pt x="155" y="113"/>
                </a:lnTo>
                <a:lnTo>
                  <a:pt x="158" y="85"/>
                </a:lnTo>
                <a:lnTo>
                  <a:pt x="179" y="56"/>
                </a:lnTo>
                <a:lnTo>
                  <a:pt x="187" y="46"/>
                </a:lnTo>
                <a:lnTo>
                  <a:pt x="257" y="37"/>
                </a:lnTo>
                <a:lnTo>
                  <a:pt x="262" y="42"/>
                </a:lnTo>
                <a:lnTo>
                  <a:pt x="267" y="98"/>
                </a:lnTo>
                <a:lnTo>
                  <a:pt x="257" y="127"/>
                </a:lnTo>
                <a:lnTo>
                  <a:pt x="271" y="151"/>
                </a:lnTo>
                <a:lnTo>
                  <a:pt x="299" y="163"/>
                </a:lnTo>
                <a:lnTo>
                  <a:pt x="333" y="179"/>
                </a:lnTo>
                <a:lnTo>
                  <a:pt x="370" y="163"/>
                </a:lnTo>
                <a:lnTo>
                  <a:pt x="407" y="159"/>
                </a:lnTo>
                <a:lnTo>
                  <a:pt x="426" y="174"/>
                </a:lnTo>
                <a:lnTo>
                  <a:pt x="435" y="202"/>
                </a:lnTo>
                <a:lnTo>
                  <a:pt x="454" y="231"/>
                </a:lnTo>
                <a:lnTo>
                  <a:pt x="511" y="231"/>
                </a:lnTo>
                <a:lnTo>
                  <a:pt x="529" y="241"/>
                </a:lnTo>
                <a:lnTo>
                  <a:pt x="543" y="254"/>
                </a:lnTo>
                <a:lnTo>
                  <a:pt x="552" y="282"/>
                </a:lnTo>
                <a:lnTo>
                  <a:pt x="571" y="307"/>
                </a:lnTo>
                <a:lnTo>
                  <a:pt x="585" y="316"/>
                </a:lnTo>
                <a:lnTo>
                  <a:pt x="613" y="310"/>
                </a:lnTo>
                <a:lnTo>
                  <a:pt x="627" y="321"/>
                </a:lnTo>
                <a:lnTo>
                  <a:pt x="638" y="349"/>
                </a:lnTo>
                <a:lnTo>
                  <a:pt x="622" y="377"/>
                </a:lnTo>
                <a:lnTo>
                  <a:pt x="659" y="433"/>
                </a:lnTo>
                <a:lnTo>
                  <a:pt x="674" y="467"/>
                </a:lnTo>
                <a:lnTo>
                  <a:pt x="698" y="495"/>
                </a:lnTo>
                <a:lnTo>
                  <a:pt x="797" y="505"/>
                </a:lnTo>
                <a:lnTo>
                  <a:pt x="825" y="523"/>
                </a:lnTo>
                <a:lnTo>
                  <a:pt x="829" y="529"/>
                </a:lnTo>
                <a:lnTo>
                  <a:pt x="829" y="538"/>
                </a:lnTo>
                <a:lnTo>
                  <a:pt x="885" y="547"/>
                </a:lnTo>
                <a:lnTo>
                  <a:pt x="908" y="561"/>
                </a:lnTo>
                <a:lnTo>
                  <a:pt x="913" y="604"/>
                </a:lnTo>
                <a:lnTo>
                  <a:pt x="908" y="609"/>
                </a:lnTo>
                <a:lnTo>
                  <a:pt x="885" y="628"/>
                </a:lnTo>
                <a:lnTo>
                  <a:pt x="895" y="666"/>
                </a:lnTo>
                <a:lnTo>
                  <a:pt x="890" y="670"/>
                </a:lnTo>
                <a:lnTo>
                  <a:pt x="862" y="670"/>
                </a:lnTo>
                <a:lnTo>
                  <a:pt x="852" y="679"/>
                </a:lnTo>
                <a:lnTo>
                  <a:pt x="852" y="708"/>
                </a:lnTo>
                <a:lnTo>
                  <a:pt x="846" y="712"/>
                </a:lnTo>
                <a:lnTo>
                  <a:pt x="829" y="712"/>
                </a:lnTo>
                <a:lnTo>
                  <a:pt x="811" y="698"/>
                </a:lnTo>
                <a:lnTo>
                  <a:pt x="800" y="684"/>
                </a:lnTo>
                <a:lnTo>
                  <a:pt x="779" y="656"/>
                </a:lnTo>
                <a:lnTo>
                  <a:pt x="721" y="619"/>
                </a:lnTo>
                <a:lnTo>
                  <a:pt x="702" y="619"/>
                </a:lnTo>
                <a:lnTo>
                  <a:pt x="698" y="623"/>
                </a:lnTo>
                <a:lnTo>
                  <a:pt x="693" y="642"/>
                </a:lnTo>
                <a:lnTo>
                  <a:pt x="717" y="679"/>
                </a:lnTo>
                <a:lnTo>
                  <a:pt x="735" y="708"/>
                </a:lnTo>
                <a:lnTo>
                  <a:pt x="763" y="737"/>
                </a:lnTo>
                <a:lnTo>
                  <a:pt x="791" y="761"/>
                </a:lnTo>
                <a:lnTo>
                  <a:pt x="797" y="765"/>
                </a:lnTo>
                <a:lnTo>
                  <a:pt x="814" y="798"/>
                </a:lnTo>
                <a:lnTo>
                  <a:pt x="814" y="821"/>
                </a:lnTo>
                <a:lnTo>
                  <a:pt x="805" y="849"/>
                </a:lnTo>
                <a:lnTo>
                  <a:pt x="820" y="879"/>
                </a:lnTo>
                <a:lnTo>
                  <a:pt x="805" y="907"/>
                </a:lnTo>
                <a:lnTo>
                  <a:pt x="800" y="907"/>
                </a:lnTo>
                <a:lnTo>
                  <a:pt x="763" y="884"/>
                </a:lnTo>
                <a:lnTo>
                  <a:pt x="721" y="849"/>
                </a:lnTo>
                <a:lnTo>
                  <a:pt x="670" y="842"/>
                </a:lnTo>
                <a:lnTo>
                  <a:pt x="663" y="845"/>
                </a:lnTo>
                <a:lnTo>
                  <a:pt x="684" y="863"/>
                </a:lnTo>
                <a:lnTo>
                  <a:pt x="712" y="889"/>
                </a:lnTo>
                <a:lnTo>
                  <a:pt x="779" y="949"/>
                </a:lnTo>
                <a:lnTo>
                  <a:pt x="786" y="973"/>
                </a:lnTo>
                <a:lnTo>
                  <a:pt x="779" y="984"/>
                </a:lnTo>
                <a:lnTo>
                  <a:pt x="763" y="984"/>
                </a:lnTo>
                <a:lnTo>
                  <a:pt x="744" y="973"/>
                </a:lnTo>
                <a:lnTo>
                  <a:pt x="721" y="968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22" name="Freeform 221"/>
          <p:cNvSpPr>
            <a:spLocks/>
          </p:cNvSpPr>
          <p:nvPr/>
        </p:nvSpPr>
        <p:spPr bwMode="auto">
          <a:xfrm rot="21045919">
            <a:off x="1920154" y="2638761"/>
            <a:ext cx="76700" cy="81524"/>
          </a:xfrm>
          <a:custGeom>
            <a:avLst/>
            <a:gdLst/>
            <a:ahLst/>
            <a:cxnLst>
              <a:cxn ang="0">
                <a:pos x="84" y="0"/>
              </a:cxn>
              <a:cxn ang="0">
                <a:pos x="105" y="30"/>
              </a:cxn>
              <a:cxn ang="0">
                <a:pos x="130" y="33"/>
              </a:cxn>
              <a:cxn ang="0">
                <a:pos x="141" y="60"/>
              </a:cxn>
              <a:cxn ang="0">
                <a:pos x="168" y="70"/>
              </a:cxn>
              <a:cxn ang="0">
                <a:pos x="178" y="79"/>
              </a:cxn>
              <a:cxn ang="0">
                <a:pos x="202" y="111"/>
              </a:cxn>
              <a:cxn ang="0">
                <a:pos x="202" y="148"/>
              </a:cxn>
              <a:cxn ang="0">
                <a:pos x="193" y="157"/>
              </a:cxn>
              <a:cxn ang="0">
                <a:pos x="159" y="163"/>
              </a:cxn>
              <a:cxn ang="0">
                <a:pos x="131" y="148"/>
              </a:cxn>
              <a:cxn ang="0">
                <a:pos x="102" y="148"/>
              </a:cxn>
              <a:cxn ang="0">
                <a:pos x="100" y="153"/>
              </a:cxn>
              <a:cxn ang="0">
                <a:pos x="89" y="181"/>
              </a:cxn>
              <a:cxn ang="0">
                <a:pos x="86" y="192"/>
              </a:cxn>
              <a:cxn ang="0">
                <a:pos x="68" y="199"/>
              </a:cxn>
              <a:cxn ang="0">
                <a:pos x="43" y="199"/>
              </a:cxn>
              <a:cxn ang="0">
                <a:pos x="32" y="195"/>
              </a:cxn>
              <a:cxn ang="0">
                <a:pos x="18" y="157"/>
              </a:cxn>
              <a:cxn ang="0">
                <a:pos x="0" y="148"/>
              </a:cxn>
              <a:cxn ang="0">
                <a:pos x="18" y="119"/>
              </a:cxn>
              <a:cxn ang="0">
                <a:pos x="25" y="88"/>
              </a:cxn>
              <a:cxn ang="0">
                <a:pos x="39" y="55"/>
              </a:cxn>
              <a:cxn ang="0">
                <a:pos x="52" y="14"/>
              </a:cxn>
              <a:cxn ang="0">
                <a:pos x="63" y="0"/>
              </a:cxn>
              <a:cxn ang="0">
                <a:pos x="84" y="0"/>
              </a:cxn>
            </a:cxnLst>
            <a:rect l="0" t="0" r="r" b="b"/>
            <a:pathLst>
              <a:path w="202" h="199">
                <a:moveTo>
                  <a:pt x="84" y="0"/>
                </a:moveTo>
                <a:lnTo>
                  <a:pt x="105" y="30"/>
                </a:lnTo>
                <a:lnTo>
                  <a:pt x="130" y="33"/>
                </a:lnTo>
                <a:lnTo>
                  <a:pt x="141" y="60"/>
                </a:lnTo>
                <a:lnTo>
                  <a:pt x="168" y="70"/>
                </a:lnTo>
                <a:lnTo>
                  <a:pt x="178" y="79"/>
                </a:lnTo>
                <a:lnTo>
                  <a:pt x="202" y="111"/>
                </a:lnTo>
                <a:lnTo>
                  <a:pt x="202" y="148"/>
                </a:lnTo>
                <a:lnTo>
                  <a:pt x="193" y="157"/>
                </a:lnTo>
                <a:lnTo>
                  <a:pt x="159" y="163"/>
                </a:lnTo>
                <a:lnTo>
                  <a:pt x="131" y="148"/>
                </a:lnTo>
                <a:lnTo>
                  <a:pt x="102" y="148"/>
                </a:lnTo>
                <a:lnTo>
                  <a:pt x="100" y="153"/>
                </a:lnTo>
                <a:lnTo>
                  <a:pt x="89" y="181"/>
                </a:lnTo>
                <a:lnTo>
                  <a:pt x="86" y="192"/>
                </a:lnTo>
                <a:lnTo>
                  <a:pt x="68" y="199"/>
                </a:lnTo>
                <a:lnTo>
                  <a:pt x="43" y="199"/>
                </a:lnTo>
                <a:lnTo>
                  <a:pt x="32" y="195"/>
                </a:lnTo>
                <a:lnTo>
                  <a:pt x="18" y="157"/>
                </a:lnTo>
                <a:lnTo>
                  <a:pt x="0" y="148"/>
                </a:lnTo>
                <a:lnTo>
                  <a:pt x="18" y="119"/>
                </a:lnTo>
                <a:lnTo>
                  <a:pt x="25" y="88"/>
                </a:lnTo>
                <a:lnTo>
                  <a:pt x="39" y="55"/>
                </a:lnTo>
                <a:lnTo>
                  <a:pt x="52" y="14"/>
                </a:lnTo>
                <a:lnTo>
                  <a:pt x="63" y="0"/>
                </a:lnTo>
                <a:lnTo>
                  <a:pt x="84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23" name="Freeform 222"/>
          <p:cNvSpPr>
            <a:spLocks/>
          </p:cNvSpPr>
          <p:nvPr/>
        </p:nvSpPr>
        <p:spPr bwMode="auto">
          <a:xfrm rot="21045919">
            <a:off x="2527226" y="2985674"/>
            <a:ext cx="138712" cy="157845"/>
          </a:xfrm>
          <a:custGeom>
            <a:avLst/>
            <a:gdLst/>
            <a:ahLst/>
            <a:cxnLst>
              <a:cxn ang="0">
                <a:pos x="28" y="217"/>
              </a:cxn>
              <a:cxn ang="0">
                <a:pos x="17" y="272"/>
              </a:cxn>
              <a:cxn ang="0">
                <a:pos x="4" y="316"/>
              </a:cxn>
              <a:cxn ang="0">
                <a:pos x="23" y="352"/>
              </a:cxn>
              <a:cxn ang="0">
                <a:pos x="70" y="320"/>
              </a:cxn>
              <a:cxn ang="0">
                <a:pos x="122" y="324"/>
              </a:cxn>
              <a:cxn ang="0">
                <a:pos x="187" y="307"/>
              </a:cxn>
              <a:cxn ang="0">
                <a:pos x="202" y="342"/>
              </a:cxn>
              <a:cxn ang="0">
                <a:pos x="195" y="358"/>
              </a:cxn>
              <a:cxn ang="0">
                <a:pos x="215" y="349"/>
              </a:cxn>
              <a:cxn ang="0">
                <a:pos x="243" y="297"/>
              </a:cxn>
              <a:cxn ang="0">
                <a:pos x="275" y="311"/>
              </a:cxn>
              <a:cxn ang="0">
                <a:pos x="286" y="358"/>
              </a:cxn>
              <a:cxn ang="0">
                <a:pos x="309" y="354"/>
              </a:cxn>
              <a:cxn ang="0">
                <a:pos x="332" y="388"/>
              </a:cxn>
              <a:cxn ang="0">
                <a:pos x="356" y="330"/>
              </a:cxn>
              <a:cxn ang="0">
                <a:pos x="337" y="288"/>
              </a:cxn>
              <a:cxn ang="0">
                <a:pos x="291" y="284"/>
              </a:cxn>
              <a:cxn ang="0">
                <a:pos x="297" y="258"/>
              </a:cxn>
              <a:cxn ang="0">
                <a:pos x="300" y="237"/>
              </a:cxn>
              <a:cxn ang="0">
                <a:pos x="257" y="207"/>
              </a:cxn>
              <a:cxn ang="0">
                <a:pos x="247" y="151"/>
              </a:cxn>
              <a:cxn ang="0">
                <a:pos x="229" y="142"/>
              </a:cxn>
              <a:cxn ang="0">
                <a:pos x="201" y="175"/>
              </a:cxn>
              <a:cxn ang="0">
                <a:pos x="151" y="170"/>
              </a:cxn>
              <a:cxn ang="0">
                <a:pos x="159" y="128"/>
              </a:cxn>
              <a:cxn ang="0">
                <a:pos x="122" y="119"/>
              </a:cxn>
              <a:cxn ang="0">
                <a:pos x="92" y="157"/>
              </a:cxn>
              <a:cxn ang="0">
                <a:pos x="78" y="141"/>
              </a:cxn>
              <a:cxn ang="0">
                <a:pos x="88" y="80"/>
              </a:cxn>
              <a:cxn ang="0">
                <a:pos x="102" y="6"/>
              </a:cxn>
              <a:cxn ang="0">
                <a:pos x="72" y="2"/>
              </a:cxn>
              <a:cxn ang="0">
                <a:pos x="37" y="83"/>
              </a:cxn>
              <a:cxn ang="0">
                <a:pos x="28" y="164"/>
              </a:cxn>
            </a:cxnLst>
            <a:rect l="0" t="0" r="r" b="b"/>
            <a:pathLst>
              <a:path w="356" h="388">
                <a:moveTo>
                  <a:pt x="31" y="188"/>
                </a:moveTo>
                <a:lnTo>
                  <a:pt x="28" y="217"/>
                </a:lnTo>
                <a:lnTo>
                  <a:pt x="14" y="256"/>
                </a:lnTo>
                <a:lnTo>
                  <a:pt x="17" y="272"/>
                </a:lnTo>
                <a:lnTo>
                  <a:pt x="0" y="302"/>
                </a:lnTo>
                <a:lnTo>
                  <a:pt x="4" y="316"/>
                </a:lnTo>
                <a:lnTo>
                  <a:pt x="4" y="344"/>
                </a:lnTo>
                <a:lnTo>
                  <a:pt x="23" y="352"/>
                </a:lnTo>
                <a:lnTo>
                  <a:pt x="42" y="340"/>
                </a:lnTo>
                <a:lnTo>
                  <a:pt x="70" y="320"/>
                </a:lnTo>
                <a:lnTo>
                  <a:pt x="99" y="316"/>
                </a:lnTo>
                <a:lnTo>
                  <a:pt x="122" y="324"/>
                </a:lnTo>
                <a:lnTo>
                  <a:pt x="154" y="308"/>
                </a:lnTo>
                <a:lnTo>
                  <a:pt x="187" y="307"/>
                </a:lnTo>
                <a:lnTo>
                  <a:pt x="197" y="316"/>
                </a:lnTo>
                <a:lnTo>
                  <a:pt x="202" y="342"/>
                </a:lnTo>
                <a:lnTo>
                  <a:pt x="197" y="347"/>
                </a:lnTo>
                <a:lnTo>
                  <a:pt x="195" y="358"/>
                </a:lnTo>
                <a:lnTo>
                  <a:pt x="206" y="358"/>
                </a:lnTo>
                <a:lnTo>
                  <a:pt x="215" y="349"/>
                </a:lnTo>
                <a:lnTo>
                  <a:pt x="225" y="326"/>
                </a:lnTo>
                <a:lnTo>
                  <a:pt x="243" y="297"/>
                </a:lnTo>
                <a:lnTo>
                  <a:pt x="257" y="292"/>
                </a:lnTo>
                <a:lnTo>
                  <a:pt x="275" y="311"/>
                </a:lnTo>
                <a:lnTo>
                  <a:pt x="282" y="330"/>
                </a:lnTo>
                <a:lnTo>
                  <a:pt x="286" y="358"/>
                </a:lnTo>
                <a:lnTo>
                  <a:pt x="291" y="358"/>
                </a:lnTo>
                <a:lnTo>
                  <a:pt x="309" y="354"/>
                </a:lnTo>
                <a:lnTo>
                  <a:pt x="314" y="365"/>
                </a:lnTo>
                <a:lnTo>
                  <a:pt x="332" y="388"/>
                </a:lnTo>
                <a:lnTo>
                  <a:pt x="351" y="368"/>
                </a:lnTo>
                <a:lnTo>
                  <a:pt x="356" y="330"/>
                </a:lnTo>
                <a:lnTo>
                  <a:pt x="347" y="297"/>
                </a:lnTo>
                <a:lnTo>
                  <a:pt x="337" y="288"/>
                </a:lnTo>
                <a:lnTo>
                  <a:pt x="300" y="288"/>
                </a:lnTo>
                <a:lnTo>
                  <a:pt x="291" y="284"/>
                </a:lnTo>
                <a:lnTo>
                  <a:pt x="291" y="266"/>
                </a:lnTo>
                <a:lnTo>
                  <a:pt x="297" y="258"/>
                </a:lnTo>
                <a:lnTo>
                  <a:pt x="301" y="251"/>
                </a:lnTo>
                <a:lnTo>
                  <a:pt x="300" y="237"/>
                </a:lnTo>
                <a:lnTo>
                  <a:pt x="275" y="226"/>
                </a:lnTo>
                <a:lnTo>
                  <a:pt x="257" y="207"/>
                </a:lnTo>
                <a:lnTo>
                  <a:pt x="247" y="184"/>
                </a:lnTo>
                <a:lnTo>
                  <a:pt x="247" y="151"/>
                </a:lnTo>
                <a:lnTo>
                  <a:pt x="242" y="142"/>
                </a:lnTo>
                <a:lnTo>
                  <a:pt x="229" y="142"/>
                </a:lnTo>
                <a:lnTo>
                  <a:pt x="219" y="148"/>
                </a:lnTo>
                <a:lnTo>
                  <a:pt x="201" y="175"/>
                </a:lnTo>
                <a:lnTo>
                  <a:pt x="182" y="187"/>
                </a:lnTo>
                <a:lnTo>
                  <a:pt x="151" y="170"/>
                </a:lnTo>
                <a:lnTo>
                  <a:pt x="150" y="146"/>
                </a:lnTo>
                <a:lnTo>
                  <a:pt x="159" y="128"/>
                </a:lnTo>
                <a:lnTo>
                  <a:pt x="150" y="116"/>
                </a:lnTo>
                <a:lnTo>
                  <a:pt x="122" y="119"/>
                </a:lnTo>
                <a:lnTo>
                  <a:pt x="102" y="144"/>
                </a:lnTo>
                <a:lnTo>
                  <a:pt x="92" y="157"/>
                </a:lnTo>
                <a:lnTo>
                  <a:pt x="83" y="155"/>
                </a:lnTo>
                <a:lnTo>
                  <a:pt x="78" y="141"/>
                </a:lnTo>
                <a:lnTo>
                  <a:pt x="83" y="109"/>
                </a:lnTo>
                <a:lnTo>
                  <a:pt x="88" y="80"/>
                </a:lnTo>
                <a:lnTo>
                  <a:pt x="99" y="42"/>
                </a:lnTo>
                <a:lnTo>
                  <a:pt x="102" y="6"/>
                </a:lnTo>
                <a:lnTo>
                  <a:pt x="93" y="0"/>
                </a:lnTo>
                <a:lnTo>
                  <a:pt x="72" y="2"/>
                </a:lnTo>
                <a:lnTo>
                  <a:pt x="50" y="38"/>
                </a:lnTo>
                <a:lnTo>
                  <a:pt x="37" y="83"/>
                </a:lnTo>
                <a:lnTo>
                  <a:pt x="46" y="129"/>
                </a:lnTo>
                <a:lnTo>
                  <a:pt x="28" y="164"/>
                </a:lnTo>
                <a:lnTo>
                  <a:pt x="31" y="188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24" name="Freeform 223"/>
          <p:cNvSpPr>
            <a:spLocks/>
          </p:cNvSpPr>
          <p:nvPr/>
        </p:nvSpPr>
        <p:spPr bwMode="auto">
          <a:xfrm rot="21045919">
            <a:off x="2396673" y="3091482"/>
            <a:ext cx="58748" cy="27753"/>
          </a:xfrm>
          <a:custGeom>
            <a:avLst/>
            <a:gdLst/>
            <a:ahLst/>
            <a:cxnLst>
              <a:cxn ang="0">
                <a:pos x="9" y="0"/>
              </a:cxn>
              <a:cxn ang="0">
                <a:pos x="71" y="0"/>
              </a:cxn>
              <a:cxn ang="0">
                <a:pos x="97" y="6"/>
              </a:cxn>
              <a:cxn ang="0">
                <a:pos x="135" y="29"/>
              </a:cxn>
              <a:cxn ang="0">
                <a:pos x="153" y="63"/>
              </a:cxn>
              <a:cxn ang="0">
                <a:pos x="147" y="68"/>
              </a:cxn>
              <a:cxn ang="0">
                <a:pos x="115" y="68"/>
              </a:cxn>
              <a:cxn ang="0">
                <a:pos x="83" y="63"/>
              </a:cxn>
              <a:cxn ang="0">
                <a:pos x="13" y="38"/>
              </a:cxn>
              <a:cxn ang="0">
                <a:pos x="9" y="33"/>
              </a:cxn>
              <a:cxn ang="0">
                <a:pos x="0" y="11"/>
              </a:cxn>
              <a:cxn ang="0">
                <a:pos x="9" y="0"/>
              </a:cxn>
            </a:cxnLst>
            <a:rect l="0" t="0" r="r" b="b"/>
            <a:pathLst>
              <a:path w="153" h="68">
                <a:moveTo>
                  <a:pt x="9" y="0"/>
                </a:moveTo>
                <a:lnTo>
                  <a:pt x="71" y="0"/>
                </a:lnTo>
                <a:lnTo>
                  <a:pt x="97" y="6"/>
                </a:lnTo>
                <a:lnTo>
                  <a:pt x="135" y="29"/>
                </a:lnTo>
                <a:lnTo>
                  <a:pt x="153" y="63"/>
                </a:lnTo>
                <a:lnTo>
                  <a:pt x="147" y="68"/>
                </a:lnTo>
                <a:lnTo>
                  <a:pt x="115" y="68"/>
                </a:lnTo>
                <a:lnTo>
                  <a:pt x="83" y="63"/>
                </a:lnTo>
                <a:lnTo>
                  <a:pt x="13" y="38"/>
                </a:lnTo>
                <a:lnTo>
                  <a:pt x="9" y="33"/>
                </a:lnTo>
                <a:lnTo>
                  <a:pt x="0" y="11"/>
                </a:lnTo>
                <a:lnTo>
                  <a:pt x="9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25" name="Freeform 224"/>
          <p:cNvSpPr>
            <a:spLocks/>
          </p:cNvSpPr>
          <p:nvPr/>
        </p:nvSpPr>
        <p:spPr bwMode="auto">
          <a:xfrm rot="21045919">
            <a:off x="2432577" y="3188616"/>
            <a:ext cx="55485" cy="22550"/>
          </a:xfrm>
          <a:custGeom>
            <a:avLst/>
            <a:gdLst/>
            <a:ahLst/>
            <a:cxnLst>
              <a:cxn ang="0">
                <a:pos x="26" y="0"/>
              </a:cxn>
              <a:cxn ang="0">
                <a:pos x="53" y="19"/>
              </a:cxn>
              <a:cxn ang="0">
                <a:pos x="76" y="19"/>
              </a:cxn>
              <a:cxn ang="0">
                <a:pos x="105" y="5"/>
              </a:cxn>
              <a:cxn ang="0">
                <a:pos x="123" y="5"/>
              </a:cxn>
              <a:cxn ang="0">
                <a:pos x="143" y="14"/>
              </a:cxn>
              <a:cxn ang="0">
                <a:pos x="143" y="19"/>
              </a:cxn>
              <a:cxn ang="0">
                <a:pos x="129" y="43"/>
              </a:cxn>
              <a:cxn ang="0">
                <a:pos x="110" y="52"/>
              </a:cxn>
              <a:cxn ang="0">
                <a:pos x="64" y="57"/>
              </a:cxn>
              <a:cxn ang="0">
                <a:pos x="37" y="47"/>
              </a:cxn>
              <a:cxn ang="0">
                <a:pos x="3" y="24"/>
              </a:cxn>
              <a:cxn ang="0">
                <a:pos x="0" y="9"/>
              </a:cxn>
              <a:cxn ang="0">
                <a:pos x="3" y="5"/>
              </a:cxn>
              <a:cxn ang="0">
                <a:pos x="26" y="0"/>
              </a:cxn>
            </a:cxnLst>
            <a:rect l="0" t="0" r="r" b="b"/>
            <a:pathLst>
              <a:path w="143" h="57">
                <a:moveTo>
                  <a:pt x="26" y="0"/>
                </a:moveTo>
                <a:lnTo>
                  <a:pt x="53" y="19"/>
                </a:lnTo>
                <a:lnTo>
                  <a:pt x="76" y="19"/>
                </a:lnTo>
                <a:lnTo>
                  <a:pt x="105" y="5"/>
                </a:lnTo>
                <a:lnTo>
                  <a:pt x="123" y="5"/>
                </a:lnTo>
                <a:lnTo>
                  <a:pt x="143" y="14"/>
                </a:lnTo>
                <a:lnTo>
                  <a:pt x="143" y="19"/>
                </a:lnTo>
                <a:lnTo>
                  <a:pt x="129" y="43"/>
                </a:lnTo>
                <a:lnTo>
                  <a:pt x="110" y="52"/>
                </a:lnTo>
                <a:lnTo>
                  <a:pt x="64" y="57"/>
                </a:lnTo>
                <a:lnTo>
                  <a:pt x="37" y="47"/>
                </a:lnTo>
                <a:lnTo>
                  <a:pt x="3" y="24"/>
                </a:lnTo>
                <a:lnTo>
                  <a:pt x="0" y="9"/>
                </a:lnTo>
                <a:lnTo>
                  <a:pt x="3" y="5"/>
                </a:lnTo>
                <a:lnTo>
                  <a:pt x="26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26" name="Freeform 225"/>
          <p:cNvSpPr>
            <a:spLocks/>
          </p:cNvSpPr>
          <p:nvPr/>
        </p:nvSpPr>
        <p:spPr bwMode="auto">
          <a:xfrm rot="21045919">
            <a:off x="2497851" y="3171271"/>
            <a:ext cx="32638" cy="43364"/>
          </a:xfrm>
          <a:custGeom>
            <a:avLst/>
            <a:gdLst/>
            <a:ahLst/>
            <a:cxnLst>
              <a:cxn ang="0">
                <a:pos x="27" y="0"/>
              </a:cxn>
              <a:cxn ang="0">
                <a:pos x="46" y="10"/>
              </a:cxn>
              <a:cxn ang="0">
                <a:pos x="46" y="48"/>
              </a:cxn>
              <a:cxn ang="0">
                <a:pos x="51" y="51"/>
              </a:cxn>
              <a:cxn ang="0">
                <a:pos x="60" y="51"/>
              </a:cxn>
              <a:cxn ang="0">
                <a:pos x="85" y="61"/>
              </a:cxn>
              <a:cxn ang="0">
                <a:pos x="76" y="84"/>
              </a:cxn>
              <a:cxn ang="0">
                <a:pos x="65" y="103"/>
              </a:cxn>
              <a:cxn ang="0">
                <a:pos x="46" y="103"/>
              </a:cxn>
              <a:cxn ang="0">
                <a:pos x="39" y="93"/>
              </a:cxn>
              <a:cxn ang="0">
                <a:pos x="27" y="79"/>
              </a:cxn>
              <a:cxn ang="0">
                <a:pos x="24" y="84"/>
              </a:cxn>
              <a:cxn ang="0">
                <a:pos x="10" y="103"/>
              </a:cxn>
              <a:cxn ang="0">
                <a:pos x="0" y="93"/>
              </a:cxn>
              <a:cxn ang="0">
                <a:pos x="0" y="65"/>
              </a:cxn>
              <a:cxn ang="0">
                <a:pos x="14" y="40"/>
              </a:cxn>
              <a:cxn ang="0">
                <a:pos x="24" y="5"/>
              </a:cxn>
              <a:cxn ang="0">
                <a:pos x="27" y="0"/>
              </a:cxn>
            </a:cxnLst>
            <a:rect l="0" t="0" r="r" b="b"/>
            <a:pathLst>
              <a:path w="85" h="103">
                <a:moveTo>
                  <a:pt x="27" y="0"/>
                </a:moveTo>
                <a:lnTo>
                  <a:pt x="46" y="10"/>
                </a:lnTo>
                <a:lnTo>
                  <a:pt x="46" y="48"/>
                </a:lnTo>
                <a:lnTo>
                  <a:pt x="51" y="51"/>
                </a:lnTo>
                <a:lnTo>
                  <a:pt x="60" y="51"/>
                </a:lnTo>
                <a:lnTo>
                  <a:pt x="85" y="61"/>
                </a:lnTo>
                <a:lnTo>
                  <a:pt x="76" y="84"/>
                </a:lnTo>
                <a:lnTo>
                  <a:pt x="65" y="103"/>
                </a:lnTo>
                <a:lnTo>
                  <a:pt x="46" y="103"/>
                </a:lnTo>
                <a:lnTo>
                  <a:pt x="39" y="93"/>
                </a:lnTo>
                <a:lnTo>
                  <a:pt x="27" y="79"/>
                </a:lnTo>
                <a:lnTo>
                  <a:pt x="24" y="84"/>
                </a:lnTo>
                <a:lnTo>
                  <a:pt x="10" y="103"/>
                </a:lnTo>
                <a:lnTo>
                  <a:pt x="0" y="93"/>
                </a:lnTo>
                <a:lnTo>
                  <a:pt x="0" y="65"/>
                </a:lnTo>
                <a:lnTo>
                  <a:pt x="14" y="40"/>
                </a:lnTo>
                <a:lnTo>
                  <a:pt x="24" y="5"/>
                </a:lnTo>
                <a:lnTo>
                  <a:pt x="27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27" name="Freeform 226"/>
          <p:cNvSpPr>
            <a:spLocks/>
          </p:cNvSpPr>
          <p:nvPr/>
        </p:nvSpPr>
        <p:spPr bwMode="auto">
          <a:xfrm rot="21045919">
            <a:off x="2249801" y="3433190"/>
            <a:ext cx="32638" cy="13876"/>
          </a:xfrm>
          <a:custGeom>
            <a:avLst/>
            <a:gdLst/>
            <a:ahLst/>
            <a:cxnLst>
              <a:cxn ang="0">
                <a:pos x="78" y="0"/>
              </a:cxn>
              <a:cxn ang="0">
                <a:pos x="83" y="3"/>
              </a:cxn>
              <a:cxn ang="0">
                <a:pos x="78" y="7"/>
              </a:cxn>
              <a:cxn ang="0">
                <a:pos x="50" y="23"/>
              </a:cxn>
              <a:cxn ang="0">
                <a:pos x="4" y="35"/>
              </a:cxn>
              <a:cxn ang="0">
                <a:pos x="0" y="32"/>
              </a:cxn>
              <a:cxn ang="0">
                <a:pos x="0" y="28"/>
              </a:cxn>
              <a:cxn ang="0">
                <a:pos x="8" y="18"/>
              </a:cxn>
              <a:cxn ang="0">
                <a:pos x="37" y="7"/>
              </a:cxn>
              <a:cxn ang="0">
                <a:pos x="55" y="0"/>
              </a:cxn>
              <a:cxn ang="0">
                <a:pos x="78" y="0"/>
              </a:cxn>
            </a:cxnLst>
            <a:rect l="0" t="0" r="r" b="b"/>
            <a:pathLst>
              <a:path w="83" h="35">
                <a:moveTo>
                  <a:pt x="78" y="0"/>
                </a:moveTo>
                <a:lnTo>
                  <a:pt x="83" y="3"/>
                </a:lnTo>
                <a:lnTo>
                  <a:pt x="78" y="7"/>
                </a:lnTo>
                <a:lnTo>
                  <a:pt x="50" y="23"/>
                </a:lnTo>
                <a:lnTo>
                  <a:pt x="4" y="35"/>
                </a:lnTo>
                <a:lnTo>
                  <a:pt x="0" y="32"/>
                </a:lnTo>
                <a:lnTo>
                  <a:pt x="0" y="28"/>
                </a:lnTo>
                <a:lnTo>
                  <a:pt x="8" y="18"/>
                </a:lnTo>
                <a:lnTo>
                  <a:pt x="37" y="7"/>
                </a:lnTo>
                <a:lnTo>
                  <a:pt x="55" y="0"/>
                </a:lnTo>
                <a:lnTo>
                  <a:pt x="78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28" name="Freeform 227"/>
          <p:cNvSpPr>
            <a:spLocks/>
          </p:cNvSpPr>
          <p:nvPr/>
        </p:nvSpPr>
        <p:spPr bwMode="auto">
          <a:xfrm rot="21045919">
            <a:off x="1076458" y="2978735"/>
            <a:ext cx="52221" cy="140500"/>
          </a:xfrm>
          <a:custGeom>
            <a:avLst/>
            <a:gdLst/>
            <a:ahLst/>
            <a:cxnLst>
              <a:cxn ang="0">
                <a:pos x="91" y="133"/>
              </a:cxn>
              <a:cxn ang="0">
                <a:pos x="86" y="109"/>
              </a:cxn>
              <a:cxn ang="0">
                <a:pos x="70" y="94"/>
              </a:cxn>
              <a:cxn ang="0">
                <a:pos x="56" y="76"/>
              </a:cxn>
              <a:cxn ang="0">
                <a:pos x="50" y="57"/>
              </a:cxn>
              <a:cxn ang="0">
                <a:pos x="29" y="5"/>
              </a:cxn>
              <a:cxn ang="0">
                <a:pos x="13" y="0"/>
              </a:cxn>
              <a:cxn ang="0">
                <a:pos x="4" y="8"/>
              </a:cxn>
              <a:cxn ang="0">
                <a:pos x="0" y="28"/>
              </a:cxn>
              <a:cxn ang="0">
                <a:pos x="16" y="36"/>
              </a:cxn>
              <a:cxn ang="0">
                <a:pos x="18" y="51"/>
              </a:cxn>
              <a:cxn ang="0">
                <a:pos x="4" y="60"/>
              </a:cxn>
              <a:cxn ang="0">
                <a:pos x="3" y="73"/>
              </a:cxn>
              <a:cxn ang="0">
                <a:pos x="22" y="105"/>
              </a:cxn>
              <a:cxn ang="0">
                <a:pos x="43" y="150"/>
              </a:cxn>
              <a:cxn ang="0">
                <a:pos x="57" y="219"/>
              </a:cxn>
              <a:cxn ang="0">
                <a:pos x="62" y="237"/>
              </a:cxn>
              <a:cxn ang="0">
                <a:pos x="75" y="309"/>
              </a:cxn>
              <a:cxn ang="0">
                <a:pos x="86" y="328"/>
              </a:cxn>
              <a:cxn ang="0">
                <a:pos x="102" y="346"/>
              </a:cxn>
              <a:cxn ang="0">
                <a:pos x="125" y="346"/>
              </a:cxn>
              <a:cxn ang="0">
                <a:pos x="136" y="332"/>
              </a:cxn>
              <a:cxn ang="0">
                <a:pos x="120" y="298"/>
              </a:cxn>
              <a:cxn ang="0">
                <a:pos x="111" y="284"/>
              </a:cxn>
              <a:cxn ang="0">
                <a:pos x="99" y="241"/>
              </a:cxn>
              <a:cxn ang="0">
                <a:pos x="98" y="167"/>
              </a:cxn>
              <a:cxn ang="0">
                <a:pos x="91" y="133"/>
              </a:cxn>
            </a:cxnLst>
            <a:rect l="0" t="0" r="r" b="b"/>
            <a:pathLst>
              <a:path w="136" h="346">
                <a:moveTo>
                  <a:pt x="91" y="133"/>
                </a:moveTo>
                <a:lnTo>
                  <a:pt x="86" y="109"/>
                </a:lnTo>
                <a:lnTo>
                  <a:pt x="70" y="94"/>
                </a:lnTo>
                <a:lnTo>
                  <a:pt x="56" y="76"/>
                </a:lnTo>
                <a:lnTo>
                  <a:pt x="50" y="57"/>
                </a:lnTo>
                <a:lnTo>
                  <a:pt x="29" y="5"/>
                </a:lnTo>
                <a:lnTo>
                  <a:pt x="13" y="0"/>
                </a:lnTo>
                <a:lnTo>
                  <a:pt x="4" y="8"/>
                </a:lnTo>
                <a:lnTo>
                  <a:pt x="0" y="28"/>
                </a:lnTo>
                <a:lnTo>
                  <a:pt x="16" y="36"/>
                </a:lnTo>
                <a:lnTo>
                  <a:pt x="18" y="51"/>
                </a:lnTo>
                <a:lnTo>
                  <a:pt x="4" y="60"/>
                </a:lnTo>
                <a:lnTo>
                  <a:pt x="3" y="73"/>
                </a:lnTo>
                <a:lnTo>
                  <a:pt x="22" y="105"/>
                </a:lnTo>
                <a:lnTo>
                  <a:pt x="43" y="150"/>
                </a:lnTo>
                <a:lnTo>
                  <a:pt x="57" y="219"/>
                </a:lnTo>
                <a:lnTo>
                  <a:pt x="62" y="237"/>
                </a:lnTo>
                <a:lnTo>
                  <a:pt x="75" y="309"/>
                </a:lnTo>
                <a:lnTo>
                  <a:pt x="86" y="328"/>
                </a:lnTo>
                <a:lnTo>
                  <a:pt x="102" y="346"/>
                </a:lnTo>
                <a:lnTo>
                  <a:pt x="125" y="346"/>
                </a:lnTo>
                <a:lnTo>
                  <a:pt x="136" y="332"/>
                </a:lnTo>
                <a:lnTo>
                  <a:pt x="120" y="298"/>
                </a:lnTo>
                <a:lnTo>
                  <a:pt x="111" y="284"/>
                </a:lnTo>
                <a:lnTo>
                  <a:pt x="99" y="241"/>
                </a:lnTo>
                <a:lnTo>
                  <a:pt x="98" y="167"/>
                </a:lnTo>
                <a:lnTo>
                  <a:pt x="91" y="133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29" name="Freeform 228"/>
          <p:cNvSpPr>
            <a:spLocks/>
          </p:cNvSpPr>
          <p:nvPr/>
        </p:nvSpPr>
        <p:spPr bwMode="auto">
          <a:xfrm rot="21045919">
            <a:off x="1034028" y="2839969"/>
            <a:ext cx="21215" cy="39895"/>
          </a:xfrm>
          <a:custGeom>
            <a:avLst/>
            <a:gdLst/>
            <a:ahLst/>
            <a:cxnLst>
              <a:cxn ang="0">
                <a:pos x="19" y="0"/>
              </a:cxn>
              <a:cxn ang="0">
                <a:pos x="47" y="6"/>
              </a:cxn>
              <a:cxn ang="0">
                <a:pos x="55" y="38"/>
              </a:cxn>
              <a:cxn ang="0">
                <a:pos x="51" y="66"/>
              </a:cxn>
              <a:cxn ang="0">
                <a:pos x="37" y="93"/>
              </a:cxn>
              <a:cxn ang="0">
                <a:pos x="19" y="93"/>
              </a:cxn>
              <a:cxn ang="0">
                <a:pos x="9" y="88"/>
              </a:cxn>
              <a:cxn ang="0">
                <a:pos x="5" y="81"/>
              </a:cxn>
              <a:cxn ang="0">
                <a:pos x="0" y="56"/>
              </a:cxn>
              <a:cxn ang="0">
                <a:pos x="9" y="14"/>
              </a:cxn>
              <a:cxn ang="0">
                <a:pos x="19" y="0"/>
              </a:cxn>
            </a:cxnLst>
            <a:rect l="0" t="0" r="r" b="b"/>
            <a:pathLst>
              <a:path w="55" h="93">
                <a:moveTo>
                  <a:pt x="19" y="0"/>
                </a:moveTo>
                <a:lnTo>
                  <a:pt x="47" y="6"/>
                </a:lnTo>
                <a:lnTo>
                  <a:pt x="55" y="38"/>
                </a:lnTo>
                <a:lnTo>
                  <a:pt x="51" y="66"/>
                </a:lnTo>
                <a:lnTo>
                  <a:pt x="37" y="93"/>
                </a:lnTo>
                <a:lnTo>
                  <a:pt x="19" y="93"/>
                </a:lnTo>
                <a:lnTo>
                  <a:pt x="9" y="88"/>
                </a:lnTo>
                <a:lnTo>
                  <a:pt x="5" y="81"/>
                </a:lnTo>
                <a:lnTo>
                  <a:pt x="0" y="56"/>
                </a:lnTo>
                <a:lnTo>
                  <a:pt x="9" y="14"/>
                </a:lnTo>
                <a:lnTo>
                  <a:pt x="19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30" name="Freeform 229"/>
          <p:cNvSpPr>
            <a:spLocks/>
          </p:cNvSpPr>
          <p:nvPr/>
        </p:nvSpPr>
        <p:spPr bwMode="auto">
          <a:xfrm rot="21045919">
            <a:off x="1027500" y="2879864"/>
            <a:ext cx="19583" cy="62444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7" y="24"/>
              </a:cxn>
              <a:cxn ang="0">
                <a:pos x="51" y="71"/>
              </a:cxn>
              <a:cxn ang="0">
                <a:pos x="51" y="111"/>
              </a:cxn>
              <a:cxn ang="0">
                <a:pos x="46" y="139"/>
              </a:cxn>
              <a:cxn ang="0">
                <a:pos x="37" y="149"/>
              </a:cxn>
              <a:cxn ang="0">
                <a:pos x="23" y="155"/>
              </a:cxn>
              <a:cxn ang="0">
                <a:pos x="13" y="146"/>
              </a:cxn>
              <a:cxn ang="0">
                <a:pos x="2" y="93"/>
              </a:cxn>
              <a:cxn ang="0">
                <a:pos x="0" y="47"/>
              </a:cxn>
              <a:cxn ang="0">
                <a:pos x="2" y="19"/>
              </a:cxn>
              <a:cxn ang="0">
                <a:pos x="0" y="0"/>
              </a:cxn>
            </a:cxnLst>
            <a:rect l="0" t="0" r="r" b="b"/>
            <a:pathLst>
              <a:path w="51" h="155">
                <a:moveTo>
                  <a:pt x="0" y="0"/>
                </a:moveTo>
                <a:lnTo>
                  <a:pt x="37" y="24"/>
                </a:lnTo>
                <a:lnTo>
                  <a:pt x="51" y="71"/>
                </a:lnTo>
                <a:lnTo>
                  <a:pt x="51" y="111"/>
                </a:lnTo>
                <a:lnTo>
                  <a:pt x="46" y="139"/>
                </a:lnTo>
                <a:lnTo>
                  <a:pt x="37" y="149"/>
                </a:lnTo>
                <a:lnTo>
                  <a:pt x="23" y="155"/>
                </a:lnTo>
                <a:lnTo>
                  <a:pt x="13" y="146"/>
                </a:lnTo>
                <a:lnTo>
                  <a:pt x="2" y="93"/>
                </a:lnTo>
                <a:lnTo>
                  <a:pt x="0" y="47"/>
                </a:lnTo>
                <a:lnTo>
                  <a:pt x="2" y="1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31" name="Freeform 230"/>
          <p:cNvSpPr>
            <a:spLocks/>
          </p:cNvSpPr>
          <p:nvPr/>
        </p:nvSpPr>
        <p:spPr bwMode="auto">
          <a:xfrm rot="21045919">
            <a:off x="1063400" y="2737631"/>
            <a:ext cx="32638" cy="83259"/>
          </a:xfrm>
          <a:custGeom>
            <a:avLst/>
            <a:gdLst/>
            <a:ahLst/>
            <a:cxnLst>
              <a:cxn ang="0">
                <a:pos x="61" y="0"/>
              </a:cxn>
              <a:cxn ang="0">
                <a:pos x="84" y="7"/>
              </a:cxn>
              <a:cxn ang="0">
                <a:pos x="84" y="37"/>
              </a:cxn>
              <a:cxn ang="0">
                <a:pos x="74" y="96"/>
              </a:cxn>
              <a:cxn ang="0">
                <a:pos x="61" y="123"/>
              </a:cxn>
              <a:cxn ang="0">
                <a:pos x="56" y="151"/>
              </a:cxn>
              <a:cxn ang="0">
                <a:pos x="42" y="179"/>
              </a:cxn>
              <a:cxn ang="0">
                <a:pos x="33" y="188"/>
              </a:cxn>
              <a:cxn ang="0">
                <a:pos x="14" y="204"/>
              </a:cxn>
              <a:cxn ang="0">
                <a:pos x="0" y="160"/>
              </a:cxn>
              <a:cxn ang="0">
                <a:pos x="5" y="132"/>
              </a:cxn>
              <a:cxn ang="0">
                <a:pos x="14" y="104"/>
              </a:cxn>
              <a:cxn ang="0">
                <a:pos x="28" y="77"/>
              </a:cxn>
              <a:cxn ang="0">
                <a:pos x="28" y="48"/>
              </a:cxn>
              <a:cxn ang="0">
                <a:pos x="46" y="16"/>
              </a:cxn>
              <a:cxn ang="0">
                <a:pos x="61" y="0"/>
              </a:cxn>
            </a:cxnLst>
            <a:rect l="0" t="0" r="r" b="b"/>
            <a:pathLst>
              <a:path w="84" h="204">
                <a:moveTo>
                  <a:pt x="61" y="0"/>
                </a:moveTo>
                <a:lnTo>
                  <a:pt x="84" y="7"/>
                </a:lnTo>
                <a:lnTo>
                  <a:pt x="84" y="37"/>
                </a:lnTo>
                <a:lnTo>
                  <a:pt x="74" y="96"/>
                </a:lnTo>
                <a:lnTo>
                  <a:pt x="61" y="123"/>
                </a:lnTo>
                <a:lnTo>
                  <a:pt x="56" y="151"/>
                </a:lnTo>
                <a:lnTo>
                  <a:pt x="42" y="179"/>
                </a:lnTo>
                <a:lnTo>
                  <a:pt x="33" y="188"/>
                </a:lnTo>
                <a:lnTo>
                  <a:pt x="14" y="204"/>
                </a:lnTo>
                <a:lnTo>
                  <a:pt x="0" y="160"/>
                </a:lnTo>
                <a:lnTo>
                  <a:pt x="5" y="132"/>
                </a:lnTo>
                <a:lnTo>
                  <a:pt x="14" y="104"/>
                </a:lnTo>
                <a:lnTo>
                  <a:pt x="28" y="77"/>
                </a:lnTo>
                <a:lnTo>
                  <a:pt x="28" y="48"/>
                </a:lnTo>
                <a:lnTo>
                  <a:pt x="46" y="16"/>
                </a:lnTo>
                <a:lnTo>
                  <a:pt x="61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32" name="Freeform 231"/>
          <p:cNvSpPr>
            <a:spLocks/>
          </p:cNvSpPr>
          <p:nvPr/>
        </p:nvSpPr>
        <p:spPr bwMode="auto">
          <a:xfrm rot="21045919">
            <a:off x="2194318" y="3943152"/>
            <a:ext cx="22847" cy="1734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8" y="3"/>
              </a:cxn>
              <a:cxn ang="0">
                <a:pos x="33" y="0"/>
              </a:cxn>
              <a:cxn ang="0">
                <a:pos x="42" y="0"/>
              </a:cxn>
              <a:cxn ang="0">
                <a:pos x="56" y="30"/>
              </a:cxn>
              <a:cxn ang="0">
                <a:pos x="52" y="40"/>
              </a:cxn>
              <a:cxn ang="0">
                <a:pos x="42" y="45"/>
              </a:cxn>
              <a:cxn ang="0">
                <a:pos x="32" y="45"/>
              </a:cxn>
              <a:cxn ang="0">
                <a:pos x="10" y="20"/>
              </a:cxn>
              <a:cxn ang="0">
                <a:pos x="0" y="0"/>
              </a:cxn>
            </a:cxnLst>
            <a:rect l="0" t="0" r="r" b="b"/>
            <a:pathLst>
              <a:path w="56" h="45">
                <a:moveTo>
                  <a:pt x="0" y="0"/>
                </a:moveTo>
                <a:lnTo>
                  <a:pt x="28" y="3"/>
                </a:lnTo>
                <a:lnTo>
                  <a:pt x="33" y="0"/>
                </a:lnTo>
                <a:lnTo>
                  <a:pt x="42" y="0"/>
                </a:lnTo>
                <a:lnTo>
                  <a:pt x="56" y="30"/>
                </a:lnTo>
                <a:lnTo>
                  <a:pt x="52" y="40"/>
                </a:lnTo>
                <a:lnTo>
                  <a:pt x="42" y="45"/>
                </a:lnTo>
                <a:lnTo>
                  <a:pt x="32" y="45"/>
                </a:lnTo>
                <a:lnTo>
                  <a:pt x="10" y="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33" name="Freeform 232"/>
          <p:cNvSpPr>
            <a:spLocks/>
          </p:cNvSpPr>
          <p:nvPr/>
        </p:nvSpPr>
        <p:spPr bwMode="auto">
          <a:xfrm rot="21045919">
            <a:off x="2226956" y="3983046"/>
            <a:ext cx="17951" cy="13876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5" y="3"/>
              </a:cxn>
              <a:cxn ang="0">
                <a:pos x="37" y="5"/>
              </a:cxn>
              <a:cxn ang="0">
                <a:pos x="46" y="18"/>
              </a:cxn>
              <a:cxn ang="0">
                <a:pos x="46" y="31"/>
              </a:cxn>
              <a:cxn ang="0">
                <a:pos x="46" y="36"/>
              </a:cxn>
              <a:cxn ang="0">
                <a:pos x="29" y="36"/>
              </a:cxn>
              <a:cxn ang="0">
                <a:pos x="21" y="31"/>
              </a:cxn>
              <a:cxn ang="0">
                <a:pos x="10" y="12"/>
              </a:cxn>
              <a:cxn ang="0">
                <a:pos x="0" y="0"/>
              </a:cxn>
            </a:cxnLst>
            <a:rect l="0" t="0" r="r" b="b"/>
            <a:pathLst>
              <a:path w="46" h="36">
                <a:moveTo>
                  <a:pt x="0" y="0"/>
                </a:moveTo>
                <a:lnTo>
                  <a:pt x="25" y="3"/>
                </a:lnTo>
                <a:lnTo>
                  <a:pt x="37" y="5"/>
                </a:lnTo>
                <a:lnTo>
                  <a:pt x="46" y="18"/>
                </a:lnTo>
                <a:lnTo>
                  <a:pt x="46" y="31"/>
                </a:lnTo>
                <a:lnTo>
                  <a:pt x="46" y="36"/>
                </a:lnTo>
                <a:lnTo>
                  <a:pt x="29" y="36"/>
                </a:lnTo>
                <a:lnTo>
                  <a:pt x="21" y="31"/>
                </a:lnTo>
                <a:lnTo>
                  <a:pt x="10" y="1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34" name="Freeform 233"/>
          <p:cNvSpPr>
            <a:spLocks/>
          </p:cNvSpPr>
          <p:nvPr/>
        </p:nvSpPr>
        <p:spPr bwMode="auto">
          <a:xfrm rot="21045919">
            <a:off x="2202477" y="4036818"/>
            <a:ext cx="9791" cy="17345"/>
          </a:xfrm>
          <a:custGeom>
            <a:avLst/>
            <a:gdLst/>
            <a:ahLst/>
            <a:cxnLst>
              <a:cxn ang="0">
                <a:pos x="9" y="0"/>
              </a:cxn>
              <a:cxn ang="0">
                <a:pos x="2" y="9"/>
              </a:cxn>
              <a:cxn ang="0">
                <a:pos x="0" y="20"/>
              </a:cxn>
              <a:cxn ang="0">
                <a:pos x="2" y="41"/>
              </a:cxn>
              <a:cxn ang="0">
                <a:pos x="10" y="45"/>
              </a:cxn>
              <a:cxn ang="0">
                <a:pos x="23" y="45"/>
              </a:cxn>
              <a:cxn ang="0">
                <a:pos x="27" y="42"/>
              </a:cxn>
              <a:cxn ang="0">
                <a:pos x="27" y="19"/>
              </a:cxn>
              <a:cxn ang="0">
                <a:pos x="19" y="6"/>
              </a:cxn>
              <a:cxn ang="0">
                <a:pos x="16" y="2"/>
              </a:cxn>
              <a:cxn ang="0">
                <a:pos x="9" y="0"/>
              </a:cxn>
            </a:cxnLst>
            <a:rect l="0" t="0" r="r" b="b"/>
            <a:pathLst>
              <a:path w="27" h="45">
                <a:moveTo>
                  <a:pt x="9" y="0"/>
                </a:moveTo>
                <a:lnTo>
                  <a:pt x="2" y="9"/>
                </a:lnTo>
                <a:lnTo>
                  <a:pt x="0" y="20"/>
                </a:lnTo>
                <a:lnTo>
                  <a:pt x="2" y="41"/>
                </a:lnTo>
                <a:lnTo>
                  <a:pt x="10" y="45"/>
                </a:lnTo>
                <a:lnTo>
                  <a:pt x="23" y="45"/>
                </a:lnTo>
                <a:lnTo>
                  <a:pt x="27" y="42"/>
                </a:lnTo>
                <a:lnTo>
                  <a:pt x="27" y="19"/>
                </a:lnTo>
                <a:lnTo>
                  <a:pt x="19" y="6"/>
                </a:lnTo>
                <a:lnTo>
                  <a:pt x="16" y="2"/>
                </a:lnTo>
                <a:lnTo>
                  <a:pt x="9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35" name="Freeform 234"/>
          <p:cNvSpPr>
            <a:spLocks/>
          </p:cNvSpPr>
          <p:nvPr/>
        </p:nvSpPr>
        <p:spPr bwMode="auto">
          <a:xfrm rot="21045919">
            <a:off x="2179631" y="4003862"/>
            <a:ext cx="17951" cy="32957"/>
          </a:xfrm>
          <a:custGeom>
            <a:avLst/>
            <a:gdLst/>
            <a:ahLst/>
            <a:cxnLst>
              <a:cxn ang="0">
                <a:pos x="17" y="0"/>
              </a:cxn>
              <a:cxn ang="0">
                <a:pos x="24" y="4"/>
              </a:cxn>
              <a:cxn ang="0">
                <a:pos x="29" y="13"/>
              </a:cxn>
              <a:cxn ang="0">
                <a:pos x="43" y="28"/>
              </a:cxn>
              <a:cxn ang="0">
                <a:pos x="47" y="45"/>
              </a:cxn>
              <a:cxn ang="0">
                <a:pos x="34" y="57"/>
              </a:cxn>
              <a:cxn ang="0">
                <a:pos x="31" y="73"/>
              </a:cxn>
              <a:cxn ang="0">
                <a:pos x="24" y="77"/>
              </a:cxn>
              <a:cxn ang="0">
                <a:pos x="18" y="78"/>
              </a:cxn>
              <a:cxn ang="0">
                <a:pos x="10" y="77"/>
              </a:cxn>
              <a:cxn ang="0">
                <a:pos x="5" y="67"/>
              </a:cxn>
              <a:cxn ang="0">
                <a:pos x="0" y="49"/>
              </a:cxn>
              <a:cxn ang="0">
                <a:pos x="1" y="25"/>
              </a:cxn>
              <a:cxn ang="0">
                <a:pos x="17" y="0"/>
              </a:cxn>
            </a:cxnLst>
            <a:rect l="0" t="0" r="r" b="b"/>
            <a:pathLst>
              <a:path w="47" h="78">
                <a:moveTo>
                  <a:pt x="17" y="0"/>
                </a:moveTo>
                <a:lnTo>
                  <a:pt x="24" y="4"/>
                </a:lnTo>
                <a:lnTo>
                  <a:pt x="29" y="13"/>
                </a:lnTo>
                <a:lnTo>
                  <a:pt x="43" y="28"/>
                </a:lnTo>
                <a:lnTo>
                  <a:pt x="47" y="45"/>
                </a:lnTo>
                <a:lnTo>
                  <a:pt x="34" y="57"/>
                </a:lnTo>
                <a:lnTo>
                  <a:pt x="31" y="73"/>
                </a:lnTo>
                <a:lnTo>
                  <a:pt x="24" y="77"/>
                </a:lnTo>
                <a:lnTo>
                  <a:pt x="18" y="78"/>
                </a:lnTo>
                <a:lnTo>
                  <a:pt x="10" y="77"/>
                </a:lnTo>
                <a:lnTo>
                  <a:pt x="5" y="67"/>
                </a:lnTo>
                <a:lnTo>
                  <a:pt x="0" y="49"/>
                </a:lnTo>
                <a:lnTo>
                  <a:pt x="1" y="25"/>
                </a:lnTo>
                <a:lnTo>
                  <a:pt x="17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36" name="Freeform 235"/>
          <p:cNvSpPr>
            <a:spLocks/>
          </p:cNvSpPr>
          <p:nvPr/>
        </p:nvSpPr>
        <p:spPr bwMode="auto">
          <a:xfrm rot="21045919">
            <a:off x="2339556" y="4125281"/>
            <a:ext cx="24479" cy="15611"/>
          </a:xfrm>
          <a:custGeom>
            <a:avLst/>
            <a:gdLst/>
            <a:ahLst/>
            <a:cxnLst>
              <a:cxn ang="0">
                <a:pos x="11" y="12"/>
              </a:cxn>
              <a:cxn ang="0">
                <a:pos x="26" y="2"/>
              </a:cxn>
              <a:cxn ang="0">
                <a:pos x="50" y="2"/>
              </a:cxn>
              <a:cxn ang="0">
                <a:pos x="56" y="0"/>
              </a:cxn>
              <a:cxn ang="0">
                <a:pos x="61" y="4"/>
              </a:cxn>
              <a:cxn ang="0">
                <a:pos x="51" y="30"/>
              </a:cxn>
              <a:cxn ang="0">
                <a:pos x="42" y="35"/>
              </a:cxn>
              <a:cxn ang="0">
                <a:pos x="14" y="38"/>
              </a:cxn>
              <a:cxn ang="0">
                <a:pos x="0" y="35"/>
              </a:cxn>
              <a:cxn ang="0">
                <a:pos x="0" y="18"/>
              </a:cxn>
              <a:cxn ang="0">
                <a:pos x="11" y="12"/>
              </a:cxn>
            </a:cxnLst>
            <a:rect l="0" t="0" r="r" b="b"/>
            <a:pathLst>
              <a:path w="61" h="38">
                <a:moveTo>
                  <a:pt x="11" y="12"/>
                </a:moveTo>
                <a:lnTo>
                  <a:pt x="26" y="2"/>
                </a:lnTo>
                <a:lnTo>
                  <a:pt x="50" y="2"/>
                </a:lnTo>
                <a:lnTo>
                  <a:pt x="56" y="0"/>
                </a:lnTo>
                <a:lnTo>
                  <a:pt x="61" y="4"/>
                </a:lnTo>
                <a:lnTo>
                  <a:pt x="51" y="30"/>
                </a:lnTo>
                <a:lnTo>
                  <a:pt x="42" y="35"/>
                </a:lnTo>
                <a:lnTo>
                  <a:pt x="14" y="38"/>
                </a:lnTo>
                <a:lnTo>
                  <a:pt x="0" y="35"/>
                </a:lnTo>
                <a:lnTo>
                  <a:pt x="0" y="18"/>
                </a:lnTo>
                <a:lnTo>
                  <a:pt x="11" y="12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37" name="Freeform 236"/>
          <p:cNvSpPr>
            <a:spLocks/>
          </p:cNvSpPr>
          <p:nvPr/>
        </p:nvSpPr>
        <p:spPr bwMode="auto">
          <a:xfrm rot="21045919">
            <a:off x="2546809" y="4170379"/>
            <a:ext cx="58748" cy="24284"/>
          </a:xfrm>
          <a:custGeom>
            <a:avLst/>
            <a:gdLst/>
            <a:ahLst/>
            <a:cxnLst>
              <a:cxn ang="0">
                <a:pos x="23" y="0"/>
              </a:cxn>
              <a:cxn ang="0">
                <a:pos x="51" y="3"/>
              </a:cxn>
              <a:cxn ang="0">
                <a:pos x="113" y="3"/>
              </a:cxn>
              <a:cxn ang="0">
                <a:pos x="153" y="8"/>
              </a:cxn>
              <a:cxn ang="0">
                <a:pos x="156" y="13"/>
              </a:cxn>
              <a:cxn ang="0">
                <a:pos x="156" y="32"/>
              </a:cxn>
              <a:cxn ang="0">
                <a:pos x="146" y="42"/>
              </a:cxn>
              <a:cxn ang="0">
                <a:pos x="119" y="56"/>
              </a:cxn>
              <a:cxn ang="0">
                <a:pos x="13" y="60"/>
              </a:cxn>
              <a:cxn ang="0">
                <a:pos x="9" y="56"/>
              </a:cxn>
              <a:cxn ang="0">
                <a:pos x="0" y="27"/>
              </a:cxn>
              <a:cxn ang="0">
                <a:pos x="9" y="3"/>
              </a:cxn>
              <a:cxn ang="0">
                <a:pos x="23" y="0"/>
              </a:cxn>
            </a:cxnLst>
            <a:rect l="0" t="0" r="r" b="b"/>
            <a:pathLst>
              <a:path w="156" h="60">
                <a:moveTo>
                  <a:pt x="23" y="0"/>
                </a:moveTo>
                <a:lnTo>
                  <a:pt x="51" y="3"/>
                </a:lnTo>
                <a:lnTo>
                  <a:pt x="113" y="3"/>
                </a:lnTo>
                <a:lnTo>
                  <a:pt x="153" y="8"/>
                </a:lnTo>
                <a:lnTo>
                  <a:pt x="156" y="13"/>
                </a:lnTo>
                <a:lnTo>
                  <a:pt x="156" y="32"/>
                </a:lnTo>
                <a:lnTo>
                  <a:pt x="146" y="42"/>
                </a:lnTo>
                <a:lnTo>
                  <a:pt x="119" y="56"/>
                </a:lnTo>
                <a:lnTo>
                  <a:pt x="13" y="60"/>
                </a:lnTo>
                <a:lnTo>
                  <a:pt x="9" y="56"/>
                </a:lnTo>
                <a:lnTo>
                  <a:pt x="0" y="27"/>
                </a:lnTo>
                <a:lnTo>
                  <a:pt x="9" y="3"/>
                </a:lnTo>
                <a:lnTo>
                  <a:pt x="23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38" name="Freeform 237"/>
          <p:cNvSpPr>
            <a:spLocks/>
          </p:cNvSpPr>
          <p:nvPr/>
        </p:nvSpPr>
        <p:spPr bwMode="auto">
          <a:xfrm rot="21045919">
            <a:off x="706013" y="2154818"/>
            <a:ext cx="667453" cy="662603"/>
          </a:xfrm>
          <a:custGeom>
            <a:avLst/>
            <a:gdLst/>
            <a:ahLst/>
            <a:cxnLst>
              <a:cxn ang="0">
                <a:pos x="961" y="1568"/>
              </a:cxn>
              <a:cxn ang="0">
                <a:pos x="1005" y="1421"/>
              </a:cxn>
              <a:cxn ang="0">
                <a:pos x="975" y="1302"/>
              </a:cxn>
              <a:cxn ang="0">
                <a:pos x="961" y="1214"/>
              </a:cxn>
              <a:cxn ang="0">
                <a:pos x="972" y="1133"/>
              </a:cxn>
              <a:cxn ang="0">
                <a:pos x="931" y="1084"/>
              </a:cxn>
              <a:cxn ang="0">
                <a:pos x="883" y="982"/>
              </a:cxn>
              <a:cxn ang="0">
                <a:pos x="868" y="878"/>
              </a:cxn>
              <a:cxn ang="0">
                <a:pos x="845" y="784"/>
              </a:cxn>
              <a:cxn ang="0">
                <a:pos x="849" y="717"/>
              </a:cxn>
              <a:cxn ang="0">
                <a:pos x="644" y="713"/>
              </a:cxn>
              <a:cxn ang="0">
                <a:pos x="390" y="787"/>
              </a:cxn>
              <a:cxn ang="0">
                <a:pos x="222" y="749"/>
              </a:cxn>
              <a:cxn ang="0">
                <a:pos x="81" y="681"/>
              </a:cxn>
              <a:cxn ang="0">
                <a:pos x="0" y="622"/>
              </a:cxn>
              <a:cxn ang="0">
                <a:pos x="141" y="658"/>
              </a:cxn>
              <a:cxn ang="0">
                <a:pos x="250" y="699"/>
              </a:cxn>
              <a:cxn ang="0">
                <a:pos x="419" y="674"/>
              </a:cxn>
              <a:cxn ang="0">
                <a:pos x="555" y="642"/>
              </a:cxn>
              <a:cxn ang="0">
                <a:pos x="494" y="576"/>
              </a:cxn>
              <a:cxn ang="0">
                <a:pos x="423" y="523"/>
              </a:cxn>
              <a:cxn ang="0">
                <a:pos x="485" y="466"/>
              </a:cxn>
              <a:cxn ang="0">
                <a:pos x="582" y="424"/>
              </a:cxn>
              <a:cxn ang="0">
                <a:pos x="537" y="382"/>
              </a:cxn>
              <a:cxn ang="0">
                <a:pos x="591" y="368"/>
              </a:cxn>
              <a:cxn ang="0">
                <a:pos x="629" y="287"/>
              </a:cxn>
              <a:cxn ang="0">
                <a:pos x="809" y="237"/>
              </a:cxn>
              <a:cxn ang="0">
                <a:pos x="868" y="302"/>
              </a:cxn>
              <a:cxn ang="0">
                <a:pos x="989" y="268"/>
              </a:cxn>
              <a:cxn ang="0">
                <a:pos x="1018" y="231"/>
              </a:cxn>
              <a:cxn ang="0">
                <a:pos x="991" y="93"/>
              </a:cxn>
              <a:cxn ang="0">
                <a:pos x="1056" y="128"/>
              </a:cxn>
              <a:cxn ang="0">
                <a:pos x="1079" y="40"/>
              </a:cxn>
              <a:cxn ang="0">
                <a:pos x="1168" y="117"/>
              </a:cxn>
              <a:cxn ang="0">
                <a:pos x="1139" y="199"/>
              </a:cxn>
              <a:cxn ang="0">
                <a:pos x="1234" y="187"/>
              </a:cxn>
              <a:cxn ang="0">
                <a:pos x="1275" y="90"/>
              </a:cxn>
              <a:cxn ang="0">
                <a:pos x="1338" y="9"/>
              </a:cxn>
              <a:cxn ang="0">
                <a:pos x="1407" y="52"/>
              </a:cxn>
              <a:cxn ang="0">
                <a:pos x="1608" y="117"/>
              </a:cxn>
              <a:cxn ang="0">
                <a:pos x="1686" y="204"/>
              </a:cxn>
              <a:cxn ang="0">
                <a:pos x="1703" y="314"/>
              </a:cxn>
              <a:cxn ang="0">
                <a:pos x="1672" y="354"/>
              </a:cxn>
              <a:cxn ang="0">
                <a:pos x="1744" y="438"/>
              </a:cxn>
              <a:cxn ang="0">
                <a:pos x="986" y="1077"/>
              </a:cxn>
              <a:cxn ang="0">
                <a:pos x="1033" y="1260"/>
              </a:cxn>
              <a:cxn ang="0">
                <a:pos x="1051" y="1379"/>
              </a:cxn>
              <a:cxn ang="0">
                <a:pos x="1010" y="1521"/>
              </a:cxn>
              <a:cxn ang="0">
                <a:pos x="957" y="1633"/>
              </a:cxn>
            </a:cxnLst>
            <a:rect l="0" t="0" r="r" b="b"/>
            <a:pathLst>
              <a:path w="1749" h="1633">
                <a:moveTo>
                  <a:pt x="957" y="1633"/>
                </a:moveTo>
                <a:lnTo>
                  <a:pt x="942" y="1623"/>
                </a:lnTo>
                <a:lnTo>
                  <a:pt x="942" y="1600"/>
                </a:lnTo>
                <a:lnTo>
                  <a:pt x="961" y="1568"/>
                </a:lnTo>
                <a:lnTo>
                  <a:pt x="954" y="1516"/>
                </a:lnTo>
                <a:lnTo>
                  <a:pt x="961" y="1487"/>
                </a:lnTo>
                <a:lnTo>
                  <a:pt x="982" y="1436"/>
                </a:lnTo>
                <a:lnTo>
                  <a:pt x="1005" y="1421"/>
                </a:lnTo>
                <a:lnTo>
                  <a:pt x="1027" y="1352"/>
                </a:lnTo>
                <a:lnTo>
                  <a:pt x="1015" y="1334"/>
                </a:lnTo>
                <a:lnTo>
                  <a:pt x="1015" y="1308"/>
                </a:lnTo>
                <a:lnTo>
                  <a:pt x="975" y="1302"/>
                </a:lnTo>
                <a:lnTo>
                  <a:pt x="966" y="1294"/>
                </a:lnTo>
                <a:lnTo>
                  <a:pt x="977" y="1260"/>
                </a:lnTo>
                <a:lnTo>
                  <a:pt x="972" y="1226"/>
                </a:lnTo>
                <a:lnTo>
                  <a:pt x="961" y="1214"/>
                </a:lnTo>
                <a:lnTo>
                  <a:pt x="936" y="1199"/>
                </a:lnTo>
                <a:lnTo>
                  <a:pt x="924" y="1175"/>
                </a:lnTo>
                <a:lnTo>
                  <a:pt x="940" y="1147"/>
                </a:lnTo>
                <a:lnTo>
                  <a:pt x="972" y="1133"/>
                </a:lnTo>
                <a:lnTo>
                  <a:pt x="982" y="1121"/>
                </a:lnTo>
                <a:lnTo>
                  <a:pt x="978" y="1102"/>
                </a:lnTo>
                <a:lnTo>
                  <a:pt x="957" y="1095"/>
                </a:lnTo>
                <a:lnTo>
                  <a:pt x="931" y="1084"/>
                </a:lnTo>
                <a:lnTo>
                  <a:pt x="924" y="1080"/>
                </a:lnTo>
                <a:lnTo>
                  <a:pt x="911" y="1052"/>
                </a:lnTo>
                <a:lnTo>
                  <a:pt x="891" y="1019"/>
                </a:lnTo>
                <a:lnTo>
                  <a:pt x="883" y="982"/>
                </a:lnTo>
                <a:lnTo>
                  <a:pt x="868" y="942"/>
                </a:lnTo>
                <a:lnTo>
                  <a:pt x="883" y="914"/>
                </a:lnTo>
                <a:lnTo>
                  <a:pt x="883" y="906"/>
                </a:lnTo>
                <a:lnTo>
                  <a:pt x="868" y="878"/>
                </a:lnTo>
                <a:lnTo>
                  <a:pt x="868" y="863"/>
                </a:lnTo>
                <a:lnTo>
                  <a:pt x="883" y="830"/>
                </a:lnTo>
                <a:lnTo>
                  <a:pt x="859" y="798"/>
                </a:lnTo>
                <a:lnTo>
                  <a:pt x="845" y="784"/>
                </a:lnTo>
                <a:lnTo>
                  <a:pt x="854" y="764"/>
                </a:lnTo>
                <a:lnTo>
                  <a:pt x="863" y="759"/>
                </a:lnTo>
                <a:lnTo>
                  <a:pt x="868" y="731"/>
                </a:lnTo>
                <a:lnTo>
                  <a:pt x="849" y="717"/>
                </a:lnTo>
                <a:lnTo>
                  <a:pt x="793" y="722"/>
                </a:lnTo>
                <a:lnTo>
                  <a:pt x="690" y="713"/>
                </a:lnTo>
                <a:lnTo>
                  <a:pt x="663" y="702"/>
                </a:lnTo>
                <a:lnTo>
                  <a:pt x="644" y="713"/>
                </a:lnTo>
                <a:lnTo>
                  <a:pt x="624" y="745"/>
                </a:lnTo>
                <a:lnTo>
                  <a:pt x="596" y="764"/>
                </a:lnTo>
                <a:lnTo>
                  <a:pt x="503" y="773"/>
                </a:lnTo>
                <a:lnTo>
                  <a:pt x="390" y="787"/>
                </a:lnTo>
                <a:lnTo>
                  <a:pt x="294" y="794"/>
                </a:lnTo>
                <a:lnTo>
                  <a:pt x="273" y="787"/>
                </a:lnTo>
                <a:lnTo>
                  <a:pt x="245" y="759"/>
                </a:lnTo>
                <a:lnTo>
                  <a:pt x="222" y="749"/>
                </a:lnTo>
                <a:lnTo>
                  <a:pt x="150" y="738"/>
                </a:lnTo>
                <a:lnTo>
                  <a:pt x="135" y="729"/>
                </a:lnTo>
                <a:lnTo>
                  <a:pt x="105" y="691"/>
                </a:lnTo>
                <a:lnTo>
                  <a:pt x="81" y="681"/>
                </a:lnTo>
                <a:lnTo>
                  <a:pt x="47" y="679"/>
                </a:lnTo>
                <a:lnTo>
                  <a:pt x="11" y="661"/>
                </a:lnTo>
                <a:lnTo>
                  <a:pt x="2" y="643"/>
                </a:lnTo>
                <a:lnTo>
                  <a:pt x="0" y="622"/>
                </a:lnTo>
                <a:lnTo>
                  <a:pt x="14" y="613"/>
                </a:lnTo>
                <a:lnTo>
                  <a:pt x="50" y="603"/>
                </a:lnTo>
                <a:lnTo>
                  <a:pt x="71" y="635"/>
                </a:lnTo>
                <a:lnTo>
                  <a:pt x="141" y="658"/>
                </a:lnTo>
                <a:lnTo>
                  <a:pt x="157" y="675"/>
                </a:lnTo>
                <a:lnTo>
                  <a:pt x="167" y="704"/>
                </a:lnTo>
                <a:lnTo>
                  <a:pt x="221" y="697"/>
                </a:lnTo>
                <a:lnTo>
                  <a:pt x="250" y="699"/>
                </a:lnTo>
                <a:lnTo>
                  <a:pt x="273" y="713"/>
                </a:lnTo>
                <a:lnTo>
                  <a:pt x="348" y="722"/>
                </a:lnTo>
                <a:lnTo>
                  <a:pt x="386" y="707"/>
                </a:lnTo>
                <a:lnTo>
                  <a:pt x="419" y="674"/>
                </a:lnTo>
                <a:lnTo>
                  <a:pt x="446" y="656"/>
                </a:lnTo>
                <a:lnTo>
                  <a:pt x="485" y="661"/>
                </a:lnTo>
                <a:lnTo>
                  <a:pt x="550" y="656"/>
                </a:lnTo>
                <a:lnTo>
                  <a:pt x="555" y="642"/>
                </a:lnTo>
                <a:lnTo>
                  <a:pt x="491" y="621"/>
                </a:lnTo>
                <a:lnTo>
                  <a:pt x="481" y="606"/>
                </a:lnTo>
                <a:lnTo>
                  <a:pt x="485" y="590"/>
                </a:lnTo>
                <a:lnTo>
                  <a:pt x="494" y="576"/>
                </a:lnTo>
                <a:lnTo>
                  <a:pt x="489" y="551"/>
                </a:lnTo>
                <a:lnTo>
                  <a:pt x="471" y="537"/>
                </a:lnTo>
                <a:lnTo>
                  <a:pt x="433" y="537"/>
                </a:lnTo>
                <a:lnTo>
                  <a:pt x="423" y="523"/>
                </a:lnTo>
                <a:lnTo>
                  <a:pt x="435" y="516"/>
                </a:lnTo>
                <a:lnTo>
                  <a:pt x="478" y="508"/>
                </a:lnTo>
                <a:lnTo>
                  <a:pt x="474" y="491"/>
                </a:lnTo>
                <a:lnTo>
                  <a:pt x="485" y="466"/>
                </a:lnTo>
                <a:lnTo>
                  <a:pt x="508" y="452"/>
                </a:lnTo>
                <a:lnTo>
                  <a:pt x="537" y="442"/>
                </a:lnTo>
                <a:lnTo>
                  <a:pt x="568" y="442"/>
                </a:lnTo>
                <a:lnTo>
                  <a:pt x="582" y="424"/>
                </a:lnTo>
                <a:lnTo>
                  <a:pt x="545" y="409"/>
                </a:lnTo>
                <a:lnTo>
                  <a:pt x="522" y="404"/>
                </a:lnTo>
                <a:lnTo>
                  <a:pt x="513" y="391"/>
                </a:lnTo>
                <a:lnTo>
                  <a:pt x="537" y="382"/>
                </a:lnTo>
                <a:lnTo>
                  <a:pt x="550" y="341"/>
                </a:lnTo>
                <a:lnTo>
                  <a:pt x="564" y="329"/>
                </a:lnTo>
                <a:lnTo>
                  <a:pt x="578" y="338"/>
                </a:lnTo>
                <a:lnTo>
                  <a:pt x="591" y="368"/>
                </a:lnTo>
                <a:lnTo>
                  <a:pt x="619" y="372"/>
                </a:lnTo>
                <a:lnTo>
                  <a:pt x="633" y="357"/>
                </a:lnTo>
                <a:lnTo>
                  <a:pt x="629" y="324"/>
                </a:lnTo>
                <a:lnTo>
                  <a:pt x="629" y="287"/>
                </a:lnTo>
                <a:lnTo>
                  <a:pt x="638" y="259"/>
                </a:lnTo>
                <a:lnTo>
                  <a:pt x="653" y="244"/>
                </a:lnTo>
                <a:lnTo>
                  <a:pt x="695" y="236"/>
                </a:lnTo>
                <a:lnTo>
                  <a:pt x="809" y="237"/>
                </a:lnTo>
                <a:lnTo>
                  <a:pt x="814" y="272"/>
                </a:lnTo>
                <a:lnTo>
                  <a:pt x="845" y="276"/>
                </a:lnTo>
                <a:lnTo>
                  <a:pt x="854" y="283"/>
                </a:lnTo>
                <a:lnTo>
                  <a:pt x="868" y="302"/>
                </a:lnTo>
                <a:lnTo>
                  <a:pt x="906" y="317"/>
                </a:lnTo>
                <a:lnTo>
                  <a:pt x="951" y="315"/>
                </a:lnTo>
                <a:lnTo>
                  <a:pt x="977" y="297"/>
                </a:lnTo>
                <a:lnTo>
                  <a:pt x="989" y="268"/>
                </a:lnTo>
                <a:lnTo>
                  <a:pt x="1029" y="273"/>
                </a:lnTo>
                <a:lnTo>
                  <a:pt x="1048" y="269"/>
                </a:lnTo>
                <a:lnTo>
                  <a:pt x="1051" y="253"/>
                </a:lnTo>
                <a:lnTo>
                  <a:pt x="1018" y="231"/>
                </a:lnTo>
                <a:lnTo>
                  <a:pt x="1000" y="201"/>
                </a:lnTo>
                <a:lnTo>
                  <a:pt x="975" y="143"/>
                </a:lnTo>
                <a:lnTo>
                  <a:pt x="979" y="119"/>
                </a:lnTo>
                <a:lnTo>
                  <a:pt x="991" y="93"/>
                </a:lnTo>
                <a:lnTo>
                  <a:pt x="1005" y="109"/>
                </a:lnTo>
                <a:lnTo>
                  <a:pt x="1016" y="139"/>
                </a:lnTo>
                <a:lnTo>
                  <a:pt x="1039" y="144"/>
                </a:lnTo>
                <a:lnTo>
                  <a:pt x="1056" y="128"/>
                </a:lnTo>
                <a:lnTo>
                  <a:pt x="1059" y="105"/>
                </a:lnTo>
                <a:lnTo>
                  <a:pt x="1054" y="64"/>
                </a:lnTo>
                <a:lnTo>
                  <a:pt x="1061" y="26"/>
                </a:lnTo>
                <a:lnTo>
                  <a:pt x="1079" y="40"/>
                </a:lnTo>
                <a:lnTo>
                  <a:pt x="1097" y="79"/>
                </a:lnTo>
                <a:lnTo>
                  <a:pt x="1130" y="90"/>
                </a:lnTo>
                <a:lnTo>
                  <a:pt x="1164" y="107"/>
                </a:lnTo>
                <a:lnTo>
                  <a:pt x="1168" y="117"/>
                </a:lnTo>
                <a:lnTo>
                  <a:pt x="1174" y="144"/>
                </a:lnTo>
                <a:lnTo>
                  <a:pt x="1148" y="159"/>
                </a:lnTo>
                <a:lnTo>
                  <a:pt x="1136" y="175"/>
                </a:lnTo>
                <a:lnTo>
                  <a:pt x="1139" y="199"/>
                </a:lnTo>
                <a:lnTo>
                  <a:pt x="1153" y="212"/>
                </a:lnTo>
                <a:lnTo>
                  <a:pt x="1187" y="209"/>
                </a:lnTo>
                <a:lnTo>
                  <a:pt x="1223" y="201"/>
                </a:lnTo>
                <a:lnTo>
                  <a:pt x="1234" y="187"/>
                </a:lnTo>
                <a:lnTo>
                  <a:pt x="1237" y="157"/>
                </a:lnTo>
                <a:lnTo>
                  <a:pt x="1220" y="131"/>
                </a:lnTo>
                <a:lnTo>
                  <a:pt x="1244" y="107"/>
                </a:lnTo>
                <a:lnTo>
                  <a:pt x="1275" y="90"/>
                </a:lnTo>
                <a:lnTo>
                  <a:pt x="1291" y="79"/>
                </a:lnTo>
                <a:lnTo>
                  <a:pt x="1308" y="50"/>
                </a:lnTo>
                <a:lnTo>
                  <a:pt x="1319" y="18"/>
                </a:lnTo>
                <a:lnTo>
                  <a:pt x="1338" y="9"/>
                </a:lnTo>
                <a:lnTo>
                  <a:pt x="1376" y="0"/>
                </a:lnTo>
                <a:lnTo>
                  <a:pt x="1394" y="9"/>
                </a:lnTo>
                <a:lnTo>
                  <a:pt x="1403" y="22"/>
                </a:lnTo>
                <a:lnTo>
                  <a:pt x="1407" y="52"/>
                </a:lnTo>
                <a:lnTo>
                  <a:pt x="1424" y="58"/>
                </a:lnTo>
                <a:lnTo>
                  <a:pt x="1499" y="55"/>
                </a:lnTo>
                <a:lnTo>
                  <a:pt x="1538" y="64"/>
                </a:lnTo>
                <a:lnTo>
                  <a:pt x="1608" y="117"/>
                </a:lnTo>
                <a:lnTo>
                  <a:pt x="1661" y="139"/>
                </a:lnTo>
                <a:lnTo>
                  <a:pt x="1669" y="149"/>
                </a:lnTo>
                <a:lnTo>
                  <a:pt x="1666" y="189"/>
                </a:lnTo>
                <a:lnTo>
                  <a:pt x="1686" y="204"/>
                </a:lnTo>
                <a:lnTo>
                  <a:pt x="1689" y="223"/>
                </a:lnTo>
                <a:lnTo>
                  <a:pt x="1683" y="292"/>
                </a:lnTo>
                <a:lnTo>
                  <a:pt x="1694" y="299"/>
                </a:lnTo>
                <a:lnTo>
                  <a:pt x="1703" y="314"/>
                </a:lnTo>
                <a:lnTo>
                  <a:pt x="1699" y="319"/>
                </a:lnTo>
                <a:lnTo>
                  <a:pt x="1672" y="328"/>
                </a:lnTo>
                <a:lnTo>
                  <a:pt x="1666" y="345"/>
                </a:lnTo>
                <a:lnTo>
                  <a:pt x="1672" y="354"/>
                </a:lnTo>
                <a:lnTo>
                  <a:pt x="1703" y="368"/>
                </a:lnTo>
                <a:lnTo>
                  <a:pt x="1707" y="395"/>
                </a:lnTo>
                <a:lnTo>
                  <a:pt x="1731" y="409"/>
                </a:lnTo>
                <a:lnTo>
                  <a:pt x="1744" y="438"/>
                </a:lnTo>
                <a:lnTo>
                  <a:pt x="1749" y="508"/>
                </a:lnTo>
                <a:lnTo>
                  <a:pt x="981" y="1029"/>
                </a:lnTo>
                <a:lnTo>
                  <a:pt x="977" y="1048"/>
                </a:lnTo>
                <a:lnTo>
                  <a:pt x="986" y="1077"/>
                </a:lnTo>
                <a:lnTo>
                  <a:pt x="1000" y="1109"/>
                </a:lnTo>
                <a:lnTo>
                  <a:pt x="1010" y="1165"/>
                </a:lnTo>
                <a:lnTo>
                  <a:pt x="1010" y="1228"/>
                </a:lnTo>
                <a:lnTo>
                  <a:pt x="1033" y="1260"/>
                </a:lnTo>
                <a:lnTo>
                  <a:pt x="1047" y="1289"/>
                </a:lnTo>
                <a:lnTo>
                  <a:pt x="1056" y="1316"/>
                </a:lnTo>
                <a:lnTo>
                  <a:pt x="1056" y="1345"/>
                </a:lnTo>
                <a:lnTo>
                  <a:pt x="1051" y="1379"/>
                </a:lnTo>
                <a:lnTo>
                  <a:pt x="1042" y="1421"/>
                </a:lnTo>
                <a:lnTo>
                  <a:pt x="1028" y="1450"/>
                </a:lnTo>
                <a:lnTo>
                  <a:pt x="1018" y="1487"/>
                </a:lnTo>
                <a:lnTo>
                  <a:pt x="1010" y="1521"/>
                </a:lnTo>
                <a:lnTo>
                  <a:pt x="989" y="1553"/>
                </a:lnTo>
                <a:lnTo>
                  <a:pt x="977" y="1582"/>
                </a:lnTo>
                <a:lnTo>
                  <a:pt x="966" y="1610"/>
                </a:lnTo>
                <a:lnTo>
                  <a:pt x="957" y="1633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39" name="Freeform 238"/>
          <p:cNvSpPr>
            <a:spLocks/>
          </p:cNvSpPr>
          <p:nvPr/>
        </p:nvSpPr>
        <p:spPr bwMode="auto">
          <a:xfrm rot="21045919">
            <a:off x="1869565" y="4276187"/>
            <a:ext cx="39166" cy="81524"/>
          </a:xfrm>
          <a:custGeom>
            <a:avLst/>
            <a:gdLst/>
            <a:ahLst/>
            <a:cxnLst>
              <a:cxn ang="0">
                <a:pos x="55" y="193"/>
              </a:cxn>
              <a:cxn ang="0">
                <a:pos x="64" y="178"/>
              </a:cxn>
              <a:cxn ang="0">
                <a:pos x="83" y="164"/>
              </a:cxn>
              <a:cxn ang="0">
                <a:pos x="90" y="133"/>
              </a:cxn>
              <a:cxn ang="0">
                <a:pos x="93" y="49"/>
              </a:cxn>
              <a:cxn ang="0">
                <a:pos x="97" y="10"/>
              </a:cxn>
              <a:cxn ang="0">
                <a:pos x="81" y="0"/>
              </a:cxn>
              <a:cxn ang="0">
                <a:pos x="65" y="5"/>
              </a:cxn>
              <a:cxn ang="0">
                <a:pos x="43" y="31"/>
              </a:cxn>
              <a:cxn ang="0">
                <a:pos x="0" y="28"/>
              </a:cxn>
              <a:cxn ang="0">
                <a:pos x="0" y="104"/>
              </a:cxn>
              <a:cxn ang="0">
                <a:pos x="0" y="192"/>
              </a:cxn>
              <a:cxn ang="0">
                <a:pos x="0" y="198"/>
              </a:cxn>
              <a:cxn ang="0">
                <a:pos x="24" y="198"/>
              </a:cxn>
              <a:cxn ang="0">
                <a:pos x="38" y="188"/>
              </a:cxn>
              <a:cxn ang="0">
                <a:pos x="55" y="193"/>
              </a:cxn>
            </a:cxnLst>
            <a:rect l="0" t="0" r="r" b="b"/>
            <a:pathLst>
              <a:path w="97" h="198">
                <a:moveTo>
                  <a:pt x="55" y="193"/>
                </a:moveTo>
                <a:lnTo>
                  <a:pt x="64" y="178"/>
                </a:lnTo>
                <a:lnTo>
                  <a:pt x="83" y="164"/>
                </a:lnTo>
                <a:lnTo>
                  <a:pt x="90" y="133"/>
                </a:lnTo>
                <a:lnTo>
                  <a:pt x="93" y="49"/>
                </a:lnTo>
                <a:lnTo>
                  <a:pt x="97" y="10"/>
                </a:lnTo>
                <a:lnTo>
                  <a:pt x="81" y="0"/>
                </a:lnTo>
                <a:lnTo>
                  <a:pt x="65" y="5"/>
                </a:lnTo>
                <a:lnTo>
                  <a:pt x="43" y="31"/>
                </a:lnTo>
                <a:lnTo>
                  <a:pt x="0" y="28"/>
                </a:lnTo>
                <a:lnTo>
                  <a:pt x="0" y="104"/>
                </a:lnTo>
                <a:lnTo>
                  <a:pt x="0" y="192"/>
                </a:lnTo>
                <a:lnTo>
                  <a:pt x="0" y="198"/>
                </a:lnTo>
                <a:lnTo>
                  <a:pt x="24" y="198"/>
                </a:lnTo>
                <a:lnTo>
                  <a:pt x="38" y="188"/>
                </a:lnTo>
                <a:lnTo>
                  <a:pt x="55" y="19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40" name="Freeform 239"/>
          <p:cNvSpPr>
            <a:spLocks/>
          </p:cNvSpPr>
          <p:nvPr/>
        </p:nvSpPr>
        <p:spPr bwMode="auto">
          <a:xfrm rot="21045919">
            <a:off x="1774914" y="4295268"/>
            <a:ext cx="138712" cy="138765"/>
          </a:xfrm>
          <a:custGeom>
            <a:avLst/>
            <a:gdLst/>
            <a:ahLst/>
            <a:cxnLst>
              <a:cxn ang="0">
                <a:pos x="268" y="0"/>
              </a:cxn>
              <a:cxn ang="0">
                <a:pos x="192" y="0"/>
              </a:cxn>
              <a:cxn ang="0">
                <a:pos x="143" y="2"/>
              </a:cxn>
              <a:cxn ang="0">
                <a:pos x="141" y="34"/>
              </a:cxn>
              <a:cxn ang="0">
                <a:pos x="146" y="61"/>
              </a:cxn>
              <a:cxn ang="0">
                <a:pos x="152" y="82"/>
              </a:cxn>
              <a:cxn ang="0">
                <a:pos x="169" y="100"/>
              </a:cxn>
              <a:cxn ang="0">
                <a:pos x="186" y="106"/>
              </a:cxn>
              <a:cxn ang="0">
                <a:pos x="179" y="117"/>
              </a:cxn>
              <a:cxn ang="0">
                <a:pos x="161" y="129"/>
              </a:cxn>
              <a:cxn ang="0">
                <a:pos x="155" y="152"/>
              </a:cxn>
              <a:cxn ang="0">
                <a:pos x="141" y="156"/>
              </a:cxn>
              <a:cxn ang="0">
                <a:pos x="34" y="149"/>
              </a:cxn>
              <a:cxn ang="0">
                <a:pos x="18" y="158"/>
              </a:cxn>
              <a:cxn ang="0">
                <a:pos x="9" y="181"/>
              </a:cxn>
              <a:cxn ang="0">
                <a:pos x="9" y="199"/>
              </a:cxn>
              <a:cxn ang="0">
                <a:pos x="13" y="221"/>
              </a:cxn>
              <a:cxn ang="0">
                <a:pos x="0" y="251"/>
              </a:cxn>
              <a:cxn ang="0">
                <a:pos x="45" y="288"/>
              </a:cxn>
              <a:cxn ang="0">
                <a:pos x="77" y="306"/>
              </a:cxn>
              <a:cxn ang="0">
                <a:pos x="115" y="317"/>
              </a:cxn>
              <a:cxn ang="0">
                <a:pos x="173" y="339"/>
              </a:cxn>
              <a:cxn ang="0">
                <a:pos x="182" y="326"/>
              </a:cxn>
              <a:cxn ang="0">
                <a:pos x="195" y="317"/>
              </a:cxn>
              <a:cxn ang="0">
                <a:pos x="209" y="311"/>
              </a:cxn>
              <a:cxn ang="0">
                <a:pos x="228" y="308"/>
              </a:cxn>
              <a:cxn ang="0">
                <a:pos x="250" y="302"/>
              </a:cxn>
              <a:cxn ang="0">
                <a:pos x="264" y="292"/>
              </a:cxn>
              <a:cxn ang="0">
                <a:pos x="266" y="245"/>
              </a:cxn>
              <a:cxn ang="0">
                <a:pos x="287" y="221"/>
              </a:cxn>
              <a:cxn ang="0">
                <a:pos x="315" y="211"/>
              </a:cxn>
              <a:cxn ang="0">
                <a:pos x="352" y="203"/>
              </a:cxn>
              <a:cxn ang="0">
                <a:pos x="364" y="189"/>
              </a:cxn>
              <a:cxn ang="0">
                <a:pos x="339" y="184"/>
              </a:cxn>
              <a:cxn ang="0">
                <a:pos x="324" y="166"/>
              </a:cxn>
              <a:cxn ang="0">
                <a:pos x="307" y="161"/>
              </a:cxn>
              <a:cxn ang="0">
                <a:pos x="292" y="171"/>
              </a:cxn>
              <a:cxn ang="0">
                <a:pos x="269" y="171"/>
              </a:cxn>
              <a:cxn ang="0">
                <a:pos x="266" y="165"/>
              </a:cxn>
              <a:cxn ang="0">
                <a:pos x="269" y="77"/>
              </a:cxn>
              <a:cxn ang="0">
                <a:pos x="268" y="0"/>
              </a:cxn>
            </a:cxnLst>
            <a:rect l="0" t="0" r="r" b="b"/>
            <a:pathLst>
              <a:path w="364" h="339">
                <a:moveTo>
                  <a:pt x="268" y="0"/>
                </a:moveTo>
                <a:lnTo>
                  <a:pt x="192" y="0"/>
                </a:lnTo>
                <a:lnTo>
                  <a:pt x="143" y="2"/>
                </a:lnTo>
                <a:lnTo>
                  <a:pt x="141" y="34"/>
                </a:lnTo>
                <a:lnTo>
                  <a:pt x="146" y="61"/>
                </a:lnTo>
                <a:lnTo>
                  <a:pt x="152" y="82"/>
                </a:lnTo>
                <a:lnTo>
                  <a:pt x="169" y="100"/>
                </a:lnTo>
                <a:lnTo>
                  <a:pt x="186" y="106"/>
                </a:lnTo>
                <a:lnTo>
                  <a:pt x="179" y="117"/>
                </a:lnTo>
                <a:lnTo>
                  <a:pt x="161" y="129"/>
                </a:lnTo>
                <a:lnTo>
                  <a:pt x="155" y="152"/>
                </a:lnTo>
                <a:lnTo>
                  <a:pt x="141" y="156"/>
                </a:lnTo>
                <a:lnTo>
                  <a:pt x="34" y="149"/>
                </a:lnTo>
                <a:lnTo>
                  <a:pt x="18" y="158"/>
                </a:lnTo>
                <a:lnTo>
                  <a:pt x="9" y="181"/>
                </a:lnTo>
                <a:lnTo>
                  <a:pt x="9" y="199"/>
                </a:lnTo>
                <a:lnTo>
                  <a:pt x="13" y="221"/>
                </a:lnTo>
                <a:lnTo>
                  <a:pt x="0" y="251"/>
                </a:lnTo>
                <a:lnTo>
                  <a:pt x="45" y="288"/>
                </a:lnTo>
                <a:lnTo>
                  <a:pt x="77" y="306"/>
                </a:lnTo>
                <a:lnTo>
                  <a:pt x="115" y="317"/>
                </a:lnTo>
                <a:lnTo>
                  <a:pt x="173" y="339"/>
                </a:lnTo>
                <a:lnTo>
                  <a:pt x="182" y="326"/>
                </a:lnTo>
                <a:lnTo>
                  <a:pt x="195" y="317"/>
                </a:lnTo>
                <a:lnTo>
                  <a:pt x="209" y="311"/>
                </a:lnTo>
                <a:lnTo>
                  <a:pt x="228" y="308"/>
                </a:lnTo>
                <a:lnTo>
                  <a:pt x="250" y="302"/>
                </a:lnTo>
                <a:lnTo>
                  <a:pt x="264" y="292"/>
                </a:lnTo>
                <a:lnTo>
                  <a:pt x="266" y="245"/>
                </a:lnTo>
                <a:lnTo>
                  <a:pt x="287" y="221"/>
                </a:lnTo>
                <a:lnTo>
                  <a:pt x="315" y="211"/>
                </a:lnTo>
                <a:lnTo>
                  <a:pt x="352" y="203"/>
                </a:lnTo>
                <a:lnTo>
                  <a:pt x="364" y="189"/>
                </a:lnTo>
                <a:lnTo>
                  <a:pt x="339" y="184"/>
                </a:lnTo>
                <a:lnTo>
                  <a:pt x="324" y="166"/>
                </a:lnTo>
                <a:lnTo>
                  <a:pt x="307" y="161"/>
                </a:lnTo>
                <a:lnTo>
                  <a:pt x="292" y="171"/>
                </a:lnTo>
                <a:lnTo>
                  <a:pt x="269" y="171"/>
                </a:lnTo>
                <a:lnTo>
                  <a:pt x="266" y="165"/>
                </a:lnTo>
                <a:lnTo>
                  <a:pt x="269" y="77"/>
                </a:lnTo>
                <a:lnTo>
                  <a:pt x="268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41" name="Freeform 240"/>
          <p:cNvSpPr>
            <a:spLocks/>
          </p:cNvSpPr>
          <p:nvPr/>
        </p:nvSpPr>
        <p:spPr bwMode="auto">
          <a:xfrm rot="21045919">
            <a:off x="1853246" y="4408015"/>
            <a:ext cx="75068" cy="48568"/>
          </a:xfrm>
          <a:custGeom>
            <a:avLst/>
            <a:gdLst/>
            <a:ahLst/>
            <a:cxnLst>
              <a:cxn ang="0">
                <a:pos x="0" y="48"/>
              </a:cxn>
              <a:cxn ang="0">
                <a:pos x="27" y="59"/>
              </a:cxn>
              <a:cxn ang="0">
                <a:pos x="59" y="77"/>
              </a:cxn>
              <a:cxn ang="0">
                <a:pos x="99" y="97"/>
              </a:cxn>
              <a:cxn ang="0">
                <a:pos x="132" y="116"/>
              </a:cxn>
              <a:cxn ang="0">
                <a:pos x="163" y="119"/>
              </a:cxn>
              <a:cxn ang="0">
                <a:pos x="185" y="107"/>
              </a:cxn>
              <a:cxn ang="0">
                <a:pos x="199" y="105"/>
              </a:cxn>
              <a:cxn ang="0">
                <a:pos x="196" y="59"/>
              </a:cxn>
              <a:cxn ang="0">
                <a:pos x="182" y="37"/>
              </a:cxn>
              <a:cxn ang="0">
                <a:pos x="145" y="16"/>
              </a:cxn>
              <a:cxn ang="0">
                <a:pos x="91" y="0"/>
              </a:cxn>
              <a:cxn ang="0">
                <a:pos x="77" y="10"/>
              </a:cxn>
              <a:cxn ang="0">
                <a:pos x="55" y="18"/>
              </a:cxn>
              <a:cxn ang="0">
                <a:pos x="36" y="19"/>
              </a:cxn>
              <a:cxn ang="0">
                <a:pos x="22" y="27"/>
              </a:cxn>
              <a:cxn ang="0">
                <a:pos x="9" y="36"/>
              </a:cxn>
              <a:cxn ang="0">
                <a:pos x="0" y="48"/>
              </a:cxn>
            </a:cxnLst>
            <a:rect l="0" t="0" r="r" b="b"/>
            <a:pathLst>
              <a:path w="199" h="119">
                <a:moveTo>
                  <a:pt x="0" y="48"/>
                </a:moveTo>
                <a:lnTo>
                  <a:pt x="27" y="59"/>
                </a:lnTo>
                <a:lnTo>
                  <a:pt x="59" y="77"/>
                </a:lnTo>
                <a:lnTo>
                  <a:pt x="99" y="97"/>
                </a:lnTo>
                <a:lnTo>
                  <a:pt x="132" y="116"/>
                </a:lnTo>
                <a:lnTo>
                  <a:pt x="163" y="119"/>
                </a:lnTo>
                <a:lnTo>
                  <a:pt x="185" y="107"/>
                </a:lnTo>
                <a:lnTo>
                  <a:pt x="199" y="105"/>
                </a:lnTo>
                <a:lnTo>
                  <a:pt x="196" y="59"/>
                </a:lnTo>
                <a:lnTo>
                  <a:pt x="182" y="37"/>
                </a:lnTo>
                <a:lnTo>
                  <a:pt x="145" y="16"/>
                </a:lnTo>
                <a:lnTo>
                  <a:pt x="91" y="0"/>
                </a:lnTo>
                <a:lnTo>
                  <a:pt x="77" y="10"/>
                </a:lnTo>
                <a:lnTo>
                  <a:pt x="55" y="18"/>
                </a:lnTo>
                <a:lnTo>
                  <a:pt x="36" y="19"/>
                </a:lnTo>
                <a:lnTo>
                  <a:pt x="22" y="27"/>
                </a:lnTo>
                <a:lnTo>
                  <a:pt x="9" y="36"/>
                </a:lnTo>
                <a:lnTo>
                  <a:pt x="0" y="4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42" name="Freeform 241"/>
          <p:cNvSpPr>
            <a:spLocks/>
          </p:cNvSpPr>
          <p:nvPr/>
        </p:nvSpPr>
        <p:spPr bwMode="auto">
          <a:xfrm rot="21045919">
            <a:off x="1880989" y="4343836"/>
            <a:ext cx="187670" cy="105808"/>
          </a:xfrm>
          <a:custGeom>
            <a:avLst/>
            <a:gdLst/>
            <a:ahLst/>
            <a:cxnLst>
              <a:cxn ang="0">
                <a:pos x="100" y="18"/>
              </a:cxn>
              <a:cxn ang="0">
                <a:pos x="169" y="18"/>
              </a:cxn>
              <a:cxn ang="0">
                <a:pos x="201" y="10"/>
              </a:cxn>
              <a:cxn ang="0">
                <a:pos x="224" y="0"/>
              </a:cxn>
              <a:cxn ang="0">
                <a:pos x="321" y="4"/>
              </a:cxn>
              <a:cxn ang="0">
                <a:pos x="416" y="8"/>
              </a:cxn>
              <a:cxn ang="0">
                <a:pos x="434" y="18"/>
              </a:cxn>
              <a:cxn ang="0">
                <a:pos x="430" y="28"/>
              </a:cxn>
              <a:cxn ang="0">
                <a:pos x="420" y="32"/>
              </a:cxn>
              <a:cxn ang="0">
                <a:pos x="424" y="45"/>
              </a:cxn>
              <a:cxn ang="0">
                <a:pos x="434" y="50"/>
              </a:cxn>
              <a:cxn ang="0">
                <a:pos x="458" y="54"/>
              </a:cxn>
              <a:cxn ang="0">
                <a:pos x="476" y="62"/>
              </a:cxn>
              <a:cxn ang="0">
                <a:pos x="487" y="76"/>
              </a:cxn>
              <a:cxn ang="0">
                <a:pos x="472" y="85"/>
              </a:cxn>
              <a:cxn ang="0">
                <a:pos x="458" y="99"/>
              </a:cxn>
              <a:cxn ang="0">
                <a:pos x="425" y="118"/>
              </a:cxn>
              <a:cxn ang="0">
                <a:pos x="402" y="118"/>
              </a:cxn>
              <a:cxn ang="0">
                <a:pos x="349" y="101"/>
              </a:cxn>
              <a:cxn ang="0">
                <a:pos x="329" y="105"/>
              </a:cxn>
              <a:cxn ang="0">
                <a:pos x="317" y="141"/>
              </a:cxn>
              <a:cxn ang="0">
                <a:pos x="311" y="156"/>
              </a:cxn>
              <a:cxn ang="0">
                <a:pos x="297" y="161"/>
              </a:cxn>
              <a:cxn ang="0">
                <a:pos x="265" y="159"/>
              </a:cxn>
              <a:cxn ang="0">
                <a:pos x="223" y="159"/>
              </a:cxn>
              <a:cxn ang="0">
                <a:pos x="206" y="173"/>
              </a:cxn>
              <a:cxn ang="0">
                <a:pos x="196" y="199"/>
              </a:cxn>
              <a:cxn ang="0">
                <a:pos x="182" y="233"/>
              </a:cxn>
              <a:cxn ang="0">
                <a:pos x="159" y="251"/>
              </a:cxn>
              <a:cxn ang="0">
                <a:pos x="120" y="265"/>
              </a:cxn>
              <a:cxn ang="0">
                <a:pos x="121" y="241"/>
              </a:cxn>
              <a:cxn ang="0">
                <a:pos x="109" y="227"/>
              </a:cxn>
              <a:cxn ang="0">
                <a:pos x="106" y="179"/>
              </a:cxn>
              <a:cxn ang="0">
                <a:pos x="92" y="158"/>
              </a:cxn>
              <a:cxn ang="0">
                <a:pos x="55" y="136"/>
              </a:cxn>
              <a:cxn ang="0">
                <a:pos x="0" y="121"/>
              </a:cxn>
              <a:cxn ang="0">
                <a:pos x="2" y="74"/>
              </a:cxn>
              <a:cxn ang="0">
                <a:pos x="23" y="50"/>
              </a:cxn>
              <a:cxn ang="0">
                <a:pos x="51" y="40"/>
              </a:cxn>
              <a:cxn ang="0">
                <a:pos x="88" y="32"/>
              </a:cxn>
              <a:cxn ang="0">
                <a:pos x="100" y="18"/>
              </a:cxn>
            </a:cxnLst>
            <a:rect l="0" t="0" r="r" b="b"/>
            <a:pathLst>
              <a:path w="487" h="265">
                <a:moveTo>
                  <a:pt x="100" y="18"/>
                </a:moveTo>
                <a:lnTo>
                  <a:pt x="169" y="18"/>
                </a:lnTo>
                <a:lnTo>
                  <a:pt x="201" y="10"/>
                </a:lnTo>
                <a:lnTo>
                  <a:pt x="224" y="0"/>
                </a:lnTo>
                <a:lnTo>
                  <a:pt x="321" y="4"/>
                </a:lnTo>
                <a:lnTo>
                  <a:pt x="416" y="8"/>
                </a:lnTo>
                <a:lnTo>
                  <a:pt x="434" y="18"/>
                </a:lnTo>
                <a:lnTo>
                  <a:pt x="430" y="28"/>
                </a:lnTo>
                <a:lnTo>
                  <a:pt x="420" y="32"/>
                </a:lnTo>
                <a:lnTo>
                  <a:pt x="424" y="45"/>
                </a:lnTo>
                <a:lnTo>
                  <a:pt x="434" y="50"/>
                </a:lnTo>
                <a:lnTo>
                  <a:pt x="458" y="54"/>
                </a:lnTo>
                <a:lnTo>
                  <a:pt x="476" y="62"/>
                </a:lnTo>
                <a:lnTo>
                  <a:pt x="487" y="76"/>
                </a:lnTo>
                <a:lnTo>
                  <a:pt x="472" y="85"/>
                </a:lnTo>
                <a:lnTo>
                  <a:pt x="458" y="99"/>
                </a:lnTo>
                <a:lnTo>
                  <a:pt x="425" y="118"/>
                </a:lnTo>
                <a:lnTo>
                  <a:pt x="402" y="118"/>
                </a:lnTo>
                <a:lnTo>
                  <a:pt x="349" y="101"/>
                </a:lnTo>
                <a:lnTo>
                  <a:pt x="329" y="105"/>
                </a:lnTo>
                <a:lnTo>
                  <a:pt x="317" y="141"/>
                </a:lnTo>
                <a:lnTo>
                  <a:pt x="311" y="156"/>
                </a:lnTo>
                <a:lnTo>
                  <a:pt x="297" y="161"/>
                </a:lnTo>
                <a:lnTo>
                  <a:pt x="265" y="159"/>
                </a:lnTo>
                <a:lnTo>
                  <a:pt x="223" y="159"/>
                </a:lnTo>
                <a:lnTo>
                  <a:pt x="206" y="173"/>
                </a:lnTo>
                <a:lnTo>
                  <a:pt x="196" y="199"/>
                </a:lnTo>
                <a:lnTo>
                  <a:pt x="182" y="233"/>
                </a:lnTo>
                <a:lnTo>
                  <a:pt x="159" y="251"/>
                </a:lnTo>
                <a:lnTo>
                  <a:pt x="120" y="265"/>
                </a:lnTo>
                <a:lnTo>
                  <a:pt x="121" y="241"/>
                </a:lnTo>
                <a:lnTo>
                  <a:pt x="109" y="227"/>
                </a:lnTo>
                <a:lnTo>
                  <a:pt x="106" y="179"/>
                </a:lnTo>
                <a:lnTo>
                  <a:pt x="92" y="158"/>
                </a:lnTo>
                <a:lnTo>
                  <a:pt x="55" y="136"/>
                </a:lnTo>
                <a:lnTo>
                  <a:pt x="0" y="121"/>
                </a:lnTo>
                <a:lnTo>
                  <a:pt x="2" y="74"/>
                </a:lnTo>
                <a:lnTo>
                  <a:pt x="23" y="50"/>
                </a:lnTo>
                <a:lnTo>
                  <a:pt x="51" y="40"/>
                </a:lnTo>
                <a:lnTo>
                  <a:pt x="88" y="32"/>
                </a:lnTo>
                <a:lnTo>
                  <a:pt x="100" y="1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43" name="Freeform 242"/>
          <p:cNvSpPr>
            <a:spLocks/>
          </p:cNvSpPr>
          <p:nvPr/>
        </p:nvSpPr>
        <p:spPr bwMode="auto">
          <a:xfrm rot="21045919">
            <a:off x="1934842" y="4368119"/>
            <a:ext cx="145240" cy="149172"/>
          </a:xfrm>
          <a:custGeom>
            <a:avLst/>
            <a:gdLst/>
            <a:ahLst/>
            <a:cxnLst>
              <a:cxn ang="0">
                <a:pos x="290" y="370"/>
              </a:cxn>
              <a:cxn ang="0">
                <a:pos x="300" y="329"/>
              </a:cxn>
              <a:cxn ang="0">
                <a:pos x="294" y="299"/>
              </a:cxn>
              <a:cxn ang="0">
                <a:pos x="300" y="275"/>
              </a:cxn>
              <a:cxn ang="0">
                <a:pos x="309" y="265"/>
              </a:cxn>
              <a:cxn ang="0">
                <a:pos x="324" y="256"/>
              </a:cxn>
              <a:cxn ang="0">
                <a:pos x="336" y="238"/>
              </a:cxn>
              <a:cxn ang="0">
                <a:pos x="332" y="208"/>
              </a:cxn>
              <a:cxn ang="0">
                <a:pos x="333" y="164"/>
              </a:cxn>
              <a:cxn ang="0">
                <a:pos x="348" y="116"/>
              </a:cxn>
              <a:cxn ang="0">
                <a:pos x="365" y="85"/>
              </a:cxn>
              <a:cxn ang="0">
                <a:pos x="372" y="52"/>
              </a:cxn>
              <a:cxn ang="0">
                <a:pos x="380" y="23"/>
              </a:cxn>
              <a:cxn ang="0">
                <a:pos x="371" y="0"/>
              </a:cxn>
              <a:cxn ang="0">
                <a:pos x="356" y="9"/>
              </a:cxn>
              <a:cxn ang="0">
                <a:pos x="342" y="23"/>
              </a:cxn>
              <a:cxn ang="0">
                <a:pos x="309" y="42"/>
              </a:cxn>
              <a:cxn ang="0">
                <a:pos x="286" y="42"/>
              </a:cxn>
              <a:cxn ang="0">
                <a:pos x="233" y="25"/>
              </a:cxn>
              <a:cxn ang="0">
                <a:pos x="213" y="29"/>
              </a:cxn>
              <a:cxn ang="0">
                <a:pos x="201" y="65"/>
              </a:cxn>
              <a:cxn ang="0">
                <a:pos x="195" y="80"/>
              </a:cxn>
              <a:cxn ang="0">
                <a:pos x="181" y="85"/>
              </a:cxn>
              <a:cxn ang="0">
                <a:pos x="149" y="83"/>
              </a:cxn>
              <a:cxn ang="0">
                <a:pos x="107" y="83"/>
              </a:cxn>
              <a:cxn ang="0">
                <a:pos x="90" y="97"/>
              </a:cxn>
              <a:cxn ang="0">
                <a:pos x="80" y="123"/>
              </a:cxn>
              <a:cxn ang="0">
                <a:pos x="66" y="157"/>
              </a:cxn>
              <a:cxn ang="0">
                <a:pos x="43" y="175"/>
              </a:cxn>
              <a:cxn ang="0">
                <a:pos x="4" y="189"/>
              </a:cxn>
              <a:cxn ang="0">
                <a:pos x="0" y="193"/>
              </a:cxn>
              <a:cxn ang="0">
                <a:pos x="0" y="207"/>
              </a:cxn>
              <a:cxn ang="0">
                <a:pos x="9" y="221"/>
              </a:cxn>
              <a:cxn ang="0">
                <a:pos x="66" y="274"/>
              </a:cxn>
              <a:cxn ang="0">
                <a:pos x="85" y="302"/>
              </a:cxn>
              <a:cxn ang="0">
                <a:pos x="117" y="330"/>
              </a:cxn>
              <a:cxn ang="0">
                <a:pos x="134" y="362"/>
              </a:cxn>
              <a:cxn ang="0">
                <a:pos x="178" y="349"/>
              </a:cxn>
              <a:cxn ang="0">
                <a:pos x="198" y="340"/>
              </a:cxn>
              <a:cxn ang="0">
                <a:pos x="216" y="338"/>
              </a:cxn>
              <a:cxn ang="0">
                <a:pos x="236" y="345"/>
              </a:cxn>
              <a:cxn ang="0">
                <a:pos x="249" y="362"/>
              </a:cxn>
              <a:cxn ang="0">
                <a:pos x="264" y="367"/>
              </a:cxn>
              <a:cxn ang="0">
                <a:pos x="290" y="370"/>
              </a:cxn>
            </a:cxnLst>
            <a:rect l="0" t="0" r="r" b="b"/>
            <a:pathLst>
              <a:path w="380" h="370">
                <a:moveTo>
                  <a:pt x="290" y="370"/>
                </a:moveTo>
                <a:lnTo>
                  <a:pt x="300" y="329"/>
                </a:lnTo>
                <a:lnTo>
                  <a:pt x="294" y="299"/>
                </a:lnTo>
                <a:lnTo>
                  <a:pt x="300" y="275"/>
                </a:lnTo>
                <a:lnTo>
                  <a:pt x="309" y="265"/>
                </a:lnTo>
                <a:lnTo>
                  <a:pt x="324" y="256"/>
                </a:lnTo>
                <a:lnTo>
                  <a:pt x="336" y="238"/>
                </a:lnTo>
                <a:lnTo>
                  <a:pt x="332" y="208"/>
                </a:lnTo>
                <a:lnTo>
                  <a:pt x="333" y="164"/>
                </a:lnTo>
                <a:lnTo>
                  <a:pt x="348" y="116"/>
                </a:lnTo>
                <a:lnTo>
                  <a:pt x="365" y="85"/>
                </a:lnTo>
                <a:lnTo>
                  <a:pt x="372" y="52"/>
                </a:lnTo>
                <a:lnTo>
                  <a:pt x="380" y="23"/>
                </a:lnTo>
                <a:lnTo>
                  <a:pt x="371" y="0"/>
                </a:lnTo>
                <a:lnTo>
                  <a:pt x="356" y="9"/>
                </a:lnTo>
                <a:lnTo>
                  <a:pt x="342" y="23"/>
                </a:lnTo>
                <a:lnTo>
                  <a:pt x="309" y="42"/>
                </a:lnTo>
                <a:lnTo>
                  <a:pt x="286" y="42"/>
                </a:lnTo>
                <a:lnTo>
                  <a:pt x="233" y="25"/>
                </a:lnTo>
                <a:lnTo>
                  <a:pt x="213" y="29"/>
                </a:lnTo>
                <a:lnTo>
                  <a:pt x="201" y="65"/>
                </a:lnTo>
                <a:lnTo>
                  <a:pt x="195" y="80"/>
                </a:lnTo>
                <a:lnTo>
                  <a:pt x="181" y="85"/>
                </a:lnTo>
                <a:lnTo>
                  <a:pt x="149" y="83"/>
                </a:lnTo>
                <a:lnTo>
                  <a:pt x="107" y="83"/>
                </a:lnTo>
                <a:lnTo>
                  <a:pt x="90" y="97"/>
                </a:lnTo>
                <a:lnTo>
                  <a:pt x="80" y="123"/>
                </a:lnTo>
                <a:lnTo>
                  <a:pt x="66" y="157"/>
                </a:lnTo>
                <a:lnTo>
                  <a:pt x="43" y="175"/>
                </a:lnTo>
                <a:lnTo>
                  <a:pt x="4" y="189"/>
                </a:lnTo>
                <a:lnTo>
                  <a:pt x="0" y="193"/>
                </a:lnTo>
                <a:lnTo>
                  <a:pt x="0" y="207"/>
                </a:lnTo>
                <a:lnTo>
                  <a:pt x="9" y="221"/>
                </a:lnTo>
                <a:lnTo>
                  <a:pt x="66" y="274"/>
                </a:lnTo>
                <a:lnTo>
                  <a:pt x="85" y="302"/>
                </a:lnTo>
                <a:lnTo>
                  <a:pt x="117" y="330"/>
                </a:lnTo>
                <a:lnTo>
                  <a:pt x="134" y="362"/>
                </a:lnTo>
                <a:lnTo>
                  <a:pt x="178" y="349"/>
                </a:lnTo>
                <a:lnTo>
                  <a:pt x="198" y="340"/>
                </a:lnTo>
                <a:lnTo>
                  <a:pt x="216" y="338"/>
                </a:lnTo>
                <a:lnTo>
                  <a:pt x="236" y="345"/>
                </a:lnTo>
                <a:lnTo>
                  <a:pt x="249" y="362"/>
                </a:lnTo>
                <a:lnTo>
                  <a:pt x="264" y="367"/>
                </a:lnTo>
                <a:lnTo>
                  <a:pt x="290" y="37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44" name="Freeform 243"/>
          <p:cNvSpPr>
            <a:spLocks/>
          </p:cNvSpPr>
          <p:nvPr/>
        </p:nvSpPr>
        <p:spPr bwMode="auto">
          <a:xfrm rot="21045919">
            <a:off x="2000120" y="4499947"/>
            <a:ext cx="96283" cy="119685"/>
          </a:xfrm>
          <a:custGeom>
            <a:avLst/>
            <a:gdLst/>
            <a:ahLst/>
            <a:cxnLst>
              <a:cxn ang="0">
                <a:pos x="13" y="24"/>
              </a:cxn>
              <a:cxn ang="0">
                <a:pos x="0" y="62"/>
              </a:cxn>
              <a:cxn ang="0">
                <a:pos x="0" y="87"/>
              </a:cxn>
              <a:cxn ang="0">
                <a:pos x="26" y="110"/>
              </a:cxn>
              <a:cxn ang="0">
                <a:pos x="44" y="119"/>
              </a:cxn>
              <a:cxn ang="0">
                <a:pos x="64" y="115"/>
              </a:cxn>
              <a:cxn ang="0">
                <a:pos x="78" y="129"/>
              </a:cxn>
              <a:cxn ang="0">
                <a:pos x="82" y="165"/>
              </a:cxn>
              <a:cxn ang="0">
                <a:pos x="99" y="158"/>
              </a:cxn>
              <a:cxn ang="0">
                <a:pos x="138" y="186"/>
              </a:cxn>
              <a:cxn ang="0">
                <a:pos x="165" y="222"/>
              </a:cxn>
              <a:cxn ang="0">
                <a:pos x="168" y="253"/>
              </a:cxn>
              <a:cxn ang="0">
                <a:pos x="177" y="268"/>
              </a:cxn>
              <a:cxn ang="0">
                <a:pos x="199" y="271"/>
              </a:cxn>
              <a:cxn ang="0">
                <a:pos x="220" y="285"/>
              </a:cxn>
              <a:cxn ang="0">
                <a:pos x="231" y="295"/>
              </a:cxn>
              <a:cxn ang="0">
                <a:pos x="220" y="285"/>
              </a:cxn>
              <a:cxn ang="0">
                <a:pos x="214" y="257"/>
              </a:cxn>
              <a:cxn ang="0">
                <a:pos x="218" y="234"/>
              </a:cxn>
              <a:cxn ang="0">
                <a:pos x="224" y="225"/>
              </a:cxn>
              <a:cxn ang="0">
                <a:pos x="234" y="218"/>
              </a:cxn>
              <a:cxn ang="0">
                <a:pos x="234" y="204"/>
              </a:cxn>
              <a:cxn ang="0">
                <a:pos x="220" y="186"/>
              </a:cxn>
              <a:cxn ang="0">
                <a:pos x="246" y="154"/>
              </a:cxn>
              <a:cxn ang="0">
                <a:pos x="252" y="148"/>
              </a:cxn>
              <a:cxn ang="0">
                <a:pos x="226" y="115"/>
              </a:cxn>
              <a:cxn ang="0">
                <a:pos x="168" y="32"/>
              </a:cxn>
              <a:cxn ang="0">
                <a:pos x="142" y="29"/>
              </a:cxn>
              <a:cxn ang="0">
                <a:pos x="127" y="24"/>
              </a:cxn>
              <a:cxn ang="0">
                <a:pos x="115" y="7"/>
              </a:cxn>
              <a:cxn ang="0">
                <a:pos x="95" y="0"/>
              </a:cxn>
              <a:cxn ang="0">
                <a:pos x="77" y="2"/>
              </a:cxn>
              <a:cxn ang="0">
                <a:pos x="58" y="11"/>
              </a:cxn>
              <a:cxn ang="0">
                <a:pos x="13" y="24"/>
              </a:cxn>
            </a:cxnLst>
            <a:rect l="0" t="0" r="r" b="b"/>
            <a:pathLst>
              <a:path w="252" h="295">
                <a:moveTo>
                  <a:pt x="13" y="24"/>
                </a:moveTo>
                <a:lnTo>
                  <a:pt x="0" y="62"/>
                </a:lnTo>
                <a:lnTo>
                  <a:pt x="0" y="87"/>
                </a:lnTo>
                <a:lnTo>
                  <a:pt x="26" y="110"/>
                </a:lnTo>
                <a:lnTo>
                  <a:pt x="44" y="119"/>
                </a:lnTo>
                <a:lnTo>
                  <a:pt x="64" y="115"/>
                </a:lnTo>
                <a:lnTo>
                  <a:pt x="78" y="129"/>
                </a:lnTo>
                <a:lnTo>
                  <a:pt x="82" y="165"/>
                </a:lnTo>
                <a:lnTo>
                  <a:pt x="99" y="158"/>
                </a:lnTo>
                <a:lnTo>
                  <a:pt x="138" y="186"/>
                </a:lnTo>
                <a:lnTo>
                  <a:pt x="165" y="222"/>
                </a:lnTo>
                <a:lnTo>
                  <a:pt x="168" y="253"/>
                </a:lnTo>
                <a:lnTo>
                  <a:pt x="177" y="268"/>
                </a:lnTo>
                <a:lnTo>
                  <a:pt x="199" y="271"/>
                </a:lnTo>
                <a:lnTo>
                  <a:pt x="220" y="285"/>
                </a:lnTo>
                <a:lnTo>
                  <a:pt x="231" y="295"/>
                </a:lnTo>
                <a:lnTo>
                  <a:pt x="220" y="285"/>
                </a:lnTo>
                <a:lnTo>
                  <a:pt x="214" y="257"/>
                </a:lnTo>
                <a:lnTo>
                  <a:pt x="218" y="234"/>
                </a:lnTo>
                <a:lnTo>
                  <a:pt x="224" y="225"/>
                </a:lnTo>
                <a:lnTo>
                  <a:pt x="234" y="218"/>
                </a:lnTo>
                <a:lnTo>
                  <a:pt x="234" y="204"/>
                </a:lnTo>
                <a:lnTo>
                  <a:pt x="220" y="186"/>
                </a:lnTo>
                <a:lnTo>
                  <a:pt x="246" y="154"/>
                </a:lnTo>
                <a:lnTo>
                  <a:pt x="252" y="148"/>
                </a:lnTo>
                <a:lnTo>
                  <a:pt x="226" y="115"/>
                </a:lnTo>
                <a:lnTo>
                  <a:pt x="168" y="32"/>
                </a:lnTo>
                <a:lnTo>
                  <a:pt x="142" y="29"/>
                </a:lnTo>
                <a:lnTo>
                  <a:pt x="127" y="24"/>
                </a:lnTo>
                <a:lnTo>
                  <a:pt x="115" y="7"/>
                </a:lnTo>
                <a:lnTo>
                  <a:pt x="95" y="0"/>
                </a:lnTo>
                <a:lnTo>
                  <a:pt x="77" y="2"/>
                </a:lnTo>
                <a:lnTo>
                  <a:pt x="58" y="11"/>
                </a:lnTo>
                <a:lnTo>
                  <a:pt x="13" y="2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45" name="Freeform 244"/>
          <p:cNvSpPr>
            <a:spLocks/>
          </p:cNvSpPr>
          <p:nvPr/>
        </p:nvSpPr>
        <p:spPr bwMode="auto">
          <a:xfrm rot="21045919">
            <a:off x="2084977" y="4539842"/>
            <a:ext cx="194198" cy="88463"/>
          </a:xfrm>
          <a:custGeom>
            <a:avLst/>
            <a:gdLst/>
            <a:ahLst/>
            <a:cxnLst>
              <a:cxn ang="0">
                <a:pos x="38" y="0"/>
              </a:cxn>
              <a:cxn ang="0">
                <a:pos x="72" y="34"/>
              </a:cxn>
              <a:cxn ang="0">
                <a:pos x="86" y="67"/>
              </a:cxn>
              <a:cxn ang="0">
                <a:pos x="114" y="71"/>
              </a:cxn>
              <a:cxn ang="0">
                <a:pos x="142" y="86"/>
              </a:cxn>
              <a:cxn ang="0">
                <a:pos x="197" y="81"/>
              </a:cxn>
              <a:cxn ang="0">
                <a:pos x="227" y="62"/>
              </a:cxn>
              <a:cxn ang="0">
                <a:pos x="255" y="57"/>
              </a:cxn>
              <a:cxn ang="0">
                <a:pos x="282" y="44"/>
              </a:cxn>
              <a:cxn ang="0">
                <a:pos x="311" y="39"/>
              </a:cxn>
              <a:cxn ang="0">
                <a:pos x="339" y="49"/>
              </a:cxn>
              <a:cxn ang="0">
                <a:pos x="380" y="49"/>
              </a:cxn>
              <a:cxn ang="0">
                <a:pos x="445" y="91"/>
              </a:cxn>
              <a:cxn ang="0">
                <a:pos x="489" y="127"/>
              </a:cxn>
              <a:cxn ang="0">
                <a:pos x="503" y="136"/>
              </a:cxn>
              <a:cxn ang="0">
                <a:pos x="509" y="146"/>
              </a:cxn>
              <a:cxn ang="0">
                <a:pos x="503" y="151"/>
              </a:cxn>
              <a:cxn ang="0">
                <a:pos x="479" y="155"/>
              </a:cxn>
              <a:cxn ang="0">
                <a:pos x="479" y="169"/>
              </a:cxn>
              <a:cxn ang="0">
                <a:pos x="493" y="188"/>
              </a:cxn>
              <a:cxn ang="0">
                <a:pos x="493" y="206"/>
              </a:cxn>
              <a:cxn ang="0">
                <a:pos x="484" y="222"/>
              </a:cxn>
              <a:cxn ang="0">
                <a:pos x="468" y="219"/>
              </a:cxn>
              <a:cxn ang="0">
                <a:pos x="442" y="208"/>
              </a:cxn>
              <a:cxn ang="0">
                <a:pos x="413" y="208"/>
              </a:cxn>
              <a:cxn ang="0">
                <a:pos x="410" y="188"/>
              </a:cxn>
              <a:cxn ang="0">
                <a:pos x="411" y="165"/>
              </a:cxn>
              <a:cxn ang="0">
                <a:pos x="427" y="146"/>
              </a:cxn>
              <a:cxn ang="0">
                <a:pos x="438" y="136"/>
              </a:cxn>
              <a:cxn ang="0">
                <a:pos x="438" y="132"/>
              </a:cxn>
              <a:cxn ang="0">
                <a:pos x="419" y="118"/>
              </a:cxn>
              <a:cxn ang="0">
                <a:pos x="372" y="105"/>
              </a:cxn>
              <a:cxn ang="0">
                <a:pos x="356" y="95"/>
              </a:cxn>
              <a:cxn ang="0">
                <a:pos x="324" y="86"/>
              </a:cxn>
              <a:cxn ang="0">
                <a:pos x="301" y="82"/>
              </a:cxn>
              <a:cxn ang="0">
                <a:pos x="292" y="86"/>
              </a:cxn>
              <a:cxn ang="0">
                <a:pos x="287" y="105"/>
              </a:cxn>
              <a:cxn ang="0">
                <a:pos x="282" y="118"/>
              </a:cxn>
              <a:cxn ang="0">
                <a:pos x="250" y="127"/>
              </a:cxn>
              <a:cxn ang="0">
                <a:pos x="243" y="142"/>
              </a:cxn>
              <a:cxn ang="0">
                <a:pos x="268" y="170"/>
              </a:cxn>
              <a:cxn ang="0">
                <a:pos x="272" y="196"/>
              </a:cxn>
              <a:cxn ang="0">
                <a:pos x="261" y="215"/>
              </a:cxn>
              <a:cxn ang="0">
                <a:pos x="229" y="223"/>
              </a:cxn>
              <a:cxn ang="0">
                <a:pos x="205" y="202"/>
              </a:cxn>
              <a:cxn ang="0">
                <a:pos x="184" y="169"/>
              </a:cxn>
              <a:cxn ang="0">
                <a:pos x="165" y="169"/>
              </a:cxn>
              <a:cxn ang="0">
                <a:pos x="156" y="174"/>
              </a:cxn>
              <a:cxn ang="0">
                <a:pos x="123" y="141"/>
              </a:cxn>
              <a:cxn ang="0">
                <a:pos x="91" y="118"/>
              </a:cxn>
              <a:cxn ang="0">
                <a:pos x="77" y="118"/>
              </a:cxn>
              <a:cxn ang="0">
                <a:pos x="47" y="127"/>
              </a:cxn>
              <a:cxn ang="0">
                <a:pos x="29" y="141"/>
              </a:cxn>
              <a:cxn ang="0">
                <a:pos x="17" y="146"/>
              </a:cxn>
              <a:cxn ang="0">
                <a:pos x="6" y="136"/>
              </a:cxn>
              <a:cxn ang="0">
                <a:pos x="0" y="109"/>
              </a:cxn>
              <a:cxn ang="0">
                <a:pos x="4" y="86"/>
              </a:cxn>
              <a:cxn ang="0">
                <a:pos x="10" y="77"/>
              </a:cxn>
              <a:cxn ang="0">
                <a:pos x="20" y="71"/>
              </a:cxn>
              <a:cxn ang="0">
                <a:pos x="20" y="57"/>
              </a:cxn>
              <a:cxn ang="0">
                <a:pos x="6" y="39"/>
              </a:cxn>
              <a:cxn ang="0">
                <a:pos x="32" y="7"/>
              </a:cxn>
              <a:cxn ang="0">
                <a:pos x="38" y="0"/>
              </a:cxn>
            </a:cxnLst>
            <a:rect l="0" t="0" r="r" b="b"/>
            <a:pathLst>
              <a:path w="509" h="223">
                <a:moveTo>
                  <a:pt x="38" y="0"/>
                </a:moveTo>
                <a:lnTo>
                  <a:pt x="72" y="34"/>
                </a:lnTo>
                <a:lnTo>
                  <a:pt x="86" y="67"/>
                </a:lnTo>
                <a:lnTo>
                  <a:pt x="114" y="71"/>
                </a:lnTo>
                <a:lnTo>
                  <a:pt x="142" y="86"/>
                </a:lnTo>
                <a:lnTo>
                  <a:pt x="197" y="81"/>
                </a:lnTo>
                <a:lnTo>
                  <a:pt x="227" y="62"/>
                </a:lnTo>
                <a:lnTo>
                  <a:pt x="255" y="57"/>
                </a:lnTo>
                <a:lnTo>
                  <a:pt x="282" y="44"/>
                </a:lnTo>
                <a:lnTo>
                  <a:pt x="311" y="39"/>
                </a:lnTo>
                <a:lnTo>
                  <a:pt x="339" y="49"/>
                </a:lnTo>
                <a:lnTo>
                  <a:pt x="380" y="49"/>
                </a:lnTo>
                <a:lnTo>
                  <a:pt x="445" y="91"/>
                </a:lnTo>
                <a:lnTo>
                  <a:pt x="489" y="127"/>
                </a:lnTo>
                <a:lnTo>
                  <a:pt x="503" y="136"/>
                </a:lnTo>
                <a:lnTo>
                  <a:pt x="509" y="146"/>
                </a:lnTo>
                <a:lnTo>
                  <a:pt x="503" y="151"/>
                </a:lnTo>
                <a:lnTo>
                  <a:pt x="479" y="155"/>
                </a:lnTo>
                <a:lnTo>
                  <a:pt x="479" y="169"/>
                </a:lnTo>
                <a:lnTo>
                  <a:pt x="493" y="188"/>
                </a:lnTo>
                <a:lnTo>
                  <a:pt x="493" y="206"/>
                </a:lnTo>
                <a:lnTo>
                  <a:pt x="484" y="222"/>
                </a:lnTo>
                <a:lnTo>
                  <a:pt x="468" y="219"/>
                </a:lnTo>
                <a:lnTo>
                  <a:pt x="442" y="208"/>
                </a:lnTo>
                <a:lnTo>
                  <a:pt x="413" y="208"/>
                </a:lnTo>
                <a:lnTo>
                  <a:pt x="410" y="188"/>
                </a:lnTo>
                <a:lnTo>
                  <a:pt x="411" y="165"/>
                </a:lnTo>
                <a:lnTo>
                  <a:pt x="427" y="146"/>
                </a:lnTo>
                <a:lnTo>
                  <a:pt x="438" y="136"/>
                </a:lnTo>
                <a:lnTo>
                  <a:pt x="438" y="132"/>
                </a:lnTo>
                <a:lnTo>
                  <a:pt x="419" y="118"/>
                </a:lnTo>
                <a:lnTo>
                  <a:pt x="372" y="105"/>
                </a:lnTo>
                <a:lnTo>
                  <a:pt x="356" y="95"/>
                </a:lnTo>
                <a:lnTo>
                  <a:pt x="324" y="86"/>
                </a:lnTo>
                <a:lnTo>
                  <a:pt x="301" y="82"/>
                </a:lnTo>
                <a:lnTo>
                  <a:pt x="292" y="86"/>
                </a:lnTo>
                <a:lnTo>
                  <a:pt x="287" y="105"/>
                </a:lnTo>
                <a:lnTo>
                  <a:pt x="282" y="118"/>
                </a:lnTo>
                <a:lnTo>
                  <a:pt x="250" y="127"/>
                </a:lnTo>
                <a:lnTo>
                  <a:pt x="243" y="142"/>
                </a:lnTo>
                <a:lnTo>
                  <a:pt x="268" y="170"/>
                </a:lnTo>
                <a:lnTo>
                  <a:pt x="272" y="196"/>
                </a:lnTo>
                <a:lnTo>
                  <a:pt x="261" y="215"/>
                </a:lnTo>
                <a:lnTo>
                  <a:pt x="229" y="223"/>
                </a:lnTo>
                <a:lnTo>
                  <a:pt x="205" y="202"/>
                </a:lnTo>
                <a:lnTo>
                  <a:pt x="184" y="169"/>
                </a:lnTo>
                <a:lnTo>
                  <a:pt x="165" y="169"/>
                </a:lnTo>
                <a:lnTo>
                  <a:pt x="156" y="174"/>
                </a:lnTo>
                <a:lnTo>
                  <a:pt x="123" y="141"/>
                </a:lnTo>
                <a:lnTo>
                  <a:pt x="91" y="118"/>
                </a:lnTo>
                <a:lnTo>
                  <a:pt x="77" y="118"/>
                </a:lnTo>
                <a:lnTo>
                  <a:pt x="47" y="127"/>
                </a:lnTo>
                <a:lnTo>
                  <a:pt x="29" y="141"/>
                </a:lnTo>
                <a:lnTo>
                  <a:pt x="17" y="146"/>
                </a:lnTo>
                <a:lnTo>
                  <a:pt x="6" y="136"/>
                </a:lnTo>
                <a:lnTo>
                  <a:pt x="0" y="109"/>
                </a:lnTo>
                <a:lnTo>
                  <a:pt x="4" y="86"/>
                </a:lnTo>
                <a:lnTo>
                  <a:pt x="10" y="77"/>
                </a:lnTo>
                <a:lnTo>
                  <a:pt x="20" y="71"/>
                </a:lnTo>
                <a:lnTo>
                  <a:pt x="20" y="57"/>
                </a:lnTo>
                <a:lnTo>
                  <a:pt x="6" y="39"/>
                </a:lnTo>
                <a:lnTo>
                  <a:pt x="32" y="7"/>
                </a:lnTo>
                <a:lnTo>
                  <a:pt x="38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46" name="Freeform 245"/>
          <p:cNvSpPr>
            <a:spLocks/>
          </p:cNvSpPr>
          <p:nvPr/>
        </p:nvSpPr>
        <p:spPr bwMode="auto">
          <a:xfrm rot="21045919">
            <a:off x="2318341" y="4168646"/>
            <a:ext cx="110970" cy="83259"/>
          </a:xfrm>
          <a:custGeom>
            <a:avLst/>
            <a:gdLst/>
            <a:ahLst/>
            <a:cxnLst>
              <a:cxn ang="0">
                <a:pos x="254" y="7"/>
              </a:cxn>
              <a:cxn ang="0">
                <a:pos x="205" y="11"/>
              </a:cxn>
              <a:cxn ang="0">
                <a:pos x="152" y="0"/>
              </a:cxn>
              <a:cxn ang="0">
                <a:pos x="127" y="0"/>
              </a:cxn>
              <a:cxn ang="0">
                <a:pos x="111" y="14"/>
              </a:cxn>
              <a:cxn ang="0">
                <a:pos x="111" y="30"/>
              </a:cxn>
              <a:cxn ang="0">
                <a:pos x="117" y="40"/>
              </a:cxn>
              <a:cxn ang="0">
                <a:pos x="131" y="53"/>
              </a:cxn>
              <a:cxn ang="0">
                <a:pos x="163" y="63"/>
              </a:cxn>
              <a:cxn ang="0">
                <a:pos x="182" y="86"/>
              </a:cxn>
              <a:cxn ang="0">
                <a:pos x="182" y="104"/>
              </a:cxn>
              <a:cxn ang="0">
                <a:pos x="177" y="109"/>
              </a:cxn>
              <a:cxn ang="0">
                <a:pos x="131" y="104"/>
              </a:cxn>
              <a:cxn ang="0">
                <a:pos x="92" y="100"/>
              </a:cxn>
              <a:cxn ang="0">
                <a:pos x="60" y="94"/>
              </a:cxn>
              <a:cxn ang="0">
                <a:pos x="27" y="94"/>
              </a:cxn>
              <a:cxn ang="0">
                <a:pos x="14" y="104"/>
              </a:cxn>
              <a:cxn ang="0">
                <a:pos x="4" y="133"/>
              </a:cxn>
              <a:cxn ang="0">
                <a:pos x="4" y="142"/>
              </a:cxn>
              <a:cxn ang="0">
                <a:pos x="0" y="147"/>
              </a:cxn>
              <a:cxn ang="0">
                <a:pos x="14" y="156"/>
              </a:cxn>
              <a:cxn ang="0">
                <a:pos x="18" y="162"/>
              </a:cxn>
              <a:cxn ang="0">
                <a:pos x="131" y="171"/>
              </a:cxn>
              <a:cxn ang="0">
                <a:pos x="167" y="176"/>
              </a:cxn>
              <a:cxn ang="0">
                <a:pos x="205" y="165"/>
              </a:cxn>
              <a:cxn ang="0">
                <a:pos x="233" y="165"/>
              </a:cxn>
              <a:cxn ang="0">
                <a:pos x="259" y="187"/>
              </a:cxn>
              <a:cxn ang="0">
                <a:pos x="279" y="208"/>
              </a:cxn>
              <a:cxn ang="0">
                <a:pos x="286" y="183"/>
              </a:cxn>
              <a:cxn ang="0">
                <a:pos x="269" y="153"/>
              </a:cxn>
              <a:cxn ang="0">
                <a:pos x="247" y="139"/>
              </a:cxn>
              <a:cxn ang="0">
                <a:pos x="237" y="132"/>
              </a:cxn>
              <a:cxn ang="0">
                <a:pos x="237" y="123"/>
              </a:cxn>
              <a:cxn ang="0">
                <a:pos x="247" y="113"/>
              </a:cxn>
              <a:cxn ang="0">
                <a:pos x="261" y="105"/>
              </a:cxn>
              <a:cxn ang="0">
                <a:pos x="265" y="94"/>
              </a:cxn>
              <a:cxn ang="0">
                <a:pos x="256" y="85"/>
              </a:cxn>
              <a:cxn ang="0">
                <a:pos x="245" y="68"/>
              </a:cxn>
              <a:cxn ang="0">
                <a:pos x="251" y="53"/>
              </a:cxn>
              <a:cxn ang="0">
                <a:pos x="261" y="46"/>
              </a:cxn>
              <a:cxn ang="0">
                <a:pos x="263" y="36"/>
              </a:cxn>
              <a:cxn ang="0">
                <a:pos x="263" y="20"/>
              </a:cxn>
              <a:cxn ang="0">
                <a:pos x="254" y="7"/>
              </a:cxn>
            </a:cxnLst>
            <a:rect l="0" t="0" r="r" b="b"/>
            <a:pathLst>
              <a:path w="286" h="208">
                <a:moveTo>
                  <a:pt x="254" y="7"/>
                </a:moveTo>
                <a:lnTo>
                  <a:pt x="205" y="11"/>
                </a:lnTo>
                <a:lnTo>
                  <a:pt x="152" y="0"/>
                </a:lnTo>
                <a:lnTo>
                  <a:pt x="127" y="0"/>
                </a:lnTo>
                <a:lnTo>
                  <a:pt x="111" y="14"/>
                </a:lnTo>
                <a:lnTo>
                  <a:pt x="111" y="30"/>
                </a:lnTo>
                <a:lnTo>
                  <a:pt x="117" y="40"/>
                </a:lnTo>
                <a:lnTo>
                  <a:pt x="131" y="53"/>
                </a:lnTo>
                <a:lnTo>
                  <a:pt x="163" y="63"/>
                </a:lnTo>
                <a:lnTo>
                  <a:pt x="182" y="86"/>
                </a:lnTo>
                <a:lnTo>
                  <a:pt x="182" y="104"/>
                </a:lnTo>
                <a:lnTo>
                  <a:pt x="177" y="109"/>
                </a:lnTo>
                <a:lnTo>
                  <a:pt x="131" y="104"/>
                </a:lnTo>
                <a:lnTo>
                  <a:pt x="92" y="100"/>
                </a:lnTo>
                <a:lnTo>
                  <a:pt x="60" y="94"/>
                </a:lnTo>
                <a:lnTo>
                  <a:pt x="27" y="94"/>
                </a:lnTo>
                <a:lnTo>
                  <a:pt x="14" y="104"/>
                </a:lnTo>
                <a:lnTo>
                  <a:pt x="4" y="133"/>
                </a:lnTo>
                <a:lnTo>
                  <a:pt x="4" y="142"/>
                </a:lnTo>
                <a:lnTo>
                  <a:pt x="0" y="147"/>
                </a:lnTo>
                <a:lnTo>
                  <a:pt x="14" y="156"/>
                </a:lnTo>
                <a:lnTo>
                  <a:pt x="18" y="162"/>
                </a:lnTo>
                <a:lnTo>
                  <a:pt x="131" y="171"/>
                </a:lnTo>
                <a:lnTo>
                  <a:pt x="167" y="176"/>
                </a:lnTo>
                <a:lnTo>
                  <a:pt x="205" y="165"/>
                </a:lnTo>
                <a:lnTo>
                  <a:pt x="233" y="165"/>
                </a:lnTo>
                <a:lnTo>
                  <a:pt x="259" y="187"/>
                </a:lnTo>
                <a:lnTo>
                  <a:pt x="279" y="208"/>
                </a:lnTo>
                <a:lnTo>
                  <a:pt x="286" y="183"/>
                </a:lnTo>
                <a:lnTo>
                  <a:pt x="269" y="153"/>
                </a:lnTo>
                <a:lnTo>
                  <a:pt x="247" y="139"/>
                </a:lnTo>
                <a:lnTo>
                  <a:pt x="237" y="132"/>
                </a:lnTo>
                <a:lnTo>
                  <a:pt x="237" y="123"/>
                </a:lnTo>
                <a:lnTo>
                  <a:pt x="247" y="113"/>
                </a:lnTo>
                <a:lnTo>
                  <a:pt x="261" y="105"/>
                </a:lnTo>
                <a:lnTo>
                  <a:pt x="265" y="94"/>
                </a:lnTo>
                <a:lnTo>
                  <a:pt x="256" y="85"/>
                </a:lnTo>
                <a:lnTo>
                  <a:pt x="245" y="68"/>
                </a:lnTo>
                <a:lnTo>
                  <a:pt x="251" y="53"/>
                </a:lnTo>
                <a:lnTo>
                  <a:pt x="261" y="46"/>
                </a:lnTo>
                <a:lnTo>
                  <a:pt x="263" y="36"/>
                </a:lnTo>
                <a:lnTo>
                  <a:pt x="263" y="20"/>
                </a:lnTo>
                <a:lnTo>
                  <a:pt x="254" y="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47" name="Freeform 246"/>
          <p:cNvSpPr>
            <a:spLocks/>
          </p:cNvSpPr>
          <p:nvPr/>
        </p:nvSpPr>
        <p:spPr bwMode="auto">
          <a:xfrm rot="21045919">
            <a:off x="2408096" y="4154768"/>
            <a:ext cx="99546" cy="74586"/>
          </a:xfrm>
          <a:custGeom>
            <a:avLst/>
            <a:gdLst/>
            <a:ahLst/>
            <a:cxnLst>
              <a:cxn ang="0">
                <a:pos x="17" y="7"/>
              </a:cxn>
              <a:cxn ang="0">
                <a:pos x="71" y="0"/>
              </a:cxn>
              <a:cxn ang="0">
                <a:pos x="109" y="11"/>
              </a:cxn>
              <a:cxn ang="0">
                <a:pos x="141" y="26"/>
              </a:cxn>
              <a:cxn ang="0">
                <a:pos x="179" y="30"/>
              </a:cxn>
              <a:cxn ang="0">
                <a:pos x="205" y="36"/>
              </a:cxn>
              <a:cxn ang="0">
                <a:pos x="211" y="43"/>
              </a:cxn>
              <a:cxn ang="0">
                <a:pos x="213" y="62"/>
              </a:cxn>
              <a:cxn ang="0">
                <a:pos x="188" y="69"/>
              </a:cxn>
              <a:cxn ang="0">
                <a:pos x="188" y="86"/>
              </a:cxn>
              <a:cxn ang="0">
                <a:pos x="222" y="86"/>
              </a:cxn>
              <a:cxn ang="0">
                <a:pos x="251" y="78"/>
              </a:cxn>
              <a:cxn ang="0">
                <a:pos x="264" y="91"/>
              </a:cxn>
              <a:cxn ang="0">
                <a:pos x="264" y="113"/>
              </a:cxn>
              <a:cxn ang="0">
                <a:pos x="254" y="123"/>
              </a:cxn>
              <a:cxn ang="0">
                <a:pos x="208" y="128"/>
              </a:cxn>
              <a:cxn ang="0">
                <a:pos x="142" y="123"/>
              </a:cxn>
              <a:cxn ang="0">
                <a:pos x="118" y="132"/>
              </a:cxn>
              <a:cxn ang="0">
                <a:pos x="73" y="139"/>
              </a:cxn>
              <a:cxn ang="0">
                <a:pos x="53" y="156"/>
              </a:cxn>
              <a:cxn ang="0">
                <a:pos x="49" y="183"/>
              </a:cxn>
              <a:cxn ang="0">
                <a:pos x="32" y="153"/>
              </a:cxn>
              <a:cxn ang="0">
                <a:pos x="10" y="139"/>
              </a:cxn>
              <a:cxn ang="0">
                <a:pos x="0" y="132"/>
              </a:cxn>
              <a:cxn ang="0">
                <a:pos x="0" y="123"/>
              </a:cxn>
              <a:cxn ang="0">
                <a:pos x="10" y="113"/>
              </a:cxn>
              <a:cxn ang="0">
                <a:pos x="24" y="105"/>
              </a:cxn>
              <a:cxn ang="0">
                <a:pos x="28" y="92"/>
              </a:cxn>
              <a:cxn ang="0">
                <a:pos x="19" y="85"/>
              </a:cxn>
              <a:cxn ang="0">
                <a:pos x="8" y="68"/>
              </a:cxn>
              <a:cxn ang="0">
                <a:pos x="14" y="53"/>
              </a:cxn>
              <a:cxn ang="0">
                <a:pos x="24" y="46"/>
              </a:cxn>
              <a:cxn ang="0">
                <a:pos x="26" y="36"/>
              </a:cxn>
              <a:cxn ang="0">
                <a:pos x="26" y="21"/>
              </a:cxn>
              <a:cxn ang="0">
                <a:pos x="17" y="7"/>
              </a:cxn>
            </a:cxnLst>
            <a:rect l="0" t="0" r="r" b="b"/>
            <a:pathLst>
              <a:path w="264" h="183">
                <a:moveTo>
                  <a:pt x="17" y="7"/>
                </a:moveTo>
                <a:lnTo>
                  <a:pt x="71" y="0"/>
                </a:lnTo>
                <a:lnTo>
                  <a:pt x="109" y="11"/>
                </a:lnTo>
                <a:lnTo>
                  <a:pt x="141" y="26"/>
                </a:lnTo>
                <a:lnTo>
                  <a:pt x="179" y="30"/>
                </a:lnTo>
                <a:lnTo>
                  <a:pt x="205" y="36"/>
                </a:lnTo>
                <a:lnTo>
                  <a:pt x="211" y="43"/>
                </a:lnTo>
                <a:lnTo>
                  <a:pt x="213" y="62"/>
                </a:lnTo>
                <a:lnTo>
                  <a:pt x="188" y="69"/>
                </a:lnTo>
                <a:lnTo>
                  <a:pt x="188" y="86"/>
                </a:lnTo>
                <a:lnTo>
                  <a:pt x="222" y="86"/>
                </a:lnTo>
                <a:lnTo>
                  <a:pt x="251" y="78"/>
                </a:lnTo>
                <a:lnTo>
                  <a:pt x="264" y="91"/>
                </a:lnTo>
                <a:lnTo>
                  <a:pt x="264" y="113"/>
                </a:lnTo>
                <a:lnTo>
                  <a:pt x="254" y="123"/>
                </a:lnTo>
                <a:lnTo>
                  <a:pt x="208" y="128"/>
                </a:lnTo>
                <a:lnTo>
                  <a:pt x="142" y="123"/>
                </a:lnTo>
                <a:lnTo>
                  <a:pt x="118" y="132"/>
                </a:lnTo>
                <a:lnTo>
                  <a:pt x="73" y="139"/>
                </a:lnTo>
                <a:lnTo>
                  <a:pt x="53" y="156"/>
                </a:lnTo>
                <a:lnTo>
                  <a:pt x="49" y="183"/>
                </a:lnTo>
                <a:lnTo>
                  <a:pt x="32" y="153"/>
                </a:lnTo>
                <a:lnTo>
                  <a:pt x="10" y="139"/>
                </a:lnTo>
                <a:lnTo>
                  <a:pt x="0" y="132"/>
                </a:lnTo>
                <a:lnTo>
                  <a:pt x="0" y="123"/>
                </a:lnTo>
                <a:lnTo>
                  <a:pt x="10" y="113"/>
                </a:lnTo>
                <a:lnTo>
                  <a:pt x="24" y="105"/>
                </a:lnTo>
                <a:lnTo>
                  <a:pt x="28" y="92"/>
                </a:lnTo>
                <a:lnTo>
                  <a:pt x="19" y="85"/>
                </a:lnTo>
                <a:lnTo>
                  <a:pt x="8" y="68"/>
                </a:lnTo>
                <a:lnTo>
                  <a:pt x="14" y="53"/>
                </a:lnTo>
                <a:lnTo>
                  <a:pt x="24" y="46"/>
                </a:lnTo>
                <a:lnTo>
                  <a:pt x="26" y="36"/>
                </a:lnTo>
                <a:lnTo>
                  <a:pt x="26" y="21"/>
                </a:lnTo>
                <a:lnTo>
                  <a:pt x="17" y="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48" name="Freeform 247"/>
          <p:cNvSpPr>
            <a:spLocks/>
          </p:cNvSpPr>
          <p:nvPr/>
        </p:nvSpPr>
        <p:spPr bwMode="auto">
          <a:xfrm rot="21045919">
            <a:off x="2080084" y="1957076"/>
            <a:ext cx="582593" cy="740658"/>
          </a:xfrm>
          <a:custGeom>
            <a:avLst/>
            <a:gdLst/>
            <a:ahLst/>
            <a:cxnLst>
              <a:cxn ang="0">
                <a:pos x="1149" y="369"/>
              </a:cxn>
              <a:cxn ang="0">
                <a:pos x="1121" y="421"/>
              </a:cxn>
              <a:cxn ang="0">
                <a:pos x="1234" y="426"/>
              </a:cxn>
              <a:cxn ang="0">
                <a:pos x="1207" y="502"/>
              </a:cxn>
              <a:cxn ang="0">
                <a:pos x="1257" y="552"/>
              </a:cxn>
              <a:cxn ang="0">
                <a:pos x="1187" y="546"/>
              </a:cxn>
              <a:cxn ang="0">
                <a:pos x="1230" y="628"/>
              </a:cxn>
              <a:cxn ang="0">
                <a:pos x="1342" y="620"/>
              </a:cxn>
              <a:cxn ang="0">
                <a:pos x="1459" y="689"/>
              </a:cxn>
              <a:cxn ang="0">
                <a:pos x="1421" y="742"/>
              </a:cxn>
              <a:cxn ang="0">
                <a:pos x="1304" y="730"/>
              </a:cxn>
              <a:cxn ang="0">
                <a:pos x="1384" y="831"/>
              </a:cxn>
              <a:cxn ang="0">
                <a:pos x="1507" y="747"/>
              </a:cxn>
              <a:cxn ang="0">
                <a:pos x="1517" y="821"/>
              </a:cxn>
              <a:cxn ang="0">
                <a:pos x="1421" y="973"/>
              </a:cxn>
              <a:cxn ang="0">
                <a:pos x="1333" y="998"/>
              </a:cxn>
              <a:cxn ang="0">
                <a:pos x="1374" y="1080"/>
              </a:cxn>
              <a:cxn ang="0">
                <a:pos x="1351" y="1219"/>
              </a:cxn>
              <a:cxn ang="0">
                <a:pos x="1281" y="1280"/>
              </a:cxn>
              <a:cxn ang="0">
                <a:pos x="1272" y="1389"/>
              </a:cxn>
              <a:cxn ang="0">
                <a:pos x="1306" y="1548"/>
              </a:cxn>
              <a:cxn ang="0">
                <a:pos x="1347" y="1733"/>
              </a:cxn>
              <a:cxn ang="0">
                <a:pos x="1281" y="1805"/>
              </a:cxn>
              <a:cxn ang="0">
                <a:pos x="1149" y="1773"/>
              </a:cxn>
              <a:cxn ang="0">
                <a:pos x="1061" y="1740"/>
              </a:cxn>
              <a:cxn ang="0">
                <a:pos x="953" y="1669"/>
              </a:cxn>
              <a:cxn ang="0">
                <a:pos x="859" y="1494"/>
              </a:cxn>
              <a:cxn ang="0">
                <a:pos x="774" y="1389"/>
              </a:cxn>
              <a:cxn ang="0">
                <a:pos x="738" y="1286"/>
              </a:cxn>
              <a:cxn ang="0">
                <a:pos x="743" y="1197"/>
              </a:cxn>
              <a:cxn ang="0">
                <a:pos x="695" y="1096"/>
              </a:cxn>
              <a:cxn ang="0">
                <a:pos x="602" y="1058"/>
              </a:cxn>
              <a:cxn ang="0">
                <a:pos x="687" y="1040"/>
              </a:cxn>
              <a:cxn ang="0">
                <a:pos x="583" y="987"/>
              </a:cxn>
              <a:cxn ang="0">
                <a:pos x="541" y="921"/>
              </a:cxn>
              <a:cxn ang="0">
                <a:pos x="460" y="799"/>
              </a:cxn>
              <a:cxn ang="0">
                <a:pos x="344" y="689"/>
              </a:cxn>
              <a:cxn ang="0">
                <a:pos x="142" y="708"/>
              </a:cxn>
              <a:cxn ang="0">
                <a:pos x="58" y="634"/>
              </a:cxn>
              <a:cxn ang="0">
                <a:pos x="118" y="578"/>
              </a:cxn>
              <a:cxn ang="0">
                <a:pos x="0" y="534"/>
              </a:cxn>
              <a:cxn ang="0">
                <a:pos x="78" y="465"/>
              </a:cxn>
              <a:cxn ang="0">
                <a:pos x="128" y="399"/>
              </a:cxn>
              <a:cxn ang="0">
                <a:pos x="74" y="342"/>
              </a:cxn>
              <a:cxn ang="0">
                <a:pos x="153" y="335"/>
              </a:cxn>
              <a:cxn ang="0">
                <a:pos x="223" y="236"/>
              </a:cxn>
              <a:cxn ang="0">
                <a:pos x="308" y="199"/>
              </a:cxn>
              <a:cxn ang="0">
                <a:pos x="349" y="162"/>
              </a:cxn>
              <a:cxn ang="0">
                <a:pos x="487" y="24"/>
              </a:cxn>
              <a:cxn ang="0">
                <a:pos x="588" y="15"/>
              </a:cxn>
              <a:cxn ang="0">
                <a:pos x="538" y="99"/>
              </a:cxn>
              <a:cxn ang="0">
                <a:pos x="593" y="96"/>
              </a:cxn>
              <a:cxn ang="0">
                <a:pos x="631" y="46"/>
              </a:cxn>
              <a:cxn ang="0">
                <a:pos x="704" y="112"/>
              </a:cxn>
              <a:cxn ang="0">
                <a:pos x="761" y="24"/>
              </a:cxn>
              <a:cxn ang="0">
                <a:pos x="818" y="116"/>
              </a:cxn>
              <a:cxn ang="0">
                <a:pos x="948" y="240"/>
              </a:cxn>
              <a:cxn ang="0">
                <a:pos x="1061" y="282"/>
              </a:cxn>
            </a:cxnLst>
            <a:rect l="0" t="0" r="r" b="b"/>
            <a:pathLst>
              <a:path w="1524" h="1826">
                <a:moveTo>
                  <a:pt x="1028" y="359"/>
                </a:moveTo>
                <a:lnTo>
                  <a:pt x="1057" y="369"/>
                </a:lnTo>
                <a:lnTo>
                  <a:pt x="1093" y="364"/>
                </a:lnTo>
                <a:lnTo>
                  <a:pt x="1121" y="354"/>
                </a:lnTo>
                <a:lnTo>
                  <a:pt x="1149" y="369"/>
                </a:lnTo>
                <a:lnTo>
                  <a:pt x="1170" y="392"/>
                </a:lnTo>
                <a:lnTo>
                  <a:pt x="1156" y="412"/>
                </a:lnTo>
                <a:lnTo>
                  <a:pt x="1125" y="412"/>
                </a:lnTo>
                <a:lnTo>
                  <a:pt x="1121" y="415"/>
                </a:lnTo>
                <a:lnTo>
                  <a:pt x="1121" y="421"/>
                </a:lnTo>
                <a:lnTo>
                  <a:pt x="1125" y="426"/>
                </a:lnTo>
                <a:lnTo>
                  <a:pt x="1170" y="429"/>
                </a:lnTo>
                <a:lnTo>
                  <a:pt x="1198" y="412"/>
                </a:lnTo>
                <a:lnTo>
                  <a:pt x="1225" y="412"/>
                </a:lnTo>
                <a:lnTo>
                  <a:pt x="1234" y="426"/>
                </a:lnTo>
                <a:lnTo>
                  <a:pt x="1238" y="450"/>
                </a:lnTo>
                <a:lnTo>
                  <a:pt x="1221" y="472"/>
                </a:lnTo>
                <a:lnTo>
                  <a:pt x="1192" y="482"/>
                </a:lnTo>
                <a:lnTo>
                  <a:pt x="1190" y="499"/>
                </a:lnTo>
                <a:lnTo>
                  <a:pt x="1207" y="502"/>
                </a:lnTo>
                <a:lnTo>
                  <a:pt x="1234" y="491"/>
                </a:lnTo>
                <a:lnTo>
                  <a:pt x="1262" y="491"/>
                </a:lnTo>
                <a:lnTo>
                  <a:pt x="1274" y="509"/>
                </a:lnTo>
                <a:lnTo>
                  <a:pt x="1274" y="527"/>
                </a:lnTo>
                <a:lnTo>
                  <a:pt x="1257" y="552"/>
                </a:lnTo>
                <a:lnTo>
                  <a:pt x="1244" y="563"/>
                </a:lnTo>
                <a:lnTo>
                  <a:pt x="1230" y="563"/>
                </a:lnTo>
                <a:lnTo>
                  <a:pt x="1225" y="556"/>
                </a:lnTo>
                <a:lnTo>
                  <a:pt x="1198" y="538"/>
                </a:lnTo>
                <a:lnTo>
                  <a:pt x="1187" y="546"/>
                </a:lnTo>
                <a:lnTo>
                  <a:pt x="1188" y="565"/>
                </a:lnTo>
                <a:lnTo>
                  <a:pt x="1199" y="583"/>
                </a:lnTo>
                <a:lnTo>
                  <a:pt x="1211" y="620"/>
                </a:lnTo>
                <a:lnTo>
                  <a:pt x="1221" y="628"/>
                </a:lnTo>
                <a:lnTo>
                  <a:pt x="1230" y="628"/>
                </a:lnTo>
                <a:lnTo>
                  <a:pt x="1257" y="623"/>
                </a:lnTo>
                <a:lnTo>
                  <a:pt x="1262" y="634"/>
                </a:lnTo>
                <a:lnTo>
                  <a:pt x="1281" y="652"/>
                </a:lnTo>
                <a:lnTo>
                  <a:pt x="1310" y="634"/>
                </a:lnTo>
                <a:lnTo>
                  <a:pt x="1342" y="620"/>
                </a:lnTo>
                <a:lnTo>
                  <a:pt x="1370" y="620"/>
                </a:lnTo>
                <a:lnTo>
                  <a:pt x="1393" y="628"/>
                </a:lnTo>
                <a:lnTo>
                  <a:pt x="1421" y="657"/>
                </a:lnTo>
                <a:lnTo>
                  <a:pt x="1454" y="680"/>
                </a:lnTo>
                <a:lnTo>
                  <a:pt x="1459" y="689"/>
                </a:lnTo>
                <a:lnTo>
                  <a:pt x="1463" y="708"/>
                </a:lnTo>
                <a:lnTo>
                  <a:pt x="1463" y="719"/>
                </a:lnTo>
                <a:lnTo>
                  <a:pt x="1459" y="733"/>
                </a:lnTo>
                <a:lnTo>
                  <a:pt x="1450" y="737"/>
                </a:lnTo>
                <a:lnTo>
                  <a:pt x="1421" y="742"/>
                </a:lnTo>
                <a:lnTo>
                  <a:pt x="1389" y="733"/>
                </a:lnTo>
                <a:lnTo>
                  <a:pt x="1361" y="705"/>
                </a:lnTo>
                <a:lnTo>
                  <a:pt x="1313" y="698"/>
                </a:lnTo>
                <a:lnTo>
                  <a:pt x="1301" y="714"/>
                </a:lnTo>
                <a:lnTo>
                  <a:pt x="1304" y="730"/>
                </a:lnTo>
                <a:lnTo>
                  <a:pt x="1339" y="746"/>
                </a:lnTo>
                <a:lnTo>
                  <a:pt x="1335" y="780"/>
                </a:lnTo>
                <a:lnTo>
                  <a:pt x="1358" y="797"/>
                </a:lnTo>
                <a:lnTo>
                  <a:pt x="1366" y="825"/>
                </a:lnTo>
                <a:lnTo>
                  <a:pt x="1384" y="831"/>
                </a:lnTo>
                <a:lnTo>
                  <a:pt x="1393" y="821"/>
                </a:lnTo>
                <a:lnTo>
                  <a:pt x="1412" y="789"/>
                </a:lnTo>
                <a:lnTo>
                  <a:pt x="1436" y="761"/>
                </a:lnTo>
                <a:lnTo>
                  <a:pt x="1470" y="751"/>
                </a:lnTo>
                <a:lnTo>
                  <a:pt x="1507" y="747"/>
                </a:lnTo>
                <a:lnTo>
                  <a:pt x="1517" y="751"/>
                </a:lnTo>
                <a:lnTo>
                  <a:pt x="1521" y="761"/>
                </a:lnTo>
                <a:lnTo>
                  <a:pt x="1524" y="780"/>
                </a:lnTo>
                <a:lnTo>
                  <a:pt x="1521" y="795"/>
                </a:lnTo>
                <a:lnTo>
                  <a:pt x="1517" y="821"/>
                </a:lnTo>
                <a:lnTo>
                  <a:pt x="1491" y="859"/>
                </a:lnTo>
                <a:lnTo>
                  <a:pt x="1474" y="916"/>
                </a:lnTo>
                <a:lnTo>
                  <a:pt x="1459" y="944"/>
                </a:lnTo>
                <a:lnTo>
                  <a:pt x="1433" y="964"/>
                </a:lnTo>
                <a:lnTo>
                  <a:pt x="1421" y="973"/>
                </a:lnTo>
                <a:lnTo>
                  <a:pt x="1407" y="1005"/>
                </a:lnTo>
                <a:lnTo>
                  <a:pt x="1393" y="1021"/>
                </a:lnTo>
                <a:lnTo>
                  <a:pt x="1366" y="1021"/>
                </a:lnTo>
                <a:lnTo>
                  <a:pt x="1361" y="1016"/>
                </a:lnTo>
                <a:lnTo>
                  <a:pt x="1333" y="998"/>
                </a:lnTo>
                <a:lnTo>
                  <a:pt x="1325" y="1001"/>
                </a:lnTo>
                <a:lnTo>
                  <a:pt x="1329" y="1018"/>
                </a:lnTo>
                <a:lnTo>
                  <a:pt x="1351" y="1032"/>
                </a:lnTo>
                <a:lnTo>
                  <a:pt x="1356" y="1063"/>
                </a:lnTo>
                <a:lnTo>
                  <a:pt x="1374" y="1080"/>
                </a:lnTo>
                <a:lnTo>
                  <a:pt x="1381" y="1103"/>
                </a:lnTo>
                <a:lnTo>
                  <a:pt x="1380" y="1135"/>
                </a:lnTo>
                <a:lnTo>
                  <a:pt x="1389" y="1172"/>
                </a:lnTo>
                <a:lnTo>
                  <a:pt x="1380" y="1200"/>
                </a:lnTo>
                <a:lnTo>
                  <a:pt x="1351" y="1219"/>
                </a:lnTo>
                <a:lnTo>
                  <a:pt x="1329" y="1233"/>
                </a:lnTo>
                <a:lnTo>
                  <a:pt x="1324" y="1261"/>
                </a:lnTo>
                <a:lnTo>
                  <a:pt x="1319" y="1275"/>
                </a:lnTo>
                <a:lnTo>
                  <a:pt x="1310" y="1280"/>
                </a:lnTo>
                <a:lnTo>
                  <a:pt x="1281" y="1280"/>
                </a:lnTo>
                <a:lnTo>
                  <a:pt x="1272" y="1289"/>
                </a:lnTo>
                <a:lnTo>
                  <a:pt x="1285" y="1323"/>
                </a:lnTo>
                <a:lnTo>
                  <a:pt x="1288" y="1343"/>
                </a:lnTo>
                <a:lnTo>
                  <a:pt x="1276" y="1362"/>
                </a:lnTo>
                <a:lnTo>
                  <a:pt x="1272" y="1389"/>
                </a:lnTo>
                <a:lnTo>
                  <a:pt x="1294" y="1419"/>
                </a:lnTo>
                <a:lnTo>
                  <a:pt x="1298" y="1444"/>
                </a:lnTo>
                <a:lnTo>
                  <a:pt x="1281" y="1484"/>
                </a:lnTo>
                <a:lnTo>
                  <a:pt x="1290" y="1521"/>
                </a:lnTo>
                <a:lnTo>
                  <a:pt x="1306" y="1548"/>
                </a:lnTo>
                <a:lnTo>
                  <a:pt x="1310" y="1562"/>
                </a:lnTo>
                <a:lnTo>
                  <a:pt x="1304" y="1611"/>
                </a:lnTo>
                <a:lnTo>
                  <a:pt x="1329" y="1631"/>
                </a:lnTo>
                <a:lnTo>
                  <a:pt x="1340" y="1681"/>
                </a:lnTo>
                <a:lnTo>
                  <a:pt x="1347" y="1733"/>
                </a:lnTo>
                <a:lnTo>
                  <a:pt x="1336" y="1763"/>
                </a:lnTo>
                <a:lnTo>
                  <a:pt x="1333" y="1810"/>
                </a:lnTo>
                <a:lnTo>
                  <a:pt x="1333" y="1820"/>
                </a:lnTo>
                <a:lnTo>
                  <a:pt x="1310" y="1826"/>
                </a:lnTo>
                <a:lnTo>
                  <a:pt x="1281" y="1805"/>
                </a:lnTo>
                <a:lnTo>
                  <a:pt x="1248" y="1776"/>
                </a:lnTo>
                <a:lnTo>
                  <a:pt x="1198" y="1726"/>
                </a:lnTo>
                <a:lnTo>
                  <a:pt x="1188" y="1726"/>
                </a:lnTo>
                <a:lnTo>
                  <a:pt x="1170" y="1745"/>
                </a:lnTo>
                <a:lnTo>
                  <a:pt x="1149" y="1773"/>
                </a:lnTo>
                <a:lnTo>
                  <a:pt x="1131" y="1773"/>
                </a:lnTo>
                <a:lnTo>
                  <a:pt x="1117" y="1768"/>
                </a:lnTo>
                <a:lnTo>
                  <a:pt x="1107" y="1749"/>
                </a:lnTo>
                <a:lnTo>
                  <a:pt x="1089" y="1733"/>
                </a:lnTo>
                <a:lnTo>
                  <a:pt x="1061" y="1740"/>
                </a:lnTo>
                <a:lnTo>
                  <a:pt x="1033" y="1726"/>
                </a:lnTo>
                <a:lnTo>
                  <a:pt x="1024" y="1710"/>
                </a:lnTo>
                <a:lnTo>
                  <a:pt x="1014" y="1684"/>
                </a:lnTo>
                <a:lnTo>
                  <a:pt x="976" y="1678"/>
                </a:lnTo>
                <a:lnTo>
                  <a:pt x="953" y="1669"/>
                </a:lnTo>
                <a:lnTo>
                  <a:pt x="943" y="1603"/>
                </a:lnTo>
                <a:lnTo>
                  <a:pt x="929" y="1584"/>
                </a:lnTo>
                <a:lnTo>
                  <a:pt x="902" y="1575"/>
                </a:lnTo>
                <a:lnTo>
                  <a:pt x="869" y="1550"/>
                </a:lnTo>
                <a:lnTo>
                  <a:pt x="859" y="1494"/>
                </a:lnTo>
                <a:lnTo>
                  <a:pt x="844" y="1470"/>
                </a:lnTo>
                <a:lnTo>
                  <a:pt x="836" y="1470"/>
                </a:lnTo>
                <a:lnTo>
                  <a:pt x="798" y="1451"/>
                </a:lnTo>
                <a:lnTo>
                  <a:pt x="786" y="1422"/>
                </a:lnTo>
                <a:lnTo>
                  <a:pt x="774" y="1389"/>
                </a:lnTo>
                <a:lnTo>
                  <a:pt x="747" y="1380"/>
                </a:lnTo>
                <a:lnTo>
                  <a:pt x="738" y="1367"/>
                </a:lnTo>
                <a:lnTo>
                  <a:pt x="732" y="1348"/>
                </a:lnTo>
                <a:lnTo>
                  <a:pt x="738" y="1316"/>
                </a:lnTo>
                <a:lnTo>
                  <a:pt x="738" y="1286"/>
                </a:lnTo>
                <a:lnTo>
                  <a:pt x="709" y="1251"/>
                </a:lnTo>
                <a:lnTo>
                  <a:pt x="704" y="1233"/>
                </a:lnTo>
                <a:lnTo>
                  <a:pt x="715" y="1219"/>
                </a:lnTo>
                <a:lnTo>
                  <a:pt x="738" y="1213"/>
                </a:lnTo>
                <a:lnTo>
                  <a:pt x="743" y="1197"/>
                </a:lnTo>
                <a:lnTo>
                  <a:pt x="738" y="1184"/>
                </a:lnTo>
                <a:lnTo>
                  <a:pt x="742" y="1161"/>
                </a:lnTo>
                <a:lnTo>
                  <a:pt x="738" y="1128"/>
                </a:lnTo>
                <a:lnTo>
                  <a:pt x="721" y="1108"/>
                </a:lnTo>
                <a:lnTo>
                  <a:pt x="695" y="1096"/>
                </a:lnTo>
                <a:lnTo>
                  <a:pt x="654" y="1092"/>
                </a:lnTo>
                <a:lnTo>
                  <a:pt x="620" y="1092"/>
                </a:lnTo>
                <a:lnTo>
                  <a:pt x="605" y="1081"/>
                </a:lnTo>
                <a:lnTo>
                  <a:pt x="598" y="1068"/>
                </a:lnTo>
                <a:lnTo>
                  <a:pt x="602" y="1058"/>
                </a:lnTo>
                <a:lnTo>
                  <a:pt x="634" y="1058"/>
                </a:lnTo>
                <a:lnTo>
                  <a:pt x="672" y="1068"/>
                </a:lnTo>
                <a:lnTo>
                  <a:pt x="691" y="1063"/>
                </a:lnTo>
                <a:lnTo>
                  <a:pt x="695" y="1058"/>
                </a:lnTo>
                <a:lnTo>
                  <a:pt x="687" y="1040"/>
                </a:lnTo>
                <a:lnTo>
                  <a:pt x="657" y="1010"/>
                </a:lnTo>
                <a:lnTo>
                  <a:pt x="639" y="978"/>
                </a:lnTo>
                <a:lnTo>
                  <a:pt x="634" y="969"/>
                </a:lnTo>
                <a:lnTo>
                  <a:pt x="624" y="964"/>
                </a:lnTo>
                <a:lnTo>
                  <a:pt x="583" y="987"/>
                </a:lnTo>
                <a:lnTo>
                  <a:pt x="564" y="1001"/>
                </a:lnTo>
                <a:lnTo>
                  <a:pt x="556" y="1001"/>
                </a:lnTo>
                <a:lnTo>
                  <a:pt x="541" y="987"/>
                </a:lnTo>
                <a:lnTo>
                  <a:pt x="546" y="955"/>
                </a:lnTo>
                <a:lnTo>
                  <a:pt x="541" y="921"/>
                </a:lnTo>
                <a:lnTo>
                  <a:pt x="527" y="888"/>
                </a:lnTo>
                <a:lnTo>
                  <a:pt x="516" y="863"/>
                </a:lnTo>
                <a:lnTo>
                  <a:pt x="509" y="856"/>
                </a:lnTo>
                <a:lnTo>
                  <a:pt x="470" y="835"/>
                </a:lnTo>
                <a:lnTo>
                  <a:pt x="460" y="799"/>
                </a:lnTo>
                <a:lnTo>
                  <a:pt x="446" y="789"/>
                </a:lnTo>
                <a:lnTo>
                  <a:pt x="419" y="775"/>
                </a:lnTo>
                <a:lnTo>
                  <a:pt x="391" y="742"/>
                </a:lnTo>
                <a:lnTo>
                  <a:pt x="382" y="737"/>
                </a:lnTo>
                <a:lnTo>
                  <a:pt x="344" y="689"/>
                </a:lnTo>
                <a:lnTo>
                  <a:pt x="320" y="680"/>
                </a:lnTo>
                <a:lnTo>
                  <a:pt x="273" y="689"/>
                </a:lnTo>
                <a:lnTo>
                  <a:pt x="241" y="694"/>
                </a:lnTo>
                <a:lnTo>
                  <a:pt x="171" y="698"/>
                </a:lnTo>
                <a:lnTo>
                  <a:pt x="142" y="708"/>
                </a:lnTo>
                <a:lnTo>
                  <a:pt x="123" y="708"/>
                </a:lnTo>
                <a:lnTo>
                  <a:pt x="105" y="680"/>
                </a:lnTo>
                <a:lnTo>
                  <a:pt x="100" y="666"/>
                </a:lnTo>
                <a:lnTo>
                  <a:pt x="63" y="638"/>
                </a:lnTo>
                <a:lnTo>
                  <a:pt x="58" y="634"/>
                </a:lnTo>
                <a:lnTo>
                  <a:pt x="58" y="628"/>
                </a:lnTo>
                <a:lnTo>
                  <a:pt x="67" y="620"/>
                </a:lnTo>
                <a:lnTo>
                  <a:pt x="114" y="600"/>
                </a:lnTo>
                <a:lnTo>
                  <a:pt x="122" y="588"/>
                </a:lnTo>
                <a:lnTo>
                  <a:pt x="118" y="578"/>
                </a:lnTo>
                <a:lnTo>
                  <a:pt x="104" y="578"/>
                </a:lnTo>
                <a:lnTo>
                  <a:pt x="72" y="586"/>
                </a:lnTo>
                <a:lnTo>
                  <a:pt x="33" y="574"/>
                </a:lnTo>
                <a:lnTo>
                  <a:pt x="4" y="554"/>
                </a:lnTo>
                <a:lnTo>
                  <a:pt x="0" y="534"/>
                </a:lnTo>
                <a:lnTo>
                  <a:pt x="18" y="524"/>
                </a:lnTo>
                <a:lnTo>
                  <a:pt x="39" y="504"/>
                </a:lnTo>
                <a:lnTo>
                  <a:pt x="50" y="486"/>
                </a:lnTo>
                <a:lnTo>
                  <a:pt x="63" y="472"/>
                </a:lnTo>
                <a:lnTo>
                  <a:pt x="78" y="465"/>
                </a:lnTo>
                <a:lnTo>
                  <a:pt x="96" y="472"/>
                </a:lnTo>
                <a:lnTo>
                  <a:pt x="124" y="456"/>
                </a:lnTo>
                <a:lnTo>
                  <a:pt x="137" y="436"/>
                </a:lnTo>
                <a:lnTo>
                  <a:pt x="137" y="413"/>
                </a:lnTo>
                <a:lnTo>
                  <a:pt x="128" y="399"/>
                </a:lnTo>
                <a:lnTo>
                  <a:pt x="101" y="400"/>
                </a:lnTo>
                <a:lnTo>
                  <a:pt x="78" y="397"/>
                </a:lnTo>
                <a:lnTo>
                  <a:pt x="66" y="382"/>
                </a:lnTo>
                <a:lnTo>
                  <a:pt x="66" y="359"/>
                </a:lnTo>
                <a:lnTo>
                  <a:pt x="74" y="342"/>
                </a:lnTo>
                <a:lnTo>
                  <a:pt x="90" y="327"/>
                </a:lnTo>
                <a:lnTo>
                  <a:pt x="107" y="318"/>
                </a:lnTo>
                <a:lnTo>
                  <a:pt x="124" y="321"/>
                </a:lnTo>
                <a:lnTo>
                  <a:pt x="142" y="330"/>
                </a:lnTo>
                <a:lnTo>
                  <a:pt x="153" y="335"/>
                </a:lnTo>
                <a:lnTo>
                  <a:pt x="165" y="335"/>
                </a:lnTo>
                <a:lnTo>
                  <a:pt x="171" y="330"/>
                </a:lnTo>
                <a:lnTo>
                  <a:pt x="174" y="293"/>
                </a:lnTo>
                <a:lnTo>
                  <a:pt x="194" y="264"/>
                </a:lnTo>
                <a:lnTo>
                  <a:pt x="223" y="236"/>
                </a:lnTo>
                <a:lnTo>
                  <a:pt x="227" y="227"/>
                </a:lnTo>
                <a:lnTo>
                  <a:pt x="250" y="231"/>
                </a:lnTo>
                <a:lnTo>
                  <a:pt x="287" y="258"/>
                </a:lnTo>
                <a:lnTo>
                  <a:pt x="301" y="250"/>
                </a:lnTo>
                <a:lnTo>
                  <a:pt x="308" y="199"/>
                </a:lnTo>
                <a:lnTo>
                  <a:pt x="353" y="231"/>
                </a:lnTo>
                <a:lnTo>
                  <a:pt x="379" y="227"/>
                </a:lnTo>
                <a:lnTo>
                  <a:pt x="391" y="208"/>
                </a:lnTo>
                <a:lnTo>
                  <a:pt x="383" y="193"/>
                </a:lnTo>
                <a:lnTo>
                  <a:pt x="349" y="162"/>
                </a:lnTo>
                <a:lnTo>
                  <a:pt x="356" y="147"/>
                </a:lnTo>
                <a:lnTo>
                  <a:pt x="359" y="116"/>
                </a:lnTo>
                <a:lnTo>
                  <a:pt x="397" y="53"/>
                </a:lnTo>
                <a:lnTo>
                  <a:pt x="452" y="28"/>
                </a:lnTo>
                <a:lnTo>
                  <a:pt x="487" y="24"/>
                </a:lnTo>
                <a:lnTo>
                  <a:pt x="493" y="20"/>
                </a:lnTo>
                <a:lnTo>
                  <a:pt x="501" y="39"/>
                </a:lnTo>
                <a:lnTo>
                  <a:pt x="531" y="42"/>
                </a:lnTo>
                <a:lnTo>
                  <a:pt x="550" y="24"/>
                </a:lnTo>
                <a:lnTo>
                  <a:pt x="588" y="15"/>
                </a:lnTo>
                <a:lnTo>
                  <a:pt x="604" y="24"/>
                </a:lnTo>
                <a:lnTo>
                  <a:pt x="601" y="46"/>
                </a:lnTo>
                <a:lnTo>
                  <a:pt x="581" y="57"/>
                </a:lnTo>
                <a:lnTo>
                  <a:pt x="570" y="84"/>
                </a:lnTo>
                <a:lnTo>
                  <a:pt x="538" y="99"/>
                </a:lnTo>
                <a:lnTo>
                  <a:pt x="531" y="124"/>
                </a:lnTo>
                <a:lnTo>
                  <a:pt x="534" y="147"/>
                </a:lnTo>
                <a:lnTo>
                  <a:pt x="559" y="151"/>
                </a:lnTo>
                <a:lnTo>
                  <a:pt x="578" y="112"/>
                </a:lnTo>
                <a:lnTo>
                  <a:pt x="593" y="96"/>
                </a:lnTo>
                <a:lnTo>
                  <a:pt x="604" y="116"/>
                </a:lnTo>
                <a:lnTo>
                  <a:pt x="619" y="107"/>
                </a:lnTo>
                <a:lnTo>
                  <a:pt x="623" y="74"/>
                </a:lnTo>
                <a:lnTo>
                  <a:pt x="619" y="49"/>
                </a:lnTo>
                <a:lnTo>
                  <a:pt x="631" y="46"/>
                </a:lnTo>
                <a:lnTo>
                  <a:pt x="669" y="104"/>
                </a:lnTo>
                <a:lnTo>
                  <a:pt x="680" y="151"/>
                </a:lnTo>
                <a:lnTo>
                  <a:pt x="691" y="153"/>
                </a:lnTo>
                <a:lnTo>
                  <a:pt x="707" y="147"/>
                </a:lnTo>
                <a:lnTo>
                  <a:pt x="704" y="112"/>
                </a:lnTo>
                <a:lnTo>
                  <a:pt x="677" y="62"/>
                </a:lnTo>
                <a:lnTo>
                  <a:pt x="673" y="28"/>
                </a:lnTo>
                <a:lnTo>
                  <a:pt x="697" y="0"/>
                </a:lnTo>
                <a:lnTo>
                  <a:pt x="727" y="0"/>
                </a:lnTo>
                <a:lnTo>
                  <a:pt x="761" y="24"/>
                </a:lnTo>
                <a:lnTo>
                  <a:pt x="764" y="62"/>
                </a:lnTo>
                <a:lnTo>
                  <a:pt x="764" y="104"/>
                </a:lnTo>
                <a:lnTo>
                  <a:pt x="775" y="147"/>
                </a:lnTo>
                <a:lnTo>
                  <a:pt x="802" y="124"/>
                </a:lnTo>
                <a:lnTo>
                  <a:pt x="818" y="116"/>
                </a:lnTo>
                <a:lnTo>
                  <a:pt x="871" y="151"/>
                </a:lnTo>
                <a:lnTo>
                  <a:pt x="887" y="193"/>
                </a:lnTo>
                <a:lnTo>
                  <a:pt x="926" y="204"/>
                </a:lnTo>
                <a:lnTo>
                  <a:pt x="941" y="218"/>
                </a:lnTo>
                <a:lnTo>
                  <a:pt x="948" y="240"/>
                </a:lnTo>
                <a:lnTo>
                  <a:pt x="973" y="270"/>
                </a:lnTo>
                <a:lnTo>
                  <a:pt x="982" y="278"/>
                </a:lnTo>
                <a:lnTo>
                  <a:pt x="996" y="278"/>
                </a:lnTo>
                <a:lnTo>
                  <a:pt x="1028" y="270"/>
                </a:lnTo>
                <a:lnTo>
                  <a:pt x="1061" y="282"/>
                </a:lnTo>
                <a:lnTo>
                  <a:pt x="1051" y="312"/>
                </a:lnTo>
                <a:lnTo>
                  <a:pt x="1028" y="35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49" name="Freeform 248"/>
          <p:cNvSpPr>
            <a:spLocks/>
          </p:cNvSpPr>
          <p:nvPr/>
        </p:nvSpPr>
        <p:spPr bwMode="auto">
          <a:xfrm rot="21045919">
            <a:off x="2292230" y="3127906"/>
            <a:ext cx="215412" cy="183864"/>
          </a:xfrm>
          <a:custGeom>
            <a:avLst/>
            <a:gdLst/>
            <a:ahLst/>
            <a:cxnLst>
              <a:cxn ang="0">
                <a:pos x="187" y="332"/>
              </a:cxn>
              <a:cxn ang="0">
                <a:pos x="154" y="290"/>
              </a:cxn>
              <a:cxn ang="0">
                <a:pos x="136" y="205"/>
              </a:cxn>
              <a:cxn ang="0">
                <a:pos x="91" y="144"/>
              </a:cxn>
              <a:cxn ang="0">
                <a:pos x="33" y="174"/>
              </a:cxn>
              <a:cxn ang="0">
                <a:pos x="0" y="195"/>
              </a:cxn>
              <a:cxn ang="0">
                <a:pos x="18" y="162"/>
              </a:cxn>
              <a:cxn ang="0">
                <a:pos x="113" y="58"/>
              </a:cxn>
              <a:cxn ang="0">
                <a:pos x="150" y="29"/>
              </a:cxn>
              <a:cxn ang="0">
                <a:pos x="211" y="8"/>
              </a:cxn>
              <a:cxn ang="0">
                <a:pos x="312" y="8"/>
              </a:cxn>
              <a:cxn ang="0">
                <a:pos x="325" y="53"/>
              </a:cxn>
              <a:cxn ang="0">
                <a:pos x="294" y="79"/>
              </a:cxn>
              <a:cxn ang="0">
                <a:pos x="235" y="94"/>
              </a:cxn>
              <a:cxn ang="0">
                <a:pos x="247" y="121"/>
              </a:cxn>
              <a:cxn ang="0">
                <a:pos x="305" y="118"/>
              </a:cxn>
              <a:cxn ang="0">
                <a:pos x="288" y="144"/>
              </a:cxn>
              <a:cxn ang="0">
                <a:pos x="305" y="173"/>
              </a:cxn>
              <a:cxn ang="0">
                <a:pos x="315" y="215"/>
              </a:cxn>
              <a:cxn ang="0">
                <a:pos x="357" y="261"/>
              </a:cxn>
              <a:cxn ang="0">
                <a:pos x="473" y="261"/>
              </a:cxn>
              <a:cxn ang="0">
                <a:pos x="548" y="285"/>
              </a:cxn>
              <a:cxn ang="0">
                <a:pos x="565" y="296"/>
              </a:cxn>
              <a:cxn ang="0">
                <a:pos x="502" y="314"/>
              </a:cxn>
              <a:cxn ang="0">
                <a:pos x="440" y="332"/>
              </a:cxn>
              <a:cxn ang="0">
                <a:pos x="384" y="369"/>
              </a:cxn>
              <a:cxn ang="0">
                <a:pos x="348" y="430"/>
              </a:cxn>
              <a:cxn ang="0">
                <a:pos x="312" y="455"/>
              </a:cxn>
              <a:cxn ang="0">
                <a:pos x="265" y="430"/>
              </a:cxn>
              <a:cxn ang="0">
                <a:pos x="274" y="366"/>
              </a:cxn>
              <a:cxn ang="0">
                <a:pos x="332" y="336"/>
              </a:cxn>
              <a:cxn ang="0">
                <a:pos x="398" y="322"/>
              </a:cxn>
              <a:cxn ang="0">
                <a:pos x="389" y="304"/>
              </a:cxn>
              <a:cxn ang="0">
                <a:pos x="350" y="286"/>
              </a:cxn>
              <a:cxn ang="0">
                <a:pos x="305" y="295"/>
              </a:cxn>
              <a:cxn ang="0">
                <a:pos x="251" y="306"/>
              </a:cxn>
              <a:cxn ang="0">
                <a:pos x="201" y="346"/>
              </a:cxn>
            </a:cxnLst>
            <a:rect l="0" t="0" r="r" b="b"/>
            <a:pathLst>
              <a:path w="566" h="455">
                <a:moveTo>
                  <a:pt x="201" y="346"/>
                </a:moveTo>
                <a:lnTo>
                  <a:pt x="187" y="332"/>
                </a:lnTo>
                <a:lnTo>
                  <a:pt x="173" y="318"/>
                </a:lnTo>
                <a:lnTo>
                  <a:pt x="154" y="290"/>
                </a:lnTo>
                <a:lnTo>
                  <a:pt x="136" y="233"/>
                </a:lnTo>
                <a:lnTo>
                  <a:pt x="136" y="205"/>
                </a:lnTo>
                <a:lnTo>
                  <a:pt x="119" y="154"/>
                </a:lnTo>
                <a:lnTo>
                  <a:pt x="91" y="144"/>
                </a:lnTo>
                <a:lnTo>
                  <a:pt x="60" y="154"/>
                </a:lnTo>
                <a:lnTo>
                  <a:pt x="33" y="174"/>
                </a:lnTo>
                <a:lnTo>
                  <a:pt x="13" y="199"/>
                </a:lnTo>
                <a:lnTo>
                  <a:pt x="0" y="195"/>
                </a:lnTo>
                <a:lnTo>
                  <a:pt x="14" y="176"/>
                </a:lnTo>
                <a:lnTo>
                  <a:pt x="18" y="162"/>
                </a:lnTo>
                <a:lnTo>
                  <a:pt x="56" y="105"/>
                </a:lnTo>
                <a:lnTo>
                  <a:pt x="113" y="58"/>
                </a:lnTo>
                <a:lnTo>
                  <a:pt x="145" y="34"/>
                </a:lnTo>
                <a:lnTo>
                  <a:pt x="150" y="29"/>
                </a:lnTo>
                <a:lnTo>
                  <a:pt x="178" y="21"/>
                </a:lnTo>
                <a:lnTo>
                  <a:pt x="211" y="8"/>
                </a:lnTo>
                <a:lnTo>
                  <a:pt x="247" y="0"/>
                </a:lnTo>
                <a:lnTo>
                  <a:pt x="312" y="8"/>
                </a:lnTo>
                <a:lnTo>
                  <a:pt x="328" y="25"/>
                </a:lnTo>
                <a:lnTo>
                  <a:pt x="325" y="53"/>
                </a:lnTo>
                <a:lnTo>
                  <a:pt x="312" y="67"/>
                </a:lnTo>
                <a:lnTo>
                  <a:pt x="294" y="79"/>
                </a:lnTo>
                <a:lnTo>
                  <a:pt x="242" y="81"/>
                </a:lnTo>
                <a:lnTo>
                  <a:pt x="235" y="94"/>
                </a:lnTo>
                <a:lnTo>
                  <a:pt x="238" y="108"/>
                </a:lnTo>
                <a:lnTo>
                  <a:pt x="247" y="121"/>
                </a:lnTo>
                <a:lnTo>
                  <a:pt x="291" y="113"/>
                </a:lnTo>
                <a:lnTo>
                  <a:pt x="305" y="118"/>
                </a:lnTo>
                <a:lnTo>
                  <a:pt x="307" y="131"/>
                </a:lnTo>
                <a:lnTo>
                  <a:pt x="288" y="144"/>
                </a:lnTo>
                <a:lnTo>
                  <a:pt x="287" y="155"/>
                </a:lnTo>
                <a:lnTo>
                  <a:pt x="305" y="173"/>
                </a:lnTo>
                <a:lnTo>
                  <a:pt x="311" y="181"/>
                </a:lnTo>
                <a:lnTo>
                  <a:pt x="315" y="215"/>
                </a:lnTo>
                <a:lnTo>
                  <a:pt x="338" y="235"/>
                </a:lnTo>
                <a:lnTo>
                  <a:pt x="357" y="261"/>
                </a:lnTo>
                <a:lnTo>
                  <a:pt x="435" y="265"/>
                </a:lnTo>
                <a:lnTo>
                  <a:pt x="473" y="261"/>
                </a:lnTo>
                <a:lnTo>
                  <a:pt x="520" y="265"/>
                </a:lnTo>
                <a:lnTo>
                  <a:pt x="548" y="285"/>
                </a:lnTo>
                <a:lnTo>
                  <a:pt x="566" y="290"/>
                </a:lnTo>
                <a:lnTo>
                  <a:pt x="565" y="296"/>
                </a:lnTo>
                <a:lnTo>
                  <a:pt x="539" y="310"/>
                </a:lnTo>
                <a:lnTo>
                  <a:pt x="502" y="314"/>
                </a:lnTo>
                <a:lnTo>
                  <a:pt x="473" y="322"/>
                </a:lnTo>
                <a:lnTo>
                  <a:pt x="440" y="332"/>
                </a:lnTo>
                <a:lnTo>
                  <a:pt x="407" y="352"/>
                </a:lnTo>
                <a:lnTo>
                  <a:pt x="384" y="369"/>
                </a:lnTo>
                <a:lnTo>
                  <a:pt x="361" y="404"/>
                </a:lnTo>
                <a:lnTo>
                  <a:pt x="348" y="430"/>
                </a:lnTo>
                <a:lnTo>
                  <a:pt x="332" y="448"/>
                </a:lnTo>
                <a:lnTo>
                  <a:pt x="312" y="455"/>
                </a:lnTo>
                <a:lnTo>
                  <a:pt x="285" y="451"/>
                </a:lnTo>
                <a:lnTo>
                  <a:pt x="265" y="430"/>
                </a:lnTo>
                <a:lnTo>
                  <a:pt x="261" y="396"/>
                </a:lnTo>
                <a:lnTo>
                  <a:pt x="274" y="366"/>
                </a:lnTo>
                <a:lnTo>
                  <a:pt x="301" y="346"/>
                </a:lnTo>
                <a:lnTo>
                  <a:pt x="332" y="336"/>
                </a:lnTo>
                <a:lnTo>
                  <a:pt x="389" y="328"/>
                </a:lnTo>
                <a:lnTo>
                  <a:pt x="398" y="322"/>
                </a:lnTo>
                <a:lnTo>
                  <a:pt x="398" y="310"/>
                </a:lnTo>
                <a:lnTo>
                  <a:pt x="389" y="304"/>
                </a:lnTo>
                <a:lnTo>
                  <a:pt x="348" y="309"/>
                </a:lnTo>
                <a:lnTo>
                  <a:pt x="350" y="286"/>
                </a:lnTo>
                <a:lnTo>
                  <a:pt x="335" y="283"/>
                </a:lnTo>
                <a:lnTo>
                  <a:pt x="305" y="295"/>
                </a:lnTo>
                <a:lnTo>
                  <a:pt x="276" y="310"/>
                </a:lnTo>
                <a:lnTo>
                  <a:pt x="251" y="306"/>
                </a:lnTo>
                <a:lnTo>
                  <a:pt x="233" y="318"/>
                </a:lnTo>
                <a:lnTo>
                  <a:pt x="201" y="346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50" name="Freeform 249"/>
          <p:cNvSpPr>
            <a:spLocks/>
          </p:cNvSpPr>
          <p:nvPr/>
        </p:nvSpPr>
        <p:spPr bwMode="auto">
          <a:xfrm rot="21045919">
            <a:off x="1138470" y="3648277"/>
            <a:ext cx="773527" cy="799634"/>
          </a:xfrm>
          <a:custGeom>
            <a:avLst/>
            <a:gdLst/>
            <a:ahLst/>
            <a:cxnLst>
              <a:cxn ang="0">
                <a:pos x="1228" y="1410"/>
              </a:cxn>
              <a:cxn ang="0">
                <a:pos x="1194" y="1287"/>
              </a:cxn>
              <a:cxn ang="0">
                <a:pos x="1180" y="1199"/>
              </a:cxn>
              <a:cxn ang="0">
                <a:pos x="1241" y="956"/>
              </a:cxn>
              <a:cxn ang="0">
                <a:pos x="1200" y="899"/>
              </a:cxn>
              <a:cxn ang="0">
                <a:pos x="1105" y="747"/>
              </a:cxn>
              <a:cxn ang="0">
                <a:pos x="1012" y="540"/>
              </a:cxn>
              <a:cxn ang="0">
                <a:pos x="904" y="550"/>
              </a:cxn>
              <a:cxn ang="0">
                <a:pos x="816" y="497"/>
              </a:cxn>
              <a:cxn ang="0">
                <a:pos x="768" y="373"/>
              </a:cxn>
              <a:cxn ang="0">
                <a:pos x="679" y="270"/>
              </a:cxn>
              <a:cxn ang="0">
                <a:pos x="580" y="242"/>
              </a:cxn>
              <a:cxn ang="0">
                <a:pos x="478" y="265"/>
              </a:cxn>
              <a:cxn ang="0">
                <a:pos x="351" y="203"/>
              </a:cxn>
              <a:cxn ang="0">
                <a:pos x="229" y="129"/>
              </a:cxn>
              <a:cxn ang="0">
                <a:pos x="135" y="33"/>
              </a:cxn>
              <a:cxn ang="0">
                <a:pos x="0" y="114"/>
              </a:cxn>
              <a:cxn ang="0">
                <a:pos x="25" y="320"/>
              </a:cxn>
              <a:cxn ang="0">
                <a:pos x="87" y="444"/>
              </a:cxn>
              <a:cxn ang="0">
                <a:pos x="14" y="444"/>
              </a:cxn>
              <a:cxn ang="0">
                <a:pos x="116" y="596"/>
              </a:cxn>
              <a:cxn ang="0">
                <a:pos x="146" y="766"/>
              </a:cxn>
              <a:cxn ang="0">
                <a:pos x="220" y="908"/>
              </a:cxn>
              <a:cxn ang="0">
                <a:pos x="294" y="953"/>
              </a:cxn>
              <a:cxn ang="0">
                <a:pos x="228" y="849"/>
              </a:cxn>
              <a:cxn ang="0">
                <a:pos x="224" y="761"/>
              </a:cxn>
              <a:cxn ang="0">
                <a:pos x="180" y="465"/>
              </a:cxn>
              <a:cxn ang="0">
                <a:pos x="98" y="252"/>
              </a:cxn>
              <a:cxn ang="0">
                <a:pos x="146" y="129"/>
              </a:cxn>
              <a:cxn ang="0">
                <a:pos x="206" y="236"/>
              </a:cxn>
              <a:cxn ang="0">
                <a:pos x="247" y="441"/>
              </a:cxn>
              <a:cxn ang="0">
                <a:pos x="305" y="564"/>
              </a:cxn>
              <a:cxn ang="0">
                <a:pos x="380" y="729"/>
              </a:cxn>
              <a:cxn ang="0">
                <a:pos x="478" y="931"/>
              </a:cxn>
              <a:cxn ang="0">
                <a:pos x="553" y="1154"/>
              </a:cxn>
              <a:cxn ang="0">
                <a:pos x="548" y="1243"/>
              </a:cxn>
              <a:cxn ang="0">
                <a:pos x="576" y="1366"/>
              </a:cxn>
              <a:cxn ang="0">
                <a:pos x="689" y="1487"/>
              </a:cxn>
              <a:cxn ang="0">
                <a:pos x="811" y="1551"/>
              </a:cxn>
              <a:cxn ang="0">
                <a:pos x="908" y="1635"/>
              </a:cxn>
              <a:cxn ang="0">
                <a:pos x="1049" y="1721"/>
              </a:cxn>
              <a:cxn ang="0">
                <a:pos x="1209" y="1783"/>
              </a:cxn>
              <a:cxn ang="0">
                <a:pos x="1367" y="1792"/>
              </a:cxn>
              <a:cxn ang="0">
                <a:pos x="1470" y="1896"/>
              </a:cxn>
              <a:cxn ang="0">
                <a:pos x="1540" y="1942"/>
              </a:cxn>
              <a:cxn ang="0">
                <a:pos x="1561" y="1870"/>
              </a:cxn>
              <a:cxn ang="0">
                <a:pos x="1706" y="1838"/>
              </a:cxn>
              <a:cxn ang="0">
                <a:pos x="1673" y="1782"/>
              </a:cxn>
              <a:cxn ang="0">
                <a:pos x="1795" y="1721"/>
              </a:cxn>
              <a:cxn ang="0">
                <a:pos x="1893" y="1703"/>
              </a:cxn>
              <a:cxn ang="0">
                <a:pos x="1934" y="1717"/>
              </a:cxn>
              <a:cxn ang="0">
                <a:pos x="1960" y="1625"/>
              </a:cxn>
              <a:cxn ang="0">
                <a:pos x="1955" y="1531"/>
              </a:cxn>
              <a:cxn ang="0">
                <a:pos x="2014" y="1420"/>
              </a:cxn>
              <a:cxn ang="0">
                <a:pos x="1775" y="1410"/>
              </a:cxn>
              <a:cxn ang="0">
                <a:pos x="1719" y="1487"/>
              </a:cxn>
              <a:cxn ang="0">
                <a:pos x="1682" y="1551"/>
              </a:cxn>
              <a:cxn ang="0">
                <a:pos x="1606" y="1622"/>
              </a:cxn>
              <a:cxn ang="0">
                <a:pos x="1476" y="1604"/>
              </a:cxn>
              <a:cxn ang="0">
                <a:pos x="1367" y="1558"/>
              </a:cxn>
            </a:cxnLst>
            <a:rect l="0" t="0" r="r" b="b"/>
            <a:pathLst>
              <a:path w="2023" h="1972">
                <a:moveTo>
                  <a:pt x="1286" y="1539"/>
                </a:moveTo>
                <a:lnTo>
                  <a:pt x="1264" y="1478"/>
                </a:lnTo>
                <a:lnTo>
                  <a:pt x="1250" y="1446"/>
                </a:lnTo>
                <a:lnTo>
                  <a:pt x="1228" y="1410"/>
                </a:lnTo>
                <a:lnTo>
                  <a:pt x="1212" y="1386"/>
                </a:lnTo>
                <a:lnTo>
                  <a:pt x="1194" y="1377"/>
                </a:lnTo>
                <a:lnTo>
                  <a:pt x="1198" y="1338"/>
                </a:lnTo>
                <a:lnTo>
                  <a:pt x="1194" y="1287"/>
                </a:lnTo>
                <a:lnTo>
                  <a:pt x="1181" y="1277"/>
                </a:lnTo>
                <a:lnTo>
                  <a:pt x="1163" y="1254"/>
                </a:lnTo>
                <a:lnTo>
                  <a:pt x="1166" y="1226"/>
                </a:lnTo>
                <a:lnTo>
                  <a:pt x="1180" y="1199"/>
                </a:lnTo>
                <a:lnTo>
                  <a:pt x="1180" y="1127"/>
                </a:lnTo>
                <a:lnTo>
                  <a:pt x="1186" y="1050"/>
                </a:lnTo>
                <a:lnTo>
                  <a:pt x="1204" y="993"/>
                </a:lnTo>
                <a:lnTo>
                  <a:pt x="1241" y="956"/>
                </a:lnTo>
                <a:lnTo>
                  <a:pt x="1250" y="941"/>
                </a:lnTo>
                <a:lnTo>
                  <a:pt x="1237" y="913"/>
                </a:lnTo>
                <a:lnTo>
                  <a:pt x="1232" y="908"/>
                </a:lnTo>
                <a:lnTo>
                  <a:pt x="1200" y="899"/>
                </a:lnTo>
                <a:lnTo>
                  <a:pt x="1186" y="894"/>
                </a:lnTo>
                <a:lnTo>
                  <a:pt x="1128" y="838"/>
                </a:lnTo>
                <a:lnTo>
                  <a:pt x="1110" y="782"/>
                </a:lnTo>
                <a:lnTo>
                  <a:pt x="1105" y="747"/>
                </a:lnTo>
                <a:lnTo>
                  <a:pt x="1063" y="629"/>
                </a:lnTo>
                <a:lnTo>
                  <a:pt x="1053" y="606"/>
                </a:lnTo>
                <a:lnTo>
                  <a:pt x="1045" y="577"/>
                </a:lnTo>
                <a:lnTo>
                  <a:pt x="1012" y="540"/>
                </a:lnTo>
                <a:lnTo>
                  <a:pt x="1003" y="529"/>
                </a:lnTo>
                <a:lnTo>
                  <a:pt x="961" y="520"/>
                </a:lnTo>
                <a:lnTo>
                  <a:pt x="932" y="526"/>
                </a:lnTo>
                <a:lnTo>
                  <a:pt x="904" y="550"/>
                </a:lnTo>
                <a:lnTo>
                  <a:pt x="891" y="564"/>
                </a:lnTo>
                <a:lnTo>
                  <a:pt x="858" y="559"/>
                </a:lnTo>
                <a:lnTo>
                  <a:pt x="840" y="529"/>
                </a:lnTo>
                <a:lnTo>
                  <a:pt x="816" y="497"/>
                </a:lnTo>
                <a:lnTo>
                  <a:pt x="805" y="469"/>
                </a:lnTo>
                <a:lnTo>
                  <a:pt x="797" y="436"/>
                </a:lnTo>
                <a:lnTo>
                  <a:pt x="782" y="407"/>
                </a:lnTo>
                <a:lnTo>
                  <a:pt x="768" y="373"/>
                </a:lnTo>
                <a:lnTo>
                  <a:pt x="759" y="345"/>
                </a:lnTo>
                <a:lnTo>
                  <a:pt x="741" y="317"/>
                </a:lnTo>
                <a:lnTo>
                  <a:pt x="717" y="289"/>
                </a:lnTo>
                <a:lnTo>
                  <a:pt x="679" y="270"/>
                </a:lnTo>
                <a:lnTo>
                  <a:pt x="671" y="270"/>
                </a:lnTo>
                <a:lnTo>
                  <a:pt x="647" y="261"/>
                </a:lnTo>
                <a:lnTo>
                  <a:pt x="617" y="247"/>
                </a:lnTo>
                <a:lnTo>
                  <a:pt x="580" y="242"/>
                </a:lnTo>
                <a:lnTo>
                  <a:pt x="558" y="247"/>
                </a:lnTo>
                <a:lnTo>
                  <a:pt x="533" y="279"/>
                </a:lnTo>
                <a:lnTo>
                  <a:pt x="507" y="274"/>
                </a:lnTo>
                <a:lnTo>
                  <a:pt x="478" y="265"/>
                </a:lnTo>
                <a:lnTo>
                  <a:pt x="451" y="252"/>
                </a:lnTo>
                <a:lnTo>
                  <a:pt x="421" y="231"/>
                </a:lnTo>
                <a:lnTo>
                  <a:pt x="380" y="218"/>
                </a:lnTo>
                <a:lnTo>
                  <a:pt x="351" y="203"/>
                </a:lnTo>
                <a:lnTo>
                  <a:pt x="324" y="185"/>
                </a:lnTo>
                <a:lnTo>
                  <a:pt x="297" y="171"/>
                </a:lnTo>
                <a:lnTo>
                  <a:pt x="261" y="147"/>
                </a:lnTo>
                <a:lnTo>
                  <a:pt x="229" y="129"/>
                </a:lnTo>
                <a:lnTo>
                  <a:pt x="201" y="114"/>
                </a:lnTo>
                <a:lnTo>
                  <a:pt x="169" y="80"/>
                </a:lnTo>
                <a:lnTo>
                  <a:pt x="150" y="53"/>
                </a:lnTo>
                <a:lnTo>
                  <a:pt x="135" y="33"/>
                </a:lnTo>
                <a:lnTo>
                  <a:pt x="79" y="15"/>
                </a:lnTo>
                <a:lnTo>
                  <a:pt x="42" y="5"/>
                </a:lnTo>
                <a:lnTo>
                  <a:pt x="5" y="0"/>
                </a:lnTo>
                <a:lnTo>
                  <a:pt x="0" y="114"/>
                </a:lnTo>
                <a:lnTo>
                  <a:pt x="10" y="161"/>
                </a:lnTo>
                <a:lnTo>
                  <a:pt x="14" y="208"/>
                </a:lnTo>
                <a:lnTo>
                  <a:pt x="5" y="261"/>
                </a:lnTo>
                <a:lnTo>
                  <a:pt x="25" y="320"/>
                </a:lnTo>
                <a:lnTo>
                  <a:pt x="62" y="371"/>
                </a:lnTo>
                <a:lnTo>
                  <a:pt x="84" y="395"/>
                </a:lnTo>
                <a:lnTo>
                  <a:pt x="92" y="419"/>
                </a:lnTo>
                <a:lnTo>
                  <a:pt x="87" y="444"/>
                </a:lnTo>
                <a:lnTo>
                  <a:pt x="70" y="457"/>
                </a:lnTo>
                <a:lnTo>
                  <a:pt x="29" y="441"/>
                </a:lnTo>
                <a:lnTo>
                  <a:pt x="14" y="440"/>
                </a:lnTo>
                <a:lnTo>
                  <a:pt x="14" y="444"/>
                </a:lnTo>
                <a:lnTo>
                  <a:pt x="42" y="480"/>
                </a:lnTo>
                <a:lnTo>
                  <a:pt x="73" y="517"/>
                </a:lnTo>
                <a:lnTo>
                  <a:pt x="93" y="568"/>
                </a:lnTo>
                <a:lnTo>
                  <a:pt x="116" y="596"/>
                </a:lnTo>
                <a:lnTo>
                  <a:pt x="135" y="639"/>
                </a:lnTo>
                <a:lnTo>
                  <a:pt x="146" y="689"/>
                </a:lnTo>
                <a:lnTo>
                  <a:pt x="141" y="737"/>
                </a:lnTo>
                <a:lnTo>
                  <a:pt x="146" y="766"/>
                </a:lnTo>
                <a:lnTo>
                  <a:pt x="169" y="801"/>
                </a:lnTo>
                <a:lnTo>
                  <a:pt x="197" y="842"/>
                </a:lnTo>
                <a:lnTo>
                  <a:pt x="214" y="871"/>
                </a:lnTo>
                <a:lnTo>
                  <a:pt x="220" y="908"/>
                </a:lnTo>
                <a:lnTo>
                  <a:pt x="237" y="957"/>
                </a:lnTo>
                <a:lnTo>
                  <a:pt x="253" y="975"/>
                </a:lnTo>
                <a:lnTo>
                  <a:pt x="281" y="971"/>
                </a:lnTo>
                <a:lnTo>
                  <a:pt x="294" y="953"/>
                </a:lnTo>
                <a:lnTo>
                  <a:pt x="288" y="920"/>
                </a:lnTo>
                <a:lnTo>
                  <a:pt x="271" y="889"/>
                </a:lnTo>
                <a:lnTo>
                  <a:pt x="257" y="857"/>
                </a:lnTo>
                <a:lnTo>
                  <a:pt x="228" y="849"/>
                </a:lnTo>
                <a:lnTo>
                  <a:pt x="224" y="825"/>
                </a:lnTo>
                <a:lnTo>
                  <a:pt x="240" y="801"/>
                </a:lnTo>
                <a:lnTo>
                  <a:pt x="237" y="782"/>
                </a:lnTo>
                <a:lnTo>
                  <a:pt x="224" y="761"/>
                </a:lnTo>
                <a:lnTo>
                  <a:pt x="225" y="639"/>
                </a:lnTo>
                <a:lnTo>
                  <a:pt x="220" y="628"/>
                </a:lnTo>
                <a:lnTo>
                  <a:pt x="212" y="642"/>
                </a:lnTo>
                <a:lnTo>
                  <a:pt x="180" y="465"/>
                </a:lnTo>
                <a:lnTo>
                  <a:pt x="170" y="436"/>
                </a:lnTo>
                <a:lnTo>
                  <a:pt x="119" y="359"/>
                </a:lnTo>
                <a:lnTo>
                  <a:pt x="105" y="316"/>
                </a:lnTo>
                <a:lnTo>
                  <a:pt x="98" y="252"/>
                </a:lnTo>
                <a:lnTo>
                  <a:pt x="109" y="201"/>
                </a:lnTo>
                <a:lnTo>
                  <a:pt x="109" y="152"/>
                </a:lnTo>
                <a:lnTo>
                  <a:pt x="121" y="129"/>
                </a:lnTo>
                <a:lnTo>
                  <a:pt x="146" y="129"/>
                </a:lnTo>
                <a:lnTo>
                  <a:pt x="160" y="147"/>
                </a:lnTo>
                <a:lnTo>
                  <a:pt x="220" y="199"/>
                </a:lnTo>
                <a:lnTo>
                  <a:pt x="220" y="222"/>
                </a:lnTo>
                <a:lnTo>
                  <a:pt x="206" y="236"/>
                </a:lnTo>
                <a:lnTo>
                  <a:pt x="220" y="265"/>
                </a:lnTo>
                <a:lnTo>
                  <a:pt x="215" y="317"/>
                </a:lnTo>
                <a:lnTo>
                  <a:pt x="228" y="408"/>
                </a:lnTo>
                <a:lnTo>
                  <a:pt x="247" y="441"/>
                </a:lnTo>
                <a:lnTo>
                  <a:pt x="261" y="483"/>
                </a:lnTo>
                <a:lnTo>
                  <a:pt x="307" y="523"/>
                </a:lnTo>
                <a:lnTo>
                  <a:pt x="314" y="550"/>
                </a:lnTo>
                <a:lnTo>
                  <a:pt x="305" y="564"/>
                </a:lnTo>
                <a:lnTo>
                  <a:pt x="321" y="591"/>
                </a:lnTo>
                <a:lnTo>
                  <a:pt x="338" y="634"/>
                </a:lnTo>
                <a:lnTo>
                  <a:pt x="365" y="682"/>
                </a:lnTo>
                <a:lnTo>
                  <a:pt x="380" y="729"/>
                </a:lnTo>
                <a:lnTo>
                  <a:pt x="365" y="747"/>
                </a:lnTo>
                <a:lnTo>
                  <a:pt x="408" y="790"/>
                </a:lnTo>
                <a:lnTo>
                  <a:pt x="444" y="871"/>
                </a:lnTo>
                <a:lnTo>
                  <a:pt x="478" y="931"/>
                </a:lnTo>
                <a:lnTo>
                  <a:pt x="507" y="998"/>
                </a:lnTo>
                <a:lnTo>
                  <a:pt x="521" y="1026"/>
                </a:lnTo>
                <a:lnTo>
                  <a:pt x="544" y="1068"/>
                </a:lnTo>
                <a:lnTo>
                  <a:pt x="553" y="1154"/>
                </a:lnTo>
                <a:lnTo>
                  <a:pt x="572" y="1188"/>
                </a:lnTo>
                <a:lnTo>
                  <a:pt x="580" y="1229"/>
                </a:lnTo>
                <a:lnTo>
                  <a:pt x="576" y="1235"/>
                </a:lnTo>
                <a:lnTo>
                  <a:pt x="548" y="1243"/>
                </a:lnTo>
                <a:lnTo>
                  <a:pt x="533" y="1254"/>
                </a:lnTo>
                <a:lnTo>
                  <a:pt x="533" y="1301"/>
                </a:lnTo>
                <a:lnTo>
                  <a:pt x="558" y="1338"/>
                </a:lnTo>
                <a:lnTo>
                  <a:pt x="576" y="1366"/>
                </a:lnTo>
                <a:lnTo>
                  <a:pt x="615" y="1405"/>
                </a:lnTo>
                <a:lnTo>
                  <a:pt x="643" y="1424"/>
                </a:lnTo>
                <a:lnTo>
                  <a:pt x="657" y="1452"/>
                </a:lnTo>
                <a:lnTo>
                  <a:pt x="689" y="1487"/>
                </a:lnTo>
                <a:lnTo>
                  <a:pt x="721" y="1498"/>
                </a:lnTo>
                <a:lnTo>
                  <a:pt x="759" y="1508"/>
                </a:lnTo>
                <a:lnTo>
                  <a:pt x="782" y="1528"/>
                </a:lnTo>
                <a:lnTo>
                  <a:pt x="811" y="1551"/>
                </a:lnTo>
                <a:lnTo>
                  <a:pt x="840" y="1580"/>
                </a:lnTo>
                <a:lnTo>
                  <a:pt x="867" y="1604"/>
                </a:lnTo>
                <a:lnTo>
                  <a:pt x="880" y="1612"/>
                </a:lnTo>
                <a:lnTo>
                  <a:pt x="908" y="1635"/>
                </a:lnTo>
                <a:lnTo>
                  <a:pt x="937" y="1654"/>
                </a:lnTo>
                <a:lnTo>
                  <a:pt x="966" y="1670"/>
                </a:lnTo>
                <a:lnTo>
                  <a:pt x="1007" y="1679"/>
                </a:lnTo>
                <a:lnTo>
                  <a:pt x="1049" y="1721"/>
                </a:lnTo>
                <a:lnTo>
                  <a:pt x="1092" y="1735"/>
                </a:lnTo>
                <a:lnTo>
                  <a:pt x="1133" y="1764"/>
                </a:lnTo>
                <a:lnTo>
                  <a:pt x="1176" y="1778"/>
                </a:lnTo>
                <a:lnTo>
                  <a:pt x="1209" y="1783"/>
                </a:lnTo>
                <a:lnTo>
                  <a:pt x="1246" y="1787"/>
                </a:lnTo>
                <a:lnTo>
                  <a:pt x="1317" y="1778"/>
                </a:lnTo>
                <a:lnTo>
                  <a:pt x="1349" y="1783"/>
                </a:lnTo>
                <a:lnTo>
                  <a:pt x="1367" y="1792"/>
                </a:lnTo>
                <a:lnTo>
                  <a:pt x="1400" y="1807"/>
                </a:lnTo>
                <a:lnTo>
                  <a:pt x="1419" y="1830"/>
                </a:lnTo>
                <a:lnTo>
                  <a:pt x="1447" y="1868"/>
                </a:lnTo>
                <a:lnTo>
                  <a:pt x="1470" y="1896"/>
                </a:lnTo>
                <a:lnTo>
                  <a:pt x="1500" y="1934"/>
                </a:lnTo>
                <a:lnTo>
                  <a:pt x="1518" y="1963"/>
                </a:lnTo>
                <a:lnTo>
                  <a:pt x="1527" y="1972"/>
                </a:lnTo>
                <a:lnTo>
                  <a:pt x="1540" y="1942"/>
                </a:lnTo>
                <a:lnTo>
                  <a:pt x="1536" y="1920"/>
                </a:lnTo>
                <a:lnTo>
                  <a:pt x="1536" y="1902"/>
                </a:lnTo>
                <a:lnTo>
                  <a:pt x="1545" y="1879"/>
                </a:lnTo>
                <a:lnTo>
                  <a:pt x="1561" y="1870"/>
                </a:lnTo>
                <a:lnTo>
                  <a:pt x="1668" y="1877"/>
                </a:lnTo>
                <a:lnTo>
                  <a:pt x="1682" y="1873"/>
                </a:lnTo>
                <a:lnTo>
                  <a:pt x="1688" y="1850"/>
                </a:lnTo>
                <a:lnTo>
                  <a:pt x="1706" y="1838"/>
                </a:lnTo>
                <a:lnTo>
                  <a:pt x="1713" y="1827"/>
                </a:lnTo>
                <a:lnTo>
                  <a:pt x="1696" y="1821"/>
                </a:lnTo>
                <a:lnTo>
                  <a:pt x="1679" y="1803"/>
                </a:lnTo>
                <a:lnTo>
                  <a:pt x="1673" y="1782"/>
                </a:lnTo>
                <a:lnTo>
                  <a:pt x="1668" y="1755"/>
                </a:lnTo>
                <a:lnTo>
                  <a:pt x="1670" y="1723"/>
                </a:lnTo>
                <a:lnTo>
                  <a:pt x="1719" y="1721"/>
                </a:lnTo>
                <a:lnTo>
                  <a:pt x="1795" y="1721"/>
                </a:lnTo>
                <a:lnTo>
                  <a:pt x="1839" y="1723"/>
                </a:lnTo>
                <a:lnTo>
                  <a:pt x="1861" y="1698"/>
                </a:lnTo>
                <a:lnTo>
                  <a:pt x="1877" y="1693"/>
                </a:lnTo>
                <a:lnTo>
                  <a:pt x="1893" y="1703"/>
                </a:lnTo>
                <a:lnTo>
                  <a:pt x="1905" y="1682"/>
                </a:lnTo>
                <a:lnTo>
                  <a:pt x="1911" y="1702"/>
                </a:lnTo>
                <a:lnTo>
                  <a:pt x="1920" y="1717"/>
                </a:lnTo>
                <a:lnTo>
                  <a:pt x="1934" y="1717"/>
                </a:lnTo>
                <a:lnTo>
                  <a:pt x="1946" y="1704"/>
                </a:lnTo>
                <a:lnTo>
                  <a:pt x="1944" y="1677"/>
                </a:lnTo>
                <a:lnTo>
                  <a:pt x="1946" y="1649"/>
                </a:lnTo>
                <a:lnTo>
                  <a:pt x="1960" y="1625"/>
                </a:lnTo>
                <a:lnTo>
                  <a:pt x="1962" y="1609"/>
                </a:lnTo>
                <a:lnTo>
                  <a:pt x="1953" y="1593"/>
                </a:lnTo>
                <a:lnTo>
                  <a:pt x="1944" y="1551"/>
                </a:lnTo>
                <a:lnTo>
                  <a:pt x="1955" y="1531"/>
                </a:lnTo>
                <a:lnTo>
                  <a:pt x="1992" y="1505"/>
                </a:lnTo>
                <a:lnTo>
                  <a:pt x="2014" y="1474"/>
                </a:lnTo>
                <a:lnTo>
                  <a:pt x="2023" y="1437"/>
                </a:lnTo>
                <a:lnTo>
                  <a:pt x="2014" y="1420"/>
                </a:lnTo>
                <a:lnTo>
                  <a:pt x="1979" y="1411"/>
                </a:lnTo>
                <a:lnTo>
                  <a:pt x="1941" y="1406"/>
                </a:lnTo>
                <a:lnTo>
                  <a:pt x="1839" y="1401"/>
                </a:lnTo>
                <a:lnTo>
                  <a:pt x="1775" y="1410"/>
                </a:lnTo>
                <a:lnTo>
                  <a:pt x="1743" y="1418"/>
                </a:lnTo>
                <a:lnTo>
                  <a:pt x="1733" y="1428"/>
                </a:lnTo>
                <a:lnTo>
                  <a:pt x="1719" y="1456"/>
                </a:lnTo>
                <a:lnTo>
                  <a:pt x="1719" y="1487"/>
                </a:lnTo>
                <a:lnTo>
                  <a:pt x="1733" y="1507"/>
                </a:lnTo>
                <a:lnTo>
                  <a:pt x="1733" y="1528"/>
                </a:lnTo>
                <a:lnTo>
                  <a:pt x="1715" y="1547"/>
                </a:lnTo>
                <a:lnTo>
                  <a:pt x="1682" y="1551"/>
                </a:lnTo>
                <a:lnTo>
                  <a:pt x="1650" y="1584"/>
                </a:lnTo>
                <a:lnTo>
                  <a:pt x="1652" y="1609"/>
                </a:lnTo>
                <a:lnTo>
                  <a:pt x="1634" y="1622"/>
                </a:lnTo>
                <a:lnTo>
                  <a:pt x="1606" y="1622"/>
                </a:lnTo>
                <a:lnTo>
                  <a:pt x="1592" y="1602"/>
                </a:lnTo>
                <a:lnTo>
                  <a:pt x="1536" y="1593"/>
                </a:lnTo>
                <a:lnTo>
                  <a:pt x="1509" y="1604"/>
                </a:lnTo>
                <a:lnTo>
                  <a:pt x="1476" y="1604"/>
                </a:lnTo>
                <a:lnTo>
                  <a:pt x="1413" y="1609"/>
                </a:lnTo>
                <a:lnTo>
                  <a:pt x="1388" y="1602"/>
                </a:lnTo>
                <a:lnTo>
                  <a:pt x="1373" y="1589"/>
                </a:lnTo>
                <a:lnTo>
                  <a:pt x="1367" y="1558"/>
                </a:lnTo>
                <a:lnTo>
                  <a:pt x="1338" y="1552"/>
                </a:lnTo>
                <a:lnTo>
                  <a:pt x="1299" y="1547"/>
                </a:lnTo>
                <a:lnTo>
                  <a:pt x="1286" y="1539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51" name="Freeform 250"/>
          <p:cNvSpPr>
            <a:spLocks/>
          </p:cNvSpPr>
          <p:nvPr/>
        </p:nvSpPr>
        <p:spPr bwMode="auto">
          <a:xfrm rot="306148">
            <a:off x="3622241" y="3953559"/>
            <a:ext cx="249683" cy="218555"/>
          </a:xfrm>
          <a:custGeom>
            <a:avLst/>
            <a:gdLst/>
            <a:ahLst/>
            <a:cxnLst>
              <a:cxn ang="0">
                <a:pos x="730" y="52"/>
              </a:cxn>
              <a:cxn ang="0">
                <a:pos x="651" y="35"/>
              </a:cxn>
              <a:cxn ang="0">
                <a:pos x="576" y="17"/>
              </a:cxn>
              <a:cxn ang="0">
                <a:pos x="546" y="0"/>
              </a:cxn>
              <a:cxn ang="0">
                <a:pos x="515" y="9"/>
              </a:cxn>
              <a:cxn ang="0">
                <a:pos x="503" y="52"/>
              </a:cxn>
              <a:cxn ang="0">
                <a:pos x="488" y="84"/>
              </a:cxn>
              <a:cxn ang="0">
                <a:pos x="459" y="115"/>
              </a:cxn>
              <a:cxn ang="0">
                <a:pos x="402" y="179"/>
              </a:cxn>
              <a:cxn ang="0">
                <a:pos x="341" y="208"/>
              </a:cxn>
              <a:cxn ang="0">
                <a:pos x="291" y="256"/>
              </a:cxn>
              <a:cxn ang="0">
                <a:pos x="277" y="290"/>
              </a:cxn>
              <a:cxn ang="0">
                <a:pos x="265" y="305"/>
              </a:cxn>
              <a:cxn ang="0">
                <a:pos x="244" y="319"/>
              </a:cxn>
              <a:cxn ang="0">
                <a:pos x="234" y="384"/>
              </a:cxn>
              <a:cxn ang="0">
                <a:pos x="233" y="448"/>
              </a:cxn>
              <a:cxn ang="0">
                <a:pos x="206" y="495"/>
              </a:cxn>
              <a:cxn ang="0">
                <a:pos x="152" y="522"/>
              </a:cxn>
              <a:cxn ang="0">
                <a:pos x="116" y="567"/>
              </a:cxn>
              <a:cxn ang="0">
                <a:pos x="68" y="593"/>
              </a:cxn>
              <a:cxn ang="0">
                <a:pos x="28" y="605"/>
              </a:cxn>
              <a:cxn ang="0">
                <a:pos x="0" y="626"/>
              </a:cxn>
              <a:cxn ang="0">
                <a:pos x="233" y="618"/>
              </a:cxn>
              <a:cxn ang="0">
                <a:pos x="232" y="582"/>
              </a:cxn>
              <a:cxn ang="0">
                <a:pos x="233" y="557"/>
              </a:cxn>
              <a:cxn ang="0">
                <a:pos x="262" y="526"/>
              </a:cxn>
              <a:cxn ang="0">
                <a:pos x="319" y="500"/>
              </a:cxn>
              <a:cxn ang="0">
                <a:pos x="396" y="481"/>
              </a:cxn>
              <a:cxn ang="0">
                <a:pos x="439" y="437"/>
              </a:cxn>
              <a:cxn ang="0">
                <a:pos x="457" y="410"/>
              </a:cxn>
              <a:cxn ang="0">
                <a:pos x="485" y="408"/>
              </a:cxn>
              <a:cxn ang="0">
                <a:pos x="510" y="412"/>
              </a:cxn>
              <a:cxn ang="0">
                <a:pos x="563" y="383"/>
              </a:cxn>
              <a:cxn ang="0">
                <a:pos x="602" y="326"/>
              </a:cxn>
              <a:cxn ang="0">
                <a:pos x="658" y="299"/>
              </a:cxn>
              <a:cxn ang="0">
                <a:pos x="716" y="288"/>
              </a:cxn>
              <a:cxn ang="0">
                <a:pos x="760" y="256"/>
              </a:cxn>
              <a:cxn ang="0">
                <a:pos x="760" y="220"/>
              </a:cxn>
              <a:cxn ang="0">
                <a:pos x="741" y="165"/>
              </a:cxn>
              <a:cxn ang="0">
                <a:pos x="738" y="122"/>
              </a:cxn>
              <a:cxn ang="0">
                <a:pos x="749" y="44"/>
              </a:cxn>
              <a:cxn ang="0">
                <a:pos x="745" y="50"/>
              </a:cxn>
            </a:cxnLst>
            <a:rect l="0" t="0" r="r" b="b"/>
            <a:pathLst>
              <a:path w="764" h="626">
                <a:moveTo>
                  <a:pt x="745" y="50"/>
                </a:moveTo>
                <a:lnTo>
                  <a:pt x="730" y="52"/>
                </a:lnTo>
                <a:lnTo>
                  <a:pt x="678" y="46"/>
                </a:lnTo>
                <a:lnTo>
                  <a:pt x="651" y="35"/>
                </a:lnTo>
                <a:lnTo>
                  <a:pt x="615" y="33"/>
                </a:lnTo>
                <a:lnTo>
                  <a:pt x="576" y="17"/>
                </a:lnTo>
                <a:lnTo>
                  <a:pt x="561" y="4"/>
                </a:lnTo>
                <a:lnTo>
                  <a:pt x="546" y="0"/>
                </a:lnTo>
                <a:lnTo>
                  <a:pt x="530" y="0"/>
                </a:lnTo>
                <a:lnTo>
                  <a:pt x="515" y="9"/>
                </a:lnTo>
                <a:lnTo>
                  <a:pt x="505" y="23"/>
                </a:lnTo>
                <a:lnTo>
                  <a:pt x="503" y="52"/>
                </a:lnTo>
                <a:lnTo>
                  <a:pt x="497" y="70"/>
                </a:lnTo>
                <a:lnTo>
                  <a:pt x="488" y="84"/>
                </a:lnTo>
                <a:lnTo>
                  <a:pt x="475" y="98"/>
                </a:lnTo>
                <a:lnTo>
                  <a:pt x="459" y="115"/>
                </a:lnTo>
                <a:lnTo>
                  <a:pt x="441" y="142"/>
                </a:lnTo>
                <a:lnTo>
                  <a:pt x="402" y="179"/>
                </a:lnTo>
                <a:lnTo>
                  <a:pt x="358" y="196"/>
                </a:lnTo>
                <a:lnTo>
                  <a:pt x="341" y="208"/>
                </a:lnTo>
                <a:lnTo>
                  <a:pt x="315" y="227"/>
                </a:lnTo>
                <a:lnTo>
                  <a:pt x="291" y="256"/>
                </a:lnTo>
                <a:lnTo>
                  <a:pt x="284" y="273"/>
                </a:lnTo>
                <a:lnTo>
                  <a:pt x="277" y="290"/>
                </a:lnTo>
                <a:lnTo>
                  <a:pt x="271" y="300"/>
                </a:lnTo>
                <a:lnTo>
                  <a:pt x="265" y="305"/>
                </a:lnTo>
                <a:lnTo>
                  <a:pt x="253" y="305"/>
                </a:lnTo>
                <a:lnTo>
                  <a:pt x="244" y="319"/>
                </a:lnTo>
                <a:lnTo>
                  <a:pt x="238" y="343"/>
                </a:lnTo>
                <a:lnTo>
                  <a:pt x="234" y="384"/>
                </a:lnTo>
                <a:lnTo>
                  <a:pt x="233" y="440"/>
                </a:lnTo>
                <a:lnTo>
                  <a:pt x="233" y="448"/>
                </a:lnTo>
                <a:lnTo>
                  <a:pt x="222" y="474"/>
                </a:lnTo>
                <a:lnTo>
                  <a:pt x="206" y="495"/>
                </a:lnTo>
                <a:lnTo>
                  <a:pt x="178" y="509"/>
                </a:lnTo>
                <a:lnTo>
                  <a:pt x="152" y="522"/>
                </a:lnTo>
                <a:lnTo>
                  <a:pt x="134" y="541"/>
                </a:lnTo>
                <a:lnTo>
                  <a:pt x="116" y="567"/>
                </a:lnTo>
                <a:lnTo>
                  <a:pt x="90" y="582"/>
                </a:lnTo>
                <a:lnTo>
                  <a:pt x="68" y="593"/>
                </a:lnTo>
                <a:lnTo>
                  <a:pt x="50" y="597"/>
                </a:lnTo>
                <a:lnTo>
                  <a:pt x="28" y="605"/>
                </a:lnTo>
                <a:lnTo>
                  <a:pt x="5" y="621"/>
                </a:lnTo>
                <a:lnTo>
                  <a:pt x="0" y="626"/>
                </a:lnTo>
                <a:lnTo>
                  <a:pt x="230" y="626"/>
                </a:lnTo>
                <a:lnTo>
                  <a:pt x="233" y="618"/>
                </a:lnTo>
                <a:lnTo>
                  <a:pt x="232" y="617"/>
                </a:lnTo>
                <a:lnTo>
                  <a:pt x="232" y="582"/>
                </a:lnTo>
                <a:lnTo>
                  <a:pt x="231" y="565"/>
                </a:lnTo>
                <a:lnTo>
                  <a:pt x="233" y="557"/>
                </a:lnTo>
                <a:lnTo>
                  <a:pt x="248" y="539"/>
                </a:lnTo>
                <a:lnTo>
                  <a:pt x="262" y="526"/>
                </a:lnTo>
                <a:lnTo>
                  <a:pt x="284" y="513"/>
                </a:lnTo>
                <a:lnTo>
                  <a:pt x="319" y="500"/>
                </a:lnTo>
                <a:lnTo>
                  <a:pt x="361" y="491"/>
                </a:lnTo>
                <a:lnTo>
                  <a:pt x="396" y="481"/>
                </a:lnTo>
                <a:lnTo>
                  <a:pt x="433" y="457"/>
                </a:lnTo>
                <a:lnTo>
                  <a:pt x="439" y="437"/>
                </a:lnTo>
                <a:lnTo>
                  <a:pt x="448" y="419"/>
                </a:lnTo>
                <a:lnTo>
                  <a:pt x="457" y="410"/>
                </a:lnTo>
                <a:lnTo>
                  <a:pt x="474" y="406"/>
                </a:lnTo>
                <a:lnTo>
                  <a:pt x="485" y="408"/>
                </a:lnTo>
                <a:lnTo>
                  <a:pt x="503" y="412"/>
                </a:lnTo>
                <a:lnTo>
                  <a:pt x="510" y="412"/>
                </a:lnTo>
                <a:lnTo>
                  <a:pt x="545" y="398"/>
                </a:lnTo>
                <a:lnTo>
                  <a:pt x="563" y="383"/>
                </a:lnTo>
                <a:lnTo>
                  <a:pt x="576" y="365"/>
                </a:lnTo>
                <a:lnTo>
                  <a:pt x="602" y="326"/>
                </a:lnTo>
                <a:lnTo>
                  <a:pt x="620" y="311"/>
                </a:lnTo>
                <a:lnTo>
                  <a:pt x="658" y="299"/>
                </a:lnTo>
                <a:lnTo>
                  <a:pt x="684" y="296"/>
                </a:lnTo>
                <a:lnTo>
                  <a:pt x="716" y="288"/>
                </a:lnTo>
                <a:lnTo>
                  <a:pt x="737" y="279"/>
                </a:lnTo>
                <a:lnTo>
                  <a:pt x="760" y="256"/>
                </a:lnTo>
                <a:lnTo>
                  <a:pt x="764" y="241"/>
                </a:lnTo>
                <a:lnTo>
                  <a:pt x="760" y="220"/>
                </a:lnTo>
                <a:lnTo>
                  <a:pt x="749" y="203"/>
                </a:lnTo>
                <a:lnTo>
                  <a:pt x="741" y="165"/>
                </a:lnTo>
                <a:lnTo>
                  <a:pt x="738" y="148"/>
                </a:lnTo>
                <a:lnTo>
                  <a:pt x="738" y="122"/>
                </a:lnTo>
                <a:lnTo>
                  <a:pt x="741" y="98"/>
                </a:lnTo>
                <a:lnTo>
                  <a:pt x="749" y="44"/>
                </a:lnTo>
                <a:lnTo>
                  <a:pt x="750" y="44"/>
                </a:lnTo>
                <a:lnTo>
                  <a:pt x="745" y="5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52" name="Freeform 251"/>
          <p:cNvSpPr>
            <a:spLocks/>
          </p:cNvSpPr>
          <p:nvPr/>
        </p:nvSpPr>
        <p:spPr bwMode="auto">
          <a:xfrm>
            <a:off x="4567119" y="4071509"/>
            <a:ext cx="427561" cy="405888"/>
          </a:xfrm>
          <a:custGeom>
            <a:avLst/>
            <a:gdLst/>
            <a:ahLst/>
            <a:cxnLst>
              <a:cxn ang="0">
                <a:pos x="525" y="934"/>
              </a:cxn>
              <a:cxn ang="0">
                <a:pos x="522" y="910"/>
              </a:cxn>
              <a:cxn ang="0">
                <a:pos x="485" y="874"/>
              </a:cxn>
              <a:cxn ang="0">
                <a:pos x="482" y="830"/>
              </a:cxn>
              <a:cxn ang="0">
                <a:pos x="416" y="810"/>
              </a:cxn>
              <a:cxn ang="0">
                <a:pos x="401" y="897"/>
              </a:cxn>
              <a:cxn ang="0">
                <a:pos x="351" y="816"/>
              </a:cxn>
              <a:cxn ang="0">
                <a:pos x="351" y="769"/>
              </a:cxn>
              <a:cxn ang="0">
                <a:pos x="217" y="597"/>
              </a:cxn>
              <a:cxn ang="0">
                <a:pos x="217" y="497"/>
              </a:cxn>
              <a:cxn ang="0">
                <a:pos x="158" y="463"/>
              </a:cxn>
              <a:cxn ang="0">
                <a:pos x="132" y="403"/>
              </a:cxn>
              <a:cxn ang="0">
                <a:pos x="136" y="379"/>
              </a:cxn>
              <a:cxn ang="0">
                <a:pos x="136" y="377"/>
              </a:cxn>
              <a:cxn ang="0">
                <a:pos x="46" y="214"/>
              </a:cxn>
              <a:cxn ang="0">
                <a:pos x="0" y="209"/>
              </a:cxn>
              <a:cxn ang="0">
                <a:pos x="29" y="134"/>
              </a:cxn>
              <a:cxn ang="0">
                <a:pos x="62" y="160"/>
              </a:cxn>
              <a:cxn ang="0">
                <a:pos x="146" y="74"/>
              </a:cxn>
              <a:cxn ang="0">
                <a:pos x="127" y="41"/>
              </a:cxn>
              <a:cxn ang="0">
                <a:pos x="115" y="9"/>
              </a:cxn>
              <a:cxn ang="0">
                <a:pos x="204" y="17"/>
              </a:cxn>
              <a:cxn ang="0">
                <a:pos x="235" y="0"/>
              </a:cxn>
              <a:cxn ang="0">
                <a:pos x="321" y="111"/>
              </a:cxn>
              <a:cxn ang="0">
                <a:pos x="387" y="111"/>
              </a:cxn>
              <a:cxn ang="0">
                <a:pos x="422" y="119"/>
              </a:cxn>
              <a:cxn ang="0">
                <a:pos x="421" y="173"/>
              </a:cxn>
              <a:cxn ang="0">
                <a:pos x="455" y="207"/>
              </a:cxn>
              <a:cxn ang="0">
                <a:pos x="503" y="191"/>
              </a:cxn>
              <a:cxn ang="0">
                <a:pos x="614" y="224"/>
              </a:cxn>
              <a:cxn ang="0">
                <a:pos x="714" y="246"/>
              </a:cxn>
              <a:cxn ang="0">
                <a:pos x="774" y="287"/>
              </a:cxn>
              <a:cxn ang="0">
                <a:pos x="811" y="371"/>
              </a:cxn>
              <a:cxn ang="0">
                <a:pos x="827" y="383"/>
              </a:cxn>
              <a:cxn ang="0">
                <a:pos x="830" y="446"/>
              </a:cxn>
              <a:cxn ang="0">
                <a:pos x="848" y="460"/>
              </a:cxn>
              <a:cxn ang="0">
                <a:pos x="779" y="482"/>
              </a:cxn>
              <a:cxn ang="0">
                <a:pos x="783" y="523"/>
              </a:cxn>
              <a:cxn ang="0">
                <a:pos x="909" y="535"/>
              </a:cxn>
              <a:cxn ang="0">
                <a:pos x="992" y="507"/>
              </a:cxn>
              <a:cxn ang="0">
                <a:pos x="1032" y="482"/>
              </a:cxn>
              <a:cxn ang="0">
                <a:pos x="1051" y="595"/>
              </a:cxn>
              <a:cxn ang="0">
                <a:pos x="999" y="682"/>
              </a:cxn>
              <a:cxn ang="0">
                <a:pos x="881" y="769"/>
              </a:cxn>
              <a:cxn ang="0">
                <a:pos x="760" y="772"/>
              </a:cxn>
              <a:cxn ang="0">
                <a:pos x="710" y="794"/>
              </a:cxn>
              <a:cxn ang="0">
                <a:pos x="674" y="845"/>
              </a:cxn>
              <a:cxn ang="0">
                <a:pos x="525" y="934"/>
              </a:cxn>
            </a:cxnLst>
            <a:rect l="0" t="0" r="r" b="b"/>
            <a:pathLst>
              <a:path w="1051" h="934">
                <a:moveTo>
                  <a:pt x="525" y="934"/>
                </a:moveTo>
                <a:lnTo>
                  <a:pt x="522" y="910"/>
                </a:lnTo>
                <a:lnTo>
                  <a:pt x="485" y="874"/>
                </a:lnTo>
                <a:lnTo>
                  <a:pt x="482" y="830"/>
                </a:lnTo>
                <a:lnTo>
                  <a:pt x="416" y="810"/>
                </a:lnTo>
                <a:lnTo>
                  <a:pt x="401" y="897"/>
                </a:lnTo>
                <a:lnTo>
                  <a:pt x="351" y="816"/>
                </a:lnTo>
                <a:lnTo>
                  <a:pt x="351" y="769"/>
                </a:lnTo>
                <a:lnTo>
                  <a:pt x="217" y="597"/>
                </a:lnTo>
                <a:lnTo>
                  <a:pt x="217" y="497"/>
                </a:lnTo>
                <a:lnTo>
                  <a:pt x="158" y="463"/>
                </a:lnTo>
                <a:lnTo>
                  <a:pt x="132" y="403"/>
                </a:lnTo>
                <a:lnTo>
                  <a:pt x="136" y="379"/>
                </a:lnTo>
                <a:lnTo>
                  <a:pt x="136" y="377"/>
                </a:lnTo>
                <a:lnTo>
                  <a:pt x="46" y="214"/>
                </a:lnTo>
                <a:lnTo>
                  <a:pt x="0" y="209"/>
                </a:lnTo>
                <a:lnTo>
                  <a:pt x="29" y="134"/>
                </a:lnTo>
                <a:lnTo>
                  <a:pt x="62" y="160"/>
                </a:lnTo>
                <a:lnTo>
                  <a:pt x="146" y="74"/>
                </a:lnTo>
                <a:lnTo>
                  <a:pt x="127" y="41"/>
                </a:lnTo>
                <a:lnTo>
                  <a:pt x="115" y="9"/>
                </a:lnTo>
                <a:lnTo>
                  <a:pt x="204" y="17"/>
                </a:lnTo>
                <a:lnTo>
                  <a:pt x="235" y="0"/>
                </a:lnTo>
                <a:lnTo>
                  <a:pt x="321" y="111"/>
                </a:lnTo>
                <a:lnTo>
                  <a:pt x="387" y="111"/>
                </a:lnTo>
                <a:lnTo>
                  <a:pt x="422" y="119"/>
                </a:lnTo>
                <a:lnTo>
                  <a:pt x="421" y="173"/>
                </a:lnTo>
                <a:lnTo>
                  <a:pt x="455" y="207"/>
                </a:lnTo>
                <a:lnTo>
                  <a:pt x="503" y="191"/>
                </a:lnTo>
                <a:lnTo>
                  <a:pt x="614" y="224"/>
                </a:lnTo>
                <a:lnTo>
                  <a:pt x="714" y="246"/>
                </a:lnTo>
                <a:lnTo>
                  <a:pt x="774" y="287"/>
                </a:lnTo>
                <a:lnTo>
                  <a:pt x="811" y="371"/>
                </a:lnTo>
                <a:lnTo>
                  <a:pt x="827" y="383"/>
                </a:lnTo>
                <a:lnTo>
                  <a:pt x="830" y="446"/>
                </a:lnTo>
                <a:lnTo>
                  <a:pt x="848" y="460"/>
                </a:lnTo>
                <a:lnTo>
                  <a:pt x="779" y="482"/>
                </a:lnTo>
                <a:lnTo>
                  <a:pt x="783" y="523"/>
                </a:lnTo>
                <a:lnTo>
                  <a:pt x="909" y="535"/>
                </a:lnTo>
                <a:lnTo>
                  <a:pt x="992" y="507"/>
                </a:lnTo>
                <a:lnTo>
                  <a:pt x="1032" y="482"/>
                </a:lnTo>
                <a:lnTo>
                  <a:pt x="1051" y="595"/>
                </a:lnTo>
                <a:lnTo>
                  <a:pt x="999" y="682"/>
                </a:lnTo>
                <a:lnTo>
                  <a:pt x="881" y="769"/>
                </a:lnTo>
                <a:lnTo>
                  <a:pt x="760" y="772"/>
                </a:lnTo>
                <a:lnTo>
                  <a:pt x="710" y="794"/>
                </a:lnTo>
                <a:lnTo>
                  <a:pt x="674" y="845"/>
                </a:lnTo>
                <a:lnTo>
                  <a:pt x="525" y="934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53" name="Freeform 252"/>
          <p:cNvSpPr>
            <a:spLocks/>
          </p:cNvSpPr>
          <p:nvPr/>
        </p:nvSpPr>
        <p:spPr bwMode="auto">
          <a:xfrm rot="306148">
            <a:off x="4040009" y="3937949"/>
            <a:ext cx="97914" cy="169987"/>
          </a:xfrm>
          <a:custGeom>
            <a:avLst/>
            <a:gdLst/>
            <a:ahLst/>
            <a:cxnLst>
              <a:cxn ang="0">
                <a:pos x="46" y="22"/>
              </a:cxn>
              <a:cxn ang="0">
                <a:pos x="96" y="30"/>
              </a:cxn>
              <a:cxn ang="0">
                <a:pos x="134" y="23"/>
              </a:cxn>
              <a:cxn ang="0">
                <a:pos x="174" y="0"/>
              </a:cxn>
              <a:cxn ang="0">
                <a:pos x="202" y="8"/>
              </a:cxn>
              <a:cxn ang="0">
                <a:pos x="217" y="40"/>
              </a:cxn>
              <a:cxn ang="0">
                <a:pos x="202" y="73"/>
              </a:cxn>
              <a:cxn ang="0">
                <a:pos x="207" y="101"/>
              </a:cxn>
              <a:cxn ang="0">
                <a:pos x="224" y="130"/>
              </a:cxn>
              <a:cxn ang="0">
                <a:pos x="224" y="176"/>
              </a:cxn>
              <a:cxn ang="0">
                <a:pos x="168" y="223"/>
              </a:cxn>
              <a:cxn ang="0">
                <a:pos x="175" y="244"/>
              </a:cxn>
              <a:cxn ang="0">
                <a:pos x="207" y="258"/>
              </a:cxn>
              <a:cxn ang="0">
                <a:pos x="217" y="286"/>
              </a:cxn>
              <a:cxn ang="0">
                <a:pos x="241" y="290"/>
              </a:cxn>
              <a:cxn ang="0">
                <a:pos x="254" y="297"/>
              </a:cxn>
              <a:cxn ang="0">
                <a:pos x="283" y="300"/>
              </a:cxn>
              <a:cxn ang="0">
                <a:pos x="295" y="299"/>
              </a:cxn>
              <a:cxn ang="0">
                <a:pos x="233" y="320"/>
              </a:cxn>
              <a:cxn ang="0">
                <a:pos x="183" y="345"/>
              </a:cxn>
              <a:cxn ang="0">
                <a:pos x="148" y="369"/>
              </a:cxn>
              <a:cxn ang="0">
                <a:pos x="137" y="410"/>
              </a:cxn>
              <a:cxn ang="0">
                <a:pos x="153" y="471"/>
              </a:cxn>
              <a:cxn ang="0">
                <a:pos x="139" y="490"/>
              </a:cxn>
              <a:cxn ang="0">
                <a:pos x="120" y="487"/>
              </a:cxn>
              <a:cxn ang="0">
                <a:pos x="114" y="487"/>
              </a:cxn>
              <a:cxn ang="0">
                <a:pos x="92" y="437"/>
              </a:cxn>
              <a:cxn ang="0">
                <a:pos x="76" y="392"/>
              </a:cxn>
              <a:cxn ang="0">
                <a:pos x="47" y="345"/>
              </a:cxn>
              <a:cxn ang="0">
                <a:pos x="28" y="317"/>
              </a:cxn>
              <a:cxn ang="0">
                <a:pos x="31" y="286"/>
              </a:cxn>
              <a:cxn ang="0">
                <a:pos x="56" y="247"/>
              </a:cxn>
              <a:cxn ang="0">
                <a:pos x="66" y="197"/>
              </a:cxn>
              <a:cxn ang="0">
                <a:pos x="55" y="151"/>
              </a:cxn>
              <a:cxn ang="0">
                <a:pos x="31" y="95"/>
              </a:cxn>
              <a:cxn ang="0">
                <a:pos x="12" y="42"/>
              </a:cxn>
              <a:cxn ang="0">
                <a:pos x="11" y="19"/>
              </a:cxn>
            </a:cxnLst>
            <a:rect l="0" t="0" r="r" b="b"/>
            <a:pathLst>
              <a:path w="300" h="490">
                <a:moveTo>
                  <a:pt x="11" y="19"/>
                </a:moveTo>
                <a:lnTo>
                  <a:pt x="46" y="22"/>
                </a:lnTo>
                <a:lnTo>
                  <a:pt x="72" y="25"/>
                </a:lnTo>
                <a:lnTo>
                  <a:pt x="96" y="30"/>
                </a:lnTo>
                <a:lnTo>
                  <a:pt x="115" y="30"/>
                </a:lnTo>
                <a:lnTo>
                  <a:pt x="134" y="23"/>
                </a:lnTo>
                <a:lnTo>
                  <a:pt x="157" y="8"/>
                </a:lnTo>
                <a:lnTo>
                  <a:pt x="174" y="0"/>
                </a:lnTo>
                <a:lnTo>
                  <a:pt x="190" y="5"/>
                </a:lnTo>
                <a:lnTo>
                  <a:pt x="202" y="8"/>
                </a:lnTo>
                <a:lnTo>
                  <a:pt x="213" y="19"/>
                </a:lnTo>
                <a:lnTo>
                  <a:pt x="217" y="40"/>
                </a:lnTo>
                <a:lnTo>
                  <a:pt x="209" y="55"/>
                </a:lnTo>
                <a:lnTo>
                  <a:pt x="202" y="73"/>
                </a:lnTo>
                <a:lnTo>
                  <a:pt x="202" y="84"/>
                </a:lnTo>
                <a:lnTo>
                  <a:pt x="207" y="101"/>
                </a:lnTo>
                <a:lnTo>
                  <a:pt x="217" y="117"/>
                </a:lnTo>
                <a:lnTo>
                  <a:pt x="224" y="130"/>
                </a:lnTo>
                <a:lnTo>
                  <a:pt x="229" y="149"/>
                </a:lnTo>
                <a:lnTo>
                  <a:pt x="224" y="176"/>
                </a:lnTo>
                <a:lnTo>
                  <a:pt x="178" y="209"/>
                </a:lnTo>
                <a:lnTo>
                  <a:pt x="168" y="223"/>
                </a:lnTo>
                <a:lnTo>
                  <a:pt x="172" y="234"/>
                </a:lnTo>
                <a:lnTo>
                  <a:pt x="175" y="244"/>
                </a:lnTo>
                <a:lnTo>
                  <a:pt x="196" y="253"/>
                </a:lnTo>
                <a:lnTo>
                  <a:pt x="207" y="258"/>
                </a:lnTo>
                <a:lnTo>
                  <a:pt x="209" y="269"/>
                </a:lnTo>
                <a:lnTo>
                  <a:pt x="217" y="286"/>
                </a:lnTo>
                <a:lnTo>
                  <a:pt x="226" y="292"/>
                </a:lnTo>
                <a:lnTo>
                  <a:pt x="241" y="290"/>
                </a:lnTo>
                <a:lnTo>
                  <a:pt x="250" y="287"/>
                </a:lnTo>
                <a:lnTo>
                  <a:pt x="254" y="297"/>
                </a:lnTo>
                <a:lnTo>
                  <a:pt x="267" y="300"/>
                </a:lnTo>
                <a:lnTo>
                  <a:pt x="283" y="300"/>
                </a:lnTo>
                <a:lnTo>
                  <a:pt x="300" y="299"/>
                </a:lnTo>
                <a:lnTo>
                  <a:pt x="295" y="299"/>
                </a:lnTo>
                <a:lnTo>
                  <a:pt x="268" y="306"/>
                </a:lnTo>
                <a:lnTo>
                  <a:pt x="233" y="320"/>
                </a:lnTo>
                <a:lnTo>
                  <a:pt x="197" y="337"/>
                </a:lnTo>
                <a:lnTo>
                  <a:pt x="183" y="345"/>
                </a:lnTo>
                <a:lnTo>
                  <a:pt x="162" y="358"/>
                </a:lnTo>
                <a:lnTo>
                  <a:pt x="148" y="369"/>
                </a:lnTo>
                <a:lnTo>
                  <a:pt x="134" y="392"/>
                </a:lnTo>
                <a:lnTo>
                  <a:pt x="137" y="410"/>
                </a:lnTo>
                <a:lnTo>
                  <a:pt x="142" y="427"/>
                </a:lnTo>
                <a:lnTo>
                  <a:pt x="153" y="471"/>
                </a:lnTo>
                <a:lnTo>
                  <a:pt x="146" y="481"/>
                </a:lnTo>
                <a:lnTo>
                  <a:pt x="139" y="490"/>
                </a:lnTo>
                <a:lnTo>
                  <a:pt x="130" y="490"/>
                </a:lnTo>
                <a:lnTo>
                  <a:pt x="120" y="487"/>
                </a:lnTo>
                <a:lnTo>
                  <a:pt x="111" y="483"/>
                </a:lnTo>
                <a:lnTo>
                  <a:pt x="114" y="487"/>
                </a:lnTo>
                <a:lnTo>
                  <a:pt x="104" y="475"/>
                </a:lnTo>
                <a:lnTo>
                  <a:pt x="92" y="437"/>
                </a:lnTo>
                <a:lnTo>
                  <a:pt x="87" y="422"/>
                </a:lnTo>
                <a:lnTo>
                  <a:pt x="76" y="392"/>
                </a:lnTo>
                <a:lnTo>
                  <a:pt x="64" y="373"/>
                </a:lnTo>
                <a:lnTo>
                  <a:pt x="47" y="345"/>
                </a:lnTo>
                <a:lnTo>
                  <a:pt x="40" y="332"/>
                </a:lnTo>
                <a:lnTo>
                  <a:pt x="28" y="317"/>
                </a:lnTo>
                <a:lnTo>
                  <a:pt x="28" y="299"/>
                </a:lnTo>
                <a:lnTo>
                  <a:pt x="31" y="286"/>
                </a:lnTo>
                <a:lnTo>
                  <a:pt x="41" y="269"/>
                </a:lnTo>
                <a:lnTo>
                  <a:pt x="56" y="247"/>
                </a:lnTo>
                <a:lnTo>
                  <a:pt x="63" y="224"/>
                </a:lnTo>
                <a:lnTo>
                  <a:pt x="66" y="197"/>
                </a:lnTo>
                <a:lnTo>
                  <a:pt x="61" y="170"/>
                </a:lnTo>
                <a:lnTo>
                  <a:pt x="55" y="151"/>
                </a:lnTo>
                <a:lnTo>
                  <a:pt x="44" y="127"/>
                </a:lnTo>
                <a:lnTo>
                  <a:pt x="31" y="95"/>
                </a:lnTo>
                <a:lnTo>
                  <a:pt x="22" y="66"/>
                </a:lnTo>
                <a:lnTo>
                  <a:pt x="12" y="42"/>
                </a:lnTo>
                <a:lnTo>
                  <a:pt x="0" y="22"/>
                </a:lnTo>
                <a:lnTo>
                  <a:pt x="11" y="1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54" name="Freeform 253"/>
          <p:cNvSpPr>
            <a:spLocks/>
          </p:cNvSpPr>
          <p:nvPr/>
        </p:nvSpPr>
        <p:spPr bwMode="auto">
          <a:xfrm rot="306148">
            <a:off x="4273373" y="5051537"/>
            <a:ext cx="261106" cy="260184"/>
          </a:xfrm>
          <a:custGeom>
            <a:avLst/>
            <a:gdLst/>
            <a:ahLst/>
            <a:cxnLst>
              <a:cxn ang="0">
                <a:pos x="187" y="223"/>
              </a:cxn>
              <a:cxn ang="0">
                <a:pos x="286" y="249"/>
              </a:cxn>
              <a:cxn ang="0">
                <a:pos x="357" y="252"/>
              </a:cxn>
              <a:cxn ang="0">
                <a:pos x="419" y="253"/>
              </a:cxn>
              <a:cxn ang="0">
                <a:pos x="484" y="325"/>
              </a:cxn>
              <a:cxn ang="0">
                <a:pos x="555" y="372"/>
              </a:cxn>
              <a:cxn ang="0">
                <a:pos x="584" y="346"/>
              </a:cxn>
              <a:cxn ang="0">
                <a:pos x="582" y="322"/>
              </a:cxn>
              <a:cxn ang="0">
                <a:pos x="522" y="300"/>
              </a:cxn>
              <a:cxn ang="0">
                <a:pos x="506" y="243"/>
              </a:cxn>
              <a:cxn ang="0">
                <a:pos x="489" y="211"/>
              </a:cxn>
              <a:cxn ang="0">
                <a:pos x="500" y="143"/>
              </a:cxn>
              <a:cxn ang="0">
                <a:pos x="459" y="136"/>
              </a:cxn>
              <a:cxn ang="0">
                <a:pos x="424" y="108"/>
              </a:cxn>
              <a:cxn ang="0">
                <a:pos x="442" y="80"/>
              </a:cxn>
              <a:cxn ang="0">
                <a:pos x="477" y="46"/>
              </a:cxn>
              <a:cxn ang="0">
                <a:pos x="511" y="10"/>
              </a:cxn>
              <a:cxn ang="0">
                <a:pos x="578" y="10"/>
              </a:cxn>
              <a:cxn ang="0">
                <a:pos x="633" y="22"/>
              </a:cxn>
              <a:cxn ang="0">
                <a:pos x="691" y="74"/>
              </a:cxn>
              <a:cxn ang="0">
                <a:pos x="792" y="73"/>
              </a:cxn>
              <a:cxn ang="0">
                <a:pos x="775" y="143"/>
              </a:cxn>
              <a:cxn ang="0">
                <a:pos x="796" y="232"/>
              </a:cxn>
              <a:cxn ang="0">
                <a:pos x="784" y="296"/>
              </a:cxn>
              <a:cxn ang="0">
                <a:pos x="753" y="359"/>
              </a:cxn>
              <a:cxn ang="0">
                <a:pos x="773" y="402"/>
              </a:cxn>
              <a:cxn ang="0">
                <a:pos x="721" y="411"/>
              </a:cxn>
              <a:cxn ang="0">
                <a:pos x="673" y="441"/>
              </a:cxn>
              <a:cxn ang="0">
                <a:pos x="675" y="498"/>
              </a:cxn>
              <a:cxn ang="0">
                <a:pos x="638" y="498"/>
              </a:cxn>
              <a:cxn ang="0">
                <a:pos x="577" y="529"/>
              </a:cxn>
              <a:cxn ang="0">
                <a:pos x="514" y="581"/>
              </a:cxn>
              <a:cxn ang="0">
                <a:pos x="488" y="634"/>
              </a:cxn>
              <a:cxn ang="0">
                <a:pos x="446" y="663"/>
              </a:cxn>
              <a:cxn ang="0">
                <a:pos x="381" y="725"/>
              </a:cxn>
              <a:cxn ang="0">
                <a:pos x="308" y="733"/>
              </a:cxn>
              <a:cxn ang="0">
                <a:pos x="296" y="742"/>
              </a:cxn>
              <a:cxn ang="0">
                <a:pos x="286" y="705"/>
              </a:cxn>
              <a:cxn ang="0">
                <a:pos x="247" y="683"/>
              </a:cxn>
              <a:cxn ang="0">
                <a:pos x="175" y="689"/>
              </a:cxn>
              <a:cxn ang="0">
                <a:pos x="139" y="698"/>
              </a:cxn>
              <a:cxn ang="0">
                <a:pos x="80" y="672"/>
              </a:cxn>
              <a:cxn ang="0">
                <a:pos x="14" y="610"/>
              </a:cxn>
              <a:cxn ang="0">
                <a:pos x="5" y="512"/>
              </a:cxn>
              <a:cxn ang="0">
                <a:pos x="40" y="402"/>
              </a:cxn>
              <a:cxn ang="0">
                <a:pos x="131" y="384"/>
              </a:cxn>
              <a:cxn ang="0">
                <a:pos x="130" y="243"/>
              </a:cxn>
            </a:cxnLst>
            <a:rect l="0" t="0" r="r" b="b"/>
            <a:pathLst>
              <a:path w="799" h="751">
                <a:moveTo>
                  <a:pt x="130" y="243"/>
                </a:moveTo>
                <a:lnTo>
                  <a:pt x="157" y="230"/>
                </a:lnTo>
                <a:lnTo>
                  <a:pt x="187" y="223"/>
                </a:lnTo>
                <a:lnTo>
                  <a:pt x="218" y="225"/>
                </a:lnTo>
                <a:lnTo>
                  <a:pt x="243" y="232"/>
                </a:lnTo>
                <a:lnTo>
                  <a:pt x="286" y="249"/>
                </a:lnTo>
                <a:lnTo>
                  <a:pt x="305" y="259"/>
                </a:lnTo>
                <a:lnTo>
                  <a:pt x="319" y="259"/>
                </a:lnTo>
                <a:lnTo>
                  <a:pt x="357" y="252"/>
                </a:lnTo>
                <a:lnTo>
                  <a:pt x="386" y="241"/>
                </a:lnTo>
                <a:lnTo>
                  <a:pt x="402" y="243"/>
                </a:lnTo>
                <a:lnTo>
                  <a:pt x="419" y="253"/>
                </a:lnTo>
                <a:lnTo>
                  <a:pt x="439" y="276"/>
                </a:lnTo>
                <a:lnTo>
                  <a:pt x="456" y="296"/>
                </a:lnTo>
                <a:lnTo>
                  <a:pt x="484" y="325"/>
                </a:lnTo>
                <a:lnTo>
                  <a:pt x="522" y="359"/>
                </a:lnTo>
                <a:lnTo>
                  <a:pt x="535" y="367"/>
                </a:lnTo>
                <a:lnTo>
                  <a:pt x="555" y="372"/>
                </a:lnTo>
                <a:lnTo>
                  <a:pt x="571" y="367"/>
                </a:lnTo>
                <a:lnTo>
                  <a:pt x="582" y="358"/>
                </a:lnTo>
                <a:lnTo>
                  <a:pt x="584" y="346"/>
                </a:lnTo>
                <a:lnTo>
                  <a:pt x="587" y="332"/>
                </a:lnTo>
                <a:lnTo>
                  <a:pt x="583" y="324"/>
                </a:lnTo>
                <a:lnTo>
                  <a:pt x="582" y="322"/>
                </a:lnTo>
                <a:lnTo>
                  <a:pt x="564" y="316"/>
                </a:lnTo>
                <a:lnTo>
                  <a:pt x="549" y="308"/>
                </a:lnTo>
                <a:lnTo>
                  <a:pt x="522" y="300"/>
                </a:lnTo>
                <a:lnTo>
                  <a:pt x="502" y="285"/>
                </a:lnTo>
                <a:lnTo>
                  <a:pt x="497" y="272"/>
                </a:lnTo>
                <a:lnTo>
                  <a:pt x="506" y="243"/>
                </a:lnTo>
                <a:lnTo>
                  <a:pt x="497" y="233"/>
                </a:lnTo>
                <a:lnTo>
                  <a:pt x="491" y="227"/>
                </a:lnTo>
                <a:lnTo>
                  <a:pt x="489" y="211"/>
                </a:lnTo>
                <a:lnTo>
                  <a:pt x="493" y="192"/>
                </a:lnTo>
                <a:lnTo>
                  <a:pt x="493" y="183"/>
                </a:lnTo>
                <a:lnTo>
                  <a:pt x="500" y="143"/>
                </a:lnTo>
                <a:lnTo>
                  <a:pt x="497" y="137"/>
                </a:lnTo>
                <a:lnTo>
                  <a:pt x="484" y="137"/>
                </a:lnTo>
                <a:lnTo>
                  <a:pt x="459" y="136"/>
                </a:lnTo>
                <a:lnTo>
                  <a:pt x="439" y="128"/>
                </a:lnTo>
                <a:lnTo>
                  <a:pt x="427" y="119"/>
                </a:lnTo>
                <a:lnTo>
                  <a:pt x="424" y="108"/>
                </a:lnTo>
                <a:lnTo>
                  <a:pt x="425" y="97"/>
                </a:lnTo>
                <a:lnTo>
                  <a:pt x="433" y="85"/>
                </a:lnTo>
                <a:lnTo>
                  <a:pt x="442" y="80"/>
                </a:lnTo>
                <a:lnTo>
                  <a:pt x="458" y="72"/>
                </a:lnTo>
                <a:lnTo>
                  <a:pt x="470" y="56"/>
                </a:lnTo>
                <a:lnTo>
                  <a:pt x="477" y="46"/>
                </a:lnTo>
                <a:lnTo>
                  <a:pt x="479" y="19"/>
                </a:lnTo>
                <a:lnTo>
                  <a:pt x="491" y="14"/>
                </a:lnTo>
                <a:lnTo>
                  <a:pt x="511" y="10"/>
                </a:lnTo>
                <a:lnTo>
                  <a:pt x="549" y="13"/>
                </a:lnTo>
                <a:lnTo>
                  <a:pt x="564" y="13"/>
                </a:lnTo>
                <a:lnTo>
                  <a:pt x="578" y="10"/>
                </a:lnTo>
                <a:lnTo>
                  <a:pt x="617" y="7"/>
                </a:lnTo>
                <a:lnTo>
                  <a:pt x="616" y="0"/>
                </a:lnTo>
                <a:lnTo>
                  <a:pt x="633" y="22"/>
                </a:lnTo>
                <a:lnTo>
                  <a:pt x="653" y="44"/>
                </a:lnTo>
                <a:lnTo>
                  <a:pt x="669" y="56"/>
                </a:lnTo>
                <a:lnTo>
                  <a:pt x="691" y="74"/>
                </a:lnTo>
                <a:lnTo>
                  <a:pt x="714" y="80"/>
                </a:lnTo>
                <a:lnTo>
                  <a:pt x="757" y="77"/>
                </a:lnTo>
                <a:lnTo>
                  <a:pt x="792" y="73"/>
                </a:lnTo>
                <a:lnTo>
                  <a:pt x="797" y="72"/>
                </a:lnTo>
                <a:lnTo>
                  <a:pt x="784" y="104"/>
                </a:lnTo>
                <a:lnTo>
                  <a:pt x="775" y="143"/>
                </a:lnTo>
                <a:lnTo>
                  <a:pt x="774" y="172"/>
                </a:lnTo>
                <a:lnTo>
                  <a:pt x="781" y="208"/>
                </a:lnTo>
                <a:lnTo>
                  <a:pt x="796" y="232"/>
                </a:lnTo>
                <a:lnTo>
                  <a:pt x="799" y="248"/>
                </a:lnTo>
                <a:lnTo>
                  <a:pt x="796" y="277"/>
                </a:lnTo>
                <a:lnTo>
                  <a:pt x="784" y="296"/>
                </a:lnTo>
                <a:lnTo>
                  <a:pt x="763" y="320"/>
                </a:lnTo>
                <a:lnTo>
                  <a:pt x="756" y="335"/>
                </a:lnTo>
                <a:lnTo>
                  <a:pt x="753" y="359"/>
                </a:lnTo>
                <a:lnTo>
                  <a:pt x="758" y="382"/>
                </a:lnTo>
                <a:lnTo>
                  <a:pt x="776" y="408"/>
                </a:lnTo>
                <a:lnTo>
                  <a:pt x="773" y="402"/>
                </a:lnTo>
                <a:lnTo>
                  <a:pt x="758" y="406"/>
                </a:lnTo>
                <a:lnTo>
                  <a:pt x="746" y="410"/>
                </a:lnTo>
                <a:lnTo>
                  <a:pt x="721" y="411"/>
                </a:lnTo>
                <a:lnTo>
                  <a:pt x="706" y="416"/>
                </a:lnTo>
                <a:lnTo>
                  <a:pt x="682" y="429"/>
                </a:lnTo>
                <a:lnTo>
                  <a:pt x="673" y="441"/>
                </a:lnTo>
                <a:lnTo>
                  <a:pt x="669" y="451"/>
                </a:lnTo>
                <a:lnTo>
                  <a:pt x="667" y="469"/>
                </a:lnTo>
                <a:lnTo>
                  <a:pt x="675" y="498"/>
                </a:lnTo>
                <a:lnTo>
                  <a:pt x="677" y="501"/>
                </a:lnTo>
                <a:lnTo>
                  <a:pt x="662" y="498"/>
                </a:lnTo>
                <a:lnTo>
                  <a:pt x="638" y="498"/>
                </a:lnTo>
                <a:lnTo>
                  <a:pt x="621" y="503"/>
                </a:lnTo>
                <a:lnTo>
                  <a:pt x="599" y="515"/>
                </a:lnTo>
                <a:lnTo>
                  <a:pt x="577" y="529"/>
                </a:lnTo>
                <a:lnTo>
                  <a:pt x="559" y="547"/>
                </a:lnTo>
                <a:lnTo>
                  <a:pt x="540" y="557"/>
                </a:lnTo>
                <a:lnTo>
                  <a:pt x="514" y="581"/>
                </a:lnTo>
                <a:lnTo>
                  <a:pt x="500" y="602"/>
                </a:lnTo>
                <a:lnTo>
                  <a:pt x="490" y="621"/>
                </a:lnTo>
                <a:lnTo>
                  <a:pt x="488" y="634"/>
                </a:lnTo>
                <a:lnTo>
                  <a:pt x="483" y="643"/>
                </a:lnTo>
                <a:lnTo>
                  <a:pt x="471" y="656"/>
                </a:lnTo>
                <a:lnTo>
                  <a:pt x="446" y="663"/>
                </a:lnTo>
                <a:lnTo>
                  <a:pt x="419" y="668"/>
                </a:lnTo>
                <a:lnTo>
                  <a:pt x="391" y="716"/>
                </a:lnTo>
                <a:lnTo>
                  <a:pt x="381" y="725"/>
                </a:lnTo>
                <a:lnTo>
                  <a:pt x="368" y="730"/>
                </a:lnTo>
                <a:lnTo>
                  <a:pt x="332" y="732"/>
                </a:lnTo>
                <a:lnTo>
                  <a:pt x="308" y="733"/>
                </a:lnTo>
                <a:lnTo>
                  <a:pt x="297" y="738"/>
                </a:lnTo>
                <a:lnTo>
                  <a:pt x="286" y="751"/>
                </a:lnTo>
                <a:lnTo>
                  <a:pt x="296" y="742"/>
                </a:lnTo>
                <a:lnTo>
                  <a:pt x="297" y="721"/>
                </a:lnTo>
                <a:lnTo>
                  <a:pt x="293" y="713"/>
                </a:lnTo>
                <a:lnTo>
                  <a:pt x="286" y="705"/>
                </a:lnTo>
                <a:lnTo>
                  <a:pt x="278" y="699"/>
                </a:lnTo>
                <a:lnTo>
                  <a:pt x="261" y="692"/>
                </a:lnTo>
                <a:lnTo>
                  <a:pt x="247" y="683"/>
                </a:lnTo>
                <a:lnTo>
                  <a:pt x="232" y="679"/>
                </a:lnTo>
                <a:lnTo>
                  <a:pt x="211" y="681"/>
                </a:lnTo>
                <a:lnTo>
                  <a:pt x="175" y="689"/>
                </a:lnTo>
                <a:lnTo>
                  <a:pt x="158" y="692"/>
                </a:lnTo>
                <a:lnTo>
                  <a:pt x="140" y="697"/>
                </a:lnTo>
                <a:lnTo>
                  <a:pt x="139" y="698"/>
                </a:lnTo>
                <a:lnTo>
                  <a:pt x="141" y="698"/>
                </a:lnTo>
                <a:lnTo>
                  <a:pt x="104" y="685"/>
                </a:lnTo>
                <a:lnTo>
                  <a:pt x="80" y="672"/>
                </a:lnTo>
                <a:lnTo>
                  <a:pt x="53" y="649"/>
                </a:lnTo>
                <a:lnTo>
                  <a:pt x="32" y="633"/>
                </a:lnTo>
                <a:lnTo>
                  <a:pt x="14" y="610"/>
                </a:lnTo>
                <a:lnTo>
                  <a:pt x="9" y="602"/>
                </a:lnTo>
                <a:lnTo>
                  <a:pt x="7" y="552"/>
                </a:lnTo>
                <a:lnTo>
                  <a:pt x="5" y="512"/>
                </a:lnTo>
                <a:lnTo>
                  <a:pt x="2" y="448"/>
                </a:lnTo>
                <a:lnTo>
                  <a:pt x="0" y="399"/>
                </a:lnTo>
                <a:lnTo>
                  <a:pt x="40" y="402"/>
                </a:lnTo>
                <a:lnTo>
                  <a:pt x="70" y="399"/>
                </a:lnTo>
                <a:lnTo>
                  <a:pt x="106" y="394"/>
                </a:lnTo>
                <a:lnTo>
                  <a:pt x="131" y="384"/>
                </a:lnTo>
                <a:lnTo>
                  <a:pt x="131" y="349"/>
                </a:lnTo>
                <a:lnTo>
                  <a:pt x="131" y="314"/>
                </a:lnTo>
                <a:lnTo>
                  <a:pt x="130" y="24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55" name="Freeform 254"/>
          <p:cNvSpPr>
            <a:spLocks/>
          </p:cNvSpPr>
          <p:nvPr/>
        </p:nvSpPr>
        <p:spPr bwMode="auto">
          <a:xfrm>
            <a:off x="2117616" y="4924915"/>
            <a:ext cx="344334" cy="464863"/>
          </a:xfrm>
          <a:custGeom>
            <a:avLst/>
            <a:gdLst/>
            <a:ahLst/>
            <a:cxnLst>
              <a:cxn ang="0">
                <a:pos x="1058" y="1550"/>
              </a:cxn>
              <a:cxn ang="0">
                <a:pos x="884" y="1443"/>
              </a:cxn>
              <a:cxn ang="0">
                <a:pos x="536" y="1257"/>
              </a:cxn>
              <a:cxn ang="0">
                <a:pos x="512" y="1179"/>
              </a:cxn>
              <a:cxn ang="0">
                <a:pos x="440" y="1100"/>
              </a:cxn>
              <a:cxn ang="0">
                <a:pos x="358" y="940"/>
              </a:cxn>
              <a:cxn ang="0">
                <a:pos x="136" y="593"/>
              </a:cxn>
              <a:cxn ang="0">
                <a:pos x="64" y="540"/>
              </a:cxn>
              <a:cxn ang="0">
                <a:pos x="18" y="504"/>
              </a:cxn>
              <a:cxn ang="0">
                <a:pos x="32" y="450"/>
              </a:cxn>
              <a:cxn ang="0">
                <a:pos x="0" y="429"/>
              </a:cxn>
              <a:cxn ang="0">
                <a:pos x="51" y="293"/>
              </a:cxn>
              <a:cxn ang="0">
                <a:pos x="101" y="358"/>
              </a:cxn>
              <a:cxn ang="0">
                <a:pos x="115" y="429"/>
              </a:cxn>
              <a:cxn ang="0">
                <a:pos x="168" y="440"/>
              </a:cxn>
              <a:cxn ang="0">
                <a:pos x="235" y="450"/>
              </a:cxn>
              <a:cxn ang="0">
                <a:pos x="286" y="311"/>
              </a:cxn>
              <a:cxn ang="0">
                <a:pos x="394" y="247"/>
              </a:cxn>
              <a:cxn ang="0">
                <a:pos x="497" y="182"/>
              </a:cxn>
              <a:cxn ang="0">
                <a:pos x="561" y="122"/>
              </a:cxn>
              <a:cxn ang="0">
                <a:pos x="533" y="30"/>
              </a:cxn>
              <a:cxn ang="0">
                <a:pos x="719" y="90"/>
              </a:cxn>
              <a:cxn ang="0">
                <a:pos x="789" y="194"/>
              </a:cxn>
              <a:cxn ang="0">
                <a:pos x="879" y="182"/>
              </a:cxn>
              <a:cxn ang="0">
                <a:pos x="947" y="194"/>
              </a:cxn>
              <a:cxn ang="0">
                <a:pos x="1015" y="172"/>
              </a:cxn>
              <a:cxn ang="0">
                <a:pos x="1119" y="207"/>
              </a:cxn>
              <a:cxn ang="0">
                <a:pos x="1083" y="351"/>
              </a:cxn>
              <a:cxn ang="0">
                <a:pos x="973" y="365"/>
              </a:cxn>
              <a:cxn ang="0">
                <a:pos x="866" y="418"/>
              </a:cxn>
              <a:cxn ang="0">
                <a:pos x="815" y="529"/>
              </a:cxn>
              <a:cxn ang="0">
                <a:pos x="794" y="583"/>
              </a:cxn>
              <a:cxn ang="0">
                <a:pos x="727" y="668"/>
              </a:cxn>
              <a:cxn ang="0">
                <a:pos x="808" y="751"/>
              </a:cxn>
              <a:cxn ang="0">
                <a:pos x="808" y="818"/>
              </a:cxn>
              <a:cxn ang="0">
                <a:pos x="894" y="869"/>
              </a:cxn>
              <a:cxn ang="0">
                <a:pos x="1008" y="869"/>
              </a:cxn>
              <a:cxn ang="0">
                <a:pos x="1048" y="911"/>
              </a:cxn>
              <a:cxn ang="0">
                <a:pos x="1126" y="968"/>
              </a:cxn>
              <a:cxn ang="0">
                <a:pos x="1240" y="1065"/>
              </a:cxn>
              <a:cxn ang="0">
                <a:pos x="1212" y="1158"/>
              </a:cxn>
              <a:cxn ang="0">
                <a:pos x="1208" y="1294"/>
              </a:cxn>
              <a:cxn ang="0">
                <a:pos x="1233" y="1389"/>
              </a:cxn>
              <a:cxn ang="0">
                <a:pos x="1261" y="1472"/>
              </a:cxn>
              <a:cxn ang="0">
                <a:pos x="1194" y="1490"/>
              </a:cxn>
            </a:cxnLst>
            <a:rect l="0" t="0" r="r" b="b"/>
            <a:pathLst>
              <a:path w="1265" h="1608">
                <a:moveTo>
                  <a:pt x="1101" y="1608"/>
                </a:moveTo>
                <a:lnTo>
                  <a:pt x="1076" y="1572"/>
                </a:lnTo>
                <a:lnTo>
                  <a:pt x="1058" y="1550"/>
                </a:lnTo>
                <a:lnTo>
                  <a:pt x="1011" y="1511"/>
                </a:lnTo>
                <a:lnTo>
                  <a:pt x="965" y="1483"/>
                </a:lnTo>
                <a:lnTo>
                  <a:pt x="884" y="1443"/>
                </a:lnTo>
                <a:lnTo>
                  <a:pt x="676" y="1358"/>
                </a:lnTo>
                <a:lnTo>
                  <a:pt x="582" y="1303"/>
                </a:lnTo>
                <a:lnTo>
                  <a:pt x="536" y="1257"/>
                </a:lnTo>
                <a:lnTo>
                  <a:pt x="522" y="1229"/>
                </a:lnTo>
                <a:lnTo>
                  <a:pt x="519" y="1201"/>
                </a:lnTo>
                <a:lnTo>
                  <a:pt x="512" y="1179"/>
                </a:lnTo>
                <a:lnTo>
                  <a:pt x="501" y="1168"/>
                </a:lnTo>
                <a:lnTo>
                  <a:pt x="473" y="1146"/>
                </a:lnTo>
                <a:lnTo>
                  <a:pt x="440" y="1100"/>
                </a:lnTo>
                <a:lnTo>
                  <a:pt x="394" y="1032"/>
                </a:lnTo>
                <a:lnTo>
                  <a:pt x="378" y="994"/>
                </a:lnTo>
                <a:lnTo>
                  <a:pt x="358" y="940"/>
                </a:lnTo>
                <a:lnTo>
                  <a:pt x="219" y="707"/>
                </a:lnTo>
                <a:lnTo>
                  <a:pt x="175" y="651"/>
                </a:lnTo>
                <a:lnTo>
                  <a:pt x="136" y="593"/>
                </a:lnTo>
                <a:lnTo>
                  <a:pt x="97" y="580"/>
                </a:lnTo>
                <a:lnTo>
                  <a:pt x="79" y="557"/>
                </a:lnTo>
                <a:lnTo>
                  <a:pt x="64" y="540"/>
                </a:lnTo>
                <a:lnTo>
                  <a:pt x="39" y="522"/>
                </a:lnTo>
                <a:lnTo>
                  <a:pt x="25" y="518"/>
                </a:lnTo>
                <a:lnTo>
                  <a:pt x="18" y="504"/>
                </a:lnTo>
                <a:lnTo>
                  <a:pt x="29" y="494"/>
                </a:lnTo>
                <a:lnTo>
                  <a:pt x="36" y="482"/>
                </a:lnTo>
                <a:lnTo>
                  <a:pt x="32" y="450"/>
                </a:lnTo>
                <a:lnTo>
                  <a:pt x="18" y="448"/>
                </a:lnTo>
                <a:lnTo>
                  <a:pt x="4" y="444"/>
                </a:lnTo>
                <a:lnTo>
                  <a:pt x="0" y="429"/>
                </a:lnTo>
                <a:lnTo>
                  <a:pt x="0" y="412"/>
                </a:lnTo>
                <a:lnTo>
                  <a:pt x="18" y="333"/>
                </a:lnTo>
                <a:lnTo>
                  <a:pt x="51" y="293"/>
                </a:lnTo>
                <a:lnTo>
                  <a:pt x="61" y="293"/>
                </a:lnTo>
                <a:lnTo>
                  <a:pt x="89" y="318"/>
                </a:lnTo>
                <a:lnTo>
                  <a:pt x="101" y="358"/>
                </a:lnTo>
                <a:lnTo>
                  <a:pt x="92" y="400"/>
                </a:lnTo>
                <a:lnTo>
                  <a:pt x="97" y="422"/>
                </a:lnTo>
                <a:lnTo>
                  <a:pt x="115" y="429"/>
                </a:lnTo>
                <a:lnTo>
                  <a:pt x="133" y="416"/>
                </a:lnTo>
                <a:lnTo>
                  <a:pt x="157" y="425"/>
                </a:lnTo>
                <a:lnTo>
                  <a:pt x="168" y="440"/>
                </a:lnTo>
                <a:lnTo>
                  <a:pt x="179" y="465"/>
                </a:lnTo>
                <a:lnTo>
                  <a:pt x="203" y="469"/>
                </a:lnTo>
                <a:lnTo>
                  <a:pt x="235" y="450"/>
                </a:lnTo>
                <a:lnTo>
                  <a:pt x="265" y="418"/>
                </a:lnTo>
                <a:lnTo>
                  <a:pt x="279" y="365"/>
                </a:lnTo>
                <a:lnTo>
                  <a:pt x="286" y="311"/>
                </a:lnTo>
                <a:lnTo>
                  <a:pt x="304" y="286"/>
                </a:lnTo>
                <a:lnTo>
                  <a:pt x="322" y="272"/>
                </a:lnTo>
                <a:lnTo>
                  <a:pt x="394" y="247"/>
                </a:lnTo>
                <a:lnTo>
                  <a:pt x="466" y="232"/>
                </a:lnTo>
                <a:lnTo>
                  <a:pt x="486" y="215"/>
                </a:lnTo>
                <a:lnTo>
                  <a:pt x="497" y="182"/>
                </a:lnTo>
                <a:lnTo>
                  <a:pt x="515" y="169"/>
                </a:lnTo>
                <a:lnTo>
                  <a:pt x="547" y="150"/>
                </a:lnTo>
                <a:lnTo>
                  <a:pt x="561" y="122"/>
                </a:lnTo>
                <a:lnTo>
                  <a:pt x="561" y="97"/>
                </a:lnTo>
                <a:lnTo>
                  <a:pt x="551" y="58"/>
                </a:lnTo>
                <a:lnTo>
                  <a:pt x="533" y="30"/>
                </a:lnTo>
                <a:lnTo>
                  <a:pt x="540" y="0"/>
                </a:lnTo>
                <a:lnTo>
                  <a:pt x="633" y="58"/>
                </a:lnTo>
                <a:lnTo>
                  <a:pt x="719" y="90"/>
                </a:lnTo>
                <a:lnTo>
                  <a:pt x="751" y="129"/>
                </a:lnTo>
                <a:lnTo>
                  <a:pt x="773" y="175"/>
                </a:lnTo>
                <a:lnTo>
                  <a:pt x="789" y="194"/>
                </a:lnTo>
                <a:lnTo>
                  <a:pt x="808" y="194"/>
                </a:lnTo>
                <a:lnTo>
                  <a:pt x="840" y="175"/>
                </a:lnTo>
                <a:lnTo>
                  <a:pt x="879" y="182"/>
                </a:lnTo>
                <a:lnTo>
                  <a:pt x="912" y="194"/>
                </a:lnTo>
                <a:lnTo>
                  <a:pt x="930" y="194"/>
                </a:lnTo>
                <a:lnTo>
                  <a:pt x="947" y="194"/>
                </a:lnTo>
                <a:lnTo>
                  <a:pt x="962" y="175"/>
                </a:lnTo>
                <a:lnTo>
                  <a:pt x="993" y="172"/>
                </a:lnTo>
                <a:lnTo>
                  <a:pt x="1015" y="172"/>
                </a:lnTo>
                <a:lnTo>
                  <a:pt x="1034" y="190"/>
                </a:lnTo>
                <a:lnTo>
                  <a:pt x="1062" y="203"/>
                </a:lnTo>
                <a:lnTo>
                  <a:pt x="1119" y="207"/>
                </a:lnTo>
                <a:lnTo>
                  <a:pt x="1122" y="257"/>
                </a:lnTo>
                <a:lnTo>
                  <a:pt x="1104" y="325"/>
                </a:lnTo>
                <a:lnTo>
                  <a:pt x="1083" y="351"/>
                </a:lnTo>
                <a:lnTo>
                  <a:pt x="1069" y="361"/>
                </a:lnTo>
                <a:lnTo>
                  <a:pt x="1058" y="365"/>
                </a:lnTo>
                <a:lnTo>
                  <a:pt x="973" y="365"/>
                </a:lnTo>
                <a:lnTo>
                  <a:pt x="930" y="372"/>
                </a:lnTo>
                <a:lnTo>
                  <a:pt x="894" y="393"/>
                </a:lnTo>
                <a:lnTo>
                  <a:pt x="866" y="418"/>
                </a:lnTo>
                <a:lnTo>
                  <a:pt x="822" y="436"/>
                </a:lnTo>
                <a:lnTo>
                  <a:pt x="808" y="476"/>
                </a:lnTo>
                <a:lnTo>
                  <a:pt x="815" y="529"/>
                </a:lnTo>
                <a:lnTo>
                  <a:pt x="829" y="564"/>
                </a:lnTo>
                <a:lnTo>
                  <a:pt x="822" y="575"/>
                </a:lnTo>
                <a:lnTo>
                  <a:pt x="794" y="583"/>
                </a:lnTo>
                <a:lnTo>
                  <a:pt x="755" y="593"/>
                </a:lnTo>
                <a:lnTo>
                  <a:pt x="732" y="622"/>
                </a:lnTo>
                <a:lnTo>
                  <a:pt x="727" y="668"/>
                </a:lnTo>
                <a:lnTo>
                  <a:pt x="740" y="715"/>
                </a:lnTo>
                <a:lnTo>
                  <a:pt x="765" y="740"/>
                </a:lnTo>
                <a:lnTo>
                  <a:pt x="808" y="751"/>
                </a:lnTo>
                <a:lnTo>
                  <a:pt x="819" y="758"/>
                </a:lnTo>
                <a:lnTo>
                  <a:pt x="797" y="793"/>
                </a:lnTo>
                <a:lnTo>
                  <a:pt x="808" y="818"/>
                </a:lnTo>
                <a:lnTo>
                  <a:pt x="833" y="822"/>
                </a:lnTo>
                <a:lnTo>
                  <a:pt x="872" y="830"/>
                </a:lnTo>
                <a:lnTo>
                  <a:pt x="894" y="869"/>
                </a:lnTo>
                <a:lnTo>
                  <a:pt x="926" y="904"/>
                </a:lnTo>
                <a:lnTo>
                  <a:pt x="979" y="904"/>
                </a:lnTo>
                <a:lnTo>
                  <a:pt x="1008" y="869"/>
                </a:lnTo>
                <a:lnTo>
                  <a:pt x="1030" y="869"/>
                </a:lnTo>
                <a:lnTo>
                  <a:pt x="1043" y="876"/>
                </a:lnTo>
                <a:lnTo>
                  <a:pt x="1048" y="911"/>
                </a:lnTo>
                <a:lnTo>
                  <a:pt x="1065" y="962"/>
                </a:lnTo>
                <a:lnTo>
                  <a:pt x="1094" y="982"/>
                </a:lnTo>
                <a:lnTo>
                  <a:pt x="1126" y="968"/>
                </a:lnTo>
                <a:lnTo>
                  <a:pt x="1169" y="962"/>
                </a:lnTo>
                <a:lnTo>
                  <a:pt x="1205" y="998"/>
                </a:lnTo>
                <a:lnTo>
                  <a:pt x="1240" y="1065"/>
                </a:lnTo>
                <a:lnTo>
                  <a:pt x="1240" y="1100"/>
                </a:lnTo>
                <a:lnTo>
                  <a:pt x="1230" y="1130"/>
                </a:lnTo>
                <a:lnTo>
                  <a:pt x="1212" y="1158"/>
                </a:lnTo>
                <a:lnTo>
                  <a:pt x="1230" y="1215"/>
                </a:lnTo>
                <a:lnTo>
                  <a:pt x="1233" y="1247"/>
                </a:lnTo>
                <a:lnTo>
                  <a:pt x="1208" y="1294"/>
                </a:lnTo>
                <a:lnTo>
                  <a:pt x="1205" y="1333"/>
                </a:lnTo>
                <a:lnTo>
                  <a:pt x="1215" y="1368"/>
                </a:lnTo>
                <a:lnTo>
                  <a:pt x="1233" y="1389"/>
                </a:lnTo>
                <a:lnTo>
                  <a:pt x="1258" y="1423"/>
                </a:lnTo>
                <a:lnTo>
                  <a:pt x="1265" y="1451"/>
                </a:lnTo>
                <a:lnTo>
                  <a:pt x="1261" y="1472"/>
                </a:lnTo>
                <a:lnTo>
                  <a:pt x="1258" y="1476"/>
                </a:lnTo>
                <a:lnTo>
                  <a:pt x="1245" y="1483"/>
                </a:lnTo>
                <a:lnTo>
                  <a:pt x="1194" y="1490"/>
                </a:lnTo>
                <a:lnTo>
                  <a:pt x="1194" y="1541"/>
                </a:lnTo>
                <a:lnTo>
                  <a:pt x="1101" y="160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56" name="Freeform 255"/>
          <p:cNvSpPr>
            <a:spLocks/>
          </p:cNvSpPr>
          <p:nvPr/>
        </p:nvSpPr>
        <p:spPr bwMode="auto">
          <a:xfrm>
            <a:off x="4444726" y="2090638"/>
            <a:ext cx="3461287" cy="1786600"/>
          </a:xfrm>
          <a:custGeom>
            <a:avLst/>
            <a:gdLst/>
            <a:ahLst/>
            <a:cxnLst>
              <a:cxn ang="0">
                <a:pos x="237" y="1469"/>
              </a:cxn>
              <a:cxn ang="0">
                <a:pos x="221" y="1868"/>
              </a:cxn>
              <a:cxn ang="0">
                <a:pos x="125" y="2363"/>
              </a:cxn>
              <a:cxn ang="0">
                <a:pos x="52" y="2517"/>
              </a:cxn>
              <a:cxn ang="0">
                <a:pos x="116" y="2818"/>
              </a:cxn>
              <a:cxn ang="0">
                <a:pos x="303" y="3056"/>
              </a:cxn>
              <a:cxn ang="0">
                <a:pos x="547" y="3243"/>
              </a:cxn>
              <a:cxn ang="0">
                <a:pos x="520" y="3524"/>
              </a:cxn>
              <a:cxn ang="0">
                <a:pos x="889" y="3861"/>
              </a:cxn>
              <a:cxn ang="0">
                <a:pos x="1098" y="3924"/>
              </a:cxn>
              <a:cxn ang="0">
                <a:pos x="1037" y="3397"/>
              </a:cxn>
              <a:cxn ang="0">
                <a:pos x="1087" y="2851"/>
              </a:cxn>
              <a:cxn ang="0">
                <a:pos x="1615" y="2944"/>
              </a:cxn>
              <a:cxn ang="0">
                <a:pos x="1900" y="2848"/>
              </a:cxn>
              <a:cxn ang="0">
                <a:pos x="2244" y="2642"/>
              </a:cxn>
              <a:cxn ang="0">
                <a:pos x="2589" y="2813"/>
              </a:cxn>
              <a:cxn ang="0">
                <a:pos x="2932" y="3389"/>
              </a:cxn>
              <a:cxn ang="0">
                <a:pos x="3767" y="3797"/>
              </a:cxn>
              <a:cxn ang="0">
                <a:pos x="5247" y="3754"/>
              </a:cxn>
              <a:cxn ang="0">
                <a:pos x="5811" y="3248"/>
              </a:cxn>
              <a:cxn ang="0">
                <a:pos x="6449" y="2868"/>
              </a:cxn>
              <a:cxn ang="0">
                <a:pos x="7063" y="2634"/>
              </a:cxn>
              <a:cxn ang="0">
                <a:pos x="6747" y="3033"/>
              </a:cxn>
              <a:cxn ang="0">
                <a:pos x="6939" y="3276"/>
              </a:cxn>
              <a:cxn ang="0">
                <a:pos x="7167" y="2851"/>
              </a:cxn>
              <a:cxn ang="0">
                <a:pos x="7788" y="2323"/>
              </a:cxn>
              <a:cxn ang="0">
                <a:pos x="8005" y="2179"/>
              </a:cxn>
              <a:cxn ang="0">
                <a:pos x="8009" y="1865"/>
              </a:cxn>
              <a:cxn ang="0">
                <a:pos x="6998" y="1488"/>
              </a:cxn>
              <a:cxn ang="0">
                <a:pos x="5718" y="1237"/>
              </a:cxn>
              <a:cxn ang="0">
                <a:pos x="4758" y="864"/>
              </a:cxn>
              <a:cxn ang="0">
                <a:pos x="4439" y="618"/>
              </a:cxn>
              <a:cxn ang="0">
                <a:pos x="4414" y="137"/>
              </a:cxn>
              <a:cxn ang="0">
                <a:pos x="4145" y="112"/>
              </a:cxn>
              <a:cxn ang="0">
                <a:pos x="3871" y="148"/>
              </a:cxn>
              <a:cxn ang="0">
                <a:pos x="3689" y="248"/>
              </a:cxn>
              <a:cxn ang="0">
                <a:pos x="3143" y="563"/>
              </a:cxn>
              <a:cxn ang="0">
                <a:pos x="2856" y="850"/>
              </a:cxn>
              <a:cxn ang="0">
                <a:pos x="2941" y="1043"/>
              </a:cxn>
              <a:cxn ang="0">
                <a:pos x="2672" y="1065"/>
              </a:cxn>
              <a:cxn ang="0">
                <a:pos x="2568" y="850"/>
              </a:cxn>
              <a:cxn ang="0">
                <a:pos x="2509" y="1371"/>
              </a:cxn>
              <a:cxn ang="0">
                <a:pos x="2657" y="1654"/>
              </a:cxn>
              <a:cxn ang="0">
                <a:pos x="2506" y="1666"/>
              </a:cxn>
              <a:cxn ang="0">
                <a:pos x="2335" y="1734"/>
              </a:cxn>
              <a:cxn ang="0">
                <a:pos x="2413" y="1073"/>
              </a:cxn>
              <a:cxn ang="0">
                <a:pos x="2241" y="989"/>
              </a:cxn>
              <a:cxn ang="0">
                <a:pos x="2139" y="1349"/>
              </a:cxn>
              <a:cxn ang="0">
                <a:pos x="1910" y="1363"/>
              </a:cxn>
              <a:cxn ang="0">
                <a:pos x="1497" y="1502"/>
              </a:cxn>
              <a:cxn ang="0">
                <a:pos x="1123" y="1634"/>
              </a:cxn>
              <a:cxn ang="0">
                <a:pos x="888" y="1426"/>
              </a:cxn>
              <a:cxn ang="0">
                <a:pos x="936" y="1759"/>
              </a:cxn>
              <a:cxn ang="0">
                <a:pos x="626" y="1887"/>
              </a:cxn>
              <a:cxn ang="0">
                <a:pos x="519" y="1996"/>
              </a:cxn>
              <a:cxn ang="0">
                <a:pos x="674" y="1701"/>
              </a:cxn>
              <a:cxn ang="0">
                <a:pos x="462" y="1317"/>
              </a:cxn>
              <a:cxn ang="0">
                <a:pos x="387" y="1206"/>
              </a:cxn>
            </a:cxnLst>
            <a:rect l="0" t="0" r="r" b="b"/>
            <a:pathLst>
              <a:path w="8482" h="4119">
                <a:moveTo>
                  <a:pt x="341" y="1239"/>
                </a:moveTo>
                <a:lnTo>
                  <a:pt x="299" y="1243"/>
                </a:lnTo>
                <a:lnTo>
                  <a:pt x="290" y="1269"/>
                </a:lnTo>
                <a:lnTo>
                  <a:pt x="262" y="1268"/>
                </a:lnTo>
                <a:lnTo>
                  <a:pt x="253" y="1299"/>
                </a:lnTo>
                <a:lnTo>
                  <a:pt x="224" y="1296"/>
                </a:lnTo>
                <a:lnTo>
                  <a:pt x="234" y="1350"/>
                </a:lnTo>
                <a:lnTo>
                  <a:pt x="203" y="1381"/>
                </a:lnTo>
                <a:lnTo>
                  <a:pt x="204" y="1418"/>
                </a:lnTo>
                <a:lnTo>
                  <a:pt x="237" y="1469"/>
                </a:lnTo>
                <a:lnTo>
                  <a:pt x="261" y="1515"/>
                </a:lnTo>
                <a:lnTo>
                  <a:pt x="258" y="1552"/>
                </a:lnTo>
                <a:lnTo>
                  <a:pt x="241" y="1550"/>
                </a:lnTo>
                <a:lnTo>
                  <a:pt x="235" y="1586"/>
                </a:lnTo>
                <a:lnTo>
                  <a:pt x="224" y="1586"/>
                </a:lnTo>
                <a:lnTo>
                  <a:pt x="209" y="1659"/>
                </a:lnTo>
                <a:lnTo>
                  <a:pt x="246" y="1721"/>
                </a:lnTo>
                <a:lnTo>
                  <a:pt x="258" y="1787"/>
                </a:lnTo>
                <a:lnTo>
                  <a:pt x="227" y="1797"/>
                </a:lnTo>
                <a:lnTo>
                  <a:pt x="221" y="1868"/>
                </a:lnTo>
                <a:lnTo>
                  <a:pt x="252" y="1871"/>
                </a:lnTo>
                <a:lnTo>
                  <a:pt x="253" y="1922"/>
                </a:lnTo>
                <a:lnTo>
                  <a:pt x="267" y="1984"/>
                </a:lnTo>
                <a:lnTo>
                  <a:pt x="237" y="2026"/>
                </a:lnTo>
                <a:lnTo>
                  <a:pt x="318" y="2152"/>
                </a:lnTo>
                <a:lnTo>
                  <a:pt x="241" y="2214"/>
                </a:lnTo>
                <a:lnTo>
                  <a:pt x="116" y="2323"/>
                </a:lnTo>
                <a:lnTo>
                  <a:pt x="109" y="2348"/>
                </a:lnTo>
                <a:lnTo>
                  <a:pt x="150" y="2351"/>
                </a:lnTo>
                <a:lnTo>
                  <a:pt x="125" y="2363"/>
                </a:lnTo>
                <a:lnTo>
                  <a:pt x="150" y="2381"/>
                </a:lnTo>
                <a:lnTo>
                  <a:pt x="179" y="2382"/>
                </a:lnTo>
                <a:lnTo>
                  <a:pt x="229" y="2413"/>
                </a:lnTo>
                <a:lnTo>
                  <a:pt x="223" y="2422"/>
                </a:lnTo>
                <a:lnTo>
                  <a:pt x="189" y="2434"/>
                </a:lnTo>
                <a:lnTo>
                  <a:pt x="162" y="2419"/>
                </a:lnTo>
                <a:lnTo>
                  <a:pt x="130" y="2434"/>
                </a:lnTo>
                <a:lnTo>
                  <a:pt x="87" y="2438"/>
                </a:lnTo>
                <a:lnTo>
                  <a:pt x="87" y="2460"/>
                </a:lnTo>
                <a:lnTo>
                  <a:pt x="52" y="2517"/>
                </a:lnTo>
                <a:lnTo>
                  <a:pt x="47" y="2549"/>
                </a:lnTo>
                <a:lnTo>
                  <a:pt x="31" y="2581"/>
                </a:lnTo>
                <a:lnTo>
                  <a:pt x="39" y="2614"/>
                </a:lnTo>
                <a:lnTo>
                  <a:pt x="19" y="2624"/>
                </a:lnTo>
                <a:lnTo>
                  <a:pt x="0" y="2647"/>
                </a:lnTo>
                <a:lnTo>
                  <a:pt x="15" y="2706"/>
                </a:lnTo>
                <a:lnTo>
                  <a:pt x="34" y="2751"/>
                </a:lnTo>
                <a:lnTo>
                  <a:pt x="55" y="2784"/>
                </a:lnTo>
                <a:lnTo>
                  <a:pt x="90" y="2790"/>
                </a:lnTo>
                <a:lnTo>
                  <a:pt x="116" y="2818"/>
                </a:lnTo>
                <a:lnTo>
                  <a:pt x="116" y="2842"/>
                </a:lnTo>
                <a:lnTo>
                  <a:pt x="158" y="2844"/>
                </a:lnTo>
                <a:lnTo>
                  <a:pt x="193" y="2871"/>
                </a:lnTo>
                <a:lnTo>
                  <a:pt x="193" y="2886"/>
                </a:lnTo>
                <a:lnTo>
                  <a:pt x="246" y="2929"/>
                </a:lnTo>
                <a:lnTo>
                  <a:pt x="250" y="2964"/>
                </a:lnTo>
                <a:lnTo>
                  <a:pt x="289" y="2989"/>
                </a:lnTo>
                <a:lnTo>
                  <a:pt x="337" y="3017"/>
                </a:lnTo>
                <a:lnTo>
                  <a:pt x="325" y="3049"/>
                </a:lnTo>
                <a:lnTo>
                  <a:pt x="303" y="3056"/>
                </a:lnTo>
                <a:lnTo>
                  <a:pt x="320" y="3100"/>
                </a:lnTo>
                <a:lnTo>
                  <a:pt x="325" y="3121"/>
                </a:lnTo>
                <a:lnTo>
                  <a:pt x="348" y="3144"/>
                </a:lnTo>
                <a:lnTo>
                  <a:pt x="355" y="3161"/>
                </a:lnTo>
                <a:lnTo>
                  <a:pt x="397" y="3158"/>
                </a:lnTo>
                <a:lnTo>
                  <a:pt x="458" y="3147"/>
                </a:lnTo>
                <a:lnTo>
                  <a:pt x="478" y="3171"/>
                </a:lnTo>
                <a:lnTo>
                  <a:pt x="520" y="3181"/>
                </a:lnTo>
                <a:lnTo>
                  <a:pt x="556" y="3181"/>
                </a:lnTo>
                <a:lnTo>
                  <a:pt x="547" y="3243"/>
                </a:lnTo>
                <a:lnTo>
                  <a:pt x="567" y="3251"/>
                </a:lnTo>
                <a:lnTo>
                  <a:pt x="549" y="3269"/>
                </a:lnTo>
                <a:lnTo>
                  <a:pt x="559" y="3344"/>
                </a:lnTo>
                <a:lnTo>
                  <a:pt x="532" y="3358"/>
                </a:lnTo>
                <a:lnTo>
                  <a:pt x="524" y="3382"/>
                </a:lnTo>
                <a:lnTo>
                  <a:pt x="493" y="3407"/>
                </a:lnTo>
                <a:lnTo>
                  <a:pt x="502" y="3440"/>
                </a:lnTo>
                <a:lnTo>
                  <a:pt x="539" y="3419"/>
                </a:lnTo>
                <a:lnTo>
                  <a:pt x="485" y="3498"/>
                </a:lnTo>
                <a:lnTo>
                  <a:pt x="520" y="3524"/>
                </a:lnTo>
                <a:lnTo>
                  <a:pt x="522" y="3567"/>
                </a:lnTo>
                <a:lnTo>
                  <a:pt x="495" y="3576"/>
                </a:lnTo>
                <a:lnTo>
                  <a:pt x="539" y="3621"/>
                </a:lnTo>
                <a:lnTo>
                  <a:pt x="614" y="3667"/>
                </a:lnTo>
                <a:lnTo>
                  <a:pt x="678" y="3749"/>
                </a:lnTo>
                <a:lnTo>
                  <a:pt x="753" y="3795"/>
                </a:lnTo>
                <a:lnTo>
                  <a:pt x="777" y="3795"/>
                </a:lnTo>
                <a:lnTo>
                  <a:pt x="814" y="3818"/>
                </a:lnTo>
                <a:lnTo>
                  <a:pt x="860" y="3824"/>
                </a:lnTo>
                <a:lnTo>
                  <a:pt x="889" y="3861"/>
                </a:lnTo>
                <a:lnTo>
                  <a:pt x="897" y="3853"/>
                </a:lnTo>
                <a:lnTo>
                  <a:pt x="936" y="3862"/>
                </a:lnTo>
                <a:lnTo>
                  <a:pt x="924" y="3880"/>
                </a:lnTo>
                <a:lnTo>
                  <a:pt x="951" y="3897"/>
                </a:lnTo>
                <a:lnTo>
                  <a:pt x="953" y="3906"/>
                </a:lnTo>
                <a:lnTo>
                  <a:pt x="1006" y="3929"/>
                </a:lnTo>
                <a:lnTo>
                  <a:pt x="1032" y="3953"/>
                </a:lnTo>
                <a:lnTo>
                  <a:pt x="1067" y="3936"/>
                </a:lnTo>
                <a:lnTo>
                  <a:pt x="1084" y="3936"/>
                </a:lnTo>
                <a:lnTo>
                  <a:pt x="1098" y="3924"/>
                </a:lnTo>
                <a:lnTo>
                  <a:pt x="1116" y="3913"/>
                </a:lnTo>
                <a:lnTo>
                  <a:pt x="1037" y="3818"/>
                </a:lnTo>
                <a:lnTo>
                  <a:pt x="1008" y="3764"/>
                </a:lnTo>
                <a:lnTo>
                  <a:pt x="984" y="3678"/>
                </a:lnTo>
                <a:lnTo>
                  <a:pt x="935" y="3604"/>
                </a:lnTo>
                <a:lnTo>
                  <a:pt x="910" y="3557"/>
                </a:lnTo>
                <a:lnTo>
                  <a:pt x="925" y="3497"/>
                </a:lnTo>
                <a:lnTo>
                  <a:pt x="941" y="3438"/>
                </a:lnTo>
                <a:lnTo>
                  <a:pt x="987" y="3419"/>
                </a:lnTo>
                <a:lnTo>
                  <a:pt x="1037" y="3397"/>
                </a:lnTo>
                <a:lnTo>
                  <a:pt x="1087" y="3344"/>
                </a:lnTo>
                <a:lnTo>
                  <a:pt x="1113" y="3303"/>
                </a:lnTo>
                <a:lnTo>
                  <a:pt x="1026" y="3128"/>
                </a:lnTo>
                <a:lnTo>
                  <a:pt x="913" y="3064"/>
                </a:lnTo>
                <a:lnTo>
                  <a:pt x="944" y="3023"/>
                </a:lnTo>
                <a:lnTo>
                  <a:pt x="932" y="2992"/>
                </a:lnTo>
                <a:lnTo>
                  <a:pt x="968" y="2966"/>
                </a:lnTo>
                <a:lnTo>
                  <a:pt x="1006" y="2886"/>
                </a:lnTo>
                <a:lnTo>
                  <a:pt x="1092" y="2906"/>
                </a:lnTo>
                <a:lnTo>
                  <a:pt x="1087" y="2851"/>
                </a:lnTo>
                <a:lnTo>
                  <a:pt x="1129" y="2860"/>
                </a:lnTo>
                <a:lnTo>
                  <a:pt x="1209" y="2811"/>
                </a:lnTo>
                <a:lnTo>
                  <a:pt x="1284" y="2801"/>
                </a:lnTo>
                <a:lnTo>
                  <a:pt x="1299" y="2851"/>
                </a:lnTo>
                <a:lnTo>
                  <a:pt x="1348" y="2893"/>
                </a:lnTo>
                <a:lnTo>
                  <a:pt x="1377" y="2974"/>
                </a:lnTo>
                <a:lnTo>
                  <a:pt x="1403" y="2933"/>
                </a:lnTo>
                <a:lnTo>
                  <a:pt x="1432" y="2965"/>
                </a:lnTo>
                <a:lnTo>
                  <a:pt x="1536" y="2965"/>
                </a:lnTo>
                <a:lnTo>
                  <a:pt x="1615" y="2944"/>
                </a:lnTo>
                <a:lnTo>
                  <a:pt x="1684" y="3000"/>
                </a:lnTo>
                <a:lnTo>
                  <a:pt x="1745" y="3000"/>
                </a:lnTo>
                <a:lnTo>
                  <a:pt x="1800" y="3023"/>
                </a:lnTo>
                <a:lnTo>
                  <a:pt x="1911" y="3030"/>
                </a:lnTo>
                <a:lnTo>
                  <a:pt x="1947" y="2969"/>
                </a:lnTo>
                <a:lnTo>
                  <a:pt x="1902" y="2937"/>
                </a:lnTo>
                <a:lnTo>
                  <a:pt x="1868" y="2937"/>
                </a:lnTo>
                <a:lnTo>
                  <a:pt x="1855" y="2902"/>
                </a:lnTo>
                <a:lnTo>
                  <a:pt x="1834" y="2856"/>
                </a:lnTo>
                <a:lnTo>
                  <a:pt x="1900" y="2848"/>
                </a:lnTo>
                <a:lnTo>
                  <a:pt x="1947" y="2786"/>
                </a:lnTo>
                <a:lnTo>
                  <a:pt x="1958" y="2766"/>
                </a:lnTo>
                <a:lnTo>
                  <a:pt x="1972" y="2747"/>
                </a:lnTo>
                <a:lnTo>
                  <a:pt x="1995" y="2744"/>
                </a:lnTo>
                <a:lnTo>
                  <a:pt x="1971" y="2703"/>
                </a:lnTo>
                <a:lnTo>
                  <a:pt x="2022" y="2698"/>
                </a:lnTo>
                <a:lnTo>
                  <a:pt x="2046" y="2701"/>
                </a:lnTo>
                <a:lnTo>
                  <a:pt x="2158" y="2657"/>
                </a:lnTo>
                <a:lnTo>
                  <a:pt x="2166" y="2634"/>
                </a:lnTo>
                <a:lnTo>
                  <a:pt x="2244" y="2642"/>
                </a:lnTo>
                <a:lnTo>
                  <a:pt x="2279" y="2679"/>
                </a:lnTo>
                <a:lnTo>
                  <a:pt x="2290" y="2748"/>
                </a:lnTo>
                <a:lnTo>
                  <a:pt x="2371" y="2759"/>
                </a:lnTo>
                <a:lnTo>
                  <a:pt x="2382" y="2790"/>
                </a:lnTo>
                <a:lnTo>
                  <a:pt x="2410" y="2796"/>
                </a:lnTo>
                <a:lnTo>
                  <a:pt x="2415" y="2850"/>
                </a:lnTo>
                <a:lnTo>
                  <a:pt x="2484" y="2864"/>
                </a:lnTo>
                <a:lnTo>
                  <a:pt x="2499" y="2839"/>
                </a:lnTo>
                <a:lnTo>
                  <a:pt x="2551" y="2831"/>
                </a:lnTo>
                <a:lnTo>
                  <a:pt x="2589" y="2813"/>
                </a:lnTo>
                <a:lnTo>
                  <a:pt x="2584" y="2860"/>
                </a:lnTo>
                <a:lnTo>
                  <a:pt x="2630" y="2889"/>
                </a:lnTo>
                <a:lnTo>
                  <a:pt x="2672" y="2944"/>
                </a:lnTo>
                <a:lnTo>
                  <a:pt x="2719" y="3076"/>
                </a:lnTo>
                <a:lnTo>
                  <a:pt x="2761" y="3243"/>
                </a:lnTo>
                <a:lnTo>
                  <a:pt x="2807" y="3234"/>
                </a:lnTo>
                <a:lnTo>
                  <a:pt x="2835" y="3313"/>
                </a:lnTo>
                <a:lnTo>
                  <a:pt x="2910" y="3306"/>
                </a:lnTo>
                <a:lnTo>
                  <a:pt x="2931" y="3350"/>
                </a:lnTo>
                <a:lnTo>
                  <a:pt x="2932" y="3389"/>
                </a:lnTo>
                <a:lnTo>
                  <a:pt x="2999" y="3427"/>
                </a:lnTo>
                <a:lnTo>
                  <a:pt x="3076" y="3487"/>
                </a:lnTo>
                <a:lnTo>
                  <a:pt x="3119" y="3545"/>
                </a:lnTo>
                <a:lnTo>
                  <a:pt x="3155" y="3581"/>
                </a:lnTo>
                <a:lnTo>
                  <a:pt x="3178" y="3698"/>
                </a:lnTo>
                <a:lnTo>
                  <a:pt x="3226" y="3733"/>
                </a:lnTo>
                <a:lnTo>
                  <a:pt x="3240" y="3781"/>
                </a:lnTo>
                <a:lnTo>
                  <a:pt x="3246" y="3825"/>
                </a:lnTo>
                <a:lnTo>
                  <a:pt x="3466" y="3729"/>
                </a:lnTo>
                <a:lnTo>
                  <a:pt x="3767" y="3797"/>
                </a:lnTo>
                <a:lnTo>
                  <a:pt x="3824" y="3648"/>
                </a:lnTo>
                <a:lnTo>
                  <a:pt x="3977" y="3774"/>
                </a:lnTo>
                <a:lnTo>
                  <a:pt x="4516" y="3799"/>
                </a:lnTo>
                <a:lnTo>
                  <a:pt x="4569" y="3801"/>
                </a:lnTo>
                <a:lnTo>
                  <a:pt x="4594" y="3600"/>
                </a:lnTo>
                <a:lnTo>
                  <a:pt x="4681" y="3523"/>
                </a:lnTo>
                <a:lnTo>
                  <a:pt x="4846" y="3523"/>
                </a:lnTo>
                <a:lnTo>
                  <a:pt x="4939" y="3706"/>
                </a:lnTo>
                <a:lnTo>
                  <a:pt x="5139" y="3806"/>
                </a:lnTo>
                <a:lnTo>
                  <a:pt x="5247" y="3754"/>
                </a:lnTo>
                <a:lnTo>
                  <a:pt x="5198" y="4029"/>
                </a:lnTo>
                <a:lnTo>
                  <a:pt x="5366" y="4104"/>
                </a:lnTo>
                <a:lnTo>
                  <a:pt x="5452" y="4112"/>
                </a:lnTo>
                <a:lnTo>
                  <a:pt x="5535" y="4119"/>
                </a:lnTo>
                <a:lnTo>
                  <a:pt x="5674" y="3939"/>
                </a:lnTo>
                <a:lnTo>
                  <a:pt x="5811" y="3758"/>
                </a:lnTo>
                <a:lnTo>
                  <a:pt x="5839" y="3627"/>
                </a:lnTo>
                <a:lnTo>
                  <a:pt x="5866" y="3492"/>
                </a:lnTo>
                <a:lnTo>
                  <a:pt x="5839" y="3371"/>
                </a:lnTo>
                <a:lnTo>
                  <a:pt x="5811" y="3248"/>
                </a:lnTo>
                <a:lnTo>
                  <a:pt x="5729" y="3256"/>
                </a:lnTo>
                <a:lnTo>
                  <a:pt x="5650" y="3266"/>
                </a:lnTo>
                <a:lnTo>
                  <a:pt x="5626" y="3219"/>
                </a:lnTo>
                <a:lnTo>
                  <a:pt x="5604" y="3170"/>
                </a:lnTo>
                <a:lnTo>
                  <a:pt x="5795" y="2981"/>
                </a:lnTo>
                <a:lnTo>
                  <a:pt x="5982" y="2790"/>
                </a:lnTo>
                <a:lnTo>
                  <a:pt x="6195" y="2791"/>
                </a:lnTo>
                <a:lnTo>
                  <a:pt x="6410" y="2792"/>
                </a:lnTo>
                <a:lnTo>
                  <a:pt x="6429" y="2833"/>
                </a:lnTo>
                <a:lnTo>
                  <a:pt x="6449" y="2868"/>
                </a:lnTo>
                <a:lnTo>
                  <a:pt x="6547" y="2858"/>
                </a:lnTo>
                <a:lnTo>
                  <a:pt x="6645" y="2844"/>
                </a:lnTo>
                <a:lnTo>
                  <a:pt x="6626" y="2806"/>
                </a:lnTo>
                <a:lnTo>
                  <a:pt x="6609" y="2768"/>
                </a:lnTo>
                <a:lnTo>
                  <a:pt x="6718" y="2685"/>
                </a:lnTo>
                <a:lnTo>
                  <a:pt x="6821" y="2597"/>
                </a:lnTo>
                <a:lnTo>
                  <a:pt x="6866" y="2660"/>
                </a:lnTo>
                <a:lnTo>
                  <a:pt x="6910" y="2721"/>
                </a:lnTo>
                <a:lnTo>
                  <a:pt x="6987" y="2679"/>
                </a:lnTo>
                <a:lnTo>
                  <a:pt x="7063" y="2634"/>
                </a:lnTo>
                <a:lnTo>
                  <a:pt x="7080" y="2585"/>
                </a:lnTo>
                <a:lnTo>
                  <a:pt x="7093" y="2536"/>
                </a:lnTo>
                <a:lnTo>
                  <a:pt x="7134" y="2548"/>
                </a:lnTo>
                <a:lnTo>
                  <a:pt x="7172" y="2556"/>
                </a:lnTo>
                <a:lnTo>
                  <a:pt x="7135" y="2619"/>
                </a:lnTo>
                <a:lnTo>
                  <a:pt x="7098" y="2685"/>
                </a:lnTo>
                <a:lnTo>
                  <a:pt x="6923" y="2823"/>
                </a:lnTo>
                <a:lnTo>
                  <a:pt x="6747" y="2961"/>
                </a:lnTo>
                <a:lnTo>
                  <a:pt x="6747" y="2997"/>
                </a:lnTo>
                <a:lnTo>
                  <a:pt x="6747" y="3033"/>
                </a:lnTo>
                <a:lnTo>
                  <a:pt x="6713" y="3048"/>
                </a:lnTo>
                <a:lnTo>
                  <a:pt x="6682" y="3059"/>
                </a:lnTo>
                <a:lnTo>
                  <a:pt x="6624" y="3352"/>
                </a:lnTo>
                <a:lnTo>
                  <a:pt x="6729" y="3570"/>
                </a:lnTo>
                <a:lnTo>
                  <a:pt x="6798" y="3487"/>
                </a:lnTo>
                <a:lnTo>
                  <a:pt x="6798" y="3419"/>
                </a:lnTo>
                <a:lnTo>
                  <a:pt x="6892" y="3376"/>
                </a:lnTo>
                <a:lnTo>
                  <a:pt x="6899" y="3325"/>
                </a:lnTo>
                <a:lnTo>
                  <a:pt x="6908" y="3276"/>
                </a:lnTo>
                <a:lnTo>
                  <a:pt x="6939" y="3276"/>
                </a:lnTo>
                <a:lnTo>
                  <a:pt x="6972" y="3276"/>
                </a:lnTo>
                <a:lnTo>
                  <a:pt x="6979" y="3211"/>
                </a:lnTo>
                <a:lnTo>
                  <a:pt x="6987" y="3143"/>
                </a:lnTo>
                <a:lnTo>
                  <a:pt x="7009" y="3153"/>
                </a:lnTo>
                <a:lnTo>
                  <a:pt x="7036" y="3161"/>
                </a:lnTo>
                <a:lnTo>
                  <a:pt x="7042" y="3077"/>
                </a:lnTo>
                <a:lnTo>
                  <a:pt x="7051" y="2992"/>
                </a:lnTo>
                <a:lnTo>
                  <a:pt x="7027" y="2969"/>
                </a:lnTo>
                <a:lnTo>
                  <a:pt x="7000" y="2948"/>
                </a:lnTo>
                <a:lnTo>
                  <a:pt x="7167" y="2851"/>
                </a:lnTo>
                <a:lnTo>
                  <a:pt x="7335" y="2759"/>
                </a:lnTo>
                <a:lnTo>
                  <a:pt x="7358" y="2791"/>
                </a:lnTo>
                <a:lnTo>
                  <a:pt x="7386" y="2827"/>
                </a:lnTo>
                <a:lnTo>
                  <a:pt x="7651" y="2712"/>
                </a:lnTo>
                <a:lnTo>
                  <a:pt x="7919" y="2597"/>
                </a:lnTo>
                <a:lnTo>
                  <a:pt x="7900" y="2502"/>
                </a:lnTo>
                <a:lnTo>
                  <a:pt x="7883" y="2408"/>
                </a:lnTo>
                <a:lnTo>
                  <a:pt x="7825" y="2376"/>
                </a:lnTo>
                <a:lnTo>
                  <a:pt x="7769" y="2344"/>
                </a:lnTo>
                <a:lnTo>
                  <a:pt x="7788" y="2323"/>
                </a:lnTo>
                <a:lnTo>
                  <a:pt x="7808" y="2298"/>
                </a:lnTo>
                <a:lnTo>
                  <a:pt x="7861" y="2327"/>
                </a:lnTo>
                <a:lnTo>
                  <a:pt x="7919" y="2355"/>
                </a:lnTo>
                <a:lnTo>
                  <a:pt x="7953" y="2314"/>
                </a:lnTo>
                <a:lnTo>
                  <a:pt x="7987" y="2270"/>
                </a:lnTo>
                <a:lnTo>
                  <a:pt x="7967" y="2227"/>
                </a:lnTo>
                <a:lnTo>
                  <a:pt x="7946" y="2186"/>
                </a:lnTo>
                <a:lnTo>
                  <a:pt x="7960" y="2147"/>
                </a:lnTo>
                <a:lnTo>
                  <a:pt x="7974" y="2110"/>
                </a:lnTo>
                <a:lnTo>
                  <a:pt x="8005" y="2179"/>
                </a:lnTo>
                <a:lnTo>
                  <a:pt x="8030" y="2248"/>
                </a:lnTo>
                <a:lnTo>
                  <a:pt x="8067" y="2229"/>
                </a:lnTo>
                <a:lnTo>
                  <a:pt x="8103" y="2210"/>
                </a:lnTo>
                <a:lnTo>
                  <a:pt x="8207" y="2310"/>
                </a:lnTo>
                <a:lnTo>
                  <a:pt x="8315" y="2408"/>
                </a:lnTo>
                <a:lnTo>
                  <a:pt x="8332" y="2343"/>
                </a:lnTo>
                <a:lnTo>
                  <a:pt x="8355" y="2276"/>
                </a:lnTo>
                <a:lnTo>
                  <a:pt x="8419" y="2222"/>
                </a:lnTo>
                <a:lnTo>
                  <a:pt x="8482" y="2166"/>
                </a:lnTo>
                <a:lnTo>
                  <a:pt x="8009" y="1865"/>
                </a:lnTo>
                <a:lnTo>
                  <a:pt x="7537" y="1563"/>
                </a:lnTo>
                <a:lnTo>
                  <a:pt x="7523" y="1659"/>
                </a:lnTo>
                <a:lnTo>
                  <a:pt x="7509" y="1757"/>
                </a:lnTo>
                <a:lnTo>
                  <a:pt x="7472" y="1764"/>
                </a:lnTo>
                <a:lnTo>
                  <a:pt x="7436" y="1771"/>
                </a:lnTo>
                <a:lnTo>
                  <a:pt x="7386" y="1692"/>
                </a:lnTo>
                <a:lnTo>
                  <a:pt x="7340" y="1615"/>
                </a:lnTo>
                <a:lnTo>
                  <a:pt x="7220" y="1605"/>
                </a:lnTo>
                <a:lnTo>
                  <a:pt x="7098" y="1589"/>
                </a:lnTo>
                <a:lnTo>
                  <a:pt x="6998" y="1488"/>
                </a:lnTo>
                <a:lnTo>
                  <a:pt x="6895" y="1389"/>
                </a:lnTo>
                <a:lnTo>
                  <a:pt x="6650" y="1331"/>
                </a:lnTo>
                <a:lnTo>
                  <a:pt x="6399" y="1269"/>
                </a:lnTo>
                <a:lnTo>
                  <a:pt x="6419" y="1220"/>
                </a:lnTo>
                <a:lnTo>
                  <a:pt x="6440" y="1168"/>
                </a:lnTo>
                <a:lnTo>
                  <a:pt x="6210" y="1106"/>
                </a:lnTo>
                <a:lnTo>
                  <a:pt x="5978" y="1042"/>
                </a:lnTo>
                <a:lnTo>
                  <a:pt x="5945" y="1159"/>
                </a:lnTo>
                <a:lnTo>
                  <a:pt x="5909" y="1275"/>
                </a:lnTo>
                <a:lnTo>
                  <a:pt x="5718" y="1237"/>
                </a:lnTo>
                <a:lnTo>
                  <a:pt x="5523" y="1196"/>
                </a:lnTo>
                <a:lnTo>
                  <a:pt x="5490" y="1295"/>
                </a:lnTo>
                <a:lnTo>
                  <a:pt x="5457" y="1392"/>
                </a:lnTo>
                <a:lnTo>
                  <a:pt x="5400" y="1148"/>
                </a:lnTo>
                <a:lnTo>
                  <a:pt x="5342" y="904"/>
                </a:lnTo>
                <a:lnTo>
                  <a:pt x="5223" y="864"/>
                </a:lnTo>
                <a:lnTo>
                  <a:pt x="5102" y="823"/>
                </a:lnTo>
                <a:lnTo>
                  <a:pt x="5097" y="905"/>
                </a:lnTo>
                <a:lnTo>
                  <a:pt x="5089" y="992"/>
                </a:lnTo>
                <a:lnTo>
                  <a:pt x="4758" y="864"/>
                </a:lnTo>
                <a:lnTo>
                  <a:pt x="4425" y="736"/>
                </a:lnTo>
                <a:lnTo>
                  <a:pt x="4425" y="779"/>
                </a:lnTo>
                <a:lnTo>
                  <a:pt x="4425" y="823"/>
                </a:lnTo>
                <a:lnTo>
                  <a:pt x="4294" y="865"/>
                </a:lnTo>
                <a:lnTo>
                  <a:pt x="4162" y="905"/>
                </a:lnTo>
                <a:lnTo>
                  <a:pt x="4213" y="841"/>
                </a:lnTo>
                <a:lnTo>
                  <a:pt x="4274" y="793"/>
                </a:lnTo>
                <a:lnTo>
                  <a:pt x="4346" y="744"/>
                </a:lnTo>
                <a:lnTo>
                  <a:pt x="4382" y="676"/>
                </a:lnTo>
                <a:lnTo>
                  <a:pt x="4439" y="618"/>
                </a:lnTo>
                <a:lnTo>
                  <a:pt x="4481" y="541"/>
                </a:lnTo>
                <a:lnTo>
                  <a:pt x="4547" y="505"/>
                </a:lnTo>
                <a:lnTo>
                  <a:pt x="4602" y="446"/>
                </a:lnTo>
                <a:lnTo>
                  <a:pt x="4627" y="420"/>
                </a:lnTo>
                <a:lnTo>
                  <a:pt x="4630" y="377"/>
                </a:lnTo>
                <a:lnTo>
                  <a:pt x="4613" y="330"/>
                </a:lnTo>
                <a:lnTo>
                  <a:pt x="4592" y="286"/>
                </a:lnTo>
                <a:lnTo>
                  <a:pt x="4495" y="262"/>
                </a:lnTo>
                <a:lnTo>
                  <a:pt x="4539" y="242"/>
                </a:lnTo>
                <a:lnTo>
                  <a:pt x="4414" y="137"/>
                </a:lnTo>
                <a:lnTo>
                  <a:pt x="4373" y="157"/>
                </a:lnTo>
                <a:lnTo>
                  <a:pt x="4342" y="126"/>
                </a:lnTo>
                <a:lnTo>
                  <a:pt x="4321" y="139"/>
                </a:lnTo>
                <a:lnTo>
                  <a:pt x="4283" y="148"/>
                </a:lnTo>
                <a:lnTo>
                  <a:pt x="4263" y="174"/>
                </a:lnTo>
                <a:lnTo>
                  <a:pt x="4210" y="163"/>
                </a:lnTo>
                <a:lnTo>
                  <a:pt x="4223" y="201"/>
                </a:lnTo>
                <a:lnTo>
                  <a:pt x="4168" y="207"/>
                </a:lnTo>
                <a:lnTo>
                  <a:pt x="4150" y="163"/>
                </a:lnTo>
                <a:lnTo>
                  <a:pt x="4145" y="112"/>
                </a:lnTo>
                <a:lnTo>
                  <a:pt x="4079" y="86"/>
                </a:lnTo>
                <a:lnTo>
                  <a:pt x="4041" y="52"/>
                </a:lnTo>
                <a:lnTo>
                  <a:pt x="4086" y="14"/>
                </a:lnTo>
                <a:lnTo>
                  <a:pt x="4041" y="0"/>
                </a:lnTo>
                <a:lnTo>
                  <a:pt x="4000" y="15"/>
                </a:lnTo>
                <a:lnTo>
                  <a:pt x="3968" y="61"/>
                </a:lnTo>
                <a:lnTo>
                  <a:pt x="3947" y="94"/>
                </a:lnTo>
                <a:lnTo>
                  <a:pt x="3988" y="125"/>
                </a:lnTo>
                <a:lnTo>
                  <a:pt x="3918" y="125"/>
                </a:lnTo>
                <a:lnTo>
                  <a:pt x="3871" y="148"/>
                </a:lnTo>
                <a:lnTo>
                  <a:pt x="3847" y="174"/>
                </a:lnTo>
                <a:lnTo>
                  <a:pt x="3878" y="211"/>
                </a:lnTo>
                <a:lnTo>
                  <a:pt x="3881" y="278"/>
                </a:lnTo>
                <a:lnTo>
                  <a:pt x="3865" y="233"/>
                </a:lnTo>
                <a:lnTo>
                  <a:pt x="3840" y="237"/>
                </a:lnTo>
                <a:lnTo>
                  <a:pt x="3816" y="283"/>
                </a:lnTo>
                <a:lnTo>
                  <a:pt x="3784" y="253"/>
                </a:lnTo>
                <a:lnTo>
                  <a:pt x="3746" y="270"/>
                </a:lnTo>
                <a:lnTo>
                  <a:pt x="3751" y="241"/>
                </a:lnTo>
                <a:lnTo>
                  <a:pt x="3689" y="248"/>
                </a:lnTo>
                <a:lnTo>
                  <a:pt x="3643" y="262"/>
                </a:lnTo>
                <a:lnTo>
                  <a:pt x="3629" y="293"/>
                </a:lnTo>
                <a:lnTo>
                  <a:pt x="3551" y="323"/>
                </a:lnTo>
                <a:lnTo>
                  <a:pt x="3487" y="333"/>
                </a:lnTo>
                <a:lnTo>
                  <a:pt x="3428" y="363"/>
                </a:lnTo>
                <a:lnTo>
                  <a:pt x="3366" y="420"/>
                </a:lnTo>
                <a:lnTo>
                  <a:pt x="3309" y="446"/>
                </a:lnTo>
                <a:lnTo>
                  <a:pt x="3183" y="530"/>
                </a:lnTo>
                <a:lnTo>
                  <a:pt x="3104" y="537"/>
                </a:lnTo>
                <a:lnTo>
                  <a:pt x="3143" y="563"/>
                </a:lnTo>
                <a:lnTo>
                  <a:pt x="3147" y="601"/>
                </a:lnTo>
                <a:lnTo>
                  <a:pt x="3199" y="646"/>
                </a:lnTo>
                <a:lnTo>
                  <a:pt x="3197" y="709"/>
                </a:lnTo>
                <a:lnTo>
                  <a:pt x="3172" y="676"/>
                </a:lnTo>
                <a:lnTo>
                  <a:pt x="3146" y="664"/>
                </a:lnTo>
                <a:lnTo>
                  <a:pt x="3068" y="686"/>
                </a:lnTo>
                <a:lnTo>
                  <a:pt x="3025" y="726"/>
                </a:lnTo>
                <a:lnTo>
                  <a:pt x="2946" y="750"/>
                </a:lnTo>
                <a:lnTo>
                  <a:pt x="2850" y="775"/>
                </a:lnTo>
                <a:lnTo>
                  <a:pt x="2856" y="850"/>
                </a:lnTo>
                <a:lnTo>
                  <a:pt x="2862" y="924"/>
                </a:lnTo>
                <a:lnTo>
                  <a:pt x="2946" y="989"/>
                </a:lnTo>
                <a:lnTo>
                  <a:pt x="3032" y="1055"/>
                </a:lnTo>
                <a:lnTo>
                  <a:pt x="3023" y="1165"/>
                </a:lnTo>
                <a:lnTo>
                  <a:pt x="3014" y="1273"/>
                </a:lnTo>
                <a:lnTo>
                  <a:pt x="2972" y="1227"/>
                </a:lnTo>
                <a:lnTo>
                  <a:pt x="2946" y="1239"/>
                </a:lnTo>
                <a:lnTo>
                  <a:pt x="2962" y="1150"/>
                </a:lnTo>
                <a:lnTo>
                  <a:pt x="2979" y="1062"/>
                </a:lnTo>
                <a:lnTo>
                  <a:pt x="2941" y="1043"/>
                </a:lnTo>
                <a:lnTo>
                  <a:pt x="2898" y="1048"/>
                </a:lnTo>
                <a:lnTo>
                  <a:pt x="2865" y="985"/>
                </a:lnTo>
                <a:lnTo>
                  <a:pt x="2828" y="939"/>
                </a:lnTo>
                <a:lnTo>
                  <a:pt x="2778" y="896"/>
                </a:lnTo>
                <a:lnTo>
                  <a:pt x="2721" y="883"/>
                </a:lnTo>
                <a:lnTo>
                  <a:pt x="2705" y="912"/>
                </a:lnTo>
                <a:lnTo>
                  <a:pt x="2688" y="932"/>
                </a:lnTo>
                <a:lnTo>
                  <a:pt x="2711" y="964"/>
                </a:lnTo>
                <a:lnTo>
                  <a:pt x="2672" y="1008"/>
                </a:lnTo>
                <a:lnTo>
                  <a:pt x="2672" y="1065"/>
                </a:lnTo>
                <a:lnTo>
                  <a:pt x="2695" y="1131"/>
                </a:lnTo>
                <a:lnTo>
                  <a:pt x="2746" y="1146"/>
                </a:lnTo>
                <a:lnTo>
                  <a:pt x="2751" y="1192"/>
                </a:lnTo>
                <a:lnTo>
                  <a:pt x="2680" y="1170"/>
                </a:lnTo>
                <a:lnTo>
                  <a:pt x="2613" y="1146"/>
                </a:lnTo>
                <a:lnTo>
                  <a:pt x="2619" y="1049"/>
                </a:lnTo>
                <a:lnTo>
                  <a:pt x="2625" y="954"/>
                </a:lnTo>
                <a:lnTo>
                  <a:pt x="2594" y="912"/>
                </a:lnTo>
                <a:lnTo>
                  <a:pt x="2586" y="864"/>
                </a:lnTo>
                <a:lnTo>
                  <a:pt x="2568" y="850"/>
                </a:lnTo>
                <a:lnTo>
                  <a:pt x="2582" y="949"/>
                </a:lnTo>
                <a:lnTo>
                  <a:pt x="2578" y="989"/>
                </a:lnTo>
                <a:lnTo>
                  <a:pt x="2532" y="1020"/>
                </a:lnTo>
                <a:lnTo>
                  <a:pt x="2508" y="1049"/>
                </a:lnTo>
                <a:lnTo>
                  <a:pt x="2499" y="1092"/>
                </a:lnTo>
                <a:lnTo>
                  <a:pt x="2513" y="1154"/>
                </a:lnTo>
                <a:lnTo>
                  <a:pt x="2524" y="1209"/>
                </a:lnTo>
                <a:lnTo>
                  <a:pt x="2526" y="1269"/>
                </a:lnTo>
                <a:lnTo>
                  <a:pt x="2519" y="1328"/>
                </a:lnTo>
                <a:lnTo>
                  <a:pt x="2509" y="1371"/>
                </a:lnTo>
                <a:lnTo>
                  <a:pt x="2514" y="1412"/>
                </a:lnTo>
                <a:lnTo>
                  <a:pt x="2556" y="1397"/>
                </a:lnTo>
                <a:lnTo>
                  <a:pt x="2615" y="1397"/>
                </a:lnTo>
                <a:lnTo>
                  <a:pt x="2667" y="1423"/>
                </a:lnTo>
                <a:lnTo>
                  <a:pt x="2692" y="1454"/>
                </a:lnTo>
                <a:lnTo>
                  <a:pt x="2688" y="1495"/>
                </a:lnTo>
                <a:lnTo>
                  <a:pt x="2680" y="1568"/>
                </a:lnTo>
                <a:lnTo>
                  <a:pt x="2721" y="1585"/>
                </a:lnTo>
                <a:lnTo>
                  <a:pt x="2682" y="1612"/>
                </a:lnTo>
                <a:lnTo>
                  <a:pt x="2657" y="1654"/>
                </a:lnTo>
                <a:lnTo>
                  <a:pt x="2657" y="1605"/>
                </a:lnTo>
                <a:lnTo>
                  <a:pt x="2643" y="1581"/>
                </a:lnTo>
                <a:lnTo>
                  <a:pt x="2653" y="1528"/>
                </a:lnTo>
                <a:lnTo>
                  <a:pt x="2624" y="1469"/>
                </a:lnTo>
                <a:lnTo>
                  <a:pt x="2589" y="1497"/>
                </a:lnTo>
                <a:lnTo>
                  <a:pt x="2546" y="1506"/>
                </a:lnTo>
                <a:lnTo>
                  <a:pt x="2531" y="1531"/>
                </a:lnTo>
                <a:lnTo>
                  <a:pt x="2531" y="1570"/>
                </a:lnTo>
                <a:lnTo>
                  <a:pt x="2516" y="1609"/>
                </a:lnTo>
                <a:lnTo>
                  <a:pt x="2506" y="1666"/>
                </a:lnTo>
                <a:lnTo>
                  <a:pt x="2478" y="1697"/>
                </a:lnTo>
                <a:lnTo>
                  <a:pt x="2424" y="1744"/>
                </a:lnTo>
                <a:lnTo>
                  <a:pt x="2352" y="1792"/>
                </a:lnTo>
                <a:lnTo>
                  <a:pt x="2356" y="1822"/>
                </a:lnTo>
                <a:lnTo>
                  <a:pt x="2305" y="1822"/>
                </a:lnTo>
                <a:lnTo>
                  <a:pt x="2264" y="1808"/>
                </a:lnTo>
                <a:lnTo>
                  <a:pt x="2223" y="1786"/>
                </a:lnTo>
                <a:lnTo>
                  <a:pt x="2257" y="1771"/>
                </a:lnTo>
                <a:lnTo>
                  <a:pt x="2276" y="1743"/>
                </a:lnTo>
                <a:lnTo>
                  <a:pt x="2335" y="1734"/>
                </a:lnTo>
                <a:lnTo>
                  <a:pt x="2374" y="1703"/>
                </a:lnTo>
                <a:lnTo>
                  <a:pt x="2421" y="1659"/>
                </a:lnTo>
                <a:lnTo>
                  <a:pt x="2465" y="1560"/>
                </a:lnTo>
                <a:lnTo>
                  <a:pt x="2469" y="1502"/>
                </a:lnTo>
                <a:lnTo>
                  <a:pt x="2440" y="1407"/>
                </a:lnTo>
                <a:lnTo>
                  <a:pt x="2445" y="1322"/>
                </a:lnTo>
                <a:lnTo>
                  <a:pt x="2463" y="1259"/>
                </a:lnTo>
                <a:lnTo>
                  <a:pt x="2456" y="1186"/>
                </a:lnTo>
                <a:lnTo>
                  <a:pt x="2430" y="1138"/>
                </a:lnTo>
                <a:lnTo>
                  <a:pt x="2413" y="1073"/>
                </a:lnTo>
                <a:lnTo>
                  <a:pt x="2440" y="986"/>
                </a:lnTo>
                <a:lnTo>
                  <a:pt x="2435" y="922"/>
                </a:lnTo>
                <a:lnTo>
                  <a:pt x="2450" y="864"/>
                </a:lnTo>
                <a:lnTo>
                  <a:pt x="2418" y="877"/>
                </a:lnTo>
                <a:lnTo>
                  <a:pt x="2371" y="843"/>
                </a:lnTo>
                <a:lnTo>
                  <a:pt x="2332" y="834"/>
                </a:lnTo>
                <a:lnTo>
                  <a:pt x="2290" y="841"/>
                </a:lnTo>
                <a:lnTo>
                  <a:pt x="2274" y="880"/>
                </a:lnTo>
                <a:lnTo>
                  <a:pt x="2272" y="948"/>
                </a:lnTo>
                <a:lnTo>
                  <a:pt x="2241" y="989"/>
                </a:lnTo>
                <a:lnTo>
                  <a:pt x="2229" y="1028"/>
                </a:lnTo>
                <a:lnTo>
                  <a:pt x="2200" y="1053"/>
                </a:lnTo>
                <a:lnTo>
                  <a:pt x="2177" y="1062"/>
                </a:lnTo>
                <a:lnTo>
                  <a:pt x="2153" y="1069"/>
                </a:lnTo>
                <a:lnTo>
                  <a:pt x="2127" y="1096"/>
                </a:lnTo>
                <a:lnTo>
                  <a:pt x="2114" y="1146"/>
                </a:lnTo>
                <a:lnTo>
                  <a:pt x="2098" y="1216"/>
                </a:lnTo>
                <a:lnTo>
                  <a:pt x="2110" y="1286"/>
                </a:lnTo>
                <a:lnTo>
                  <a:pt x="2110" y="1317"/>
                </a:lnTo>
                <a:lnTo>
                  <a:pt x="2139" y="1349"/>
                </a:lnTo>
                <a:lnTo>
                  <a:pt x="2153" y="1348"/>
                </a:lnTo>
                <a:lnTo>
                  <a:pt x="2184" y="1392"/>
                </a:lnTo>
                <a:lnTo>
                  <a:pt x="2215" y="1452"/>
                </a:lnTo>
                <a:lnTo>
                  <a:pt x="2239" y="1438"/>
                </a:lnTo>
                <a:lnTo>
                  <a:pt x="2248" y="1522"/>
                </a:lnTo>
                <a:lnTo>
                  <a:pt x="2184" y="1480"/>
                </a:lnTo>
                <a:lnTo>
                  <a:pt x="2120" y="1465"/>
                </a:lnTo>
                <a:lnTo>
                  <a:pt x="2015" y="1392"/>
                </a:lnTo>
                <a:lnTo>
                  <a:pt x="1999" y="1407"/>
                </a:lnTo>
                <a:lnTo>
                  <a:pt x="1910" y="1363"/>
                </a:lnTo>
                <a:lnTo>
                  <a:pt x="1850" y="1281"/>
                </a:lnTo>
                <a:lnTo>
                  <a:pt x="1798" y="1254"/>
                </a:lnTo>
                <a:lnTo>
                  <a:pt x="1798" y="1294"/>
                </a:lnTo>
                <a:lnTo>
                  <a:pt x="1773" y="1313"/>
                </a:lnTo>
                <a:lnTo>
                  <a:pt x="1807" y="1412"/>
                </a:lnTo>
                <a:lnTo>
                  <a:pt x="1752" y="1432"/>
                </a:lnTo>
                <a:lnTo>
                  <a:pt x="1668" y="1397"/>
                </a:lnTo>
                <a:lnTo>
                  <a:pt x="1582" y="1441"/>
                </a:lnTo>
                <a:lnTo>
                  <a:pt x="1547" y="1491"/>
                </a:lnTo>
                <a:lnTo>
                  <a:pt x="1497" y="1502"/>
                </a:lnTo>
                <a:lnTo>
                  <a:pt x="1502" y="1448"/>
                </a:lnTo>
                <a:lnTo>
                  <a:pt x="1483" y="1397"/>
                </a:lnTo>
                <a:lnTo>
                  <a:pt x="1439" y="1447"/>
                </a:lnTo>
                <a:lnTo>
                  <a:pt x="1398" y="1433"/>
                </a:lnTo>
                <a:lnTo>
                  <a:pt x="1324" y="1491"/>
                </a:lnTo>
                <a:lnTo>
                  <a:pt x="1290" y="1508"/>
                </a:lnTo>
                <a:lnTo>
                  <a:pt x="1204" y="1560"/>
                </a:lnTo>
                <a:lnTo>
                  <a:pt x="1131" y="1575"/>
                </a:lnTo>
                <a:lnTo>
                  <a:pt x="1114" y="1605"/>
                </a:lnTo>
                <a:lnTo>
                  <a:pt x="1123" y="1634"/>
                </a:lnTo>
                <a:lnTo>
                  <a:pt x="1105" y="1665"/>
                </a:lnTo>
                <a:lnTo>
                  <a:pt x="1076" y="1692"/>
                </a:lnTo>
                <a:lnTo>
                  <a:pt x="1068" y="1629"/>
                </a:lnTo>
                <a:lnTo>
                  <a:pt x="1012" y="1510"/>
                </a:lnTo>
                <a:lnTo>
                  <a:pt x="1046" y="1458"/>
                </a:lnTo>
                <a:lnTo>
                  <a:pt x="1025" y="1426"/>
                </a:lnTo>
                <a:lnTo>
                  <a:pt x="992" y="1426"/>
                </a:lnTo>
                <a:lnTo>
                  <a:pt x="971" y="1401"/>
                </a:lnTo>
                <a:lnTo>
                  <a:pt x="929" y="1415"/>
                </a:lnTo>
                <a:lnTo>
                  <a:pt x="888" y="1426"/>
                </a:lnTo>
                <a:lnTo>
                  <a:pt x="903" y="1442"/>
                </a:lnTo>
                <a:lnTo>
                  <a:pt x="916" y="1458"/>
                </a:lnTo>
                <a:lnTo>
                  <a:pt x="935" y="1499"/>
                </a:lnTo>
                <a:lnTo>
                  <a:pt x="935" y="1536"/>
                </a:lnTo>
                <a:lnTo>
                  <a:pt x="932" y="1582"/>
                </a:lnTo>
                <a:lnTo>
                  <a:pt x="976" y="1615"/>
                </a:lnTo>
                <a:lnTo>
                  <a:pt x="979" y="1659"/>
                </a:lnTo>
                <a:lnTo>
                  <a:pt x="989" y="1716"/>
                </a:lnTo>
                <a:lnTo>
                  <a:pt x="987" y="1764"/>
                </a:lnTo>
                <a:lnTo>
                  <a:pt x="936" y="1759"/>
                </a:lnTo>
                <a:lnTo>
                  <a:pt x="879" y="1710"/>
                </a:lnTo>
                <a:lnTo>
                  <a:pt x="835" y="1718"/>
                </a:lnTo>
                <a:lnTo>
                  <a:pt x="799" y="1749"/>
                </a:lnTo>
                <a:lnTo>
                  <a:pt x="753" y="1767"/>
                </a:lnTo>
                <a:lnTo>
                  <a:pt x="731" y="1796"/>
                </a:lnTo>
                <a:lnTo>
                  <a:pt x="693" y="1824"/>
                </a:lnTo>
                <a:lnTo>
                  <a:pt x="705" y="1854"/>
                </a:lnTo>
                <a:lnTo>
                  <a:pt x="716" y="1894"/>
                </a:lnTo>
                <a:lnTo>
                  <a:pt x="752" y="1931"/>
                </a:lnTo>
                <a:lnTo>
                  <a:pt x="626" y="1887"/>
                </a:lnTo>
                <a:lnTo>
                  <a:pt x="608" y="1913"/>
                </a:lnTo>
                <a:lnTo>
                  <a:pt x="594" y="1879"/>
                </a:lnTo>
                <a:lnTo>
                  <a:pt x="535" y="1841"/>
                </a:lnTo>
                <a:lnTo>
                  <a:pt x="532" y="1871"/>
                </a:lnTo>
                <a:lnTo>
                  <a:pt x="515" y="1894"/>
                </a:lnTo>
                <a:lnTo>
                  <a:pt x="553" y="1945"/>
                </a:lnTo>
                <a:lnTo>
                  <a:pt x="579" y="1932"/>
                </a:lnTo>
                <a:lnTo>
                  <a:pt x="588" y="1992"/>
                </a:lnTo>
                <a:lnTo>
                  <a:pt x="556" y="2008"/>
                </a:lnTo>
                <a:lnTo>
                  <a:pt x="519" y="1996"/>
                </a:lnTo>
                <a:lnTo>
                  <a:pt x="466" y="1924"/>
                </a:lnTo>
                <a:lnTo>
                  <a:pt x="426" y="1804"/>
                </a:lnTo>
                <a:lnTo>
                  <a:pt x="432" y="1734"/>
                </a:lnTo>
                <a:lnTo>
                  <a:pt x="389" y="1680"/>
                </a:lnTo>
                <a:lnTo>
                  <a:pt x="348" y="1600"/>
                </a:lnTo>
                <a:lnTo>
                  <a:pt x="403" y="1642"/>
                </a:lnTo>
                <a:lnTo>
                  <a:pt x="462" y="1659"/>
                </a:lnTo>
                <a:lnTo>
                  <a:pt x="545" y="1676"/>
                </a:lnTo>
                <a:lnTo>
                  <a:pt x="614" y="1716"/>
                </a:lnTo>
                <a:lnTo>
                  <a:pt x="674" y="1701"/>
                </a:lnTo>
                <a:lnTo>
                  <a:pt x="741" y="1687"/>
                </a:lnTo>
                <a:lnTo>
                  <a:pt x="798" y="1638"/>
                </a:lnTo>
                <a:lnTo>
                  <a:pt x="811" y="1580"/>
                </a:lnTo>
                <a:lnTo>
                  <a:pt x="782" y="1529"/>
                </a:lnTo>
                <a:lnTo>
                  <a:pt x="761" y="1486"/>
                </a:lnTo>
                <a:lnTo>
                  <a:pt x="688" y="1453"/>
                </a:lnTo>
                <a:lnTo>
                  <a:pt x="636" y="1401"/>
                </a:lnTo>
                <a:lnTo>
                  <a:pt x="579" y="1360"/>
                </a:lnTo>
                <a:lnTo>
                  <a:pt x="497" y="1331"/>
                </a:lnTo>
                <a:lnTo>
                  <a:pt x="462" y="1317"/>
                </a:lnTo>
                <a:lnTo>
                  <a:pt x="456" y="1336"/>
                </a:lnTo>
                <a:lnTo>
                  <a:pt x="438" y="1336"/>
                </a:lnTo>
                <a:lnTo>
                  <a:pt x="440" y="1316"/>
                </a:lnTo>
                <a:lnTo>
                  <a:pt x="458" y="1310"/>
                </a:lnTo>
                <a:lnTo>
                  <a:pt x="462" y="1275"/>
                </a:lnTo>
                <a:lnTo>
                  <a:pt x="405" y="1265"/>
                </a:lnTo>
                <a:lnTo>
                  <a:pt x="408" y="1243"/>
                </a:lnTo>
                <a:lnTo>
                  <a:pt x="435" y="1246"/>
                </a:lnTo>
                <a:lnTo>
                  <a:pt x="418" y="1213"/>
                </a:lnTo>
                <a:lnTo>
                  <a:pt x="387" y="1206"/>
                </a:lnTo>
                <a:lnTo>
                  <a:pt x="341" y="1239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57" name="Freeform 256"/>
          <p:cNvSpPr>
            <a:spLocks/>
          </p:cNvSpPr>
          <p:nvPr/>
        </p:nvSpPr>
        <p:spPr bwMode="auto">
          <a:xfrm>
            <a:off x="4818432" y="3231981"/>
            <a:ext cx="951405" cy="584548"/>
          </a:xfrm>
          <a:custGeom>
            <a:avLst/>
            <a:gdLst/>
            <a:ahLst/>
            <a:cxnLst>
              <a:cxn ang="0">
                <a:pos x="2080" y="1231"/>
              </a:cxn>
              <a:cxn ang="0">
                <a:pos x="1950" y="1281"/>
              </a:cxn>
              <a:cxn ang="0">
                <a:pos x="1930" y="1236"/>
              </a:cxn>
              <a:cxn ang="0">
                <a:pos x="1882" y="1233"/>
              </a:cxn>
              <a:cxn ang="0">
                <a:pos x="1738" y="1196"/>
              </a:cxn>
              <a:cxn ang="0">
                <a:pos x="1644" y="1227"/>
              </a:cxn>
              <a:cxn ang="0">
                <a:pos x="1527" y="1299"/>
              </a:cxn>
              <a:cxn ang="0">
                <a:pos x="1402" y="1331"/>
              </a:cxn>
              <a:cxn ang="0">
                <a:pos x="1300" y="1221"/>
              </a:cxn>
              <a:cxn ang="0">
                <a:pos x="1252" y="1060"/>
              </a:cxn>
              <a:cxn ang="0">
                <a:pos x="1110" y="951"/>
              </a:cxn>
              <a:cxn ang="0">
                <a:pos x="982" y="855"/>
              </a:cxn>
              <a:cxn ang="0">
                <a:pos x="1052" y="800"/>
              </a:cxn>
              <a:cxn ang="0">
                <a:pos x="1035" y="679"/>
              </a:cxn>
              <a:cxn ang="0">
                <a:pos x="1074" y="585"/>
              </a:cxn>
              <a:cxn ang="0">
                <a:pos x="1006" y="580"/>
              </a:cxn>
              <a:cxn ang="0">
                <a:pos x="984" y="609"/>
              </a:cxn>
              <a:cxn ang="0">
                <a:pos x="937" y="622"/>
              </a:cxn>
              <a:cxn ang="0">
                <a:pos x="893" y="617"/>
              </a:cxn>
              <a:cxn ang="0">
                <a:pos x="835" y="684"/>
              </a:cxn>
              <a:cxn ang="0">
                <a:pos x="631" y="1177"/>
              </a:cxn>
              <a:cxn ang="0">
                <a:pos x="543" y="1038"/>
              </a:cxn>
              <a:cxn ang="0">
                <a:pos x="399" y="1104"/>
              </a:cxn>
              <a:cxn ang="0">
                <a:pos x="322" y="972"/>
              </a:cxn>
              <a:cxn ang="0">
                <a:pos x="382" y="879"/>
              </a:cxn>
              <a:cxn ang="0">
                <a:pos x="377" y="742"/>
              </a:cxn>
              <a:cxn ang="0">
                <a:pos x="453" y="637"/>
              </a:cxn>
              <a:cxn ang="0">
                <a:pos x="431" y="501"/>
              </a:cxn>
              <a:cxn ang="0">
                <a:pos x="308" y="546"/>
              </a:cxn>
              <a:cxn ang="0">
                <a:pos x="200" y="669"/>
              </a:cxn>
              <a:cxn ang="0">
                <a:pos x="31" y="389"/>
              </a:cxn>
              <a:cxn ang="0">
                <a:pos x="94" y="252"/>
              </a:cxn>
              <a:cxn ang="0">
                <a:pos x="216" y="226"/>
              </a:cxn>
              <a:cxn ang="0">
                <a:pos x="387" y="217"/>
              </a:cxn>
              <a:cxn ang="0">
                <a:pos x="490" y="299"/>
              </a:cxn>
              <a:cxn ang="0">
                <a:pos x="703" y="310"/>
              </a:cxn>
              <a:cxn ang="0">
                <a:pos x="889" y="389"/>
              </a:cxn>
              <a:cxn ang="0">
                <a:pos x="989" y="303"/>
              </a:cxn>
              <a:cxn ang="0">
                <a:pos x="921" y="222"/>
              </a:cxn>
              <a:cxn ang="0">
                <a:pos x="1046" y="132"/>
              </a:cxn>
              <a:cxn ang="0">
                <a:pos x="1058" y="69"/>
              </a:cxn>
              <a:cxn ang="0">
                <a:pos x="1246" y="22"/>
              </a:cxn>
              <a:cxn ang="0">
                <a:pos x="1367" y="45"/>
              </a:cxn>
              <a:cxn ang="0">
                <a:pos x="1469" y="156"/>
              </a:cxn>
              <a:cxn ang="0">
                <a:pos x="1572" y="230"/>
              </a:cxn>
              <a:cxn ang="0">
                <a:pos x="1677" y="179"/>
              </a:cxn>
              <a:cxn ang="0">
                <a:pos x="1759" y="310"/>
              </a:cxn>
              <a:cxn ang="0">
                <a:pos x="1894" y="600"/>
              </a:cxn>
              <a:cxn ang="0">
                <a:pos x="2019" y="716"/>
              </a:cxn>
              <a:cxn ang="0">
                <a:pos x="2163" y="853"/>
              </a:cxn>
              <a:cxn ang="0">
                <a:pos x="2267" y="1064"/>
              </a:cxn>
              <a:cxn ang="0">
                <a:pos x="2335" y="1191"/>
              </a:cxn>
            </a:cxnLst>
            <a:rect l="0" t="0" r="r" b="b"/>
            <a:pathLst>
              <a:path w="2335" h="1348">
                <a:moveTo>
                  <a:pt x="2335" y="1191"/>
                </a:moveTo>
                <a:lnTo>
                  <a:pt x="2287" y="1143"/>
                </a:lnTo>
                <a:lnTo>
                  <a:pt x="2080" y="1231"/>
                </a:lnTo>
                <a:lnTo>
                  <a:pt x="2063" y="1290"/>
                </a:lnTo>
                <a:lnTo>
                  <a:pt x="1980" y="1290"/>
                </a:lnTo>
                <a:lnTo>
                  <a:pt x="1950" y="1281"/>
                </a:lnTo>
                <a:lnTo>
                  <a:pt x="1942" y="1264"/>
                </a:lnTo>
                <a:lnTo>
                  <a:pt x="1932" y="1261"/>
                </a:lnTo>
                <a:lnTo>
                  <a:pt x="1930" y="1236"/>
                </a:lnTo>
                <a:lnTo>
                  <a:pt x="1916" y="1215"/>
                </a:lnTo>
                <a:lnTo>
                  <a:pt x="1906" y="1215"/>
                </a:lnTo>
                <a:lnTo>
                  <a:pt x="1882" y="1233"/>
                </a:lnTo>
                <a:lnTo>
                  <a:pt x="1759" y="1218"/>
                </a:lnTo>
                <a:lnTo>
                  <a:pt x="1755" y="1207"/>
                </a:lnTo>
                <a:lnTo>
                  <a:pt x="1738" y="1196"/>
                </a:lnTo>
                <a:lnTo>
                  <a:pt x="1731" y="1191"/>
                </a:lnTo>
                <a:lnTo>
                  <a:pt x="1689" y="1230"/>
                </a:lnTo>
                <a:lnTo>
                  <a:pt x="1644" y="1227"/>
                </a:lnTo>
                <a:lnTo>
                  <a:pt x="1611" y="1259"/>
                </a:lnTo>
                <a:lnTo>
                  <a:pt x="1560" y="1272"/>
                </a:lnTo>
                <a:lnTo>
                  <a:pt x="1527" y="1299"/>
                </a:lnTo>
                <a:lnTo>
                  <a:pt x="1496" y="1318"/>
                </a:lnTo>
                <a:lnTo>
                  <a:pt x="1455" y="1348"/>
                </a:lnTo>
                <a:lnTo>
                  <a:pt x="1402" y="1331"/>
                </a:lnTo>
                <a:lnTo>
                  <a:pt x="1339" y="1333"/>
                </a:lnTo>
                <a:lnTo>
                  <a:pt x="1293" y="1290"/>
                </a:lnTo>
                <a:lnTo>
                  <a:pt x="1300" y="1221"/>
                </a:lnTo>
                <a:lnTo>
                  <a:pt x="1310" y="1132"/>
                </a:lnTo>
                <a:lnTo>
                  <a:pt x="1283" y="1137"/>
                </a:lnTo>
                <a:lnTo>
                  <a:pt x="1252" y="1060"/>
                </a:lnTo>
                <a:lnTo>
                  <a:pt x="1241" y="1021"/>
                </a:lnTo>
                <a:lnTo>
                  <a:pt x="1164" y="989"/>
                </a:lnTo>
                <a:lnTo>
                  <a:pt x="1110" y="951"/>
                </a:lnTo>
                <a:lnTo>
                  <a:pt x="1066" y="951"/>
                </a:lnTo>
                <a:lnTo>
                  <a:pt x="964" y="917"/>
                </a:lnTo>
                <a:lnTo>
                  <a:pt x="982" y="855"/>
                </a:lnTo>
                <a:lnTo>
                  <a:pt x="989" y="831"/>
                </a:lnTo>
                <a:lnTo>
                  <a:pt x="1015" y="812"/>
                </a:lnTo>
                <a:lnTo>
                  <a:pt x="1052" y="800"/>
                </a:lnTo>
                <a:lnTo>
                  <a:pt x="1066" y="769"/>
                </a:lnTo>
                <a:lnTo>
                  <a:pt x="1040" y="731"/>
                </a:lnTo>
                <a:lnTo>
                  <a:pt x="1035" y="679"/>
                </a:lnTo>
                <a:lnTo>
                  <a:pt x="1046" y="672"/>
                </a:lnTo>
                <a:lnTo>
                  <a:pt x="1056" y="619"/>
                </a:lnTo>
                <a:lnTo>
                  <a:pt x="1074" y="585"/>
                </a:lnTo>
                <a:lnTo>
                  <a:pt x="1068" y="578"/>
                </a:lnTo>
                <a:lnTo>
                  <a:pt x="1037" y="567"/>
                </a:lnTo>
                <a:lnTo>
                  <a:pt x="1006" y="580"/>
                </a:lnTo>
                <a:lnTo>
                  <a:pt x="998" y="593"/>
                </a:lnTo>
                <a:lnTo>
                  <a:pt x="998" y="603"/>
                </a:lnTo>
                <a:lnTo>
                  <a:pt x="984" y="609"/>
                </a:lnTo>
                <a:lnTo>
                  <a:pt x="973" y="615"/>
                </a:lnTo>
                <a:lnTo>
                  <a:pt x="957" y="609"/>
                </a:lnTo>
                <a:lnTo>
                  <a:pt x="937" y="622"/>
                </a:lnTo>
                <a:lnTo>
                  <a:pt x="932" y="610"/>
                </a:lnTo>
                <a:lnTo>
                  <a:pt x="915" y="604"/>
                </a:lnTo>
                <a:lnTo>
                  <a:pt x="893" y="617"/>
                </a:lnTo>
                <a:lnTo>
                  <a:pt x="855" y="648"/>
                </a:lnTo>
                <a:lnTo>
                  <a:pt x="845" y="664"/>
                </a:lnTo>
                <a:lnTo>
                  <a:pt x="835" y="684"/>
                </a:lnTo>
                <a:lnTo>
                  <a:pt x="641" y="789"/>
                </a:lnTo>
                <a:lnTo>
                  <a:pt x="669" y="1184"/>
                </a:lnTo>
                <a:lnTo>
                  <a:pt x="631" y="1177"/>
                </a:lnTo>
                <a:lnTo>
                  <a:pt x="626" y="1109"/>
                </a:lnTo>
                <a:lnTo>
                  <a:pt x="573" y="1074"/>
                </a:lnTo>
                <a:lnTo>
                  <a:pt x="543" y="1038"/>
                </a:lnTo>
                <a:lnTo>
                  <a:pt x="498" y="1025"/>
                </a:lnTo>
                <a:lnTo>
                  <a:pt x="443" y="1042"/>
                </a:lnTo>
                <a:lnTo>
                  <a:pt x="399" y="1104"/>
                </a:lnTo>
                <a:lnTo>
                  <a:pt x="384" y="1080"/>
                </a:lnTo>
                <a:lnTo>
                  <a:pt x="394" y="995"/>
                </a:lnTo>
                <a:lnTo>
                  <a:pt x="322" y="972"/>
                </a:lnTo>
                <a:lnTo>
                  <a:pt x="315" y="938"/>
                </a:lnTo>
                <a:lnTo>
                  <a:pt x="284" y="904"/>
                </a:lnTo>
                <a:lnTo>
                  <a:pt x="382" y="879"/>
                </a:lnTo>
                <a:lnTo>
                  <a:pt x="340" y="853"/>
                </a:lnTo>
                <a:lnTo>
                  <a:pt x="340" y="805"/>
                </a:lnTo>
                <a:lnTo>
                  <a:pt x="377" y="742"/>
                </a:lnTo>
                <a:lnTo>
                  <a:pt x="427" y="706"/>
                </a:lnTo>
                <a:lnTo>
                  <a:pt x="474" y="659"/>
                </a:lnTo>
                <a:lnTo>
                  <a:pt x="453" y="637"/>
                </a:lnTo>
                <a:lnTo>
                  <a:pt x="461" y="588"/>
                </a:lnTo>
                <a:lnTo>
                  <a:pt x="453" y="542"/>
                </a:lnTo>
                <a:lnTo>
                  <a:pt x="431" y="501"/>
                </a:lnTo>
                <a:lnTo>
                  <a:pt x="399" y="510"/>
                </a:lnTo>
                <a:lnTo>
                  <a:pt x="347" y="510"/>
                </a:lnTo>
                <a:lnTo>
                  <a:pt x="308" y="546"/>
                </a:lnTo>
                <a:lnTo>
                  <a:pt x="268" y="551"/>
                </a:lnTo>
                <a:lnTo>
                  <a:pt x="237" y="585"/>
                </a:lnTo>
                <a:lnTo>
                  <a:pt x="200" y="669"/>
                </a:lnTo>
                <a:lnTo>
                  <a:pt x="114" y="494"/>
                </a:lnTo>
                <a:lnTo>
                  <a:pt x="0" y="430"/>
                </a:lnTo>
                <a:lnTo>
                  <a:pt x="31" y="389"/>
                </a:lnTo>
                <a:lnTo>
                  <a:pt x="20" y="358"/>
                </a:lnTo>
                <a:lnTo>
                  <a:pt x="56" y="332"/>
                </a:lnTo>
                <a:lnTo>
                  <a:pt x="94" y="252"/>
                </a:lnTo>
                <a:lnTo>
                  <a:pt x="179" y="272"/>
                </a:lnTo>
                <a:lnTo>
                  <a:pt x="174" y="217"/>
                </a:lnTo>
                <a:lnTo>
                  <a:pt x="216" y="226"/>
                </a:lnTo>
                <a:lnTo>
                  <a:pt x="298" y="177"/>
                </a:lnTo>
                <a:lnTo>
                  <a:pt x="372" y="167"/>
                </a:lnTo>
                <a:lnTo>
                  <a:pt x="387" y="217"/>
                </a:lnTo>
                <a:lnTo>
                  <a:pt x="436" y="259"/>
                </a:lnTo>
                <a:lnTo>
                  <a:pt x="464" y="340"/>
                </a:lnTo>
                <a:lnTo>
                  <a:pt x="490" y="299"/>
                </a:lnTo>
                <a:lnTo>
                  <a:pt x="520" y="331"/>
                </a:lnTo>
                <a:lnTo>
                  <a:pt x="624" y="331"/>
                </a:lnTo>
                <a:lnTo>
                  <a:pt x="703" y="310"/>
                </a:lnTo>
                <a:lnTo>
                  <a:pt x="772" y="365"/>
                </a:lnTo>
                <a:lnTo>
                  <a:pt x="832" y="365"/>
                </a:lnTo>
                <a:lnTo>
                  <a:pt x="889" y="389"/>
                </a:lnTo>
                <a:lnTo>
                  <a:pt x="999" y="396"/>
                </a:lnTo>
                <a:lnTo>
                  <a:pt x="1035" y="335"/>
                </a:lnTo>
                <a:lnTo>
                  <a:pt x="989" y="303"/>
                </a:lnTo>
                <a:lnTo>
                  <a:pt x="957" y="303"/>
                </a:lnTo>
                <a:lnTo>
                  <a:pt x="942" y="268"/>
                </a:lnTo>
                <a:lnTo>
                  <a:pt x="921" y="222"/>
                </a:lnTo>
                <a:lnTo>
                  <a:pt x="988" y="214"/>
                </a:lnTo>
                <a:lnTo>
                  <a:pt x="1035" y="152"/>
                </a:lnTo>
                <a:lnTo>
                  <a:pt x="1046" y="132"/>
                </a:lnTo>
                <a:lnTo>
                  <a:pt x="1060" y="113"/>
                </a:lnTo>
                <a:lnTo>
                  <a:pt x="1083" y="110"/>
                </a:lnTo>
                <a:lnTo>
                  <a:pt x="1058" y="69"/>
                </a:lnTo>
                <a:lnTo>
                  <a:pt x="1110" y="64"/>
                </a:lnTo>
                <a:lnTo>
                  <a:pt x="1134" y="67"/>
                </a:lnTo>
                <a:lnTo>
                  <a:pt x="1246" y="22"/>
                </a:lnTo>
                <a:lnTo>
                  <a:pt x="1253" y="0"/>
                </a:lnTo>
                <a:lnTo>
                  <a:pt x="1331" y="8"/>
                </a:lnTo>
                <a:lnTo>
                  <a:pt x="1367" y="45"/>
                </a:lnTo>
                <a:lnTo>
                  <a:pt x="1378" y="114"/>
                </a:lnTo>
                <a:lnTo>
                  <a:pt x="1458" y="125"/>
                </a:lnTo>
                <a:lnTo>
                  <a:pt x="1469" y="156"/>
                </a:lnTo>
                <a:lnTo>
                  <a:pt x="1498" y="162"/>
                </a:lnTo>
                <a:lnTo>
                  <a:pt x="1503" y="216"/>
                </a:lnTo>
                <a:lnTo>
                  <a:pt x="1572" y="230"/>
                </a:lnTo>
                <a:lnTo>
                  <a:pt x="1587" y="205"/>
                </a:lnTo>
                <a:lnTo>
                  <a:pt x="1638" y="196"/>
                </a:lnTo>
                <a:lnTo>
                  <a:pt x="1677" y="179"/>
                </a:lnTo>
                <a:lnTo>
                  <a:pt x="1672" y="226"/>
                </a:lnTo>
                <a:lnTo>
                  <a:pt x="1718" y="254"/>
                </a:lnTo>
                <a:lnTo>
                  <a:pt x="1759" y="310"/>
                </a:lnTo>
                <a:lnTo>
                  <a:pt x="1806" y="442"/>
                </a:lnTo>
                <a:lnTo>
                  <a:pt x="1848" y="609"/>
                </a:lnTo>
                <a:lnTo>
                  <a:pt x="1894" y="600"/>
                </a:lnTo>
                <a:lnTo>
                  <a:pt x="1922" y="679"/>
                </a:lnTo>
                <a:lnTo>
                  <a:pt x="1998" y="672"/>
                </a:lnTo>
                <a:lnTo>
                  <a:pt x="2019" y="716"/>
                </a:lnTo>
                <a:lnTo>
                  <a:pt x="2020" y="754"/>
                </a:lnTo>
                <a:lnTo>
                  <a:pt x="2087" y="793"/>
                </a:lnTo>
                <a:lnTo>
                  <a:pt x="2163" y="853"/>
                </a:lnTo>
                <a:lnTo>
                  <a:pt x="2206" y="911"/>
                </a:lnTo>
                <a:lnTo>
                  <a:pt x="2242" y="947"/>
                </a:lnTo>
                <a:lnTo>
                  <a:pt x="2267" y="1064"/>
                </a:lnTo>
                <a:lnTo>
                  <a:pt x="2314" y="1099"/>
                </a:lnTo>
                <a:lnTo>
                  <a:pt x="2327" y="1147"/>
                </a:lnTo>
                <a:lnTo>
                  <a:pt x="2335" y="1191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58" name="Freeform 257"/>
          <p:cNvSpPr>
            <a:spLocks/>
          </p:cNvSpPr>
          <p:nvPr/>
        </p:nvSpPr>
        <p:spPr bwMode="auto">
          <a:xfrm>
            <a:off x="5443456" y="3618788"/>
            <a:ext cx="1142339" cy="820448"/>
          </a:xfrm>
          <a:custGeom>
            <a:avLst/>
            <a:gdLst/>
            <a:ahLst/>
            <a:cxnLst>
              <a:cxn ang="0">
                <a:pos x="117" y="995"/>
              </a:cxn>
              <a:cxn ang="0">
                <a:pos x="225" y="1063"/>
              </a:cxn>
              <a:cxn ang="0">
                <a:pos x="159" y="1100"/>
              </a:cxn>
              <a:cxn ang="0">
                <a:pos x="135" y="1146"/>
              </a:cxn>
              <a:cxn ang="0">
                <a:pos x="235" y="1272"/>
              </a:cxn>
              <a:cxn ang="0">
                <a:pos x="435" y="1333"/>
              </a:cxn>
              <a:cxn ang="0">
                <a:pos x="479" y="1400"/>
              </a:cxn>
              <a:cxn ang="0">
                <a:pos x="628" y="1409"/>
              </a:cxn>
              <a:cxn ang="0">
                <a:pos x="835" y="1405"/>
              </a:cxn>
              <a:cxn ang="0">
                <a:pos x="864" y="1382"/>
              </a:cxn>
              <a:cxn ang="0">
                <a:pos x="1062" y="1405"/>
              </a:cxn>
              <a:cxn ang="0">
                <a:pos x="1101" y="1582"/>
              </a:cxn>
              <a:cxn ang="0">
                <a:pos x="1210" y="1689"/>
              </a:cxn>
              <a:cxn ang="0">
                <a:pos x="1222" y="1777"/>
              </a:cxn>
              <a:cxn ang="0">
                <a:pos x="1294" y="1796"/>
              </a:cxn>
              <a:cxn ang="0">
                <a:pos x="1409" y="1714"/>
              </a:cxn>
              <a:cxn ang="0">
                <a:pos x="1532" y="1817"/>
              </a:cxn>
              <a:cxn ang="0">
                <a:pos x="1685" y="1833"/>
              </a:cxn>
              <a:cxn ang="0">
                <a:pos x="1751" y="1831"/>
              </a:cxn>
              <a:cxn ang="0">
                <a:pos x="2006" y="1817"/>
              </a:cxn>
              <a:cxn ang="0">
                <a:pos x="2149" y="1689"/>
              </a:cxn>
              <a:cxn ang="0">
                <a:pos x="2282" y="1538"/>
              </a:cxn>
              <a:cxn ang="0">
                <a:pos x="2354" y="1446"/>
              </a:cxn>
              <a:cxn ang="0">
                <a:pos x="2364" y="1299"/>
              </a:cxn>
              <a:cxn ang="0">
                <a:pos x="2264" y="1066"/>
              </a:cxn>
              <a:cxn ang="0">
                <a:pos x="2354" y="947"/>
              </a:cxn>
              <a:cxn ang="0">
                <a:pos x="2332" y="911"/>
              </a:cxn>
              <a:cxn ang="0">
                <a:pos x="2232" y="919"/>
              </a:cxn>
              <a:cxn ang="0">
                <a:pos x="2154" y="815"/>
              </a:cxn>
              <a:cxn ang="0">
                <a:pos x="2342" y="695"/>
              </a:cxn>
              <a:cxn ang="0">
                <a:pos x="2395" y="740"/>
              </a:cxn>
              <a:cxn ang="0">
                <a:pos x="2342" y="815"/>
              </a:cxn>
              <a:cxn ang="0">
                <a:pos x="2404" y="796"/>
              </a:cxn>
              <a:cxn ang="0">
                <a:pos x="2532" y="729"/>
              </a:cxn>
              <a:cxn ang="0">
                <a:pos x="2654" y="644"/>
              </a:cxn>
              <a:cxn ang="0">
                <a:pos x="2752" y="542"/>
              </a:cxn>
              <a:cxn ang="0">
                <a:pos x="2692" y="283"/>
              </a:cxn>
              <a:cxn ang="0">
                <a:pos x="2233" y="0"/>
              </a:cxn>
              <a:cxn ang="0">
                <a:pos x="2069" y="277"/>
              </a:cxn>
              <a:cxn ang="0">
                <a:pos x="2064" y="398"/>
              </a:cxn>
              <a:cxn ang="0">
                <a:pos x="2173" y="421"/>
              </a:cxn>
              <a:cxn ang="0">
                <a:pos x="2180" y="468"/>
              </a:cxn>
              <a:cxn ang="0">
                <a:pos x="2011" y="552"/>
              </a:cxn>
              <a:cxn ang="0">
                <a:pos x="1905" y="626"/>
              </a:cxn>
              <a:cxn ang="0">
                <a:pos x="1867" y="741"/>
              </a:cxn>
              <a:cxn ang="0">
                <a:pos x="1572" y="796"/>
              </a:cxn>
              <a:cxn ang="0">
                <a:pos x="1231" y="747"/>
              </a:cxn>
              <a:cxn ang="0">
                <a:pos x="1089" y="638"/>
              </a:cxn>
              <a:cxn ang="0">
                <a:pos x="910" y="520"/>
              </a:cxn>
              <a:cxn ang="0">
                <a:pos x="884" y="368"/>
              </a:cxn>
              <a:cxn ang="0">
                <a:pos x="752" y="255"/>
              </a:cxn>
              <a:cxn ang="0">
                <a:pos x="446" y="402"/>
              </a:cxn>
              <a:cxn ang="0">
                <a:pos x="62" y="809"/>
              </a:cxn>
              <a:cxn ang="0">
                <a:pos x="27" y="980"/>
              </a:cxn>
            </a:cxnLst>
            <a:rect l="0" t="0" r="r" b="b"/>
            <a:pathLst>
              <a:path w="2800" h="1893">
                <a:moveTo>
                  <a:pt x="27" y="980"/>
                </a:moveTo>
                <a:lnTo>
                  <a:pt x="44" y="1019"/>
                </a:lnTo>
                <a:lnTo>
                  <a:pt x="117" y="995"/>
                </a:lnTo>
                <a:lnTo>
                  <a:pt x="135" y="943"/>
                </a:lnTo>
                <a:lnTo>
                  <a:pt x="204" y="957"/>
                </a:lnTo>
                <a:lnTo>
                  <a:pt x="225" y="1063"/>
                </a:lnTo>
                <a:lnTo>
                  <a:pt x="191" y="1063"/>
                </a:lnTo>
                <a:lnTo>
                  <a:pt x="191" y="1093"/>
                </a:lnTo>
                <a:lnTo>
                  <a:pt x="159" y="1100"/>
                </a:lnTo>
                <a:lnTo>
                  <a:pt x="175" y="1141"/>
                </a:lnTo>
                <a:lnTo>
                  <a:pt x="172" y="1163"/>
                </a:lnTo>
                <a:lnTo>
                  <a:pt x="135" y="1146"/>
                </a:lnTo>
                <a:lnTo>
                  <a:pt x="152" y="1208"/>
                </a:lnTo>
                <a:lnTo>
                  <a:pt x="208" y="1208"/>
                </a:lnTo>
                <a:lnTo>
                  <a:pt x="235" y="1272"/>
                </a:lnTo>
                <a:lnTo>
                  <a:pt x="342" y="1272"/>
                </a:lnTo>
                <a:lnTo>
                  <a:pt x="347" y="1321"/>
                </a:lnTo>
                <a:lnTo>
                  <a:pt x="435" y="1333"/>
                </a:lnTo>
                <a:lnTo>
                  <a:pt x="435" y="1373"/>
                </a:lnTo>
                <a:lnTo>
                  <a:pt x="454" y="1379"/>
                </a:lnTo>
                <a:lnTo>
                  <a:pt x="479" y="1400"/>
                </a:lnTo>
                <a:lnTo>
                  <a:pt x="524" y="1379"/>
                </a:lnTo>
                <a:lnTo>
                  <a:pt x="589" y="1409"/>
                </a:lnTo>
                <a:lnTo>
                  <a:pt x="628" y="1409"/>
                </a:lnTo>
                <a:lnTo>
                  <a:pt x="715" y="1373"/>
                </a:lnTo>
                <a:lnTo>
                  <a:pt x="810" y="1413"/>
                </a:lnTo>
                <a:lnTo>
                  <a:pt x="835" y="1405"/>
                </a:lnTo>
                <a:lnTo>
                  <a:pt x="862" y="1442"/>
                </a:lnTo>
                <a:lnTo>
                  <a:pt x="880" y="1435"/>
                </a:lnTo>
                <a:lnTo>
                  <a:pt x="864" y="1382"/>
                </a:lnTo>
                <a:lnTo>
                  <a:pt x="923" y="1333"/>
                </a:lnTo>
                <a:lnTo>
                  <a:pt x="1025" y="1333"/>
                </a:lnTo>
                <a:lnTo>
                  <a:pt x="1062" y="1405"/>
                </a:lnTo>
                <a:lnTo>
                  <a:pt x="1146" y="1393"/>
                </a:lnTo>
                <a:lnTo>
                  <a:pt x="1183" y="1522"/>
                </a:lnTo>
                <a:lnTo>
                  <a:pt x="1101" y="1582"/>
                </a:lnTo>
                <a:lnTo>
                  <a:pt x="1093" y="1659"/>
                </a:lnTo>
                <a:lnTo>
                  <a:pt x="1154" y="1668"/>
                </a:lnTo>
                <a:lnTo>
                  <a:pt x="1210" y="1689"/>
                </a:lnTo>
                <a:lnTo>
                  <a:pt x="1196" y="1747"/>
                </a:lnTo>
                <a:lnTo>
                  <a:pt x="1188" y="1777"/>
                </a:lnTo>
                <a:lnTo>
                  <a:pt x="1222" y="1777"/>
                </a:lnTo>
                <a:lnTo>
                  <a:pt x="1222" y="1801"/>
                </a:lnTo>
                <a:lnTo>
                  <a:pt x="1251" y="1817"/>
                </a:lnTo>
                <a:lnTo>
                  <a:pt x="1294" y="1796"/>
                </a:lnTo>
                <a:lnTo>
                  <a:pt x="1294" y="1762"/>
                </a:lnTo>
                <a:lnTo>
                  <a:pt x="1407" y="1762"/>
                </a:lnTo>
                <a:lnTo>
                  <a:pt x="1409" y="1714"/>
                </a:lnTo>
                <a:lnTo>
                  <a:pt x="1516" y="1714"/>
                </a:lnTo>
                <a:lnTo>
                  <a:pt x="1548" y="1745"/>
                </a:lnTo>
                <a:lnTo>
                  <a:pt x="1532" y="1817"/>
                </a:lnTo>
                <a:lnTo>
                  <a:pt x="1563" y="1817"/>
                </a:lnTo>
                <a:lnTo>
                  <a:pt x="1584" y="1831"/>
                </a:lnTo>
                <a:lnTo>
                  <a:pt x="1685" y="1833"/>
                </a:lnTo>
                <a:lnTo>
                  <a:pt x="1702" y="1893"/>
                </a:lnTo>
                <a:lnTo>
                  <a:pt x="1749" y="1893"/>
                </a:lnTo>
                <a:lnTo>
                  <a:pt x="1751" y="1831"/>
                </a:lnTo>
                <a:lnTo>
                  <a:pt x="1864" y="1823"/>
                </a:lnTo>
                <a:lnTo>
                  <a:pt x="1962" y="1794"/>
                </a:lnTo>
                <a:lnTo>
                  <a:pt x="2006" y="1817"/>
                </a:lnTo>
                <a:lnTo>
                  <a:pt x="2056" y="1763"/>
                </a:lnTo>
                <a:lnTo>
                  <a:pt x="2126" y="1732"/>
                </a:lnTo>
                <a:lnTo>
                  <a:pt x="2149" y="1689"/>
                </a:lnTo>
                <a:lnTo>
                  <a:pt x="2229" y="1614"/>
                </a:lnTo>
                <a:lnTo>
                  <a:pt x="2219" y="1583"/>
                </a:lnTo>
                <a:lnTo>
                  <a:pt x="2282" y="1538"/>
                </a:lnTo>
                <a:lnTo>
                  <a:pt x="2304" y="1473"/>
                </a:lnTo>
                <a:lnTo>
                  <a:pt x="2340" y="1480"/>
                </a:lnTo>
                <a:lnTo>
                  <a:pt x="2354" y="1446"/>
                </a:lnTo>
                <a:lnTo>
                  <a:pt x="2359" y="1400"/>
                </a:lnTo>
                <a:lnTo>
                  <a:pt x="2342" y="1356"/>
                </a:lnTo>
                <a:lnTo>
                  <a:pt x="2364" y="1299"/>
                </a:lnTo>
                <a:lnTo>
                  <a:pt x="2316" y="1178"/>
                </a:lnTo>
                <a:lnTo>
                  <a:pt x="2298" y="1110"/>
                </a:lnTo>
                <a:lnTo>
                  <a:pt x="2264" y="1066"/>
                </a:lnTo>
                <a:lnTo>
                  <a:pt x="2257" y="1042"/>
                </a:lnTo>
                <a:lnTo>
                  <a:pt x="2282" y="995"/>
                </a:lnTo>
                <a:lnTo>
                  <a:pt x="2354" y="947"/>
                </a:lnTo>
                <a:lnTo>
                  <a:pt x="2409" y="947"/>
                </a:lnTo>
                <a:lnTo>
                  <a:pt x="2409" y="919"/>
                </a:lnTo>
                <a:lnTo>
                  <a:pt x="2332" y="911"/>
                </a:lnTo>
                <a:lnTo>
                  <a:pt x="2282" y="892"/>
                </a:lnTo>
                <a:lnTo>
                  <a:pt x="2268" y="919"/>
                </a:lnTo>
                <a:lnTo>
                  <a:pt x="2232" y="919"/>
                </a:lnTo>
                <a:lnTo>
                  <a:pt x="2219" y="883"/>
                </a:lnTo>
                <a:lnTo>
                  <a:pt x="2191" y="883"/>
                </a:lnTo>
                <a:lnTo>
                  <a:pt x="2154" y="815"/>
                </a:lnTo>
                <a:lnTo>
                  <a:pt x="2195" y="789"/>
                </a:lnTo>
                <a:lnTo>
                  <a:pt x="2237" y="796"/>
                </a:lnTo>
                <a:lnTo>
                  <a:pt x="2342" y="695"/>
                </a:lnTo>
                <a:lnTo>
                  <a:pt x="2372" y="695"/>
                </a:lnTo>
                <a:lnTo>
                  <a:pt x="2395" y="726"/>
                </a:lnTo>
                <a:lnTo>
                  <a:pt x="2395" y="740"/>
                </a:lnTo>
                <a:lnTo>
                  <a:pt x="2354" y="768"/>
                </a:lnTo>
                <a:lnTo>
                  <a:pt x="2366" y="796"/>
                </a:lnTo>
                <a:lnTo>
                  <a:pt x="2342" y="815"/>
                </a:lnTo>
                <a:lnTo>
                  <a:pt x="2342" y="830"/>
                </a:lnTo>
                <a:lnTo>
                  <a:pt x="2382" y="830"/>
                </a:lnTo>
                <a:lnTo>
                  <a:pt x="2404" y="796"/>
                </a:lnTo>
                <a:lnTo>
                  <a:pt x="2480" y="783"/>
                </a:lnTo>
                <a:lnTo>
                  <a:pt x="2490" y="729"/>
                </a:lnTo>
                <a:lnTo>
                  <a:pt x="2532" y="729"/>
                </a:lnTo>
                <a:lnTo>
                  <a:pt x="2567" y="677"/>
                </a:lnTo>
                <a:lnTo>
                  <a:pt x="2654" y="678"/>
                </a:lnTo>
                <a:lnTo>
                  <a:pt x="2654" y="644"/>
                </a:lnTo>
                <a:lnTo>
                  <a:pt x="2689" y="616"/>
                </a:lnTo>
                <a:lnTo>
                  <a:pt x="2732" y="618"/>
                </a:lnTo>
                <a:lnTo>
                  <a:pt x="2752" y="542"/>
                </a:lnTo>
                <a:lnTo>
                  <a:pt x="2751" y="506"/>
                </a:lnTo>
                <a:lnTo>
                  <a:pt x="2800" y="231"/>
                </a:lnTo>
                <a:lnTo>
                  <a:pt x="2692" y="283"/>
                </a:lnTo>
                <a:lnTo>
                  <a:pt x="2491" y="183"/>
                </a:lnTo>
                <a:lnTo>
                  <a:pt x="2399" y="0"/>
                </a:lnTo>
                <a:lnTo>
                  <a:pt x="2233" y="0"/>
                </a:lnTo>
                <a:lnTo>
                  <a:pt x="2147" y="77"/>
                </a:lnTo>
                <a:lnTo>
                  <a:pt x="2122" y="278"/>
                </a:lnTo>
                <a:lnTo>
                  <a:pt x="2069" y="277"/>
                </a:lnTo>
                <a:lnTo>
                  <a:pt x="2068" y="337"/>
                </a:lnTo>
                <a:lnTo>
                  <a:pt x="2053" y="383"/>
                </a:lnTo>
                <a:lnTo>
                  <a:pt x="2064" y="398"/>
                </a:lnTo>
                <a:lnTo>
                  <a:pt x="2096" y="405"/>
                </a:lnTo>
                <a:lnTo>
                  <a:pt x="2165" y="390"/>
                </a:lnTo>
                <a:lnTo>
                  <a:pt x="2173" y="421"/>
                </a:lnTo>
                <a:lnTo>
                  <a:pt x="2191" y="423"/>
                </a:lnTo>
                <a:lnTo>
                  <a:pt x="2217" y="447"/>
                </a:lnTo>
                <a:lnTo>
                  <a:pt x="2180" y="468"/>
                </a:lnTo>
                <a:lnTo>
                  <a:pt x="2130" y="468"/>
                </a:lnTo>
                <a:lnTo>
                  <a:pt x="2068" y="542"/>
                </a:lnTo>
                <a:lnTo>
                  <a:pt x="2011" y="552"/>
                </a:lnTo>
                <a:lnTo>
                  <a:pt x="1991" y="620"/>
                </a:lnTo>
                <a:lnTo>
                  <a:pt x="1932" y="605"/>
                </a:lnTo>
                <a:lnTo>
                  <a:pt x="1905" y="626"/>
                </a:lnTo>
                <a:lnTo>
                  <a:pt x="1878" y="634"/>
                </a:lnTo>
                <a:lnTo>
                  <a:pt x="1867" y="669"/>
                </a:lnTo>
                <a:lnTo>
                  <a:pt x="1867" y="741"/>
                </a:lnTo>
                <a:lnTo>
                  <a:pt x="1805" y="761"/>
                </a:lnTo>
                <a:lnTo>
                  <a:pt x="1652" y="796"/>
                </a:lnTo>
                <a:lnTo>
                  <a:pt x="1572" y="796"/>
                </a:lnTo>
                <a:lnTo>
                  <a:pt x="1554" y="741"/>
                </a:lnTo>
                <a:lnTo>
                  <a:pt x="1453" y="746"/>
                </a:lnTo>
                <a:lnTo>
                  <a:pt x="1231" y="747"/>
                </a:lnTo>
                <a:lnTo>
                  <a:pt x="1184" y="693"/>
                </a:lnTo>
                <a:lnTo>
                  <a:pt x="1146" y="693"/>
                </a:lnTo>
                <a:lnTo>
                  <a:pt x="1089" y="638"/>
                </a:lnTo>
                <a:lnTo>
                  <a:pt x="973" y="510"/>
                </a:lnTo>
                <a:lnTo>
                  <a:pt x="948" y="526"/>
                </a:lnTo>
                <a:lnTo>
                  <a:pt x="910" y="520"/>
                </a:lnTo>
                <a:lnTo>
                  <a:pt x="872" y="488"/>
                </a:lnTo>
                <a:lnTo>
                  <a:pt x="896" y="419"/>
                </a:lnTo>
                <a:lnTo>
                  <a:pt x="884" y="368"/>
                </a:lnTo>
                <a:lnTo>
                  <a:pt x="819" y="339"/>
                </a:lnTo>
                <a:lnTo>
                  <a:pt x="799" y="303"/>
                </a:lnTo>
                <a:lnTo>
                  <a:pt x="752" y="255"/>
                </a:lnTo>
                <a:lnTo>
                  <a:pt x="546" y="342"/>
                </a:lnTo>
                <a:lnTo>
                  <a:pt x="528" y="402"/>
                </a:lnTo>
                <a:lnTo>
                  <a:pt x="446" y="402"/>
                </a:lnTo>
                <a:lnTo>
                  <a:pt x="274" y="567"/>
                </a:lnTo>
                <a:lnTo>
                  <a:pt x="95" y="706"/>
                </a:lnTo>
                <a:lnTo>
                  <a:pt x="62" y="809"/>
                </a:lnTo>
                <a:lnTo>
                  <a:pt x="110" y="869"/>
                </a:lnTo>
                <a:lnTo>
                  <a:pt x="0" y="933"/>
                </a:lnTo>
                <a:lnTo>
                  <a:pt x="27" y="98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59" name="Freeform 258"/>
          <p:cNvSpPr>
            <a:spLocks/>
          </p:cNvSpPr>
          <p:nvPr/>
        </p:nvSpPr>
        <p:spPr bwMode="auto">
          <a:xfrm>
            <a:off x="2391778" y="5370697"/>
            <a:ext cx="120762" cy="382926"/>
          </a:xfrm>
          <a:custGeom>
            <a:avLst/>
            <a:gdLst>
              <a:gd name="connsiteX0" fmla="*/ 3874 w 11446"/>
              <a:gd name="connsiteY0" fmla="*/ 10000 h 12463"/>
              <a:gd name="connsiteX1" fmla="*/ 428 w 11446"/>
              <a:gd name="connsiteY1" fmla="*/ 10000 h 12463"/>
              <a:gd name="connsiteX2" fmla="*/ 270 w 11446"/>
              <a:gd name="connsiteY2" fmla="*/ 9424 h 12463"/>
              <a:gd name="connsiteX3" fmla="*/ 90 w 11446"/>
              <a:gd name="connsiteY3" fmla="*/ 9113 h 12463"/>
              <a:gd name="connsiteX4" fmla="*/ 270 w 11446"/>
              <a:gd name="connsiteY4" fmla="*/ 8716 h 12463"/>
              <a:gd name="connsiteX5" fmla="*/ 180 w 11446"/>
              <a:gd name="connsiteY5" fmla="*/ 8716 h 12463"/>
              <a:gd name="connsiteX6" fmla="*/ 518 w 11446"/>
              <a:gd name="connsiteY6" fmla="*/ 8381 h 12463"/>
              <a:gd name="connsiteX7" fmla="*/ 586 w 11446"/>
              <a:gd name="connsiteY7" fmla="*/ 8272 h 12463"/>
              <a:gd name="connsiteX8" fmla="*/ 631 w 11446"/>
              <a:gd name="connsiteY8" fmla="*/ 8132 h 12463"/>
              <a:gd name="connsiteX9" fmla="*/ 631 w 11446"/>
              <a:gd name="connsiteY9" fmla="*/ 7969 h 12463"/>
              <a:gd name="connsiteX10" fmla="*/ 586 w 11446"/>
              <a:gd name="connsiteY10" fmla="*/ 7829 h 12463"/>
              <a:gd name="connsiteX11" fmla="*/ 270 w 11446"/>
              <a:gd name="connsiteY11" fmla="*/ 7665 h 12463"/>
              <a:gd name="connsiteX12" fmla="*/ 0 w 11446"/>
              <a:gd name="connsiteY12" fmla="*/ 7556 h 12463"/>
              <a:gd name="connsiteX13" fmla="*/ 180 w 11446"/>
              <a:gd name="connsiteY13" fmla="*/ 7385 h 12463"/>
              <a:gd name="connsiteX14" fmla="*/ 338 w 11446"/>
              <a:gd name="connsiteY14" fmla="*/ 7307 h 12463"/>
              <a:gd name="connsiteX15" fmla="*/ 518 w 11446"/>
              <a:gd name="connsiteY15" fmla="*/ 7105 h 12463"/>
              <a:gd name="connsiteX16" fmla="*/ 721 w 11446"/>
              <a:gd name="connsiteY16" fmla="*/ 6942 h 12463"/>
              <a:gd name="connsiteX17" fmla="*/ 1937 w 11446"/>
              <a:gd name="connsiteY17" fmla="*/ 4887 h 12463"/>
              <a:gd name="connsiteX18" fmla="*/ 1779 w 11446"/>
              <a:gd name="connsiteY18" fmla="*/ 4078 h 12463"/>
              <a:gd name="connsiteX19" fmla="*/ 2095 w 11446"/>
              <a:gd name="connsiteY19" fmla="*/ 3440 h 12463"/>
              <a:gd name="connsiteX20" fmla="*/ 2297 w 11446"/>
              <a:gd name="connsiteY20" fmla="*/ 2825 h 12463"/>
              <a:gd name="connsiteX21" fmla="*/ 2500 w 11446"/>
              <a:gd name="connsiteY21" fmla="*/ 1798 h 12463"/>
              <a:gd name="connsiteX22" fmla="*/ 2500 w 11446"/>
              <a:gd name="connsiteY22" fmla="*/ 1105 h 12463"/>
              <a:gd name="connsiteX23" fmla="*/ 2027 w 11446"/>
              <a:gd name="connsiteY23" fmla="*/ 521 h 12463"/>
              <a:gd name="connsiteX24" fmla="*/ 4212 w 11446"/>
              <a:gd name="connsiteY24" fmla="*/ 0 h 12463"/>
              <a:gd name="connsiteX25" fmla="*/ 4932 w 11446"/>
              <a:gd name="connsiteY25" fmla="*/ 272 h 12463"/>
              <a:gd name="connsiteX26" fmla="*/ 5338 w 11446"/>
              <a:gd name="connsiteY26" fmla="*/ 545 h 12463"/>
              <a:gd name="connsiteX27" fmla="*/ 5563 w 11446"/>
              <a:gd name="connsiteY27" fmla="*/ 903 h 12463"/>
              <a:gd name="connsiteX28" fmla="*/ 6149 w 11446"/>
              <a:gd name="connsiteY28" fmla="*/ 1082 h 12463"/>
              <a:gd name="connsiteX29" fmla="*/ 6869 w 11446"/>
              <a:gd name="connsiteY29" fmla="*/ 1276 h 12463"/>
              <a:gd name="connsiteX30" fmla="*/ 7027 w 11446"/>
              <a:gd name="connsiteY30" fmla="*/ 1603 h 12463"/>
              <a:gd name="connsiteX31" fmla="*/ 6712 w 11446"/>
              <a:gd name="connsiteY31" fmla="*/ 1743 h 12463"/>
              <a:gd name="connsiteX32" fmla="*/ 6622 w 11446"/>
              <a:gd name="connsiteY32" fmla="*/ 2016 h 12463"/>
              <a:gd name="connsiteX33" fmla="*/ 7658 w 11446"/>
              <a:gd name="connsiteY33" fmla="*/ 2428 h 12463"/>
              <a:gd name="connsiteX34" fmla="*/ 8131 w 11446"/>
              <a:gd name="connsiteY34" fmla="*/ 2825 h 12463"/>
              <a:gd name="connsiteX35" fmla="*/ 8694 w 11446"/>
              <a:gd name="connsiteY35" fmla="*/ 3362 h 12463"/>
              <a:gd name="connsiteX36" fmla="*/ 9437 w 11446"/>
              <a:gd name="connsiteY36" fmla="*/ 3494 h 12463"/>
              <a:gd name="connsiteX37" fmla="*/ 9842 w 11446"/>
              <a:gd name="connsiteY37" fmla="*/ 3362 h 12463"/>
              <a:gd name="connsiteX38" fmla="*/ 9842 w 11446"/>
              <a:gd name="connsiteY38" fmla="*/ 3494 h 12463"/>
              <a:gd name="connsiteX39" fmla="*/ 9842 w 11446"/>
              <a:gd name="connsiteY39" fmla="*/ 3907 h 12463"/>
              <a:gd name="connsiteX40" fmla="*/ 10000 w 11446"/>
              <a:gd name="connsiteY40" fmla="*/ 4335 h 12463"/>
              <a:gd name="connsiteX41" fmla="*/ 9932 w 11446"/>
              <a:gd name="connsiteY41" fmla="*/ 4405 h 12463"/>
              <a:gd name="connsiteX42" fmla="*/ 9685 w 11446"/>
              <a:gd name="connsiteY42" fmla="*/ 4498 h 12463"/>
              <a:gd name="connsiteX43" fmla="*/ 9122 w 11446"/>
              <a:gd name="connsiteY43" fmla="*/ 4607 h 12463"/>
              <a:gd name="connsiteX44" fmla="*/ 7658 w 11446"/>
              <a:gd name="connsiteY44" fmla="*/ 4747 h 12463"/>
              <a:gd name="connsiteX45" fmla="*/ 7342 w 11446"/>
              <a:gd name="connsiteY45" fmla="*/ 4825 h 12463"/>
              <a:gd name="connsiteX46" fmla="*/ 7185 w 11446"/>
              <a:gd name="connsiteY46" fmla="*/ 4965 h 12463"/>
              <a:gd name="connsiteX47" fmla="*/ 7590 w 11446"/>
              <a:gd name="connsiteY47" fmla="*/ 5183 h 12463"/>
              <a:gd name="connsiteX48" fmla="*/ 7748 w 11446"/>
              <a:gd name="connsiteY48" fmla="*/ 5300 h 12463"/>
              <a:gd name="connsiteX49" fmla="*/ 7748 w 11446"/>
              <a:gd name="connsiteY49" fmla="*/ 5385 h 12463"/>
              <a:gd name="connsiteX50" fmla="*/ 7658 w 11446"/>
              <a:gd name="connsiteY50" fmla="*/ 5471 h 12463"/>
              <a:gd name="connsiteX51" fmla="*/ 7185 w 11446"/>
              <a:gd name="connsiteY51" fmla="*/ 5774 h 12463"/>
              <a:gd name="connsiteX52" fmla="*/ 7590 w 11446"/>
              <a:gd name="connsiteY52" fmla="*/ 5969 h 12463"/>
              <a:gd name="connsiteX53" fmla="*/ 8131 w 11446"/>
              <a:gd name="connsiteY53" fmla="*/ 6109 h 12463"/>
              <a:gd name="connsiteX54" fmla="*/ 7748 w 11446"/>
              <a:gd name="connsiteY54" fmla="*/ 6272 h 12463"/>
              <a:gd name="connsiteX55" fmla="*/ 7095 w 11446"/>
              <a:gd name="connsiteY55" fmla="*/ 6381 h 12463"/>
              <a:gd name="connsiteX56" fmla="*/ 7500 w 11446"/>
              <a:gd name="connsiteY56" fmla="*/ 6693 h 12463"/>
              <a:gd name="connsiteX57" fmla="*/ 6059 w 11446"/>
              <a:gd name="connsiteY57" fmla="*/ 6669 h 12463"/>
              <a:gd name="connsiteX58" fmla="*/ 5721 w 11446"/>
              <a:gd name="connsiteY58" fmla="*/ 6965 h 12463"/>
              <a:gd name="connsiteX59" fmla="*/ 5901 w 11446"/>
              <a:gd name="connsiteY59" fmla="*/ 7105 h 12463"/>
              <a:gd name="connsiteX60" fmla="*/ 6149 w 11446"/>
              <a:gd name="connsiteY60" fmla="*/ 7268 h 12463"/>
              <a:gd name="connsiteX61" fmla="*/ 6149 w 11446"/>
              <a:gd name="connsiteY61" fmla="*/ 7354 h 12463"/>
              <a:gd name="connsiteX62" fmla="*/ 5721 w 11446"/>
              <a:gd name="connsiteY62" fmla="*/ 7502 h 12463"/>
              <a:gd name="connsiteX63" fmla="*/ 5338 w 11446"/>
              <a:gd name="connsiteY63" fmla="*/ 7626 h 12463"/>
              <a:gd name="connsiteX64" fmla="*/ 4797 w 11446"/>
              <a:gd name="connsiteY64" fmla="*/ 7774 h 12463"/>
              <a:gd name="connsiteX65" fmla="*/ 4527 w 11446"/>
              <a:gd name="connsiteY65" fmla="*/ 8218 h 12463"/>
              <a:gd name="connsiteX66" fmla="*/ 4685 w 11446"/>
              <a:gd name="connsiteY66" fmla="*/ 8833 h 12463"/>
              <a:gd name="connsiteX67" fmla="*/ 4279 w 11446"/>
              <a:gd name="connsiteY67" fmla="*/ 9276 h 12463"/>
              <a:gd name="connsiteX68" fmla="*/ 11446 w 11446"/>
              <a:gd name="connsiteY68" fmla="*/ 12463 h 12463"/>
              <a:gd name="connsiteX0" fmla="*/ 3874 w 10000"/>
              <a:gd name="connsiteY0" fmla="*/ 10000 h 10000"/>
              <a:gd name="connsiteX1" fmla="*/ 428 w 10000"/>
              <a:gd name="connsiteY1" fmla="*/ 10000 h 10000"/>
              <a:gd name="connsiteX2" fmla="*/ 270 w 10000"/>
              <a:gd name="connsiteY2" fmla="*/ 9424 h 10000"/>
              <a:gd name="connsiteX3" fmla="*/ 90 w 10000"/>
              <a:gd name="connsiteY3" fmla="*/ 9113 h 10000"/>
              <a:gd name="connsiteX4" fmla="*/ 270 w 10000"/>
              <a:gd name="connsiteY4" fmla="*/ 8716 h 10000"/>
              <a:gd name="connsiteX5" fmla="*/ 180 w 10000"/>
              <a:gd name="connsiteY5" fmla="*/ 8716 h 10000"/>
              <a:gd name="connsiteX6" fmla="*/ 518 w 10000"/>
              <a:gd name="connsiteY6" fmla="*/ 8381 h 10000"/>
              <a:gd name="connsiteX7" fmla="*/ 586 w 10000"/>
              <a:gd name="connsiteY7" fmla="*/ 8272 h 10000"/>
              <a:gd name="connsiteX8" fmla="*/ 631 w 10000"/>
              <a:gd name="connsiteY8" fmla="*/ 8132 h 10000"/>
              <a:gd name="connsiteX9" fmla="*/ 631 w 10000"/>
              <a:gd name="connsiteY9" fmla="*/ 7969 h 10000"/>
              <a:gd name="connsiteX10" fmla="*/ 586 w 10000"/>
              <a:gd name="connsiteY10" fmla="*/ 7829 h 10000"/>
              <a:gd name="connsiteX11" fmla="*/ 270 w 10000"/>
              <a:gd name="connsiteY11" fmla="*/ 7665 h 10000"/>
              <a:gd name="connsiteX12" fmla="*/ 0 w 10000"/>
              <a:gd name="connsiteY12" fmla="*/ 7556 h 10000"/>
              <a:gd name="connsiteX13" fmla="*/ 180 w 10000"/>
              <a:gd name="connsiteY13" fmla="*/ 7385 h 10000"/>
              <a:gd name="connsiteX14" fmla="*/ 338 w 10000"/>
              <a:gd name="connsiteY14" fmla="*/ 7307 h 10000"/>
              <a:gd name="connsiteX15" fmla="*/ 518 w 10000"/>
              <a:gd name="connsiteY15" fmla="*/ 7105 h 10000"/>
              <a:gd name="connsiteX16" fmla="*/ 721 w 10000"/>
              <a:gd name="connsiteY16" fmla="*/ 6942 h 10000"/>
              <a:gd name="connsiteX17" fmla="*/ 1937 w 10000"/>
              <a:gd name="connsiteY17" fmla="*/ 4887 h 10000"/>
              <a:gd name="connsiteX18" fmla="*/ 1779 w 10000"/>
              <a:gd name="connsiteY18" fmla="*/ 4078 h 10000"/>
              <a:gd name="connsiteX19" fmla="*/ 2095 w 10000"/>
              <a:gd name="connsiteY19" fmla="*/ 3440 h 10000"/>
              <a:gd name="connsiteX20" fmla="*/ 2297 w 10000"/>
              <a:gd name="connsiteY20" fmla="*/ 2825 h 10000"/>
              <a:gd name="connsiteX21" fmla="*/ 2500 w 10000"/>
              <a:gd name="connsiteY21" fmla="*/ 1798 h 10000"/>
              <a:gd name="connsiteX22" fmla="*/ 2500 w 10000"/>
              <a:gd name="connsiteY22" fmla="*/ 1105 h 10000"/>
              <a:gd name="connsiteX23" fmla="*/ 2027 w 10000"/>
              <a:gd name="connsiteY23" fmla="*/ 521 h 10000"/>
              <a:gd name="connsiteX24" fmla="*/ 4212 w 10000"/>
              <a:gd name="connsiteY24" fmla="*/ 0 h 10000"/>
              <a:gd name="connsiteX25" fmla="*/ 4932 w 10000"/>
              <a:gd name="connsiteY25" fmla="*/ 272 h 10000"/>
              <a:gd name="connsiteX26" fmla="*/ 5338 w 10000"/>
              <a:gd name="connsiteY26" fmla="*/ 545 h 10000"/>
              <a:gd name="connsiteX27" fmla="*/ 5563 w 10000"/>
              <a:gd name="connsiteY27" fmla="*/ 903 h 10000"/>
              <a:gd name="connsiteX28" fmla="*/ 6149 w 10000"/>
              <a:gd name="connsiteY28" fmla="*/ 1082 h 10000"/>
              <a:gd name="connsiteX29" fmla="*/ 6869 w 10000"/>
              <a:gd name="connsiteY29" fmla="*/ 1276 h 10000"/>
              <a:gd name="connsiteX30" fmla="*/ 7027 w 10000"/>
              <a:gd name="connsiteY30" fmla="*/ 1603 h 10000"/>
              <a:gd name="connsiteX31" fmla="*/ 6712 w 10000"/>
              <a:gd name="connsiteY31" fmla="*/ 1743 h 10000"/>
              <a:gd name="connsiteX32" fmla="*/ 6622 w 10000"/>
              <a:gd name="connsiteY32" fmla="*/ 2016 h 10000"/>
              <a:gd name="connsiteX33" fmla="*/ 7658 w 10000"/>
              <a:gd name="connsiteY33" fmla="*/ 2428 h 10000"/>
              <a:gd name="connsiteX34" fmla="*/ 8131 w 10000"/>
              <a:gd name="connsiteY34" fmla="*/ 2825 h 10000"/>
              <a:gd name="connsiteX35" fmla="*/ 8694 w 10000"/>
              <a:gd name="connsiteY35" fmla="*/ 3362 h 10000"/>
              <a:gd name="connsiteX36" fmla="*/ 9437 w 10000"/>
              <a:gd name="connsiteY36" fmla="*/ 3494 h 10000"/>
              <a:gd name="connsiteX37" fmla="*/ 9842 w 10000"/>
              <a:gd name="connsiteY37" fmla="*/ 3362 h 10000"/>
              <a:gd name="connsiteX38" fmla="*/ 9842 w 10000"/>
              <a:gd name="connsiteY38" fmla="*/ 3494 h 10000"/>
              <a:gd name="connsiteX39" fmla="*/ 9842 w 10000"/>
              <a:gd name="connsiteY39" fmla="*/ 3907 h 10000"/>
              <a:gd name="connsiteX40" fmla="*/ 10000 w 10000"/>
              <a:gd name="connsiteY40" fmla="*/ 4335 h 10000"/>
              <a:gd name="connsiteX41" fmla="*/ 9932 w 10000"/>
              <a:gd name="connsiteY41" fmla="*/ 4405 h 10000"/>
              <a:gd name="connsiteX42" fmla="*/ 9685 w 10000"/>
              <a:gd name="connsiteY42" fmla="*/ 4498 h 10000"/>
              <a:gd name="connsiteX43" fmla="*/ 9122 w 10000"/>
              <a:gd name="connsiteY43" fmla="*/ 4607 h 10000"/>
              <a:gd name="connsiteX44" fmla="*/ 7658 w 10000"/>
              <a:gd name="connsiteY44" fmla="*/ 4747 h 10000"/>
              <a:gd name="connsiteX45" fmla="*/ 7342 w 10000"/>
              <a:gd name="connsiteY45" fmla="*/ 4825 h 10000"/>
              <a:gd name="connsiteX46" fmla="*/ 7185 w 10000"/>
              <a:gd name="connsiteY46" fmla="*/ 4965 h 10000"/>
              <a:gd name="connsiteX47" fmla="*/ 7590 w 10000"/>
              <a:gd name="connsiteY47" fmla="*/ 5183 h 10000"/>
              <a:gd name="connsiteX48" fmla="*/ 7748 w 10000"/>
              <a:gd name="connsiteY48" fmla="*/ 5300 h 10000"/>
              <a:gd name="connsiteX49" fmla="*/ 7748 w 10000"/>
              <a:gd name="connsiteY49" fmla="*/ 5385 h 10000"/>
              <a:gd name="connsiteX50" fmla="*/ 7658 w 10000"/>
              <a:gd name="connsiteY50" fmla="*/ 5471 h 10000"/>
              <a:gd name="connsiteX51" fmla="*/ 7185 w 10000"/>
              <a:gd name="connsiteY51" fmla="*/ 5774 h 10000"/>
              <a:gd name="connsiteX52" fmla="*/ 7590 w 10000"/>
              <a:gd name="connsiteY52" fmla="*/ 5969 h 10000"/>
              <a:gd name="connsiteX53" fmla="*/ 8131 w 10000"/>
              <a:gd name="connsiteY53" fmla="*/ 6109 h 10000"/>
              <a:gd name="connsiteX54" fmla="*/ 7748 w 10000"/>
              <a:gd name="connsiteY54" fmla="*/ 6272 h 10000"/>
              <a:gd name="connsiteX55" fmla="*/ 7095 w 10000"/>
              <a:gd name="connsiteY55" fmla="*/ 6381 h 10000"/>
              <a:gd name="connsiteX56" fmla="*/ 7500 w 10000"/>
              <a:gd name="connsiteY56" fmla="*/ 6693 h 10000"/>
              <a:gd name="connsiteX57" fmla="*/ 6059 w 10000"/>
              <a:gd name="connsiteY57" fmla="*/ 6669 h 10000"/>
              <a:gd name="connsiteX58" fmla="*/ 5721 w 10000"/>
              <a:gd name="connsiteY58" fmla="*/ 6965 h 10000"/>
              <a:gd name="connsiteX59" fmla="*/ 5901 w 10000"/>
              <a:gd name="connsiteY59" fmla="*/ 7105 h 10000"/>
              <a:gd name="connsiteX60" fmla="*/ 6149 w 10000"/>
              <a:gd name="connsiteY60" fmla="*/ 7268 h 10000"/>
              <a:gd name="connsiteX61" fmla="*/ 6149 w 10000"/>
              <a:gd name="connsiteY61" fmla="*/ 7354 h 10000"/>
              <a:gd name="connsiteX62" fmla="*/ 5721 w 10000"/>
              <a:gd name="connsiteY62" fmla="*/ 7502 h 10000"/>
              <a:gd name="connsiteX63" fmla="*/ 5338 w 10000"/>
              <a:gd name="connsiteY63" fmla="*/ 7626 h 10000"/>
              <a:gd name="connsiteX64" fmla="*/ 4797 w 10000"/>
              <a:gd name="connsiteY64" fmla="*/ 7774 h 10000"/>
              <a:gd name="connsiteX65" fmla="*/ 4527 w 10000"/>
              <a:gd name="connsiteY65" fmla="*/ 8218 h 10000"/>
              <a:gd name="connsiteX66" fmla="*/ 4685 w 10000"/>
              <a:gd name="connsiteY66" fmla="*/ 8833 h 10000"/>
              <a:gd name="connsiteX67" fmla="*/ 4279 w 10000"/>
              <a:gd name="connsiteY67" fmla="*/ 9276 h 10000"/>
              <a:gd name="connsiteX0" fmla="*/ 428 w 10000"/>
              <a:gd name="connsiteY0" fmla="*/ 10000 h 10000"/>
              <a:gd name="connsiteX1" fmla="*/ 270 w 10000"/>
              <a:gd name="connsiteY1" fmla="*/ 9424 h 10000"/>
              <a:gd name="connsiteX2" fmla="*/ 90 w 10000"/>
              <a:gd name="connsiteY2" fmla="*/ 9113 h 10000"/>
              <a:gd name="connsiteX3" fmla="*/ 270 w 10000"/>
              <a:gd name="connsiteY3" fmla="*/ 8716 h 10000"/>
              <a:gd name="connsiteX4" fmla="*/ 180 w 10000"/>
              <a:gd name="connsiteY4" fmla="*/ 8716 h 10000"/>
              <a:gd name="connsiteX5" fmla="*/ 518 w 10000"/>
              <a:gd name="connsiteY5" fmla="*/ 8381 h 10000"/>
              <a:gd name="connsiteX6" fmla="*/ 586 w 10000"/>
              <a:gd name="connsiteY6" fmla="*/ 8272 h 10000"/>
              <a:gd name="connsiteX7" fmla="*/ 631 w 10000"/>
              <a:gd name="connsiteY7" fmla="*/ 8132 h 10000"/>
              <a:gd name="connsiteX8" fmla="*/ 631 w 10000"/>
              <a:gd name="connsiteY8" fmla="*/ 7969 h 10000"/>
              <a:gd name="connsiteX9" fmla="*/ 586 w 10000"/>
              <a:gd name="connsiteY9" fmla="*/ 7829 h 10000"/>
              <a:gd name="connsiteX10" fmla="*/ 270 w 10000"/>
              <a:gd name="connsiteY10" fmla="*/ 7665 h 10000"/>
              <a:gd name="connsiteX11" fmla="*/ 0 w 10000"/>
              <a:gd name="connsiteY11" fmla="*/ 7556 h 10000"/>
              <a:gd name="connsiteX12" fmla="*/ 180 w 10000"/>
              <a:gd name="connsiteY12" fmla="*/ 7385 h 10000"/>
              <a:gd name="connsiteX13" fmla="*/ 338 w 10000"/>
              <a:gd name="connsiteY13" fmla="*/ 7307 h 10000"/>
              <a:gd name="connsiteX14" fmla="*/ 518 w 10000"/>
              <a:gd name="connsiteY14" fmla="*/ 7105 h 10000"/>
              <a:gd name="connsiteX15" fmla="*/ 721 w 10000"/>
              <a:gd name="connsiteY15" fmla="*/ 6942 h 10000"/>
              <a:gd name="connsiteX16" fmla="*/ 1937 w 10000"/>
              <a:gd name="connsiteY16" fmla="*/ 4887 h 10000"/>
              <a:gd name="connsiteX17" fmla="*/ 1779 w 10000"/>
              <a:gd name="connsiteY17" fmla="*/ 4078 h 10000"/>
              <a:gd name="connsiteX18" fmla="*/ 2095 w 10000"/>
              <a:gd name="connsiteY18" fmla="*/ 3440 h 10000"/>
              <a:gd name="connsiteX19" fmla="*/ 2297 w 10000"/>
              <a:gd name="connsiteY19" fmla="*/ 2825 h 10000"/>
              <a:gd name="connsiteX20" fmla="*/ 2500 w 10000"/>
              <a:gd name="connsiteY20" fmla="*/ 1798 h 10000"/>
              <a:gd name="connsiteX21" fmla="*/ 2500 w 10000"/>
              <a:gd name="connsiteY21" fmla="*/ 1105 h 10000"/>
              <a:gd name="connsiteX22" fmla="*/ 2027 w 10000"/>
              <a:gd name="connsiteY22" fmla="*/ 521 h 10000"/>
              <a:gd name="connsiteX23" fmla="*/ 4212 w 10000"/>
              <a:gd name="connsiteY23" fmla="*/ 0 h 10000"/>
              <a:gd name="connsiteX24" fmla="*/ 4932 w 10000"/>
              <a:gd name="connsiteY24" fmla="*/ 272 h 10000"/>
              <a:gd name="connsiteX25" fmla="*/ 5338 w 10000"/>
              <a:gd name="connsiteY25" fmla="*/ 545 h 10000"/>
              <a:gd name="connsiteX26" fmla="*/ 5563 w 10000"/>
              <a:gd name="connsiteY26" fmla="*/ 903 h 10000"/>
              <a:gd name="connsiteX27" fmla="*/ 6149 w 10000"/>
              <a:gd name="connsiteY27" fmla="*/ 1082 h 10000"/>
              <a:gd name="connsiteX28" fmla="*/ 6869 w 10000"/>
              <a:gd name="connsiteY28" fmla="*/ 1276 h 10000"/>
              <a:gd name="connsiteX29" fmla="*/ 7027 w 10000"/>
              <a:gd name="connsiteY29" fmla="*/ 1603 h 10000"/>
              <a:gd name="connsiteX30" fmla="*/ 6712 w 10000"/>
              <a:gd name="connsiteY30" fmla="*/ 1743 h 10000"/>
              <a:gd name="connsiteX31" fmla="*/ 6622 w 10000"/>
              <a:gd name="connsiteY31" fmla="*/ 2016 h 10000"/>
              <a:gd name="connsiteX32" fmla="*/ 7658 w 10000"/>
              <a:gd name="connsiteY32" fmla="*/ 2428 h 10000"/>
              <a:gd name="connsiteX33" fmla="*/ 8131 w 10000"/>
              <a:gd name="connsiteY33" fmla="*/ 2825 h 10000"/>
              <a:gd name="connsiteX34" fmla="*/ 8694 w 10000"/>
              <a:gd name="connsiteY34" fmla="*/ 3362 h 10000"/>
              <a:gd name="connsiteX35" fmla="*/ 9437 w 10000"/>
              <a:gd name="connsiteY35" fmla="*/ 3494 h 10000"/>
              <a:gd name="connsiteX36" fmla="*/ 9842 w 10000"/>
              <a:gd name="connsiteY36" fmla="*/ 3362 h 10000"/>
              <a:gd name="connsiteX37" fmla="*/ 9842 w 10000"/>
              <a:gd name="connsiteY37" fmla="*/ 3494 h 10000"/>
              <a:gd name="connsiteX38" fmla="*/ 9842 w 10000"/>
              <a:gd name="connsiteY38" fmla="*/ 3907 h 10000"/>
              <a:gd name="connsiteX39" fmla="*/ 10000 w 10000"/>
              <a:gd name="connsiteY39" fmla="*/ 4335 h 10000"/>
              <a:gd name="connsiteX40" fmla="*/ 9932 w 10000"/>
              <a:gd name="connsiteY40" fmla="*/ 4405 h 10000"/>
              <a:gd name="connsiteX41" fmla="*/ 9685 w 10000"/>
              <a:gd name="connsiteY41" fmla="*/ 4498 h 10000"/>
              <a:gd name="connsiteX42" fmla="*/ 9122 w 10000"/>
              <a:gd name="connsiteY42" fmla="*/ 4607 h 10000"/>
              <a:gd name="connsiteX43" fmla="*/ 7658 w 10000"/>
              <a:gd name="connsiteY43" fmla="*/ 4747 h 10000"/>
              <a:gd name="connsiteX44" fmla="*/ 7342 w 10000"/>
              <a:gd name="connsiteY44" fmla="*/ 4825 h 10000"/>
              <a:gd name="connsiteX45" fmla="*/ 7185 w 10000"/>
              <a:gd name="connsiteY45" fmla="*/ 4965 h 10000"/>
              <a:gd name="connsiteX46" fmla="*/ 7590 w 10000"/>
              <a:gd name="connsiteY46" fmla="*/ 5183 h 10000"/>
              <a:gd name="connsiteX47" fmla="*/ 7748 w 10000"/>
              <a:gd name="connsiteY47" fmla="*/ 5300 h 10000"/>
              <a:gd name="connsiteX48" fmla="*/ 7748 w 10000"/>
              <a:gd name="connsiteY48" fmla="*/ 5385 h 10000"/>
              <a:gd name="connsiteX49" fmla="*/ 7658 w 10000"/>
              <a:gd name="connsiteY49" fmla="*/ 5471 h 10000"/>
              <a:gd name="connsiteX50" fmla="*/ 7185 w 10000"/>
              <a:gd name="connsiteY50" fmla="*/ 5774 h 10000"/>
              <a:gd name="connsiteX51" fmla="*/ 7590 w 10000"/>
              <a:gd name="connsiteY51" fmla="*/ 5969 h 10000"/>
              <a:gd name="connsiteX52" fmla="*/ 8131 w 10000"/>
              <a:gd name="connsiteY52" fmla="*/ 6109 h 10000"/>
              <a:gd name="connsiteX53" fmla="*/ 7748 w 10000"/>
              <a:gd name="connsiteY53" fmla="*/ 6272 h 10000"/>
              <a:gd name="connsiteX54" fmla="*/ 7095 w 10000"/>
              <a:gd name="connsiteY54" fmla="*/ 6381 h 10000"/>
              <a:gd name="connsiteX55" fmla="*/ 7500 w 10000"/>
              <a:gd name="connsiteY55" fmla="*/ 6693 h 10000"/>
              <a:gd name="connsiteX56" fmla="*/ 6059 w 10000"/>
              <a:gd name="connsiteY56" fmla="*/ 6669 h 10000"/>
              <a:gd name="connsiteX57" fmla="*/ 5721 w 10000"/>
              <a:gd name="connsiteY57" fmla="*/ 6965 h 10000"/>
              <a:gd name="connsiteX58" fmla="*/ 5901 w 10000"/>
              <a:gd name="connsiteY58" fmla="*/ 7105 h 10000"/>
              <a:gd name="connsiteX59" fmla="*/ 6149 w 10000"/>
              <a:gd name="connsiteY59" fmla="*/ 7268 h 10000"/>
              <a:gd name="connsiteX60" fmla="*/ 6149 w 10000"/>
              <a:gd name="connsiteY60" fmla="*/ 7354 h 10000"/>
              <a:gd name="connsiteX61" fmla="*/ 5721 w 10000"/>
              <a:gd name="connsiteY61" fmla="*/ 7502 h 10000"/>
              <a:gd name="connsiteX62" fmla="*/ 5338 w 10000"/>
              <a:gd name="connsiteY62" fmla="*/ 7626 h 10000"/>
              <a:gd name="connsiteX63" fmla="*/ 4797 w 10000"/>
              <a:gd name="connsiteY63" fmla="*/ 7774 h 10000"/>
              <a:gd name="connsiteX64" fmla="*/ 4527 w 10000"/>
              <a:gd name="connsiteY64" fmla="*/ 8218 h 10000"/>
              <a:gd name="connsiteX65" fmla="*/ 4685 w 10000"/>
              <a:gd name="connsiteY65" fmla="*/ 8833 h 10000"/>
              <a:gd name="connsiteX66" fmla="*/ 4279 w 10000"/>
              <a:gd name="connsiteY66" fmla="*/ 9276 h 10000"/>
              <a:gd name="connsiteX0" fmla="*/ 428 w 10000"/>
              <a:gd name="connsiteY0" fmla="*/ 10000 h 10238"/>
              <a:gd name="connsiteX1" fmla="*/ 270 w 10000"/>
              <a:gd name="connsiteY1" fmla="*/ 9424 h 10238"/>
              <a:gd name="connsiteX2" fmla="*/ 90 w 10000"/>
              <a:gd name="connsiteY2" fmla="*/ 9113 h 10238"/>
              <a:gd name="connsiteX3" fmla="*/ 270 w 10000"/>
              <a:gd name="connsiteY3" fmla="*/ 8716 h 10238"/>
              <a:gd name="connsiteX4" fmla="*/ 180 w 10000"/>
              <a:gd name="connsiteY4" fmla="*/ 8716 h 10238"/>
              <a:gd name="connsiteX5" fmla="*/ 518 w 10000"/>
              <a:gd name="connsiteY5" fmla="*/ 8381 h 10238"/>
              <a:gd name="connsiteX6" fmla="*/ 586 w 10000"/>
              <a:gd name="connsiteY6" fmla="*/ 8272 h 10238"/>
              <a:gd name="connsiteX7" fmla="*/ 631 w 10000"/>
              <a:gd name="connsiteY7" fmla="*/ 8132 h 10238"/>
              <a:gd name="connsiteX8" fmla="*/ 631 w 10000"/>
              <a:gd name="connsiteY8" fmla="*/ 7969 h 10238"/>
              <a:gd name="connsiteX9" fmla="*/ 586 w 10000"/>
              <a:gd name="connsiteY9" fmla="*/ 7829 h 10238"/>
              <a:gd name="connsiteX10" fmla="*/ 270 w 10000"/>
              <a:gd name="connsiteY10" fmla="*/ 7665 h 10238"/>
              <a:gd name="connsiteX11" fmla="*/ 0 w 10000"/>
              <a:gd name="connsiteY11" fmla="*/ 7556 h 10238"/>
              <a:gd name="connsiteX12" fmla="*/ 180 w 10000"/>
              <a:gd name="connsiteY12" fmla="*/ 7385 h 10238"/>
              <a:gd name="connsiteX13" fmla="*/ 338 w 10000"/>
              <a:gd name="connsiteY13" fmla="*/ 7307 h 10238"/>
              <a:gd name="connsiteX14" fmla="*/ 518 w 10000"/>
              <a:gd name="connsiteY14" fmla="*/ 7105 h 10238"/>
              <a:gd name="connsiteX15" fmla="*/ 721 w 10000"/>
              <a:gd name="connsiteY15" fmla="*/ 6942 h 10238"/>
              <a:gd name="connsiteX16" fmla="*/ 1937 w 10000"/>
              <a:gd name="connsiteY16" fmla="*/ 4887 h 10238"/>
              <a:gd name="connsiteX17" fmla="*/ 1779 w 10000"/>
              <a:gd name="connsiteY17" fmla="*/ 4078 h 10238"/>
              <a:gd name="connsiteX18" fmla="*/ 2095 w 10000"/>
              <a:gd name="connsiteY18" fmla="*/ 3440 h 10238"/>
              <a:gd name="connsiteX19" fmla="*/ 2297 w 10000"/>
              <a:gd name="connsiteY19" fmla="*/ 2825 h 10238"/>
              <a:gd name="connsiteX20" fmla="*/ 2500 w 10000"/>
              <a:gd name="connsiteY20" fmla="*/ 1798 h 10238"/>
              <a:gd name="connsiteX21" fmla="*/ 2500 w 10000"/>
              <a:gd name="connsiteY21" fmla="*/ 1105 h 10238"/>
              <a:gd name="connsiteX22" fmla="*/ 2027 w 10000"/>
              <a:gd name="connsiteY22" fmla="*/ 521 h 10238"/>
              <a:gd name="connsiteX23" fmla="*/ 4212 w 10000"/>
              <a:gd name="connsiteY23" fmla="*/ 0 h 10238"/>
              <a:gd name="connsiteX24" fmla="*/ 4932 w 10000"/>
              <a:gd name="connsiteY24" fmla="*/ 272 h 10238"/>
              <a:gd name="connsiteX25" fmla="*/ 5338 w 10000"/>
              <a:gd name="connsiteY25" fmla="*/ 545 h 10238"/>
              <a:gd name="connsiteX26" fmla="*/ 5563 w 10000"/>
              <a:gd name="connsiteY26" fmla="*/ 903 h 10238"/>
              <a:gd name="connsiteX27" fmla="*/ 6149 w 10000"/>
              <a:gd name="connsiteY27" fmla="*/ 1082 h 10238"/>
              <a:gd name="connsiteX28" fmla="*/ 6869 w 10000"/>
              <a:gd name="connsiteY28" fmla="*/ 1276 h 10238"/>
              <a:gd name="connsiteX29" fmla="*/ 7027 w 10000"/>
              <a:gd name="connsiteY29" fmla="*/ 1603 h 10238"/>
              <a:gd name="connsiteX30" fmla="*/ 6712 w 10000"/>
              <a:gd name="connsiteY30" fmla="*/ 1743 h 10238"/>
              <a:gd name="connsiteX31" fmla="*/ 6622 w 10000"/>
              <a:gd name="connsiteY31" fmla="*/ 2016 h 10238"/>
              <a:gd name="connsiteX32" fmla="*/ 7658 w 10000"/>
              <a:gd name="connsiteY32" fmla="*/ 2428 h 10238"/>
              <a:gd name="connsiteX33" fmla="*/ 8131 w 10000"/>
              <a:gd name="connsiteY33" fmla="*/ 2825 h 10238"/>
              <a:gd name="connsiteX34" fmla="*/ 8694 w 10000"/>
              <a:gd name="connsiteY34" fmla="*/ 3362 h 10238"/>
              <a:gd name="connsiteX35" fmla="*/ 9437 w 10000"/>
              <a:gd name="connsiteY35" fmla="*/ 3494 h 10238"/>
              <a:gd name="connsiteX36" fmla="*/ 9842 w 10000"/>
              <a:gd name="connsiteY36" fmla="*/ 3362 h 10238"/>
              <a:gd name="connsiteX37" fmla="*/ 9842 w 10000"/>
              <a:gd name="connsiteY37" fmla="*/ 3494 h 10238"/>
              <a:gd name="connsiteX38" fmla="*/ 9842 w 10000"/>
              <a:gd name="connsiteY38" fmla="*/ 3907 h 10238"/>
              <a:gd name="connsiteX39" fmla="*/ 10000 w 10000"/>
              <a:gd name="connsiteY39" fmla="*/ 4335 h 10238"/>
              <a:gd name="connsiteX40" fmla="*/ 9932 w 10000"/>
              <a:gd name="connsiteY40" fmla="*/ 4405 h 10238"/>
              <a:gd name="connsiteX41" fmla="*/ 9685 w 10000"/>
              <a:gd name="connsiteY41" fmla="*/ 4498 h 10238"/>
              <a:gd name="connsiteX42" fmla="*/ 9122 w 10000"/>
              <a:gd name="connsiteY42" fmla="*/ 4607 h 10238"/>
              <a:gd name="connsiteX43" fmla="*/ 7658 w 10000"/>
              <a:gd name="connsiteY43" fmla="*/ 4747 h 10238"/>
              <a:gd name="connsiteX44" fmla="*/ 7342 w 10000"/>
              <a:gd name="connsiteY44" fmla="*/ 4825 h 10238"/>
              <a:gd name="connsiteX45" fmla="*/ 7185 w 10000"/>
              <a:gd name="connsiteY45" fmla="*/ 4965 h 10238"/>
              <a:gd name="connsiteX46" fmla="*/ 7590 w 10000"/>
              <a:gd name="connsiteY46" fmla="*/ 5183 h 10238"/>
              <a:gd name="connsiteX47" fmla="*/ 7748 w 10000"/>
              <a:gd name="connsiteY47" fmla="*/ 5300 h 10238"/>
              <a:gd name="connsiteX48" fmla="*/ 7748 w 10000"/>
              <a:gd name="connsiteY48" fmla="*/ 5385 h 10238"/>
              <a:gd name="connsiteX49" fmla="*/ 7658 w 10000"/>
              <a:gd name="connsiteY49" fmla="*/ 5471 h 10238"/>
              <a:gd name="connsiteX50" fmla="*/ 7185 w 10000"/>
              <a:gd name="connsiteY50" fmla="*/ 5774 h 10238"/>
              <a:gd name="connsiteX51" fmla="*/ 7590 w 10000"/>
              <a:gd name="connsiteY51" fmla="*/ 5969 h 10238"/>
              <a:gd name="connsiteX52" fmla="*/ 8131 w 10000"/>
              <a:gd name="connsiteY52" fmla="*/ 6109 h 10238"/>
              <a:gd name="connsiteX53" fmla="*/ 7748 w 10000"/>
              <a:gd name="connsiteY53" fmla="*/ 6272 h 10238"/>
              <a:gd name="connsiteX54" fmla="*/ 7095 w 10000"/>
              <a:gd name="connsiteY54" fmla="*/ 6381 h 10238"/>
              <a:gd name="connsiteX55" fmla="*/ 7500 w 10000"/>
              <a:gd name="connsiteY55" fmla="*/ 6693 h 10238"/>
              <a:gd name="connsiteX56" fmla="*/ 6059 w 10000"/>
              <a:gd name="connsiteY56" fmla="*/ 6669 h 10238"/>
              <a:gd name="connsiteX57" fmla="*/ 5721 w 10000"/>
              <a:gd name="connsiteY57" fmla="*/ 6965 h 10238"/>
              <a:gd name="connsiteX58" fmla="*/ 5901 w 10000"/>
              <a:gd name="connsiteY58" fmla="*/ 7105 h 10238"/>
              <a:gd name="connsiteX59" fmla="*/ 6149 w 10000"/>
              <a:gd name="connsiteY59" fmla="*/ 7268 h 10238"/>
              <a:gd name="connsiteX60" fmla="*/ 6149 w 10000"/>
              <a:gd name="connsiteY60" fmla="*/ 7354 h 10238"/>
              <a:gd name="connsiteX61" fmla="*/ 5721 w 10000"/>
              <a:gd name="connsiteY61" fmla="*/ 7502 h 10238"/>
              <a:gd name="connsiteX62" fmla="*/ 5338 w 10000"/>
              <a:gd name="connsiteY62" fmla="*/ 7626 h 10238"/>
              <a:gd name="connsiteX63" fmla="*/ 4797 w 10000"/>
              <a:gd name="connsiteY63" fmla="*/ 7774 h 10238"/>
              <a:gd name="connsiteX64" fmla="*/ 4527 w 10000"/>
              <a:gd name="connsiteY64" fmla="*/ 8218 h 10238"/>
              <a:gd name="connsiteX65" fmla="*/ 4685 w 10000"/>
              <a:gd name="connsiteY65" fmla="*/ 8833 h 10238"/>
              <a:gd name="connsiteX66" fmla="*/ 3687 w 10000"/>
              <a:gd name="connsiteY66" fmla="*/ 10238 h 10238"/>
              <a:gd name="connsiteX0" fmla="*/ 822 w 10000"/>
              <a:gd name="connsiteY0" fmla="*/ 10192 h 10238"/>
              <a:gd name="connsiteX1" fmla="*/ 270 w 10000"/>
              <a:gd name="connsiteY1" fmla="*/ 9424 h 10238"/>
              <a:gd name="connsiteX2" fmla="*/ 90 w 10000"/>
              <a:gd name="connsiteY2" fmla="*/ 9113 h 10238"/>
              <a:gd name="connsiteX3" fmla="*/ 270 w 10000"/>
              <a:gd name="connsiteY3" fmla="*/ 8716 h 10238"/>
              <a:gd name="connsiteX4" fmla="*/ 180 w 10000"/>
              <a:gd name="connsiteY4" fmla="*/ 8716 h 10238"/>
              <a:gd name="connsiteX5" fmla="*/ 518 w 10000"/>
              <a:gd name="connsiteY5" fmla="*/ 8381 h 10238"/>
              <a:gd name="connsiteX6" fmla="*/ 586 w 10000"/>
              <a:gd name="connsiteY6" fmla="*/ 8272 h 10238"/>
              <a:gd name="connsiteX7" fmla="*/ 631 w 10000"/>
              <a:gd name="connsiteY7" fmla="*/ 8132 h 10238"/>
              <a:gd name="connsiteX8" fmla="*/ 631 w 10000"/>
              <a:gd name="connsiteY8" fmla="*/ 7969 h 10238"/>
              <a:gd name="connsiteX9" fmla="*/ 586 w 10000"/>
              <a:gd name="connsiteY9" fmla="*/ 7829 h 10238"/>
              <a:gd name="connsiteX10" fmla="*/ 270 w 10000"/>
              <a:gd name="connsiteY10" fmla="*/ 7665 h 10238"/>
              <a:gd name="connsiteX11" fmla="*/ 0 w 10000"/>
              <a:gd name="connsiteY11" fmla="*/ 7556 h 10238"/>
              <a:gd name="connsiteX12" fmla="*/ 180 w 10000"/>
              <a:gd name="connsiteY12" fmla="*/ 7385 h 10238"/>
              <a:gd name="connsiteX13" fmla="*/ 338 w 10000"/>
              <a:gd name="connsiteY13" fmla="*/ 7307 h 10238"/>
              <a:gd name="connsiteX14" fmla="*/ 518 w 10000"/>
              <a:gd name="connsiteY14" fmla="*/ 7105 h 10238"/>
              <a:gd name="connsiteX15" fmla="*/ 721 w 10000"/>
              <a:gd name="connsiteY15" fmla="*/ 6942 h 10238"/>
              <a:gd name="connsiteX16" fmla="*/ 1937 w 10000"/>
              <a:gd name="connsiteY16" fmla="*/ 4887 h 10238"/>
              <a:gd name="connsiteX17" fmla="*/ 1779 w 10000"/>
              <a:gd name="connsiteY17" fmla="*/ 4078 h 10238"/>
              <a:gd name="connsiteX18" fmla="*/ 2095 w 10000"/>
              <a:gd name="connsiteY18" fmla="*/ 3440 h 10238"/>
              <a:gd name="connsiteX19" fmla="*/ 2297 w 10000"/>
              <a:gd name="connsiteY19" fmla="*/ 2825 h 10238"/>
              <a:gd name="connsiteX20" fmla="*/ 2500 w 10000"/>
              <a:gd name="connsiteY20" fmla="*/ 1798 h 10238"/>
              <a:gd name="connsiteX21" fmla="*/ 2500 w 10000"/>
              <a:gd name="connsiteY21" fmla="*/ 1105 h 10238"/>
              <a:gd name="connsiteX22" fmla="*/ 2027 w 10000"/>
              <a:gd name="connsiteY22" fmla="*/ 521 h 10238"/>
              <a:gd name="connsiteX23" fmla="*/ 4212 w 10000"/>
              <a:gd name="connsiteY23" fmla="*/ 0 h 10238"/>
              <a:gd name="connsiteX24" fmla="*/ 4932 w 10000"/>
              <a:gd name="connsiteY24" fmla="*/ 272 h 10238"/>
              <a:gd name="connsiteX25" fmla="*/ 5338 w 10000"/>
              <a:gd name="connsiteY25" fmla="*/ 545 h 10238"/>
              <a:gd name="connsiteX26" fmla="*/ 5563 w 10000"/>
              <a:gd name="connsiteY26" fmla="*/ 903 h 10238"/>
              <a:gd name="connsiteX27" fmla="*/ 6149 w 10000"/>
              <a:gd name="connsiteY27" fmla="*/ 1082 h 10238"/>
              <a:gd name="connsiteX28" fmla="*/ 6869 w 10000"/>
              <a:gd name="connsiteY28" fmla="*/ 1276 h 10238"/>
              <a:gd name="connsiteX29" fmla="*/ 7027 w 10000"/>
              <a:gd name="connsiteY29" fmla="*/ 1603 h 10238"/>
              <a:gd name="connsiteX30" fmla="*/ 6712 w 10000"/>
              <a:gd name="connsiteY30" fmla="*/ 1743 h 10238"/>
              <a:gd name="connsiteX31" fmla="*/ 6622 w 10000"/>
              <a:gd name="connsiteY31" fmla="*/ 2016 h 10238"/>
              <a:gd name="connsiteX32" fmla="*/ 7658 w 10000"/>
              <a:gd name="connsiteY32" fmla="*/ 2428 h 10238"/>
              <a:gd name="connsiteX33" fmla="*/ 8131 w 10000"/>
              <a:gd name="connsiteY33" fmla="*/ 2825 h 10238"/>
              <a:gd name="connsiteX34" fmla="*/ 8694 w 10000"/>
              <a:gd name="connsiteY34" fmla="*/ 3362 h 10238"/>
              <a:gd name="connsiteX35" fmla="*/ 9437 w 10000"/>
              <a:gd name="connsiteY35" fmla="*/ 3494 h 10238"/>
              <a:gd name="connsiteX36" fmla="*/ 9842 w 10000"/>
              <a:gd name="connsiteY36" fmla="*/ 3362 h 10238"/>
              <a:gd name="connsiteX37" fmla="*/ 9842 w 10000"/>
              <a:gd name="connsiteY37" fmla="*/ 3494 h 10238"/>
              <a:gd name="connsiteX38" fmla="*/ 9842 w 10000"/>
              <a:gd name="connsiteY38" fmla="*/ 3907 h 10238"/>
              <a:gd name="connsiteX39" fmla="*/ 10000 w 10000"/>
              <a:gd name="connsiteY39" fmla="*/ 4335 h 10238"/>
              <a:gd name="connsiteX40" fmla="*/ 9932 w 10000"/>
              <a:gd name="connsiteY40" fmla="*/ 4405 h 10238"/>
              <a:gd name="connsiteX41" fmla="*/ 9685 w 10000"/>
              <a:gd name="connsiteY41" fmla="*/ 4498 h 10238"/>
              <a:gd name="connsiteX42" fmla="*/ 9122 w 10000"/>
              <a:gd name="connsiteY42" fmla="*/ 4607 h 10238"/>
              <a:gd name="connsiteX43" fmla="*/ 7658 w 10000"/>
              <a:gd name="connsiteY43" fmla="*/ 4747 h 10238"/>
              <a:gd name="connsiteX44" fmla="*/ 7342 w 10000"/>
              <a:gd name="connsiteY44" fmla="*/ 4825 h 10238"/>
              <a:gd name="connsiteX45" fmla="*/ 7185 w 10000"/>
              <a:gd name="connsiteY45" fmla="*/ 4965 h 10238"/>
              <a:gd name="connsiteX46" fmla="*/ 7590 w 10000"/>
              <a:gd name="connsiteY46" fmla="*/ 5183 h 10238"/>
              <a:gd name="connsiteX47" fmla="*/ 7748 w 10000"/>
              <a:gd name="connsiteY47" fmla="*/ 5300 h 10238"/>
              <a:gd name="connsiteX48" fmla="*/ 7748 w 10000"/>
              <a:gd name="connsiteY48" fmla="*/ 5385 h 10238"/>
              <a:gd name="connsiteX49" fmla="*/ 7658 w 10000"/>
              <a:gd name="connsiteY49" fmla="*/ 5471 h 10238"/>
              <a:gd name="connsiteX50" fmla="*/ 7185 w 10000"/>
              <a:gd name="connsiteY50" fmla="*/ 5774 h 10238"/>
              <a:gd name="connsiteX51" fmla="*/ 7590 w 10000"/>
              <a:gd name="connsiteY51" fmla="*/ 5969 h 10238"/>
              <a:gd name="connsiteX52" fmla="*/ 8131 w 10000"/>
              <a:gd name="connsiteY52" fmla="*/ 6109 h 10238"/>
              <a:gd name="connsiteX53" fmla="*/ 7748 w 10000"/>
              <a:gd name="connsiteY53" fmla="*/ 6272 h 10238"/>
              <a:gd name="connsiteX54" fmla="*/ 7095 w 10000"/>
              <a:gd name="connsiteY54" fmla="*/ 6381 h 10238"/>
              <a:gd name="connsiteX55" fmla="*/ 7500 w 10000"/>
              <a:gd name="connsiteY55" fmla="*/ 6693 h 10238"/>
              <a:gd name="connsiteX56" fmla="*/ 6059 w 10000"/>
              <a:gd name="connsiteY56" fmla="*/ 6669 h 10238"/>
              <a:gd name="connsiteX57" fmla="*/ 5721 w 10000"/>
              <a:gd name="connsiteY57" fmla="*/ 6965 h 10238"/>
              <a:gd name="connsiteX58" fmla="*/ 5901 w 10000"/>
              <a:gd name="connsiteY58" fmla="*/ 7105 h 10238"/>
              <a:gd name="connsiteX59" fmla="*/ 6149 w 10000"/>
              <a:gd name="connsiteY59" fmla="*/ 7268 h 10238"/>
              <a:gd name="connsiteX60" fmla="*/ 6149 w 10000"/>
              <a:gd name="connsiteY60" fmla="*/ 7354 h 10238"/>
              <a:gd name="connsiteX61" fmla="*/ 5721 w 10000"/>
              <a:gd name="connsiteY61" fmla="*/ 7502 h 10238"/>
              <a:gd name="connsiteX62" fmla="*/ 5338 w 10000"/>
              <a:gd name="connsiteY62" fmla="*/ 7626 h 10238"/>
              <a:gd name="connsiteX63" fmla="*/ 4797 w 10000"/>
              <a:gd name="connsiteY63" fmla="*/ 7774 h 10238"/>
              <a:gd name="connsiteX64" fmla="*/ 4527 w 10000"/>
              <a:gd name="connsiteY64" fmla="*/ 8218 h 10238"/>
              <a:gd name="connsiteX65" fmla="*/ 4685 w 10000"/>
              <a:gd name="connsiteY65" fmla="*/ 8833 h 10238"/>
              <a:gd name="connsiteX66" fmla="*/ 3687 w 10000"/>
              <a:gd name="connsiteY66" fmla="*/ 10238 h 10238"/>
              <a:gd name="connsiteX0" fmla="*/ 822 w 10000"/>
              <a:gd name="connsiteY0" fmla="*/ 10192 h 10316"/>
              <a:gd name="connsiteX1" fmla="*/ 567 w 10000"/>
              <a:gd name="connsiteY1" fmla="*/ 10188 h 10316"/>
              <a:gd name="connsiteX2" fmla="*/ 270 w 10000"/>
              <a:gd name="connsiteY2" fmla="*/ 9424 h 10316"/>
              <a:gd name="connsiteX3" fmla="*/ 90 w 10000"/>
              <a:gd name="connsiteY3" fmla="*/ 9113 h 10316"/>
              <a:gd name="connsiteX4" fmla="*/ 270 w 10000"/>
              <a:gd name="connsiteY4" fmla="*/ 8716 h 10316"/>
              <a:gd name="connsiteX5" fmla="*/ 180 w 10000"/>
              <a:gd name="connsiteY5" fmla="*/ 8716 h 10316"/>
              <a:gd name="connsiteX6" fmla="*/ 518 w 10000"/>
              <a:gd name="connsiteY6" fmla="*/ 8381 h 10316"/>
              <a:gd name="connsiteX7" fmla="*/ 586 w 10000"/>
              <a:gd name="connsiteY7" fmla="*/ 8272 h 10316"/>
              <a:gd name="connsiteX8" fmla="*/ 631 w 10000"/>
              <a:gd name="connsiteY8" fmla="*/ 8132 h 10316"/>
              <a:gd name="connsiteX9" fmla="*/ 631 w 10000"/>
              <a:gd name="connsiteY9" fmla="*/ 7969 h 10316"/>
              <a:gd name="connsiteX10" fmla="*/ 586 w 10000"/>
              <a:gd name="connsiteY10" fmla="*/ 7829 h 10316"/>
              <a:gd name="connsiteX11" fmla="*/ 270 w 10000"/>
              <a:gd name="connsiteY11" fmla="*/ 7665 h 10316"/>
              <a:gd name="connsiteX12" fmla="*/ 0 w 10000"/>
              <a:gd name="connsiteY12" fmla="*/ 7556 h 10316"/>
              <a:gd name="connsiteX13" fmla="*/ 180 w 10000"/>
              <a:gd name="connsiteY13" fmla="*/ 7385 h 10316"/>
              <a:gd name="connsiteX14" fmla="*/ 338 w 10000"/>
              <a:gd name="connsiteY14" fmla="*/ 7307 h 10316"/>
              <a:gd name="connsiteX15" fmla="*/ 518 w 10000"/>
              <a:gd name="connsiteY15" fmla="*/ 7105 h 10316"/>
              <a:gd name="connsiteX16" fmla="*/ 721 w 10000"/>
              <a:gd name="connsiteY16" fmla="*/ 6942 h 10316"/>
              <a:gd name="connsiteX17" fmla="*/ 1937 w 10000"/>
              <a:gd name="connsiteY17" fmla="*/ 4887 h 10316"/>
              <a:gd name="connsiteX18" fmla="*/ 1779 w 10000"/>
              <a:gd name="connsiteY18" fmla="*/ 4078 h 10316"/>
              <a:gd name="connsiteX19" fmla="*/ 2095 w 10000"/>
              <a:gd name="connsiteY19" fmla="*/ 3440 h 10316"/>
              <a:gd name="connsiteX20" fmla="*/ 2297 w 10000"/>
              <a:gd name="connsiteY20" fmla="*/ 2825 h 10316"/>
              <a:gd name="connsiteX21" fmla="*/ 2500 w 10000"/>
              <a:gd name="connsiteY21" fmla="*/ 1798 h 10316"/>
              <a:gd name="connsiteX22" fmla="*/ 2500 w 10000"/>
              <a:gd name="connsiteY22" fmla="*/ 1105 h 10316"/>
              <a:gd name="connsiteX23" fmla="*/ 2027 w 10000"/>
              <a:gd name="connsiteY23" fmla="*/ 521 h 10316"/>
              <a:gd name="connsiteX24" fmla="*/ 4212 w 10000"/>
              <a:gd name="connsiteY24" fmla="*/ 0 h 10316"/>
              <a:gd name="connsiteX25" fmla="*/ 4932 w 10000"/>
              <a:gd name="connsiteY25" fmla="*/ 272 h 10316"/>
              <a:gd name="connsiteX26" fmla="*/ 5338 w 10000"/>
              <a:gd name="connsiteY26" fmla="*/ 545 h 10316"/>
              <a:gd name="connsiteX27" fmla="*/ 5563 w 10000"/>
              <a:gd name="connsiteY27" fmla="*/ 903 h 10316"/>
              <a:gd name="connsiteX28" fmla="*/ 6149 w 10000"/>
              <a:gd name="connsiteY28" fmla="*/ 1082 h 10316"/>
              <a:gd name="connsiteX29" fmla="*/ 6869 w 10000"/>
              <a:gd name="connsiteY29" fmla="*/ 1276 h 10316"/>
              <a:gd name="connsiteX30" fmla="*/ 7027 w 10000"/>
              <a:gd name="connsiteY30" fmla="*/ 1603 h 10316"/>
              <a:gd name="connsiteX31" fmla="*/ 6712 w 10000"/>
              <a:gd name="connsiteY31" fmla="*/ 1743 h 10316"/>
              <a:gd name="connsiteX32" fmla="*/ 6622 w 10000"/>
              <a:gd name="connsiteY32" fmla="*/ 2016 h 10316"/>
              <a:gd name="connsiteX33" fmla="*/ 7658 w 10000"/>
              <a:gd name="connsiteY33" fmla="*/ 2428 h 10316"/>
              <a:gd name="connsiteX34" fmla="*/ 8131 w 10000"/>
              <a:gd name="connsiteY34" fmla="*/ 2825 h 10316"/>
              <a:gd name="connsiteX35" fmla="*/ 8694 w 10000"/>
              <a:gd name="connsiteY35" fmla="*/ 3362 h 10316"/>
              <a:gd name="connsiteX36" fmla="*/ 9437 w 10000"/>
              <a:gd name="connsiteY36" fmla="*/ 3494 h 10316"/>
              <a:gd name="connsiteX37" fmla="*/ 9842 w 10000"/>
              <a:gd name="connsiteY37" fmla="*/ 3362 h 10316"/>
              <a:gd name="connsiteX38" fmla="*/ 9842 w 10000"/>
              <a:gd name="connsiteY38" fmla="*/ 3494 h 10316"/>
              <a:gd name="connsiteX39" fmla="*/ 9842 w 10000"/>
              <a:gd name="connsiteY39" fmla="*/ 3907 h 10316"/>
              <a:gd name="connsiteX40" fmla="*/ 10000 w 10000"/>
              <a:gd name="connsiteY40" fmla="*/ 4335 h 10316"/>
              <a:gd name="connsiteX41" fmla="*/ 9932 w 10000"/>
              <a:gd name="connsiteY41" fmla="*/ 4405 h 10316"/>
              <a:gd name="connsiteX42" fmla="*/ 9685 w 10000"/>
              <a:gd name="connsiteY42" fmla="*/ 4498 h 10316"/>
              <a:gd name="connsiteX43" fmla="*/ 9122 w 10000"/>
              <a:gd name="connsiteY43" fmla="*/ 4607 h 10316"/>
              <a:gd name="connsiteX44" fmla="*/ 7658 w 10000"/>
              <a:gd name="connsiteY44" fmla="*/ 4747 h 10316"/>
              <a:gd name="connsiteX45" fmla="*/ 7342 w 10000"/>
              <a:gd name="connsiteY45" fmla="*/ 4825 h 10316"/>
              <a:gd name="connsiteX46" fmla="*/ 7185 w 10000"/>
              <a:gd name="connsiteY46" fmla="*/ 4965 h 10316"/>
              <a:gd name="connsiteX47" fmla="*/ 7590 w 10000"/>
              <a:gd name="connsiteY47" fmla="*/ 5183 h 10316"/>
              <a:gd name="connsiteX48" fmla="*/ 7748 w 10000"/>
              <a:gd name="connsiteY48" fmla="*/ 5300 h 10316"/>
              <a:gd name="connsiteX49" fmla="*/ 7748 w 10000"/>
              <a:gd name="connsiteY49" fmla="*/ 5385 h 10316"/>
              <a:gd name="connsiteX50" fmla="*/ 7658 w 10000"/>
              <a:gd name="connsiteY50" fmla="*/ 5471 h 10316"/>
              <a:gd name="connsiteX51" fmla="*/ 7185 w 10000"/>
              <a:gd name="connsiteY51" fmla="*/ 5774 h 10316"/>
              <a:gd name="connsiteX52" fmla="*/ 7590 w 10000"/>
              <a:gd name="connsiteY52" fmla="*/ 5969 h 10316"/>
              <a:gd name="connsiteX53" fmla="*/ 8131 w 10000"/>
              <a:gd name="connsiteY53" fmla="*/ 6109 h 10316"/>
              <a:gd name="connsiteX54" fmla="*/ 7748 w 10000"/>
              <a:gd name="connsiteY54" fmla="*/ 6272 h 10316"/>
              <a:gd name="connsiteX55" fmla="*/ 7095 w 10000"/>
              <a:gd name="connsiteY55" fmla="*/ 6381 h 10316"/>
              <a:gd name="connsiteX56" fmla="*/ 7500 w 10000"/>
              <a:gd name="connsiteY56" fmla="*/ 6693 h 10316"/>
              <a:gd name="connsiteX57" fmla="*/ 6059 w 10000"/>
              <a:gd name="connsiteY57" fmla="*/ 6669 h 10316"/>
              <a:gd name="connsiteX58" fmla="*/ 5721 w 10000"/>
              <a:gd name="connsiteY58" fmla="*/ 6965 h 10316"/>
              <a:gd name="connsiteX59" fmla="*/ 5901 w 10000"/>
              <a:gd name="connsiteY59" fmla="*/ 7105 h 10316"/>
              <a:gd name="connsiteX60" fmla="*/ 6149 w 10000"/>
              <a:gd name="connsiteY60" fmla="*/ 7268 h 10316"/>
              <a:gd name="connsiteX61" fmla="*/ 6149 w 10000"/>
              <a:gd name="connsiteY61" fmla="*/ 7354 h 10316"/>
              <a:gd name="connsiteX62" fmla="*/ 5721 w 10000"/>
              <a:gd name="connsiteY62" fmla="*/ 7502 h 10316"/>
              <a:gd name="connsiteX63" fmla="*/ 5338 w 10000"/>
              <a:gd name="connsiteY63" fmla="*/ 7626 h 10316"/>
              <a:gd name="connsiteX64" fmla="*/ 4797 w 10000"/>
              <a:gd name="connsiteY64" fmla="*/ 7774 h 10316"/>
              <a:gd name="connsiteX65" fmla="*/ 4527 w 10000"/>
              <a:gd name="connsiteY65" fmla="*/ 8218 h 10316"/>
              <a:gd name="connsiteX66" fmla="*/ 4685 w 10000"/>
              <a:gd name="connsiteY66" fmla="*/ 8833 h 10316"/>
              <a:gd name="connsiteX67" fmla="*/ 3687 w 10000"/>
              <a:gd name="connsiteY67" fmla="*/ 10238 h 10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10000" h="10316">
                <a:moveTo>
                  <a:pt x="822" y="10192"/>
                </a:moveTo>
                <a:cubicBezTo>
                  <a:pt x="780" y="10191"/>
                  <a:pt x="659" y="10316"/>
                  <a:pt x="567" y="10188"/>
                </a:cubicBezTo>
                <a:cubicBezTo>
                  <a:pt x="475" y="10060"/>
                  <a:pt x="349" y="9603"/>
                  <a:pt x="270" y="9424"/>
                </a:cubicBezTo>
                <a:lnTo>
                  <a:pt x="90" y="9113"/>
                </a:lnTo>
                <a:lnTo>
                  <a:pt x="270" y="8716"/>
                </a:lnTo>
                <a:lnTo>
                  <a:pt x="180" y="8716"/>
                </a:lnTo>
                <a:lnTo>
                  <a:pt x="518" y="8381"/>
                </a:lnTo>
                <a:cubicBezTo>
                  <a:pt x="541" y="8345"/>
                  <a:pt x="563" y="8308"/>
                  <a:pt x="586" y="8272"/>
                </a:cubicBezTo>
                <a:cubicBezTo>
                  <a:pt x="601" y="8225"/>
                  <a:pt x="616" y="8179"/>
                  <a:pt x="631" y="8132"/>
                </a:cubicBezTo>
                <a:lnTo>
                  <a:pt x="631" y="7969"/>
                </a:lnTo>
                <a:cubicBezTo>
                  <a:pt x="616" y="7922"/>
                  <a:pt x="601" y="7876"/>
                  <a:pt x="586" y="7829"/>
                </a:cubicBezTo>
                <a:lnTo>
                  <a:pt x="270" y="7665"/>
                </a:lnTo>
                <a:lnTo>
                  <a:pt x="0" y="7556"/>
                </a:lnTo>
                <a:lnTo>
                  <a:pt x="180" y="7385"/>
                </a:lnTo>
                <a:lnTo>
                  <a:pt x="338" y="7307"/>
                </a:lnTo>
                <a:lnTo>
                  <a:pt x="518" y="7105"/>
                </a:lnTo>
                <a:lnTo>
                  <a:pt x="721" y="6942"/>
                </a:lnTo>
                <a:lnTo>
                  <a:pt x="1937" y="4887"/>
                </a:lnTo>
                <a:cubicBezTo>
                  <a:pt x="1884" y="4617"/>
                  <a:pt x="1832" y="4348"/>
                  <a:pt x="1779" y="4078"/>
                </a:cubicBezTo>
                <a:lnTo>
                  <a:pt x="2095" y="3440"/>
                </a:lnTo>
                <a:cubicBezTo>
                  <a:pt x="2162" y="3235"/>
                  <a:pt x="2230" y="3030"/>
                  <a:pt x="2297" y="2825"/>
                </a:cubicBezTo>
                <a:cubicBezTo>
                  <a:pt x="2365" y="2483"/>
                  <a:pt x="2432" y="2140"/>
                  <a:pt x="2500" y="1798"/>
                </a:cubicBezTo>
                <a:lnTo>
                  <a:pt x="2500" y="1105"/>
                </a:lnTo>
                <a:lnTo>
                  <a:pt x="2027" y="521"/>
                </a:lnTo>
                <a:lnTo>
                  <a:pt x="4212" y="0"/>
                </a:lnTo>
                <a:lnTo>
                  <a:pt x="4932" y="272"/>
                </a:lnTo>
                <a:lnTo>
                  <a:pt x="5338" y="545"/>
                </a:lnTo>
                <a:lnTo>
                  <a:pt x="5563" y="903"/>
                </a:lnTo>
                <a:lnTo>
                  <a:pt x="6149" y="1082"/>
                </a:lnTo>
                <a:lnTo>
                  <a:pt x="6869" y="1276"/>
                </a:lnTo>
                <a:cubicBezTo>
                  <a:pt x="6922" y="1385"/>
                  <a:pt x="6974" y="1494"/>
                  <a:pt x="7027" y="1603"/>
                </a:cubicBezTo>
                <a:lnTo>
                  <a:pt x="6712" y="1743"/>
                </a:lnTo>
                <a:lnTo>
                  <a:pt x="6622" y="2016"/>
                </a:lnTo>
                <a:lnTo>
                  <a:pt x="7658" y="2428"/>
                </a:lnTo>
                <a:lnTo>
                  <a:pt x="8131" y="2825"/>
                </a:lnTo>
                <a:lnTo>
                  <a:pt x="8694" y="3362"/>
                </a:lnTo>
                <a:lnTo>
                  <a:pt x="9437" y="3494"/>
                </a:lnTo>
                <a:lnTo>
                  <a:pt x="9842" y="3362"/>
                </a:lnTo>
                <a:lnTo>
                  <a:pt x="9842" y="3494"/>
                </a:lnTo>
                <a:lnTo>
                  <a:pt x="9842" y="3907"/>
                </a:lnTo>
                <a:cubicBezTo>
                  <a:pt x="9895" y="4050"/>
                  <a:pt x="9947" y="4192"/>
                  <a:pt x="10000" y="4335"/>
                </a:cubicBezTo>
                <a:cubicBezTo>
                  <a:pt x="9977" y="4358"/>
                  <a:pt x="9955" y="4382"/>
                  <a:pt x="9932" y="4405"/>
                </a:cubicBezTo>
                <a:lnTo>
                  <a:pt x="9685" y="4498"/>
                </a:lnTo>
                <a:lnTo>
                  <a:pt x="9122" y="4607"/>
                </a:lnTo>
                <a:lnTo>
                  <a:pt x="7658" y="4747"/>
                </a:lnTo>
                <a:lnTo>
                  <a:pt x="7342" y="4825"/>
                </a:lnTo>
                <a:cubicBezTo>
                  <a:pt x="7290" y="4872"/>
                  <a:pt x="7237" y="4918"/>
                  <a:pt x="7185" y="4965"/>
                </a:cubicBezTo>
                <a:lnTo>
                  <a:pt x="7590" y="5183"/>
                </a:lnTo>
                <a:lnTo>
                  <a:pt x="7748" y="5300"/>
                </a:lnTo>
                <a:lnTo>
                  <a:pt x="7748" y="5385"/>
                </a:lnTo>
                <a:cubicBezTo>
                  <a:pt x="7718" y="5414"/>
                  <a:pt x="7688" y="5442"/>
                  <a:pt x="7658" y="5471"/>
                </a:cubicBezTo>
                <a:lnTo>
                  <a:pt x="7185" y="5774"/>
                </a:lnTo>
                <a:lnTo>
                  <a:pt x="7590" y="5969"/>
                </a:lnTo>
                <a:lnTo>
                  <a:pt x="8131" y="6109"/>
                </a:lnTo>
                <a:lnTo>
                  <a:pt x="7748" y="6272"/>
                </a:lnTo>
                <a:lnTo>
                  <a:pt x="7095" y="6381"/>
                </a:lnTo>
                <a:lnTo>
                  <a:pt x="7500" y="6693"/>
                </a:lnTo>
                <a:lnTo>
                  <a:pt x="6059" y="6669"/>
                </a:lnTo>
                <a:lnTo>
                  <a:pt x="5721" y="6965"/>
                </a:lnTo>
                <a:lnTo>
                  <a:pt x="5901" y="7105"/>
                </a:lnTo>
                <a:lnTo>
                  <a:pt x="6149" y="7268"/>
                </a:lnTo>
                <a:lnTo>
                  <a:pt x="6149" y="7354"/>
                </a:lnTo>
                <a:lnTo>
                  <a:pt x="5721" y="7502"/>
                </a:lnTo>
                <a:lnTo>
                  <a:pt x="5338" y="7626"/>
                </a:lnTo>
                <a:lnTo>
                  <a:pt x="4797" y="7774"/>
                </a:lnTo>
                <a:lnTo>
                  <a:pt x="4527" y="8218"/>
                </a:lnTo>
                <a:cubicBezTo>
                  <a:pt x="4580" y="8423"/>
                  <a:pt x="4632" y="8628"/>
                  <a:pt x="4685" y="8833"/>
                </a:cubicBezTo>
                <a:lnTo>
                  <a:pt x="3687" y="10238"/>
                </a:lnTo>
              </a:path>
            </a:pathLst>
          </a:custGeom>
          <a:solidFill>
            <a:schemeClr val="accent2">
              <a:lumMod val="75000"/>
            </a:schemeClr>
          </a:solidFill>
          <a:ln w="12700" cmpd="sng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60" name="Freeform 259"/>
          <p:cNvSpPr>
            <a:spLocks/>
          </p:cNvSpPr>
          <p:nvPr/>
        </p:nvSpPr>
        <p:spPr bwMode="auto">
          <a:xfrm>
            <a:off x="2332279" y="5741894"/>
            <a:ext cx="122394" cy="501289"/>
          </a:xfrm>
          <a:custGeom>
            <a:avLst/>
            <a:gdLst>
              <a:gd name="connsiteX0" fmla="*/ 5166 w 12637"/>
              <a:gd name="connsiteY0" fmla="*/ 0 h 10000"/>
              <a:gd name="connsiteX1" fmla="*/ 8647 w 12637"/>
              <a:gd name="connsiteY1" fmla="*/ 0 h 10000"/>
              <a:gd name="connsiteX2" fmla="*/ 8736 w 12637"/>
              <a:gd name="connsiteY2" fmla="*/ 468 h 10000"/>
              <a:gd name="connsiteX3" fmla="*/ 9468 w 12637"/>
              <a:gd name="connsiteY3" fmla="*/ 785 h 10000"/>
              <a:gd name="connsiteX4" fmla="*/ 9667 w 12637"/>
              <a:gd name="connsiteY4" fmla="*/ 906 h 10000"/>
              <a:gd name="connsiteX5" fmla="*/ 9756 w 12637"/>
              <a:gd name="connsiteY5" fmla="*/ 1016 h 10000"/>
              <a:gd name="connsiteX6" fmla="*/ 9601 w 12637"/>
              <a:gd name="connsiteY6" fmla="*/ 1149 h 10000"/>
              <a:gd name="connsiteX7" fmla="*/ 9113 w 12637"/>
              <a:gd name="connsiteY7" fmla="*/ 1363 h 10000"/>
              <a:gd name="connsiteX8" fmla="*/ 9113 w 12637"/>
              <a:gd name="connsiteY8" fmla="*/ 1998 h 10000"/>
              <a:gd name="connsiteX9" fmla="*/ 8182 w 12637"/>
              <a:gd name="connsiteY9" fmla="*/ 2038 h 10000"/>
              <a:gd name="connsiteX10" fmla="*/ 7539 w 12637"/>
              <a:gd name="connsiteY10" fmla="*/ 2148 h 10000"/>
              <a:gd name="connsiteX11" fmla="*/ 7295 w 12637"/>
              <a:gd name="connsiteY11" fmla="*/ 2206 h 10000"/>
              <a:gd name="connsiteX12" fmla="*/ 7206 w 12637"/>
              <a:gd name="connsiteY12" fmla="*/ 2333 h 10000"/>
              <a:gd name="connsiteX13" fmla="*/ 7206 w 12637"/>
              <a:gd name="connsiteY13" fmla="*/ 2413 h 10000"/>
              <a:gd name="connsiteX14" fmla="*/ 7472 w 12637"/>
              <a:gd name="connsiteY14" fmla="*/ 2517 h 10000"/>
              <a:gd name="connsiteX15" fmla="*/ 8027 w 12637"/>
              <a:gd name="connsiteY15" fmla="*/ 2719 h 10000"/>
              <a:gd name="connsiteX16" fmla="*/ 8093 w 12637"/>
              <a:gd name="connsiteY16" fmla="*/ 2962 h 10000"/>
              <a:gd name="connsiteX17" fmla="*/ 7627 w 12637"/>
              <a:gd name="connsiteY17" fmla="*/ 3176 h 10000"/>
              <a:gd name="connsiteX18" fmla="*/ 6896 w 12637"/>
              <a:gd name="connsiteY18" fmla="*/ 3337 h 10000"/>
              <a:gd name="connsiteX19" fmla="*/ 6652 w 12637"/>
              <a:gd name="connsiteY19" fmla="*/ 3505 h 10000"/>
              <a:gd name="connsiteX20" fmla="*/ 6497 w 12637"/>
              <a:gd name="connsiteY20" fmla="*/ 3736 h 10000"/>
              <a:gd name="connsiteX21" fmla="*/ 6652 w 12637"/>
              <a:gd name="connsiteY21" fmla="*/ 3978 h 10000"/>
              <a:gd name="connsiteX22" fmla="*/ 6585 w 12637"/>
              <a:gd name="connsiteY22" fmla="*/ 4244 h 10000"/>
              <a:gd name="connsiteX23" fmla="*/ 6275 w 12637"/>
              <a:gd name="connsiteY23" fmla="*/ 4376 h 10000"/>
              <a:gd name="connsiteX24" fmla="*/ 5876 w 12637"/>
              <a:gd name="connsiteY24" fmla="*/ 4452 h 10000"/>
              <a:gd name="connsiteX25" fmla="*/ 5721 w 12637"/>
              <a:gd name="connsiteY25" fmla="*/ 4555 h 10000"/>
              <a:gd name="connsiteX26" fmla="*/ 5787 w 12637"/>
              <a:gd name="connsiteY26" fmla="*/ 4659 h 10000"/>
              <a:gd name="connsiteX27" fmla="*/ 6186 w 12637"/>
              <a:gd name="connsiteY27" fmla="*/ 4763 h 10000"/>
              <a:gd name="connsiteX28" fmla="*/ 6275 w 12637"/>
              <a:gd name="connsiteY28" fmla="*/ 4867 h 10000"/>
              <a:gd name="connsiteX29" fmla="*/ 6186 w 12637"/>
              <a:gd name="connsiteY29" fmla="*/ 4948 h 10000"/>
              <a:gd name="connsiteX30" fmla="*/ 5876 w 12637"/>
              <a:gd name="connsiteY30" fmla="*/ 5092 h 10000"/>
              <a:gd name="connsiteX31" fmla="*/ 5721 w 12637"/>
              <a:gd name="connsiteY31" fmla="*/ 5300 h 10000"/>
              <a:gd name="connsiteX32" fmla="*/ 5942 w 12637"/>
              <a:gd name="connsiteY32" fmla="*/ 5485 h 10000"/>
              <a:gd name="connsiteX33" fmla="*/ 6275 w 12637"/>
              <a:gd name="connsiteY33" fmla="*/ 5566 h 10000"/>
              <a:gd name="connsiteX34" fmla="*/ 6275 w 12637"/>
              <a:gd name="connsiteY34" fmla="*/ 5774 h 10000"/>
              <a:gd name="connsiteX35" fmla="*/ 7073 w 12637"/>
              <a:gd name="connsiteY35" fmla="*/ 5791 h 10000"/>
              <a:gd name="connsiteX36" fmla="*/ 7472 w 12637"/>
              <a:gd name="connsiteY36" fmla="*/ 5872 h 10000"/>
              <a:gd name="connsiteX37" fmla="*/ 7295 w 12637"/>
              <a:gd name="connsiteY37" fmla="*/ 6068 h 10000"/>
              <a:gd name="connsiteX38" fmla="*/ 7007 w 12637"/>
              <a:gd name="connsiteY38" fmla="*/ 6068 h 10000"/>
              <a:gd name="connsiteX39" fmla="*/ 6275 w 12637"/>
              <a:gd name="connsiteY39" fmla="*/ 5976 h 10000"/>
              <a:gd name="connsiteX40" fmla="*/ 5721 w 12637"/>
              <a:gd name="connsiteY40" fmla="*/ 6045 h 10000"/>
              <a:gd name="connsiteX41" fmla="*/ 5565 w 12637"/>
              <a:gd name="connsiteY41" fmla="*/ 6184 h 10000"/>
              <a:gd name="connsiteX42" fmla="*/ 5632 w 12637"/>
              <a:gd name="connsiteY42" fmla="*/ 6391 h 10000"/>
              <a:gd name="connsiteX43" fmla="*/ 5942 w 12637"/>
              <a:gd name="connsiteY43" fmla="*/ 6582 h 10000"/>
              <a:gd name="connsiteX44" fmla="*/ 6741 w 12637"/>
              <a:gd name="connsiteY44" fmla="*/ 6617 h 10000"/>
              <a:gd name="connsiteX45" fmla="*/ 7140 w 12637"/>
              <a:gd name="connsiteY45" fmla="*/ 6778 h 10000"/>
              <a:gd name="connsiteX46" fmla="*/ 7007 w 12637"/>
              <a:gd name="connsiteY46" fmla="*/ 7032 h 10000"/>
              <a:gd name="connsiteX47" fmla="*/ 6341 w 12637"/>
              <a:gd name="connsiteY47" fmla="*/ 7194 h 10000"/>
              <a:gd name="connsiteX48" fmla="*/ 5565 w 12637"/>
              <a:gd name="connsiteY48" fmla="*/ 7298 h 10000"/>
              <a:gd name="connsiteX49" fmla="*/ 5255 w 12637"/>
              <a:gd name="connsiteY49" fmla="*/ 7512 h 10000"/>
              <a:gd name="connsiteX50" fmla="*/ 5255 w 12637"/>
              <a:gd name="connsiteY50" fmla="*/ 7714 h 10000"/>
              <a:gd name="connsiteX51" fmla="*/ 5632 w 12637"/>
              <a:gd name="connsiteY51" fmla="*/ 7835 h 10000"/>
              <a:gd name="connsiteX52" fmla="*/ 5632 w 12637"/>
              <a:gd name="connsiteY52" fmla="*/ 7979 h 10000"/>
              <a:gd name="connsiteX53" fmla="*/ 5255 w 12637"/>
              <a:gd name="connsiteY53" fmla="*/ 8100 h 10000"/>
              <a:gd name="connsiteX54" fmla="*/ 4612 w 12637"/>
              <a:gd name="connsiteY54" fmla="*/ 8124 h 10000"/>
              <a:gd name="connsiteX55" fmla="*/ 4279 w 12637"/>
              <a:gd name="connsiteY55" fmla="*/ 8204 h 10000"/>
              <a:gd name="connsiteX56" fmla="*/ 4124 w 12637"/>
              <a:gd name="connsiteY56" fmla="*/ 8314 h 10000"/>
              <a:gd name="connsiteX57" fmla="*/ 4124 w 12637"/>
              <a:gd name="connsiteY57" fmla="*/ 8620 h 10000"/>
              <a:gd name="connsiteX58" fmla="*/ 4191 w 12637"/>
              <a:gd name="connsiteY58" fmla="*/ 8741 h 10000"/>
              <a:gd name="connsiteX59" fmla="*/ 4457 w 12637"/>
              <a:gd name="connsiteY59" fmla="*/ 8828 h 10000"/>
              <a:gd name="connsiteX60" fmla="*/ 4612 w 12637"/>
              <a:gd name="connsiteY60" fmla="*/ 8845 h 10000"/>
              <a:gd name="connsiteX61" fmla="*/ 4834 w 12637"/>
              <a:gd name="connsiteY61" fmla="*/ 8828 h 10000"/>
              <a:gd name="connsiteX62" fmla="*/ 5255 w 12637"/>
              <a:gd name="connsiteY62" fmla="*/ 8788 h 10000"/>
              <a:gd name="connsiteX63" fmla="*/ 5455 w 12637"/>
              <a:gd name="connsiteY63" fmla="*/ 8828 h 10000"/>
              <a:gd name="connsiteX64" fmla="*/ 5632 w 12637"/>
              <a:gd name="connsiteY64" fmla="*/ 9221 h 10000"/>
              <a:gd name="connsiteX65" fmla="*/ 5942 w 12637"/>
              <a:gd name="connsiteY65" fmla="*/ 9319 h 10000"/>
              <a:gd name="connsiteX66" fmla="*/ 7472 w 12637"/>
              <a:gd name="connsiteY66" fmla="*/ 9301 h 10000"/>
              <a:gd name="connsiteX67" fmla="*/ 10000 w 12637"/>
              <a:gd name="connsiteY67" fmla="*/ 9319 h 10000"/>
              <a:gd name="connsiteX68" fmla="*/ 10000 w 12637"/>
              <a:gd name="connsiteY68" fmla="*/ 9423 h 10000"/>
              <a:gd name="connsiteX69" fmla="*/ 9933 w 12637"/>
              <a:gd name="connsiteY69" fmla="*/ 9509 h 10000"/>
              <a:gd name="connsiteX70" fmla="*/ 9601 w 12637"/>
              <a:gd name="connsiteY70" fmla="*/ 9527 h 10000"/>
              <a:gd name="connsiteX71" fmla="*/ 8027 w 12637"/>
              <a:gd name="connsiteY71" fmla="*/ 9671 h 10000"/>
              <a:gd name="connsiteX72" fmla="*/ 7539 w 12637"/>
              <a:gd name="connsiteY72" fmla="*/ 9775 h 10000"/>
              <a:gd name="connsiteX73" fmla="*/ 7140 w 12637"/>
              <a:gd name="connsiteY73" fmla="*/ 9873 h 10000"/>
              <a:gd name="connsiteX74" fmla="*/ 6741 w 12637"/>
              <a:gd name="connsiteY74" fmla="*/ 9977 h 10000"/>
              <a:gd name="connsiteX75" fmla="*/ 6341 w 12637"/>
              <a:gd name="connsiteY75" fmla="*/ 10000 h 10000"/>
              <a:gd name="connsiteX76" fmla="*/ 5565 w 12637"/>
              <a:gd name="connsiteY76" fmla="*/ 9896 h 10000"/>
              <a:gd name="connsiteX77" fmla="*/ 4678 w 12637"/>
              <a:gd name="connsiteY77" fmla="*/ 9873 h 10000"/>
              <a:gd name="connsiteX78" fmla="*/ 4191 w 12637"/>
              <a:gd name="connsiteY78" fmla="*/ 9792 h 10000"/>
              <a:gd name="connsiteX79" fmla="*/ 3902 w 12637"/>
              <a:gd name="connsiteY79" fmla="*/ 9758 h 10000"/>
              <a:gd name="connsiteX80" fmla="*/ 3836 w 12637"/>
              <a:gd name="connsiteY80" fmla="*/ 9694 h 10000"/>
              <a:gd name="connsiteX81" fmla="*/ 3725 w 12637"/>
              <a:gd name="connsiteY81" fmla="*/ 9567 h 10000"/>
              <a:gd name="connsiteX82" fmla="*/ 3415 w 12637"/>
              <a:gd name="connsiteY82" fmla="*/ 9486 h 10000"/>
              <a:gd name="connsiteX83" fmla="*/ 2949 w 12637"/>
              <a:gd name="connsiteY83" fmla="*/ 9446 h 10000"/>
              <a:gd name="connsiteX84" fmla="*/ 2550 w 12637"/>
              <a:gd name="connsiteY84" fmla="*/ 9469 h 10000"/>
              <a:gd name="connsiteX85" fmla="*/ 2239 w 12637"/>
              <a:gd name="connsiteY85" fmla="*/ 9365 h 10000"/>
              <a:gd name="connsiteX86" fmla="*/ 2084 w 12637"/>
              <a:gd name="connsiteY86" fmla="*/ 9284 h 10000"/>
              <a:gd name="connsiteX87" fmla="*/ 1574 w 12637"/>
              <a:gd name="connsiteY87" fmla="*/ 9174 h 10000"/>
              <a:gd name="connsiteX88" fmla="*/ 1375 w 12637"/>
              <a:gd name="connsiteY88" fmla="*/ 9140 h 10000"/>
              <a:gd name="connsiteX89" fmla="*/ 1197 w 12637"/>
              <a:gd name="connsiteY89" fmla="*/ 8955 h 10000"/>
              <a:gd name="connsiteX90" fmla="*/ 1197 w 12637"/>
              <a:gd name="connsiteY90" fmla="*/ 8845 h 10000"/>
              <a:gd name="connsiteX91" fmla="*/ 1197 w 12637"/>
              <a:gd name="connsiteY91" fmla="*/ 8724 h 10000"/>
              <a:gd name="connsiteX92" fmla="*/ 1109 w 12637"/>
              <a:gd name="connsiteY92" fmla="*/ 8516 h 10000"/>
              <a:gd name="connsiteX93" fmla="*/ 798 w 12637"/>
              <a:gd name="connsiteY93" fmla="*/ 8389 h 10000"/>
              <a:gd name="connsiteX94" fmla="*/ 865 w 12637"/>
              <a:gd name="connsiteY94" fmla="*/ 8314 h 10000"/>
              <a:gd name="connsiteX95" fmla="*/ 1109 w 12637"/>
              <a:gd name="connsiteY95" fmla="*/ 8285 h 10000"/>
              <a:gd name="connsiteX96" fmla="*/ 1530 w 12637"/>
              <a:gd name="connsiteY96" fmla="*/ 8187 h 10000"/>
              <a:gd name="connsiteX97" fmla="*/ 1663 w 12637"/>
              <a:gd name="connsiteY97" fmla="*/ 8100 h 10000"/>
              <a:gd name="connsiteX98" fmla="*/ 1729 w 12637"/>
              <a:gd name="connsiteY98" fmla="*/ 8060 h 10000"/>
              <a:gd name="connsiteX99" fmla="*/ 1441 w 12637"/>
              <a:gd name="connsiteY99" fmla="*/ 7979 h 10000"/>
              <a:gd name="connsiteX100" fmla="*/ 1375 w 12637"/>
              <a:gd name="connsiteY100" fmla="*/ 7754 h 10000"/>
              <a:gd name="connsiteX101" fmla="*/ 1530 w 12637"/>
              <a:gd name="connsiteY101" fmla="*/ 7627 h 10000"/>
              <a:gd name="connsiteX102" fmla="*/ 1818 w 12637"/>
              <a:gd name="connsiteY102" fmla="*/ 7529 h 10000"/>
              <a:gd name="connsiteX103" fmla="*/ 1996 w 12637"/>
              <a:gd name="connsiteY103" fmla="*/ 7442 h 10000"/>
              <a:gd name="connsiteX104" fmla="*/ 2151 w 12637"/>
              <a:gd name="connsiteY104" fmla="*/ 7419 h 10000"/>
              <a:gd name="connsiteX105" fmla="*/ 1818 w 12637"/>
              <a:gd name="connsiteY105" fmla="*/ 7338 h 10000"/>
              <a:gd name="connsiteX106" fmla="*/ 1441 w 12637"/>
              <a:gd name="connsiteY106" fmla="*/ 7298 h 10000"/>
              <a:gd name="connsiteX107" fmla="*/ 1197 w 12637"/>
              <a:gd name="connsiteY107" fmla="*/ 7194 h 10000"/>
              <a:gd name="connsiteX108" fmla="*/ 1729 w 12637"/>
              <a:gd name="connsiteY108" fmla="*/ 7096 h 10000"/>
              <a:gd name="connsiteX109" fmla="*/ 1375 w 12637"/>
              <a:gd name="connsiteY109" fmla="*/ 6986 h 10000"/>
              <a:gd name="connsiteX110" fmla="*/ 554 w 12637"/>
              <a:gd name="connsiteY110" fmla="*/ 6963 h 10000"/>
              <a:gd name="connsiteX111" fmla="*/ 244 w 12637"/>
              <a:gd name="connsiteY111" fmla="*/ 6946 h 10000"/>
              <a:gd name="connsiteX112" fmla="*/ 89 w 12637"/>
              <a:gd name="connsiteY112" fmla="*/ 6888 h 10000"/>
              <a:gd name="connsiteX113" fmla="*/ 0 w 12637"/>
              <a:gd name="connsiteY113" fmla="*/ 6778 h 10000"/>
              <a:gd name="connsiteX114" fmla="*/ 89 w 12637"/>
              <a:gd name="connsiteY114" fmla="*/ 6657 h 10000"/>
              <a:gd name="connsiteX115" fmla="*/ 244 w 12637"/>
              <a:gd name="connsiteY115" fmla="*/ 6582 h 10000"/>
              <a:gd name="connsiteX116" fmla="*/ 488 w 12637"/>
              <a:gd name="connsiteY116" fmla="*/ 6582 h 10000"/>
              <a:gd name="connsiteX117" fmla="*/ 865 w 12637"/>
              <a:gd name="connsiteY117" fmla="*/ 6582 h 10000"/>
              <a:gd name="connsiteX118" fmla="*/ 1020 w 12637"/>
              <a:gd name="connsiteY118" fmla="*/ 6657 h 10000"/>
              <a:gd name="connsiteX119" fmla="*/ 1663 w 12637"/>
              <a:gd name="connsiteY119" fmla="*/ 6657 h 10000"/>
              <a:gd name="connsiteX120" fmla="*/ 2151 w 12637"/>
              <a:gd name="connsiteY120" fmla="*/ 6657 h 10000"/>
              <a:gd name="connsiteX121" fmla="*/ 2461 w 12637"/>
              <a:gd name="connsiteY121" fmla="*/ 6617 h 10000"/>
              <a:gd name="connsiteX122" fmla="*/ 2550 w 12637"/>
              <a:gd name="connsiteY122" fmla="*/ 6432 h 10000"/>
              <a:gd name="connsiteX123" fmla="*/ 2461 w 12637"/>
              <a:gd name="connsiteY123" fmla="*/ 6207 h 10000"/>
              <a:gd name="connsiteX124" fmla="*/ 2550 w 12637"/>
              <a:gd name="connsiteY124" fmla="*/ 6126 h 10000"/>
              <a:gd name="connsiteX125" fmla="*/ 2949 w 12637"/>
              <a:gd name="connsiteY125" fmla="*/ 5976 h 10000"/>
              <a:gd name="connsiteX126" fmla="*/ 3259 w 12637"/>
              <a:gd name="connsiteY126" fmla="*/ 5941 h 10000"/>
              <a:gd name="connsiteX127" fmla="*/ 2794 w 12637"/>
              <a:gd name="connsiteY127" fmla="*/ 5710 h 10000"/>
              <a:gd name="connsiteX128" fmla="*/ 2705 w 12637"/>
              <a:gd name="connsiteY128" fmla="*/ 5468 h 10000"/>
              <a:gd name="connsiteX129" fmla="*/ 2949 w 12637"/>
              <a:gd name="connsiteY129" fmla="*/ 5237 h 10000"/>
              <a:gd name="connsiteX130" fmla="*/ 3171 w 12637"/>
              <a:gd name="connsiteY130" fmla="*/ 5012 h 10000"/>
              <a:gd name="connsiteX131" fmla="*/ 3104 w 12637"/>
              <a:gd name="connsiteY131" fmla="*/ 4786 h 10000"/>
              <a:gd name="connsiteX132" fmla="*/ 3016 w 12637"/>
              <a:gd name="connsiteY132" fmla="*/ 4682 h 10000"/>
              <a:gd name="connsiteX133" fmla="*/ 3171 w 12637"/>
              <a:gd name="connsiteY133" fmla="*/ 4573 h 10000"/>
              <a:gd name="connsiteX134" fmla="*/ 3104 w 12637"/>
              <a:gd name="connsiteY134" fmla="*/ 4538 h 10000"/>
              <a:gd name="connsiteX135" fmla="*/ 2860 w 12637"/>
              <a:gd name="connsiteY135" fmla="*/ 4555 h 10000"/>
              <a:gd name="connsiteX136" fmla="*/ 2550 w 12637"/>
              <a:gd name="connsiteY136" fmla="*/ 4642 h 10000"/>
              <a:gd name="connsiteX137" fmla="*/ 1929 w 12637"/>
              <a:gd name="connsiteY137" fmla="*/ 4682 h 10000"/>
              <a:gd name="connsiteX138" fmla="*/ 1663 w 12637"/>
              <a:gd name="connsiteY138" fmla="*/ 4659 h 10000"/>
              <a:gd name="connsiteX139" fmla="*/ 1574 w 12637"/>
              <a:gd name="connsiteY139" fmla="*/ 4452 h 10000"/>
              <a:gd name="connsiteX140" fmla="*/ 1574 w 12637"/>
              <a:gd name="connsiteY140" fmla="*/ 4244 h 10000"/>
              <a:gd name="connsiteX141" fmla="*/ 1663 w 12637"/>
              <a:gd name="connsiteY141" fmla="*/ 4042 h 10000"/>
              <a:gd name="connsiteX142" fmla="*/ 1818 w 12637"/>
              <a:gd name="connsiteY142" fmla="*/ 3839 h 10000"/>
              <a:gd name="connsiteX143" fmla="*/ 1929 w 12637"/>
              <a:gd name="connsiteY143" fmla="*/ 3736 h 10000"/>
              <a:gd name="connsiteX144" fmla="*/ 2084 w 12637"/>
              <a:gd name="connsiteY144" fmla="*/ 3672 h 10000"/>
              <a:gd name="connsiteX145" fmla="*/ 2151 w 12637"/>
              <a:gd name="connsiteY145" fmla="*/ 3603 h 10000"/>
              <a:gd name="connsiteX146" fmla="*/ 2239 w 12637"/>
              <a:gd name="connsiteY146" fmla="*/ 3482 h 10000"/>
              <a:gd name="connsiteX147" fmla="*/ 2550 w 12637"/>
              <a:gd name="connsiteY147" fmla="*/ 3279 h 10000"/>
              <a:gd name="connsiteX148" fmla="*/ 2395 w 12637"/>
              <a:gd name="connsiteY148" fmla="*/ 3112 h 10000"/>
              <a:gd name="connsiteX149" fmla="*/ 2239 w 12637"/>
              <a:gd name="connsiteY149" fmla="*/ 2950 h 10000"/>
              <a:gd name="connsiteX150" fmla="*/ 2084 w 12637"/>
              <a:gd name="connsiteY150" fmla="*/ 2789 h 10000"/>
              <a:gd name="connsiteX151" fmla="*/ 2084 w 12637"/>
              <a:gd name="connsiteY151" fmla="*/ 2639 h 10000"/>
              <a:gd name="connsiteX152" fmla="*/ 2239 w 12637"/>
              <a:gd name="connsiteY152" fmla="*/ 2494 h 10000"/>
              <a:gd name="connsiteX153" fmla="*/ 2461 w 12637"/>
              <a:gd name="connsiteY153" fmla="*/ 2390 h 10000"/>
              <a:gd name="connsiteX154" fmla="*/ 2860 w 12637"/>
              <a:gd name="connsiteY154" fmla="*/ 2309 h 10000"/>
              <a:gd name="connsiteX155" fmla="*/ 3259 w 12637"/>
              <a:gd name="connsiteY155" fmla="*/ 2292 h 10000"/>
              <a:gd name="connsiteX156" fmla="*/ 3659 w 12637"/>
              <a:gd name="connsiteY156" fmla="*/ 1963 h 10000"/>
              <a:gd name="connsiteX157" fmla="*/ 3725 w 12637"/>
              <a:gd name="connsiteY157" fmla="*/ 1853 h 10000"/>
              <a:gd name="connsiteX158" fmla="*/ 4124 w 12637"/>
              <a:gd name="connsiteY158" fmla="*/ 1547 h 10000"/>
              <a:gd name="connsiteX159" fmla="*/ 4346 w 12637"/>
              <a:gd name="connsiteY159" fmla="*/ 1467 h 10000"/>
              <a:gd name="connsiteX160" fmla="*/ 4745 w 12637"/>
              <a:gd name="connsiteY160" fmla="*/ 1201 h 10000"/>
              <a:gd name="connsiteX161" fmla="*/ 5011 w 12637"/>
              <a:gd name="connsiteY161" fmla="*/ 803 h 10000"/>
              <a:gd name="connsiteX162" fmla="*/ 5011 w 12637"/>
              <a:gd name="connsiteY162" fmla="*/ 785 h 10000"/>
              <a:gd name="connsiteX163" fmla="*/ 5078 w 12637"/>
              <a:gd name="connsiteY163" fmla="*/ 427 h 10000"/>
              <a:gd name="connsiteX164" fmla="*/ 12637 w 12637"/>
              <a:gd name="connsiteY164" fmla="*/ 1824 h 10000"/>
              <a:gd name="connsiteX0" fmla="*/ 5166 w 10000"/>
              <a:gd name="connsiteY0" fmla="*/ 0 h 10000"/>
              <a:gd name="connsiteX1" fmla="*/ 8647 w 10000"/>
              <a:gd name="connsiteY1" fmla="*/ 0 h 10000"/>
              <a:gd name="connsiteX2" fmla="*/ 8736 w 10000"/>
              <a:gd name="connsiteY2" fmla="*/ 468 h 10000"/>
              <a:gd name="connsiteX3" fmla="*/ 9468 w 10000"/>
              <a:gd name="connsiteY3" fmla="*/ 785 h 10000"/>
              <a:gd name="connsiteX4" fmla="*/ 9667 w 10000"/>
              <a:gd name="connsiteY4" fmla="*/ 906 h 10000"/>
              <a:gd name="connsiteX5" fmla="*/ 9756 w 10000"/>
              <a:gd name="connsiteY5" fmla="*/ 1016 h 10000"/>
              <a:gd name="connsiteX6" fmla="*/ 9601 w 10000"/>
              <a:gd name="connsiteY6" fmla="*/ 1149 h 10000"/>
              <a:gd name="connsiteX7" fmla="*/ 9113 w 10000"/>
              <a:gd name="connsiteY7" fmla="*/ 1363 h 10000"/>
              <a:gd name="connsiteX8" fmla="*/ 9113 w 10000"/>
              <a:gd name="connsiteY8" fmla="*/ 1998 h 10000"/>
              <a:gd name="connsiteX9" fmla="*/ 8182 w 10000"/>
              <a:gd name="connsiteY9" fmla="*/ 2038 h 10000"/>
              <a:gd name="connsiteX10" fmla="*/ 7539 w 10000"/>
              <a:gd name="connsiteY10" fmla="*/ 2148 h 10000"/>
              <a:gd name="connsiteX11" fmla="*/ 7295 w 10000"/>
              <a:gd name="connsiteY11" fmla="*/ 2206 h 10000"/>
              <a:gd name="connsiteX12" fmla="*/ 7206 w 10000"/>
              <a:gd name="connsiteY12" fmla="*/ 2333 h 10000"/>
              <a:gd name="connsiteX13" fmla="*/ 7206 w 10000"/>
              <a:gd name="connsiteY13" fmla="*/ 2413 h 10000"/>
              <a:gd name="connsiteX14" fmla="*/ 7472 w 10000"/>
              <a:gd name="connsiteY14" fmla="*/ 2517 h 10000"/>
              <a:gd name="connsiteX15" fmla="*/ 8027 w 10000"/>
              <a:gd name="connsiteY15" fmla="*/ 2719 h 10000"/>
              <a:gd name="connsiteX16" fmla="*/ 8093 w 10000"/>
              <a:gd name="connsiteY16" fmla="*/ 2962 h 10000"/>
              <a:gd name="connsiteX17" fmla="*/ 7627 w 10000"/>
              <a:gd name="connsiteY17" fmla="*/ 3176 h 10000"/>
              <a:gd name="connsiteX18" fmla="*/ 6896 w 10000"/>
              <a:gd name="connsiteY18" fmla="*/ 3337 h 10000"/>
              <a:gd name="connsiteX19" fmla="*/ 6652 w 10000"/>
              <a:gd name="connsiteY19" fmla="*/ 3505 h 10000"/>
              <a:gd name="connsiteX20" fmla="*/ 6497 w 10000"/>
              <a:gd name="connsiteY20" fmla="*/ 3736 h 10000"/>
              <a:gd name="connsiteX21" fmla="*/ 6652 w 10000"/>
              <a:gd name="connsiteY21" fmla="*/ 3978 h 10000"/>
              <a:gd name="connsiteX22" fmla="*/ 6585 w 10000"/>
              <a:gd name="connsiteY22" fmla="*/ 4244 h 10000"/>
              <a:gd name="connsiteX23" fmla="*/ 6275 w 10000"/>
              <a:gd name="connsiteY23" fmla="*/ 4376 h 10000"/>
              <a:gd name="connsiteX24" fmla="*/ 5876 w 10000"/>
              <a:gd name="connsiteY24" fmla="*/ 4452 h 10000"/>
              <a:gd name="connsiteX25" fmla="*/ 5721 w 10000"/>
              <a:gd name="connsiteY25" fmla="*/ 4555 h 10000"/>
              <a:gd name="connsiteX26" fmla="*/ 5787 w 10000"/>
              <a:gd name="connsiteY26" fmla="*/ 4659 h 10000"/>
              <a:gd name="connsiteX27" fmla="*/ 6186 w 10000"/>
              <a:gd name="connsiteY27" fmla="*/ 4763 h 10000"/>
              <a:gd name="connsiteX28" fmla="*/ 6275 w 10000"/>
              <a:gd name="connsiteY28" fmla="*/ 4867 h 10000"/>
              <a:gd name="connsiteX29" fmla="*/ 6186 w 10000"/>
              <a:gd name="connsiteY29" fmla="*/ 4948 h 10000"/>
              <a:gd name="connsiteX30" fmla="*/ 5876 w 10000"/>
              <a:gd name="connsiteY30" fmla="*/ 5092 h 10000"/>
              <a:gd name="connsiteX31" fmla="*/ 5721 w 10000"/>
              <a:gd name="connsiteY31" fmla="*/ 5300 h 10000"/>
              <a:gd name="connsiteX32" fmla="*/ 5942 w 10000"/>
              <a:gd name="connsiteY32" fmla="*/ 5485 h 10000"/>
              <a:gd name="connsiteX33" fmla="*/ 6275 w 10000"/>
              <a:gd name="connsiteY33" fmla="*/ 5566 h 10000"/>
              <a:gd name="connsiteX34" fmla="*/ 6275 w 10000"/>
              <a:gd name="connsiteY34" fmla="*/ 5774 h 10000"/>
              <a:gd name="connsiteX35" fmla="*/ 7073 w 10000"/>
              <a:gd name="connsiteY35" fmla="*/ 5791 h 10000"/>
              <a:gd name="connsiteX36" fmla="*/ 7472 w 10000"/>
              <a:gd name="connsiteY36" fmla="*/ 5872 h 10000"/>
              <a:gd name="connsiteX37" fmla="*/ 7295 w 10000"/>
              <a:gd name="connsiteY37" fmla="*/ 6068 h 10000"/>
              <a:gd name="connsiteX38" fmla="*/ 7007 w 10000"/>
              <a:gd name="connsiteY38" fmla="*/ 6068 h 10000"/>
              <a:gd name="connsiteX39" fmla="*/ 6275 w 10000"/>
              <a:gd name="connsiteY39" fmla="*/ 5976 h 10000"/>
              <a:gd name="connsiteX40" fmla="*/ 5721 w 10000"/>
              <a:gd name="connsiteY40" fmla="*/ 6045 h 10000"/>
              <a:gd name="connsiteX41" fmla="*/ 5565 w 10000"/>
              <a:gd name="connsiteY41" fmla="*/ 6184 h 10000"/>
              <a:gd name="connsiteX42" fmla="*/ 5632 w 10000"/>
              <a:gd name="connsiteY42" fmla="*/ 6391 h 10000"/>
              <a:gd name="connsiteX43" fmla="*/ 5942 w 10000"/>
              <a:gd name="connsiteY43" fmla="*/ 6582 h 10000"/>
              <a:gd name="connsiteX44" fmla="*/ 6741 w 10000"/>
              <a:gd name="connsiteY44" fmla="*/ 6617 h 10000"/>
              <a:gd name="connsiteX45" fmla="*/ 7140 w 10000"/>
              <a:gd name="connsiteY45" fmla="*/ 6778 h 10000"/>
              <a:gd name="connsiteX46" fmla="*/ 7007 w 10000"/>
              <a:gd name="connsiteY46" fmla="*/ 7032 h 10000"/>
              <a:gd name="connsiteX47" fmla="*/ 6341 w 10000"/>
              <a:gd name="connsiteY47" fmla="*/ 7194 h 10000"/>
              <a:gd name="connsiteX48" fmla="*/ 5565 w 10000"/>
              <a:gd name="connsiteY48" fmla="*/ 7298 h 10000"/>
              <a:gd name="connsiteX49" fmla="*/ 5255 w 10000"/>
              <a:gd name="connsiteY49" fmla="*/ 7512 h 10000"/>
              <a:gd name="connsiteX50" fmla="*/ 5255 w 10000"/>
              <a:gd name="connsiteY50" fmla="*/ 7714 h 10000"/>
              <a:gd name="connsiteX51" fmla="*/ 5632 w 10000"/>
              <a:gd name="connsiteY51" fmla="*/ 7835 h 10000"/>
              <a:gd name="connsiteX52" fmla="*/ 5632 w 10000"/>
              <a:gd name="connsiteY52" fmla="*/ 7979 h 10000"/>
              <a:gd name="connsiteX53" fmla="*/ 5255 w 10000"/>
              <a:gd name="connsiteY53" fmla="*/ 8100 h 10000"/>
              <a:gd name="connsiteX54" fmla="*/ 4612 w 10000"/>
              <a:gd name="connsiteY54" fmla="*/ 8124 h 10000"/>
              <a:gd name="connsiteX55" fmla="*/ 4279 w 10000"/>
              <a:gd name="connsiteY55" fmla="*/ 8204 h 10000"/>
              <a:gd name="connsiteX56" fmla="*/ 4124 w 10000"/>
              <a:gd name="connsiteY56" fmla="*/ 8314 h 10000"/>
              <a:gd name="connsiteX57" fmla="*/ 4124 w 10000"/>
              <a:gd name="connsiteY57" fmla="*/ 8620 h 10000"/>
              <a:gd name="connsiteX58" fmla="*/ 4191 w 10000"/>
              <a:gd name="connsiteY58" fmla="*/ 8741 h 10000"/>
              <a:gd name="connsiteX59" fmla="*/ 4457 w 10000"/>
              <a:gd name="connsiteY59" fmla="*/ 8828 h 10000"/>
              <a:gd name="connsiteX60" fmla="*/ 4612 w 10000"/>
              <a:gd name="connsiteY60" fmla="*/ 8845 h 10000"/>
              <a:gd name="connsiteX61" fmla="*/ 4834 w 10000"/>
              <a:gd name="connsiteY61" fmla="*/ 8828 h 10000"/>
              <a:gd name="connsiteX62" fmla="*/ 5255 w 10000"/>
              <a:gd name="connsiteY62" fmla="*/ 8788 h 10000"/>
              <a:gd name="connsiteX63" fmla="*/ 5455 w 10000"/>
              <a:gd name="connsiteY63" fmla="*/ 8828 h 10000"/>
              <a:gd name="connsiteX64" fmla="*/ 5632 w 10000"/>
              <a:gd name="connsiteY64" fmla="*/ 9221 h 10000"/>
              <a:gd name="connsiteX65" fmla="*/ 5942 w 10000"/>
              <a:gd name="connsiteY65" fmla="*/ 9319 h 10000"/>
              <a:gd name="connsiteX66" fmla="*/ 7472 w 10000"/>
              <a:gd name="connsiteY66" fmla="*/ 9301 h 10000"/>
              <a:gd name="connsiteX67" fmla="*/ 10000 w 10000"/>
              <a:gd name="connsiteY67" fmla="*/ 9319 h 10000"/>
              <a:gd name="connsiteX68" fmla="*/ 10000 w 10000"/>
              <a:gd name="connsiteY68" fmla="*/ 9423 h 10000"/>
              <a:gd name="connsiteX69" fmla="*/ 9933 w 10000"/>
              <a:gd name="connsiteY69" fmla="*/ 9509 h 10000"/>
              <a:gd name="connsiteX70" fmla="*/ 9601 w 10000"/>
              <a:gd name="connsiteY70" fmla="*/ 9527 h 10000"/>
              <a:gd name="connsiteX71" fmla="*/ 8027 w 10000"/>
              <a:gd name="connsiteY71" fmla="*/ 9671 h 10000"/>
              <a:gd name="connsiteX72" fmla="*/ 7539 w 10000"/>
              <a:gd name="connsiteY72" fmla="*/ 9775 h 10000"/>
              <a:gd name="connsiteX73" fmla="*/ 7140 w 10000"/>
              <a:gd name="connsiteY73" fmla="*/ 9873 h 10000"/>
              <a:gd name="connsiteX74" fmla="*/ 6741 w 10000"/>
              <a:gd name="connsiteY74" fmla="*/ 9977 h 10000"/>
              <a:gd name="connsiteX75" fmla="*/ 6341 w 10000"/>
              <a:gd name="connsiteY75" fmla="*/ 10000 h 10000"/>
              <a:gd name="connsiteX76" fmla="*/ 5565 w 10000"/>
              <a:gd name="connsiteY76" fmla="*/ 9896 h 10000"/>
              <a:gd name="connsiteX77" fmla="*/ 4678 w 10000"/>
              <a:gd name="connsiteY77" fmla="*/ 9873 h 10000"/>
              <a:gd name="connsiteX78" fmla="*/ 4191 w 10000"/>
              <a:gd name="connsiteY78" fmla="*/ 9792 h 10000"/>
              <a:gd name="connsiteX79" fmla="*/ 3902 w 10000"/>
              <a:gd name="connsiteY79" fmla="*/ 9758 h 10000"/>
              <a:gd name="connsiteX80" fmla="*/ 3836 w 10000"/>
              <a:gd name="connsiteY80" fmla="*/ 9694 h 10000"/>
              <a:gd name="connsiteX81" fmla="*/ 3725 w 10000"/>
              <a:gd name="connsiteY81" fmla="*/ 9567 h 10000"/>
              <a:gd name="connsiteX82" fmla="*/ 3415 w 10000"/>
              <a:gd name="connsiteY82" fmla="*/ 9486 h 10000"/>
              <a:gd name="connsiteX83" fmla="*/ 2949 w 10000"/>
              <a:gd name="connsiteY83" fmla="*/ 9446 h 10000"/>
              <a:gd name="connsiteX84" fmla="*/ 2550 w 10000"/>
              <a:gd name="connsiteY84" fmla="*/ 9469 h 10000"/>
              <a:gd name="connsiteX85" fmla="*/ 2239 w 10000"/>
              <a:gd name="connsiteY85" fmla="*/ 9365 h 10000"/>
              <a:gd name="connsiteX86" fmla="*/ 2084 w 10000"/>
              <a:gd name="connsiteY86" fmla="*/ 9284 h 10000"/>
              <a:gd name="connsiteX87" fmla="*/ 1574 w 10000"/>
              <a:gd name="connsiteY87" fmla="*/ 9174 h 10000"/>
              <a:gd name="connsiteX88" fmla="*/ 1375 w 10000"/>
              <a:gd name="connsiteY88" fmla="*/ 9140 h 10000"/>
              <a:gd name="connsiteX89" fmla="*/ 1197 w 10000"/>
              <a:gd name="connsiteY89" fmla="*/ 8955 h 10000"/>
              <a:gd name="connsiteX90" fmla="*/ 1197 w 10000"/>
              <a:gd name="connsiteY90" fmla="*/ 8845 h 10000"/>
              <a:gd name="connsiteX91" fmla="*/ 1197 w 10000"/>
              <a:gd name="connsiteY91" fmla="*/ 8724 h 10000"/>
              <a:gd name="connsiteX92" fmla="*/ 1109 w 10000"/>
              <a:gd name="connsiteY92" fmla="*/ 8516 h 10000"/>
              <a:gd name="connsiteX93" fmla="*/ 798 w 10000"/>
              <a:gd name="connsiteY93" fmla="*/ 8389 h 10000"/>
              <a:gd name="connsiteX94" fmla="*/ 865 w 10000"/>
              <a:gd name="connsiteY94" fmla="*/ 8314 h 10000"/>
              <a:gd name="connsiteX95" fmla="*/ 1109 w 10000"/>
              <a:gd name="connsiteY95" fmla="*/ 8285 h 10000"/>
              <a:gd name="connsiteX96" fmla="*/ 1530 w 10000"/>
              <a:gd name="connsiteY96" fmla="*/ 8187 h 10000"/>
              <a:gd name="connsiteX97" fmla="*/ 1663 w 10000"/>
              <a:gd name="connsiteY97" fmla="*/ 8100 h 10000"/>
              <a:gd name="connsiteX98" fmla="*/ 1729 w 10000"/>
              <a:gd name="connsiteY98" fmla="*/ 8060 h 10000"/>
              <a:gd name="connsiteX99" fmla="*/ 1441 w 10000"/>
              <a:gd name="connsiteY99" fmla="*/ 7979 h 10000"/>
              <a:gd name="connsiteX100" fmla="*/ 1375 w 10000"/>
              <a:gd name="connsiteY100" fmla="*/ 7754 h 10000"/>
              <a:gd name="connsiteX101" fmla="*/ 1530 w 10000"/>
              <a:gd name="connsiteY101" fmla="*/ 7627 h 10000"/>
              <a:gd name="connsiteX102" fmla="*/ 1818 w 10000"/>
              <a:gd name="connsiteY102" fmla="*/ 7529 h 10000"/>
              <a:gd name="connsiteX103" fmla="*/ 1996 w 10000"/>
              <a:gd name="connsiteY103" fmla="*/ 7442 h 10000"/>
              <a:gd name="connsiteX104" fmla="*/ 2151 w 10000"/>
              <a:gd name="connsiteY104" fmla="*/ 7419 h 10000"/>
              <a:gd name="connsiteX105" fmla="*/ 1818 w 10000"/>
              <a:gd name="connsiteY105" fmla="*/ 7338 h 10000"/>
              <a:gd name="connsiteX106" fmla="*/ 1441 w 10000"/>
              <a:gd name="connsiteY106" fmla="*/ 7298 h 10000"/>
              <a:gd name="connsiteX107" fmla="*/ 1197 w 10000"/>
              <a:gd name="connsiteY107" fmla="*/ 7194 h 10000"/>
              <a:gd name="connsiteX108" fmla="*/ 1729 w 10000"/>
              <a:gd name="connsiteY108" fmla="*/ 7096 h 10000"/>
              <a:gd name="connsiteX109" fmla="*/ 1375 w 10000"/>
              <a:gd name="connsiteY109" fmla="*/ 6986 h 10000"/>
              <a:gd name="connsiteX110" fmla="*/ 554 w 10000"/>
              <a:gd name="connsiteY110" fmla="*/ 6963 h 10000"/>
              <a:gd name="connsiteX111" fmla="*/ 244 w 10000"/>
              <a:gd name="connsiteY111" fmla="*/ 6946 h 10000"/>
              <a:gd name="connsiteX112" fmla="*/ 89 w 10000"/>
              <a:gd name="connsiteY112" fmla="*/ 6888 h 10000"/>
              <a:gd name="connsiteX113" fmla="*/ 0 w 10000"/>
              <a:gd name="connsiteY113" fmla="*/ 6778 h 10000"/>
              <a:gd name="connsiteX114" fmla="*/ 89 w 10000"/>
              <a:gd name="connsiteY114" fmla="*/ 6657 h 10000"/>
              <a:gd name="connsiteX115" fmla="*/ 244 w 10000"/>
              <a:gd name="connsiteY115" fmla="*/ 6582 h 10000"/>
              <a:gd name="connsiteX116" fmla="*/ 488 w 10000"/>
              <a:gd name="connsiteY116" fmla="*/ 6582 h 10000"/>
              <a:gd name="connsiteX117" fmla="*/ 865 w 10000"/>
              <a:gd name="connsiteY117" fmla="*/ 6582 h 10000"/>
              <a:gd name="connsiteX118" fmla="*/ 1020 w 10000"/>
              <a:gd name="connsiteY118" fmla="*/ 6657 h 10000"/>
              <a:gd name="connsiteX119" fmla="*/ 1663 w 10000"/>
              <a:gd name="connsiteY119" fmla="*/ 6657 h 10000"/>
              <a:gd name="connsiteX120" fmla="*/ 2151 w 10000"/>
              <a:gd name="connsiteY120" fmla="*/ 6657 h 10000"/>
              <a:gd name="connsiteX121" fmla="*/ 2461 w 10000"/>
              <a:gd name="connsiteY121" fmla="*/ 6617 h 10000"/>
              <a:gd name="connsiteX122" fmla="*/ 2550 w 10000"/>
              <a:gd name="connsiteY122" fmla="*/ 6432 h 10000"/>
              <a:gd name="connsiteX123" fmla="*/ 2461 w 10000"/>
              <a:gd name="connsiteY123" fmla="*/ 6207 h 10000"/>
              <a:gd name="connsiteX124" fmla="*/ 2550 w 10000"/>
              <a:gd name="connsiteY124" fmla="*/ 6126 h 10000"/>
              <a:gd name="connsiteX125" fmla="*/ 2949 w 10000"/>
              <a:gd name="connsiteY125" fmla="*/ 5976 h 10000"/>
              <a:gd name="connsiteX126" fmla="*/ 3259 w 10000"/>
              <a:gd name="connsiteY126" fmla="*/ 5941 h 10000"/>
              <a:gd name="connsiteX127" fmla="*/ 2794 w 10000"/>
              <a:gd name="connsiteY127" fmla="*/ 5710 h 10000"/>
              <a:gd name="connsiteX128" fmla="*/ 2705 w 10000"/>
              <a:gd name="connsiteY128" fmla="*/ 5468 h 10000"/>
              <a:gd name="connsiteX129" fmla="*/ 2949 w 10000"/>
              <a:gd name="connsiteY129" fmla="*/ 5237 h 10000"/>
              <a:gd name="connsiteX130" fmla="*/ 3171 w 10000"/>
              <a:gd name="connsiteY130" fmla="*/ 5012 h 10000"/>
              <a:gd name="connsiteX131" fmla="*/ 3104 w 10000"/>
              <a:gd name="connsiteY131" fmla="*/ 4786 h 10000"/>
              <a:gd name="connsiteX132" fmla="*/ 3016 w 10000"/>
              <a:gd name="connsiteY132" fmla="*/ 4682 h 10000"/>
              <a:gd name="connsiteX133" fmla="*/ 3171 w 10000"/>
              <a:gd name="connsiteY133" fmla="*/ 4573 h 10000"/>
              <a:gd name="connsiteX134" fmla="*/ 3104 w 10000"/>
              <a:gd name="connsiteY134" fmla="*/ 4538 h 10000"/>
              <a:gd name="connsiteX135" fmla="*/ 2860 w 10000"/>
              <a:gd name="connsiteY135" fmla="*/ 4555 h 10000"/>
              <a:gd name="connsiteX136" fmla="*/ 2550 w 10000"/>
              <a:gd name="connsiteY136" fmla="*/ 4642 h 10000"/>
              <a:gd name="connsiteX137" fmla="*/ 1929 w 10000"/>
              <a:gd name="connsiteY137" fmla="*/ 4682 h 10000"/>
              <a:gd name="connsiteX138" fmla="*/ 1663 w 10000"/>
              <a:gd name="connsiteY138" fmla="*/ 4659 h 10000"/>
              <a:gd name="connsiteX139" fmla="*/ 1574 w 10000"/>
              <a:gd name="connsiteY139" fmla="*/ 4452 h 10000"/>
              <a:gd name="connsiteX140" fmla="*/ 1574 w 10000"/>
              <a:gd name="connsiteY140" fmla="*/ 4244 h 10000"/>
              <a:gd name="connsiteX141" fmla="*/ 1663 w 10000"/>
              <a:gd name="connsiteY141" fmla="*/ 4042 h 10000"/>
              <a:gd name="connsiteX142" fmla="*/ 1818 w 10000"/>
              <a:gd name="connsiteY142" fmla="*/ 3839 h 10000"/>
              <a:gd name="connsiteX143" fmla="*/ 1929 w 10000"/>
              <a:gd name="connsiteY143" fmla="*/ 3736 h 10000"/>
              <a:gd name="connsiteX144" fmla="*/ 2084 w 10000"/>
              <a:gd name="connsiteY144" fmla="*/ 3672 h 10000"/>
              <a:gd name="connsiteX145" fmla="*/ 2151 w 10000"/>
              <a:gd name="connsiteY145" fmla="*/ 3603 h 10000"/>
              <a:gd name="connsiteX146" fmla="*/ 2239 w 10000"/>
              <a:gd name="connsiteY146" fmla="*/ 3482 h 10000"/>
              <a:gd name="connsiteX147" fmla="*/ 2550 w 10000"/>
              <a:gd name="connsiteY147" fmla="*/ 3279 h 10000"/>
              <a:gd name="connsiteX148" fmla="*/ 2395 w 10000"/>
              <a:gd name="connsiteY148" fmla="*/ 3112 h 10000"/>
              <a:gd name="connsiteX149" fmla="*/ 2239 w 10000"/>
              <a:gd name="connsiteY149" fmla="*/ 2950 h 10000"/>
              <a:gd name="connsiteX150" fmla="*/ 2084 w 10000"/>
              <a:gd name="connsiteY150" fmla="*/ 2789 h 10000"/>
              <a:gd name="connsiteX151" fmla="*/ 2084 w 10000"/>
              <a:gd name="connsiteY151" fmla="*/ 2639 h 10000"/>
              <a:gd name="connsiteX152" fmla="*/ 2239 w 10000"/>
              <a:gd name="connsiteY152" fmla="*/ 2494 h 10000"/>
              <a:gd name="connsiteX153" fmla="*/ 2461 w 10000"/>
              <a:gd name="connsiteY153" fmla="*/ 2390 h 10000"/>
              <a:gd name="connsiteX154" fmla="*/ 2860 w 10000"/>
              <a:gd name="connsiteY154" fmla="*/ 2309 h 10000"/>
              <a:gd name="connsiteX155" fmla="*/ 3259 w 10000"/>
              <a:gd name="connsiteY155" fmla="*/ 2292 h 10000"/>
              <a:gd name="connsiteX156" fmla="*/ 3659 w 10000"/>
              <a:gd name="connsiteY156" fmla="*/ 1963 h 10000"/>
              <a:gd name="connsiteX157" fmla="*/ 3725 w 10000"/>
              <a:gd name="connsiteY157" fmla="*/ 1853 h 10000"/>
              <a:gd name="connsiteX158" fmla="*/ 4124 w 10000"/>
              <a:gd name="connsiteY158" fmla="*/ 1547 h 10000"/>
              <a:gd name="connsiteX159" fmla="*/ 4346 w 10000"/>
              <a:gd name="connsiteY159" fmla="*/ 1467 h 10000"/>
              <a:gd name="connsiteX160" fmla="*/ 4745 w 10000"/>
              <a:gd name="connsiteY160" fmla="*/ 1201 h 10000"/>
              <a:gd name="connsiteX161" fmla="*/ 5011 w 10000"/>
              <a:gd name="connsiteY161" fmla="*/ 803 h 10000"/>
              <a:gd name="connsiteX162" fmla="*/ 5011 w 10000"/>
              <a:gd name="connsiteY162" fmla="*/ 785 h 10000"/>
              <a:gd name="connsiteX163" fmla="*/ 5078 w 10000"/>
              <a:gd name="connsiteY163" fmla="*/ 427 h 10000"/>
              <a:gd name="connsiteX0" fmla="*/ 5166 w 10000"/>
              <a:gd name="connsiteY0" fmla="*/ 0 h 10000"/>
              <a:gd name="connsiteX1" fmla="*/ 8647 w 10000"/>
              <a:gd name="connsiteY1" fmla="*/ 0 h 10000"/>
              <a:gd name="connsiteX2" fmla="*/ 8736 w 10000"/>
              <a:gd name="connsiteY2" fmla="*/ 468 h 10000"/>
              <a:gd name="connsiteX3" fmla="*/ 9468 w 10000"/>
              <a:gd name="connsiteY3" fmla="*/ 785 h 10000"/>
              <a:gd name="connsiteX4" fmla="*/ 9667 w 10000"/>
              <a:gd name="connsiteY4" fmla="*/ 906 h 10000"/>
              <a:gd name="connsiteX5" fmla="*/ 9756 w 10000"/>
              <a:gd name="connsiteY5" fmla="*/ 1016 h 10000"/>
              <a:gd name="connsiteX6" fmla="*/ 9601 w 10000"/>
              <a:gd name="connsiteY6" fmla="*/ 1149 h 10000"/>
              <a:gd name="connsiteX7" fmla="*/ 9113 w 10000"/>
              <a:gd name="connsiteY7" fmla="*/ 1363 h 10000"/>
              <a:gd name="connsiteX8" fmla="*/ 9113 w 10000"/>
              <a:gd name="connsiteY8" fmla="*/ 1998 h 10000"/>
              <a:gd name="connsiteX9" fmla="*/ 8182 w 10000"/>
              <a:gd name="connsiteY9" fmla="*/ 2038 h 10000"/>
              <a:gd name="connsiteX10" fmla="*/ 7539 w 10000"/>
              <a:gd name="connsiteY10" fmla="*/ 2148 h 10000"/>
              <a:gd name="connsiteX11" fmla="*/ 7295 w 10000"/>
              <a:gd name="connsiteY11" fmla="*/ 2206 h 10000"/>
              <a:gd name="connsiteX12" fmla="*/ 7206 w 10000"/>
              <a:gd name="connsiteY12" fmla="*/ 2333 h 10000"/>
              <a:gd name="connsiteX13" fmla="*/ 7206 w 10000"/>
              <a:gd name="connsiteY13" fmla="*/ 2413 h 10000"/>
              <a:gd name="connsiteX14" fmla="*/ 7472 w 10000"/>
              <a:gd name="connsiteY14" fmla="*/ 2517 h 10000"/>
              <a:gd name="connsiteX15" fmla="*/ 8027 w 10000"/>
              <a:gd name="connsiteY15" fmla="*/ 2719 h 10000"/>
              <a:gd name="connsiteX16" fmla="*/ 8093 w 10000"/>
              <a:gd name="connsiteY16" fmla="*/ 2962 h 10000"/>
              <a:gd name="connsiteX17" fmla="*/ 7627 w 10000"/>
              <a:gd name="connsiteY17" fmla="*/ 3176 h 10000"/>
              <a:gd name="connsiteX18" fmla="*/ 6896 w 10000"/>
              <a:gd name="connsiteY18" fmla="*/ 3337 h 10000"/>
              <a:gd name="connsiteX19" fmla="*/ 6652 w 10000"/>
              <a:gd name="connsiteY19" fmla="*/ 3505 h 10000"/>
              <a:gd name="connsiteX20" fmla="*/ 6497 w 10000"/>
              <a:gd name="connsiteY20" fmla="*/ 3736 h 10000"/>
              <a:gd name="connsiteX21" fmla="*/ 6652 w 10000"/>
              <a:gd name="connsiteY21" fmla="*/ 3978 h 10000"/>
              <a:gd name="connsiteX22" fmla="*/ 6585 w 10000"/>
              <a:gd name="connsiteY22" fmla="*/ 4244 h 10000"/>
              <a:gd name="connsiteX23" fmla="*/ 6275 w 10000"/>
              <a:gd name="connsiteY23" fmla="*/ 4376 h 10000"/>
              <a:gd name="connsiteX24" fmla="*/ 5876 w 10000"/>
              <a:gd name="connsiteY24" fmla="*/ 4452 h 10000"/>
              <a:gd name="connsiteX25" fmla="*/ 5721 w 10000"/>
              <a:gd name="connsiteY25" fmla="*/ 4555 h 10000"/>
              <a:gd name="connsiteX26" fmla="*/ 5787 w 10000"/>
              <a:gd name="connsiteY26" fmla="*/ 4659 h 10000"/>
              <a:gd name="connsiteX27" fmla="*/ 6186 w 10000"/>
              <a:gd name="connsiteY27" fmla="*/ 4763 h 10000"/>
              <a:gd name="connsiteX28" fmla="*/ 6275 w 10000"/>
              <a:gd name="connsiteY28" fmla="*/ 4867 h 10000"/>
              <a:gd name="connsiteX29" fmla="*/ 6186 w 10000"/>
              <a:gd name="connsiteY29" fmla="*/ 4948 h 10000"/>
              <a:gd name="connsiteX30" fmla="*/ 5876 w 10000"/>
              <a:gd name="connsiteY30" fmla="*/ 5092 h 10000"/>
              <a:gd name="connsiteX31" fmla="*/ 5721 w 10000"/>
              <a:gd name="connsiteY31" fmla="*/ 5300 h 10000"/>
              <a:gd name="connsiteX32" fmla="*/ 5942 w 10000"/>
              <a:gd name="connsiteY32" fmla="*/ 5485 h 10000"/>
              <a:gd name="connsiteX33" fmla="*/ 6275 w 10000"/>
              <a:gd name="connsiteY33" fmla="*/ 5566 h 10000"/>
              <a:gd name="connsiteX34" fmla="*/ 6275 w 10000"/>
              <a:gd name="connsiteY34" fmla="*/ 5774 h 10000"/>
              <a:gd name="connsiteX35" fmla="*/ 7073 w 10000"/>
              <a:gd name="connsiteY35" fmla="*/ 5791 h 10000"/>
              <a:gd name="connsiteX36" fmla="*/ 7472 w 10000"/>
              <a:gd name="connsiteY36" fmla="*/ 5872 h 10000"/>
              <a:gd name="connsiteX37" fmla="*/ 7295 w 10000"/>
              <a:gd name="connsiteY37" fmla="*/ 6068 h 10000"/>
              <a:gd name="connsiteX38" fmla="*/ 7007 w 10000"/>
              <a:gd name="connsiteY38" fmla="*/ 6068 h 10000"/>
              <a:gd name="connsiteX39" fmla="*/ 6275 w 10000"/>
              <a:gd name="connsiteY39" fmla="*/ 5976 h 10000"/>
              <a:gd name="connsiteX40" fmla="*/ 5721 w 10000"/>
              <a:gd name="connsiteY40" fmla="*/ 6045 h 10000"/>
              <a:gd name="connsiteX41" fmla="*/ 5565 w 10000"/>
              <a:gd name="connsiteY41" fmla="*/ 6184 h 10000"/>
              <a:gd name="connsiteX42" fmla="*/ 5632 w 10000"/>
              <a:gd name="connsiteY42" fmla="*/ 6391 h 10000"/>
              <a:gd name="connsiteX43" fmla="*/ 5942 w 10000"/>
              <a:gd name="connsiteY43" fmla="*/ 6582 h 10000"/>
              <a:gd name="connsiteX44" fmla="*/ 6741 w 10000"/>
              <a:gd name="connsiteY44" fmla="*/ 6617 h 10000"/>
              <a:gd name="connsiteX45" fmla="*/ 7140 w 10000"/>
              <a:gd name="connsiteY45" fmla="*/ 6778 h 10000"/>
              <a:gd name="connsiteX46" fmla="*/ 7007 w 10000"/>
              <a:gd name="connsiteY46" fmla="*/ 7032 h 10000"/>
              <a:gd name="connsiteX47" fmla="*/ 6341 w 10000"/>
              <a:gd name="connsiteY47" fmla="*/ 7194 h 10000"/>
              <a:gd name="connsiteX48" fmla="*/ 5565 w 10000"/>
              <a:gd name="connsiteY48" fmla="*/ 7298 h 10000"/>
              <a:gd name="connsiteX49" fmla="*/ 5255 w 10000"/>
              <a:gd name="connsiteY49" fmla="*/ 7512 h 10000"/>
              <a:gd name="connsiteX50" fmla="*/ 5255 w 10000"/>
              <a:gd name="connsiteY50" fmla="*/ 7714 h 10000"/>
              <a:gd name="connsiteX51" fmla="*/ 5632 w 10000"/>
              <a:gd name="connsiteY51" fmla="*/ 7835 h 10000"/>
              <a:gd name="connsiteX52" fmla="*/ 5632 w 10000"/>
              <a:gd name="connsiteY52" fmla="*/ 7979 h 10000"/>
              <a:gd name="connsiteX53" fmla="*/ 5255 w 10000"/>
              <a:gd name="connsiteY53" fmla="*/ 8100 h 10000"/>
              <a:gd name="connsiteX54" fmla="*/ 4612 w 10000"/>
              <a:gd name="connsiteY54" fmla="*/ 8124 h 10000"/>
              <a:gd name="connsiteX55" fmla="*/ 4279 w 10000"/>
              <a:gd name="connsiteY55" fmla="*/ 8204 h 10000"/>
              <a:gd name="connsiteX56" fmla="*/ 4124 w 10000"/>
              <a:gd name="connsiteY56" fmla="*/ 8314 h 10000"/>
              <a:gd name="connsiteX57" fmla="*/ 4124 w 10000"/>
              <a:gd name="connsiteY57" fmla="*/ 8620 h 10000"/>
              <a:gd name="connsiteX58" fmla="*/ 4191 w 10000"/>
              <a:gd name="connsiteY58" fmla="*/ 8741 h 10000"/>
              <a:gd name="connsiteX59" fmla="*/ 4457 w 10000"/>
              <a:gd name="connsiteY59" fmla="*/ 8828 h 10000"/>
              <a:gd name="connsiteX60" fmla="*/ 4612 w 10000"/>
              <a:gd name="connsiteY60" fmla="*/ 8845 h 10000"/>
              <a:gd name="connsiteX61" fmla="*/ 4834 w 10000"/>
              <a:gd name="connsiteY61" fmla="*/ 8828 h 10000"/>
              <a:gd name="connsiteX62" fmla="*/ 5255 w 10000"/>
              <a:gd name="connsiteY62" fmla="*/ 8788 h 10000"/>
              <a:gd name="connsiteX63" fmla="*/ 5455 w 10000"/>
              <a:gd name="connsiteY63" fmla="*/ 8828 h 10000"/>
              <a:gd name="connsiteX64" fmla="*/ 5632 w 10000"/>
              <a:gd name="connsiteY64" fmla="*/ 9221 h 10000"/>
              <a:gd name="connsiteX65" fmla="*/ 5942 w 10000"/>
              <a:gd name="connsiteY65" fmla="*/ 9319 h 10000"/>
              <a:gd name="connsiteX66" fmla="*/ 7472 w 10000"/>
              <a:gd name="connsiteY66" fmla="*/ 9301 h 10000"/>
              <a:gd name="connsiteX67" fmla="*/ 10000 w 10000"/>
              <a:gd name="connsiteY67" fmla="*/ 9319 h 10000"/>
              <a:gd name="connsiteX68" fmla="*/ 10000 w 10000"/>
              <a:gd name="connsiteY68" fmla="*/ 9423 h 10000"/>
              <a:gd name="connsiteX69" fmla="*/ 9933 w 10000"/>
              <a:gd name="connsiteY69" fmla="*/ 9509 h 10000"/>
              <a:gd name="connsiteX70" fmla="*/ 9601 w 10000"/>
              <a:gd name="connsiteY70" fmla="*/ 9527 h 10000"/>
              <a:gd name="connsiteX71" fmla="*/ 8027 w 10000"/>
              <a:gd name="connsiteY71" fmla="*/ 9671 h 10000"/>
              <a:gd name="connsiteX72" fmla="*/ 7539 w 10000"/>
              <a:gd name="connsiteY72" fmla="*/ 9775 h 10000"/>
              <a:gd name="connsiteX73" fmla="*/ 7140 w 10000"/>
              <a:gd name="connsiteY73" fmla="*/ 9873 h 10000"/>
              <a:gd name="connsiteX74" fmla="*/ 6741 w 10000"/>
              <a:gd name="connsiteY74" fmla="*/ 9977 h 10000"/>
              <a:gd name="connsiteX75" fmla="*/ 6341 w 10000"/>
              <a:gd name="connsiteY75" fmla="*/ 10000 h 10000"/>
              <a:gd name="connsiteX76" fmla="*/ 5565 w 10000"/>
              <a:gd name="connsiteY76" fmla="*/ 9896 h 10000"/>
              <a:gd name="connsiteX77" fmla="*/ 4678 w 10000"/>
              <a:gd name="connsiteY77" fmla="*/ 9873 h 10000"/>
              <a:gd name="connsiteX78" fmla="*/ 4191 w 10000"/>
              <a:gd name="connsiteY78" fmla="*/ 9792 h 10000"/>
              <a:gd name="connsiteX79" fmla="*/ 3902 w 10000"/>
              <a:gd name="connsiteY79" fmla="*/ 9758 h 10000"/>
              <a:gd name="connsiteX80" fmla="*/ 3836 w 10000"/>
              <a:gd name="connsiteY80" fmla="*/ 9694 h 10000"/>
              <a:gd name="connsiteX81" fmla="*/ 3725 w 10000"/>
              <a:gd name="connsiteY81" fmla="*/ 9567 h 10000"/>
              <a:gd name="connsiteX82" fmla="*/ 3415 w 10000"/>
              <a:gd name="connsiteY82" fmla="*/ 9486 h 10000"/>
              <a:gd name="connsiteX83" fmla="*/ 2949 w 10000"/>
              <a:gd name="connsiteY83" fmla="*/ 9446 h 10000"/>
              <a:gd name="connsiteX84" fmla="*/ 2550 w 10000"/>
              <a:gd name="connsiteY84" fmla="*/ 9469 h 10000"/>
              <a:gd name="connsiteX85" fmla="*/ 2239 w 10000"/>
              <a:gd name="connsiteY85" fmla="*/ 9365 h 10000"/>
              <a:gd name="connsiteX86" fmla="*/ 2084 w 10000"/>
              <a:gd name="connsiteY86" fmla="*/ 9284 h 10000"/>
              <a:gd name="connsiteX87" fmla="*/ 1574 w 10000"/>
              <a:gd name="connsiteY87" fmla="*/ 9174 h 10000"/>
              <a:gd name="connsiteX88" fmla="*/ 1375 w 10000"/>
              <a:gd name="connsiteY88" fmla="*/ 9140 h 10000"/>
              <a:gd name="connsiteX89" fmla="*/ 1197 w 10000"/>
              <a:gd name="connsiteY89" fmla="*/ 8955 h 10000"/>
              <a:gd name="connsiteX90" fmla="*/ 1197 w 10000"/>
              <a:gd name="connsiteY90" fmla="*/ 8845 h 10000"/>
              <a:gd name="connsiteX91" fmla="*/ 1197 w 10000"/>
              <a:gd name="connsiteY91" fmla="*/ 8724 h 10000"/>
              <a:gd name="connsiteX92" fmla="*/ 1109 w 10000"/>
              <a:gd name="connsiteY92" fmla="*/ 8516 h 10000"/>
              <a:gd name="connsiteX93" fmla="*/ 798 w 10000"/>
              <a:gd name="connsiteY93" fmla="*/ 8389 h 10000"/>
              <a:gd name="connsiteX94" fmla="*/ 865 w 10000"/>
              <a:gd name="connsiteY94" fmla="*/ 8314 h 10000"/>
              <a:gd name="connsiteX95" fmla="*/ 1109 w 10000"/>
              <a:gd name="connsiteY95" fmla="*/ 8285 h 10000"/>
              <a:gd name="connsiteX96" fmla="*/ 1530 w 10000"/>
              <a:gd name="connsiteY96" fmla="*/ 8187 h 10000"/>
              <a:gd name="connsiteX97" fmla="*/ 1663 w 10000"/>
              <a:gd name="connsiteY97" fmla="*/ 8100 h 10000"/>
              <a:gd name="connsiteX98" fmla="*/ 1729 w 10000"/>
              <a:gd name="connsiteY98" fmla="*/ 8060 h 10000"/>
              <a:gd name="connsiteX99" fmla="*/ 1441 w 10000"/>
              <a:gd name="connsiteY99" fmla="*/ 7979 h 10000"/>
              <a:gd name="connsiteX100" fmla="*/ 1375 w 10000"/>
              <a:gd name="connsiteY100" fmla="*/ 7754 h 10000"/>
              <a:gd name="connsiteX101" fmla="*/ 1530 w 10000"/>
              <a:gd name="connsiteY101" fmla="*/ 7627 h 10000"/>
              <a:gd name="connsiteX102" fmla="*/ 1818 w 10000"/>
              <a:gd name="connsiteY102" fmla="*/ 7529 h 10000"/>
              <a:gd name="connsiteX103" fmla="*/ 1996 w 10000"/>
              <a:gd name="connsiteY103" fmla="*/ 7442 h 10000"/>
              <a:gd name="connsiteX104" fmla="*/ 2151 w 10000"/>
              <a:gd name="connsiteY104" fmla="*/ 7419 h 10000"/>
              <a:gd name="connsiteX105" fmla="*/ 1818 w 10000"/>
              <a:gd name="connsiteY105" fmla="*/ 7338 h 10000"/>
              <a:gd name="connsiteX106" fmla="*/ 1441 w 10000"/>
              <a:gd name="connsiteY106" fmla="*/ 7298 h 10000"/>
              <a:gd name="connsiteX107" fmla="*/ 1197 w 10000"/>
              <a:gd name="connsiteY107" fmla="*/ 7194 h 10000"/>
              <a:gd name="connsiteX108" fmla="*/ 1729 w 10000"/>
              <a:gd name="connsiteY108" fmla="*/ 7096 h 10000"/>
              <a:gd name="connsiteX109" fmla="*/ 1375 w 10000"/>
              <a:gd name="connsiteY109" fmla="*/ 6986 h 10000"/>
              <a:gd name="connsiteX110" fmla="*/ 554 w 10000"/>
              <a:gd name="connsiteY110" fmla="*/ 6963 h 10000"/>
              <a:gd name="connsiteX111" fmla="*/ 244 w 10000"/>
              <a:gd name="connsiteY111" fmla="*/ 6946 h 10000"/>
              <a:gd name="connsiteX112" fmla="*/ 89 w 10000"/>
              <a:gd name="connsiteY112" fmla="*/ 6888 h 10000"/>
              <a:gd name="connsiteX113" fmla="*/ 0 w 10000"/>
              <a:gd name="connsiteY113" fmla="*/ 6778 h 10000"/>
              <a:gd name="connsiteX114" fmla="*/ 89 w 10000"/>
              <a:gd name="connsiteY114" fmla="*/ 6657 h 10000"/>
              <a:gd name="connsiteX115" fmla="*/ 244 w 10000"/>
              <a:gd name="connsiteY115" fmla="*/ 6582 h 10000"/>
              <a:gd name="connsiteX116" fmla="*/ 488 w 10000"/>
              <a:gd name="connsiteY116" fmla="*/ 6582 h 10000"/>
              <a:gd name="connsiteX117" fmla="*/ 865 w 10000"/>
              <a:gd name="connsiteY117" fmla="*/ 6582 h 10000"/>
              <a:gd name="connsiteX118" fmla="*/ 1020 w 10000"/>
              <a:gd name="connsiteY118" fmla="*/ 6657 h 10000"/>
              <a:gd name="connsiteX119" fmla="*/ 1663 w 10000"/>
              <a:gd name="connsiteY119" fmla="*/ 6657 h 10000"/>
              <a:gd name="connsiteX120" fmla="*/ 2151 w 10000"/>
              <a:gd name="connsiteY120" fmla="*/ 6657 h 10000"/>
              <a:gd name="connsiteX121" fmla="*/ 2461 w 10000"/>
              <a:gd name="connsiteY121" fmla="*/ 6617 h 10000"/>
              <a:gd name="connsiteX122" fmla="*/ 2550 w 10000"/>
              <a:gd name="connsiteY122" fmla="*/ 6432 h 10000"/>
              <a:gd name="connsiteX123" fmla="*/ 2461 w 10000"/>
              <a:gd name="connsiteY123" fmla="*/ 6207 h 10000"/>
              <a:gd name="connsiteX124" fmla="*/ 2550 w 10000"/>
              <a:gd name="connsiteY124" fmla="*/ 6126 h 10000"/>
              <a:gd name="connsiteX125" fmla="*/ 2949 w 10000"/>
              <a:gd name="connsiteY125" fmla="*/ 5976 h 10000"/>
              <a:gd name="connsiteX126" fmla="*/ 3259 w 10000"/>
              <a:gd name="connsiteY126" fmla="*/ 5941 h 10000"/>
              <a:gd name="connsiteX127" fmla="*/ 2794 w 10000"/>
              <a:gd name="connsiteY127" fmla="*/ 5710 h 10000"/>
              <a:gd name="connsiteX128" fmla="*/ 2705 w 10000"/>
              <a:gd name="connsiteY128" fmla="*/ 5468 h 10000"/>
              <a:gd name="connsiteX129" fmla="*/ 2949 w 10000"/>
              <a:gd name="connsiteY129" fmla="*/ 5237 h 10000"/>
              <a:gd name="connsiteX130" fmla="*/ 3171 w 10000"/>
              <a:gd name="connsiteY130" fmla="*/ 5012 h 10000"/>
              <a:gd name="connsiteX131" fmla="*/ 3104 w 10000"/>
              <a:gd name="connsiteY131" fmla="*/ 4786 h 10000"/>
              <a:gd name="connsiteX132" fmla="*/ 3016 w 10000"/>
              <a:gd name="connsiteY132" fmla="*/ 4682 h 10000"/>
              <a:gd name="connsiteX133" fmla="*/ 3171 w 10000"/>
              <a:gd name="connsiteY133" fmla="*/ 4573 h 10000"/>
              <a:gd name="connsiteX134" fmla="*/ 3104 w 10000"/>
              <a:gd name="connsiteY134" fmla="*/ 4538 h 10000"/>
              <a:gd name="connsiteX135" fmla="*/ 2860 w 10000"/>
              <a:gd name="connsiteY135" fmla="*/ 4555 h 10000"/>
              <a:gd name="connsiteX136" fmla="*/ 2550 w 10000"/>
              <a:gd name="connsiteY136" fmla="*/ 4642 h 10000"/>
              <a:gd name="connsiteX137" fmla="*/ 1929 w 10000"/>
              <a:gd name="connsiteY137" fmla="*/ 4682 h 10000"/>
              <a:gd name="connsiteX138" fmla="*/ 1663 w 10000"/>
              <a:gd name="connsiteY138" fmla="*/ 4659 h 10000"/>
              <a:gd name="connsiteX139" fmla="*/ 1574 w 10000"/>
              <a:gd name="connsiteY139" fmla="*/ 4452 h 10000"/>
              <a:gd name="connsiteX140" fmla="*/ 1574 w 10000"/>
              <a:gd name="connsiteY140" fmla="*/ 4244 h 10000"/>
              <a:gd name="connsiteX141" fmla="*/ 1663 w 10000"/>
              <a:gd name="connsiteY141" fmla="*/ 4042 h 10000"/>
              <a:gd name="connsiteX142" fmla="*/ 1818 w 10000"/>
              <a:gd name="connsiteY142" fmla="*/ 3839 h 10000"/>
              <a:gd name="connsiteX143" fmla="*/ 1929 w 10000"/>
              <a:gd name="connsiteY143" fmla="*/ 3736 h 10000"/>
              <a:gd name="connsiteX144" fmla="*/ 2084 w 10000"/>
              <a:gd name="connsiteY144" fmla="*/ 3672 h 10000"/>
              <a:gd name="connsiteX145" fmla="*/ 2151 w 10000"/>
              <a:gd name="connsiteY145" fmla="*/ 3603 h 10000"/>
              <a:gd name="connsiteX146" fmla="*/ 2239 w 10000"/>
              <a:gd name="connsiteY146" fmla="*/ 3482 h 10000"/>
              <a:gd name="connsiteX147" fmla="*/ 2550 w 10000"/>
              <a:gd name="connsiteY147" fmla="*/ 3279 h 10000"/>
              <a:gd name="connsiteX148" fmla="*/ 2395 w 10000"/>
              <a:gd name="connsiteY148" fmla="*/ 3112 h 10000"/>
              <a:gd name="connsiteX149" fmla="*/ 2239 w 10000"/>
              <a:gd name="connsiteY149" fmla="*/ 2950 h 10000"/>
              <a:gd name="connsiteX150" fmla="*/ 2084 w 10000"/>
              <a:gd name="connsiteY150" fmla="*/ 2789 h 10000"/>
              <a:gd name="connsiteX151" fmla="*/ 2084 w 10000"/>
              <a:gd name="connsiteY151" fmla="*/ 2639 h 10000"/>
              <a:gd name="connsiteX152" fmla="*/ 2239 w 10000"/>
              <a:gd name="connsiteY152" fmla="*/ 2494 h 10000"/>
              <a:gd name="connsiteX153" fmla="*/ 2461 w 10000"/>
              <a:gd name="connsiteY153" fmla="*/ 2390 h 10000"/>
              <a:gd name="connsiteX154" fmla="*/ 2860 w 10000"/>
              <a:gd name="connsiteY154" fmla="*/ 2309 h 10000"/>
              <a:gd name="connsiteX155" fmla="*/ 3259 w 10000"/>
              <a:gd name="connsiteY155" fmla="*/ 2292 h 10000"/>
              <a:gd name="connsiteX156" fmla="*/ 3659 w 10000"/>
              <a:gd name="connsiteY156" fmla="*/ 1963 h 10000"/>
              <a:gd name="connsiteX157" fmla="*/ 3725 w 10000"/>
              <a:gd name="connsiteY157" fmla="*/ 1853 h 10000"/>
              <a:gd name="connsiteX158" fmla="*/ 4124 w 10000"/>
              <a:gd name="connsiteY158" fmla="*/ 1547 h 10000"/>
              <a:gd name="connsiteX159" fmla="*/ 4346 w 10000"/>
              <a:gd name="connsiteY159" fmla="*/ 1467 h 10000"/>
              <a:gd name="connsiteX160" fmla="*/ 4745 w 10000"/>
              <a:gd name="connsiteY160" fmla="*/ 1201 h 10000"/>
              <a:gd name="connsiteX161" fmla="*/ 5011 w 10000"/>
              <a:gd name="connsiteY161" fmla="*/ 803 h 10000"/>
              <a:gd name="connsiteX162" fmla="*/ 5011 w 10000"/>
              <a:gd name="connsiteY162" fmla="*/ 785 h 10000"/>
              <a:gd name="connsiteX163" fmla="*/ 5078 w 10000"/>
              <a:gd name="connsiteY163" fmla="*/ 427 h 10000"/>
              <a:gd name="connsiteX164" fmla="*/ 5166 w 10000"/>
              <a:gd name="connsiteY164" fmla="*/ 0 h 10000"/>
              <a:gd name="connsiteX0" fmla="*/ 5166 w 12637"/>
              <a:gd name="connsiteY0" fmla="*/ 0 h 10000"/>
              <a:gd name="connsiteX1" fmla="*/ 8647 w 12637"/>
              <a:gd name="connsiteY1" fmla="*/ 0 h 10000"/>
              <a:gd name="connsiteX2" fmla="*/ 8736 w 12637"/>
              <a:gd name="connsiteY2" fmla="*/ 468 h 10000"/>
              <a:gd name="connsiteX3" fmla="*/ 9468 w 12637"/>
              <a:gd name="connsiteY3" fmla="*/ 785 h 10000"/>
              <a:gd name="connsiteX4" fmla="*/ 9667 w 12637"/>
              <a:gd name="connsiteY4" fmla="*/ 906 h 10000"/>
              <a:gd name="connsiteX5" fmla="*/ 9756 w 12637"/>
              <a:gd name="connsiteY5" fmla="*/ 1016 h 10000"/>
              <a:gd name="connsiteX6" fmla="*/ 9601 w 12637"/>
              <a:gd name="connsiteY6" fmla="*/ 1149 h 10000"/>
              <a:gd name="connsiteX7" fmla="*/ 9113 w 12637"/>
              <a:gd name="connsiteY7" fmla="*/ 1363 h 10000"/>
              <a:gd name="connsiteX8" fmla="*/ 9113 w 12637"/>
              <a:gd name="connsiteY8" fmla="*/ 1998 h 10000"/>
              <a:gd name="connsiteX9" fmla="*/ 8182 w 12637"/>
              <a:gd name="connsiteY9" fmla="*/ 2038 h 10000"/>
              <a:gd name="connsiteX10" fmla="*/ 7539 w 12637"/>
              <a:gd name="connsiteY10" fmla="*/ 2148 h 10000"/>
              <a:gd name="connsiteX11" fmla="*/ 7295 w 12637"/>
              <a:gd name="connsiteY11" fmla="*/ 2206 h 10000"/>
              <a:gd name="connsiteX12" fmla="*/ 7206 w 12637"/>
              <a:gd name="connsiteY12" fmla="*/ 2333 h 10000"/>
              <a:gd name="connsiteX13" fmla="*/ 7206 w 12637"/>
              <a:gd name="connsiteY13" fmla="*/ 2413 h 10000"/>
              <a:gd name="connsiteX14" fmla="*/ 7472 w 12637"/>
              <a:gd name="connsiteY14" fmla="*/ 2517 h 10000"/>
              <a:gd name="connsiteX15" fmla="*/ 8027 w 12637"/>
              <a:gd name="connsiteY15" fmla="*/ 2719 h 10000"/>
              <a:gd name="connsiteX16" fmla="*/ 8093 w 12637"/>
              <a:gd name="connsiteY16" fmla="*/ 2962 h 10000"/>
              <a:gd name="connsiteX17" fmla="*/ 7627 w 12637"/>
              <a:gd name="connsiteY17" fmla="*/ 3176 h 10000"/>
              <a:gd name="connsiteX18" fmla="*/ 6896 w 12637"/>
              <a:gd name="connsiteY18" fmla="*/ 3337 h 10000"/>
              <a:gd name="connsiteX19" fmla="*/ 6652 w 12637"/>
              <a:gd name="connsiteY19" fmla="*/ 3505 h 10000"/>
              <a:gd name="connsiteX20" fmla="*/ 6497 w 12637"/>
              <a:gd name="connsiteY20" fmla="*/ 3736 h 10000"/>
              <a:gd name="connsiteX21" fmla="*/ 6652 w 12637"/>
              <a:gd name="connsiteY21" fmla="*/ 3978 h 10000"/>
              <a:gd name="connsiteX22" fmla="*/ 6585 w 12637"/>
              <a:gd name="connsiteY22" fmla="*/ 4244 h 10000"/>
              <a:gd name="connsiteX23" fmla="*/ 6275 w 12637"/>
              <a:gd name="connsiteY23" fmla="*/ 4376 h 10000"/>
              <a:gd name="connsiteX24" fmla="*/ 5876 w 12637"/>
              <a:gd name="connsiteY24" fmla="*/ 4452 h 10000"/>
              <a:gd name="connsiteX25" fmla="*/ 5721 w 12637"/>
              <a:gd name="connsiteY25" fmla="*/ 4555 h 10000"/>
              <a:gd name="connsiteX26" fmla="*/ 5787 w 12637"/>
              <a:gd name="connsiteY26" fmla="*/ 4659 h 10000"/>
              <a:gd name="connsiteX27" fmla="*/ 6186 w 12637"/>
              <a:gd name="connsiteY27" fmla="*/ 4763 h 10000"/>
              <a:gd name="connsiteX28" fmla="*/ 6275 w 12637"/>
              <a:gd name="connsiteY28" fmla="*/ 4867 h 10000"/>
              <a:gd name="connsiteX29" fmla="*/ 6186 w 12637"/>
              <a:gd name="connsiteY29" fmla="*/ 4948 h 10000"/>
              <a:gd name="connsiteX30" fmla="*/ 5876 w 12637"/>
              <a:gd name="connsiteY30" fmla="*/ 5092 h 10000"/>
              <a:gd name="connsiteX31" fmla="*/ 5721 w 12637"/>
              <a:gd name="connsiteY31" fmla="*/ 5300 h 10000"/>
              <a:gd name="connsiteX32" fmla="*/ 5942 w 12637"/>
              <a:gd name="connsiteY32" fmla="*/ 5485 h 10000"/>
              <a:gd name="connsiteX33" fmla="*/ 6275 w 12637"/>
              <a:gd name="connsiteY33" fmla="*/ 5566 h 10000"/>
              <a:gd name="connsiteX34" fmla="*/ 6275 w 12637"/>
              <a:gd name="connsiteY34" fmla="*/ 5774 h 10000"/>
              <a:gd name="connsiteX35" fmla="*/ 7073 w 12637"/>
              <a:gd name="connsiteY35" fmla="*/ 5791 h 10000"/>
              <a:gd name="connsiteX36" fmla="*/ 7472 w 12637"/>
              <a:gd name="connsiteY36" fmla="*/ 5872 h 10000"/>
              <a:gd name="connsiteX37" fmla="*/ 7295 w 12637"/>
              <a:gd name="connsiteY37" fmla="*/ 6068 h 10000"/>
              <a:gd name="connsiteX38" fmla="*/ 7007 w 12637"/>
              <a:gd name="connsiteY38" fmla="*/ 6068 h 10000"/>
              <a:gd name="connsiteX39" fmla="*/ 6275 w 12637"/>
              <a:gd name="connsiteY39" fmla="*/ 5976 h 10000"/>
              <a:gd name="connsiteX40" fmla="*/ 5721 w 12637"/>
              <a:gd name="connsiteY40" fmla="*/ 6045 h 10000"/>
              <a:gd name="connsiteX41" fmla="*/ 5565 w 12637"/>
              <a:gd name="connsiteY41" fmla="*/ 6184 h 10000"/>
              <a:gd name="connsiteX42" fmla="*/ 5632 w 12637"/>
              <a:gd name="connsiteY42" fmla="*/ 6391 h 10000"/>
              <a:gd name="connsiteX43" fmla="*/ 5942 w 12637"/>
              <a:gd name="connsiteY43" fmla="*/ 6582 h 10000"/>
              <a:gd name="connsiteX44" fmla="*/ 6741 w 12637"/>
              <a:gd name="connsiteY44" fmla="*/ 6617 h 10000"/>
              <a:gd name="connsiteX45" fmla="*/ 7140 w 12637"/>
              <a:gd name="connsiteY45" fmla="*/ 6778 h 10000"/>
              <a:gd name="connsiteX46" fmla="*/ 7007 w 12637"/>
              <a:gd name="connsiteY46" fmla="*/ 7032 h 10000"/>
              <a:gd name="connsiteX47" fmla="*/ 6341 w 12637"/>
              <a:gd name="connsiteY47" fmla="*/ 7194 h 10000"/>
              <a:gd name="connsiteX48" fmla="*/ 5565 w 12637"/>
              <a:gd name="connsiteY48" fmla="*/ 7298 h 10000"/>
              <a:gd name="connsiteX49" fmla="*/ 5255 w 12637"/>
              <a:gd name="connsiteY49" fmla="*/ 7512 h 10000"/>
              <a:gd name="connsiteX50" fmla="*/ 5255 w 12637"/>
              <a:gd name="connsiteY50" fmla="*/ 7714 h 10000"/>
              <a:gd name="connsiteX51" fmla="*/ 5632 w 12637"/>
              <a:gd name="connsiteY51" fmla="*/ 7835 h 10000"/>
              <a:gd name="connsiteX52" fmla="*/ 5632 w 12637"/>
              <a:gd name="connsiteY52" fmla="*/ 7979 h 10000"/>
              <a:gd name="connsiteX53" fmla="*/ 5255 w 12637"/>
              <a:gd name="connsiteY53" fmla="*/ 8100 h 10000"/>
              <a:gd name="connsiteX54" fmla="*/ 4612 w 12637"/>
              <a:gd name="connsiteY54" fmla="*/ 8124 h 10000"/>
              <a:gd name="connsiteX55" fmla="*/ 4279 w 12637"/>
              <a:gd name="connsiteY55" fmla="*/ 8204 h 10000"/>
              <a:gd name="connsiteX56" fmla="*/ 4124 w 12637"/>
              <a:gd name="connsiteY56" fmla="*/ 8314 h 10000"/>
              <a:gd name="connsiteX57" fmla="*/ 4124 w 12637"/>
              <a:gd name="connsiteY57" fmla="*/ 8620 h 10000"/>
              <a:gd name="connsiteX58" fmla="*/ 4191 w 12637"/>
              <a:gd name="connsiteY58" fmla="*/ 8741 h 10000"/>
              <a:gd name="connsiteX59" fmla="*/ 4457 w 12637"/>
              <a:gd name="connsiteY59" fmla="*/ 8828 h 10000"/>
              <a:gd name="connsiteX60" fmla="*/ 4612 w 12637"/>
              <a:gd name="connsiteY60" fmla="*/ 8845 h 10000"/>
              <a:gd name="connsiteX61" fmla="*/ 4834 w 12637"/>
              <a:gd name="connsiteY61" fmla="*/ 8828 h 10000"/>
              <a:gd name="connsiteX62" fmla="*/ 5255 w 12637"/>
              <a:gd name="connsiteY62" fmla="*/ 8788 h 10000"/>
              <a:gd name="connsiteX63" fmla="*/ 5455 w 12637"/>
              <a:gd name="connsiteY63" fmla="*/ 8828 h 10000"/>
              <a:gd name="connsiteX64" fmla="*/ 5632 w 12637"/>
              <a:gd name="connsiteY64" fmla="*/ 9221 h 10000"/>
              <a:gd name="connsiteX65" fmla="*/ 5942 w 12637"/>
              <a:gd name="connsiteY65" fmla="*/ 9319 h 10000"/>
              <a:gd name="connsiteX66" fmla="*/ 7472 w 12637"/>
              <a:gd name="connsiteY66" fmla="*/ 9301 h 10000"/>
              <a:gd name="connsiteX67" fmla="*/ 10000 w 12637"/>
              <a:gd name="connsiteY67" fmla="*/ 9319 h 10000"/>
              <a:gd name="connsiteX68" fmla="*/ 10000 w 12637"/>
              <a:gd name="connsiteY68" fmla="*/ 9423 h 10000"/>
              <a:gd name="connsiteX69" fmla="*/ 9933 w 12637"/>
              <a:gd name="connsiteY69" fmla="*/ 9509 h 10000"/>
              <a:gd name="connsiteX70" fmla="*/ 9601 w 12637"/>
              <a:gd name="connsiteY70" fmla="*/ 9527 h 10000"/>
              <a:gd name="connsiteX71" fmla="*/ 8027 w 12637"/>
              <a:gd name="connsiteY71" fmla="*/ 9671 h 10000"/>
              <a:gd name="connsiteX72" fmla="*/ 7539 w 12637"/>
              <a:gd name="connsiteY72" fmla="*/ 9775 h 10000"/>
              <a:gd name="connsiteX73" fmla="*/ 7140 w 12637"/>
              <a:gd name="connsiteY73" fmla="*/ 9873 h 10000"/>
              <a:gd name="connsiteX74" fmla="*/ 6741 w 12637"/>
              <a:gd name="connsiteY74" fmla="*/ 9977 h 10000"/>
              <a:gd name="connsiteX75" fmla="*/ 6341 w 12637"/>
              <a:gd name="connsiteY75" fmla="*/ 10000 h 10000"/>
              <a:gd name="connsiteX76" fmla="*/ 5565 w 12637"/>
              <a:gd name="connsiteY76" fmla="*/ 9896 h 10000"/>
              <a:gd name="connsiteX77" fmla="*/ 4678 w 12637"/>
              <a:gd name="connsiteY77" fmla="*/ 9873 h 10000"/>
              <a:gd name="connsiteX78" fmla="*/ 4191 w 12637"/>
              <a:gd name="connsiteY78" fmla="*/ 9792 h 10000"/>
              <a:gd name="connsiteX79" fmla="*/ 3902 w 12637"/>
              <a:gd name="connsiteY79" fmla="*/ 9758 h 10000"/>
              <a:gd name="connsiteX80" fmla="*/ 3836 w 12637"/>
              <a:gd name="connsiteY80" fmla="*/ 9694 h 10000"/>
              <a:gd name="connsiteX81" fmla="*/ 3725 w 12637"/>
              <a:gd name="connsiteY81" fmla="*/ 9567 h 10000"/>
              <a:gd name="connsiteX82" fmla="*/ 3415 w 12637"/>
              <a:gd name="connsiteY82" fmla="*/ 9486 h 10000"/>
              <a:gd name="connsiteX83" fmla="*/ 2949 w 12637"/>
              <a:gd name="connsiteY83" fmla="*/ 9446 h 10000"/>
              <a:gd name="connsiteX84" fmla="*/ 2550 w 12637"/>
              <a:gd name="connsiteY84" fmla="*/ 9469 h 10000"/>
              <a:gd name="connsiteX85" fmla="*/ 2239 w 12637"/>
              <a:gd name="connsiteY85" fmla="*/ 9365 h 10000"/>
              <a:gd name="connsiteX86" fmla="*/ 2084 w 12637"/>
              <a:gd name="connsiteY86" fmla="*/ 9284 h 10000"/>
              <a:gd name="connsiteX87" fmla="*/ 1574 w 12637"/>
              <a:gd name="connsiteY87" fmla="*/ 9174 h 10000"/>
              <a:gd name="connsiteX88" fmla="*/ 1375 w 12637"/>
              <a:gd name="connsiteY88" fmla="*/ 9140 h 10000"/>
              <a:gd name="connsiteX89" fmla="*/ 1197 w 12637"/>
              <a:gd name="connsiteY89" fmla="*/ 8955 h 10000"/>
              <a:gd name="connsiteX90" fmla="*/ 1197 w 12637"/>
              <a:gd name="connsiteY90" fmla="*/ 8845 h 10000"/>
              <a:gd name="connsiteX91" fmla="*/ 1197 w 12637"/>
              <a:gd name="connsiteY91" fmla="*/ 8724 h 10000"/>
              <a:gd name="connsiteX92" fmla="*/ 1109 w 12637"/>
              <a:gd name="connsiteY92" fmla="*/ 8516 h 10000"/>
              <a:gd name="connsiteX93" fmla="*/ 798 w 12637"/>
              <a:gd name="connsiteY93" fmla="*/ 8389 h 10000"/>
              <a:gd name="connsiteX94" fmla="*/ 865 w 12637"/>
              <a:gd name="connsiteY94" fmla="*/ 8314 h 10000"/>
              <a:gd name="connsiteX95" fmla="*/ 1109 w 12637"/>
              <a:gd name="connsiteY95" fmla="*/ 8285 h 10000"/>
              <a:gd name="connsiteX96" fmla="*/ 1530 w 12637"/>
              <a:gd name="connsiteY96" fmla="*/ 8187 h 10000"/>
              <a:gd name="connsiteX97" fmla="*/ 1663 w 12637"/>
              <a:gd name="connsiteY97" fmla="*/ 8100 h 10000"/>
              <a:gd name="connsiteX98" fmla="*/ 1729 w 12637"/>
              <a:gd name="connsiteY98" fmla="*/ 8060 h 10000"/>
              <a:gd name="connsiteX99" fmla="*/ 1441 w 12637"/>
              <a:gd name="connsiteY99" fmla="*/ 7979 h 10000"/>
              <a:gd name="connsiteX100" fmla="*/ 1375 w 12637"/>
              <a:gd name="connsiteY100" fmla="*/ 7754 h 10000"/>
              <a:gd name="connsiteX101" fmla="*/ 1530 w 12637"/>
              <a:gd name="connsiteY101" fmla="*/ 7627 h 10000"/>
              <a:gd name="connsiteX102" fmla="*/ 1818 w 12637"/>
              <a:gd name="connsiteY102" fmla="*/ 7529 h 10000"/>
              <a:gd name="connsiteX103" fmla="*/ 1996 w 12637"/>
              <a:gd name="connsiteY103" fmla="*/ 7442 h 10000"/>
              <a:gd name="connsiteX104" fmla="*/ 2151 w 12637"/>
              <a:gd name="connsiteY104" fmla="*/ 7419 h 10000"/>
              <a:gd name="connsiteX105" fmla="*/ 1818 w 12637"/>
              <a:gd name="connsiteY105" fmla="*/ 7338 h 10000"/>
              <a:gd name="connsiteX106" fmla="*/ 1441 w 12637"/>
              <a:gd name="connsiteY106" fmla="*/ 7298 h 10000"/>
              <a:gd name="connsiteX107" fmla="*/ 1197 w 12637"/>
              <a:gd name="connsiteY107" fmla="*/ 7194 h 10000"/>
              <a:gd name="connsiteX108" fmla="*/ 1729 w 12637"/>
              <a:gd name="connsiteY108" fmla="*/ 7096 h 10000"/>
              <a:gd name="connsiteX109" fmla="*/ 1375 w 12637"/>
              <a:gd name="connsiteY109" fmla="*/ 6986 h 10000"/>
              <a:gd name="connsiteX110" fmla="*/ 554 w 12637"/>
              <a:gd name="connsiteY110" fmla="*/ 6963 h 10000"/>
              <a:gd name="connsiteX111" fmla="*/ 244 w 12637"/>
              <a:gd name="connsiteY111" fmla="*/ 6946 h 10000"/>
              <a:gd name="connsiteX112" fmla="*/ 89 w 12637"/>
              <a:gd name="connsiteY112" fmla="*/ 6888 h 10000"/>
              <a:gd name="connsiteX113" fmla="*/ 0 w 12637"/>
              <a:gd name="connsiteY113" fmla="*/ 6778 h 10000"/>
              <a:gd name="connsiteX114" fmla="*/ 89 w 12637"/>
              <a:gd name="connsiteY114" fmla="*/ 6657 h 10000"/>
              <a:gd name="connsiteX115" fmla="*/ 244 w 12637"/>
              <a:gd name="connsiteY115" fmla="*/ 6582 h 10000"/>
              <a:gd name="connsiteX116" fmla="*/ 488 w 12637"/>
              <a:gd name="connsiteY116" fmla="*/ 6582 h 10000"/>
              <a:gd name="connsiteX117" fmla="*/ 865 w 12637"/>
              <a:gd name="connsiteY117" fmla="*/ 6582 h 10000"/>
              <a:gd name="connsiteX118" fmla="*/ 1020 w 12637"/>
              <a:gd name="connsiteY118" fmla="*/ 6657 h 10000"/>
              <a:gd name="connsiteX119" fmla="*/ 1663 w 12637"/>
              <a:gd name="connsiteY119" fmla="*/ 6657 h 10000"/>
              <a:gd name="connsiteX120" fmla="*/ 2151 w 12637"/>
              <a:gd name="connsiteY120" fmla="*/ 6657 h 10000"/>
              <a:gd name="connsiteX121" fmla="*/ 2461 w 12637"/>
              <a:gd name="connsiteY121" fmla="*/ 6617 h 10000"/>
              <a:gd name="connsiteX122" fmla="*/ 2550 w 12637"/>
              <a:gd name="connsiteY122" fmla="*/ 6432 h 10000"/>
              <a:gd name="connsiteX123" fmla="*/ 2461 w 12637"/>
              <a:gd name="connsiteY123" fmla="*/ 6207 h 10000"/>
              <a:gd name="connsiteX124" fmla="*/ 2550 w 12637"/>
              <a:gd name="connsiteY124" fmla="*/ 6126 h 10000"/>
              <a:gd name="connsiteX125" fmla="*/ 2949 w 12637"/>
              <a:gd name="connsiteY125" fmla="*/ 5976 h 10000"/>
              <a:gd name="connsiteX126" fmla="*/ 3259 w 12637"/>
              <a:gd name="connsiteY126" fmla="*/ 5941 h 10000"/>
              <a:gd name="connsiteX127" fmla="*/ 2794 w 12637"/>
              <a:gd name="connsiteY127" fmla="*/ 5710 h 10000"/>
              <a:gd name="connsiteX128" fmla="*/ 2705 w 12637"/>
              <a:gd name="connsiteY128" fmla="*/ 5468 h 10000"/>
              <a:gd name="connsiteX129" fmla="*/ 2949 w 12637"/>
              <a:gd name="connsiteY129" fmla="*/ 5237 h 10000"/>
              <a:gd name="connsiteX130" fmla="*/ 3171 w 12637"/>
              <a:gd name="connsiteY130" fmla="*/ 5012 h 10000"/>
              <a:gd name="connsiteX131" fmla="*/ 3104 w 12637"/>
              <a:gd name="connsiteY131" fmla="*/ 4786 h 10000"/>
              <a:gd name="connsiteX132" fmla="*/ 3016 w 12637"/>
              <a:gd name="connsiteY132" fmla="*/ 4682 h 10000"/>
              <a:gd name="connsiteX133" fmla="*/ 3171 w 12637"/>
              <a:gd name="connsiteY133" fmla="*/ 4573 h 10000"/>
              <a:gd name="connsiteX134" fmla="*/ 3104 w 12637"/>
              <a:gd name="connsiteY134" fmla="*/ 4538 h 10000"/>
              <a:gd name="connsiteX135" fmla="*/ 2860 w 12637"/>
              <a:gd name="connsiteY135" fmla="*/ 4555 h 10000"/>
              <a:gd name="connsiteX136" fmla="*/ 2550 w 12637"/>
              <a:gd name="connsiteY136" fmla="*/ 4642 h 10000"/>
              <a:gd name="connsiteX137" fmla="*/ 1929 w 12637"/>
              <a:gd name="connsiteY137" fmla="*/ 4682 h 10000"/>
              <a:gd name="connsiteX138" fmla="*/ 1663 w 12637"/>
              <a:gd name="connsiteY138" fmla="*/ 4659 h 10000"/>
              <a:gd name="connsiteX139" fmla="*/ 1574 w 12637"/>
              <a:gd name="connsiteY139" fmla="*/ 4452 h 10000"/>
              <a:gd name="connsiteX140" fmla="*/ 1574 w 12637"/>
              <a:gd name="connsiteY140" fmla="*/ 4244 h 10000"/>
              <a:gd name="connsiteX141" fmla="*/ 1663 w 12637"/>
              <a:gd name="connsiteY141" fmla="*/ 4042 h 10000"/>
              <a:gd name="connsiteX142" fmla="*/ 1818 w 12637"/>
              <a:gd name="connsiteY142" fmla="*/ 3839 h 10000"/>
              <a:gd name="connsiteX143" fmla="*/ 1929 w 12637"/>
              <a:gd name="connsiteY143" fmla="*/ 3736 h 10000"/>
              <a:gd name="connsiteX144" fmla="*/ 2084 w 12637"/>
              <a:gd name="connsiteY144" fmla="*/ 3672 h 10000"/>
              <a:gd name="connsiteX145" fmla="*/ 2151 w 12637"/>
              <a:gd name="connsiteY145" fmla="*/ 3603 h 10000"/>
              <a:gd name="connsiteX146" fmla="*/ 2239 w 12637"/>
              <a:gd name="connsiteY146" fmla="*/ 3482 h 10000"/>
              <a:gd name="connsiteX147" fmla="*/ 2550 w 12637"/>
              <a:gd name="connsiteY147" fmla="*/ 3279 h 10000"/>
              <a:gd name="connsiteX148" fmla="*/ 2395 w 12637"/>
              <a:gd name="connsiteY148" fmla="*/ 3112 h 10000"/>
              <a:gd name="connsiteX149" fmla="*/ 2239 w 12637"/>
              <a:gd name="connsiteY149" fmla="*/ 2950 h 10000"/>
              <a:gd name="connsiteX150" fmla="*/ 2084 w 12637"/>
              <a:gd name="connsiteY150" fmla="*/ 2789 h 10000"/>
              <a:gd name="connsiteX151" fmla="*/ 2084 w 12637"/>
              <a:gd name="connsiteY151" fmla="*/ 2639 h 10000"/>
              <a:gd name="connsiteX152" fmla="*/ 2239 w 12637"/>
              <a:gd name="connsiteY152" fmla="*/ 2494 h 10000"/>
              <a:gd name="connsiteX153" fmla="*/ 2461 w 12637"/>
              <a:gd name="connsiteY153" fmla="*/ 2390 h 10000"/>
              <a:gd name="connsiteX154" fmla="*/ 2860 w 12637"/>
              <a:gd name="connsiteY154" fmla="*/ 2309 h 10000"/>
              <a:gd name="connsiteX155" fmla="*/ 3259 w 12637"/>
              <a:gd name="connsiteY155" fmla="*/ 2292 h 10000"/>
              <a:gd name="connsiteX156" fmla="*/ 3659 w 12637"/>
              <a:gd name="connsiteY156" fmla="*/ 1963 h 10000"/>
              <a:gd name="connsiteX157" fmla="*/ 3725 w 12637"/>
              <a:gd name="connsiteY157" fmla="*/ 1853 h 10000"/>
              <a:gd name="connsiteX158" fmla="*/ 4124 w 12637"/>
              <a:gd name="connsiteY158" fmla="*/ 1547 h 10000"/>
              <a:gd name="connsiteX159" fmla="*/ 4346 w 12637"/>
              <a:gd name="connsiteY159" fmla="*/ 1467 h 10000"/>
              <a:gd name="connsiteX160" fmla="*/ 4745 w 12637"/>
              <a:gd name="connsiteY160" fmla="*/ 1201 h 10000"/>
              <a:gd name="connsiteX161" fmla="*/ 5011 w 12637"/>
              <a:gd name="connsiteY161" fmla="*/ 803 h 10000"/>
              <a:gd name="connsiteX162" fmla="*/ 5011 w 12637"/>
              <a:gd name="connsiteY162" fmla="*/ 785 h 10000"/>
              <a:gd name="connsiteX163" fmla="*/ 5078 w 12637"/>
              <a:gd name="connsiteY163" fmla="*/ 427 h 10000"/>
              <a:gd name="connsiteX164" fmla="*/ 12637 w 12637"/>
              <a:gd name="connsiteY164" fmla="*/ 1824 h 10000"/>
              <a:gd name="connsiteX0" fmla="*/ 8647 w 12637"/>
              <a:gd name="connsiteY0" fmla="*/ 0 h 10000"/>
              <a:gd name="connsiteX1" fmla="*/ 8736 w 12637"/>
              <a:gd name="connsiteY1" fmla="*/ 468 h 10000"/>
              <a:gd name="connsiteX2" fmla="*/ 9468 w 12637"/>
              <a:gd name="connsiteY2" fmla="*/ 785 h 10000"/>
              <a:gd name="connsiteX3" fmla="*/ 9667 w 12637"/>
              <a:gd name="connsiteY3" fmla="*/ 906 h 10000"/>
              <a:gd name="connsiteX4" fmla="*/ 9756 w 12637"/>
              <a:gd name="connsiteY4" fmla="*/ 1016 h 10000"/>
              <a:gd name="connsiteX5" fmla="*/ 9601 w 12637"/>
              <a:gd name="connsiteY5" fmla="*/ 1149 h 10000"/>
              <a:gd name="connsiteX6" fmla="*/ 9113 w 12637"/>
              <a:gd name="connsiteY6" fmla="*/ 1363 h 10000"/>
              <a:gd name="connsiteX7" fmla="*/ 9113 w 12637"/>
              <a:gd name="connsiteY7" fmla="*/ 1998 h 10000"/>
              <a:gd name="connsiteX8" fmla="*/ 8182 w 12637"/>
              <a:gd name="connsiteY8" fmla="*/ 2038 h 10000"/>
              <a:gd name="connsiteX9" fmla="*/ 7539 w 12637"/>
              <a:gd name="connsiteY9" fmla="*/ 2148 h 10000"/>
              <a:gd name="connsiteX10" fmla="*/ 7295 w 12637"/>
              <a:gd name="connsiteY10" fmla="*/ 2206 h 10000"/>
              <a:gd name="connsiteX11" fmla="*/ 7206 w 12637"/>
              <a:gd name="connsiteY11" fmla="*/ 2333 h 10000"/>
              <a:gd name="connsiteX12" fmla="*/ 7206 w 12637"/>
              <a:gd name="connsiteY12" fmla="*/ 2413 h 10000"/>
              <a:gd name="connsiteX13" fmla="*/ 7472 w 12637"/>
              <a:gd name="connsiteY13" fmla="*/ 2517 h 10000"/>
              <a:gd name="connsiteX14" fmla="*/ 8027 w 12637"/>
              <a:gd name="connsiteY14" fmla="*/ 2719 h 10000"/>
              <a:gd name="connsiteX15" fmla="*/ 8093 w 12637"/>
              <a:gd name="connsiteY15" fmla="*/ 2962 h 10000"/>
              <a:gd name="connsiteX16" fmla="*/ 7627 w 12637"/>
              <a:gd name="connsiteY16" fmla="*/ 3176 h 10000"/>
              <a:gd name="connsiteX17" fmla="*/ 6896 w 12637"/>
              <a:gd name="connsiteY17" fmla="*/ 3337 h 10000"/>
              <a:gd name="connsiteX18" fmla="*/ 6652 w 12637"/>
              <a:gd name="connsiteY18" fmla="*/ 3505 h 10000"/>
              <a:gd name="connsiteX19" fmla="*/ 6497 w 12637"/>
              <a:gd name="connsiteY19" fmla="*/ 3736 h 10000"/>
              <a:gd name="connsiteX20" fmla="*/ 6652 w 12637"/>
              <a:gd name="connsiteY20" fmla="*/ 3978 h 10000"/>
              <a:gd name="connsiteX21" fmla="*/ 6585 w 12637"/>
              <a:gd name="connsiteY21" fmla="*/ 4244 h 10000"/>
              <a:gd name="connsiteX22" fmla="*/ 6275 w 12637"/>
              <a:gd name="connsiteY22" fmla="*/ 4376 h 10000"/>
              <a:gd name="connsiteX23" fmla="*/ 5876 w 12637"/>
              <a:gd name="connsiteY23" fmla="*/ 4452 h 10000"/>
              <a:gd name="connsiteX24" fmla="*/ 5721 w 12637"/>
              <a:gd name="connsiteY24" fmla="*/ 4555 h 10000"/>
              <a:gd name="connsiteX25" fmla="*/ 5787 w 12637"/>
              <a:gd name="connsiteY25" fmla="*/ 4659 h 10000"/>
              <a:gd name="connsiteX26" fmla="*/ 6186 w 12637"/>
              <a:gd name="connsiteY26" fmla="*/ 4763 h 10000"/>
              <a:gd name="connsiteX27" fmla="*/ 6275 w 12637"/>
              <a:gd name="connsiteY27" fmla="*/ 4867 h 10000"/>
              <a:gd name="connsiteX28" fmla="*/ 6186 w 12637"/>
              <a:gd name="connsiteY28" fmla="*/ 4948 h 10000"/>
              <a:gd name="connsiteX29" fmla="*/ 5876 w 12637"/>
              <a:gd name="connsiteY29" fmla="*/ 5092 h 10000"/>
              <a:gd name="connsiteX30" fmla="*/ 5721 w 12637"/>
              <a:gd name="connsiteY30" fmla="*/ 5300 h 10000"/>
              <a:gd name="connsiteX31" fmla="*/ 5942 w 12637"/>
              <a:gd name="connsiteY31" fmla="*/ 5485 h 10000"/>
              <a:gd name="connsiteX32" fmla="*/ 6275 w 12637"/>
              <a:gd name="connsiteY32" fmla="*/ 5566 h 10000"/>
              <a:gd name="connsiteX33" fmla="*/ 6275 w 12637"/>
              <a:gd name="connsiteY33" fmla="*/ 5774 h 10000"/>
              <a:gd name="connsiteX34" fmla="*/ 7073 w 12637"/>
              <a:gd name="connsiteY34" fmla="*/ 5791 h 10000"/>
              <a:gd name="connsiteX35" fmla="*/ 7472 w 12637"/>
              <a:gd name="connsiteY35" fmla="*/ 5872 h 10000"/>
              <a:gd name="connsiteX36" fmla="*/ 7295 w 12637"/>
              <a:gd name="connsiteY36" fmla="*/ 6068 h 10000"/>
              <a:gd name="connsiteX37" fmla="*/ 7007 w 12637"/>
              <a:gd name="connsiteY37" fmla="*/ 6068 h 10000"/>
              <a:gd name="connsiteX38" fmla="*/ 6275 w 12637"/>
              <a:gd name="connsiteY38" fmla="*/ 5976 h 10000"/>
              <a:gd name="connsiteX39" fmla="*/ 5721 w 12637"/>
              <a:gd name="connsiteY39" fmla="*/ 6045 h 10000"/>
              <a:gd name="connsiteX40" fmla="*/ 5565 w 12637"/>
              <a:gd name="connsiteY40" fmla="*/ 6184 h 10000"/>
              <a:gd name="connsiteX41" fmla="*/ 5632 w 12637"/>
              <a:gd name="connsiteY41" fmla="*/ 6391 h 10000"/>
              <a:gd name="connsiteX42" fmla="*/ 5942 w 12637"/>
              <a:gd name="connsiteY42" fmla="*/ 6582 h 10000"/>
              <a:gd name="connsiteX43" fmla="*/ 6741 w 12637"/>
              <a:gd name="connsiteY43" fmla="*/ 6617 h 10000"/>
              <a:gd name="connsiteX44" fmla="*/ 7140 w 12637"/>
              <a:gd name="connsiteY44" fmla="*/ 6778 h 10000"/>
              <a:gd name="connsiteX45" fmla="*/ 7007 w 12637"/>
              <a:gd name="connsiteY45" fmla="*/ 7032 h 10000"/>
              <a:gd name="connsiteX46" fmla="*/ 6341 w 12637"/>
              <a:gd name="connsiteY46" fmla="*/ 7194 h 10000"/>
              <a:gd name="connsiteX47" fmla="*/ 5565 w 12637"/>
              <a:gd name="connsiteY47" fmla="*/ 7298 h 10000"/>
              <a:gd name="connsiteX48" fmla="*/ 5255 w 12637"/>
              <a:gd name="connsiteY48" fmla="*/ 7512 h 10000"/>
              <a:gd name="connsiteX49" fmla="*/ 5255 w 12637"/>
              <a:gd name="connsiteY49" fmla="*/ 7714 h 10000"/>
              <a:gd name="connsiteX50" fmla="*/ 5632 w 12637"/>
              <a:gd name="connsiteY50" fmla="*/ 7835 h 10000"/>
              <a:gd name="connsiteX51" fmla="*/ 5632 w 12637"/>
              <a:gd name="connsiteY51" fmla="*/ 7979 h 10000"/>
              <a:gd name="connsiteX52" fmla="*/ 5255 w 12637"/>
              <a:gd name="connsiteY52" fmla="*/ 8100 h 10000"/>
              <a:gd name="connsiteX53" fmla="*/ 4612 w 12637"/>
              <a:gd name="connsiteY53" fmla="*/ 8124 h 10000"/>
              <a:gd name="connsiteX54" fmla="*/ 4279 w 12637"/>
              <a:gd name="connsiteY54" fmla="*/ 8204 h 10000"/>
              <a:gd name="connsiteX55" fmla="*/ 4124 w 12637"/>
              <a:gd name="connsiteY55" fmla="*/ 8314 h 10000"/>
              <a:gd name="connsiteX56" fmla="*/ 4124 w 12637"/>
              <a:gd name="connsiteY56" fmla="*/ 8620 h 10000"/>
              <a:gd name="connsiteX57" fmla="*/ 4191 w 12637"/>
              <a:gd name="connsiteY57" fmla="*/ 8741 h 10000"/>
              <a:gd name="connsiteX58" fmla="*/ 4457 w 12637"/>
              <a:gd name="connsiteY58" fmla="*/ 8828 h 10000"/>
              <a:gd name="connsiteX59" fmla="*/ 4612 w 12637"/>
              <a:gd name="connsiteY59" fmla="*/ 8845 h 10000"/>
              <a:gd name="connsiteX60" fmla="*/ 4834 w 12637"/>
              <a:gd name="connsiteY60" fmla="*/ 8828 h 10000"/>
              <a:gd name="connsiteX61" fmla="*/ 5255 w 12637"/>
              <a:gd name="connsiteY61" fmla="*/ 8788 h 10000"/>
              <a:gd name="connsiteX62" fmla="*/ 5455 w 12637"/>
              <a:gd name="connsiteY62" fmla="*/ 8828 h 10000"/>
              <a:gd name="connsiteX63" fmla="*/ 5632 w 12637"/>
              <a:gd name="connsiteY63" fmla="*/ 9221 h 10000"/>
              <a:gd name="connsiteX64" fmla="*/ 5942 w 12637"/>
              <a:gd name="connsiteY64" fmla="*/ 9319 h 10000"/>
              <a:gd name="connsiteX65" fmla="*/ 7472 w 12637"/>
              <a:gd name="connsiteY65" fmla="*/ 9301 h 10000"/>
              <a:gd name="connsiteX66" fmla="*/ 10000 w 12637"/>
              <a:gd name="connsiteY66" fmla="*/ 9319 h 10000"/>
              <a:gd name="connsiteX67" fmla="*/ 10000 w 12637"/>
              <a:gd name="connsiteY67" fmla="*/ 9423 h 10000"/>
              <a:gd name="connsiteX68" fmla="*/ 9933 w 12637"/>
              <a:gd name="connsiteY68" fmla="*/ 9509 h 10000"/>
              <a:gd name="connsiteX69" fmla="*/ 9601 w 12637"/>
              <a:gd name="connsiteY69" fmla="*/ 9527 h 10000"/>
              <a:gd name="connsiteX70" fmla="*/ 8027 w 12637"/>
              <a:gd name="connsiteY70" fmla="*/ 9671 h 10000"/>
              <a:gd name="connsiteX71" fmla="*/ 7539 w 12637"/>
              <a:gd name="connsiteY71" fmla="*/ 9775 h 10000"/>
              <a:gd name="connsiteX72" fmla="*/ 7140 w 12637"/>
              <a:gd name="connsiteY72" fmla="*/ 9873 h 10000"/>
              <a:gd name="connsiteX73" fmla="*/ 6741 w 12637"/>
              <a:gd name="connsiteY73" fmla="*/ 9977 h 10000"/>
              <a:gd name="connsiteX74" fmla="*/ 6341 w 12637"/>
              <a:gd name="connsiteY74" fmla="*/ 10000 h 10000"/>
              <a:gd name="connsiteX75" fmla="*/ 5565 w 12637"/>
              <a:gd name="connsiteY75" fmla="*/ 9896 h 10000"/>
              <a:gd name="connsiteX76" fmla="*/ 4678 w 12637"/>
              <a:gd name="connsiteY76" fmla="*/ 9873 h 10000"/>
              <a:gd name="connsiteX77" fmla="*/ 4191 w 12637"/>
              <a:gd name="connsiteY77" fmla="*/ 9792 h 10000"/>
              <a:gd name="connsiteX78" fmla="*/ 3902 w 12637"/>
              <a:gd name="connsiteY78" fmla="*/ 9758 h 10000"/>
              <a:gd name="connsiteX79" fmla="*/ 3836 w 12637"/>
              <a:gd name="connsiteY79" fmla="*/ 9694 h 10000"/>
              <a:gd name="connsiteX80" fmla="*/ 3725 w 12637"/>
              <a:gd name="connsiteY80" fmla="*/ 9567 h 10000"/>
              <a:gd name="connsiteX81" fmla="*/ 3415 w 12637"/>
              <a:gd name="connsiteY81" fmla="*/ 9486 h 10000"/>
              <a:gd name="connsiteX82" fmla="*/ 2949 w 12637"/>
              <a:gd name="connsiteY82" fmla="*/ 9446 h 10000"/>
              <a:gd name="connsiteX83" fmla="*/ 2550 w 12637"/>
              <a:gd name="connsiteY83" fmla="*/ 9469 h 10000"/>
              <a:gd name="connsiteX84" fmla="*/ 2239 w 12637"/>
              <a:gd name="connsiteY84" fmla="*/ 9365 h 10000"/>
              <a:gd name="connsiteX85" fmla="*/ 2084 w 12637"/>
              <a:gd name="connsiteY85" fmla="*/ 9284 h 10000"/>
              <a:gd name="connsiteX86" fmla="*/ 1574 w 12637"/>
              <a:gd name="connsiteY86" fmla="*/ 9174 h 10000"/>
              <a:gd name="connsiteX87" fmla="*/ 1375 w 12637"/>
              <a:gd name="connsiteY87" fmla="*/ 9140 h 10000"/>
              <a:gd name="connsiteX88" fmla="*/ 1197 w 12637"/>
              <a:gd name="connsiteY88" fmla="*/ 8955 h 10000"/>
              <a:gd name="connsiteX89" fmla="*/ 1197 w 12637"/>
              <a:gd name="connsiteY89" fmla="*/ 8845 h 10000"/>
              <a:gd name="connsiteX90" fmla="*/ 1197 w 12637"/>
              <a:gd name="connsiteY90" fmla="*/ 8724 h 10000"/>
              <a:gd name="connsiteX91" fmla="*/ 1109 w 12637"/>
              <a:gd name="connsiteY91" fmla="*/ 8516 h 10000"/>
              <a:gd name="connsiteX92" fmla="*/ 798 w 12637"/>
              <a:gd name="connsiteY92" fmla="*/ 8389 h 10000"/>
              <a:gd name="connsiteX93" fmla="*/ 865 w 12637"/>
              <a:gd name="connsiteY93" fmla="*/ 8314 h 10000"/>
              <a:gd name="connsiteX94" fmla="*/ 1109 w 12637"/>
              <a:gd name="connsiteY94" fmla="*/ 8285 h 10000"/>
              <a:gd name="connsiteX95" fmla="*/ 1530 w 12637"/>
              <a:gd name="connsiteY95" fmla="*/ 8187 h 10000"/>
              <a:gd name="connsiteX96" fmla="*/ 1663 w 12637"/>
              <a:gd name="connsiteY96" fmla="*/ 8100 h 10000"/>
              <a:gd name="connsiteX97" fmla="*/ 1729 w 12637"/>
              <a:gd name="connsiteY97" fmla="*/ 8060 h 10000"/>
              <a:gd name="connsiteX98" fmla="*/ 1441 w 12637"/>
              <a:gd name="connsiteY98" fmla="*/ 7979 h 10000"/>
              <a:gd name="connsiteX99" fmla="*/ 1375 w 12637"/>
              <a:gd name="connsiteY99" fmla="*/ 7754 h 10000"/>
              <a:gd name="connsiteX100" fmla="*/ 1530 w 12637"/>
              <a:gd name="connsiteY100" fmla="*/ 7627 h 10000"/>
              <a:gd name="connsiteX101" fmla="*/ 1818 w 12637"/>
              <a:gd name="connsiteY101" fmla="*/ 7529 h 10000"/>
              <a:gd name="connsiteX102" fmla="*/ 1996 w 12637"/>
              <a:gd name="connsiteY102" fmla="*/ 7442 h 10000"/>
              <a:gd name="connsiteX103" fmla="*/ 2151 w 12637"/>
              <a:gd name="connsiteY103" fmla="*/ 7419 h 10000"/>
              <a:gd name="connsiteX104" fmla="*/ 1818 w 12637"/>
              <a:gd name="connsiteY104" fmla="*/ 7338 h 10000"/>
              <a:gd name="connsiteX105" fmla="*/ 1441 w 12637"/>
              <a:gd name="connsiteY105" fmla="*/ 7298 h 10000"/>
              <a:gd name="connsiteX106" fmla="*/ 1197 w 12637"/>
              <a:gd name="connsiteY106" fmla="*/ 7194 h 10000"/>
              <a:gd name="connsiteX107" fmla="*/ 1729 w 12637"/>
              <a:gd name="connsiteY107" fmla="*/ 7096 h 10000"/>
              <a:gd name="connsiteX108" fmla="*/ 1375 w 12637"/>
              <a:gd name="connsiteY108" fmla="*/ 6986 h 10000"/>
              <a:gd name="connsiteX109" fmla="*/ 554 w 12637"/>
              <a:gd name="connsiteY109" fmla="*/ 6963 h 10000"/>
              <a:gd name="connsiteX110" fmla="*/ 244 w 12637"/>
              <a:gd name="connsiteY110" fmla="*/ 6946 h 10000"/>
              <a:gd name="connsiteX111" fmla="*/ 89 w 12637"/>
              <a:gd name="connsiteY111" fmla="*/ 6888 h 10000"/>
              <a:gd name="connsiteX112" fmla="*/ 0 w 12637"/>
              <a:gd name="connsiteY112" fmla="*/ 6778 h 10000"/>
              <a:gd name="connsiteX113" fmla="*/ 89 w 12637"/>
              <a:gd name="connsiteY113" fmla="*/ 6657 h 10000"/>
              <a:gd name="connsiteX114" fmla="*/ 244 w 12637"/>
              <a:gd name="connsiteY114" fmla="*/ 6582 h 10000"/>
              <a:gd name="connsiteX115" fmla="*/ 488 w 12637"/>
              <a:gd name="connsiteY115" fmla="*/ 6582 h 10000"/>
              <a:gd name="connsiteX116" fmla="*/ 865 w 12637"/>
              <a:gd name="connsiteY116" fmla="*/ 6582 h 10000"/>
              <a:gd name="connsiteX117" fmla="*/ 1020 w 12637"/>
              <a:gd name="connsiteY117" fmla="*/ 6657 h 10000"/>
              <a:gd name="connsiteX118" fmla="*/ 1663 w 12637"/>
              <a:gd name="connsiteY118" fmla="*/ 6657 h 10000"/>
              <a:gd name="connsiteX119" fmla="*/ 2151 w 12637"/>
              <a:gd name="connsiteY119" fmla="*/ 6657 h 10000"/>
              <a:gd name="connsiteX120" fmla="*/ 2461 w 12637"/>
              <a:gd name="connsiteY120" fmla="*/ 6617 h 10000"/>
              <a:gd name="connsiteX121" fmla="*/ 2550 w 12637"/>
              <a:gd name="connsiteY121" fmla="*/ 6432 h 10000"/>
              <a:gd name="connsiteX122" fmla="*/ 2461 w 12637"/>
              <a:gd name="connsiteY122" fmla="*/ 6207 h 10000"/>
              <a:gd name="connsiteX123" fmla="*/ 2550 w 12637"/>
              <a:gd name="connsiteY123" fmla="*/ 6126 h 10000"/>
              <a:gd name="connsiteX124" fmla="*/ 2949 w 12637"/>
              <a:gd name="connsiteY124" fmla="*/ 5976 h 10000"/>
              <a:gd name="connsiteX125" fmla="*/ 3259 w 12637"/>
              <a:gd name="connsiteY125" fmla="*/ 5941 h 10000"/>
              <a:gd name="connsiteX126" fmla="*/ 2794 w 12637"/>
              <a:gd name="connsiteY126" fmla="*/ 5710 h 10000"/>
              <a:gd name="connsiteX127" fmla="*/ 2705 w 12637"/>
              <a:gd name="connsiteY127" fmla="*/ 5468 h 10000"/>
              <a:gd name="connsiteX128" fmla="*/ 2949 w 12637"/>
              <a:gd name="connsiteY128" fmla="*/ 5237 h 10000"/>
              <a:gd name="connsiteX129" fmla="*/ 3171 w 12637"/>
              <a:gd name="connsiteY129" fmla="*/ 5012 h 10000"/>
              <a:gd name="connsiteX130" fmla="*/ 3104 w 12637"/>
              <a:gd name="connsiteY130" fmla="*/ 4786 h 10000"/>
              <a:gd name="connsiteX131" fmla="*/ 3016 w 12637"/>
              <a:gd name="connsiteY131" fmla="*/ 4682 h 10000"/>
              <a:gd name="connsiteX132" fmla="*/ 3171 w 12637"/>
              <a:gd name="connsiteY132" fmla="*/ 4573 h 10000"/>
              <a:gd name="connsiteX133" fmla="*/ 3104 w 12637"/>
              <a:gd name="connsiteY133" fmla="*/ 4538 h 10000"/>
              <a:gd name="connsiteX134" fmla="*/ 2860 w 12637"/>
              <a:gd name="connsiteY134" fmla="*/ 4555 h 10000"/>
              <a:gd name="connsiteX135" fmla="*/ 2550 w 12637"/>
              <a:gd name="connsiteY135" fmla="*/ 4642 h 10000"/>
              <a:gd name="connsiteX136" fmla="*/ 1929 w 12637"/>
              <a:gd name="connsiteY136" fmla="*/ 4682 h 10000"/>
              <a:gd name="connsiteX137" fmla="*/ 1663 w 12637"/>
              <a:gd name="connsiteY137" fmla="*/ 4659 h 10000"/>
              <a:gd name="connsiteX138" fmla="*/ 1574 w 12637"/>
              <a:gd name="connsiteY138" fmla="*/ 4452 h 10000"/>
              <a:gd name="connsiteX139" fmla="*/ 1574 w 12637"/>
              <a:gd name="connsiteY139" fmla="*/ 4244 h 10000"/>
              <a:gd name="connsiteX140" fmla="*/ 1663 w 12637"/>
              <a:gd name="connsiteY140" fmla="*/ 4042 h 10000"/>
              <a:gd name="connsiteX141" fmla="*/ 1818 w 12637"/>
              <a:gd name="connsiteY141" fmla="*/ 3839 h 10000"/>
              <a:gd name="connsiteX142" fmla="*/ 1929 w 12637"/>
              <a:gd name="connsiteY142" fmla="*/ 3736 h 10000"/>
              <a:gd name="connsiteX143" fmla="*/ 2084 w 12637"/>
              <a:gd name="connsiteY143" fmla="*/ 3672 h 10000"/>
              <a:gd name="connsiteX144" fmla="*/ 2151 w 12637"/>
              <a:gd name="connsiteY144" fmla="*/ 3603 h 10000"/>
              <a:gd name="connsiteX145" fmla="*/ 2239 w 12637"/>
              <a:gd name="connsiteY145" fmla="*/ 3482 h 10000"/>
              <a:gd name="connsiteX146" fmla="*/ 2550 w 12637"/>
              <a:gd name="connsiteY146" fmla="*/ 3279 h 10000"/>
              <a:gd name="connsiteX147" fmla="*/ 2395 w 12637"/>
              <a:gd name="connsiteY147" fmla="*/ 3112 h 10000"/>
              <a:gd name="connsiteX148" fmla="*/ 2239 w 12637"/>
              <a:gd name="connsiteY148" fmla="*/ 2950 h 10000"/>
              <a:gd name="connsiteX149" fmla="*/ 2084 w 12637"/>
              <a:gd name="connsiteY149" fmla="*/ 2789 h 10000"/>
              <a:gd name="connsiteX150" fmla="*/ 2084 w 12637"/>
              <a:gd name="connsiteY150" fmla="*/ 2639 h 10000"/>
              <a:gd name="connsiteX151" fmla="*/ 2239 w 12637"/>
              <a:gd name="connsiteY151" fmla="*/ 2494 h 10000"/>
              <a:gd name="connsiteX152" fmla="*/ 2461 w 12637"/>
              <a:gd name="connsiteY152" fmla="*/ 2390 h 10000"/>
              <a:gd name="connsiteX153" fmla="*/ 2860 w 12637"/>
              <a:gd name="connsiteY153" fmla="*/ 2309 h 10000"/>
              <a:gd name="connsiteX154" fmla="*/ 3259 w 12637"/>
              <a:gd name="connsiteY154" fmla="*/ 2292 h 10000"/>
              <a:gd name="connsiteX155" fmla="*/ 3659 w 12637"/>
              <a:gd name="connsiteY155" fmla="*/ 1963 h 10000"/>
              <a:gd name="connsiteX156" fmla="*/ 3725 w 12637"/>
              <a:gd name="connsiteY156" fmla="*/ 1853 h 10000"/>
              <a:gd name="connsiteX157" fmla="*/ 4124 w 12637"/>
              <a:gd name="connsiteY157" fmla="*/ 1547 h 10000"/>
              <a:gd name="connsiteX158" fmla="*/ 4346 w 12637"/>
              <a:gd name="connsiteY158" fmla="*/ 1467 h 10000"/>
              <a:gd name="connsiteX159" fmla="*/ 4745 w 12637"/>
              <a:gd name="connsiteY159" fmla="*/ 1201 h 10000"/>
              <a:gd name="connsiteX160" fmla="*/ 5011 w 12637"/>
              <a:gd name="connsiteY160" fmla="*/ 803 h 10000"/>
              <a:gd name="connsiteX161" fmla="*/ 5011 w 12637"/>
              <a:gd name="connsiteY161" fmla="*/ 785 h 10000"/>
              <a:gd name="connsiteX162" fmla="*/ 5078 w 12637"/>
              <a:gd name="connsiteY162" fmla="*/ 427 h 10000"/>
              <a:gd name="connsiteX163" fmla="*/ 12637 w 12637"/>
              <a:gd name="connsiteY163" fmla="*/ 1824 h 10000"/>
              <a:gd name="connsiteX0" fmla="*/ 10709 w 12062"/>
              <a:gd name="connsiteY0" fmla="*/ 1663 h 11663"/>
              <a:gd name="connsiteX1" fmla="*/ 10798 w 12062"/>
              <a:gd name="connsiteY1" fmla="*/ 2131 h 11663"/>
              <a:gd name="connsiteX2" fmla="*/ 11530 w 12062"/>
              <a:gd name="connsiteY2" fmla="*/ 2448 h 11663"/>
              <a:gd name="connsiteX3" fmla="*/ 11729 w 12062"/>
              <a:gd name="connsiteY3" fmla="*/ 2569 h 11663"/>
              <a:gd name="connsiteX4" fmla="*/ 11818 w 12062"/>
              <a:gd name="connsiteY4" fmla="*/ 2679 h 11663"/>
              <a:gd name="connsiteX5" fmla="*/ 11663 w 12062"/>
              <a:gd name="connsiteY5" fmla="*/ 2812 h 11663"/>
              <a:gd name="connsiteX6" fmla="*/ 11175 w 12062"/>
              <a:gd name="connsiteY6" fmla="*/ 3026 h 11663"/>
              <a:gd name="connsiteX7" fmla="*/ 11175 w 12062"/>
              <a:gd name="connsiteY7" fmla="*/ 3661 h 11663"/>
              <a:gd name="connsiteX8" fmla="*/ 10244 w 12062"/>
              <a:gd name="connsiteY8" fmla="*/ 3701 h 11663"/>
              <a:gd name="connsiteX9" fmla="*/ 9601 w 12062"/>
              <a:gd name="connsiteY9" fmla="*/ 3811 h 11663"/>
              <a:gd name="connsiteX10" fmla="*/ 9357 w 12062"/>
              <a:gd name="connsiteY10" fmla="*/ 3869 h 11663"/>
              <a:gd name="connsiteX11" fmla="*/ 9268 w 12062"/>
              <a:gd name="connsiteY11" fmla="*/ 3996 h 11663"/>
              <a:gd name="connsiteX12" fmla="*/ 9268 w 12062"/>
              <a:gd name="connsiteY12" fmla="*/ 4076 h 11663"/>
              <a:gd name="connsiteX13" fmla="*/ 9534 w 12062"/>
              <a:gd name="connsiteY13" fmla="*/ 4180 h 11663"/>
              <a:gd name="connsiteX14" fmla="*/ 10089 w 12062"/>
              <a:gd name="connsiteY14" fmla="*/ 4382 h 11663"/>
              <a:gd name="connsiteX15" fmla="*/ 10155 w 12062"/>
              <a:gd name="connsiteY15" fmla="*/ 4625 h 11663"/>
              <a:gd name="connsiteX16" fmla="*/ 9689 w 12062"/>
              <a:gd name="connsiteY16" fmla="*/ 4839 h 11663"/>
              <a:gd name="connsiteX17" fmla="*/ 8958 w 12062"/>
              <a:gd name="connsiteY17" fmla="*/ 5000 h 11663"/>
              <a:gd name="connsiteX18" fmla="*/ 8714 w 12062"/>
              <a:gd name="connsiteY18" fmla="*/ 5168 h 11663"/>
              <a:gd name="connsiteX19" fmla="*/ 8559 w 12062"/>
              <a:gd name="connsiteY19" fmla="*/ 5399 h 11663"/>
              <a:gd name="connsiteX20" fmla="*/ 8714 w 12062"/>
              <a:gd name="connsiteY20" fmla="*/ 5641 h 11663"/>
              <a:gd name="connsiteX21" fmla="*/ 8647 w 12062"/>
              <a:gd name="connsiteY21" fmla="*/ 5907 h 11663"/>
              <a:gd name="connsiteX22" fmla="*/ 8337 w 12062"/>
              <a:gd name="connsiteY22" fmla="*/ 6039 h 11663"/>
              <a:gd name="connsiteX23" fmla="*/ 7938 w 12062"/>
              <a:gd name="connsiteY23" fmla="*/ 6115 h 11663"/>
              <a:gd name="connsiteX24" fmla="*/ 7783 w 12062"/>
              <a:gd name="connsiteY24" fmla="*/ 6218 h 11663"/>
              <a:gd name="connsiteX25" fmla="*/ 7849 w 12062"/>
              <a:gd name="connsiteY25" fmla="*/ 6322 h 11663"/>
              <a:gd name="connsiteX26" fmla="*/ 8248 w 12062"/>
              <a:gd name="connsiteY26" fmla="*/ 6426 h 11663"/>
              <a:gd name="connsiteX27" fmla="*/ 8337 w 12062"/>
              <a:gd name="connsiteY27" fmla="*/ 6530 h 11663"/>
              <a:gd name="connsiteX28" fmla="*/ 8248 w 12062"/>
              <a:gd name="connsiteY28" fmla="*/ 6611 h 11663"/>
              <a:gd name="connsiteX29" fmla="*/ 7938 w 12062"/>
              <a:gd name="connsiteY29" fmla="*/ 6755 h 11663"/>
              <a:gd name="connsiteX30" fmla="*/ 7783 w 12062"/>
              <a:gd name="connsiteY30" fmla="*/ 6963 h 11663"/>
              <a:gd name="connsiteX31" fmla="*/ 8004 w 12062"/>
              <a:gd name="connsiteY31" fmla="*/ 7148 h 11663"/>
              <a:gd name="connsiteX32" fmla="*/ 8337 w 12062"/>
              <a:gd name="connsiteY32" fmla="*/ 7229 h 11663"/>
              <a:gd name="connsiteX33" fmla="*/ 8337 w 12062"/>
              <a:gd name="connsiteY33" fmla="*/ 7437 h 11663"/>
              <a:gd name="connsiteX34" fmla="*/ 9135 w 12062"/>
              <a:gd name="connsiteY34" fmla="*/ 7454 h 11663"/>
              <a:gd name="connsiteX35" fmla="*/ 9534 w 12062"/>
              <a:gd name="connsiteY35" fmla="*/ 7535 h 11663"/>
              <a:gd name="connsiteX36" fmla="*/ 9357 w 12062"/>
              <a:gd name="connsiteY36" fmla="*/ 7731 h 11663"/>
              <a:gd name="connsiteX37" fmla="*/ 9069 w 12062"/>
              <a:gd name="connsiteY37" fmla="*/ 7731 h 11663"/>
              <a:gd name="connsiteX38" fmla="*/ 8337 w 12062"/>
              <a:gd name="connsiteY38" fmla="*/ 7639 h 11663"/>
              <a:gd name="connsiteX39" fmla="*/ 7783 w 12062"/>
              <a:gd name="connsiteY39" fmla="*/ 7708 h 11663"/>
              <a:gd name="connsiteX40" fmla="*/ 7627 w 12062"/>
              <a:gd name="connsiteY40" fmla="*/ 7847 h 11663"/>
              <a:gd name="connsiteX41" fmla="*/ 7694 w 12062"/>
              <a:gd name="connsiteY41" fmla="*/ 8054 h 11663"/>
              <a:gd name="connsiteX42" fmla="*/ 8004 w 12062"/>
              <a:gd name="connsiteY42" fmla="*/ 8245 h 11663"/>
              <a:gd name="connsiteX43" fmla="*/ 8803 w 12062"/>
              <a:gd name="connsiteY43" fmla="*/ 8280 h 11663"/>
              <a:gd name="connsiteX44" fmla="*/ 9202 w 12062"/>
              <a:gd name="connsiteY44" fmla="*/ 8441 h 11663"/>
              <a:gd name="connsiteX45" fmla="*/ 9069 w 12062"/>
              <a:gd name="connsiteY45" fmla="*/ 8695 h 11663"/>
              <a:gd name="connsiteX46" fmla="*/ 8403 w 12062"/>
              <a:gd name="connsiteY46" fmla="*/ 8857 h 11663"/>
              <a:gd name="connsiteX47" fmla="*/ 7627 w 12062"/>
              <a:gd name="connsiteY47" fmla="*/ 8961 h 11663"/>
              <a:gd name="connsiteX48" fmla="*/ 7317 w 12062"/>
              <a:gd name="connsiteY48" fmla="*/ 9175 h 11663"/>
              <a:gd name="connsiteX49" fmla="*/ 7317 w 12062"/>
              <a:gd name="connsiteY49" fmla="*/ 9377 h 11663"/>
              <a:gd name="connsiteX50" fmla="*/ 7694 w 12062"/>
              <a:gd name="connsiteY50" fmla="*/ 9498 h 11663"/>
              <a:gd name="connsiteX51" fmla="*/ 7694 w 12062"/>
              <a:gd name="connsiteY51" fmla="*/ 9642 h 11663"/>
              <a:gd name="connsiteX52" fmla="*/ 7317 w 12062"/>
              <a:gd name="connsiteY52" fmla="*/ 9763 h 11663"/>
              <a:gd name="connsiteX53" fmla="*/ 6674 w 12062"/>
              <a:gd name="connsiteY53" fmla="*/ 9787 h 11663"/>
              <a:gd name="connsiteX54" fmla="*/ 6341 w 12062"/>
              <a:gd name="connsiteY54" fmla="*/ 9867 h 11663"/>
              <a:gd name="connsiteX55" fmla="*/ 6186 w 12062"/>
              <a:gd name="connsiteY55" fmla="*/ 9977 h 11663"/>
              <a:gd name="connsiteX56" fmla="*/ 6186 w 12062"/>
              <a:gd name="connsiteY56" fmla="*/ 10283 h 11663"/>
              <a:gd name="connsiteX57" fmla="*/ 6253 w 12062"/>
              <a:gd name="connsiteY57" fmla="*/ 10404 h 11663"/>
              <a:gd name="connsiteX58" fmla="*/ 6519 w 12062"/>
              <a:gd name="connsiteY58" fmla="*/ 10491 h 11663"/>
              <a:gd name="connsiteX59" fmla="*/ 6674 w 12062"/>
              <a:gd name="connsiteY59" fmla="*/ 10508 h 11663"/>
              <a:gd name="connsiteX60" fmla="*/ 6896 w 12062"/>
              <a:gd name="connsiteY60" fmla="*/ 10491 h 11663"/>
              <a:gd name="connsiteX61" fmla="*/ 7317 w 12062"/>
              <a:gd name="connsiteY61" fmla="*/ 10451 h 11663"/>
              <a:gd name="connsiteX62" fmla="*/ 7517 w 12062"/>
              <a:gd name="connsiteY62" fmla="*/ 10491 h 11663"/>
              <a:gd name="connsiteX63" fmla="*/ 7694 w 12062"/>
              <a:gd name="connsiteY63" fmla="*/ 10884 h 11663"/>
              <a:gd name="connsiteX64" fmla="*/ 8004 w 12062"/>
              <a:gd name="connsiteY64" fmla="*/ 10982 h 11663"/>
              <a:gd name="connsiteX65" fmla="*/ 9534 w 12062"/>
              <a:gd name="connsiteY65" fmla="*/ 10964 h 11663"/>
              <a:gd name="connsiteX66" fmla="*/ 12062 w 12062"/>
              <a:gd name="connsiteY66" fmla="*/ 10982 h 11663"/>
              <a:gd name="connsiteX67" fmla="*/ 12062 w 12062"/>
              <a:gd name="connsiteY67" fmla="*/ 11086 h 11663"/>
              <a:gd name="connsiteX68" fmla="*/ 11995 w 12062"/>
              <a:gd name="connsiteY68" fmla="*/ 11172 h 11663"/>
              <a:gd name="connsiteX69" fmla="*/ 11663 w 12062"/>
              <a:gd name="connsiteY69" fmla="*/ 11190 h 11663"/>
              <a:gd name="connsiteX70" fmla="*/ 10089 w 12062"/>
              <a:gd name="connsiteY70" fmla="*/ 11334 h 11663"/>
              <a:gd name="connsiteX71" fmla="*/ 9601 w 12062"/>
              <a:gd name="connsiteY71" fmla="*/ 11438 h 11663"/>
              <a:gd name="connsiteX72" fmla="*/ 9202 w 12062"/>
              <a:gd name="connsiteY72" fmla="*/ 11536 h 11663"/>
              <a:gd name="connsiteX73" fmla="*/ 8803 w 12062"/>
              <a:gd name="connsiteY73" fmla="*/ 11640 h 11663"/>
              <a:gd name="connsiteX74" fmla="*/ 8403 w 12062"/>
              <a:gd name="connsiteY74" fmla="*/ 11663 h 11663"/>
              <a:gd name="connsiteX75" fmla="*/ 7627 w 12062"/>
              <a:gd name="connsiteY75" fmla="*/ 11559 h 11663"/>
              <a:gd name="connsiteX76" fmla="*/ 6740 w 12062"/>
              <a:gd name="connsiteY76" fmla="*/ 11536 h 11663"/>
              <a:gd name="connsiteX77" fmla="*/ 6253 w 12062"/>
              <a:gd name="connsiteY77" fmla="*/ 11455 h 11663"/>
              <a:gd name="connsiteX78" fmla="*/ 5964 w 12062"/>
              <a:gd name="connsiteY78" fmla="*/ 11421 h 11663"/>
              <a:gd name="connsiteX79" fmla="*/ 5898 w 12062"/>
              <a:gd name="connsiteY79" fmla="*/ 11357 h 11663"/>
              <a:gd name="connsiteX80" fmla="*/ 5787 w 12062"/>
              <a:gd name="connsiteY80" fmla="*/ 11230 h 11663"/>
              <a:gd name="connsiteX81" fmla="*/ 5477 w 12062"/>
              <a:gd name="connsiteY81" fmla="*/ 11149 h 11663"/>
              <a:gd name="connsiteX82" fmla="*/ 5011 w 12062"/>
              <a:gd name="connsiteY82" fmla="*/ 11109 h 11663"/>
              <a:gd name="connsiteX83" fmla="*/ 4612 w 12062"/>
              <a:gd name="connsiteY83" fmla="*/ 11132 h 11663"/>
              <a:gd name="connsiteX84" fmla="*/ 4301 w 12062"/>
              <a:gd name="connsiteY84" fmla="*/ 11028 h 11663"/>
              <a:gd name="connsiteX85" fmla="*/ 4146 w 12062"/>
              <a:gd name="connsiteY85" fmla="*/ 10947 h 11663"/>
              <a:gd name="connsiteX86" fmla="*/ 3636 w 12062"/>
              <a:gd name="connsiteY86" fmla="*/ 10837 h 11663"/>
              <a:gd name="connsiteX87" fmla="*/ 3437 w 12062"/>
              <a:gd name="connsiteY87" fmla="*/ 10803 h 11663"/>
              <a:gd name="connsiteX88" fmla="*/ 3259 w 12062"/>
              <a:gd name="connsiteY88" fmla="*/ 10618 h 11663"/>
              <a:gd name="connsiteX89" fmla="*/ 3259 w 12062"/>
              <a:gd name="connsiteY89" fmla="*/ 10508 h 11663"/>
              <a:gd name="connsiteX90" fmla="*/ 3259 w 12062"/>
              <a:gd name="connsiteY90" fmla="*/ 10387 h 11663"/>
              <a:gd name="connsiteX91" fmla="*/ 3171 w 12062"/>
              <a:gd name="connsiteY91" fmla="*/ 10179 h 11663"/>
              <a:gd name="connsiteX92" fmla="*/ 2860 w 12062"/>
              <a:gd name="connsiteY92" fmla="*/ 10052 h 11663"/>
              <a:gd name="connsiteX93" fmla="*/ 2927 w 12062"/>
              <a:gd name="connsiteY93" fmla="*/ 9977 h 11663"/>
              <a:gd name="connsiteX94" fmla="*/ 3171 w 12062"/>
              <a:gd name="connsiteY94" fmla="*/ 9948 h 11663"/>
              <a:gd name="connsiteX95" fmla="*/ 3592 w 12062"/>
              <a:gd name="connsiteY95" fmla="*/ 9850 h 11663"/>
              <a:gd name="connsiteX96" fmla="*/ 3725 w 12062"/>
              <a:gd name="connsiteY96" fmla="*/ 9763 h 11663"/>
              <a:gd name="connsiteX97" fmla="*/ 3791 w 12062"/>
              <a:gd name="connsiteY97" fmla="*/ 9723 h 11663"/>
              <a:gd name="connsiteX98" fmla="*/ 3503 w 12062"/>
              <a:gd name="connsiteY98" fmla="*/ 9642 h 11663"/>
              <a:gd name="connsiteX99" fmla="*/ 3437 w 12062"/>
              <a:gd name="connsiteY99" fmla="*/ 9417 h 11663"/>
              <a:gd name="connsiteX100" fmla="*/ 3592 w 12062"/>
              <a:gd name="connsiteY100" fmla="*/ 9290 h 11663"/>
              <a:gd name="connsiteX101" fmla="*/ 3880 w 12062"/>
              <a:gd name="connsiteY101" fmla="*/ 9192 h 11663"/>
              <a:gd name="connsiteX102" fmla="*/ 4058 w 12062"/>
              <a:gd name="connsiteY102" fmla="*/ 9105 h 11663"/>
              <a:gd name="connsiteX103" fmla="*/ 4213 w 12062"/>
              <a:gd name="connsiteY103" fmla="*/ 9082 h 11663"/>
              <a:gd name="connsiteX104" fmla="*/ 3880 w 12062"/>
              <a:gd name="connsiteY104" fmla="*/ 9001 h 11663"/>
              <a:gd name="connsiteX105" fmla="*/ 3503 w 12062"/>
              <a:gd name="connsiteY105" fmla="*/ 8961 h 11663"/>
              <a:gd name="connsiteX106" fmla="*/ 3259 w 12062"/>
              <a:gd name="connsiteY106" fmla="*/ 8857 h 11663"/>
              <a:gd name="connsiteX107" fmla="*/ 3791 w 12062"/>
              <a:gd name="connsiteY107" fmla="*/ 8759 h 11663"/>
              <a:gd name="connsiteX108" fmla="*/ 3437 w 12062"/>
              <a:gd name="connsiteY108" fmla="*/ 8649 h 11663"/>
              <a:gd name="connsiteX109" fmla="*/ 2616 w 12062"/>
              <a:gd name="connsiteY109" fmla="*/ 8626 h 11663"/>
              <a:gd name="connsiteX110" fmla="*/ 2306 w 12062"/>
              <a:gd name="connsiteY110" fmla="*/ 8609 h 11663"/>
              <a:gd name="connsiteX111" fmla="*/ 2151 w 12062"/>
              <a:gd name="connsiteY111" fmla="*/ 8551 h 11663"/>
              <a:gd name="connsiteX112" fmla="*/ 2062 w 12062"/>
              <a:gd name="connsiteY112" fmla="*/ 8441 h 11663"/>
              <a:gd name="connsiteX113" fmla="*/ 2151 w 12062"/>
              <a:gd name="connsiteY113" fmla="*/ 8320 h 11663"/>
              <a:gd name="connsiteX114" fmla="*/ 2306 w 12062"/>
              <a:gd name="connsiteY114" fmla="*/ 8245 h 11663"/>
              <a:gd name="connsiteX115" fmla="*/ 2550 w 12062"/>
              <a:gd name="connsiteY115" fmla="*/ 8245 h 11663"/>
              <a:gd name="connsiteX116" fmla="*/ 2927 w 12062"/>
              <a:gd name="connsiteY116" fmla="*/ 8245 h 11663"/>
              <a:gd name="connsiteX117" fmla="*/ 3082 w 12062"/>
              <a:gd name="connsiteY117" fmla="*/ 8320 h 11663"/>
              <a:gd name="connsiteX118" fmla="*/ 3725 w 12062"/>
              <a:gd name="connsiteY118" fmla="*/ 8320 h 11663"/>
              <a:gd name="connsiteX119" fmla="*/ 4213 w 12062"/>
              <a:gd name="connsiteY119" fmla="*/ 8320 h 11663"/>
              <a:gd name="connsiteX120" fmla="*/ 4523 w 12062"/>
              <a:gd name="connsiteY120" fmla="*/ 8280 h 11663"/>
              <a:gd name="connsiteX121" fmla="*/ 4612 w 12062"/>
              <a:gd name="connsiteY121" fmla="*/ 8095 h 11663"/>
              <a:gd name="connsiteX122" fmla="*/ 4523 w 12062"/>
              <a:gd name="connsiteY122" fmla="*/ 7870 h 11663"/>
              <a:gd name="connsiteX123" fmla="*/ 4612 w 12062"/>
              <a:gd name="connsiteY123" fmla="*/ 7789 h 11663"/>
              <a:gd name="connsiteX124" fmla="*/ 5011 w 12062"/>
              <a:gd name="connsiteY124" fmla="*/ 7639 h 11663"/>
              <a:gd name="connsiteX125" fmla="*/ 5321 w 12062"/>
              <a:gd name="connsiteY125" fmla="*/ 7604 h 11663"/>
              <a:gd name="connsiteX126" fmla="*/ 4856 w 12062"/>
              <a:gd name="connsiteY126" fmla="*/ 7373 h 11663"/>
              <a:gd name="connsiteX127" fmla="*/ 4767 w 12062"/>
              <a:gd name="connsiteY127" fmla="*/ 7131 h 11663"/>
              <a:gd name="connsiteX128" fmla="*/ 5011 w 12062"/>
              <a:gd name="connsiteY128" fmla="*/ 6900 h 11663"/>
              <a:gd name="connsiteX129" fmla="*/ 5233 w 12062"/>
              <a:gd name="connsiteY129" fmla="*/ 6675 h 11663"/>
              <a:gd name="connsiteX130" fmla="*/ 5166 w 12062"/>
              <a:gd name="connsiteY130" fmla="*/ 6449 h 11663"/>
              <a:gd name="connsiteX131" fmla="*/ 5078 w 12062"/>
              <a:gd name="connsiteY131" fmla="*/ 6345 h 11663"/>
              <a:gd name="connsiteX132" fmla="*/ 5233 w 12062"/>
              <a:gd name="connsiteY132" fmla="*/ 6236 h 11663"/>
              <a:gd name="connsiteX133" fmla="*/ 5166 w 12062"/>
              <a:gd name="connsiteY133" fmla="*/ 6201 h 11663"/>
              <a:gd name="connsiteX134" fmla="*/ 4922 w 12062"/>
              <a:gd name="connsiteY134" fmla="*/ 6218 h 11663"/>
              <a:gd name="connsiteX135" fmla="*/ 4612 w 12062"/>
              <a:gd name="connsiteY135" fmla="*/ 6305 h 11663"/>
              <a:gd name="connsiteX136" fmla="*/ 3991 w 12062"/>
              <a:gd name="connsiteY136" fmla="*/ 6345 h 11663"/>
              <a:gd name="connsiteX137" fmla="*/ 3725 w 12062"/>
              <a:gd name="connsiteY137" fmla="*/ 6322 h 11663"/>
              <a:gd name="connsiteX138" fmla="*/ 3636 w 12062"/>
              <a:gd name="connsiteY138" fmla="*/ 6115 h 11663"/>
              <a:gd name="connsiteX139" fmla="*/ 3636 w 12062"/>
              <a:gd name="connsiteY139" fmla="*/ 5907 h 11663"/>
              <a:gd name="connsiteX140" fmla="*/ 3725 w 12062"/>
              <a:gd name="connsiteY140" fmla="*/ 5705 h 11663"/>
              <a:gd name="connsiteX141" fmla="*/ 3880 w 12062"/>
              <a:gd name="connsiteY141" fmla="*/ 5502 h 11663"/>
              <a:gd name="connsiteX142" fmla="*/ 3991 w 12062"/>
              <a:gd name="connsiteY142" fmla="*/ 5399 h 11663"/>
              <a:gd name="connsiteX143" fmla="*/ 4146 w 12062"/>
              <a:gd name="connsiteY143" fmla="*/ 5335 h 11663"/>
              <a:gd name="connsiteX144" fmla="*/ 4213 w 12062"/>
              <a:gd name="connsiteY144" fmla="*/ 5266 h 11663"/>
              <a:gd name="connsiteX145" fmla="*/ 4301 w 12062"/>
              <a:gd name="connsiteY145" fmla="*/ 5145 h 11663"/>
              <a:gd name="connsiteX146" fmla="*/ 4612 w 12062"/>
              <a:gd name="connsiteY146" fmla="*/ 4942 h 11663"/>
              <a:gd name="connsiteX147" fmla="*/ 4457 w 12062"/>
              <a:gd name="connsiteY147" fmla="*/ 4775 h 11663"/>
              <a:gd name="connsiteX148" fmla="*/ 4301 w 12062"/>
              <a:gd name="connsiteY148" fmla="*/ 4613 h 11663"/>
              <a:gd name="connsiteX149" fmla="*/ 4146 w 12062"/>
              <a:gd name="connsiteY149" fmla="*/ 4452 h 11663"/>
              <a:gd name="connsiteX150" fmla="*/ 4146 w 12062"/>
              <a:gd name="connsiteY150" fmla="*/ 4302 h 11663"/>
              <a:gd name="connsiteX151" fmla="*/ 4301 w 12062"/>
              <a:gd name="connsiteY151" fmla="*/ 4157 h 11663"/>
              <a:gd name="connsiteX152" fmla="*/ 4523 w 12062"/>
              <a:gd name="connsiteY152" fmla="*/ 4053 h 11663"/>
              <a:gd name="connsiteX153" fmla="*/ 4922 w 12062"/>
              <a:gd name="connsiteY153" fmla="*/ 3972 h 11663"/>
              <a:gd name="connsiteX154" fmla="*/ 5321 w 12062"/>
              <a:gd name="connsiteY154" fmla="*/ 3955 h 11663"/>
              <a:gd name="connsiteX155" fmla="*/ 5721 w 12062"/>
              <a:gd name="connsiteY155" fmla="*/ 3626 h 11663"/>
              <a:gd name="connsiteX156" fmla="*/ 5787 w 12062"/>
              <a:gd name="connsiteY156" fmla="*/ 3516 h 11663"/>
              <a:gd name="connsiteX157" fmla="*/ 6186 w 12062"/>
              <a:gd name="connsiteY157" fmla="*/ 3210 h 11663"/>
              <a:gd name="connsiteX158" fmla="*/ 6408 w 12062"/>
              <a:gd name="connsiteY158" fmla="*/ 3130 h 11663"/>
              <a:gd name="connsiteX159" fmla="*/ 6807 w 12062"/>
              <a:gd name="connsiteY159" fmla="*/ 2864 h 11663"/>
              <a:gd name="connsiteX160" fmla="*/ 7073 w 12062"/>
              <a:gd name="connsiteY160" fmla="*/ 2466 h 11663"/>
              <a:gd name="connsiteX161" fmla="*/ 7073 w 12062"/>
              <a:gd name="connsiteY161" fmla="*/ 2448 h 11663"/>
              <a:gd name="connsiteX162" fmla="*/ 7140 w 12062"/>
              <a:gd name="connsiteY162" fmla="*/ 2090 h 11663"/>
              <a:gd name="connsiteX163" fmla="*/ 7500 w 12062"/>
              <a:gd name="connsiteY163" fmla="*/ 1682 h 11663"/>
              <a:gd name="connsiteX0" fmla="*/ 8647 w 10000"/>
              <a:gd name="connsiteY0" fmla="*/ 0 h 10000"/>
              <a:gd name="connsiteX1" fmla="*/ 8736 w 10000"/>
              <a:gd name="connsiteY1" fmla="*/ 468 h 10000"/>
              <a:gd name="connsiteX2" fmla="*/ 9468 w 10000"/>
              <a:gd name="connsiteY2" fmla="*/ 785 h 10000"/>
              <a:gd name="connsiteX3" fmla="*/ 9667 w 10000"/>
              <a:gd name="connsiteY3" fmla="*/ 906 h 10000"/>
              <a:gd name="connsiteX4" fmla="*/ 9756 w 10000"/>
              <a:gd name="connsiteY4" fmla="*/ 1016 h 10000"/>
              <a:gd name="connsiteX5" fmla="*/ 9601 w 10000"/>
              <a:gd name="connsiteY5" fmla="*/ 1149 h 10000"/>
              <a:gd name="connsiteX6" fmla="*/ 9113 w 10000"/>
              <a:gd name="connsiteY6" fmla="*/ 1363 h 10000"/>
              <a:gd name="connsiteX7" fmla="*/ 9113 w 10000"/>
              <a:gd name="connsiteY7" fmla="*/ 1998 h 10000"/>
              <a:gd name="connsiteX8" fmla="*/ 8182 w 10000"/>
              <a:gd name="connsiteY8" fmla="*/ 2038 h 10000"/>
              <a:gd name="connsiteX9" fmla="*/ 7539 w 10000"/>
              <a:gd name="connsiteY9" fmla="*/ 2148 h 10000"/>
              <a:gd name="connsiteX10" fmla="*/ 7295 w 10000"/>
              <a:gd name="connsiteY10" fmla="*/ 2206 h 10000"/>
              <a:gd name="connsiteX11" fmla="*/ 7206 w 10000"/>
              <a:gd name="connsiteY11" fmla="*/ 2333 h 10000"/>
              <a:gd name="connsiteX12" fmla="*/ 7206 w 10000"/>
              <a:gd name="connsiteY12" fmla="*/ 2413 h 10000"/>
              <a:gd name="connsiteX13" fmla="*/ 7472 w 10000"/>
              <a:gd name="connsiteY13" fmla="*/ 2517 h 10000"/>
              <a:gd name="connsiteX14" fmla="*/ 8027 w 10000"/>
              <a:gd name="connsiteY14" fmla="*/ 2719 h 10000"/>
              <a:gd name="connsiteX15" fmla="*/ 8093 w 10000"/>
              <a:gd name="connsiteY15" fmla="*/ 2962 h 10000"/>
              <a:gd name="connsiteX16" fmla="*/ 7627 w 10000"/>
              <a:gd name="connsiteY16" fmla="*/ 3176 h 10000"/>
              <a:gd name="connsiteX17" fmla="*/ 6896 w 10000"/>
              <a:gd name="connsiteY17" fmla="*/ 3337 h 10000"/>
              <a:gd name="connsiteX18" fmla="*/ 6652 w 10000"/>
              <a:gd name="connsiteY18" fmla="*/ 3505 h 10000"/>
              <a:gd name="connsiteX19" fmla="*/ 6497 w 10000"/>
              <a:gd name="connsiteY19" fmla="*/ 3736 h 10000"/>
              <a:gd name="connsiteX20" fmla="*/ 6652 w 10000"/>
              <a:gd name="connsiteY20" fmla="*/ 3978 h 10000"/>
              <a:gd name="connsiteX21" fmla="*/ 6585 w 10000"/>
              <a:gd name="connsiteY21" fmla="*/ 4244 h 10000"/>
              <a:gd name="connsiteX22" fmla="*/ 6275 w 10000"/>
              <a:gd name="connsiteY22" fmla="*/ 4376 h 10000"/>
              <a:gd name="connsiteX23" fmla="*/ 5876 w 10000"/>
              <a:gd name="connsiteY23" fmla="*/ 4452 h 10000"/>
              <a:gd name="connsiteX24" fmla="*/ 5721 w 10000"/>
              <a:gd name="connsiteY24" fmla="*/ 4555 h 10000"/>
              <a:gd name="connsiteX25" fmla="*/ 5787 w 10000"/>
              <a:gd name="connsiteY25" fmla="*/ 4659 h 10000"/>
              <a:gd name="connsiteX26" fmla="*/ 6186 w 10000"/>
              <a:gd name="connsiteY26" fmla="*/ 4763 h 10000"/>
              <a:gd name="connsiteX27" fmla="*/ 6275 w 10000"/>
              <a:gd name="connsiteY27" fmla="*/ 4867 h 10000"/>
              <a:gd name="connsiteX28" fmla="*/ 6186 w 10000"/>
              <a:gd name="connsiteY28" fmla="*/ 4948 h 10000"/>
              <a:gd name="connsiteX29" fmla="*/ 5876 w 10000"/>
              <a:gd name="connsiteY29" fmla="*/ 5092 h 10000"/>
              <a:gd name="connsiteX30" fmla="*/ 5721 w 10000"/>
              <a:gd name="connsiteY30" fmla="*/ 5300 h 10000"/>
              <a:gd name="connsiteX31" fmla="*/ 5942 w 10000"/>
              <a:gd name="connsiteY31" fmla="*/ 5485 h 10000"/>
              <a:gd name="connsiteX32" fmla="*/ 6275 w 10000"/>
              <a:gd name="connsiteY32" fmla="*/ 5566 h 10000"/>
              <a:gd name="connsiteX33" fmla="*/ 6275 w 10000"/>
              <a:gd name="connsiteY33" fmla="*/ 5774 h 10000"/>
              <a:gd name="connsiteX34" fmla="*/ 7073 w 10000"/>
              <a:gd name="connsiteY34" fmla="*/ 5791 h 10000"/>
              <a:gd name="connsiteX35" fmla="*/ 7472 w 10000"/>
              <a:gd name="connsiteY35" fmla="*/ 5872 h 10000"/>
              <a:gd name="connsiteX36" fmla="*/ 7295 w 10000"/>
              <a:gd name="connsiteY36" fmla="*/ 6068 h 10000"/>
              <a:gd name="connsiteX37" fmla="*/ 7007 w 10000"/>
              <a:gd name="connsiteY37" fmla="*/ 6068 h 10000"/>
              <a:gd name="connsiteX38" fmla="*/ 6275 w 10000"/>
              <a:gd name="connsiteY38" fmla="*/ 5976 h 10000"/>
              <a:gd name="connsiteX39" fmla="*/ 5721 w 10000"/>
              <a:gd name="connsiteY39" fmla="*/ 6045 h 10000"/>
              <a:gd name="connsiteX40" fmla="*/ 5565 w 10000"/>
              <a:gd name="connsiteY40" fmla="*/ 6184 h 10000"/>
              <a:gd name="connsiteX41" fmla="*/ 5632 w 10000"/>
              <a:gd name="connsiteY41" fmla="*/ 6391 h 10000"/>
              <a:gd name="connsiteX42" fmla="*/ 5942 w 10000"/>
              <a:gd name="connsiteY42" fmla="*/ 6582 h 10000"/>
              <a:gd name="connsiteX43" fmla="*/ 6741 w 10000"/>
              <a:gd name="connsiteY43" fmla="*/ 6617 h 10000"/>
              <a:gd name="connsiteX44" fmla="*/ 7140 w 10000"/>
              <a:gd name="connsiteY44" fmla="*/ 6778 h 10000"/>
              <a:gd name="connsiteX45" fmla="*/ 7007 w 10000"/>
              <a:gd name="connsiteY45" fmla="*/ 7032 h 10000"/>
              <a:gd name="connsiteX46" fmla="*/ 6341 w 10000"/>
              <a:gd name="connsiteY46" fmla="*/ 7194 h 10000"/>
              <a:gd name="connsiteX47" fmla="*/ 5565 w 10000"/>
              <a:gd name="connsiteY47" fmla="*/ 7298 h 10000"/>
              <a:gd name="connsiteX48" fmla="*/ 5255 w 10000"/>
              <a:gd name="connsiteY48" fmla="*/ 7512 h 10000"/>
              <a:gd name="connsiteX49" fmla="*/ 5255 w 10000"/>
              <a:gd name="connsiteY49" fmla="*/ 7714 h 10000"/>
              <a:gd name="connsiteX50" fmla="*/ 5632 w 10000"/>
              <a:gd name="connsiteY50" fmla="*/ 7835 h 10000"/>
              <a:gd name="connsiteX51" fmla="*/ 5632 w 10000"/>
              <a:gd name="connsiteY51" fmla="*/ 7979 h 10000"/>
              <a:gd name="connsiteX52" fmla="*/ 5255 w 10000"/>
              <a:gd name="connsiteY52" fmla="*/ 8100 h 10000"/>
              <a:gd name="connsiteX53" fmla="*/ 4612 w 10000"/>
              <a:gd name="connsiteY53" fmla="*/ 8124 h 10000"/>
              <a:gd name="connsiteX54" fmla="*/ 4279 w 10000"/>
              <a:gd name="connsiteY54" fmla="*/ 8204 h 10000"/>
              <a:gd name="connsiteX55" fmla="*/ 4124 w 10000"/>
              <a:gd name="connsiteY55" fmla="*/ 8314 h 10000"/>
              <a:gd name="connsiteX56" fmla="*/ 4124 w 10000"/>
              <a:gd name="connsiteY56" fmla="*/ 8620 h 10000"/>
              <a:gd name="connsiteX57" fmla="*/ 4191 w 10000"/>
              <a:gd name="connsiteY57" fmla="*/ 8741 h 10000"/>
              <a:gd name="connsiteX58" fmla="*/ 4457 w 10000"/>
              <a:gd name="connsiteY58" fmla="*/ 8828 h 10000"/>
              <a:gd name="connsiteX59" fmla="*/ 4612 w 10000"/>
              <a:gd name="connsiteY59" fmla="*/ 8845 h 10000"/>
              <a:gd name="connsiteX60" fmla="*/ 4834 w 10000"/>
              <a:gd name="connsiteY60" fmla="*/ 8828 h 10000"/>
              <a:gd name="connsiteX61" fmla="*/ 5255 w 10000"/>
              <a:gd name="connsiteY61" fmla="*/ 8788 h 10000"/>
              <a:gd name="connsiteX62" fmla="*/ 5455 w 10000"/>
              <a:gd name="connsiteY62" fmla="*/ 8828 h 10000"/>
              <a:gd name="connsiteX63" fmla="*/ 5632 w 10000"/>
              <a:gd name="connsiteY63" fmla="*/ 9221 h 10000"/>
              <a:gd name="connsiteX64" fmla="*/ 5942 w 10000"/>
              <a:gd name="connsiteY64" fmla="*/ 9319 h 10000"/>
              <a:gd name="connsiteX65" fmla="*/ 7472 w 10000"/>
              <a:gd name="connsiteY65" fmla="*/ 9301 h 10000"/>
              <a:gd name="connsiteX66" fmla="*/ 10000 w 10000"/>
              <a:gd name="connsiteY66" fmla="*/ 9319 h 10000"/>
              <a:gd name="connsiteX67" fmla="*/ 10000 w 10000"/>
              <a:gd name="connsiteY67" fmla="*/ 9423 h 10000"/>
              <a:gd name="connsiteX68" fmla="*/ 9933 w 10000"/>
              <a:gd name="connsiteY68" fmla="*/ 9509 h 10000"/>
              <a:gd name="connsiteX69" fmla="*/ 9601 w 10000"/>
              <a:gd name="connsiteY69" fmla="*/ 9527 h 10000"/>
              <a:gd name="connsiteX70" fmla="*/ 8027 w 10000"/>
              <a:gd name="connsiteY70" fmla="*/ 9671 h 10000"/>
              <a:gd name="connsiteX71" fmla="*/ 7539 w 10000"/>
              <a:gd name="connsiteY71" fmla="*/ 9775 h 10000"/>
              <a:gd name="connsiteX72" fmla="*/ 7140 w 10000"/>
              <a:gd name="connsiteY72" fmla="*/ 9873 h 10000"/>
              <a:gd name="connsiteX73" fmla="*/ 6741 w 10000"/>
              <a:gd name="connsiteY73" fmla="*/ 9977 h 10000"/>
              <a:gd name="connsiteX74" fmla="*/ 6341 w 10000"/>
              <a:gd name="connsiteY74" fmla="*/ 10000 h 10000"/>
              <a:gd name="connsiteX75" fmla="*/ 5565 w 10000"/>
              <a:gd name="connsiteY75" fmla="*/ 9896 h 10000"/>
              <a:gd name="connsiteX76" fmla="*/ 4678 w 10000"/>
              <a:gd name="connsiteY76" fmla="*/ 9873 h 10000"/>
              <a:gd name="connsiteX77" fmla="*/ 4191 w 10000"/>
              <a:gd name="connsiteY77" fmla="*/ 9792 h 10000"/>
              <a:gd name="connsiteX78" fmla="*/ 3902 w 10000"/>
              <a:gd name="connsiteY78" fmla="*/ 9758 h 10000"/>
              <a:gd name="connsiteX79" fmla="*/ 3836 w 10000"/>
              <a:gd name="connsiteY79" fmla="*/ 9694 h 10000"/>
              <a:gd name="connsiteX80" fmla="*/ 3725 w 10000"/>
              <a:gd name="connsiteY80" fmla="*/ 9567 h 10000"/>
              <a:gd name="connsiteX81" fmla="*/ 3415 w 10000"/>
              <a:gd name="connsiteY81" fmla="*/ 9486 h 10000"/>
              <a:gd name="connsiteX82" fmla="*/ 2949 w 10000"/>
              <a:gd name="connsiteY82" fmla="*/ 9446 h 10000"/>
              <a:gd name="connsiteX83" fmla="*/ 2550 w 10000"/>
              <a:gd name="connsiteY83" fmla="*/ 9469 h 10000"/>
              <a:gd name="connsiteX84" fmla="*/ 2239 w 10000"/>
              <a:gd name="connsiteY84" fmla="*/ 9365 h 10000"/>
              <a:gd name="connsiteX85" fmla="*/ 2084 w 10000"/>
              <a:gd name="connsiteY85" fmla="*/ 9284 h 10000"/>
              <a:gd name="connsiteX86" fmla="*/ 1574 w 10000"/>
              <a:gd name="connsiteY86" fmla="*/ 9174 h 10000"/>
              <a:gd name="connsiteX87" fmla="*/ 1375 w 10000"/>
              <a:gd name="connsiteY87" fmla="*/ 9140 h 10000"/>
              <a:gd name="connsiteX88" fmla="*/ 1197 w 10000"/>
              <a:gd name="connsiteY88" fmla="*/ 8955 h 10000"/>
              <a:gd name="connsiteX89" fmla="*/ 1197 w 10000"/>
              <a:gd name="connsiteY89" fmla="*/ 8845 h 10000"/>
              <a:gd name="connsiteX90" fmla="*/ 1197 w 10000"/>
              <a:gd name="connsiteY90" fmla="*/ 8724 h 10000"/>
              <a:gd name="connsiteX91" fmla="*/ 1109 w 10000"/>
              <a:gd name="connsiteY91" fmla="*/ 8516 h 10000"/>
              <a:gd name="connsiteX92" fmla="*/ 798 w 10000"/>
              <a:gd name="connsiteY92" fmla="*/ 8389 h 10000"/>
              <a:gd name="connsiteX93" fmla="*/ 865 w 10000"/>
              <a:gd name="connsiteY93" fmla="*/ 8314 h 10000"/>
              <a:gd name="connsiteX94" fmla="*/ 1109 w 10000"/>
              <a:gd name="connsiteY94" fmla="*/ 8285 h 10000"/>
              <a:gd name="connsiteX95" fmla="*/ 1530 w 10000"/>
              <a:gd name="connsiteY95" fmla="*/ 8187 h 10000"/>
              <a:gd name="connsiteX96" fmla="*/ 1663 w 10000"/>
              <a:gd name="connsiteY96" fmla="*/ 8100 h 10000"/>
              <a:gd name="connsiteX97" fmla="*/ 1729 w 10000"/>
              <a:gd name="connsiteY97" fmla="*/ 8060 h 10000"/>
              <a:gd name="connsiteX98" fmla="*/ 1441 w 10000"/>
              <a:gd name="connsiteY98" fmla="*/ 7979 h 10000"/>
              <a:gd name="connsiteX99" fmla="*/ 1375 w 10000"/>
              <a:gd name="connsiteY99" fmla="*/ 7754 h 10000"/>
              <a:gd name="connsiteX100" fmla="*/ 1530 w 10000"/>
              <a:gd name="connsiteY100" fmla="*/ 7627 h 10000"/>
              <a:gd name="connsiteX101" fmla="*/ 1818 w 10000"/>
              <a:gd name="connsiteY101" fmla="*/ 7529 h 10000"/>
              <a:gd name="connsiteX102" fmla="*/ 1996 w 10000"/>
              <a:gd name="connsiteY102" fmla="*/ 7442 h 10000"/>
              <a:gd name="connsiteX103" fmla="*/ 2151 w 10000"/>
              <a:gd name="connsiteY103" fmla="*/ 7419 h 10000"/>
              <a:gd name="connsiteX104" fmla="*/ 1818 w 10000"/>
              <a:gd name="connsiteY104" fmla="*/ 7338 h 10000"/>
              <a:gd name="connsiteX105" fmla="*/ 1441 w 10000"/>
              <a:gd name="connsiteY105" fmla="*/ 7298 h 10000"/>
              <a:gd name="connsiteX106" fmla="*/ 1197 w 10000"/>
              <a:gd name="connsiteY106" fmla="*/ 7194 h 10000"/>
              <a:gd name="connsiteX107" fmla="*/ 1729 w 10000"/>
              <a:gd name="connsiteY107" fmla="*/ 7096 h 10000"/>
              <a:gd name="connsiteX108" fmla="*/ 1375 w 10000"/>
              <a:gd name="connsiteY108" fmla="*/ 6986 h 10000"/>
              <a:gd name="connsiteX109" fmla="*/ 554 w 10000"/>
              <a:gd name="connsiteY109" fmla="*/ 6963 h 10000"/>
              <a:gd name="connsiteX110" fmla="*/ 244 w 10000"/>
              <a:gd name="connsiteY110" fmla="*/ 6946 h 10000"/>
              <a:gd name="connsiteX111" fmla="*/ 89 w 10000"/>
              <a:gd name="connsiteY111" fmla="*/ 6888 h 10000"/>
              <a:gd name="connsiteX112" fmla="*/ 0 w 10000"/>
              <a:gd name="connsiteY112" fmla="*/ 6778 h 10000"/>
              <a:gd name="connsiteX113" fmla="*/ 89 w 10000"/>
              <a:gd name="connsiteY113" fmla="*/ 6657 h 10000"/>
              <a:gd name="connsiteX114" fmla="*/ 244 w 10000"/>
              <a:gd name="connsiteY114" fmla="*/ 6582 h 10000"/>
              <a:gd name="connsiteX115" fmla="*/ 488 w 10000"/>
              <a:gd name="connsiteY115" fmla="*/ 6582 h 10000"/>
              <a:gd name="connsiteX116" fmla="*/ 865 w 10000"/>
              <a:gd name="connsiteY116" fmla="*/ 6582 h 10000"/>
              <a:gd name="connsiteX117" fmla="*/ 1020 w 10000"/>
              <a:gd name="connsiteY117" fmla="*/ 6657 h 10000"/>
              <a:gd name="connsiteX118" fmla="*/ 1663 w 10000"/>
              <a:gd name="connsiteY118" fmla="*/ 6657 h 10000"/>
              <a:gd name="connsiteX119" fmla="*/ 2151 w 10000"/>
              <a:gd name="connsiteY119" fmla="*/ 6657 h 10000"/>
              <a:gd name="connsiteX120" fmla="*/ 2461 w 10000"/>
              <a:gd name="connsiteY120" fmla="*/ 6617 h 10000"/>
              <a:gd name="connsiteX121" fmla="*/ 2550 w 10000"/>
              <a:gd name="connsiteY121" fmla="*/ 6432 h 10000"/>
              <a:gd name="connsiteX122" fmla="*/ 2461 w 10000"/>
              <a:gd name="connsiteY122" fmla="*/ 6207 h 10000"/>
              <a:gd name="connsiteX123" fmla="*/ 2550 w 10000"/>
              <a:gd name="connsiteY123" fmla="*/ 6126 h 10000"/>
              <a:gd name="connsiteX124" fmla="*/ 2949 w 10000"/>
              <a:gd name="connsiteY124" fmla="*/ 5976 h 10000"/>
              <a:gd name="connsiteX125" fmla="*/ 3259 w 10000"/>
              <a:gd name="connsiteY125" fmla="*/ 5941 h 10000"/>
              <a:gd name="connsiteX126" fmla="*/ 2794 w 10000"/>
              <a:gd name="connsiteY126" fmla="*/ 5710 h 10000"/>
              <a:gd name="connsiteX127" fmla="*/ 2705 w 10000"/>
              <a:gd name="connsiteY127" fmla="*/ 5468 h 10000"/>
              <a:gd name="connsiteX128" fmla="*/ 2949 w 10000"/>
              <a:gd name="connsiteY128" fmla="*/ 5237 h 10000"/>
              <a:gd name="connsiteX129" fmla="*/ 3171 w 10000"/>
              <a:gd name="connsiteY129" fmla="*/ 5012 h 10000"/>
              <a:gd name="connsiteX130" fmla="*/ 3104 w 10000"/>
              <a:gd name="connsiteY130" fmla="*/ 4786 h 10000"/>
              <a:gd name="connsiteX131" fmla="*/ 3016 w 10000"/>
              <a:gd name="connsiteY131" fmla="*/ 4682 h 10000"/>
              <a:gd name="connsiteX132" fmla="*/ 3171 w 10000"/>
              <a:gd name="connsiteY132" fmla="*/ 4573 h 10000"/>
              <a:gd name="connsiteX133" fmla="*/ 3104 w 10000"/>
              <a:gd name="connsiteY133" fmla="*/ 4538 h 10000"/>
              <a:gd name="connsiteX134" fmla="*/ 2860 w 10000"/>
              <a:gd name="connsiteY134" fmla="*/ 4555 h 10000"/>
              <a:gd name="connsiteX135" fmla="*/ 2550 w 10000"/>
              <a:gd name="connsiteY135" fmla="*/ 4642 h 10000"/>
              <a:gd name="connsiteX136" fmla="*/ 1929 w 10000"/>
              <a:gd name="connsiteY136" fmla="*/ 4682 h 10000"/>
              <a:gd name="connsiteX137" fmla="*/ 1663 w 10000"/>
              <a:gd name="connsiteY137" fmla="*/ 4659 h 10000"/>
              <a:gd name="connsiteX138" fmla="*/ 1574 w 10000"/>
              <a:gd name="connsiteY138" fmla="*/ 4452 h 10000"/>
              <a:gd name="connsiteX139" fmla="*/ 1574 w 10000"/>
              <a:gd name="connsiteY139" fmla="*/ 4244 h 10000"/>
              <a:gd name="connsiteX140" fmla="*/ 1663 w 10000"/>
              <a:gd name="connsiteY140" fmla="*/ 4042 h 10000"/>
              <a:gd name="connsiteX141" fmla="*/ 1818 w 10000"/>
              <a:gd name="connsiteY141" fmla="*/ 3839 h 10000"/>
              <a:gd name="connsiteX142" fmla="*/ 1929 w 10000"/>
              <a:gd name="connsiteY142" fmla="*/ 3736 h 10000"/>
              <a:gd name="connsiteX143" fmla="*/ 2084 w 10000"/>
              <a:gd name="connsiteY143" fmla="*/ 3672 h 10000"/>
              <a:gd name="connsiteX144" fmla="*/ 2151 w 10000"/>
              <a:gd name="connsiteY144" fmla="*/ 3603 h 10000"/>
              <a:gd name="connsiteX145" fmla="*/ 2239 w 10000"/>
              <a:gd name="connsiteY145" fmla="*/ 3482 h 10000"/>
              <a:gd name="connsiteX146" fmla="*/ 2550 w 10000"/>
              <a:gd name="connsiteY146" fmla="*/ 3279 h 10000"/>
              <a:gd name="connsiteX147" fmla="*/ 2395 w 10000"/>
              <a:gd name="connsiteY147" fmla="*/ 3112 h 10000"/>
              <a:gd name="connsiteX148" fmla="*/ 2239 w 10000"/>
              <a:gd name="connsiteY148" fmla="*/ 2950 h 10000"/>
              <a:gd name="connsiteX149" fmla="*/ 2084 w 10000"/>
              <a:gd name="connsiteY149" fmla="*/ 2789 h 10000"/>
              <a:gd name="connsiteX150" fmla="*/ 2084 w 10000"/>
              <a:gd name="connsiteY150" fmla="*/ 2639 h 10000"/>
              <a:gd name="connsiteX151" fmla="*/ 2239 w 10000"/>
              <a:gd name="connsiteY151" fmla="*/ 2494 h 10000"/>
              <a:gd name="connsiteX152" fmla="*/ 2461 w 10000"/>
              <a:gd name="connsiteY152" fmla="*/ 2390 h 10000"/>
              <a:gd name="connsiteX153" fmla="*/ 2860 w 10000"/>
              <a:gd name="connsiteY153" fmla="*/ 2309 h 10000"/>
              <a:gd name="connsiteX154" fmla="*/ 3259 w 10000"/>
              <a:gd name="connsiteY154" fmla="*/ 2292 h 10000"/>
              <a:gd name="connsiteX155" fmla="*/ 3659 w 10000"/>
              <a:gd name="connsiteY155" fmla="*/ 1963 h 10000"/>
              <a:gd name="connsiteX156" fmla="*/ 3725 w 10000"/>
              <a:gd name="connsiteY156" fmla="*/ 1853 h 10000"/>
              <a:gd name="connsiteX157" fmla="*/ 4124 w 10000"/>
              <a:gd name="connsiteY157" fmla="*/ 1547 h 10000"/>
              <a:gd name="connsiteX158" fmla="*/ 4346 w 10000"/>
              <a:gd name="connsiteY158" fmla="*/ 1467 h 10000"/>
              <a:gd name="connsiteX159" fmla="*/ 4745 w 10000"/>
              <a:gd name="connsiteY159" fmla="*/ 1201 h 10000"/>
              <a:gd name="connsiteX160" fmla="*/ 5011 w 10000"/>
              <a:gd name="connsiteY160" fmla="*/ 803 h 10000"/>
              <a:gd name="connsiteX161" fmla="*/ 5011 w 10000"/>
              <a:gd name="connsiteY161" fmla="*/ 785 h 10000"/>
              <a:gd name="connsiteX162" fmla="*/ 5078 w 10000"/>
              <a:gd name="connsiteY162" fmla="*/ 427 h 10000"/>
              <a:gd name="connsiteX163" fmla="*/ 5438 w 10000"/>
              <a:gd name="connsiteY163" fmla="*/ 1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</a:cxnLst>
            <a:rect l="l" t="t" r="r" b="b"/>
            <a:pathLst>
              <a:path w="10000" h="10000">
                <a:moveTo>
                  <a:pt x="8647" y="0"/>
                </a:moveTo>
                <a:cubicBezTo>
                  <a:pt x="8677" y="156"/>
                  <a:pt x="8706" y="312"/>
                  <a:pt x="8736" y="468"/>
                </a:cubicBezTo>
                <a:lnTo>
                  <a:pt x="9468" y="785"/>
                </a:lnTo>
                <a:lnTo>
                  <a:pt x="9667" y="906"/>
                </a:lnTo>
                <a:lnTo>
                  <a:pt x="9756" y="1016"/>
                </a:lnTo>
                <a:cubicBezTo>
                  <a:pt x="9704" y="1060"/>
                  <a:pt x="9653" y="1105"/>
                  <a:pt x="9601" y="1149"/>
                </a:cubicBezTo>
                <a:lnTo>
                  <a:pt x="9113" y="1363"/>
                </a:lnTo>
                <a:lnTo>
                  <a:pt x="9113" y="1998"/>
                </a:lnTo>
                <a:lnTo>
                  <a:pt x="8182" y="2038"/>
                </a:lnTo>
                <a:lnTo>
                  <a:pt x="7539" y="2148"/>
                </a:lnTo>
                <a:lnTo>
                  <a:pt x="7295" y="2206"/>
                </a:lnTo>
                <a:cubicBezTo>
                  <a:pt x="7265" y="2248"/>
                  <a:pt x="7236" y="2291"/>
                  <a:pt x="7206" y="2333"/>
                </a:cubicBezTo>
                <a:lnTo>
                  <a:pt x="7206" y="2413"/>
                </a:lnTo>
                <a:lnTo>
                  <a:pt x="7472" y="2517"/>
                </a:lnTo>
                <a:lnTo>
                  <a:pt x="8027" y="2719"/>
                </a:lnTo>
                <a:lnTo>
                  <a:pt x="8093" y="2962"/>
                </a:lnTo>
                <a:lnTo>
                  <a:pt x="7627" y="3176"/>
                </a:lnTo>
                <a:lnTo>
                  <a:pt x="6896" y="3337"/>
                </a:lnTo>
                <a:lnTo>
                  <a:pt x="6652" y="3505"/>
                </a:lnTo>
                <a:lnTo>
                  <a:pt x="6497" y="3736"/>
                </a:lnTo>
                <a:lnTo>
                  <a:pt x="6652" y="3978"/>
                </a:lnTo>
                <a:cubicBezTo>
                  <a:pt x="6630" y="4067"/>
                  <a:pt x="6607" y="4155"/>
                  <a:pt x="6585" y="4244"/>
                </a:cubicBezTo>
                <a:lnTo>
                  <a:pt x="6275" y="4376"/>
                </a:lnTo>
                <a:lnTo>
                  <a:pt x="5876" y="4452"/>
                </a:lnTo>
                <a:cubicBezTo>
                  <a:pt x="5824" y="4486"/>
                  <a:pt x="5773" y="4521"/>
                  <a:pt x="5721" y="4555"/>
                </a:cubicBezTo>
                <a:cubicBezTo>
                  <a:pt x="5743" y="4590"/>
                  <a:pt x="5765" y="4624"/>
                  <a:pt x="5787" y="4659"/>
                </a:cubicBezTo>
                <a:lnTo>
                  <a:pt x="6186" y="4763"/>
                </a:lnTo>
                <a:lnTo>
                  <a:pt x="6275" y="4867"/>
                </a:lnTo>
                <a:cubicBezTo>
                  <a:pt x="6245" y="4894"/>
                  <a:pt x="6216" y="4921"/>
                  <a:pt x="6186" y="4948"/>
                </a:cubicBezTo>
                <a:lnTo>
                  <a:pt x="5876" y="5092"/>
                </a:lnTo>
                <a:cubicBezTo>
                  <a:pt x="5824" y="5161"/>
                  <a:pt x="5773" y="5231"/>
                  <a:pt x="5721" y="5300"/>
                </a:cubicBezTo>
                <a:lnTo>
                  <a:pt x="5942" y="5485"/>
                </a:lnTo>
                <a:lnTo>
                  <a:pt x="6275" y="5566"/>
                </a:lnTo>
                <a:lnTo>
                  <a:pt x="6275" y="5774"/>
                </a:lnTo>
                <a:lnTo>
                  <a:pt x="7073" y="5791"/>
                </a:lnTo>
                <a:lnTo>
                  <a:pt x="7472" y="5872"/>
                </a:lnTo>
                <a:lnTo>
                  <a:pt x="7295" y="6068"/>
                </a:lnTo>
                <a:lnTo>
                  <a:pt x="7007" y="6068"/>
                </a:lnTo>
                <a:lnTo>
                  <a:pt x="6275" y="5976"/>
                </a:lnTo>
                <a:lnTo>
                  <a:pt x="5721" y="6045"/>
                </a:lnTo>
                <a:lnTo>
                  <a:pt x="5565" y="6184"/>
                </a:lnTo>
                <a:cubicBezTo>
                  <a:pt x="5587" y="6253"/>
                  <a:pt x="5610" y="6322"/>
                  <a:pt x="5632" y="6391"/>
                </a:cubicBezTo>
                <a:lnTo>
                  <a:pt x="5942" y="6582"/>
                </a:lnTo>
                <a:lnTo>
                  <a:pt x="6741" y="6617"/>
                </a:lnTo>
                <a:lnTo>
                  <a:pt x="7140" y="6778"/>
                </a:lnTo>
                <a:cubicBezTo>
                  <a:pt x="7096" y="6863"/>
                  <a:pt x="7051" y="6947"/>
                  <a:pt x="7007" y="7032"/>
                </a:cubicBezTo>
                <a:lnTo>
                  <a:pt x="6341" y="7194"/>
                </a:lnTo>
                <a:lnTo>
                  <a:pt x="5565" y="7298"/>
                </a:lnTo>
                <a:lnTo>
                  <a:pt x="5255" y="7512"/>
                </a:lnTo>
                <a:lnTo>
                  <a:pt x="5255" y="7714"/>
                </a:lnTo>
                <a:lnTo>
                  <a:pt x="5632" y="7835"/>
                </a:lnTo>
                <a:lnTo>
                  <a:pt x="5632" y="7979"/>
                </a:lnTo>
                <a:lnTo>
                  <a:pt x="5255" y="8100"/>
                </a:lnTo>
                <a:lnTo>
                  <a:pt x="4612" y="8124"/>
                </a:lnTo>
                <a:lnTo>
                  <a:pt x="4279" y="8204"/>
                </a:lnTo>
                <a:lnTo>
                  <a:pt x="4124" y="8314"/>
                </a:lnTo>
                <a:lnTo>
                  <a:pt x="4124" y="8620"/>
                </a:lnTo>
                <a:cubicBezTo>
                  <a:pt x="4146" y="8660"/>
                  <a:pt x="4169" y="8701"/>
                  <a:pt x="4191" y="8741"/>
                </a:cubicBezTo>
                <a:lnTo>
                  <a:pt x="4457" y="8828"/>
                </a:lnTo>
                <a:lnTo>
                  <a:pt x="4612" y="8845"/>
                </a:lnTo>
                <a:lnTo>
                  <a:pt x="4834" y="8828"/>
                </a:lnTo>
                <a:lnTo>
                  <a:pt x="5255" y="8788"/>
                </a:lnTo>
                <a:lnTo>
                  <a:pt x="5455" y="8828"/>
                </a:lnTo>
                <a:lnTo>
                  <a:pt x="5632" y="9221"/>
                </a:lnTo>
                <a:lnTo>
                  <a:pt x="5942" y="9319"/>
                </a:lnTo>
                <a:lnTo>
                  <a:pt x="7472" y="9301"/>
                </a:lnTo>
                <a:lnTo>
                  <a:pt x="10000" y="9319"/>
                </a:lnTo>
                <a:lnTo>
                  <a:pt x="10000" y="9423"/>
                </a:lnTo>
                <a:cubicBezTo>
                  <a:pt x="9978" y="9452"/>
                  <a:pt x="9955" y="9480"/>
                  <a:pt x="9933" y="9509"/>
                </a:cubicBezTo>
                <a:lnTo>
                  <a:pt x="9601" y="9527"/>
                </a:lnTo>
                <a:lnTo>
                  <a:pt x="8027" y="9671"/>
                </a:lnTo>
                <a:lnTo>
                  <a:pt x="7539" y="9775"/>
                </a:lnTo>
                <a:lnTo>
                  <a:pt x="7140" y="9873"/>
                </a:lnTo>
                <a:lnTo>
                  <a:pt x="6741" y="9977"/>
                </a:lnTo>
                <a:lnTo>
                  <a:pt x="6341" y="10000"/>
                </a:lnTo>
                <a:lnTo>
                  <a:pt x="5565" y="9896"/>
                </a:lnTo>
                <a:lnTo>
                  <a:pt x="4678" y="9873"/>
                </a:lnTo>
                <a:lnTo>
                  <a:pt x="4191" y="9792"/>
                </a:lnTo>
                <a:lnTo>
                  <a:pt x="3902" y="9758"/>
                </a:lnTo>
                <a:cubicBezTo>
                  <a:pt x="3880" y="9737"/>
                  <a:pt x="3858" y="9715"/>
                  <a:pt x="3836" y="9694"/>
                </a:cubicBezTo>
                <a:lnTo>
                  <a:pt x="3725" y="9567"/>
                </a:lnTo>
                <a:lnTo>
                  <a:pt x="3415" y="9486"/>
                </a:lnTo>
                <a:lnTo>
                  <a:pt x="2949" y="9446"/>
                </a:lnTo>
                <a:lnTo>
                  <a:pt x="2550" y="9469"/>
                </a:lnTo>
                <a:lnTo>
                  <a:pt x="2239" y="9365"/>
                </a:lnTo>
                <a:lnTo>
                  <a:pt x="2084" y="9284"/>
                </a:lnTo>
                <a:lnTo>
                  <a:pt x="1574" y="9174"/>
                </a:lnTo>
                <a:lnTo>
                  <a:pt x="1375" y="9140"/>
                </a:lnTo>
                <a:cubicBezTo>
                  <a:pt x="1316" y="9078"/>
                  <a:pt x="1256" y="9017"/>
                  <a:pt x="1197" y="8955"/>
                </a:cubicBezTo>
                <a:lnTo>
                  <a:pt x="1197" y="8845"/>
                </a:lnTo>
                <a:lnTo>
                  <a:pt x="1197" y="8724"/>
                </a:lnTo>
                <a:cubicBezTo>
                  <a:pt x="1168" y="8655"/>
                  <a:pt x="1138" y="8585"/>
                  <a:pt x="1109" y="8516"/>
                </a:cubicBezTo>
                <a:lnTo>
                  <a:pt x="798" y="8389"/>
                </a:lnTo>
                <a:cubicBezTo>
                  <a:pt x="820" y="8364"/>
                  <a:pt x="843" y="8339"/>
                  <a:pt x="865" y="8314"/>
                </a:cubicBezTo>
                <a:lnTo>
                  <a:pt x="1109" y="8285"/>
                </a:lnTo>
                <a:lnTo>
                  <a:pt x="1530" y="8187"/>
                </a:lnTo>
                <a:lnTo>
                  <a:pt x="1663" y="8100"/>
                </a:lnTo>
                <a:cubicBezTo>
                  <a:pt x="1685" y="8087"/>
                  <a:pt x="1707" y="8073"/>
                  <a:pt x="1729" y="8060"/>
                </a:cubicBezTo>
                <a:lnTo>
                  <a:pt x="1441" y="7979"/>
                </a:lnTo>
                <a:lnTo>
                  <a:pt x="1375" y="7754"/>
                </a:lnTo>
                <a:cubicBezTo>
                  <a:pt x="1427" y="7712"/>
                  <a:pt x="1478" y="7669"/>
                  <a:pt x="1530" y="7627"/>
                </a:cubicBezTo>
                <a:lnTo>
                  <a:pt x="1818" y="7529"/>
                </a:lnTo>
                <a:lnTo>
                  <a:pt x="1996" y="7442"/>
                </a:lnTo>
                <a:lnTo>
                  <a:pt x="2151" y="7419"/>
                </a:lnTo>
                <a:lnTo>
                  <a:pt x="1818" y="7338"/>
                </a:lnTo>
                <a:lnTo>
                  <a:pt x="1441" y="7298"/>
                </a:lnTo>
                <a:lnTo>
                  <a:pt x="1197" y="7194"/>
                </a:lnTo>
                <a:lnTo>
                  <a:pt x="1729" y="7096"/>
                </a:lnTo>
                <a:lnTo>
                  <a:pt x="1375" y="6986"/>
                </a:lnTo>
                <a:lnTo>
                  <a:pt x="554" y="6963"/>
                </a:lnTo>
                <a:lnTo>
                  <a:pt x="244" y="6946"/>
                </a:lnTo>
                <a:lnTo>
                  <a:pt x="89" y="6888"/>
                </a:lnTo>
                <a:lnTo>
                  <a:pt x="0" y="6778"/>
                </a:lnTo>
                <a:cubicBezTo>
                  <a:pt x="30" y="6738"/>
                  <a:pt x="59" y="6697"/>
                  <a:pt x="89" y="6657"/>
                </a:cubicBezTo>
                <a:lnTo>
                  <a:pt x="244" y="6582"/>
                </a:lnTo>
                <a:lnTo>
                  <a:pt x="488" y="6582"/>
                </a:lnTo>
                <a:lnTo>
                  <a:pt x="865" y="6582"/>
                </a:lnTo>
                <a:lnTo>
                  <a:pt x="1020" y="6657"/>
                </a:lnTo>
                <a:lnTo>
                  <a:pt x="1663" y="6657"/>
                </a:lnTo>
                <a:lnTo>
                  <a:pt x="2151" y="6657"/>
                </a:lnTo>
                <a:lnTo>
                  <a:pt x="2461" y="6617"/>
                </a:lnTo>
                <a:cubicBezTo>
                  <a:pt x="2491" y="6555"/>
                  <a:pt x="2520" y="6494"/>
                  <a:pt x="2550" y="6432"/>
                </a:cubicBezTo>
                <a:cubicBezTo>
                  <a:pt x="2520" y="6357"/>
                  <a:pt x="2491" y="6282"/>
                  <a:pt x="2461" y="6207"/>
                </a:cubicBezTo>
                <a:cubicBezTo>
                  <a:pt x="2491" y="6180"/>
                  <a:pt x="2520" y="6153"/>
                  <a:pt x="2550" y="6126"/>
                </a:cubicBezTo>
                <a:lnTo>
                  <a:pt x="2949" y="5976"/>
                </a:lnTo>
                <a:lnTo>
                  <a:pt x="3259" y="5941"/>
                </a:lnTo>
                <a:lnTo>
                  <a:pt x="2794" y="5710"/>
                </a:lnTo>
                <a:cubicBezTo>
                  <a:pt x="2764" y="5629"/>
                  <a:pt x="2735" y="5549"/>
                  <a:pt x="2705" y="5468"/>
                </a:cubicBezTo>
                <a:lnTo>
                  <a:pt x="2949" y="5237"/>
                </a:lnTo>
                <a:lnTo>
                  <a:pt x="3171" y="5012"/>
                </a:lnTo>
                <a:cubicBezTo>
                  <a:pt x="3149" y="4937"/>
                  <a:pt x="3126" y="4861"/>
                  <a:pt x="3104" y="4786"/>
                </a:cubicBezTo>
                <a:cubicBezTo>
                  <a:pt x="3075" y="4751"/>
                  <a:pt x="3045" y="4717"/>
                  <a:pt x="3016" y="4682"/>
                </a:cubicBezTo>
                <a:cubicBezTo>
                  <a:pt x="3068" y="4646"/>
                  <a:pt x="3119" y="4609"/>
                  <a:pt x="3171" y="4573"/>
                </a:cubicBezTo>
                <a:cubicBezTo>
                  <a:pt x="3149" y="4561"/>
                  <a:pt x="3126" y="4550"/>
                  <a:pt x="3104" y="4538"/>
                </a:cubicBezTo>
                <a:lnTo>
                  <a:pt x="2860" y="4555"/>
                </a:lnTo>
                <a:lnTo>
                  <a:pt x="2550" y="4642"/>
                </a:lnTo>
                <a:lnTo>
                  <a:pt x="1929" y="4682"/>
                </a:lnTo>
                <a:lnTo>
                  <a:pt x="1663" y="4659"/>
                </a:lnTo>
                <a:cubicBezTo>
                  <a:pt x="1633" y="4590"/>
                  <a:pt x="1604" y="4521"/>
                  <a:pt x="1574" y="4452"/>
                </a:cubicBezTo>
                <a:lnTo>
                  <a:pt x="1574" y="4244"/>
                </a:lnTo>
                <a:cubicBezTo>
                  <a:pt x="1604" y="4177"/>
                  <a:pt x="1633" y="4109"/>
                  <a:pt x="1663" y="4042"/>
                </a:cubicBezTo>
                <a:lnTo>
                  <a:pt x="1818" y="3839"/>
                </a:lnTo>
                <a:lnTo>
                  <a:pt x="1929" y="3736"/>
                </a:lnTo>
                <a:lnTo>
                  <a:pt x="2084" y="3672"/>
                </a:lnTo>
                <a:cubicBezTo>
                  <a:pt x="2106" y="3649"/>
                  <a:pt x="2129" y="3626"/>
                  <a:pt x="2151" y="3603"/>
                </a:cubicBezTo>
                <a:lnTo>
                  <a:pt x="2239" y="3482"/>
                </a:lnTo>
                <a:lnTo>
                  <a:pt x="2550" y="3279"/>
                </a:lnTo>
                <a:lnTo>
                  <a:pt x="2395" y="3112"/>
                </a:lnTo>
                <a:lnTo>
                  <a:pt x="2239" y="2950"/>
                </a:lnTo>
                <a:lnTo>
                  <a:pt x="2084" y="2789"/>
                </a:lnTo>
                <a:lnTo>
                  <a:pt x="2084" y="2639"/>
                </a:lnTo>
                <a:cubicBezTo>
                  <a:pt x="2136" y="2591"/>
                  <a:pt x="2187" y="2542"/>
                  <a:pt x="2239" y="2494"/>
                </a:cubicBezTo>
                <a:lnTo>
                  <a:pt x="2461" y="2390"/>
                </a:lnTo>
                <a:lnTo>
                  <a:pt x="2860" y="2309"/>
                </a:lnTo>
                <a:lnTo>
                  <a:pt x="3259" y="2292"/>
                </a:lnTo>
                <a:lnTo>
                  <a:pt x="3659" y="1963"/>
                </a:lnTo>
                <a:cubicBezTo>
                  <a:pt x="3681" y="1926"/>
                  <a:pt x="3703" y="1890"/>
                  <a:pt x="3725" y="1853"/>
                </a:cubicBezTo>
                <a:lnTo>
                  <a:pt x="4124" y="1547"/>
                </a:lnTo>
                <a:lnTo>
                  <a:pt x="4346" y="1467"/>
                </a:lnTo>
                <a:lnTo>
                  <a:pt x="4745" y="1201"/>
                </a:lnTo>
                <a:lnTo>
                  <a:pt x="5011" y="803"/>
                </a:lnTo>
                <a:lnTo>
                  <a:pt x="5011" y="785"/>
                </a:lnTo>
                <a:cubicBezTo>
                  <a:pt x="5033" y="666"/>
                  <a:pt x="5056" y="546"/>
                  <a:pt x="5078" y="427"/>
                </a:cubicBezTo>
                <a:lnTo>
                  <a:pt x="5438" y="19"/>
                </a:lnTo>
              </a:path>
            </a:pathLst>
          </a:custGeom>
          <a:solidFill>
            <a:schemeClr val="accent2">
              <a:lumMod val="75000"/>
            </a:schemeClr>
          </a:solidFill>
          <a:ln w="12700" cmpd="sng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61" name="Freeform 260"/>
          <p:cNvSpPr>
            <a:spLocks/>
          </p:cNvSpPr>
          <p:nvPr/>
        </p:nvSpPr>
        <p:spPr bwMode="auto">
          <a:xfrm>
            <a:off x="4350075" y="2590193"/>
            <a:ext cx="231731" cy="537714"/>
          </a:xfrm>
          <a:custGeom>
            <a:avLst/>
            <a:gdLst/>
            <a:ahLst/>
            <a:cxnLst>
              <a:cxn ang="0">
                <a:pos x="806" y="1730"/>
              </a:cxn>
              <a:cxn ang="0">
                <a:pos x="799" y="1415"/>
              </a:cxn>
              <a:cxn ang="0">
                <a:pos x="828" y="1245"/>
              </a:cxn>
              <a:cxn ang="0">
                <a:pos x="771" y="1156"/>
              </a:cxn>
              <a:cxn ang="0">
                <a:pos x="834" y="1024"/>
              </a:cxn>
              <a:cxn ang="0">
                <a:pos x="753" y="810"/>
              </a:cxn>
              <a:cxn ang="0">
                <a:pos x="796" y="690"/>
              </a:cxn>
              <a:cxn ang="0">
                <a:pos x="834" y="634"/>
              </a:cxn>
              <a:cxn ang="0">
                <a:pos x="799" y="497"/>
              </a:cxn>
              <a:cxn ang="0">
                <a:pos x="743" y="350"/>
              </a:cxn>
              <a:cxn ang="0">
                <a:pos x="778" y="211"/>
              </a:cxn>
              <a:cxn ang="0">
                <a:pos x="816" y="114"/>
              </a:cxn>
              <a:cxn ang="0">
                <a:pos x="673" y="0"/>
              </a:cxn>
              <a:cxn ang="0">
                <a:pos x="560" y="31"/>
              </a:cxn>
              <a:cxn ang="0">
                <a:pos x="522" y="261"/>
              </a:cxn>
              <a:cxn ang="0">
                <a:pos x="432" y="313"/>
              </a:cxn>
              <a:cxn ang="0">
                <a:pos x="277" y="313"/>
              </a:cxn>
              <a:cxn ang="0">
                <a:pos x="160" y="171"/>
              </a:cxn>
              <a:cxn ang="0">
                <a:pos x="66" y="203"/>
              </a:cxn>
              <a:cxn ang="0">
                <a:pos x="255" y="380"/>
              </a:cxn>
              <a:cxn ang="0">
                <a:pos x="283" y="534"/>
              </a:cxn>
              <a:cxn ang="0">
                <a:pos x="308" y="626"/>
              </a:cxn>
              <a:cxn ang="0">
                <a:pos x="308" y="733"/>
              </a:cxn>
              <a:cxn ang="0">
                <a:pos x="279" y="865"/>
              </a:cxn>
              <a:cxn ang="0">
                <a:pos x="313" y="957"/>
              </a:cxn>
              <a:cxn ang="0">
                <a:pos x="424" y="1076"/>
              </a:cxn>
              <a:cxn ang="0">
                <a:pos x="432" y="1177"/>
              </a:cxn>
              <a:cxn ang="0">
                <a:pos x="84" y="1481"/>
              </a:cxn>
              <a:cxn ang="0">
                <a:pos x="0" y="1541"/>
              </a:cxn>
              <a:cxn ang="0">
                <a:pos x="27" y="1797"/>
              </a:cxn>
              <a:cxn ang="0">
                <a:pos x="41" y="1944"/>
              </a:cxn>
              <a:cxn ang="0">
                <a:pos x="127" y="1980"/>
              </a:cxn>
              <a:cxn ang="0">
                <a:pos x="313" y="1993"/>
              </a:cxn>
              <a:cxn ang="0">
                <a:pos x="427" y="1972"/>
              </a:cxn>
              <a:cxn ang="0">
                <a:pos x="602" y="1909"/>
              </a:cxn>
            </a:cxnLst>
            <a:rect l="0" t="0" r="r" b="b"/>
            <a:pathLst>
              <a:path w="930" h="2032">
                <a:moveTo>
                  <a:pt x="602" y="1909"/>
                </a:moveTo>
                <a:lnTo>
                  <a:pt x="806" y="1730"/>
                </a:lnTo>
                <a:lnTo>
                  <a:pt x="930" y="1628"/>
                </a:lnTo>
                <a:lnTo>
                  <a:pt x="799" y="1415"/>
                </a:lnTo>
                <a:lnTo>
                  <a:pt x="848" y="1348"/>
                </a:lnTo>
                <a:lnTo>
                  <a:pt x="828" y="1245"/>
                </a:lnTo>
                <a:lnTo>
                  <a:pt x="823" y="1162"/>
                </a:lnTo>
                <a:lnTo>
                  <a:pt x="771" y="1156"/>
                </a:lnTo>
                <a:lnTo>
                  <a:pt x="783" y="1042"/>
                </a:lnTo>
                <a:lnTo>
                  <a:pt x="834" y="1024"/>
                </a:lnTo>
                <a:lnTo>
                  <a:pt x="816" y="911"/>
                </a:lnTo>
                <a:lnTo>
                  <a:pt x="753" y="810"/>
                </a:lnTo>
                <a:lnTo>
                  <a:pt x="778" y="690"/>
                </a:lnTo>
                <a:lnTo>
                  <a:pt x="796" y="690"/>
                </a:lnTo>
                <a:lnTo>
                  <a:pt x="806" y="628"/>
                </a:lnTo>
                <a:lnTo>
                  <a:pt x="834" y="634"/>
                </a:lnTo>
                <a:lnTo>
                  <a:pt x="838" y="570"/>
                </a:lnTo>
                <a:lnTo>
                  <a:pt x="799" y="497"/>
                </a:lnTo>
                <a:lnTo>
                  <a:pt x="746" y="410"/>
                </a:lnTo>
                <a:lnTo>
                  <a:pt x="743" y="350"/>
                </a:lnTo>
                <a:lnTo>
                  <a:pt x="793" y="300"/>
                </a:lnTo>
                <a:lnTo>
                  <a:pt x="778" y="211"/>
                </a:lnTo>
                <a:lnTo>
                  <a:pt x="783" y="151"/>
                </a:lnTo>
                <a:lnTo>
                  <a:pt x="816" y="114"/>
                </a:lnTo>
                <a:lnTo>
                  <a:pt x="735" y="26"/>
                </a:lnTo>
                <a:lnTo>
                  <a:pt x="673" y="0"/>
                </a:lnTo>
                <a:lnTo>
                  <a:pt x="660" y="35"/>
                </a:lnTo>
                <a:lnTo>
                  <a:pt x="560" y="31"/>
                </a:lnTo>
                <a:lnTo>
                  <a:pt x="542" y="65"/>
                </a:lnTo>
                <a:lnTo>
                  <a:pt x="522" y="261"/>
                </a:lnTo>
                <a:lnTo>
                  <a:pt x="467" y="261"/>
                </a:lnTo>
                <a:lnTo>
                  <a:pt x="432" y="313"/>
                </a:lnTo>
                <a:lnTo>
                  <a:pt x="338" y="285"/>
                </a:lnTo>
                <a:lnTo>
                  <a:pt x="277" y="313"/>
                </a:lnTo>
                <a:lnTo>
                  <a:pt x="185" y="236"/>
                </a:lnTo>
                <a:lnTo>
                  <a:pt x="160" y="171"/>
                </a:lnTo>
                <a:lnTo>
                  <a:pt x="103" y="168"/>
                </a:lnTo>
                <a:lnTo>
                  <a:pt x="66" y="203"/>
                </a:lnTo>
                <a:lnTo>
                  <a:pt x="181" y="355"/>
                </a:lnTo>
                <a:lnTo>
                  <a:pt x="255" y="380"/>
                </a:lnTo>
                <a:lnTo>
                  <a:pt x="329" y="489"/>
                </a:lnTo>
                <a:lnTo>
                  <a:pt x="283" y="534"/>
                </a:lnTo>
                <a:lnTo>
                  <a:pt x="308" y="592"/>
                </a:lnTo>
                <a:lnTo>
                  <a:pt x="308" y="626"/>
                </a:lnTo>
                <a:lnTo>
                  <a:pt x="295" y="683"/>
                </a:lnTo>
                <a:lnTo>
                  <a:pt x="308" y="733"/>
                </a:lnTo>
                <a:lnTo>
                  <a:pt x="302" y="810"/>
                </a:lnTo>
                <a:lnTo>
                  <a:pt x="279" y="865"/>
                </a:lnTo>
                <a:lnTo>
                  <a:pt x="302" y="895"/>
                </a:lnTo>
                <a:lnTo>
                  <a:pt x="313" y="957"/>
                </a:lnTo>
                <a:lnTo>
                  <a:pt x="399" y="989"/>
                </a:lnTo>
                <a:lnTo>
                  <a:pt x="424" y="1076"/>
                </a:lnTo>
                <a:lnTo>
                  <a:pt x="402" y="1123"/>
                </a:lnTo>
                <a:lnTo>
                  <a:pt x="432" y="1177"/>
                </a:lnTo>
                <a:lnTo>
                  <a:pt x="356" y="1169"/>
                </a:lnTo>
                <a:lnTo>
                  <a:pt x="84" y="1481"/>
                </a:lnTo>
                <a:lnTo>
                  <a:pt x="41" y="1489"/>
                </a:lnTo>
                <a:lnTo>
                  <a:pt x="0" y="1541"/>
                </a:lnTo>
                <a:lnTo>
                  <a:pt x="0" y="1655"/>
                </a:lnTo>
                <a:lnTo>
                  <a:pt x="27" y="1797"/>
                </a:lnTo>
                <a:lnTo>
                  <a:pt x="0" y="1879"/>
                </a:lnTo>
                <a:lnTo>
                  <a:pt x="41" y="1944"/>
                </a:lnTo>
                <a:lnTo>
                  <a:pt x="84" y="2011"/>
                </a:lnTo>
                <a:lnTo>
                  <a:pt x="127" y="1980"/>
                </a:lnTo>
                <a:lnTo>
                  <a:pt x="175" y="2032"/>
                </a:lnTo>
                <a:lnTo>
                  <a:pt x="313" y="1993"/>
                </a:lnTo>
                <a:lnTo>
                  <a:pt x="314" y="1966"/>
                </a:lnTo>
                <a:lnTo>
                  <a:pt x="427" y="1972"/>
                </a:lnTo>
                <a:lnTo>
                  <a:pt x="542" y="1944"/>
                </a:lnTo>
                <a:lnTo>
                  <a:pt x="602" y="1909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62" name="Freeform 261"/>
          <p:cNvSpPr>
            <a:spLocks/>
          </p:cNvSpPr>
          <p:nvPr/>
        </p:nvSpPr>
        <p:spPr bwMode="auto">
          <a:xfrm>
            <a:off x="4301115" y="3577158"/>
            <a:ext cx="194198" cy="147438"/>
          </a:xfrm>
          <a:custGeom>
            <a:avLst/>
            <a:gdLst/>
            <a:ahLst/>
            <a:cxnLst>
              <a:cxn ang="0">
                <a:pos x="211" y="28"/>
              </a:cxn>
              <a:cxn ang="0">
                <a:pos x="195" y="59"/>
              </a:cxn>
              <a:cxn ang="0">
                <a:pos x="126" y="145"/>
              </a:cxn>
              <a:cxn ang="0">
                <a:pos x="122" y="169"/>
              </a:cxn>
              <a:cxn ang="0">
                <a:pos x="62" y="226"/>
              </a:cxn>
              <a:cxn ang="0">
                <a:pos x="0" y="251"/>
              </a:cxn>
              <a:cxn ang="0">
                <a:pos x="27" y="279"/>
              </a:cxn>
              <a:cxn ang="0">
                <a:pos x="25" y="337"/>
              </a:cxn>
              <a:cxn ang="0">
                <a:pos x="72" y="353"/>
              </a:cxn>
              <a:cxn ang="0">
                <a:pos x="79" y="405"/>
              </a:cxn>
              <a:cxn ang="0">
                <a:pos x="129" y="405"/>
              </a:cxn>
              <a:cxn ang="0">
                <a:pos x="176" y="433"/>
              </a:cxn>
              <a:cxn ang="0">
                <a:pos x="182" y="469"/>
              </a:cxn>
              <a:cxn ang="0">
                <a:pos x="207" y="530"/>
              </a:cxn>
              <a:cxn ang="0">
                <a:pos x="273" y="507"/>
              </a:cxn>
              <a:cxn ang="0">
                <a:pos x="440" y="557"/>
              </a:cxn>
              <a:cxn ang="0">
                <a:pos x="508" y="501"/>
              </a:cxn>
              <a:cxn ang="0">
                <a:pos x="619" y="507"/>
              </a:cxn>
              <a:cxn ang="0">
                <a:pos x="637" y="543"/>
              </a:cxn>
              <a:cxn ang="0">
                <a:pos x="702" y="546"/>
              </a:cxn>
              <a:cxn ang="0">
                <a:pos x="705" y="519"/>
              </a:cxn>
              <a:cxn ang="0">
                <a:pos x="687" y="494"/>
              </a:cxn>
              <a:cxn ang="0">
                <a:pos x="702" y="416"/>
              </a:cxn>
              <a:cxn ang="0">
                <a:pos x="723" y="444"/>
              </a:cxn>
              <a:cxn ang="0">
                <a:pos x="762" y="447"/>
              </a:cxn>
              <a:cxn ang="0">
                <a:pos x="779" y="380"/>
              </a:cxn>
              <a:cxn ang="0">
                <a:pos x="782" y="362"/>
              </a:cxn>
              <a:cxn ang="0">
                <a:pos x="677" y="377"/>
              </a:cxn>
              <a:cxn ang="0">
                <a:pos x="662" y="353"/>
              </a:cxn>
              <a:cxn ang="0">
                <a:pos x="662" y="282"/>
              </a:cxn>
              <a:cxn ang="0">
                <a:pos x="677" y="258"/>
              </a:cxn>
              <a:cxn ang="0">
                <a:pos x="668" y="177"/>
              </a:cxn>
              <a:cxn ang="0">
                <a:pos x="645" y="156"/>
              </a:cxn>
              <a:cxn ang="0">
                <a:pos x="566" y="8"/>
              </a:cxn>
              <a:cxn ang="0">
                <a:pos x="524" y="4"/>
              </a:cxn>
              <a:cxn ang="0">
                <a:pos x="450" y="58"/>
              </a:cxn>
              <a:cxn ang="0">
                <a:pos x="322" y="47"/>
              </a:cxn>
              <a:cxn ang="0">
                <a:pos x="279" y="0"/>
              </a:cxn>
              <a:cxn ang="0">
                <a:pos x="214" y="28"/>
              </a:cxn>
              <a:cxn ang="0">
                <a:pos x="211" y="28"/>
              </a:cxn>
            </a:cxnLst>
            <a:rect l="0" t="0" r="r" b="b"/>
            <a:pathLst>
              <a:path w="782" h="557">
                <a:moveTo>
                  <a:pt x="211" y="28"/>
                </a:moveTo>
                <a:lnTo>
                  <a:pt x="195" y="59"/>
                </a:lnTo>
                <a:lnTo>
                  <a:pt x="126" y="145"/>
                </a:lnTo>
                <a:lnTo>
                  <a:pt x="122" y="169"/>
                </a:lnTo>
                <a:lnTo>
                  <a:pt x="62" y="226"/>
                </a:lnTo>
                <a:lnTo>
                  <a:pt x="0" y="251"/>
                </a:lnTo>
                <a:lnTo>
                  <a:pt x="27" y="279"/>
                </a:lnTo>
                <a:lnTo>
                  <a:pt x="25" y="337"/>
                </a:lnTo>
                <a:lnTo>
                  <a:pt x="72" y="353"/>
                </a:lnTo>
                <a:lnTo>
                  <a:pt x="79" y="405"/>
                </a:lnTo>
                <a:lnTo>
                  <a:pt x="129" y="405"/>
                </a:lnTo>
                <a:lnTo>
                  <a:pt x="176" y="433"/>
                </a:lnTo>
                <a:lnTo>
                  <a:pt x="182" y="469"/>
                </a:lnTo>
                <a:lnTo>
                  <a:pt x="207" y="530"/>
                </a:lnTo>
                <a:lnTo>
                  <a:pt x="273" y="507"/>
                </a:lnTo>
                <a:lnTo>
                  <a:pt x="440" y="557"/>
                </a:lnTo>
                <a:lnTo>
                  <a:pt x="508" y="501"/>
                </a:lnTo>
                <a:lnTo>
                  <a:pt x="619" y="507"/>
                </a:lnTo>
                <a:lnTo>
                  <a:pt x="637" y="543"/>
                </a:lnTo>
                <a:lnTo>
                  <a:pt x="702" y="546"/>
                </a:lnTo>
                <a:lnTo>
                  <a:pt x="705" y="519"/>
                </a:lnTo>
                <a:lnTo>
                  <a:pt x="687" y="494"/>
                </a:lnTo>
                <a:lnTo>
                  <a:pt x="702" y="416"/>
                </a:lnTo>
                <a:lnTo>
                  <a:pt x="723" y="444"/>
                </a:lnTo>
                <a:lnTo>
                  <a:pt x="762" y="447"/>
                </a:lnTo>
                <a:lnTo>
                  <a:pt x="779" y="380"/>
                </a:lnTo>
                <a:lnTo>
                  <a:pt x="782" y="362"/>
                </a:lnTo>
                <a:lnTo>
                  <a:pt x="677" y="377"/>
                </a:lnTo>
                <a:lnTo>
                  <a:pt x="662" y="353"/>
                </a:lnTo>
                <a:lnTo>
                  <a:pt x="662" y="282"/>
                </a:lnTo>
                <a:lnTo>
                  <a:pt x="677" y="258"/>
                </a:lnTo>
                <a:lnTo>
                  <a:pt x="668" y="177"/>
                </a:lnTo>
                <a:lnTo>
                  <a:pt x="645" y="156"/>
                </a:lnTo>
                <a:lnTo>
                  <a:pt x="566" y="8"/>
                </a:lnTo>
                <a:lnTo>
                  <a:pt x="524" y="4"/>
                </a:lnTo>
                <a:lnTo>
                  <a:pt x="450" y="58"/>
                </a:lnTo>
                <a:lnTo>
                  <a:pt x="322" y="47"/>
                </a:lnTo>
                <a:lnTo>
                  <a:pt x="279" y="0"/>
                </a:lnTo>
                <a:lnTo>
                  <a:pt x="214" y="28"/>
                </a:lnTo>
                <a:lnTo>
                  <a:pt x="211" y="28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63" name="Freeform 262"/>
          <p:cNvSpPr>
            <a:spLocks/>
          </p:cNvSpPr>
          <p:nvPr/>
        </p:nvSpPr>
        <p:spPr bwMode="auto">
          <a:xfrm>
            <a:off x="4133028" y="3469616"/>
            <a:ext cx="218676" cy="105808"/>
          </a:xfrm>
          <a:custGeom>
            <a:avLst/>
            <a:gdLst/>
            <a:ahLst/>
            <a:cxnLst>
              <a:cxn ang="0">
                <a:pos x="265" y="0"/>
              </a:cxn>
              <a:cxn ang="0">
                <a:pos x="288" y="24"/>
              </a:cxn>
              <a:cxn ang="0">
                <a:pos x="353" y="33"/>
              </a:cxn>
              <a:cxn ang="0">
                <a:pos x="353" y="66"/>
              </a:cxn>
              <a:cxn ang="0">
                <a:pos x="377" y="91"/>
              </a:cxn>
              <a:cxn ang="0">
                <a:pos x="466" y="91"/>
              </a:cxn>
              <a:cxn ang="0">
                <a:pos x="524" y="138"/>
              </a:cxn>
              <a:cxn ang="0">
                <a:pos x="539" y="194"/>
              </a:cxn>
              <a:cxn ang="0">
                <a:pos x="607" y="194"/>
              </a:cxn>
              <a:cxn ang="0">
                <a:pos x="622" y="241"/>
              </a:cxn>
              <a:cxn ang="0">
                <a:pos x="652" y="244"/>
              </a:cxn>
              <a:cxn ang="0">
                <a:pos x="699" y="219"/>
              </a:cxn>
              <a:cxn ang="0">
                <a:pos x="856" y="252"/>
              </a:cxn>
              <a:cxn ang="0">
                <a:pos x="881" y="308"/>
              </a:cxn>
              <a:cxn ang="0">
                <a:pos x="843" y="345"/>
              </a:cxn>
              <a:cxn ang="0">
                <a:pos x="854" y="396"/>
              </a:cxn>
              <a:cxn ang="0">
                <a:pos x="793" y="392"/>
              </a:cxn>
              <a:cxn ang="0">
                <a:pos x="783" y="367"/>
              </a:cxn>
              <a:cxn ang="0">
                <a:pos x="710" y="364"/>
              </a:cxn>
              <a:cxn ang="0">
                <a:pos x="646" y="392"/>
              </a:cxn>
              <a:cxn ang="0">
                <a:pos x="514" y="403"/>
              </a:cxn>
              <a:cxn ang="0">
                <a:pos x="416" y="392"/>
              </a:cxn>
              <a:cxn ang="0">
                <a:pos x="353" y="315"/>
              </a:cxn>
              <a:cxn ang="0">
                <a:pos x="288" y="308"/>
              </a:cxn>
              <a:cxn ang="0">
                <a:pos x="244" y="276"/>
              </a:cxn>
              <a:cxn ang="0">
                <a:pos x="215" y="265"/>
              </a:cxn>
              <a:cxn ang="0">
                <a:pos x="183" y="301"/>
              </a:cxn>
              <a:cxn ang="0">
                <a:pos x="139" y="296"/>
              </a:cxn>
              <a:cxn ang="0">
                <a:pos x="139" y="252"/>
              </a:cxn>
              <a:cxn ang="0">
                <a:pos x="22" y="192"/>
              </a:cxn>
              <a:cxn ang="0">
                <a:pos x="12" y="109"/>
              </a:cxn>
              <a:cxn ang="0">
                <a:pos x="0" y="91"/>
              </a:cxn>
              <a:cxn ang="0">
                <a:pos x="0" y="72"/>
              </a:cxn>
              <a:cxn ang="0">
                <a:pos x="199" y="41"/>
              </a:cxn>
              <a:cxn ang="0">
                <a:pos x="265" y="0"/>
              </a:cxn>
            </a:cxnLst>
            <a:rect l="0" t="0" r="r" b="b"/>
            <a:pathLst>
              <a:path w="881" h="403">
                <a:moveTo>
                  <a:pt x="265" y="0"/>
                </a:moveTo>
                <a:lnTo>
                  <a:pt x="288" y="24"/>
                </a:lnTo>
                <a:lnTo>
                  <a:pt x="353" y="33"/>
                </a:lnTo>
                <a:lnTo>
                  <a:pt x="353" y="66"/>
                </a:lnTo>
                <a:lnTo>
                  <a:pt x="377" y="91"/>
                </a:lnTo>
                <a:lnTo>
                  <a:pt x="466" y="91"/>
                </a:lnTo>
                <a:lnTo>
                  <a:pt x="524" y="138"/>
                </a:lnTo>
                <a:lnTo>
                  <a:pt x="539" y="194"/>
                </a:lnTo>
                <a:lnTo>
                  <a:pt x="607" y="194"/>
                </a:lnTo>
                <a:lnTo>
                  <a:pt x="622" y="241"/>
                </a:lnTo>
                <a:lnTo>
                  <a:pt x="652" y="244"/>
                </a:lnTo>
                <a:lnTo>
                  <a:pt x="699" y="219"/>
                </a:lnTo>
                <a:lnTo>
                  <a:pt x="856" y="252"/>
                </a:lnTo>
                <a:lnTo>
                  <a:pt x="881" y="308"/>
                </a:lnTo>
                <a:lnTo>
                  <a:pt x="843" y="345"/>
                </a:lnTo>
                <a:lnTo>
                  <a:pt x="854" y="396"/>
                </a:lnTo>
                <a:lnTo>
                  <a:pt x="793" y="392"/>
                </a:lnTo>
                <a:lnTo>
                  <a:pt x="783" y="367"/>
                </a:lnTo>
                <a:lnTo>
                  <a:pt x="710" y="364"/>
                </a:lnTo>
                <a:lnTo>
                  <a:pt x="646" y="392"/>
                </a:lnTo>
                <a:lnTo>
                  <a:pt x="514" y="403"/>
                </a:lnTo>
                <a:lnTo>
                  <a:pt x="416" y="392"/>
                </a:lnTo>
                <a:lnTo>
                  <a:pt x="353" y="315"/>
                </a:lnTo>
                <a:lnTo>
                  <a:pt x="288" y="308"/>
                </a:lnTo>
                <a:lnTo>
                  <a:pt x="244" y="276"/>
                </a:lnTo>
                <a:lnTo>
                  <a:pt x="215" y="265"/>
                </a:lnTo>
                <a:lnTo>
                  <a:pt x="183" y="301"/>
                </a:lnTo>
                <a:lnTo>
                  <a:pt x="139" y="296"/>
                </a:lnTo>
                <a:lnTo>
                  <a:pt x="139" y="252"/>
                </a:lnTo>
                <a:lnTo>
                  <a:pt x="22" y="192"/>
                </a:lnTo>
                <a:lnTo>
                  <a:pt x="12" y="109"/>
                </a:lnTo>
                <a:lnTo>
                  <a:pt x="0" y="91"/>
                </a:lnTo>
                <a:lnTo>
                  <a:pt x="0" y="72"/>
                </a:lnTo>
                <a:lnTo>
                  <a:pt x="199" y="41"/>
                </a:lnTo>
                <a:lnTo>
                  <a:pt x="265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64" name="Freeform 263"/>
          <p:cNvSpPr>
            <a:spLocks/>
          </p:cNvSpPr>
          <p:nvPr/>
        </p:nvSpPr>
        <p:spPr bwMode="auto">
          <a:xfrm>
            <a:off x="4157507" y="3620522"/>
            <a:ext cx="192566" cy="185598"/>
          </a:xfrm>
          <a:custGeom>
            <a:avLst/>
            <a:gdLst/>
            <a:ahLst/>
            <a:cxnLst>
              <a:cxn ang="0">
                <a:pos x="43" y="18"/>
              </a:cxn>
              <a:cxn ang="0">
                <a:pos x="21" y="27"/>
              </a:cxn>
              <a:cxn ang="0">
                <a:pos x="49" y="78"/>
              </a:cxn>
              <a:cxn ang="0">
                <a:pos x="46" y="116"/>
              </a:cxn>
              <a:cxn ang="0">
                <a:pos x="18" y="110"/>
              </a:cxn>
              <a:cxn ang="0">
                <a:pos x="0" y="137"/>
              </a:cxn>
              <a:cxn ang="0">
                <a:pos x="21" y="214"/>
              </a:cxn>
              <a:cxn ang="0">
                <a:pos x="61" y="144"/>
              </a:cxn>
              <a:cxn ang="0">
                <a:pos x="97" y="176"/>
              </a:cxn>
              <a:cxn ang="0">
                <a:pos x="105" y="243"/>
              </a:cxn>
              <a:cxn ang="0">
                <a:pos x="140" y="278"/>
              </a:cxn>
              <a:cxn ang="0">
                <a:pos x="97" y="306"/>
              </a:cxn>
              <a:cxn ang="0">
                <a:pos x="155" y="346"/>
              </a:cxn>
              <a:cxn ang="0">
                <a:pos x="173" y="388"/>
              </a:cxn>
              <a:cxn ang="0">
                <a:pos x="232" y="383"/>
              </a:cxn>
              <a:cxn ang="0">
                <a:pos x="443" y="588"/>
              </a:cxn>
              <a:cxn ang="0">
                <a:pos x="446" y="535"/>
              </a:cxn>
              <a:cxn ang="0">
                <a:pos x="476" y="525"/>
              </a:cxn>
              <a:cxn ang="0">
                <a:pos x="476" y="478"/>
              </a:cxn>
              <a:cxn ang="0">
                <a:pos x="546" y="492"/>
              </a:cxn>
              <a:cxn ang="0">
                <a:pos x="578" y="546"/>
              </a:cxn>
              <a:cxn ang="0">
                <a:pos x="556" y="645"/>
              </a:cxn>
              <a:cxn ang="0">
                <a:pos x="590" y="695"/>
              </a:cxn>
              <a:cxn ang="0">
                <a:pos x="621" y="699"/>
              </a:cxn>
              <a:cxn ang="0">
                <a:pos x="640" y="683"/>
              </a:cxn>
              <a:cxn ang="0">
                <a:pos x="700" y="677"/>
              </a:cxn>
              <a:cxn ang="0">
                <a:pos x="704" y="631"/>
              </a:cxn>
              <a:cxn ang="0">
                <a:pos x="732" y="609"/>
              </a:cxn>
              <a:cxn ang="0">
                <a:pos x="740" y="588"/>
              </a:cxn>
              <a:cxn ang="0">
                <a:pos x="743" y="539"/>
              </a:cxn>
              <a:cxn ang="0">
                <a:pos x="732" y="469"/>
              </a:cxn>
              <a:cxn ang="0">
                <a:pos x="773" y="469"/>
              </a:cxn>
              <a:cxn ang="0">
                <a:pos x="773" y="445"/>
              </a:cxn>
              <a:cxn ang="0">
                <a:pos x="743" y="410"/>
              </a:cxn>
              <a:cxn ang="0">
                <a:pos x="718" y="395"/>
              </a:cxn>
              <a:cxn ang="0">
                <a:pos x="743" y="306"/>
              </a:cxn>
              <a:cxn ang="0">
                <a:pos x="760" y="303"/>
              </a:cxn>
              <a:cxn ang="0">
                <a:pos x="754" y="267"/>
              </a:cxn>
              <a:cxn ang="0">
                <a:pos x="707" y="239"/>
              </a:cxn>
              <a:cxn ang="0">
                <a:pos x="657" y="239"/>
              </a:cxn>
              <a:cxn ang="0">
                <a:pos x="650" y="187"/>
              </a:cxn>
              <a:cxn ang="0">
                <a:pos x="603" y="171"/>
              </a:cxn>
              <a:cxn ang="0">
                <a:pos x="605" y="113"/>
              </a:cxn>
              <a:cxn ang="0">
                <a:pos x="578" y="85"/>
              </a:cxn>
              <a:cxn ang="0">
                <a:pos x="514" y="78"/>
              </a:cxn>
              <a:cxn ang="0">
                <a:pos x="476" y="103"/>
              </a:cxn>
              <a:cxn ang="0">
                <a:pos x="327" y="89"/>
              </a:cxn>
              <a:cxn ang="0">
                <a:pos x="235" y="3"/>
              </a:cxn>
              <a:cxn ang="0">
                <a:pos x="137" y="0"/>
              </a:cxn>
              <a:cxn ang="0">
                <a:pos x="115" y="35"/>
              </a:cxn>
              <a:cxn ang="0">
                <a:pos x="43" y="18"/>
              </a:cxn>
            </a:cxnLst>
            <a:rect l="0" t="0" r="r" b="b"/>
            <a:pathLst>
              <a:path w="773" h="699">
                <a:moveTo>
                  <a:pt x="43" y="18"/>
                </a:moveTo>
                <a:lnTo>
                  <a:pt x="21" y="27"/>
                </a:lnTo>
                <a:lnTo>
                  <a:pt x="49" y="78"/>
                </a:lnTo>
                <a:lnTo>
                  <a:pt x="46" y="116"/>
                </a:lnTo>
                <a:lnTo>
                  <a:pt x="18" y="110"/>
                </a:lnTo>
                <a:lnTo>
                  <a:pt x="0" y="137"/>
                </a:lnTo>
                <a:lnTo>
                  <a:pt x="21" y="214"/>
                </a:lnTo>
                <a:lnTo>
                  <a:pt x="61" y="144"/>
                </a:lnTo>
                <a:lnTo>
                  <a:pt x="97" y="176"/>
                </a:lnTo>
                <a:lnTo>
                  <a:pt x="105" y="243"/>
                </a:lnTo>
                <a:lnTo>
                  <a:pt x="140" y="278"/>
                </a:lnTo>
                <a:lnTo>
                  <a:pt x="97" y="306"/>
                </a:lnTo>
                <a:lnTo>
                  <a:pt x="155" y="346"/>
                </a:lnTo>
                <a:lnTo>
                  <a:pt x="173" y="388"/>
                </a:lnTo>
                <a:lnTo>
                  <a:pt x="232" y="383"/>
                </a:lnTo>
                <a:lnTo>
                  <a:pt x="443" y="588"/>
                </a:lnTo>
                <a:lnTo>
                  <a:pt x="446" y="535"/>
                </a:lnTo>
                <a:lnTo>
                  <a:pt x="476" y="525"/>
                </a:lnTo>
                <a:lnTo>
                  <a:pt x="476" y="478"/>
                </a:lnTo>
                <a:lnTo>
                  <a:pt x="546" y="492"/>
                </a:lnTo>
                <a:lnTo>
                  <a:pt x="578" y="546"/>
                </a:lnTo>
                <a:lnTo>
                  <a:pt x="556" y="645"/>
                </a:lnTo>
                <a:lnTo>
                  <a:pt x="590" y="695"/>
                </a:lnTo>
                <a:lnTo>
                  <a:pt x="621" y="699"/>
                </a:lnTo>
                <a:lnTo>
                  <a:pt x="640" y="683"/>
                </a:lnTo>
                <a:lnTo>
                  <a:pt x="700" y="677"/>
                </a:lnTo>
                <a:lnTo>
                  <a:pt x="704" y="631"/>
                </a:lnTo>
                <a:lnTo>
                  <a:pt x="732" y="609"/>
                </a:lnTo>
                <a:lnTo>
                  <a:pt x="740" y="588"/>
                </a:lnTo>
                <a:lnTo>
                  <a:pt x="743" y="539"/>
                </a:lnTo>
                <a:lnTo>
                  <a:pt x="732" y="469"/>
                </a:lnTo>
                <a:lnTo>
                  <a:pt x="773" y="469"/>
                </a:lnTo>
                <a:lnTo>
                  <a:pt x="773" y="445"/>
                </a:lnTo>
                <a:lnTo>
                  <a:pt x="743" y="410"/>
                </a:lnTo>
                <a:lnTo>
                  <a:pt x="718" y="395"/>
                </a:lnTo>
                <a:lnTo>
                  <a:pt x="743" y="306"/>
                </a:lnTo>
                <a:lnTo>
                  <a:pt x="760" y="303"/>
                </a:lnTo>
                <a:lnTo>
                  <a:pt x="754" y="267"/>
                </a:lnTo>
                <a:lnTo>
                  <a:pt x="707" y="239"/>
                </a:lnTo>
                <a:lnTo>
                  <a:pt x="657" y="239"/>
                </a:lnTo>
                <a:lnTo>
                  <a:pt x="650" y="187"/>
                </a:lnTo>
                <a:lnTo>
                  <a:pt x="603" y="171"/>
                </a:lnTo>
                <a:lnTo>
                  <a:pt x="605" y="113"/>
                </a:lnTo>
                <a:lnTo>
                  <a:pt x="578" y="85"/>
                </a:lnTo>
                <a:lnTo>
                  <a:pt x="514" y="78"/>
                </a:lnTo>
                <a:lnTo>
                  <a:pt x="476" y="103"/>
                </a:lnTo>
                <a:lnTo>
                  <a:pt x="327" y="89"/>
                </a:lnTo>
                <a:lnTo>
                  <a:pt x="235" y="3"/>
                </a:lnTo>
                <a:lnTo>
                  <a:pt x="137" y="0"/>
                </a:lnTo>
                <a:lnTo>
                  <a:pt x="115" y="35"/>
                </a:lnTo>
                <a:lnTo>
                  <a:pt x="43" y="18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65" name="Freeform 264"/>
          <p:cNvSpPr>
            <a:spLocks/>
          </p:cNvSpPr>
          <p:nvPr/>
        </p:nvSpPr>
        <p:spPr bwMode="auto">
          <a:xfrm>
            <a:off x="4009003" y="3599709"/>
            <a:ext cx="234996" cy="287937"/>
          </a:xfrm>
          <a:custGeom>
            <a:avLst/>
            <a:gdLst/>
            <a:ahLst/>
            <a:cxnLst>
              <a:cxn ang="0">
                <a:pos x="40" y="143"/>
              </a:cxn>
              <a:cxn ang="0">
                <a:pos x="7" y="223"/>
              </a:cxn>
              <a:cxn ang="0">
                <a:pos x="4" y="276"/>
              </a:cxn>
              <a:cxn ang="0">
                <a:pos x="50" y="319"/>
              </a:cxn>
              <a:cxn ang="0">
                <a:pos x="32" y="355"/>
              </a:cxn>
              <a:cxn ang="0">
                <a:pos x="89" y="333"/>
              </a:cxn>
              <a:cxn ang="0">
                <a:pos x="233" y="350"/>
              </a:cxn>
              <a:cxn ang="0">
                <a:pos x="299" y="389"/>
              </a:cxn>
              <a:cxn ang="0">
                <a:pos x="403" y="536"/>
              </a:cxn>
              <a:cxn ang="0">
                <a:pos x="494" y="643"/>
              </a:cxn>
              <a:cxn ang="0">
                <a:pos x="533" y="689"/>
              </a:cxn>
              <a:cxn ang="0">
                <a:pos x="617" y="753"/>
              </a:cxn>
              <a:cxn ang="0">
                <a:pos x="632" y="833"/>
              </a:cxn>
              <a:cxn ang="0">
                <a:pos x="724" y="880"/>
              </a:cxn>
              <a:cxn ang="0">
                <a:pos x="701" y="1009"/>
              </a:cxn>
              <a:cxn ang="0">
                <a:pos x="701" y="1085"/>
              </a:cxn>
              <a:cxn ang="0">
                <a:pos x="828" y="971"/>
              </a:cxn>
              <a:cxn ang="0">
                <a:pos x="778" y="900"/>
              </a:cxn>
              <a:cxn ang="0">
                <a:pos x="825" y="808"/>
              </a:cxn>
              <a:cxn ang="0">
                <a:pos x="856" y="845"/>
              </a:cxn>
              <a:cxn ang="0">
                <a:pos x="923" y="890"/>
              </a:cxn>
              <a:cxn ang="0">
                <a:pos x="935" y="797"/>
              </a:cxn>
              <a:cxn ang="0">
                <a:pos x="813" y="739"/>
              </a:cxn>
              <a:cxn ang="0">
                <a:pos x="751" y="654"/>
              </a:cxn>
              <a:cxn ang="0">
                <a:pos x="772" y="640"/>
              </a:cxn>
              <a:cxn ang="0">
                <a:pos x="711" y="597"/>
              </a:cxn>
              <a:cxn ang="0">
                <a:pos x="632" y="548"/>
              </a:cxn>
              <a:cxn ang="0">
                <a:pos x="602" y="447"/>
              </a:cxn>
              <a:cxn ang="0">
                <a:pos x="482" y="333"/>
              </a:cxn>
              <a:cxn ang="0">
                <a:pos x="500" y="203"/>
              </a:cxn>
              <a:cxn ang="0">
                <a:pos x="600" y="168"/>
              </a:cxn>
              <a:cxn ang="0">
                <a:pos x="642" y="199"/>
              </a:cxn>
              <a:cxn ang="0">
                <a:pos x="617" y="110"/>
              </a:cxn>
              <a:cxn ang="0">
                <a:pos x="602" y="73"/>
              </a:cxn>
              <a:cxn ang="0">
                <a:pos x="515" y="55"/>
              </a:cxn>
              <a:cxn ang="0">
                <a:pos x="424" y="0"/>
              </a:cxn>
              <a:cxn ang="0">
                <a:pos x="360" y="8"/>
              </a:cxn>
              <a:cxn ang="0">
                <a:pos x="328" y="48"/>
              </a:cxn>
              <a:cxn ang="0">
                <a:pos x="313" y="86"/>
              </a:cxn>
              <a:cxn ang="0">
                <a:pos x="261" y="62"/>
              </a:cxn>
              <a:cxn ang="0">
                <a:pos x="233" y="94"/>
              </a:cxn>
              <a:cxn ang="0">
                <a:pos x="154" y="58"/>
              </a:cxn>
              <a:cxn ang="0">
                <a:pos x="120" y="86"/>
              </a:cxn>
              <a:cxn ang="0">
                <a:pos x="29" y="110"/>
              </a:cxn>
            </a:cxnLst>
            <a:rect l="0" t="0" r="r" b="b"/>
            <a:pathLst>
              <a:path w="944" h="1085">
                <a:moveTo>
                  <a:pt x="29" y="110"/>
                </a:moveTo>
                <a:lnTo>
                  <a:pt x="40" y="143"/>
                </a:lnTo>
                <a:lnTo>
                  <a:pt x="0" y="193"/>
                </a:lnTo>
                <a:lnTo>
                  <a:pt x="7" y="223"/>
                </a:lnTo>
                <a:lnTo>
                  <a:pt x="17" y="245"/>
                </a:lnTo>
                <a:lnTo>
                  <a:pt x="4" y="276"/>
                </a:lnTo>
                <a:lnTo>
                  <a:pt x="50" y="307"/>
                </a:lnTo>
                <a:lnTo>
                  <a:pt x="50" y="319"/>
                </a:lnTo>
                <a:lnTo>
                  <a:pt x="29" y="333"/>
                </a:lnTo>
                <a:lnTo>
                  <a:pt x="32" y="355"/>
                </a:lnTo>
                <a:lnTo>
                  <a:pt x="92" y="358"/>
                </a:lnTo>
                <a:lnTo>
                  <a:pt x="89" y="333"/>
                </a:lnTo>
                <a:lnTo>
                  <a:pt x="179" y="301"/>
                </a:lnTo>
                <a:lnTo>
                  <a:pt x="233" y="350"/>
                </a:lnTo>
                <a:lnTo>
                  <a:pt x="261" y="339"/>
                </a:lnTo>
                <a:lnTo>
                  <a:pt x="299" y="389"/>
                </a:lnTo>
                <a:lnTo>
                  <a:pt x="311" y="512"/>
                </a:lnTo>
                <a:lnTo>
                  <a:pt x="403" y="536"/>
                </a:lnTo>
                <a:lnTo>
                  <a:pt x="427" y="615"/>
                </a:lnTo>
                <a:lnTo>
                  <a:pt x="494" y="643"/>
                </a:lnTo>
                <a:lnTo>
                  <a:pt x="487" y="689"/>
                </a:lnTo>
                <a:lnTo>
                  <a:pt x="533" y="689"/>
                </a:lnTo>
                <a:lnTo>
                  <a:pt x="567" y="753"/>
                </a:lnTo>
                <a:lnTo>
                  <a:pt x="617" y="753"/>
                </a:lnTo>
                <a:lnTo>
                  <a:pt x="614" y="778"/>
                </a:lnTo>
                <a:lnTo>
                  <a:pt x="632" y="833"/>
                </a:lnTo>
                <a:lnTo>
                  <a:pt x="687" y="840"/>
                </a:lnTo>
                <a:lnTo>
                  <a:pt x="724" y="880"/>
                </a:lnTo>
                <a:lnTo>
                  <a:pt x="744" y="935"/>
                </a:lnTo>
                <a:lnTo>
                  <a:pt x="701" y="1009"/>
                </a:lnTo>
                <a:lnTo>
                  <a:pt x="690" y="1057"/>
                </a:lnTo>
                <a:lnTo>
                  <a:pt x="701" y="1085"/>
                </a:lnTo>
                <a:lnTo>
                  <a:pt x="758" y="1048"/>
                </a:lnTo>
                <a:lnTo>
                  <a:pt x="828" y="971"/>
                </a:lnTo>
                <a:lnTo>
                  <a:pt x="800" y="925"/>
                </a:lnTo>
                <a:lnTo>
                  <a:pt x="778" y="900"/>
                </a:lnTo>
                <a:lnTo>
                  <a:pt x="782" y="855"/>
                </a:lnTo>
                <a:lnTo>
                  <a:pt x="825" y="808"/>
                </a:lnTo>
                <a:lnTo>
                  <a:pt x="861" y="831"/>
                </a:lnTo>
                <a:lnTo>
                  <a:pt x="856" y="845"/>
                </a:lnTo>
                <a:lnTo>
                  <a:pt x="898" y="846"/>
                </a:lnTo>
                <a:lnTo>
                  <a:pt x="923" y="890"/>
                </a:lnTo>
                <a:lnTo>
                  <a:pt x="944" y="870"/>
                </a:lnTo>
                <a:lnTo>
                  <a:pt x="935" y="797"/>
                </a:lnTo>
                <a:lnTo>
                  <a:pt x="853" y="742"/>
                </a:lnTo>
                <a:lnTo>
                  <a:pt x="813" y="739"/>
                </a:lnTo>
                <a:lnTo>
                  <a:pt x="813" y="685"/>
                </a:lnTo>
                <a:lnTo>
                  <a:pt x="751" y="654"/>
                </a:lnTo>
                <a:lnTo>
                  <a:pt x="751" y="640"/>
                </a:lnTo>
                <a:lnTo>
                  <a:pt x="772" y="640"/>
                </a:lnTo>
                <a:lnTo>
                  <a:pt x="772" y="629"/>
                </a:lnTo>
                <a:lnTo>
                  <a:pt x="711" y="597"/>
                </a:lnTo>
                <a:lnTo>
                  <a:pt x="651" y="590"/>
                </a:lnTo>
                <a:lnTo>
                  <a:pt x="632" y="548"/>
                </a:lnTo>
                <a:lnTo>
                  <a:pt x="589" y="510"/>
                </a:lnTo>
                <a:lnTo>
                  <a:pt x="602" y="447"/>
                </a:lnTo>
                <a:lnTo>
                  <a:pt x="497" y="386"/>
                </a:lnTo>
                <a:lnTo>
                  <a:pt x="482" y="333"/>
                </a:lnTo>
                <a:lnTo>
                  <a:pt x="482" y="236"/>
                </a:lnTo>
                <a:lnTo>
                  <a:pt x="500" y="203"/>
                </a:lnTo>
                <a:lnTo>
                  <a:pt x="564" y="162"/>
                </a:lnTo>
                <a:lnTo>
                  <a:pt x="600" y="168"/>
                </a:lnTo>
                <a:lnTo>
                  <a:pt x="614" y="193"/>
                </a:lnTo>
                <a:lnTo>
                  <a:pt x="642" y="199"/>
                </a:lnTo>
                <a:lnTo>
                  <a:pt x="645" y="161"/>
                </a:lnTo>
                <a:lnTo>
                  <a:pt x="617" y="110"/>
                </a:lnTo>
                <a:lnTo>
                  <a:pt x="639" y="101"/>
                </a:lnTo>
                <a:lnTo>
                  <a:pt x="602" y="73"/>
                </a:lnTo>
                <a:lnTo>
                  <a:pt x="557" y="80"/>
                </a:lnTo>
                <a:lnTo>
                  <a:pt x="515" y="55"/>
                </a:lnTo>
                <a:lnTo>
                  <a:pt x="497" y="15"/>
                </a:lnTo>
                <a:lnTo>
                  <a:pt x="424" y="0"/>
                </a:lnTo>
                <a:lnTo>
                  <a:pt x="396" y="18"/>
                </a:lnTo>
                <a:lnTo>
                  <a:pt x="360" y="8"/>
                </a:lnTo>
                <a:lnTo>
                  <a:pt x="317" y="5"/>
                </a:lnTo>
                <a:lnTo>
                  <a:pt x="328" y="48"/>
                </a:lnTo>
                <a:lnTo>
                  <a:pt x="301" y="58"/>
                </a:lnTo>
                <a:lnTo>
                  <a:pt x="313" y="86"/>
                </a:lnTo>
                <a:lnTo>
                  <a:pt x="289" y="90"/>
                </a:lnTo>
                <a:lnTo>
                  <a:pt x="261" y="62"/>
                </a:lnTo>
                <a:lnTo>
                  <a:pt x="237" y="58"/>
                </a:lnTo>
                <a:lnTo>
                  <a:pt x="233" y="94"/>
                </a:lnTo>
                <a:lnTo>
                  <a:pt x="160" y="101"/>
                </a:lnTo>
                <a:lnTo>
                  <a:pt x="154" y="58"/>
                </a:lnTo>
                <a:lnTo>
                  <a:pt x="139" y="58"/>
                </a:lnTo>
                <a:lnTo>
                  <a:pt x="120" y="86"/>
                </a:lnTo>
                <a:lnTo>
                  <a:pt x="50" y="94"/>
                </a:lnTo>
                <a:lnTo>
                  <a:pt x="29" y="11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66" name="Freeform 265"/>
          <p:cNvSpPr>
            <a:spLocks/>
          </p:cNvSpPr>
          <p:nvPr/>
        </p:nvSpPr>
        <p:spPr bwMode="auto">
          <a:xfrm>
            <a:off x="3764218" y="3438394"/>
            <a:ext cx="282321" cy="298345"/>
          </a:xfrm>
          <a:custGeom>
            <a:avLst/>
            <a:gdLst/>
            <a:ahLst/>
            <a:cxnLst>
              <a:cxn ang="0">
                <a:pos x="997" y="536"/>
              </a:cxn>
              <a:cxn ang="0">
                <a:pos x="926" y="682"/>
              </a:cxn>
              <a:cxn ang="0">
                <a:pos x="974" y="660"/>
              </a:cxn>
              <a:cxn ang="0">
                <a:pos x="1032" y="703"/>
              </a:cxn>
              <a:cxn ang="0">
                <a:pos x="1022" y="752"/>
              </a:cxn>
              <a:cxn ang="0">
                <a:pos x="989" y="832"/>
              </a:cxn>
              <a:cxn ang="0">
                <a:pos x="986" y="885"/>
              </a:cxn>
              <a:cxn ang="0">
                <a:pos x="1032" y="928"/>
              </a:cxn>
              <a:cxn ang="0">
                <a:pos x="1014" y="967"/>
              </a:cxn>
              <a:cxn ang="0">
                <a:pos x="885" y="1031"/>
              </a:cxn>
              <a:cxn ang="0">
                <a:pos x="842" y="1002"/>
              </a:cxn>
              <a:cxn ang="0">
                <a:pos x="803" y="982"/>
              </a:cxn>
              <a:cxn ang="0">
                <a:pos x="750" y="959"/>
              </a:cxn>
              <a:cxn ang="0">
                <a:pos x="652" y="1075"/>
              </a:cxn>
              <a:cxn ang="0">
                <a:pos x="592" y="1126"/>
              </a:cxn>
              <a:cxn ang="0">
                <a:pos x="469" y="1062"/>
              </a:cxn>
              <a:cxn ang="0">
                <a:pos x="292" y="1020"/>
              </a:cxn>
              <a:cxn ang="0">
                <a:pos x="267" y="973"/>
              </a:cxn>
              <a:cxn ang="0">
                <a:pos x="278" y="928"/>
              </a:cxn>
              <a:cxn ang="0">
                <a:pos x="310" y="727"/>
              </a:cxn>
              <a:cxn ang="0">
                <a:pos x="306" y="671"/>
              </a:cxn>
              <a:cxn ang="0">
                <a:pos x="260" y="593"/>
              </a:cxn>
              <a:cxn ang="0">
                <a:pos x="138" y="481"/>
              </a:cxn>
              <a:cxn ang="0">
                <a:pos x="67" y="446"/>
              </a:cxn>
              <a:cxn ang="0">
                <a:pos x="24" y="373"/>
              </a:cxn>
              <a:cxn ang="0">
                <a:pos x="46" y="343"/>
              </a:cxn>
              <a:cxn ang="0">
                <a:pos x="64" y="296"/>
              </a:cxn>
              <a:cxn ang="0">
                <a:pos x="117" y="271"/>
              </a:cxn>
              <a:cxn ang="0">
                <a:pos x="186" y="318"/>
              </a:cxn>
              <a:cxn ang="0">
                <a:pos x="233" y="325"/>
              </a:cxn>
              <a:cxn ang="0">
                <a:pos x="285" y="264"/>
              </a:cxn>
              <a:cxn ang="0">
                <a:pos x="310" y="204"/>
              </a:cxn>
              <a:cxn ang="0">
                <a:pos x="364" y="258"/>
              </a:cxn>
              <a:cxn ang="0">
                <a:pos x="454" y="258"/>
              </a:cxn>
              <a:cxn ang="0">
                <a:pos x="489" y="211"/>
              </a:cxn>
              <a:cxn ang="0">
                <a:pos x="571" y="31"/>
              </a:cxn>
              <a:cxn ang="0">
                <a:pos x="652" y="1"/>
              </a:cxn>
              <a:cxn ang="0">
                <a:pos x="704" y="66"/>
              </a:cxn>
              <a:cxn ang="0">
                <a:pos x="714" y="102"/>
              </a:cxn>
              <a:cxn ang="0">
                <a:pos x="786" y="140"/>
              </a:cxn>
              <a:cxn ang="0">
                <a:pos x="793" y="192"/>
              </a:cxn>
              <a:cxn ang="0">
                <a:pos x="852" y="204"/>
              </a:cxn>
              <a:cxn ang="0">
                <a:pos x="906" y="235"/>
              </a:cxn>
              <a:cxn ang="0">
                <a:pos x="968" y="258"/>
              </a:cxn>
              <a:cxn ang="0">
                <a:pos x="1042" y="325"/>
              </a:cxn>
              <a:cxn ang="0">
                <a:pos x="1092" y="300"/>
              </a:cxn>
              <a:cxn ang="0">
                <a:pos x="1127" y="325"/>
              </a:cxn>
              <a:cxn ang="0">
                <a:pos x="1121" y="388"/>
              </a:cxn>
              <a:cxn ang="0">
                <a:pos x="1063" y="460"/>
              </a:cxn>
              <a:cxn ang="0">
                <a:pos x="1022" y="502"/>
              </a:cxn>
            </a:cxnLst>
            <a:rect l="0" t="0" r="r" b="b"/>
            <a:pathLst>
              <a:path w="1136" h="1126">
                <a:moveTo>
                  <a:pt x="1022" y="502"/>
                </a:moveTo>
                <a:lnTo>
                  <a:pt x="997" y="536"/>
                </a:lnTo>
                <a:lnTo>
                  <a:pt x="948" y="554"/>
                </a:lnTo>
                <a:lnTo>
                  <a:pt x="926" y="682"/>
                </a:lnTo>
                <a:lnTo>
                  <a:pt x="944" y="689"/>
                </a:lnTo>
                <a:lnTo>
                  <a:pt x="974" y="660"/>
                </a:lnTo>
                <a:lnTo>
                  <a:pt x="1022" y="682"/>
                </a:lnTo>
                <a:lnTo>
                  <a:pt x="1032" y="703"/>
                </a:lnTo>
                <a:lnTo>
                  <a:pt x="1011" y="719"/>
                </a:lnTo>
                <a:lnTo>
                  <a:pt x="1022" y="752"/>
                </a:lnTo>
                <a:lnTo>
                  <a:pt x="982" y="802"/>
                </a:lnTo>
                <a:lnTo>
                  <a:pt x="989" y="832"/>
                </a:lnTo>
                <a:lnTo>
                  <a:pt x="999" y="854"/>
                </a:lnTo>
                <a:lnTo>
                  <a:pt x="986" y="885"/>
                </a:lnTo>
                <a:lnTo>
                  <a:pt x="1032" y="916"/>
                </a:lnTo>
                <a:lnTo>
                  <a:pt x="1032" y="928"/>
                </a:lnTo>
                <a:lnTo>
                  <a:pt x="1011" y="942"/>
                </a:lnTo>
                <a:lnTo>
                  <a:pt x="1014" y="967"/>
                </a:lnTo>
                <a:lnTo>
                  <a:pt x="979" y="998"/>
                </a:lnTo>
                <a:lnTo>
                  <a:pt x="885" y="1031"/>
                </a:lnTo>
                <a:lnTo>
                  <a:pt x="870" y="1006"/>
                </a:lnTo>
                <a:lnTo>
                  <a:pt x="842" y="1002"/>
                </a:lnTo>
                <a:lnTo>
                  <a:pt x="838" y="982"/>
                </a:lnTo>
                <a:lnTo>
                  <a:pt x="803" y="982"/>
                </a:lnTo>
                <a:lnTo>
                  <a:pt x="771" y="982"/>
                </a:lnTo>
                <a:lnTo>
                  <a:pt x="750" y="959"/>
                </a:lnTo>
                <a:lnTo>
                  <a:pt x="659" y="1009"/>
                </a:lnTo>
                <a:lnTo>
                  <a:pt x="652" y="1075"/>
                </a:lnTo>
                <a:lnTo>
                  <a:pt x="666" y="1090"/>
                </a:lnTo>
                <a:lnTo>
                  <a:pt x="592" y="1126"/>
                </a:lnTo>
                <a:lnTo>
                  <a:pt x="478" y="1090"/>
                </a:lnTo>
                <a:lnTo>
                  <a:pt x="469" y="1062"/>
                </a:lnTo>
                <a:lnTo>
                  <a:pt x="423" y="1075"/>
                </a:lnTo>
                <a:lnTo>
                  <a:pt x="292" y="1020"/>
                </a:lnTo>
                <a:lnTo>
                  <a:pt x="267" y="998"/>
                </a:lnTo>
                <a:lnTo>
                  <a:pt x="267" y="973"/>
                </a:lnTo>
                <a:lnTo>
                  <a:pt x="253" y="952"/>
                </a:lnTo>
                <a:lnTo>
                  <a:pt x="278" y="928"/>
                </a:lnTo>
                <a:lnTo>
                  <a:pt x="306" y="838"/>
                </a:lnTo>
                <a:lnTo>
                  <a:pt x="310" y="727"/>
                </a:lnTo>
                <a:lnTo>
                  <a:pt x="285" y="689"/>
                </a:lnTo>
                <a:lnTo>
                  <a:pt x="306" y="671"/>
                </a:lnTo>
                <a:lnTo>
                  <a:pt x="310" y="614"/>
                </a:lnTo>
                <a:lnTo>
                  <a:pt x="260" y="593"/>
                </a:lnTo>
                <a:lnTo>
                  <a:pt x="208" y="484"/>
                </a:lnTo>
                <a:lnTo>
                  <a:pt x="138" y="481"/>
                </a:lnTo>
                <a:lnTo>
                  <a:pt x="99" y="431"/>
                </a:lnTo>
                <a:lnTo>
                  <a:pt x="67" y="446"/>
                </a:lnTo>
                <a:lnTo>
                  <a:pt x="0" y="396"/>
                </a:lnTo>
                <a:lnTo>
                  <a:pt x="24" y="373"/>
                </a:lnTo>
                <a:lnTo>
                  <a:pt x="15" y="350"/>
                </a:lnTo>
                <a:lnTo>
                  <a:pt x="46" y="343"/>
                </a:lnTo>
                <a:lnTo>
                  <a:pt x="28" y="318"/>
                </a:lnTo>
                <a:lnTo>
                  <a:pt x="64" y="296"/>
                </a:lnTo>
                <a:lnTo>
                  <a:pt x="114" y="293"/>
                </a:lnTo>
                <a:lnTo>
                  <a:pt x="117" y="271"/>
                </a:lnTo>
                <a:lnTo>
                  <a:pt x="159" y="280"/>
                </a:lnTo>
                <a:lnTo>
                  <a:pt x="186" y="318"/>
                </a:lnTo>
                <a:lnTo>
                  <a:pt x="229" y="296"/>
                </a:lnTo>
                <a:lnTo>
                  <a:pt x="233" y="325"/>
                </a:lnTo>
                <a:lnTo>
                  <a:pt x="303" y="325"/>
                </a:lnTo>
                <a:lnTo>
                  <a:pt x="285" y="264"/>
                </a:lnTo>
                <a:lnTo>
                  <a:pt x="248" y="202"/>
                </a:lnTo>
                <a:lnTo>
                  <a:pt x="310" y="204"/>
                </a:lnTo>
                <a:lnTo>
                  <a:pt x="321" y="254"/>
                </a:lnTo>
                <a:lnTo>
                  <a:pt x="364" y="258"/>
                </a:lnTo>
                <a:lnTo>
                  <a:pt x="398" y="271"/>
                </a:lnTo>
                <a:lnTo>
                  <a:pt x="454" y="258"/>
                </a:lnTo>
                <a:lnTo>
                  <a:pt x="462" y="211"/>
                </a:lnTo>
                <a:lnTo>
                  <a:pt x="489" y="211"/>
                </a:lnTo>
                <a:lnTo>
                  <a:pt x="560" y="168"/>
                </a:lnTo>
                <a:lnTo>
                  <a:pt x="571" y="31"/>
                </a:lnTo>
                <a:lnTo>
                  <a:pt x="627" y="0"/>
                </a:lnTo>
                <a:lnTo>
                  <a:pt x="652" y="1"/>
                </a:lnTo>
                <a:lnTo>
                  <a:pt x="666" y="43"/>
                </a:lnTo>
                <a:lnTo>
                  <a:pt x="704" y="66"/>
                </a:lnTo>
                <a:lnTo>
                  <a:pt x="719" y="81"/>
                </a:lnTo>
                <a:lnTo>
                  <a:pt x="714" y="102"/>
                </a:lnTo>
                <a:lnTo>
                  <a:pt x="732" y="133"/>
                </a:lnTo>
                <a:lnTo>
                  <a:pt x="786" y="140"/>
                </a:lnTo>
                <a:lnTo>
                  <a:pt x="778" y="182"/>
                </a:lnTo>
                <a:lnTo>
                  <a:pt x="793" y="192"/>
                </a:lnTo>
                <a:lnTo>
                  <a:pt x="852" y="175"/>
                </a:lnTo>
                <a:lnTo>
                  <a:pt x="852" y="204"/>
                </a:lnTo>
                <a:lnTo>
                  <a:pt x="867" y="229"/>
                </a:lnTo>
                <a:lnTo>
                  <a:pt x="906" y="235"/>
                </a:lnTo>
                <a:lnTo>
                  <a:pt x="937" y="241"/>
                </a:lnTo>
                <a:lnTo>
                  <a:pt x="968" y="258"/>
                </a:lnTo>
                <a:lnTo>
                  <a:pt x="997" y="264"/>
                </a:lnTo>
                <a:lnTo>
                  <a:pt x="1042" y="325"/>
                </a:lnTo>
                <a:lnTo>
                  <a:pt x="1074" y="318"/>
                </a:lnTo>
                <a:lnTo>
                  <a:pt x="1092" y="300"/>
                </a:lnTo>
                <a:lnTo>
                  <a:pt x="1102" y="325"/>
                </a:lnTo>
                <a:lnTo>
                  <a:pt x="1127" y="325"/>
                </a:lnTo>
                <a:lnTo>
                  <a:pt x="1136" y="354"/>
                </a:lnTo>
                <a:lnTo>
                  <a:pt x="1121" y="388"/>
                </a:lnTo>
                <a:lnTo>
                  <a:pt x="1067" y="435"/>
                </a:lnTo>
                <a:lnTo>
                  <a:pt x="1063" y="460"/>
                </a:lnTo>
                <a:lnTo>
                  <a:pt x="1078" y="495"/>
                </a:lnTo>
                <a:lnTo>
                  <a:pt x="1022" y="502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67" name="Freeform 266"/>
          <p:cNvSpPr>
            <a:spLocks/>
          </p:cNvSpPr>
          <p:nvPr/>
        </p:nvSpPr>
        <p:spPr bwMode="auto">
          <a:xfrm>
            <a:off x="3659775" y="3669090"/>
            <a:ext cx="270897" cy="227228"/>
          </a:xfrm>
          <a:custGeom>
            <a:avLst/>
            <a:gdLst/>
            <a:ahLst/>
            <a:cxnLst>
              <a:cxn ang="0">
                <a:pos x="1062" y="289"/>
              </a:cxn>
              <a:cxn ang="0">
                <a:pos x="919" y="352"/>
              </a:cxn>
              <a:cxn ang="0">
                <a:pos x="829" y="458"/>
              </a:cxn>
              <a:cxn ang="0">
                <a:pos x="755" y="521"/>
              </a:cxn>
              <a:cxn ang="0">
                <a:pos x="772" y="644"/>
              </a:cxn>
              <a:cxn ang="0">
                <a:pos x="726" y="680"/>
              </a:cxn>
              <a:cxn ang="0">
                <a:pos x="705" y="744"/>
              </a:cxn>
              <a:cxn ang="0">
                <a:pos x="602" y="810"/>
              </a:cxn>
              <a:cxn ang="0">
                <a:pos x="468" y="810"/>
              </a:cxn>
              <a:cxn ang="0">
                <a:pos x="279" y="859"/>
              </a:cxn>
              <a:cxn ang="0">
                <a:pos x="214" y="828"/>
              </a:cxn>
              <a:cxn ang="0">
                <a:pos x="137" y="754"/>
              </a:cxn>
              <a:cxn ang="0">
                <a:pos x="180" y="680"/>
              </a:cxn>
              <a:cxn ang="0">
                <a:pos x="201" y="577"/>
              </a:cxn>
              <a:cxn ang="0">
                <a:pos x="166" y="472"/>
              </a:cxn>
              <a:cxn ang="0">
                <a:pos x="211" y="472"/>
              </a:cxn>
              <a:cxn ang="0">
                <a:pos x="214" y="419"/>
              </a:cxn>
              <a:cxn ang="0">
                <a:pos x="266" y="289"/>
              </a:cxn>
              <a:cxn ang="0">
                <a:pos x="269" y="215"/>
              </a:cxn>
              <a:cxn ang="0">
                <a:pos x="103" y="211"/>
              </a:cxn>
              <a:cxn ang="0">
                <a:pos x="46" y="184"/>
              </a:cxn>
              <a:cxn ang="0">
                <a:pos x="0" y="120"/>
              </a:cxn>
              <a:cxn ang="0">
                <a:pos x="97" y="50"/>
              </a:cxn>
              <a:cxn ang="0">
                <a:pos x="159" y="7"/>
              </a:cxn>
              <a:cxn ang="0">
                <a:pos x="297" y="56"/>
              </a:cxn>
              <a:cxn ang="0">
                <a:pos x="352" y="59"/>
              </a:cxn>
              <a:cxn ang="0">
                <a:pos x="526" y="63"/>
              </a:cxn>
              <a:cxn ang="0">
                <a:pos x="600" y="63"/>
              </a:cxn>
              <a:cxn ang="0">
                <a:pos x="669" y="80"/>
              </a:cxn>
              <a:cxn ang="0">
                <a:pos x="683" y="126"/>
              </a:cxn>
              <a:cxn ang="0">
                <a:pos x="839" y="203"/>
              </a:cxn>
              <a:cxn ang="0">
                <a:pos x="894" y="218"/>
              </a:cxn>
              <a:cxn ang="0">
                <a:pos x="1082" y="218"/>
              </a:cxn>
            </a:cxnLst>
            <a:rect l="0" t="0" r="r" b="b"/>
            <a:pathLst>
              <a:path w="1082" h="859">
                <a:moveTo>
                  <a:pt x="1077" y="274"/>
                </a:moveTo>
                <a:lnTo>
                  <a:pt x="1062" y="289"/>
                </a:lnTo>
                <a:lnTo>
                  <a:pt x="980" y="352"/>
                </a:lnTo>
                <a:lnTo>
                  <a:pt x="919" y="352"/>
                </a:lnTo>
                <a:lnTo>
                  <a:pt x="832" y="399"/>
                </a:lnTo>
                <a:lnTo>
                  <a:pt x="829" y="458"/>
                </a:lnTo>
                <a:lnTo>
                  <a:pt x="796" y="479"/>
                </a:lnTo>
                <a:lnTo>
                  <a:pt x="755" y="521"/>
                </a:lnTo>
                <a:lnTo>
                  <a:pt x="747" y="631"/>
                </a:lnTo>
                <a:lnTo>
                  <a:pt x="772" y="644"/>
                </a:lnTo>
                <a:lnTo>
                  <a:pt x="756" y="672"/>
                </a:lnTo>
                <a:lnTo>
                  <a:pt x="726" y="680"/>
                </a:lnTo>
                <a:lnTo>
                  <a:pt x="726" y="712"/>
                </a:lnTo>
                <a:lnTo>
                  <a:pt x="705" y="744"/>
                </a:lnTo>
                <a:lnTo>
                  <a:pt x="609" y="760"/>
                </a:lnTo>
                <a:lnTo>
                  <a:pt x="602" y="810"/>
                </a:lnTo>
                <a:lnTo>
                  <a:pt x="557" y="828"/>
                </a:lnTo>
                <a:lnTo>
                  <a:pt x="468" y="810"/>
                </a:lnTo>
                <a:lnTo>
                  <a:pt x="311" y="832"/>
                </a:lnTo>
                <a:lnTo>
                  <a:pt x="279" y="859"/>
                </a:lnTo>
                <a:lnTo>
                  <a:pt x="247" y="857"/>
                </a:lnTo>
                <a:lnTo>
                  <a:pt x="214" y="828"/>
                </a:lnTo>
                <a:lnTo>
                  <a:pt x="195" y="764"/>
                </a:lnTo>
                <a:lnTo>
                  <a:pt x="137" y="754"/>
                </a:lnTo>
                <a:lnTo>
                  <a:pt x="141" y="712"/>
                </a:lnTo>
                <a:lnTo>
                  <a:pt x="180" y="680"/>
                </a:lnTo>
                <a:lnTo>
                  <a:pt x="173" y="640"/>
                </a:lnTo>
                <a:lnTo>
                  <a:pt x="201" y="577"/>
                </a:lnTo>
                <a:lnTo>
                  <a:pt x="184" y="543"/>
                </a:lnTo>
                <a:lnTo>
                  <a:pt x="166" y="472"/>
                </a:lnTo>
                <a:lnTo>
                  <a:pt x="199" y="490"/>
                </a:lnTo>
                <a:lnTo>
                  <a:pt x="211" y="472"/>
                </a:lnTo>
                <a:lnTo>
                  <a:pt x="201" y="426"/>
                </a:lnTo>
                <a:lnTo>
                  <a:pt x="214" y="419"/>
                </a:lnTo>
                <a:lnTo>
                  <a:pt x="214" y="323"/>
                </a:lnTo>
                <a:lnTo>
                  <a:pt x="266" y="289"/>
                </a:lnTo>
                <a:lnTo>
                  <a:pt x="258" y="247"/>
                </a:lnTo>
                <a:lnTo>
                  <a:pt x="269" y="215"/>
                </a:lnTo>
                <a:lnTo>
                  <a:pt x="177" y="236"/>
                </a:lnTo>
                <a:lnTo>
                  <a:pt x="103" y="211"/>
                </a:lnTo>
                <a:lnTo>
                  <a:pt x="110" y="184"/>
                </a:lnTo>
                <a:lnTo>
                  <a:pt x="46" y="184"/>
                </a:lnTo>
                <a:lnTo>
                  <a:pt x="46" y="141"/>
                </a:lnTo>
                <a:lnTo>
                  <a:pt x="0" y="120"/>
                </a:lnTo>
                <a:lnTo>
                  <a:pt x="30" y="56"/>
                </a:lnTo>
                <a:lnTo>
                  <a:pt x="97" y="50"/>
                </a:lnTo>
                <a:lnTo>
                  <a:pt x="116" y="0"/>
                </a:lnTo>
                <a:lnTo>
                  <a:pt x="159" y="7"/>
                </a:lnTo>
                <a:lnTo>
                  <a:pt x="195" y="31"/>
                </a:lnTo>
                <a:lnTo>
                  <a:pt x="297" y="56"/>
                </a:lnTo>
                <a:lnTo>
                  <a:pt x="346" y="44"/>
                </a:lnTo>
                <a:lnTo>
                  <a:pt x="352" y="59"/>
                </a:lnTo>
                <a:lnTo>
                  <a:pt x="515" y="76"/>
                </a:lnTo>
                <a:lnTo>
                  <a:pt x="526" y="63"/>
                </a:lnTo>
                <a:lnTo>
                  <a:pt x="564" y="80"/>
                </a:lnTo>
                <a:lnTo>
                  <a:pt x="600" y="63"/>
                </a:lnTo>
                <a:lnTo>
                  <a:pt x="640" y="95"/>
                </a:lnTo>
                <a:lnTo>
                  <a:pt x="669" y="80"/>
                </a:lnTo>
                <a:lnTo>
                  <a:pt x="683" y="101"/>
                </a:lnTo>
                <a:lnTo>
                  <a:pt x="683" y="126"/>
                </a:lnTo>
                <a:lnTo>
                  <a:pt x="708" y="148"/>
                </a:lnTo>
                <a:lnTo>
                  <a:pt x="839" y="203"/>
                </a:lnTo>
                <a:lnTo>
                  <a:pt x="885" y="190"/>
                </a:lnTo>
                <a:lnTo>
                  <a:pt x="894" y="218"/>
                </a:lnTo>
                <a:lnTo>
                  <a:pt x="1008" y="254"/>
                </a:lnTo>
                <a:lnTo>
                  <a:pt x="1082" y="218"/>
                </a:lnTo>
                <a:lnTo>
                  <a:pt x="1077" y="274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68" name="Freeform 267"/>
          <p:cNvSpPr>
            <a:spLocks/>
          </p:cNvSpPr>
          <p:nvPr/>
        </p:nvSpPr>
        <p:spPr bwMode="auto">
          <a:xfrm>
            <a:off x="3648350" y="3717658"/>
            <a:ext cx="78332" cy="152642"/>
          </a:xfrm>
          <a:custGeom>
            <a:avLst/>
            <a:gdLst/>
            <a:ahLst/>
            <a:cxnLst>
              <a:cxn ang="0">
                <a:pos x="91" y="38"/>
              </a:cxn>
              <a:cxn ang="0">
                <a:pos x="70" y="74"/>
              </a:cxn>
              <a:cxn ang="0">
                <a:pos x="88" y="105"/>
              </a:cxn>
              <a:cxn ang="0">
                <a:pos x="91" y="193"/>
              </a:cxn>
              <a:cxn ang="0">
                <a:pos x="75" y="203"/>
              </a:cxn>
              <a:cxn ang="0">
                <a:pos x="63" y="277"/>
              </a:cxn>
              <a:cxn ang="0">
                <a:pos x="32" y="292"/>
              </a:cxn>
              <a:cxn ang="0">
                <a:pos x="28" y="313"/>
              </a:cxn>
              <a:cxn ang="0">
                <a:pos x="13" y="319"/>
              </a:cxn>
              <a:cxn ang="0">
                <a:pos x="0" y="386"/>
              </a:cxn>
              <a:cxn ang="0">
                <a:pos x="32" y="390"/>
              </a:cxn>
              <a:cxn ang="0">
                <a:pos x="32" y="423"/>
              </a:cxn>
              <a:cxn ang="0">
                <a:pos x="63" y="423"/>
              </a:cxn>
              <a:cxn ang="0">
                <a:pos x="60" y="456"/>
              </a:cxn>
              <a:cxn ang="0">
                <a:pos x="28" y="553"/>
              </a:cxn>
              <a:cxn ang="0">
                <a:pos x="45" y="573"/>
              </a:cxn>
              <a:cxn ang="0">
                <a:pos x="118" y="573"/>
              </a:cxn>
              <a:cxn ang="0">
                <a:pos x="182" y="570"/>
              </a:cxn>
              <a:cxn ang="0">
                <a:pos x="186" y="528"/>
              </a:cxn>
              <a:cxn ang="0">
                <a:pos x="225" y="496"/>
              </a:cxn>
              <a:cxn ang="0">
                <a:pos x="218" y="456"/>
              </a:cxn>
              <a:cxn ang="0">
                <a:pos x="246" y="393"/>
              </a:cxn>
              <a:cxn ang="0">
                <a:pos x="229" y="359"/>
              </a:cxn>
              <a:cxn ang="0">
                <a:pos x="211" y="288"/>
              </a:cxn>
              <a:cxn ang="0">
                <a:pos x="244" y="306"/>
              </a:cxn>
              <a:cxn ang="0">
                <a:pos x="256" y="288"/>
              </a:cxn>
              <a:cxn ang="0">
                <a:pos x="246" y="242"/>
              </a:cxn>
              <a:cxn ang="0">
                <a:pos x="259" y="235"/>
              </a:cxn>
              <a:cxn ang="0">
                <a:pos x="259" y="139"/>
              </a:cxn>
              <a:cxn ang="0">
                <a:pos x="311" y="105"/>
              </a:cxn>
              <a:cxn ang="0">
                <a:pos x="303" y="63"/>
              </a:cxn>
              <a:cxn ang="0">
                <a:pos x="314" y="31"/>
              </a:cxn>
              <a:cxn ang="0">
                <a:pos x="222" y="52"/>
              </a:cxn>
              <a:cxn ang="0">
                <a:pos x="148" y="27"/>
              </a:cxn>
              <a:cxn ang="0">
                <a:pos x="155" y="0"/>
              </a:cxn>
              <a:cxn ang="0">
                <a:pos x="91" y="0"/>
              </a:cxn>
              <a:cxn ang="0">
                <a:pos x="91" y="38"/>
              </a:cxn>
            </a:cxnLst>
            <a:rect l="0" t="0" r="r" b="b"/>
            <a:pathLst>
              <a:path w="314" h="573">
                <a:moveTo>
                  <a:pt x="91" y="38"/>
                </a:moveTo>
                <a:lnTo>
                  <a:pt x="70" y="74"/>
                </a:lnTo>
                <a:lnTo>
                  <a:pt x="88" y="105"/>
                </a:lnTo>
                <a:lnTo>
                  <a:pt x="91" y="193"/>
                </a:lnTo>
                <a:lnTo>
                  <a:pt x="75" y="203"/>
                </a:lnTo>
                <a:lnTo>
                  <a:pt x="63" y="277"/>
                </a:lnTo>
                <a:lnTo>
                  <a:pt x="32" y="292"/>
                </a:lnTo>
                <a:lnTo>
                  <a:pt x="28" y="313"/>
                </a:lnTo>
                <a:lnTo>
                  <a:pt x="13" y="319"/>
                </a:lnTo>
                <a:lnTo>
                  <a:pt x="0" y="386"/>
                </a:lnTo>
                <a:lnTo>
                  <a:pt x="32" y="390"/>
                </a:lnTo>
                <a:lnTo>
                  <a:pt x="32" y="423"/>
                </a:lnTo>
                <a:lnTo>
                  <a:pt x="63" y="423"/>
                </a:lnTo>
                <a:lnTo>
                  <a:pt x="60" y="456"/>
                </a:lnTo>
                <a:lnTo>
                  <a:pt x="28" y="553"/>
                </a:lnTo>
                <a:lnTo>
                  <a:pt x="45" y="573"/>
                </a:lnTo>
                <a:lnTo>
                  <a:pt x="118" y="573"/>
                </a:lnTo>
                <a:lnTo>
                  <a:pt x="182" y="570"/>
                </a:lnTo>
                <a:lnTo>
                  <a:pt x="186" y="528"/>
                </a:lnTo>
                <a:lnTo>
                  <a:pt x="225" y="496"/>
                </a:lnTo>
                <a:lnTo>
                  <a:pt x="218" y="456"/>
                </a:lnTo>
                <a:lnTo>
                  <a:pt x="246" y="393"/>
                </a:lnTo>
                <a:lnTo>
                  <a:pt x="229" y="359"/>
                </a:lnTo>
                <a:lnTo>
                  <a:pt x="211" y="288"/>
                </a:lnTo>
                <a:lnTo>
                  <a:pt x="244" y="306"/>
                </a:lnTo>
                <a:lnTo>
                  <a:pt x="256" y="288"/>
                </a:lnTo>
                <a:lnTo>
                  <a:pt x="246" y="242"/>
                </a:lnTo>
                <a:lnTo>
                  <a:pt x="259" y="235"/>
                </a:lnTo>
                <a:lnTo>
                  <a:pt x="259" y="139"/>
                </a:lnTo>
                <a:lnTo>
                  <a:pt x="311" y="105"/>
                </a:lnTo>
                <a:lnTo>
                  <a:pt x="303" y="63"/>
                </a:lnTo>
                <a:lnTo>
                  <a:pt x="314" y="31"/>
                </a:lnTo>
                <a:lnTo>
                  <a:pt x="222" y="52"/>
                </a:lnTo>
                <a:lnTo>
                  <a:pt x="148" y="27"/>
                </a:lnTo>
                <a:lnTo>
                  <a:pt x="155" y="0"/>
                </a:lnTo>
                <a:lnTo>
                  <a:pt x="91" y="0"/>
                </a:lnTo>
                <a:lnTo>
                  <a:pt x="91" y="3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69" name="Freeform 268"/>
          <p:cNvSpPr>
            <a:spLocks/>
          </p:cNvSpPr>
          <p:nvPr/>
        </p:nvSpPr>
        <p:spPr bwMode="auto">
          <a:xfrm>
            <a:off x="4000843" y="3318708"/>
            <a:ext cx="197462" cy="268858"/>
          </a:xfrm>
          <a:custGeom>
            <a:avLst/>
            <a:gdLst/>
            <a:ahLst/>
            <a:cxnLst>
              <a:cxn ang="0">
                <a:pos x="696" y="115"/>
              </a:cxn>
              <a:cxn ang="0">
                <a:pos x="678" y="90"/>
              </a:cxn>
              <a:cxn ang="0">
                <a:pos x="685" y="48"/>
              </a:cxn>
              <a:cxn ang="0">
                <a:pos x="592" y="62"/>
              </a:cxn>
              <a:cxn ang="0">
                <a:pos x="458" y="108"/>
              </a:cxn>
              <a:cxn ang="0">
                <a:pos x="449" y="51"/>
              </a:cxn>
              <a:cxn ang="0">
                <a:pos x="388" y="68"/>
              </a:cxn>
              <a:cxn ang="0">
                <a:pos x="341" y="0"/>
              </a:cxn>
              <a:cxn ang="0">
                <a:pos x="271" y="6"/>
              </a:cxn>
              <a:cxn ang="0">
                <a:pos x="268" y="55"/>
              </a:cxn>
              <a:cxn ang="0">
                <a:pos x="296" y="147"/>
              </a:cxn>
              <a:cxn ang="0">
                <a:pos x="224" y="186"/>
              </a:cxn>
              <a:cxn ang="0">
                <a:pos x="167" y="150"/>
              </a:cxn>
              <a:cxn ang="0">
                <a:pos x="109" y="193"/>
              </a:cxn>
              <a:cxn ang="0">
                <a:pos x="120" y="297"/>
              </a:cxn>
              <a:cxn ang="0">
                <a:pos x="100" y="364"/>
              </a:cxn>
              <a:cxn ang="0">
                <a:pos x="75" y="414"/>
              </a:cxn>
              <a:cxn ang="0">
                <a:pos x="20" y="414"/>
              </a:cxn>
              <a:cxn ang="0">
                <a:pos x="28" y="476"/>
              </a:cxn>
              <a:cxn ang="0">
                <a:pos x="10" y="542"/>
              </a:cxn>
              <a:cxn ang="0">
                <a:pos x="32" y="586"/>
              </a:cxn>
              <a:cxn ang="0">
                <a:pos x="0" y="622"/>
              </a:cxn>
              <a:cxn ang="0">
                <a:pos x="14" y="705"/>
              </a:cxn>
              <a:cxn ang="0">
                <a:pos x="88" y="772"/>
              </a:cxn>
              <a:cxn ang="0">
                <a:pos x="138" y="747"/>
              </a:cxn>
              <a:cxn ang="0">
                <a:pos x="173" y="772"/>
              </a:cxn>
              <a:cxn ang="0">
                <a:pos x="167" y="835"/>
              </a:cxn>
              <a:cxn ang="0">
                <a:pos x="109" y="907"/>
              </a:cxn>
              <a:cxn ang="0">
                <a:pos x="167" y="949"/>
              </a:cxn>
              <a:cxn ang="0">
                <a:pos x="224" y="959"/>
              </a:cxn>
              <a:cxn ang="0">
                <a:pos x="289" y="977"/>
              </a:cxn>
              <a:cxn ang="0">
                <a:pos x="339" y="977"/>
              </a:cxn>
              <a:cxn ang="0">
                <a:pos x="399" y="973"/>
              </a:cxn>
              <a:cxn ang="0">
                <a:pos x="491" y="1006"/>
              </a:cxn>
              <a:cxn ang="0">
                <a:pos x="540" y="983"/>
              </a:cxn>
              <a:cxn ang="0">
                <a:pos x="570" y="1013"/>
              </a:cxn>
              <a:cxn ang="0">
                <a:pos x="588" y="934"/>
              </a:cxn>
              <a:cxn ang="0">
                <a:pos x="570" y="900"/>
              </a:cxn>
              <a:cxn ang="0">
                <a:pos x="617" y="868"/>
              </a:cxn>
              <a:cxn ang="0">
                <a:pos x="667" y="863"/>
              </a:cxn>
              <a:cxn ang="0">
                <a:pos x="550" y="759"/>
              </a:cxn>
              <a:cxn ang="0">
                <a:pos x="528" y="658"/>
              </a:cxn>
              <a:cxn ang="0">
                <a:pos x="727" y="608"/>
              </a:cxn>
              <a:cxn ang="0">
                <a:pos x="777" y="503"/>
              </a:cxn>
              <a:cxn ang="0">
                <a:pos x="715" y="337"/>
              </a:cxn>
              <a:cxn ang="0">
                <a:pos x="729" y="206"/>
              </a:cxn>
              <a:cxn ang="0">
                <a:pos x="693" y="139"/>
              </a:cxn>
            </a:cxnLst>
            <a:rect l="0" t="0" r="r" b="b"/>
            <a:pathLst>
              <a:path w="793" h="1013">
                <a:moveTo>
                  <a:pt x="693" y="139"/>
                </a:moveTo>
                <a:lnTo>
                  <a:pt x="696" y="115"/>
                </a:lnTo>
                <a:lnTo>
                  <a:pt x="678" y="115"/>
                </a:lnTo>
                <a:lnTo>
                  <a:pt x="678" y="90"/>
                </a:lnTo>
                <a:lnTo>
                  <a:pt x="705" y="90"/>
                </a:lnTo>
                <a:lnTo>
                  <a:pt x="685" y="48"/>
                </a:lnTo>
                <a:lnTo>
                  <a:pt x="660" y="65"/>
                </a:lnTo>
                <a:lnTo>
                  <a:pt x="592" y="62"/>
                </a:lnTo>
                <a:lnTo>
                  <a:pt x="543" y="119"/>
                </a:lnTo>
                <a:lnTo>
                  <a:pt x="458" y="108"/>
                </a:lnTo>
                <a:lnTo>
                  <a:pt x="482" y="68"/>
                </a:lnTo>
                <a:lnTo>
                  <a:pt x="449" y="51"/>
                </a:lnTo>
                <a:lnTo>
                  <a:pt x="424" y="73"/>
                </a:lnTo>
                <a:lnTo>
                  <a:pt x="388" y="68"/>
                </a:lnTo>
                <a:lnTo>
                  <a:pt x="356" y="1"/>
                </a:lnTo>
                <a:lnTo>
                  <a:pt x="341" y="0"/>
                </a:lnTo>
                <a:lnTo>
                  <a:pt x="311" y="6"/>
                </a:lnTo>
                <a:lnTo>
                  <a:pt x="271" y="6"/>
                </a:lnTo>
                <a:lnTo>
                  <a:pt x="283" y="43"/>
                </a:lnTo>
                <a:lnTo>
                  <a:pt x="268" y="55"/>
                </a:lnTo>
                <a:lnTo>
                  <a:pt x="274" y="119"/>
                </a:lnTo>
                <a:lnTo>
                  <a:pt x="296" y="147"/>
                </a:lnTo>
                <a:lnTo>
                  <a:pt x="254" y="150"/>
                </a:lnTo>
                <a:lnTo>
                  <a:pt x="224" y="186"/>
                </a:lnTo>
                <a:lnTo>
                  <a:pt x="198" y="181"/>
                </a:lnTo>
                <a:lnTo>
                  <a:pt x="167" y="150"/>
                </a:lnTo>
                <a:lnTo>
                  <a:pt x="124" y="147"/>
                </a:lnTo>
                <a:lnTo>
                  <a:pt x="109" y="193"/>
                </a:lnTo>
                <a:lnTo>
                  <a:pt x="127" y="228"/>
                </a:lnTo>
                <a:lnTo>
                  <a:pt x="120" y="297"/>
                </a:lnTo>
                <a:lnTo>
                  <a:pt x="130" y="322"/>
                </a:lnTo>
                <a:lnTo>
                  <a:pt x="100" y="364"/>
                </a:lnTo>
                <a:lnTo>
                  <a:pt x="96" y="407"/>
                </a:lnTo>
                <a:lnTo>
                  <a:pt x="75" y="414"/>
                </a:lnTo>
                <a:lnTo>
                  <a:pt x="32" y="404"/>
                </a:lnTo>
                <a:lnTo>
                  <a:pt x="20" y="414"/>
                </a:lnTo>
                <a:lnTo>
                  <a:pt x="18" y="447"/>
                </a:lnTo>
                <a:lnTo>
                  <a:pt x="28" y="476"/>
                </a:lnTo>
                <a:lnTo>
                  <a:pt x="14" y="506"/>
                </a:lnTo>
                <a:lnTo>
                  <a:pt x="10" y="542"/>
                </a:lnTo>
                <a:lnTo>
                  <a:pt x="35" y="562"/>
                </a:lnTo>
                <a:lnTo>
                  <a:pt x="32" y="586"/>
                </a:lnTo>
                <a:lnTo>
                  <a:pt x="0" y="604"/>
                </a:lnTo>
                <a:lnTo>
                  <a:pt x="0" y="622"/>
                </a:lnTo>
                <a:lnTo>
                  <a:pt x="0" y="651"/>
                </a:lnTo>
                <a:lnTo>
                  <a:pt x="14" y="705"/>
                </a:lnTo>
                <a:lnTo>
                  <a:pt x="43" y="711"/>
                </a:lnTo>
                <a:lnTo>
                  <a:pt x="88" y="772"/>
                </a:lnTo>
                <a:lnTo>
                  <a:pt x="120" y="765"/>
                </a:lnTo>
                <a:lnTo>
                  <a:pt x="138" y="747"/>
                </a:lnTo>
                <a:lnTo>
                  <a:pt x="148" y="772"/>
                </a:lnTo>
                <a:lnTo>
                  <a:pt x="173" y="772"/>
                </a:lnTo>
                <a:lnTo>
                  <a:pt x="182" y="801"/>
                </a:lnTo>
                <a:lnTo>
                  <a:pt x="167" y="835"/>
                </a:lnTo>
                <a:lnTo>
                  <a:pt x="113" y="882"/>
                </a:lnTo>
                <a:lnTo>
                  <a:pt x="109" y="907"/>
                </a:lnTo>
                <a:lnTo>
                  <a:pt x="124" y="942"/>
                </a:lnTo>
                <a:lnTo>
                  <a:pt x="167" y="949"/>
                </a:lnTo>
                <a:lnTo>
                  <a:pt x="212" y="934"/>
                </a:lnTo>
                <a:lnTo>
                  <a:pt x="224" y="959"/>
                </a:lnTo>
                <a:lnTo>
                  <a:pt x="265" y="963"/>
                </a:lnTo>
                <a:lnTo>
                  <a:pt x="289" y="977"/>
                </a:lnTo>
                <a:lnTo>
                  <a:pt x="317" y="973"/>
                </a:lnTo>
                <a:lnTo>
                  <a:pt x="339" y="977"/>
                </a:lnTo>
                <a:lnTo>
                  <a:pt x="374" y="983"/>
                </a:lnTo>
                <a:lnTo>
                  <a:pt x="399" y="973"/>
                </a:lnTo>
                <a:lnTo>
                  <a:pt x="424" y="1013"/>
                </a:lnTo>
                <a:lnTo>
                  <a:pt x="491" y="1006"/>
                </a:lnTo>
                <a:lnTo>
                  <a:pt x="500" y="983"/>
                </a:lnTo>
                <a:lnTo>
                  <a:pt x="540" y="983"/>
                </a:lnTo>
                <a:lnTo>
                  <a:pt x="557" y="1007"/>
                </a:lnTo>
                <a:lnTo>
                  <a:pt x="570" y="1013"/>
                </a:lnTo>
                <a:lnTo>
                  <a:pt x="585" y="981"/>
                </a:lnTo>
                <a:lnTo>
                  <a:pt x="588" y="934"/>
                </a:lnTo>
                <a:lnTo>
                  <a:pt x="568" y="912"/>
                </a:lnTo>
                <a:lnTo>
                  <a:pt x="570" y="900"/>
                </a:lnTo>
                <a:lnTo>
                  <a:pt x="595" y="860"/>
                </a:lnTo>
                <a:lnTo>
                  <a:pt x="617" y="868"/>
                </a:lnTo>
                <a:lnTo>
                  <a:pt x="653" y="868"/>
                </a:lnTo>
                <a:lnTo>
                  <a:pt x="667" y="863"/>
                </a:lnTo>
                <a:lnTo>
                  <a:pt x="667" y="819"/>
                </a:lnTo>
                <a:lnTo>
                  <a:pt x="550" y="759"/>
                </a:lnTo>
                <a:lnTo>
                  <a:pt x="540" y="676"/>
                </a:lnTo>
                <a:lnTo>
                  <a:pt x="528" y="658"/>
                </a:lnTo>
                <a:lnTo>
                  <a:pt x="528" y="639"/>
                </a:lnTo>
                <a:lnTo>
                  <a:pt x="727" y="608"/>
                </a:lnTo>
                <a:lnTo>
                  <a:pt x="793" y="567"/>
                </a:lnTo>
                <a:lnTo>
                  <a:pt x="777" y="503"/>
                </a:lnTo>
                <a:lnTo>
                  <a:pt x="782" y="411"/>
                </a:lnTo>
                <a:lnTo>
                  <a:pt x="715" y="337"/>
                </a:lnTo>
                <a:lnTo>
                  <a:pt x="752" y="231"/>
                </a:lnTo>
                <a:lnTo>
                  <a:pt x="729" y="206"/>
                </a:lnTo>
                <a:lnTo>
                  <a:pt x="727" y="206"/>
                </a:lnTo>
                <a:lnTo>
                  <a:pt x="693" y="139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70" name="Freeform 269"/>
          <p:cNvSpPr>
            <a:spLocks/>
          </p:cNvSpPr>
          <p:nvPr/>
        </p:nvSpPr>
        <p:spPr bwMode="auto">
          <a:xfrm rot="306148">
            <a:off x="4369657" y="4087121"/>
            <a:ext cx="230099" cy="218555"/>
          </a:xfrm>
          <a:custGeom>
            <a:avLst/>
            <a:gdLst/>
            <a:ahLst/>
            <a:cxnLst>
              <a:cxn ang="0">
                <a:pos x="24" y="22"/>
              </a:cxn>
              <a:cxn ang="0">
                <a:pos x="51" y="22"/>
              </a:cxn>
              <a:cxn ang="0">
                <a:pos x="103" y="27"/>
              </a:cxn>
              <a:cxn ang="0">
                <a:pos x="140" y="40"/>
              </a:cxn>
              <a:cxn ang="0">
                <a:pos x="190" y="60"/>
              </a:cxn>
              <a:cxn ang="0">
                <a:pos x="231" y="58"/>
              </a:cxn>
              <a:cxn ang="0">
                <a:pos x="299" y="22"/>
              </a:cxn>
              <a:cxn ang="0">
                <a:pos x="349" y="11"/>
              </a:cxn>
              <a:cxn ang="0">
                <a:pos x="423" y="27"/>
              </a:cxn>
              <a:cxn ang="0">
                <a:pos x="467" y="24"/>
              </a:cxn>
              <a:cxn ang="0">
                <a:pos x="506" y="0"/>
              </a:cxn>
              <a:cxn ang="0">
                <a:pos x="527" y="7"/>
              </a:cxn>
              <a:cxn ang="0">
                <a:pos x="543" y="33"/>
              </a:cxn>
              <a:cxn ang="0">
                <a:pos x="556" y="66"/>
              </a:cxn>
              <a:cxn ang="0">
                <a:pos x="568" y="112"/>
              </a:cxn>
              <a:cxn ang="0">
                <a:pos x="577" y="167"/>
              </a:cxn>
              <a:cxn ang="0">
                <a:pos x="578" y="213"/>
              </a:cxn>
              <a:cxn ang="0">
                <a:pos x="573" y="245"/>
              </a:cxn>
              <a:cxn ang="0">
                <a:pos x="551" y="256"/>
              </a:cxn>
              <a:cxn ang="0">
                <a:pos x="522" y="242"/>
              </a:cxn>
              <a:cxn ang="0">
                <a:pos x="491" y="207"/>
              </a:cxn>
              <a:cxn ang="0">
                <a:pos x="456" y="155"/>
              </a:cxn>
              <a:cxn ang="0">
                <a:pos x="433" y="150"/>
              </a:cxn>
              <a:cxn ang="0">
                <a:pos x="423" y="179"/>
              </a:cxn>
              <a:cxn ang="0">
                <a:pos x="433" y="209"/>
              </a:cxn>
              <a:cxn ang="0">
                <a:pos x="461" y="239"/>
              </a:cxn>
              <a:cxn ang="0">
                <a:pos x="501" y="262"/>
              </a:cxn>
              <a:cxn ang="0">
                <a:pos x="514" y="283"/>
              </a:cxn>
              <a:cxn ang="0">
                <a:pos x="568" y="357"/>
              </a:cxn>
              <a:cxn ang="0">
                <a:pos x="620" y="462"/>
              </a:cxn>
              <a:cxn ang="0">
                <a:pos x="664" y="509"/>
              </a:cxn>
              <a:cxn ang="0">
                <a:pos x="686" y="553"/>
              </a:cxn>
              <a:cxn ang="0">
                <a:pos x="695" y="617"/>
              </a:cxn>
              <a:cxn ang="0">
                <a:pos x="704" y="627"/>
              </a:cxn>
              <a:cxn ang="0">
                <a:pos x="0" y="19"/>
              </a:cxn>
            </a:cxnLst>
            <a:rect l="0" t="0" r="r" b="b"/>
            <a:pathLst>
              <a:path w="704" h="627">
                <a:moveTo>
                  <a:pt x="9" y="24"/>
                </a:moveTo>
                <a:lnTo>
                  <a:pt x="24" y="22"/>
                </a:lnTo>
                <a:lnTo>
                  <a:pt x="37" y="18"/>
                </a:lnTo>
                <a:lnTo>
                  <a:pt x="51" y="22"/>
                </a:lnTo>
                <a:lnTo>
                  <a:pt x="82" y="22"/>
                </a:lnTo>
                <a:lnTo>
                  <a:pt x="103" y="27"/>
                </a:lnTo>
                <a:lnTo>
                  <a:pt x="126" y="35"/>
                </a:lnTo>
                <a:lnTo>
                  <a:pt x="140" y="40"/>
                </a:lnTo>
                <a:lnTo>
                  <a:pt x="155" y="48"/>
                </a:lnTo>
                <a:lnTo>
                  <a:pt x="190" y="60"/>
                </a:lnTo>
                <a:lnTo>
                  <a:pt x="210" y="62"/>
                </a:lnTo>
                <a:lnTo>
                  <a:pt x="231" y="58"/>
                </a:lnTo>
                <a:lnTo>
                  <a:pt x="258" y="45"/>
                </a:lnTo>
                <a:lnTo>
                  <a:pt x="299" y="22"/>
                </a:lnTo>
                <a:lnTo>
                  <a:pt x="330" y="11"/>
                </a:lnTo>
                <a:lnTo>
                  <a:pt x="349" y="11"/>
                </a:lnTo>
                <a:lnTo>
                  <a:pt x="409" y="27"/>
                </a:lnTo>
                <a:lnTo>
                  <a:pt x="423" y="27"/>
                </a:lnTo>
                <a:lnTo>
                  <a:pt x="451" y="27"/>
                </a:lnTo>
                <a:lnTo>
                  <a:pt x="467" y="24"/>
                </a:lnTo>
                <a:lnTo>
                  <a:pt x="490" y="12"/>
                </a:lnTo>
                <a:lnTo>
                  <a:pt x="506" y="0"/>
                </a:lnTo>
                <a:lnTo>
                  <a:pt x="519" y="0"/>
                </a:lnTo>
                <a:lnTo>
                  <a:pt x="527" y="7"/>
                </a:lnTo>
                <a:lnTo>
                  <a:pt x="535" y="17"/>
                </a:lnTo>
                <a:lnTo>
                  <a:pt x="543" y="33"/>
                </a:lnTo>
                <a:lnTo>
                  <a:pt x="549" y="50"/>
                </a:lnTo>
                <a:lnTo>
                  <a:pt x="556" y="66"/>
                </a:lnTo>
                <a:lnTo>
                  <a:pt x="561" y="82"/>
                </a:lnTo>
                <a:lnTo>
                  <a:pt x="568" y="112"/>
                </a:lnTo>
                <a:lnTo>
                  <a:pt x="574" y="141"/>
                </a:lnTo>
                <a:lnTo>
                  <a:pt x="577" y="167"/>
                </a:lnTo>
                <a:lnTo>
                  <a:pt x="578" y="190"/>
                </a:lnTo>
                <a:lnTo>
                  <a:pt x="578" y="213"/>
                </a:lnTo>
                <a:lnTo>
                  <a:pt x="579" y="231"/>
                </a:lnTo>
                <a:lnTo>
                  <a:pt x="573" y="245"/>
                </a:lnTo>
                <a:lnTo>
                  <a:pt x="560" y="254"/>
                </a:lnTo>
                <a:lnTo>
                  <a:pt x="551" y="256"/>
                </a:lnTo>
                <a:lnTo>
                  <a:pt x="539" y="255"/>
                </a:lnTo>
                <a:lnTo>
                  <a:pt x="522" y="242"/>
                </a:lnTo>
                <a:lnTo>
                  <a:pt x="509" y="225"/>
                </a:lnTo>
                <a:lnTo>
                  <a:pt x="491" y="207"/>
                </a:lnTo>
                <a:lnTo>
                  <a:pt x="477" y="184"/>
                </a:lnTo>
                <a:lnTo>
                  <a:pt x="456" y="155"/>
                </a:lnTo>
                <a:lnTo>
                  <a:pt x="444" y="147"/>
                </a:lnTo>
                <a:lnTo>
                  <a:pt x="433" y="150"/>
                </a:lnTo>
                <a:lnTo>
                  <a:pt x="423" y="159"/>
                </a:lnTo>
                <a:lnTo>
                  <a:pt x="423" y="179"/>
                </a:lnTo>
                <a:lnTo>
                  <a:pt x="423" y="192"/>
                </a:lnTo>
                <a:lnTo>
                  <a:pt x="433" y="209"/>
                </a:lnTo>
                <a:lnTo>
                  <a:pt x="449" y="231"/>
                </a:lnTo>
                <a:lnTo>
                  <a:pt x="461" y="239"/>
                </a:lnTo>
                <a:lnTo>
                  <a:pt x="485" y="252"/>
                </a:lnTo>
                <a:lnTo>
                  <a:pt x="501" y="262"/>
                </a:lnTo>
                <a:lnTo>
                  <a:pt x="509" y="274"/>
                </a:lnTo>
                <a:lnTo>
                  <a:pt x="514" y="283"/>
                </a:lnTo>
                <a:lnTo>
                  <a:pt x="537" y="312"/>
                </a:lnTo>
                <a:lnTo>
                  <a:pt x="568" y="357"/>
                </a:lnTo>
                <a:lnTo>
                  <a:pt x="584" y="386"/>
                </a:lnTo>
                <a:lnTo>
                  <a:pt x="620" y="462"/>
                </a:lnTo>
                <a:lnTo>
                  <a:pt x="638" y="493"/>
                </a:lnTo>
                <a:lnTo>
                  <a:pt x="664" y="509"/>
                </a:lnTo>
                <a:lnTo>
                  <a:pt x="677" y="528"/>
                </a:lnTo>
                <a:lnTo>
                  <a:pt x="686" y="553"/>
                </a:lnTo>
                <a:lnTo>
                  <a:pt x="687" y="587"/>
                </a:lnTo>
                <a:lnTo>
                  <a:pt x="695" y="617"/>
                </a:lnTo>
                <a:lnTo>
                  <a:pt x="699" y="624"/>
                </a:lnTo>
                <a:lnTo>
                  <a:pt x="704" y="627"/>
                </a:lnTo>
                <a:lnTo>
                  <a:pt x="10" y="627"/>
                </a:lnTo>
                <a:lnTo>
                  <a:pt x="0" y="19"/>
                </a:lnTo>
                <a:lnTo>
                  <a:pt x="9" y="24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71" name="Freeform 270"/>
          <p:cNvSpPr>
            <a:spLocks/>
          </p:cNvSpPr>
          <p:nvPr/>
        </p:nvSpPr>
        <p:spPr bwMode="auto">
          <a:xfrm rot="306148">
            <a:off x="4048168" y="5259684"/>
            <a:ext cx="303536" cy="294876"/>
          </a:xfrm>
          <a:custGeom>
            <a:avLst/>
            <a:gdLst/>
            <a:ahLst/>
            <a:cxnLst>
              <a:cxn ang="0">
                <a:pos x="325" y="829"/>
              </a:cxn>
              <a:cxn ang="0">
                <a:pos x="308" y="791"/>
              </a:cxn>
              <a:cxn ang="0">
                <a:pos x="266" y="696"/>
              </a:cxn>
              <a:cxn ang="0">
                <a:pos x="256" y="629"/>
              </a:cxn>
              <a:cxn ang="0">
                <a:pos x="233" y="542"/>
              </a:cxn>
              <a:cxn ang="0">
                <a:pos x="215" y="492"/>
              </a:cxn>
              <a:cxn ang="0">
                <a:pos x="225" y="486"/>
              </a:cxn>
              <a:cxn ang="0">
                <a:pos x="244" y="476"/>
              </a:cxn>
              <a:cxn ang="0">
                <a:pos x="233" y="453"/>
              </a:cxn>
              <a:cxn ang="0">
                <a:pos x="207" y="432"/>
              </a:cxn>
              <a:cxn ang="0">
                <a:pos x="151" y="358"/>
              </a:cxn>
              <a:cxn ang="0">
                <a:pos x="121" y="286"/>
              </a:cxn>
              <a:cxn ang="0">
                <a:pos x="80" y="228"/>
              </a:cxn>
              <a:cxn ang="0">
                <a:pos x="38" y="181"/>
              </a:cxn>
              <a:cxn ang="0">
                <a:pos x="26" y="112"/>
              </a:cxn>
              <a:cxn ang="0">
                <a:pos x="0" y="41"/>
              </a:cxn>
              <a:cxn ang="0">
                <a:pos x="20" y="41"/>
              </a:cxn>
              <a:cxn ang="0">
                <a:pos x="58" y="22"/>
              </a:cxn>
              <a:cxn ang="0">
                <a:pos x="89" y="5"/>
              </a:cxn>
              <a:cxn ang="0">
                <a:pos x="107" y="22"/>
              </a:cxn>
              <a:cxn ang="0">
                <a:pos x="124" y="57"/>
              </a:cxn>
              <a:cxn ang="0">
                <a:pos x="162" y="58"/>
              </a:cxn>
              <a:cxn ang="0">
                <a:pos x="212" y="36"/>
              </a:cxn>
              <a:cxn ang="0">
                <a:pos x="276" y="5"/>
              </a:cxn>
              <a:cxn ang="0">
                <a:pos x="342" y="5"/>
              </a:cxn>
              <a:cxn ang="0">
                <a:pos x="405" y="29"/>
              </a:cxn>
              <a:cxn ang="0">
                <a:pos x="438" y="19"/>
              </a:cxn>
              <a:cxn ang="0">
                <a:pos x="453" y="17"/>
              </a:cxn>
              <a:cxn ang="0">
                <a:pos x="492" y="58"/>
              </a:cxn>
              <a:cxn ang="0">
                <a:pos x="560" y="80"/>
              </a:cxn>
              <a:cxn ang="0">
                <a:pos x="607" y="90"/>
              </a:cxn>
              <a:cxn ang="0">
                <a:pos x="772" y="41"/>
              </a:cxn>
              <a:cxn ang="0">
                <a:pos x="771" y="41"/>
              </a:cxn>
              <a:cxn ang="0">
                <a:pos x="806" y="31"/>
              </a:cxn>
              <a:cxn ang="0">
                <a:pos x="863" y="23"/>
              </a:cxn>
              <a:cxn ang="0">
                <a:pos x="892" y="36"/>
              </a:cxn>
              <a:cxn ang="0">
                <a:pos x="917" y="49"/>
              </a:cxn>
              <a:cxn ang="0">
                <a:pos x="928" y="64"/>
              </a:cxn>
              <a:cxn ang="0">
                <a:pos x="917" y="95"/>
              </a:cxn>
              <a:cxn ang="0">
                <a:pos x="888" y="97"/>
              </a:cxn>
              <a:cxn ang="0">
                <a:pos x="858" y="86"/>
              </a:cxn>
              <a:cxn ang="0">
                <a:pos x="804" y="121"/>
              </a:cxn>
              <a:cxn ang="0">
                <a:pos x="771" y="115"/>
              </a:cxn>
              <a:cxn ang="0">
                <a:pos x="717" y="121"/>
              </a:cxn>
              <a:cxn ang="0">
                <a:pos x="647" y="145"/>
              </a:cxn>
              <a:cxn ang="0">
                <a:pos x="619" y="348"/>
              </a:cxn>
              <a:cxn ang="0">
                <a:pos x="579" y="674"/>
              </a:cxn>
              <a:cxn ang="0">
                <a:pos x="591" y="704"/>
              </a:cxn>
              <a:cxn ang="0">
                <a:pos x="604" y="716"/>
              </a:cxn>
              <a:cxn ang="0">
                <a:pos x="602" y="719"/>
              </a:cxn>
              <a:cxn ang="0">
                <a:pos x="579" y="746"/>
              </a:cxn>
              <a:cxn ang="0">
                <a:pos x="570" y="805"/>
              </a:cxn>
              <a:cxn ang="0">
                <a:pos x="557" y="824"/>
              </a:cxn>
              <a:cxn ang="0">
                <a:pos x="509" y="845"/>
              </a:cxn>
              <a:cxn ang="0">
                <a:pos x="465" y="846"/>
              </a:cxn>
              <a:cxn ang="0">
                <a:pos x="448" y="824"/>
              </a:cxn>
              <a:cxn ang="0">
                <a:pos x="440" y="798"/>
              </a:cxn>
              <a:cxn ang="0">
                <a:pos x="417" y="792"/>
              </a:cxn>
              <a:cxn ang="0">
                <a:pos x="401" y="810"/>
              </a:cxn>
              <a:cxn ang="0">
                <a:pos x="393" y="838"/>
              </a:cxn>
              <a:cxn ang="0">
                <a:pos x="342" y="847"/>
              </a:cxn>
            </a:cxnLst>
            <a:rect l="0" t="0" r="r" b="b"/>
            <a:pathLst>
              <a:path w="928" h="851">
                <a:moveTo>
                  <a:pt x="342" y="846"/>
                </a:moveTo>
                <a:lnTo>
                  <a:pt x="325" y="829"/>
                </a:lnTo>
                <a:lnTo>
                  <a:pt x="316" y="809"/>
                </a:lnTo>
                <a:lnTo>
                  <a:pt x="308" y="791"/>
                </a:lnTo>
                <a:lnTo>
                  <a:pt x="291" y="737"/>
                </a:lnTo>
                <a:lnTo>
                  <a:pt x="266" y="696"/>
                </a:lnTo>
                <a:lnTo>
                  <a:pt x="260" y="671"/>
                </a:lnTo>
                <a:lnTo>
                  <a:pt x="256" y="629"/>
                </a:lnTo>
                <a:lnTo>
                  <a:pt x="247" y="572"/>
                </a:lnTo>
                <a:lnTo>
                  <a:pt x="233" y="542"/>
                </a:lnTo>
                <a:lnTo>
                  <a:pt x="224" y="520"/>
                </a:lnTo>
                <a:lnTo>
                  <a:pt x="215" y="492"/>
                </a:lnTo>
                <a:lnTo>
                  <a:pt x="215" y="488"/>
                </a:lnTo>
                <a:lnTo>
                  <a:pt x="225" y="486"/>
                </a:lnTo>
                <a:lnTo>
                  <a:pt x="235" y="482"/>
                </a:lnTo>
                <a:lnTo>
                  <a:pt x="244" y="476"/>
                </a:lnTo>
                <a:lnTo>
                  <a:pt x="241" y="466"/>
                </a:lnTo>
                <a:lnTo>
                  <a:pt x="233" y="453"/>
                </a:lnTo>
                <a:lnTo>
                  <a:pt x="221" y="445"/>
                </a:lnTo>
                <a:lnTo>
                  <a:pt x="207" y="432"/>
                </a:lnTo>
                <a:lnTo>
                  <a:pt x="179" y="396"/>
                </a:lnTo>
                <a:lnTo>
                  <a:pt x="151" y="358"/>
                </a:lnTo>
                <a:lnTo>
                  <a:pt x="139" y="329"/>
                </a:lnTo>
                <a:lnTo>
                  <a:pt x="121" y="286"/>
                </a:lnTo>
                <a:lnTo>
                  <a:pt x="108" y="259"/>
                </a:lnTo>
                <a:lnTo>
                  <a:pt x="80" y="228"/>
                </a:lnTo>
                <a:lnTo>
                  <a:pt x="64" y="208"/>
                </a:lnTo>
                <a:lnTo>
                  <a:pt x="38" y="181"/>
                </a:lnTo>
                <a:lnTo>
                  <a:pt x="31" y="148"/>
                </a:lnTo>
                <a:lnTo>
                  <a:pt x="26" y="112"/>
                </a:lnTo>
                <a:lnTo>
                  <a:pt x="12" y="69"/>
                </a:lnTo>
                <a:lnTo>
                  <a:pt x="0" y="41"/>
                </a:lnTo>
                <a:lnTo>
                  <a:pt x="4" y="41"/>
                </a:lnTo>
                <a:lnTo>
                  <a:pt x="20" y="41"/>
                </a:lnTo>
                <a:lnTo>
                  <a:pt x="38" y="33"/>
                </a:lnTo>
                <a:lnTo>
                  <a:pt x="58" y="22"/>
                </a:lnTo>
                <a:lnTo>
                  <a:pt x="74" y="8"/>
                </a:lnTo>
                <a:lnTo>
                  <a:pt x="89" y="5"/>
                </a:lnTo>
                <a:lnTo>
                  <a:pt x="99" y="8"/>
                </a:lnTo>
                <a:lnTo>
                  <a:pt x="107" y="22"/>
                </a:lnTo>
                <a:lnTo>
                  <a:pt x="107" y="40"/>
                </a:lnTo>
                <a:lnTo>
                  <a:pt x="124" y="57"/>
                </a:lnTo>
                <a:lnTo>
                  <a:pt x="143" y="59"/>
                </a:lnTo>
                <a:lnTo>
                  <a:pt x="162" y="58"/>
                </a:lnTo>
                <a:lnTo>
                  <a:pt x="178" y="52"/>
                </a:lnTo>
                <a:lnTo>
                  <a:pt x="212" y="36"/>
                </a:lnTo>
                <a:lnTo>
                  <a:pt x="244" y="18"/>
                </a:lnTo>
                <a:lnTo>
                  <a:pt x="276" y="5"/>
                </a:lnTo>
                <a:lnTo>
                  <a:pt x="310" y="0"/>
                </a:lnTo>
                <a:lnTo>
                  <a:pt x="342" y="5"/>
                </a:lnTo>
                <a:lnTo>
                  <a:pt x="368" y="17"/>
                </a:lnTo>
                <a:lnTo>
                  <a:pt x="405" y="29"/>
                </a:lnTo>
                <a:lnTo>
                  <a:pt x="436" y="33"/>
                </a:lnTo>
                <a:lnTo>
                  <a:pt x="438" y="19"/>
                </a:lnTo>
                <a:lnTo>
                  <a:pt x="445" y="10"/>
                </a:lnTo>
                <a:lnTo>
                  <a:pt x="453" y="17"/>
                </a:lnTo>
                <a:lnTo>
                  <a:pt x="468" y="39"/>
                </a:lnTo>
                <a:lnTo>
                  <a:pt x="492" y="58"/>
                </a:lnTo>
                <a:lnTo>
                  <a:pt x="528" y="69"/>
                </a:lnTo>
                <a:lnTo>
                  <a:pt x="560" y="80"/>
                </a:lnTo>
                <a:lnTo>
                  <a:pt x="575" y="83"/>
                </a:lnTo>
                <a:lnTo>
                  <a:pt x="607" y="90"/>
                </a:lnTo>
                <a:lnTo>
                  <a:pt x="633" y="90"/>
                </a:lnTo>
                <a:lnTo>
                  <a:pt x="772" y="41"/>
                </a:lnTo>
                <a:lnTo>
                  <a:pt x="770" y="41"/>
                </a:lnTo>
                <a:lnTo>
                  <a:pt x="771" y="41"/>
                </a:lnTo>
                <a:lnTo>
                  <a:pt x="789" y="36"/>
                </a:lnTo>
                <a:lnTo>
                  <a:pt x="806" y="31"/>
                </a:lnTo>
                <a:lnTo>
                  <a:pt x="842" y="25"/>
                </a:lnTo>
                <a:lnTo>
                  <a:pt x="863" y="23"/>
                </a:lnTo>
                <a:lnTo>
                  <a:pt x="878" y="25"/>
                </a:lnTo>
                <a:lnTo>
                  <a:pt x="892" y="36"/>
                </a:lnTo>
                <a:lnTo>
                  <a:pt x="909" y="43"/>
                </a:lnTo>
                <a:lnTo>
                  <a:pt x="917" y="49"/>
                </a:lnTo>
                <a:lnTo>
                  <a:pt x="924" y="57"/>
                </a:lnTo>
                <a:lnTo>
                  <a:pt x="928" y="64"/>
                </a:lnTo>
                <a:lnTo>
                  <a:pt x="927" y="84"/>
                </a:lnTo>
                <a:lnTo>
                  <a:pt x="917" y="95"/>
                </a:lnTo>
                <a:lnTo>
                  <a:pt x="906" y="97"/>
                </a:lnTo>
                <a:lnTo>
                  <a:pt x="888" y="97"/>
                </a:lnTo>
                <a:lnTo>
                  <a:pt x="872" y="95"/>
                </a:lnTo>
                <a:lnTo>
                  <a:pt x="858" y="86"/>
                </a:lnTo>
                <a:lnTo>
                  <a:pt x="837" y="99"/>
                </a:lnTo>
                <a:lnTo>
                  <a:pt x="804" y="121"/>
                </a:lnTo>
                <a:lnTo>
                  <a:pt x="789" y="123"/>
                </a:lnTo>
                <a:lnTo>
                  <a:pt x="771" y="115"/>
                </a:lnTo>
                <a:lnTo>
                  <a:pt x="754" y="105"/>
                </a:lnTo>
                <a:lnTo>
                  <a:pt x="717" y="121"/>
                </a:lnTo>
                <a:lnTo>
                  <a:pt x="674" y="134"/>
                </a:lnTo>
                <a:lnTo>
                  <a:pt x="647" y="145"/>
                </a:lnTo>
                <a:lnTo>
                  <a:pt x="615" y="156"/>
                </a:lnTo>
                <a:lnTo>
                  <a:pt x="619" y="348"/>
                </a:lnTo>
                <a:lnTo>
                  <a:pt x="572" y="348"/>
                </a:lnTo>
                <a:lnTo>
                  <a:pt x="579" y="674"/>
                </a:lnTo>
                <a:lnTo>
                  <a:pt x="583" y="693"/>
                </a:lnTo>
                <a:lnTo>
                  <a:pt x="591" y="704"/>
                </a:lnTo>
                <a:lnTo>
                  <a:pt x="597" y="711"/>
                </a:lnTo>
                <a:lnTo>
                  <a:pt x="604" y="716"/>
                </a:lnTo>
                <a:lnTo>
                  <a:pt x="608" y="716"/>
                </a:lnTo>
                <a:lnTo>
                  <a:pt x="602" y="719"/>
                </a:lnTo>
                <a:lnTo>
                  <a:pt x="590" y="725"/>
                </a:lnTo>
                <a:lnTo>
                  <a:pt x="579" y="746"/>
                </a:lnTo>
                <a:lnTo>
                  <a:pt x="573" y="771"/>
                </a:lnTo>
                <a:lnTo>
                  <a:pt x="570" y="805"/>
                </a:lnTo>
                <a:lnTo>
                  <a:pt x="567" y="812"/>
                </a:lnTo>
                <a:lnTo>
                  <a:pt x="557" y="824"/>
                </a:lnTo>
                <a:lnTo>
                  <a:pt x="522" y="841"/>
                </a:lnTo>
                <a:lnTo>
                  <a:pt x="509" y="845"/>
                </a:lnTo>
                <a:lnTo>
                  <a:pt x="483" y="851"/>
                </a:lnTo>
                <a:lnTo>
                  <a:pt x="465" y="846"/>
                </a:lnTo>
                <a:lnTo>
                  <a:pt x="456" y="838"/>
                </a:lnTo>
                <a:lnTo>
                  <a:pt x="448" y="824"/>
                </a:lnTo>
                <a:lnTo>
                  <a:pt x="445" y="809"/>
                </a:lnTo>
                <a:lnTo>
                  <a:pt x="440" y="798"/>
                </a:lnTo>
                <a:lnTo>
                  <a:pt x="438" y="794"/>
                </a:lnTo>
                <a:lnTo>
                  <a:pt x="417" y="792"/>
                </a:lnTo>
                <a:lnTo>
                  <a:pt x="407" y="794"/>
                </a:lnTo>
                <a:lnTo>
                  <a:pt x="401" y="810"/>
                </a:lnTo>
                <a:lnTo>
                  <a:pt x="400" y="826"/>
                </a:lnTo>
                <a:lnTo>
                  <a:pt x="393" y="838"/>
                </a:lnTo>
                <a:lnTo>
                  <a:pt x="369" y="843"/>
                </a:lnTo>
                <a:lnTo>
                  <a:pt x="342" y="847"/>
                </a:lnTo>
                <a:lnTo>
                  <a:pt x="342" y="84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72" name="Freeform 271"/>
          <p:cNvSpPr>
            <a:spLocks/>
          </p:cNvSpPr>
          <p:nvPr/>
        </p:nvSpPr>
        <p:spPr bwMode="auto">
          <a:xfrm rot="306148">
            <a:off x="3837652" y="4262312"/>
            <a:ext cx="342702" cy="300079"/>
          </a:xfrm>
          <a:custGeom>
            <a:avLst/>
            <a:gdLst/>
            <a:ahLst/>
            <a:cxnLst>
              <a:cxn ang="0">
                <a:pos x="881" y="670"/>
              </a:cxn>
              <a:cxn ang="0">
                <a:pos x="897" y="613"/>
              </a:cxn>
              <a:cxn ang="0">
                <a:pos x="934" y="550"/>
              </a:cxn>
              <a:cxn ang="0">
                <a:pos x="984" y="499"/>
              </a:cxn>
              <a:cxn ang="0">
                <a:pos x="1026" y="441"/>
              </a:cxn>
              <a:cxn ang="0">
                <a:pos x="1048" y="366"/>
              </a:cxn>
              <a:cxn ang="0">
                <a:pos x="1027" y="194"/>
              </a:cxn>
              <a:cxn ang="0">
                <a:pos x="993" y="128"/>
              </a:cxn>
              <a:cxn ang="0">
                <a:pos x="988" y="103"/>
              </a:cxn>
              <a:cxn ang="0">
                <a:pos x="987" y="37"/>
              </a:cxn>
              <a:cxn ang="0">
                <a:pos x="957" y="54"/>
              </a:cxn>
              <a:cxn ang="0">
                <a:pos x="904" y="65"/>
              </a:cxn>
              <a:cxn ang="0">
                <a:pos x="827" y="37"/>
              </a:cxn>
              <a:cxn ang="0">
                <a:pos x="771" y="5"/>
              </a:cxn>
              <a:cxn ang="0">
                <a:pos x="743" y="5"/>
              </a:cxn>
              <a:cxn ang="0">
                <a:pos x="707" y="35"/>
              </a:cxn>
              <a:cxn ang="0">
                <a:pos x="298" y="343"/>
              </a:cxn>
              <a:cxn ang="0">
                <a:pos x="260" y="361"/>
              </a:cxn>
              <a:cxn ang="0">
                <a:pos x="261" y="432"/>
              </a:cxn>
              <a:cxn ang="0">
                <a:pos x="262" y="489"/>
              </a:cxn>
              <a:cxn ang="0">
                <a:pos x="227" y="501"/>
              </a:cxn>
              <a:cxn ang="0">
                <a:pos x="209" y="532"/>
              </a:cxn>
              <a:cxn ang="0">
                <a:pos x="218" y="575"/>
              </a:cxn>
              <a:cxn ang="0">
                <a:pos x="211" y="607"/>
              </a:cxn>
              <a:cxn ang="0">
                <a:pos x="142" y="610"/>
              </a:cxn>
              <a:cxn ang="0">
                <a:pos x="107" y="610"/>
              </a:cxn>
              <a:cxn ang="0">
                <a:pos x="69" y="629"/>
              </a:cxn>
              <a:cxn ang="0">
                <a:pos x="38" y="649"/>
              </a:cxn>
              <a:cxn ang="0">
                <a:pos x="12" y="647"/>
              </a:cxn>
              <a:cxn ang="0">
                <a:pos x="0" y="699"/>
              </a:cxn>
              <a:cxn ang="0">
                <a:pos x="22" y="734"/>
              </a:cxn>
              <a:cxn ang="0">
                <a:pos x="76" y="756"/>
              </a:cxn>
              <a:cxn ang="0">
                <a:pos x="91" y="769"/>
              </a:cxn>
              <a:cxn ang="0">
                <a:pos x="127" y="823"/>
              </a:cxn>
              <a:cxn ang="0">
                <a:pos x="137" y="853"/>
              </a:cxn>
              <a:cxn ang="0">
                <a:pos x="173" y="853"/>
              </a:cxn>
              <a:cxn ang="0">
                <a:pos x="202" y="862"/>
              </a:cxn>
              <a:cxn ang="0">
                <a:pos x="227" y="852"/>
              </a:cxn>
              <a:cxn ang="0">
                <a:pos x="252" y="820"/>
              </a:cxn>
              <a:cxn ang="0">
                <a:pos x="249" y="765"/>
              </a:cxn>
              <a:cxn ang="0">
                <a:pos x="265" y="730"/>
              </a:cxn>
              <a:cxn ang="0">
                <a:pos x="304" y="715"/>
              </a:cxn>
              <a:cxn ang="0">
                <a:pos x="381" y="705"/>
              </a:cxn>
              <a:cxn ang="0">
                <a:pos x="416" y="712"/>
              </a:cxn>
              <a:cxn ang="0">
                <a:pos x="430" y="753"/>
              </a:cxn>
              <a:cxn ang="0">
                <a:pos x="461" y="762"/>
              </a:cxn>
              <a:cxn ang="0">
                <a:pos x="499" y="734"/>
              </a:cxn>
              <a:cxn ang="0">
                <a:pos x="538" y="730"/>
              </a:cxn>
              <a:cxn ang="0">
                <a:pos x="570" y="745"/>
              </a:cxn>
              <a:cxn ang="0">
                <a:pos x="612" y="762"/>
              </a:cxn>
              <a:cxn ang="0">
                <a:pos x="651" y="748"/>
              </a:cxn>
              <a:cxn ang="0">
                <a:pos x="707" y="706"/>
              </a:cxn>
              <a:cxn ang="0">
                <a:pos x="755" y="689"/>
              </a:cxn>
              <a:cxn ang="0">
                <a:pos x="808" y="705"/>
              </a:cxn>
              <a:cxn ang="0">
                <a:pos x="836" y="710"/>
              </a:cxn>
              <a:cxn ang="0">
                <a:pos x="884" y="701"/>
              </a:cxn>
            </a:cxnLst>
            <a:rect l="0" t="0" r="r" b="b"/>
            <a:pathLst>
              <a:path w="1048" h="864">
                <a:moveTo>
                  <a:pt x="882" y="701"/>
                </a:moveTo>
                <a:lnTo>
                  <a:pt x="881" y="670"/>
                </a:lnTo>
                <a:lnTo>
                  <a:pt x="884" y="648"/>
                </a:lnTo>
                <a:lnTo>
                  <a:pt x="897" y="613"/>
                </a:lnTo>
                <a:lnTo>
                  <a:pt x="907" y="587"/>
                </a:lnTo>
                <a:lnTo>
                  <a:pt x="934" y="550"/>
                </a:lnTo>
                <a:lnTo>
                  <a:pt x="962" y="521"/>
                </a:lnTo>
                <a:lnTo>
                  <a:pt x="984" y="499"/>
                </a:lnTo>
                <a:lnTo>
                  <a:pt x="1006" y="468"/>
                </a:lnTo>
                <a:lnTo>
                  <a:pt x="1026" y="441"/>
                </a:lnTo>
                <a:lnTo>
                  <a:pt x="1042" y="408"/>
                </a:lnTo>
                <a:lnTo>
                  <a:pt x="1048" y="366"/>
                </a:lnTo>
                <a:lnTo>
                  <a:pt x="1038" y="223"/>
                </a:lnTo>
                <a:lnTo>
                  <a:pt x="1027" y="194"/>
                </a:lnTo>
                <a:lnTo>
                  <a:pt x="1022" y="151"/>
                </a:lnTo>
                <a:lnTo>
                  <a:pt x="993" y="128"/>
                </a:lnTo>
                <a:lnTo>
                  <a:pt x="988" y="116"/>
                </a:lnTo>
                <a:lnTo>
                  <a:pt x="988" y="103"/>
                </a:lnTo>
                <a:lnTo>
                  <a:pt x="987" y="40"/>
                </a:lnTo>
                <a:lnTo>
                  <a:pt x="987" y="37"/>
                </a:lnTo>
                <a:lnTo>
                  <a:pt x="974" y="48"/>
                </a:lnTo>
                <a:lnTo>
                  <a:pt x="957" y="54"/>
                </a:lnTo>
                <a:lnTo>
                  <a:pt x="938" y="60"/>
                </a:lnTo>
                <a:lnTo>
                  <a:pt x="904" y="65"/>
                </a:lnTo>
                <a:lnTo>
                  <a:pt x="860" y="53"/>
                </a:lnTo>
                <a:lnTo>
                  <a:pt x="827" y="37"/>
                </a:lnTo>
                <a:lnTo>
                  <a:pt x="791" y="19"/>
                </a:lnTo>
                <a:lnTo>
                  <a:pt x="771" y="5"/>
                </a:lnTo>
                <a:lnTo>
                  <a:pt x="755" y="0"/>
                </a:lnTo>
                <a:lnTo>
                  <a:pt x="743" y="5"/>
                </a:lnTo>
                <a:lnTo>
                  <a:pt x="725" y="16"/>
                </a:lnTo>
                <a:lnTo>
                  <a:pt x="707" y="35"/>
                </a:lnTo>
                <a:lnTo>
                  <a:pt x="323" y="327"/>
                </a:lnTo>
                <a:lnTo>
                  <a:pt x="298" y="343"/>
                </a:lnTo>
                <a:lnTo>
                  <a:pt x="279" y="354"/>
                </a:lnTo>
                <a:lnTo>
                  <a:pt x="260" y="361"/>
                </a:lnTo>
                <a:lnTo>
                  <a:pt x="260" y="414"/>
                </a:lnTo>
                <a:lnTo>
                  <a:pt x="261" y="432"/>
                </a:lnTo>
                <a:lnTo>
                  <a:pt x="261" y="467"/>
                </a:lnTo>
                <a:lnTo>
                  <a:pt x="262" y="489"/>
                </a:lnTo>
                <a:lnTo>
                  <a:pt x="256" y="495"/>
                </a:lnTo>
                <a:lnTo>
                  <a:pt x="227" y="501"/>
                </a:lnTo>
                <a:lnTo>
                  <a:pt x="213" y="518"/>
                </a:lnTo>
                <a:lnTo>
                  <a:pt x="209" y="532"/>
                </a:lnTo>
                <a:lnTo>
                  <a:pt x="215" y="554"/>
                </a:lnTo>
                <a:lnTo>
                  <a:pt x="218" y="575"/>
                </a:lnTo>
                <a:lnTo>
                  <a:pt x="217" y="593"/>
                </a:lnTo>
                <a:lnTo>
                  <a:pt x="211" y="607"/>
                </a:lnTo>
                <a:lnTo>
                  <a:pt x="198" y="613"/>
                </a:lnTo>
                <a:lnTo>
                  <a:pt x="142" y="610"/>
                </a:lnTo>
                <a:lnTo>
                  <a:pt x="124" y="610"/>
                </a:lnTo>
                <a:lnTo>
                  <a:pt x="107" y="610"/>
                </a:lnTo>
                <a:lnTo>
                  <a:pt x="87" y="614"/>
                </a:lnTo>
                <a:lnTo>
                  <a:pt x="69" y="629"/>
                </a:lnTo>
                <a:lnTo>
                  <a:pt x="55" y="646"/>
                </a:lnTo>
                <a:lnTo>
                  <a:pt x="38" y="649"/>
                </a:lnTo>
                <a:lnTo>
                  <a:pt x="15" y="648"/>
                </a:lnTo>
                <a:lnTo>
                  <a:pt x="12" y="647"/>
                </a:lnTo>
                <a:lnTo>
                  <a:pt x="5" y="666"/>
                </a:lnTo>
                <a:lnTo>
                  <a:pt x="0" y="699"/>
                </a:lnTo>
                <a:lnTo>
                  <a:pt x="4" y="718"/>
                </a:lnTo>
                <a:lnTo>
                  <a:pt x="22" y="734"/>
                </a:lnTo>
                <a:lnTo>
                  <a:pt x="50" y="744"/>
                </a:lnTo>
                <a:lnTo>
                  <a:pt x="76" y="756"/>
                </a:lnTo>
                <a:lnTo>
                  <a:pt x="83" y="761"/>
                </a:lnTo>
                <a:lnTo>
                  <a:pt x="91" y="769"/>
                </a:lnTo>
                <a:lnTo>
                  <a:pt x="109" y="788"/>
                </a:lnTo>
                <a:lnTo>
                  <a:pt x="127" y="823"/>
                </a:lnTo>
                <a:lnTo>
                  <a:pt x="134" y="855"/>
                </a:lnTo>
                <a:lnTo>
                  <a:pt x="137" y="853"/>
                </a:lnTo>
                <a:lnTo>
                  <a:pt x="155" y="852"/>
                </a:lnTo>
                <a:lnTo>
                  <a:pt x="173" y="853"/>
                </a:lnTo>
                <a:lnTo>
                  <a:pt x="190" y="859"/>
                </a:lnTo>
                <a:lnTo>
                  <a:pt x="202" y="862"/>
                </a:lnTo>
                <a:lnTo>
                  <a:pt x="197" y="864"/>
                </a:lnTo>
                <a:lnTo>
                  <a:pt x="227" y="852"/>
                </a:lnTo>
                <a:lnTo>
                  <a:pt x="243" y="841"/>
                </a:lnTo>
                <a:lnTo>
                  <a:pt x="252" y="820"/>
                </a:lnTo>
                <a:lnTo>
                  <a:pt x="249" y="800"/>
                </a:lnTo>
                <a:lnTo>
                  <a:pt x="249" y="765"/>
                </a:lnTo>
                <a:lnTo>
                  <a:pt x="249" y="748"/>
                </a:lnTo>
                <a:lnTo>
                  <a:pt x="265" y="730"/>
                </a:lnTo>
                <a:lnTo>
                  <a:pt x="284" y="723"/>
                </a:lnTo>
                <a:lnTo>
                  <a:pt x="304" y="715"/>
                </a:lnTo>
                <a:lnTo>
                  <a:pt x="354" y="707"/>
                </a:lnTo>
                <a:lnTo>
                  <a:pt x="381" y="705"/>
                </a:lnTo>
                <a:lnTo>
                  <a:pt x="397" y="706"/>
                </a:lnTo>
                <a:lnTo>
                  <a:pt x="416" y="712"/>
                </a:lnTo>
                <a:lnTo>
                  <a:pt x="424" y="745"/>
                </a:lnTo>
                <a:lnTo>
                  <a:pt x="430" y="753"/>
                </a:lnTo>
                <a:lnTo>
                  <a:pt x="441" y="762"/>
                </a:lnTo>
                <a:lnTo>
                  <a:pt x="461" y="762"/>
                </a:lnTo>
                <a:lnTo>
                  <a:pt x="479" y="748"/>
                </a:lnTo>
                <a:lnTo>
                  <a:pt x="499" y="734"/>
                </a:lnTo>
                <a:lnTo>
                  <a:pt x="514" y="730"/>
                </a:lnTo>
                <a:lnTo>
                  <a:pt x="538" y="730"/>
                </a:lnTo>
                <a:lnTo>
                  <a:pt x="554" y="736"/>
                </a:lnTo>
                <a:lnTo>
                  <a:pt x="570" y="745"/>
                </a:lnTo>
                <a:lnTo>
                  <a:pt x="583" y="756"/>
                </a:lnTo>
                <a:lnTo>
                  <a:pt x="612" y="762"/>
                </a:lnTo>
                <a:lnTo>
                  <a:pt x="632" y="758"/>
                </a:lnTo>
                <a:lnTo>
                  <a:pt x="651" y="748"/>
                </a:lnTo>
                <a:lnTo>
                  <a:pt x="684" y="723"/>
                </a:lnTo>
                <a:lnTo>
                  <a:pt x="707" y="706"/>
                </a:lnTo>
                <a:lnTo>
                  <a:pt x="721" y="701"/>
                </a:lnTo>
                <a:lnTo>
                  <a:pt x="755" y="689"/>
                </a:lnTo>
                <a:lnTo>
                  <a:pt x="776" y="690"/>
                </a:lnTo>
                <a:lnTo>
                  <a:pt x="808" y="705"/>
                </a:lnTo>
                <a:lnTo>
                  <a:pt x="822" y="712"/>
                </a:lnTo>
                <a:lnTo>
                  <a:pt x="836" y="710"/>
                </a:lnTo>
                <a:lnTo>
                  <a:pt x="858" y="705"/>
                </a:lnTo>
                <a:lnTo>
                  <a:pt x="884" y="701"/>
                </a:lnTo>
                <a:lnTo>
                  <a:pt x="882" y="70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73" name="Freeform 272"/>
          <p:cNvSpPr>
            <a:spLocks/>
          </p:cNvSpPr>
          <p:nvPr/>
        </p:nvSpPr>
        <p:spPr bwMode="auto">
          <a:xfrm rot="21045919">
            <a:off x="1076456" y="2236342"/>
            <a:ext cx="1434452" cy="1235009"/>
          </a:xfrm>
          <a:custGeom>
            <a:avLst/>
            <a:gdLst/>
            <a:ahLst/>
            <a:cxnLst>
              <a:cxn ang="0">
                <a:pos x="2827" y="2781"/>
              </a:cxn>
              <a:cxn ang="0">
                <a:pos x="2605" y="2894"/>
              </a:cxn>
              <a:cxn ang="0">
                <a:pos x="2259" y="3026"/>
              </a:cxn>
              <a:cxn ang="0">
                <a:pos x="2245" y="2890"/>
              </a:cxn>
              <a:cxn ang="0">
                <a:pos x="2107" y="2576"/>
              </a:cxn>
              <a:cxn ang="0">
                <a:pos x="1813" y="2432"/>
              </a:cxn>
              <a:cxn ang="0">
                <a:pos x="737" y="2094"/>
              </a:cxn>
              <a:cxn ang="0">
                <a:pos x="95" y="1646"/>
              </a:cxn>
              <a:cxn ang="0">
                <a:pos x="61" y="1443"/>
              </a:cxn>
              <a:cxn ang="0">
                <a:pos x="85" y="1255"/>
              </a:cxn>
              <a:cxn ang="0">
                <a:pos x="187" y="1045"/>
              </a:cxn>
              <a:cxn ang="0">
                <a:pos x="254" y="808"/>
              </a:cxn>
              <a:cxn ang="0">
                <a:pos x="175" y="540"/>
              </a:cxn>
              <a:cxn ang="0">
                <a:pos x="984" y="154"/>
              </a:cxn>
              <a:cxn ang="0">
                <a:pos x="1097" y="194"/>
              </a:cxn>
              <a:cxn ang="0">
                <a:pos x="1248" y="276"/>
              </a:cxn>
              <a:cxn ang="0">
                <a:pos x="1289" y="355"/>
              </a:cxn>
              <a:cxn ang="0">
                <a:pos x="1452" y="532"/>
              </a:cxn>
              <a:cxn ang="0">
                <a:pos x="1565" y="681"/>
              </a:cxn>
              <a:cxn ang="0">
                <a:pos x="1631" y="695"/>
              </a:cxn>
              <a:cxn ang="0">
                <a:pos x="1651" y="654"/>
              </a:cxn>
              <a:cxn ang="0">
                <a:pos x="1824" y="748"/>
              </a:cxn>
              <a:cxn ang="0">
                <a:pos x="1964" y="889"/>
              </a:cxn>
              <a:cxn ang="0">
                <a:pos x="2049" y="814"/>
              </a:cxn>
              <a:cxn ang="0">
                <a:pos x="2078" y="718"/>
              </a:cxn>
              <a:cxn ang="0">
                <a:pos x="2132" y="535"/>
              </a:cxn>
              <a:cxn ang="0">
                <a:pos x="2240" y="631"/>
              </a:cxn>
              <a:cxn ang="0">
                <a:pos x="2228" y="731"/>
              </a:cxn>
              <a:cxn ang="0">
                <a:pos x="2268" y="763"/>
              </a:cxn>
              <a:cxn ang="0">
                <a:pos x="2322" y="900"/>
              </a:cxn>
              <a:cxn ang="0">
                <a:pos x="2426" y="738"/>
              </a:cxn>
              <a:cxn ang="0">
                <a:pos x="2527" y="790"/>
              </a:cxn>
              <a:cxn ang="0">
                <a:pos x="2483" y="904"/>
              </a:cxn>
              <a:cxn ang="0">
                <a:pos x="2442" y="1000"/>
              </a:cxn>
              <a:cxn ang="0">
                <a:pos x="2323" y="992"/>
              </a:cxn>
              <a:cxn ang="0">
                <a:pos x="2200" y="1004"/>
              </a:cxn>
              <a:cxn ang="0">
                <a:pos x="2128" y="1178"/>
              </a:cxn>
              <a:cxn ang="0">
                <a:pos x="2057" y="1229"/>
              </a:cxn>
              <a:cxn ang="0">
                <a:pos x="1827" y="1386"/>
              </a:cxn>
              <a:cxn ang="0">
                <a:pos x="1884" y="1523"/>
              </a:cxn>
              <a:cxn ang="0">
                <a:pos x="1956" y="1665"/>
              </a:cxn>
              <a:cxn ang="0">
                <a:pos x="2104" y="1802"/>
              </a:cxn>
              <a:cxn ang="0">
                <a:pos x="2368" y="1902"/>
              </a:cxn>
              <a:cxn ang="0">
                <a:pos x="2362" y="2011"/>
              </a:cxn>
              <a:cxn ang="0">
                <a:pos x="2485" y="2245"/>
              </a:cxn>
              <a:cxn ang="0">
                <a:pos x="2537" y="1962"/>
              </a:cxn>
              <a:cxn ang="0">
                <a:pos x="2576" y="1661"/>
              </a:cxn>
              <a:cxn ang="0">
                <a:pos x="2646" y="1505"/>
              </a:cxn>
              <a:cxn ang="0">
                <a:pos x="2654" y="1311"/>
              </a:cxn>
              <a:cxn ang="0">
                <a:pos x="2827" y="1350"/>
              </a:cxn>
              <a:cxn ang="0">
                <a:pos x="2992" y="1476"/>
              </a:cxn>
              <a:cxn ang="0">
                <a:pos x="3027" y="1640"/>
              </a:cxn>
              <a:cxn ang="0">
                <a:pos x="3152" y="1567"/>
              </a:cxn>
              <a:cxn ang="0">
                <a:pos x="3307" y="1610"/>
              </a:cxn>
              <a:cxn ang="0">
                <a:pos x="3508" y="1922"/>
              </a:cxn>
              <a:cxn ang="0">
                <a:pos x="3608" y="1972"/>
              </a:cxn>
              <a:cxn ang="0">
                <a:pos x="3608" y="2016"/>
              </a:cxn>
              <a:cxn ang="0">
                <a:pos x="3706" y="2007"/>
              </a:cxn>
              <a:cxn ang="0">
                <a:pos x="3741" y="2155"/>
              </a:cxn>
              <a:cxn ang="0">
                <a:pos x="3506" y="2322"/>
              </a:cxn>
              <a:cxn ang="0">
                <a:pos x="3135" y="2422"/>
              </a:cxn>
              <a:cxn ang="0">
                <a:pos x="2980" y="2629"/>
              </a:cxn>
            </a:cxnLst>
            <a:rect l="0" t="0" r="r" b="b"/>
            <a:pathLst>
              <a:path w="3753" h="3042">
                <a:moveTo>
                  <a:pt x="3027" y="2638"/>
                </a:moveTo>
                <a:lnTo>
                  <a:pt x="3012" y="2672"/>
                </a:lnTo>
                <a:lnTo>
                  <a:pt x="3001" y="2704"/>
                </a:lnTo>
                <a:lnTo>
                  <a:pt x="2975" y="2734"/>
                </a:lnTo>
                <a:lnTo>
                  <a:pt x="2933" y="2768"/>
                </a:lnTo>
                <a:lnTo>
                  <a:pt x="2882" y="2785"/>
                </a:lnTo>
                <a:lnTo>
                  <a:pt x="2827" y="2781"/>
                </a:lnTo>
                <a:lnTo>
                  <a:pt x="2793" y="2768"/>
                </a:lnTo>
                <a:lnTo>
                  <a:pt x="2754" y="2768"/>
                </a:lnTo>
                <a:lnTo>
                  <a:pt x="2711" y="2784"/>
                </a:lnTo>
                <a:lnTo>
                  <a:pt x="2676" y="2812"/>
                </a:lnTo>
                <a:lnTo>
                  <a:pt x="2643" y="2851"/>
                </a:lnTo>
                <a:lnTo>
                  <a:pt x="2629" y="2880"/>
                </a:lnTo>
                <a:lnTo>
                  <a:pt x="2605" y="2894"/>
                </a:lnTo>
                <a:lnTo>
                  <a:pt x="2503" y="2913"/>
                </a:lnTo>
                <a:lnTo>
                  <a:pt x="2458" y="2926"/>
                </a:lnTo>
                <a:lnTo>
                  <a:pt x="2471" y="2969"/>
                </a:lnTo>
                <a:lnTo>
                  <a:pt x="2421" y="2977"/>
                </a:lnTo>
                <a:lnTo>
                  <a:pt x="2359" y="2992"/>
                </a:lnTo>
                <a:lnTo>
                  <a:pt x="2310" y="3008"/>
                </a:lnTo>
                <a:lnTo>
                  <a:pt x="2259" y="3026"/>
                </a:lnTo>
                <a:lnTo>
                  <a:pt x="2218" y="3042"/>
                </a:lnTo>
                <a:lnTo>
                  <a:pt x="2199" y="3041"/>
                </a:lnTo>
                <a:lnTo>
                  <a:pt x="2185" y="3018"/>
                </a:lnTo>
                <a:lnTo>
                  <a:pt x="2185" y="3008"/>
                </a:lnTo>
                <a:lnTo>
                  <a:pt x="2212" y="2974"/>
                </a:lnTo>
                <a:lnTo>
                  <a:pt x="2231" y="2936"/>
                </a:lnTo>
                <a:lnTo>
                  <a:pt x="2245" y="2890"/>
                </a:lnTo>
                <a:lnTo>
                  <a:pt x="2245" y="2851"/>
                </a:lnTo>
                <a:lnTo>
                  <a:pt x="2234" y="2811"/>
                </a:lnTo>
                <a:lnTo>
                  <a:pt x="2221" y="2750"/>
                </a:lnTo>
                <a:lnTo>
                  <a:pt x="2199" y="2699"/>
                </a:lnTo>
                <a:lnTo>
                  <a:pt x="2171" y="2648"/>
                </a:lnTo>
                <a:lnTo>
                  <a:pt x="2152" y="2620"/>
                </a:lnTo>
                <a:lnTo>
                  <a:pt x="2107" y="2576"/>
                </a:lnTo>
                <a:lnTo>
                  <a:pt x="2053" y="2530"/>
                </a:lnTo>
                <a:lnTo>
                  <a:pt x="2007" y="2483"/>
                </a:lnTo>
                <a:lnTo>
                  <a:pt x="1945" y="2436"/>
                </a:lnTo>
                <a:lnTo>
                  <a:pt x="1932" y="2436"/>
                </a:lnTo>
                <a:lnTo>
                  <a:pt x="1903" y="2450"/>
                </a:lnTo>
                <a:lnTo>
                  <a:pt x="1856" y="2445"/>
                </a:lnTo>
                <a:lnTo>
                  <a:pt x="1813" y="2432"/>
                </a:lnTo>
                <a:lnTo>
                  <a:pt x="1749" y="2422"/>
                </a:lnTo>
                <a:lnTo>
                  <a:pt x="1711" y="2402"/>
                </a:lnTo>
                <a:lnTo>
                  <a:pt x="1693" y="2372"/>
                </a:lnTo>
                <a:lnTo>
                  <a:pt x="1679" y="2364"/>
                </a:lnTo>
                <a:lnTo>
                  <a:pt x="1640" y="2367"/>
                </a:lnTo>
                <a:lnTo>
                  <a:pt x="1198" y="2242"/>
                </a:lnTo>
                <a:lnTo>
                  <a:pt x="737" y="2094"/>
                </a:lnTo>
                <a:lnTo>
                  <a:pt x="354" y="1953"/>
                </a:lnTo>
                <a:lnTo>
                  <a:pt x="113" y="1851"/>
                </a:lnTo>
                <a:lnTo>
                  <a:pt x="99" y="1778"/>
                </a:lnTo>
                <a:lnTo>
                  <a:pt x="89" y="1751"/>
                </a:lnTo>
                <a:lnTo>
                  <a:pt x="104" y="1708"/>
                </a:lnTo>
                <a:lnTo>
                  <a:pt x="104" y="1674"/>
                </a:lnTo>
                <a:lnTo>
                  <a:pt x="95" y="1646"/>
                </a:lnTo>
                <a:lnTo>
                  <a:pt x="66" y="1622"/>
                </a:lnTo>
                <a:lnTo>
                  <a:pt x="38" y="1589"/>
                </a:lnTo>
                <a:lnTo>
                  <a:pt x="15" y="1557"/>
                </a:lnTo>
                <a:lnTo>
                  <a:pt x="0" y="1537"/>
                </a:lnTo>
                <a:lnTo>
                  <a:pt x="6" y="1509"/>
                </a:lnTo>
                <a:lnTo>
                  <a:pt x="43" y="1481"/>
                </a:lnTo>
                <a:lnTo>
                  <a:pt x="61" y="1443"/>
                </a:lnTo>
                <a:lnTo>
                  <a:pt x="61" y="1434"/>
                </a:lnTo>
                <a:lnTo>
                  <a:pt x="71" y="1404"/>
                </a:lnTo>
                <a:lnTo>
                  <a:pt x="89" y="1376"/>
                </a:lnTo>
                <a:lnTo>
                  <a:pt x="113" y="1339"/>
                </a:lnTo>
                <a:lnTo>
                  <a:pt x="89" y="1302"/>
                </a:lnTo>
                <a:lnTo>
                  <a:pt x="81" y="1292"/>
                </a:lnTo>
                <a:lnTo>
                  <a:pt x="85" y="1255"/>
                </a:lnTo>
                <a:lnTo>
                  <a:pt x="104" y="1226"/>
                </a:lnTo>
                <a:lnTo>
                  <a:pt x="132" y="1188"/>
                </a:lnTo>
                <a:lnTo>
                  <a:pt x="152" y="1155"/>
                </a:lnTo>
                <a:lnTo>
                  <a:pt x="155" y="1125"/>
                </a:lnTo>
                <a:lnTo>
                  <a:pt x="164" y="1102"/>
                </a:lnTo>
                <a:lnTo>
                  <a:pt x="175" y="1074"/>
                </a:lnTo>
                <a:lnTo>
                  <a:pt x="187" y="1045"/>
                </a:lnTo>
                <a:lnTo>
                  <a:pt x="208" y="1013"/>
                </a:lnTo>
                <a:lnTo>
                  <a:pt x="216" y="979"/>
                </a:lnTo>
                <a:lnTo>
                  <a:pt x="226" y="942"/>
                </a:lnTo>
                <a:lnTo>
                  <a:pt x="240" y="913"/>
                </a:lnTo>
                <a:lnTo>
                  <a:pt x="249" y="871"/>
                </a:lnTo>
                <a:lnTo>
                  <a:pt x="254" y="837"/>
                </a:lnTo>
                <a:lnTo>
                  <a:pt x="254" y="808"/>
                </a:lnTo>
                <a:lnTo>
                  <a:pt x="245" y="781"/>
                </a:lnTo>
                <a:lnTo>
                  <a:pt x="231" y="752"/>
                </a:lnTo>
                <a:lnTo>
                  <a:pt x="208" y="720"/>
                </a:lnTo>
                <a:lnTo>
                  <a:pt x="208" y="657"/>
                </a:lnTo>
                <a:lnTo>
                  <a:pt x="198" y="601"/>
                </a:lnTo>
                <a:lnTo>
                  <a:pt x="184" y="569"/>
                </a:lnTo>
                <a:lnTo>
                  <a:pt x="175" y="540"/>
                </a:lnTo>
                <a:lnTo>
                  <a:pt x="179" y="521"/>
                </a:lnTo>
                <a:lnTo>
                  <a:pt x="947" y="0"/>
                </a:lnTo>
                <a:lnTo>
                  <a:pt x="951" y="34"/>
                </a:lnTo>
                <a:lnTo>
                  <a:pt x="951" y="85"/>
                </a:lnTo>
                <a:lnTo>
                  <a:pt x="956" y="123"/>
                </a:lnTo>
                <a:lnTo>
                  <a:pt x="965" y="149"/>
                </a:lnTo>
                <a:lnTo>
                  <a:pt x="984" y="154"/>
                </a:lnTo>
                <a:lnTo>
                  <a:pt x="997" y="135"/>
                </a:lnTo>
                <a:lnTo>
                  <a:pt x="1016" y="126"/>
                </a:lnTo>
                <a:lnTo>
                  <a:pt x="1042" y="135"/>
                </a:lnTo>
                <a:lnTo>
                  <a:pt x="1056" y="145"/>
                </a:lnTo>
                <a:lnTo>
                  <a:pt x="1061" y="163"/>
                </a:lnTo>
                <a:lnTo>
                  <a:pt x="1057" y="183"/>
                </a:lnTo>
                <a:lnTo>
                  <a:pt x="1097" y="194"/>
                </a:lnTo>
                <a:lnTo>
                  <a:pt x="1130" y="191"/>
                </a:lnTo>
                <a:lnTo>
                  <a:pt x="1168" y="196"/>
                </a:lnTo>
                <a:lnTo>
                  <a:pt x="1197" y="209"/>
                </a:lnTo>
                <a:lnTo>
                  <a:pt x="1212" y="199"/>
                </a:lnTo>
                <a:lnTo>
                  <a:pt x="1227" y="199"/>
                </a:lnTo>
                <a:lnTo>
                  <a:pt x="1237" y="217"/>
                </a:lnTo>
                <a:lnTo>
                  <a:pt x="1248" y="276"/>
                </a:lnTo>
                <a:lnTo>
                  <a:pt x="1251" y="308"/>
                </a:lnTo>
                <a:lnTo>
                  <a:pt x="1262" y="304"/>
                </a:lnTo>
                <a:lnTo>
                  <a:pt x="1284" y="279"/>
                </a:lnTo>
                <a:lnTo>
                  <a:pt x="1298" y="290"/>
                </a:lnTo>
                <a:lnTo>
                  <a:pt x="1305" y="313"/>
                </a:lnTo>
                <a:lnTo>
                  <a:pt x="1293" y="327"/>
                </a:lnTo>
                <a:lnTo>
                  <a:pt x="1289" y="355"/>
                </a:lnTo>
                <a:lnTo>
                  <a:pt x="1346" y="360"/>
                </a:lnTo>
                <a:lnTo>
                  <a:pt x="1369" y="374"/>
                </a:lnTo>
                <a:lnTo>
                  <a:pt x="1379" y="402"/>
                </a:lnTo>
                <a:lnTo>
                  <a:pt x="1389" y="445"/>
                </a:lnTo>
                <a:lnTo>
                  <a:pt x="1407" y="474"/>
                </a:lnTo>
                <a:lnTo>
                  <a:pt x="1439" y="511"/>
                </a:lnTo>
                <a:lnTo>
                  <a:pt x="1452" y="532"/>
                </a:lnTo>
                <a:lnTo>
                  <a:pt x="1453" y="549"/>
                </a:lnTo>
                <a:lnTo>
                  <a:pt x="1448" y="572"/>
                </a:lnTo>
                <a:lnTo>
                  <a:pt x="1424" y="597"/>
                </a:lnTo>
                <a:lnTo>
                  <a:pt x="1438" y="613"/>
                </a:lnTo>
                <a:lnTo>
                  <a:pt x="1478" y="629"/>
                </a:lnTo>
                <a:lnTo>
                  <a:pt x="1524" y="649"/>
                </a:lnTo>
                <a:lnTo>
                  <a:pt x="1565" y="681"/>
                </a:lnTo>
                <a:lnTo>
                  <a:pt x="1587" y="713"/>
                </a:lnTo>
                <a:lnTo>
                  <a:pt x="1594" y="758"/>
                </a:lnTo>
                <a:lnTo>
                  <a:pt x="1598" y="771"/>
                </a:lnTo>
                <a:lnTo>
                  <a:pt x="1608" y="776"/>
                </a:lnTo>
                <a:lnTo>
                  <a:pt x="1612" y="771"/>
                </a:lnTo>
                <a:lnTo>
                  <a:pt x="1617" y="709"/>
                </a:lnTo>
                <a:lnTo>
                  <a:pt x="1631" y="695"/>
                </a:lnTo>
                <a:lnTo>
                  <a:pt x="1661" y="691"/>
                </a:lnTo>
                <a:lnTo>
                  <a:pt x="1688" y="695"/>
                </a:lnTo>
                <a:lnTo>
                  <a:pt x="1693" y="691"/>
                </a:lnTo>
                <a:lnTo>
                  <a:pt x="1693" y="686"/>
                </a:lnTo>
                <a:lnTo>
                  <a:pt x="1683" y="677"/>
                </a:lnTo>
                <a:lnTo>
                  <a:pt x="1654" y="667"/>
                </a:lnTo>
                <a:lnTo>
                  <a:pt x="1651" y="654"/>
                </a:lnTo>
                <a:lnTo>
                  <a:pt x="1654" y="648"/>
                </a:lnTo>
                <a:lnTo>
                  <a:pt x="1725" y="644"/>
                </a:lnTo>
                <a:lnTo>
                  <a:pt x="1743" y="654"/>
                </a:lnTo>
                <a:lnTo>
                  <a:pt x="1762" y="706"/>
                </a:lnTo>
                <a:lnTo>
                  <a:pt x="1781" y="734"/>
                </a:lnTo>
                <a:lnTo>
                  <a:pt x="1809" y="738"/>
                </a:lnTo>
                <a:lnTo>
                  <a:pt x="1824" y="748"/>
                </a:lnTo>
                <a:lnTo>
                  <a:pt x="1849" y="784"/>
                </a:lnTo>
                <a:lnTo>
                  <a:pt x="1945" y="790"/>
                </a:lnTo>
                <a:lnTo>
                  <a:pt x="1968" y="784"/>
                </a:lnTo>
                <a:lnTo>
                  <a:pt x="1984" y="787"/>
                </a:lnTo>
                <a:lnTo>
                  <a:pt x="1979" y="822"/>
                </a:lnTo>
                <a:lnTo>
                  <a:pt x="1964" y="857"/>
                </a:lnTo>
                <a:lnTo>
                  <a:pt x="1964" y="889"/>
                </a:lnTo>
                <a:lnTo>
                  <a:pt x="1968" y="894"/>
                </a:lnTo>
                <a:lnTo>
                  <a:pt x="1988" y="894"/>
                </a:lnTo>
                <a:lnTo>
                  <a:pt x="1997" y="885"/>
                </a:lnTo>
                <a:lnTo>
                  <a:pt x="2002" y="866"/>
                </a:lnTo>
                <a:lnTo>
                  <a:pt x="2002" y="837"/>
                </a:lnTo>
                <a:lnTo>
                  <a:pt x="2011" y="828"/>
                </a:lnTo>
                <a:lnTo>
                  <a:pt x="2049" y="814"/>
                </a:lnTo>
                <a:lnTo>
                  <a:pt x="2078" y="804"/>
                </a:lnTo>
                <a:lnTo>
                  <a:pt x="2102" y="790"/>
                </a:lnTo>
                <a:lnTo>
                  <a:pt x="2112" y="768"/>
                </a:lnTo>
                <a:lnTo>
                  <a:pt x="2107" y="758"/>
                </a:lnTo>
                <a:lnTo>
                  <a:pt x="2078" y="741"/>
                </a:lnTo>
                <a:lnTo>
                  <a:pt x="2073" y="732"/>
                </a:lnTo>
                <a:lnTo>
                  <a:pt x="2078" y="718"/>
                </a:lnTo>
                <a:lnTo>
                  <a:pt x="2091" y="706"/>
                </a:lnTo>
                <a:lnTo>
                  <a:pt x="2095" y="695"/>
                </a:lnTo>
                <a:lnTo>
                  <a:pt x="2078" y="645"/>
                </a:lnTo>
                <a:lnTo>
                  <a:pt x="2078" y="621"/>
                </a:lnTo>
                <a:lnTo>
                  <a:pt x="2090" y="592"/>
                </a:lnTo>
                <a:lnTo>
                  <a:pt x="2119" y="564"/>
                </a:lnTo>
                <a:lnTo>
                  <a:pt x="2132" y="535"/>
                </a:lnTo>
                <a:lnTo>
                  <a:pt x="2160" y="515"/>
                </a:lnTo>
                <a:lnTo>
                  <a:pt x="2199" y="515"/>
                </a:lnTo>
                <a:lnTo>
                  <a:pt x="2208" y="529"/>
                </a:lnTo>
                <a:lnTo>
                  <a:pt x="2212" y="564"/>
                </a:lnTo>
                <a:lnTo>
                  <a:pt x="2221" y="584"/>
                </a:lnTo>
                <a:lnTo>
                  <a:pt x="2221" y="615"/>
                </a:lnTo>
                <a:lnTo>
                  <a:pt x="2240" y="631"/>
                </a:lnTo>
                <a:lnTo>
                  <a:pt x="2249" y="643"/>
                </a:lnTo>
                <a:lnTo>
                  <a:pt x="2248" y="656"/>
                </a:lnTo>
                <a:lnTo>
                  <a:pt x="2232" y="667"/>
                </a:lnTo>
                <a:lnTo>
                  <a:pt x="2212" y="668"/>
                </a:lnTo>
                <a:lnTo>
                  <a:pt x="2204" y="674"/>
                </a:lnTo>
                <a:lnTo>
                  <a:pt x="2200" y="691"/>
                </a:lnTo>
                <a:lnTo>
                  <a:pt x="2228" y="731"/>
                </a:lnTo>
                <a:lnTo>
                  <a:pt x="2228" y="763"/>
                </a:lnTo>
                <a:lnTo>
                  <a:pt x="2228" y="799"/>
                </a:lnTo>
                <a:lnTo>
                  <a:pt x="2240" y="828"/>
                </a:lnTo>
                <a:lnTo>
                  <a:pt x="2262" y="836"/>
                </a:lnTo>
                <a:lnTo>
                  <a:pt x="2280" y="812"/>
                </a:lnTo>
                <a:lnTo>
                  <a:pt x="2280" y="787"/>
                </a:lnTo>
                <a:lnTo>
                  <a:pt x="2268" y="763"/>
                </a:lnTo>
                <a:lnTo>
                  <a:pt x="2273" y="743"/>
                </a:lnTo>
                <a:lnTo>
                  <a:pt x="2290" y="744"/>
                </a:lnTo>
                <a:lnTo>
                  <a:pt x="2304" y="759"/>
                </a:lnTo>
                <a:lnTo>
                  <a:pt x="2316" y="812"/>
                </a:lnTo>
                <a:lnTo>
                  <a:pt x="2308" y="860"/>
                </a:lnTo>
                <a:lnTo>
                  <a:pt x="2313" y="889"/>
                </a:lnTo>
                <a:lnTo>
                  <a:pt x="2322" y="900"/>
                </a:lnTo>
                <a:lnTo>
                  <a:pt x="2357" y="899"/>
                </a:lnTo>
                <a:lnTo>
                  <a:pt x="2371" y="883"/>
                </a:lnTo>
                <a:lnTo>
                  <a:pt x="2383" y="857"/>
                </a:lnTo>
                <a:lnTo>
                  <a:pt x="2406" y="836"/>
                </a:lnTo>
                <a:lnTo>
                  <a:pt x="2414" y="812"/>
                </a:lnTo>
                <a:lnTo>
                  <a:pt x="2418" y="752"/>
                </a:lnTo>
                <a:lnTo>
                  <a:pt x="2426" y="738"/>
                </a:lnTo>
                <a:lnTo>
                  <a:pt x="2437" y="730"/>
                </a:lnTo>
                <a:lnTo>
                  <a:pt x="2456" y="732"/>
                </a:lnTo>
                <a:lnTo>
                  <a:pt x="2472" y="743"/>
                </a:lnTo>
                <a:lnTo>
                  <a:pt x="2483" y="755"/>
                </a:lnTo>
                <a:lnTo>
                  <a:pt x="2487" y="794"/>
                </a:lnTo>
                <a:lnTo>
                  <a:pt x="2513" y="786"/>
                </a:lnTo>
                <a:lnTo>
                  <a:pt x="2527" y="790"/>
                </a:lnTo>
                <a:lnTo>
                  <a:pt x="2533" y="798"/>
                </a:lnTo>
                <a:lnTo>
                  <a:pt x="2531" y="812"/>
                </a:lnTo>
                <a:lnTo>
                  <a:pt x="2506" y="819"/>
                </a:lnTo>
                <a:lnTo>
                  <a:pt x="2491" y="836"/>
                </a:lnTo>
                <a:lnTo>
                  <a:pt x="2478" y="874"/>
                </a:lnTo>
                <a:lnTo>
                  <a:pt x="2491" y="883"/>
                </a:lnTo>
                <a:lnTo>
                  <a:pt x="2483" y="904"/>
                </a:lnTo>
                <a:lnTo>
                  <a:pt x="2503" y="908"/>
                </a:lnTo>
                <a:lnTo>
                  <a:pt x="2513" y="928"/>
                </a:lnTo>
                <a:lnTo>
                  <a:pt x="2527" y="941"/>
                </a:lnTo>
                <a:lnTo>
                  <a:pt x="2527" y="951"/>
                </a:lnTo>
                <a:lnTo>
                  <a:pt x="2474" y="1000"/>
                </a:lnTo>
                <a:lnTo>
                  <a:pt x="2459" y="1009"/>
                </a:lnTo>
                <a:lnTo>
                  <a:pt x="2442" y="1000"/>
                </a:lnTo>
                <a:lnTo>
                  <a:pt x="2431" y="981"/>
                </a:lnTo>
                <a:lnTo>
                  <a:pt x="2414" y="992"/>
                </a:lnTo>
                <a:lnTo>
                  <a:pt x="2391" y="1009"/>
                </a:lnTo>
                <a:lnTo>
                  <a:pt x="2378" y="1009"/>
                </a:lnTo>
                <a:lnTo>
                  <a:pt x="2348" y="987"/>
                </a:lnTo>
                <a:lnTo>
                  <a:pt x="2331" y="985"/>
                </a:lnTo>
                <a:lnTo>
                  <a:pt x="2323" y="992"/>
                </a:lnTo>
                <a:lnTo>
                  <a:pt x="2327" y="1009"/>
                </a:lnTo>
                <a:lnTo>
                  <a:pt x="2340" y="1024"/>
                </a:lnTo>
                <a:lnTo>
                  <a:pt x="2327" y="1036"/>
                </a:lnTo>
                <a:lnTo>
                  <a:pt x="2289" y="1047"/>
                </a:lnTo>
                <a:lnTo>
                  <a:pt x="2251" y="1041"/>
                </a:lnTo>
                <a:lnTo>
                  <a:pt x="2225" y="1015"/>
                </a:lnTo>
                <a:lnTo>
                  <a:pt x="2200" y="1004"/>
                </a:lnTo>
                <a:lnTo>
                  <a:pt x="2177" y="1009"/>
                </a:lnTo>
                <a:lnTo>
                  <a:pt x="2173" y="1041"/>
                </a:lnTo>
                <a:lnTo>
                  <a:pt x="2208" y="1073"/>
                </a:lnTo>
                <a:lnTo>
                  <a:pt x="2232" y="1084"/>
                </a:lnTo>
                <a:lnTo>
                  <a:pt x="2244" y="1112"/>
                </a:lnTo>
                <a:lnTo>
                  <a:pt x="2216" y="1144"/>
                </a:lnTo>
                <a:lnTo>
                  <a:pt x="2128" y="1178"/>
                </a:lnTo>
                <a:lnTo>
                  <a:pt x="2093" y="1171"/>
                </a:lnTo>
                <a:lnTo>
                  <a:pt x="2068" y="1160"/>
                </a:lnTo>
                <a:lnTo>
                  <a:pt x="2053" y="1165"/>
                </a:lnTo>
                <a:lnTo>
                  <a:pt x="2045" y="1184"/>
                </a:lnTo>
                <a:lnTo>
                  <a:pt x="2057" y="1197"/>
                </a:lnTo>
                <a:lnTo>
                  <a:pt x="2068" y="1214"/>
                </a:lnTo>
                <a:lnTo>
                  <a:pt x="2057" y="1229"/>
                </a:lnTo>
                <a:lnTo>
                  <a:pt x="1958" y="1284"/>
                </a:lnTo>
                <a:lnTo>
                  <a:pt x="1940" y="1302"/>
                </a:lnTo>
                <a:lnTo>
                  <a:pt x="1940" y="1311"/>
                </a:lnTo>
                <a:lnTo>
                  <a:pt x="1917" y="1334"/>
                </a:lnTo>
                <a:lnTo>
                  <a:pt x="1890" y="1353"/>
                </a:lnTo>
                <a:lnTo>
                  <a:pt x="1861" y="1376"/>
                </a:lnTo>
                <a:lnTo>
                  <a:pt x="1827" y="1386"/>
                </a:lnTo>
                <a:lnTo>
                  <a:pt x="1827" y="1397"/>
                </a:lnTo>
                <a:lnTo>
                  <a:pt x="1838" y="1423"/>
                </a:lnTo>
                <a:lnTo>
                  <a:pt x="1824" y="1453"/>
                </a:lnTo>
                <a:lnTo>
                  <a:pt x="1813" y="1490"/>
                </a:lnTo>
                <a:lnTo>
                  <a:pt x="1827" y="1509"/>
                </a:lnTo>
                <a:lnTo>
                  <a:pt x="1870" y="1518"/>
                </a:lnTo>
                <a:lnTo>
                  <a:pt x="1884" y="1523"/>
                </a:lnTo>
                <a:lnTo>
                  <a:pt x="1890" y="1532"/>
                </a:lnTo>
                <a:lnTo>
                  <a:pt x="1894" y="1594"/>
                </a:lnTo>
                <a:lnTo>
                  <a:pt x="1890" y="1632"/>
                </a:lnTo>
                <a:lnTo>
                  <a:pt x="1890" y="1660"/>
                </a:lnTo>
                <a:lnTo>
                  <a:pt x="1903" y="1679"/>
                </a:lnTo>
                <a:lnTo>
                  <a:pt x="1926" y="1679"/>
                </a:lnTo>
                <a:lnTo>
                  <a:pt x="1956" y="1665"/>
                </a:lnTo>
                <a:lnTo>
                  <a:pt x="1973" y="1665"/>
                </a:lnTo>
                <a:lnTo>
                  <a:pt x="2002" y="1684"/>
                </a:lnTo>
                <a:lnTo>
                  <a:pt x="2035" y="1718"/>
                </a:lnTo>
                <a:lnTo>
                  <a:pt x="2063" y="1727"/>
                </a:lnTo>
                <a:lnTo>
                  <a:pt x="2086" y="1746"/>
                </a:lnTo>
                <a:lnTo>
                  <a:pt x="2104" y="1769"/>
                </a:lnTo>
                <a:lnTo>
                  <a:pt x="2104" y="1802"/>
                </a:lnTo>
                <a:lnTo>
                  <a:pt x="2114" y="1811"/>
                </a:lnTo>
                <a:lnTo>
                  <a:pt x="2171" y="1830"/>
                </a:lnTo>
                <a:lnTo>
                  <a:pt x="2236" y="1844"/>
                </a:lnTo>
                <a:lnTo>
                  <a:pt x="2268" y="1864"/>
                </a:lnTo>
                <a:lnTo>
                  <a:pt x="2324" y="1887"/>
                </a:lnTo>
                <a:lnTo>
                  <a:pt x="2354" y="1892"/>
                </a:lnTo>
                <a:lnTo>
                  <a:pt x="2368" y="1902"/>
                </a:lnTo>
                <a:lnTo>
                  <a:pt x="2378" y="1912"/>
                </a:lnTo>
                <a:lnTo>
                  <a:pt x="2378" y="1931"/>
                </a:lnTo>
                <a:lnTo>
                  <a:pt x="2371" y="1942"/>
                </a:lnTo>
                <a:lnTo>
                  <a:pt x="2354" y="1952"/>
                </a:lnTo>
                <a:lnTo>
                  <a:pt x="2350" y="1966"/>
                </a:lnTo>
                <a:lnTo>
                  <a:pt x="2349" y="1980"/>
                </a:lnTo>
                <a:lnTo>
                  <a:pt x="2362" y="2011"/>
                </a:lnTo>
                <a:lnTo>
                  <a:pt x="2362" y="2056"/>
                </a:lnTo>
                <a:lnTo>
                  <a:pt x="2374" y="2144"/>
                </a:lnTo>
                <a:lnTo>
                  <a:pt x="2401" y="2175"/>
                </a:lnTo>
                <a:lnTo>
                  <a:pt x="2423" y="2237"/>
                </a:lnTo>
                <a:lnTo>
                  <a:pt x="2453" y="2240"/>
                </a:lnTo>
                <a:lnTo>
                  <a:pt x="2481" y="2214"/>
                </a:lnTo>
                <a:lnTo>
                  <a:pt x="2485" y="2245"/>
                </a:lnTo>
                <a:lnTo>
                  <a:pt x="2515" y="2245"/>
                </a:lnTo>
                <a:lnTo>
                  <a:pt x="2541" y="2223"/>
                </a:lnTo>
                <a:lnTo>
                  <a:pt x="2559" y="2164"/>
                </a:lnTo>
                <a:lnTo>
                  <a:pt x="2559" y="2126"/>
                </a:lnTo>
                <a:lnTo>
                  <a:pt x="2519" y="2020"/>
                </a:lnTo>
                <a:lnTo>
                  <a:pt x="2519" y="1980"/>
                </a:lnTo>
                <a:lnTo>
                  <a:pt x="2537" y="1962"/>
                </a:lnTo>
                <a:lnTo>
                  <a:pt x="2581" y="1944"/>
                </a:lnTo>
                <a:lnTo>
                  <a:pt x="2629" y="1897"/>
                </a:lnTo>
                <a:lnTo>
                  <a:pt x="2651" y="1830"/>
                </a:lnTo>
                <a:lnTo>
                  <a:pt x="2646" y="1773"/>
                </a:lnTo>
                <a:lnTo>
                  <a:pt x="2629" y="1724"/>
                </a:lnTo>
                <a:lnTo>
                  <a:pt x="2603" y="1681"/>
                </a:lnTo>
                <a:lnTo>
                  <a:pt x="2576" y="1661"/>
                </a:lnTo>
                <a:lnTo>
                  <a:pt x="2570" y="1645"/>
                </a:lnTo>
                <a:lnTo>
                  <a:pt x="2576" y="1614"/>
                </a:lnTo>
                <a:lnTo>
                  <a:pt x="2594" y="1589"/>
                </a:lnTo>
                <a:lnTo>
                  <a:pt x="2633" y="1583"/>
                </a:lnTo>
                <a:lnTo>
                  <a:pt x="2652" y="1563"/>
                </a:lnTo>
                <a:lnTo>
                  <a:pt x="2654" y="1533"/>
                </a:lnTo>
                <a:lnTo>
                  <a:pt x="2646" y="1505"/>
                </a:lnTo>
                <a:lnTo>
                  <a:pt x="2628" y="1476"/>
                </a:lnTo>
                <a:lnTo>
                  <a:pt x="2624" y="1459"/>
                </a:lnTo>
                <a:lnTo>
                  <a:pt x="2626" y="1429"/>
                </a:lnTo>
                <a:lnTo>
                  <a:pt x="2629" y="1393"/>
                </a:lnTo>
                <a:lnTo>
                  <a:pt x="2619" y="1349"/>
                </a:lnTo>
                <a:lnTo>
                  <a:pt x="2633" y="1313"/>
                </a:lnTo>
                <a:lnTo>
                  <a:pt x="2654" y="1311"/>
                </a:lnTo>
                <a:lnTo>
                  <a:pt x="2672" y="1320"/>
                </a:lnTo>
                <a:lnTo>
                  <a:pt x="2697" y="1340"/>
                </a:lnTo>
                <a:lnTo>
                  <a:pt x="2719" y="1347"/>
                </a:lnTo>
                <a:lnTo>
                  <a:pt x="2751" y="1344"/>
                </a:lnTo>
                <a:lnTo>
                  <a:pt x="2774" y="1333"/>
                </a:lnTo>
                <a:lnTo>
                  <a:pt x="2801" y="1334"/>
                </a:lnTo>
                <a:lnTo>
                  <a:pt x="2827" y="1350"/>
                </a:lnTo>
                <a:lnTo>
                  <a:pt x="2847" y="1372"/>
                </a:lnTo>
                <a:lnTo>
                  <a:pt x="2863" y="1411"/>
                </a:lnTo>
                <a:lnTo>
                  <a:pt x="2881" y="1434"/>
                </a:lnTo>
                <a:lnTo>
                  <a:pt x="2911" y="1452"/>
                </a:lnTo>
                <a:lnTo>
                  <a:pt x="2943" y="1459"/>
                </a:lnTo>
                <a:lnTo>
                  <a:pt x="2984" y="1457"/>
                </a:lnTo>
                <a:lnTo>
                  <a:pt x="2992" y="1476"/>
                </a:lnTo>
                <a:lnTo>
                  <a:pt x="2992" y="1491"/>
                </a:lnTo>
                <a:lnTo>
                  <a:pt x="2974" y="1513"/>
                </a:lnTo>
                <a:lnTo>
                  <a:pt x="2992" y="1557"/>
                </a:lnTo>
                <a:lnTo>
                  <a:pt x="2996" y="1578"/>
                </a:lnTo>
                <a:lnTo>
                  <a:pt x="2982" y="1627"/>
                </a:lnTo>
                <a:lnTo>
                  <a:pt x="2996" y="1640"/>
                </a:lnTo>
                <a:lnTo>
                  <a:pt x="3027" y="1640"/>
                </a:lnTo>
                <a:lnTo>
                  <a:pt x="3057" y="1676"/>
                </a:lnTo>
                <a:lnTo>
                  <a:pt x="3083" y="1684"/>
                </a:lnTo>
                <a:lnTo>
                  <a:pt x="3119" y="1684"/>
                </a:lnTo>
                <a:lnTo>
                  <a:pt x="3159" y="1661"/>
                </a:lnTo>
                <a:lnTo>
                  <a:pt x="3179" y="1622"/>
                </a:lnTo>
                <a:lnTo>
                  <a:pt x="3171" y="1583"/>
                </a:lnTo>
                <a:lnTo>
                  <a:pt x="3152" y="1567"/>
                </a:lnTo>
                <a:lnTo>
                  <a:pt x="3164" y="1536"/>
                </a:lnTo>
                <a:lnTo>
                  <a:pt x="3188" y="1509"/>
                </a:lnTo>
                <a:lnTo>
                  <a:pt x="3198" y="1486"/>
                </a:lnTo>
                <a:lnTo>
                  <a:pt x="3223" y="1507"/>
                </a:lnTo>
                <a:lnTo>
                  <a:pt x="3241" y="1531"/>
                </a:lnTo>
                <a:lnTo>
                  <a:pt x="3267" y="1551"/>
                </a:lnTo>
                <a:lnTo>
                  <a:pt x="3307" y="1610"/>
                </a:lnTo>
                <a:lnTo>
                  <a:pt x="3364" y="1661"/>
                </a:lnTo>
                <a:lnTo>
                  <a:pt x="3376" y="1724"/>
                </a:lnTo>
                <a:lnTo>
                  <a:pt x="3412" y="1768"/>
                </a:lnTo>
                <a:lnTo>
                  <a:pt x="3406" y="1843"/>
                </a:lnTo>
                <a:lnTo>
                  <a:pt x="3452" y="1865"/>
                </a:lnTo>
                <a:lnTo>
                  <a:pt x="3492" y="1915"/>
                </a:lnTo>
                <a:lnTo>
                  <a:pt x="3508" y="1922"/>
                </a:lnTo>
                <a:lnTo>
                  <a:pt x="3551" y="1915"/>
                </a:lnTo>
                <a:lnTo>
                  <a:pt x="3590" y="1926"/>
                </a:lnTo>
                <a:lnTo>
                  <a:pt x="3608" y="1921"/>
                </a:lnTo>
                <a:lnTo>
                  <a:pt x="3613" y="1921"/>
                </a:lnTo>
                <a:lnTo>
                  <a:pt x="3627" y="1930"/>
                </a:lnTo>
                <a:lnTo>
                  <a:pt x="3627" y="1944"/>
                </a:lnTo>
                <a:lnTo>
                  <a:pt x="3608" y="1972"/>
                </a:lnTo>
                <a:lnTo>
                  <a:pt x="3580" y="1981"/>
                </a:lnTo>
                <a:lnTo>
                  <a:pt x="3548" y="2006"/>
                </a:lnTo>
                <a:lnTo>
                  <a:pt x="3530" y="2034"/>
                </a:lnTo>
                <a:lnTo>
                  <a:pt x="3531" y="2056"/>
                </a:lnTo>
                <a:lnTo>
                  <a:pt x="3543" y="2062"/>
                </a:lnTo>
                <a:lnTo>
                  <a:pt x="3575" y="2041"/>
                </a:lnTo>
                <a:lnTo>
                  <a:pt x="3608" y="2016"/>
                </a:lnTo>
                <a:lnTo>
                  <a:pt x="3643" y="1985"/>
                </a:lnTo>
                <a:lnTo>
                  <a:pt x="3665" y="1981"/>
                </a:lnTo>
                <a:lnTo>
                  <a:pt x="3674" y="1989"/>
                </a:lnTo>
                <a:lnTo>
                  <a:pt x="3671" y="2008"/>
                </a:lnTo>
                <a:lnTo>
                  <a:pt x="3674" y="2017"/>
                </a:lnTo>
                <a:lnTo>
                  <a:pt x="3685" y="2022"/>
                </a:lnTo>
                <a:lnTo>
                  <a:pt x="3706" y="2007"/>
                </a:lnTo>
                <a:lnTo>
                  <a:pt x="3717" y="2007"/>
                </a:lnTo>
                <a:lnTo>
                  <a:pt x="3726" y="2016"/>
                </a:lnTo>
                <a:lnTo>
                  <a:pt x="3731" y="2041"/>
                </a:lnTo>
                <a:lnTo>
                  <a:pt x="3736" y="2076"/>
                </a:lnTo>
                <a:lnTo>
                  <a:pt x="3753" y="2090"/>
                </a:lnTo>
                <a:lnTo>
                  <a:pt x="3750" y="2130"/>
                </a:lnTo>
                <a:lnTo>
                  <a:pt x="3741" y="2155"/>
                </a:lnTo>
                <a:lnTo>
                  <a:pt x="3726" y="2176"/>
                </a:lnTo>
                <a:lnTo>
                  <a:pt x="3695" y="2195"/>
                </a:lnTo>
                <a:lnTo>
                  <a:pt x="3670" y="2199"/>
                </a:lnTo>
                <a:lnTo>
                  <a:pt x="3651" y="2232"/>
                </a:lnTo>
                <a:lnTo>
                  <a:pt x="3613" y="2290"/>
                </a:lnTo>
                <a:lnTo>
                  <a:pt x="3580" y="2311"/>
                </a:lnTo>
                <a:lnTo>
                  <a:pt x="3506" y="2322"/>
                </a:lnTo>
                <a:lnTo>
                  <a:pt x="3439" y="2327"/>
                </a:lnTo>
                <a:lnTo>
                  <a:pt x="3398" y="2327"/>
                </a:lnTo>
                <a:lnTo>
                  <a:pt x="3315" y="2332"/>
                </a:lnTo>
                <a:lnTo>
                  <a:pt x="3206" y="2337"/>
                </a:lnTo>
                <a:lnTo>
                  <a:pt x="3173" y="2370"/>
                </a:lnTo>
                <a:lnTo>
                  <a:pt x="3164" y="2402"/>
                </a:lnTo>
                <a:lnTo>
                  <a:pt x="3135" y="2422"/>
                </a:lnTo>
                <a:lnTo>
                  <a:pt x="3109" y="2436"/>
                </a:lnTo>
                <a:lnTo>
                  <a:pt x="3093" y="2454"/>
                </a:lnTo>
                <a:lnTo>
                  <a:pt x="3079" y="2487"/>
                </a:lnTo>
                <a:lnTo>
                  <a:pt x="3065" y="2516"/>
                </a:lnTo>
                <a:lnTo>
                  <a:pt x="3023" y="2564"/>
                </a:lnTo>
                <a:lnTo>
                  <a:pt x="2986" y="2620"/>
                </a:lnTo>
                <a:lnTo>
                  <a:pt x="2980" y="2629"/>
                </a:lnTo>
                <a:lnTo>
                  <a:pt x="2986" y="2639"/>
                </a:lnTo>
                <a:lnTo>
                  <a:pt x="2989" y="2644"/>
                </a:lnTo>
                <a:lnTo>
                  <a:pt x="3000" y="2644"/>
                </a:lnTo>
                <a:lnTo>
                  <a:pt x="3014" y="2634"/>
                </a:lnTo>
                <a:lnTo>
                  <a:pt x="3027" y="2638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74" name="Freeform 273"/>
          <p:cNvSpPr>
            <a:spLocks/>
          </p:cNvSpPr>
          <p:nvPr/>
        </p:nvSpPr>
        <p:spPr bwMode="auto">
          <a:xfrm rot="21045919">
            <a:off x="1006285" y="3009957"/>
            <a:ext cx="1403445" cy="1070225"/>
          </a:xfrm>
          <a:custGeom>
            <a:avLst/>
            <a:gdLst/>
            <a:ahLst/>
            <a:cxnLst>
              <a:cxn ang="0">
                <a:pos x="2336" y="2161"/>
              </a:cxn>
              <a:cxn ang="0">
                <a:pos x="2470" y="2188"/>
              </a:cxn>
              <a:cxn ang="0">
                <a:pos x="2556" y="2376"/>
              </a:cxn>
              <a:cxn ang="0">
                <a:pos x="2573" y="2457"/>
              </a:cxn>
              <a:cxn ang="0">
                <a:pos x="2662" y="2612"/>
              </a:cxn>
              <a:cxn ang="0">
                <a:pos x="2761" y="2494"/>
              </a:cxn>
              <a:cxn ang="0">
                <a:pos x="2699" y="2178"/>
              </a:cxn>
              <a:cxn ang="0">
                <a:pos x="2740" y="2003"/>
              </a:cxn>
              <a:cxn ang="0">
                <a:pos x="2905" y="1876"/>
              </a:cxn>
              <a:cxn ang="0">
                <a:pos x="3059" y="1785"/>
              </a:cxn>
              <a:cxn ang="0">
                <a:pos x="3062" y="1702"/>
              </a:cxn>
              <a:cxn ang="0">
                <a:pos x="3046" y="1548"/>
              </a:cxn>
              <a:cxn ang="0">
                <a:pos x="3072" y="1488"/>
              </a:cxn>
              <a:cxn ang="0">
                <a:pos x="3108" y="1587"/>
              </a:cxn>
              <a:cxn ang="0">
                <a:pos x="3117" y="1433"/>
              </a:cxn>
              <a:cxn ang="0">
                <a:pos x="3191" y="1442"/>
              </a:cxn>
              <a:cxn ang="0">
                <a:pos x="3267" y="1280"/>
              </a:cxn>
              <a:cxn ang="0">
                <a:pos x="3440" y="1223"/>
              </a:cxn>
              <a:cxn ang="0">
                <a:pos x="3443" y="1095"/>
              </a:cxn>
              <a:cxn ang="0">
                <a:pos x="3613" y="976"/>
              </a:cxn>
              <a:cxn ang="0">
                <a:pos x="3655" y="924"/>
              </a:cxn>
              <a:cxn ang="0">
                <a:pos x="3559" y="736"/>
              </a:cxn>
              <a:cxn ang="0">
                <a:pos x="3429" y="887"/>
              </a:cxn>
              <a:cxn ang="0">
                <a:pos x="3165" y="937"/>
              </a:cxn>
              <a:cxn ang="0">
                <a:pos x="2912" y="1079"/>
              </a:cxn>
              <a:cxn ang="0">
                <a:pos x="2672" y="1195"/>
              </a:cxn>
              <a:cxn ang="0">
                <a:pos x="2699" y="1043"/>
              </a:cxn>
              <a:cxn ang="0">
                <a:pos x="2606" y="773"/>
              </a:cxn>
              <a:cxn ang="0">
                <a:pos x="2357" y="603"/>
              </a:cxn>
              <a:cxn ang="0">
                <a:pos x="2133" y="517"/>
              </a:cxn>
              <a:cxn ang="0">
                <a:pos x="563" y="36"/>
              </a:cxn>
              <a:cxn ang="0">
                <a:pos x="486" y="139"/>
              </a:cxn>
              <a:cxn ang="0">
                <a:pos x="460" y="18"/>
              </a:cxn>
              <a:cxn ang="0">
                <a:pos x="394" y="106"/>
              </a:cxn>
              <a:cxn ang="0">
                <a:pos x="267" y="276"/>
              </a:cxn>
              <a:cxn ang="0">
                <a:pos x="151" y="453"/>
              </a:cxn>
              <a:cxn ang="0">
                <a:pos x="38" y="640"/>
              </a:cxn>
              <a:cxn ang="0">
                <a:pos x="19" y="825"/>
              </a:cxn>
              <a:cxn ang="0">
                <a:pos x="3" y="928"/>
              </a:cxn>
              <a:cxn ang="0">
                <a:pos x="27" y="1171"/>
              </a:cxn>
              <a:cxn ang="0">
                <a:pos x="132" y="1359"/>
              </a:cxn>
              <a:cxn ang="0">
                <a:pos x="290" y="1510"/>
              </a:cxn>
              <a:cxn ang="0">
                <a:pos x="452" y="1648"/>
              </a:cxn>
              <a:cxn ang="0">
                <a:pos x="633" y="1742"/>
              </a:cxn>
              <a:cxn ang="0">
                <a:pos x="802" y="1738"/>
              </a:cxn>
              <a:cxn ang="0">
                <a:pos x="923" y="1850"/>
              </a:cxn>
              <a:cxn ang="0">
                <a:pos x="1013" y="2036"/>
              </a:cxn>
              <a:cxn ang="0">
                <a:pos x="1167" y="2017"/>
              </a:cxn>
              <a:cxn ang="0">
                <a:pos x="1283" y="2315"/>
              </a:cxn>
              <a:cxn ang="0">
                <a:pos x="1415" y="2394"/>
              </a:cxn>
              <a:cxn ang="0">
                <a:pos x="1490" y="2219"/>
              </a:cxn>
              <a:cxn ang="0">
                <a:pos x="1652" y="2105"/>
              </a:cxn>
              <a:cxn ang="0">
                <a:pos x="1763" y="2124"/>
              </a:cxn>
              <a:cxn ang="0">
                <a:pos x="1912" y="2159"/>
              </a:cxn>
              <a:cxn ang="0">
                <a:pos x="2066" y="2178"/>
              </a:cxn>
              <a:cxn ang="0">
                <a:pos x="2002" y="2122"/>
              </a:cxn>
            </a:cxnLst>
            <a:rect l="0" t="0" r="r" b="b"/>
            <a:pathLst>
              <a:path w="3674" h="2636">
                <a:moveTo>
                  <a:pt x="2097" y="2110"/>
                </a:moveTo>
                <a:lnTo>
                  <a:pt x="2161" y="2108"/>
                </a:lnTo>
                <a:lnTo>
                  <a:pt x="2174" y="2122"/>
                </a:lnTo>
                <a:lnTo>
                  <a:pt x="2190" y="2129"/>
                </a:lnTo>
                <a:lnTo>
                  <a:pt x="2306" y="2133"/>
                </a:lnTo>
                <a:lnTo>
                  <a:pt x="2336" y="2161"/>
                </a:lnTo>
                <a:lnTo>
                  <a:pt x="2352" y="2200"/>
                </a:lnTo>
                <a:lnTo>
                  <a:pt x="2374" y="2211"/>
                </a:lnTo>
                <a:lnTo>
                  <a:pt x="2410" y="2211"/>
                </a:lnTo>
                <a:lnTo>
                  <a:pt x="2433" y="2188"/>
                </a:lnTo>
                <a:lnTo>
                  <a:pt x="2451" y="2178"/>
                </a:lnTo>
                <a:lnTo>
                  <a:pt x="2470" y="2188"/>
                </a:lnTo>
                <a:lnTo>
                  <a:pt x="2498" y="2214"/>
                </a:lnTo>
                <a:lnTo>
                  <a:pt x="2532" y="2259"/>
                </a:lnTo>
                <a:lnTo>
                  <a:pt x="2544" y="2292"/>
                </a:lnTo>
                <a:lnTo>
                  <a:pt x="2544" y="2319"/>
                </a:lnTo>
                <a:lnTo>
                  <a:pt x="2549" y="2371"/>
                </a:lnTo>
                <a:lnTo>
                  <a:pt x="2556" y="2376"/>
                </a:lnTo>
                <a:lnTo>
                  <a:pt x="2572" y="2372"/>
                </a:lnTo>
                <a:lnTo>
                  <a:pt x="2584" y="2384"/>
                </a:lnTo>
                <a:lnTo>
                  <a:pt x="2582" y="2397"/>
                </a:lnTo>
                <a:lnTo>
                  <a:pt x="2563" y="2415"/>
                </a:lnTo>
                <a:lnTo>
                  <a:pt x="2563" y="2429"/>
                </a:lnTo>
                <a:lnTo>
                  <a:pt x="2573" y="2457"/>
                </a:lnTo>
                <a:lnTo>
                  <a:pt x="2599" y="2470"/>
                </a:lnTo>
                <a:lnTo>
                  <a:pt x="2609" y="2485"/>
                </a:lnTo>
                <a:lnTo>
                  <a:pt x="2620" y="2527"/>
                </a:lnTo>
                <a:lnTo>
                  <a:pt x="2639" y="2555"/>
                </a:lnTo>
                <a:lnTo>
                  <a:pt x="2653" y="2578"/>
                </a:lnTo>
                <a:lnTo>
                  <a:pt x="2662" y="2612"/>
                </a:lnTo>
                <a:lnTo>
                  <a:pt x="2694" y="2636"/>
                </a:lnTo>
                <a:lnTo>
                  <a:pt x="2709" y="2636"/>
                </a:lnTo>
                <a:lnTo>
                  <a:pt x="2732" y="2608"/>
                </a:lnTo>
                <a:lnTo>
                  <a:pt x="2740" y="2578"/>
                </a:lnTo>
                <a:lnTo>
                  <a:pt x="2757" y="2529"/>
                </a:lnTo>
                <a:lnTo>
                  <a:pt x="2761" y="2494"/>
                </a:lnTo>
                <a:lnTo>
                  <a:pt x="2746" y="2415"/>
                </a:lnTo>
                <a:lnTo>
                  <a:pt x="2727" y="2358"/>
                </a:lnTo>
                <a:lnTo>
                  <a:pt x="2722" y="2310"/>
                </a:lnTo>
                <a:lnTo>
                  <a:pt x="2718" y="2259"/>
                </a:lnTo>
                <a:lnTo>
                  <a:pt x="2709" y="2214"/>
                </a:lnTo>
                <a:lnTo>
                  <a:pt x="2699" y="2178"/>
                </a:lnTo>
                <a:lnTo>
                  <a:pt x="2685" y="2148"/>
                </a:lnTo>
                <a:lnTo>
                  <a:pt x="2671" y="2116"/>
                </a:lnTo>
                <a:lnTo>
                  <a:pt x="2680" y="2087"/>
                </a:lnTo>
                <a:lnTo>
                  <a:pt x="2694" y="2054"/>
                </a:lnTo>
                <a:lnTo>
                  <a:pt x="2718" y="2027"/>
                </a:lnTo>
                <a:lnTo>
                  <a:pt x="2740" y="2003"/>
                </a:lnTo>
                <a:lnTo>
                  <a:pt x="2787" y="1995"/>
                </a:lnTo>
                <a:lnTo>
                  <a:pt x="2811" y="1982"/>
                </a:lnTo>
                <a:lnTo>
                  <a:pt x="2836" y="1954"/>
                </a:lnTo>
                <a:lnTo>
                  <a:pt x="2893" y="1903"/>
                </a:lnTo>
                <a:lnTo>
                  <a:pt x="2894" y="1891"/>
                </a:lnTo>
                <a:lnTo>
                  <a:pt x="2905" y="1876"/>
                </a:lnTo>
                <a:lnTo>
                  <a:pt x="2928" y="1884"/>
                </a:lnTo>
                <a:lnTo>
                  <a:pt x="2963" y="1864"/>
                </a:lnTo>
                <a:lnTo>
                  <a:pt x="2990" y="1829"/>
                </a:lnTo>
                <a:lnTo>
                  <a:pt x="3018" y="1808"/>
                </a:lnTo>
                <a:lnTo>
                  <a:pt x="3046" y="1808"/>
                </a:lnTo>
                <a:lnTo>
                  <a:pt x="3059" y="1785"/>
                </a:lnTo>
                <a:lnTo>
                  <a:pt x="3041" y="1766"/>
                </a:lnTo>
                <a:lnTo>
                  <a:pt x="3054" y="1751"/>
                </a:lnTo>
                <a:lnTo>
                  <a:pt x="3076" y="1747"/>
                </a:lnTo>
                <a:lnTo>
                  <a:pt x="3080" y="1729"/>
                </a:lnTo>
                <a:lnTo>
                  <a:pt x="3076" y="1708"/>
                </a:lnTo>
                <a:lnTo>
                  <a:pt x="3062" y="1702"/>
                </a:lnTo>
                <a:lnTo>
                  <a:pt x="3065" y="1689"/>
                </a:lnTo>
                <a:lnTo>
                  <a:pt x="3076" y="1680"/>
                </a:lnTo>
                <a:lnTo>
                  <a:pt x="3065" y="1633"/>
                </a:lnTo>
                <a:lnTo>
                  <a:pt x="3051" y="1606"/>
                </a:lnTo>
                <a:lnTo>
                  <a:pt x="3051" y="1576"/>
                </a:lnTo>
                <a:lnTo>
                  <a:pt x="3046" y="1548"/>
                </a:lnTo>
                <a:lnTo>
                  <a:pt x="3032" y="1520"/>
                </a:lnTo>
                <a:lnTo>
                  <a:pt x="3032" y="1488"/>
                </a:lnTo>
                <a:lnTo>
                  <a:pt x="3041" y="1477"/>
                </a:lnTo>
                <a:lnTo>
                  <a:pt x="3051" y="1473"/>
                </a:lnTo>
                <a:lnTo>
                  <a:pt x="3059" y="1477"/>
                </a:lnTo>
                <a:lnTo>
                  <a:pt x="3072" y="1488"/>
                </a:lnTo>
                <a:lnTo>
                  <a:pt x="3078" y="1520"/>
                </a:lnTo>
                <a:lnTo>
                  <a:pt x="3078" y="1547"/>
                </a:lnTo>
                <a:lnTo>
                  <a:pt x="3073" y="1591"/>
                </a:lnTo>
                <a:lnTo>
                  <a:pt x="3078" y="1601"/>
                </a:lnTo>
                <a:lnTo>
                  <a:pt x="3094" y="1606"/>
                </a:lnTo>
                <a:lnTo>
                  <a:pt x="3108" y="1587"/>
                </a:lnTo>
                <a:lnTo>
                  <a:pt x="3112" y="1552"/>
                </a:lnTo>
                <a:lnTo>
                  <a:pt x="3130" y="1524"/>
                </a:lnTo>
                <a:lnTo>
                  <a:pt x="3135" y="1501"/>
                </a:lnTo>
                <a:lnTo>
                  <a:pt x="3126" y="1473"/>
                </a:lnTo>
                <a:lnTo>
                  <a:pt x="3117" y="1464"/>
                </a:lnTo>
                <a:lnTo>
                  <a:pt x="3117" y="1433"/>
                </a:lnTo>
                <a:lnTo>
                  <a:pt x="3127" y="1424"/>
                </a:lnTo>
                <a:lnTo>
                  <a:pt x="3136" y="1431"/>
                </a:lnTo>
                <a:lnTo>
                  <a:pt x="3146" y="1457"/>
                </a:lnTo>
                <a:lnTo>
                  <a:pt x="3155" y="1464"/>
                </a:lnTo>
                <a:lnTo>
                  <a:pt x="3174" y="1456"/>
                </a:lnTo>
                <a:lnTo>
                  <a:pt x="3191" y="1442"/>
                </a:lnTo>
                <a:lnTo>
                  <a:pt x="3196" y="1406"/>
                </a:lnTo>
                <a:lnTo>
                  <a:pt x="3224" y="1382"/>
                </a:lnTo>
                <a:lnTo>
                  <a:pt x="3238" y="1354"/>
                </a:lnTo>
                <a:lnTo>
                  <a:pt x="3228" y="1336"/>
                </a:lnTo>
                <a:lnTo>
                  <a:pt x="3238" y="1308"/>
                </a:lnTo>
                <a:lnTo>
                  <a:pt x="3267" y="1280"/>
                </a:lnTo>
                <a:lnTo>
                  <a:pt x="3295" y="1266"/>
                </a:lnTo>
                <a:lnTo>
                  <a:pt x="3323" y="1260"/>
                </a:lnTo>
                <a:lnTo>
                  <a:pt x="3355" y="1240"/>
                </a:lnTo>
                <a:lnTo>
                  <a:pt x="3383" y="1240"/>
                </a:lnTo>
                <a:lnTo>
                  <a:pt x="3411" y="1236"/>
                </a:lnTo>
                <a:lnTo>
                  <a:pt x="3440" y="1223"/>
                </a:lnTo>
                <a:lnTo>
                  <a:pt x="3450" y="1204"/>
                </a:lnTo>
                <a:lnTo>
                  <a:pt x="3446" y="1184"/>
                </a:lnTo>
                <a:lnTo>
                  <a:pt x="3432" y="1168"/>
                </a:lnTo>
                <a:lnTo>
                  <a:pt x="3436" y="1153"/>
                </a:lnTo>
                <a:lnTo>
                  <a:pt x="3446" y="1136"/>
                </a:lnTo>
                <a:lnTo>
                  <a:pt x="3443" y="1095"/>
                </a:lnTo>
                <a:lnTo>
                  <a:pt x="3458" y="1061"/>
                </a:lnTo>
                <a:lnTo>
                  <a:pt x="3492" y="1029"/>
                </a:lnTo>
                <a:lnTo>
                  <a:pt x="3524" y="1015"/>
                </a:lnTo>
                <a:lnTo>
                  <a:pt x="3551" y="996"/>
                </a:lnTo>
                <a:lnTo>
                  <a:pt x="3584" y="985"/>
                </a:lnTo>
                <a:lnTo>
                  <a:pt x="3613" y="976"/>
                </a:lnTo>
                <a:lnTo>
                  <a:pt x="3646" y="966"/>
                </a:lnTo>
                <a:lnTo>
                  <a:pt x="3664" y="966"/>
                </a:lnTo>
                <a:lnTo>
                  <a:pt x="3669" y="962"/>
                </a:lnTo>
                <a:lnTo>
                  <a:pt x="3674" y="942"/>
                </a:lnTo>
                <a:lnTo>
                  <a:pt x="3669" y="938"/>
                </a:lnTo>
                <a:lnTo>
                  <a:pt x="3655" y="924"/>
                </a:lnTo>
                <a:lnTo>
                  <a:pt x="3641" y="910"/>
                </a:lnTo>
                <a:lnTo>
                  <a:pt x="3622" y="882"/>
                </a:lnTo>
                <a:lnTo>
                  <a:pt x="3604" y="825"/>
                </a:lnTo>
                <a:lnTo>
                  <a:pt x="3604" y="797"/>
                </a:lnTo>
                <a:lnTo>
                  <a:pt x="3587" y="746"/>
                </a:lnTo>
                <a:lnTo>
                  <a:pt x="3559" y="736"/>
                </a:lnTo>
                <a:lnTo>
                  <a:pt x="3528" y="746"/>
                </a:lnTo>
                <a:lnTo>
                  <a:pt x="3501" y="766"/>
                </a:lnTo>
                <a:lnTo>
                  <a:pt x="3481" y="791"/>
                </a:lnTo>
                <a:lnTo>
                  <a:pt x="3466" y="825"/>
                </a:lnTo>
                <a:lnTo>
                  <a:pt x="3455" y="857"/>
                </a:lnTo>
                <a:lnTo>
                  <a:pt x="3429" y="887"/>
                </a:lnTo>
                <a:lnTo>
                  <a:pt x="3387" y="921"/>
                </a:lnTo>
                <a:lnTo>
                  <a:pt x="3336" y="938"/>
                </a:lnTo>
                <a:lnTo>
                  <a:pt x="3281" y="934"/>
                </a:lnTo>
                <a:lnTo>
                  <a:pt x="3247" y="921"/>
                </a:lnTo>
                <a:lnTo>
                  <a:pt x="3208" y="921"/>
                </a:lnTo>
                <a:lnTo>
                  <a:pt x="3165" y="937"/>
                </a:lnTo>
                <a:lnTo>
                  <a:pt x="3130" y="965"/>
                </a:lnTo>
                <a:lnTo>
                  <a:pt x="3097" y="1004"/>
                </a:lnTo>
                <a:lnTo>
                  <a:pt x="3083" y="1033"/>
                </a:lnTo>
                <a:lnTo>
                  <a:pt x="3059" y="1047"/>
                </a:lnTo>
                <a:lnTo>
                  <a:pt x="2957" y="1066"/>
                </a:lnTo>
                <a:lnTo>
                  <a:pt x="2912" y="1079"/>
                </a:lnTo>
                <a:lnTo>
                  <a:pt x="2925" y="1122"/>
                </a:lnTo>
                <a:lnTo>
                  <a:pt x="2875" y="1130"/>
                </a:lnTo>
                <a:lnTo>
                  <a:pt x="2813" y="1145"/>
                </a:lnTo>
                <a:lnTo>
                  <a:pt x="2764" y="1161"/>
                </a:lnTo>
                <a:lnTo>
                  <a:pt x="2713" y="1179"/>
                </a:lnTo>
                <a:lnTo>
                  <a:pt x="2672" y="1195"/>
                </a:lnTo>
                <a:lnTo>
                  <a:pt x="2653" y="1194"/>
                </a:lnTo>
                <a:lnTo>
                  <a:pt x="2639" y="1171"/>
                </a:lnTo>
                <a:lnTo>
                  <a:pt x="2639" y="1161"/>
                </a:lnTo>
                <a:lnTo>
                  <a:pt x="2666" y="1127"/>
                </a:lnTo>
                <a:lnTo>
                  <a:pt x="2685" y="1089"/>
                </a:lnTo>
                <a:lnTo>
                  <a:pt x="2699" y="1043"/>
                </a:lnTo>
                <a:lnTo>
                  <a:pt x="2699" y="1004"/>
                </a:lnTo>
                <a:lnTo>
                  <a:pt x="2688" y="964"/>
                </a:lnTo>
                <a:lnTo>
                  <a:pt x="2675" y="903"/>
                </a:lnTo>
                <a:lnTo>
                  <a:pt x="2653" y="852"/>
                </a:lnTo>
                <a:lnTo>
                  <a:pt x="2625" y="801"/>
                </a:lnTo>
                <a:lnTo>
                  <a:pt x="2606" y="773"/>
                </a:lnTo>
                <a:lnTo>
                  <a:pt x="2561" y="729"/>
                </a:lnTo>
                <a:lnTo>
                  <a:pt x="2507" y="683"/>
                </a:lnTo>
                <a:lnTo>
                  <a:pt x="2461" y="636"/>
                </a:lnTo>
                <a:lnTo>
                  <a:pt x="2399" y="589"/>
                </a:lnTo>
                <a:lnTo>
                  <a:pt x="2386" y="589"/>
                </a:lnTo>
                <a:lnTo>
                  <a:pt x="2357" y="603"/>
                </a:lnTo>
                <a:lnTo>
                  <a:pt x="2310" y="598"/>
                </a:lnTo>
                <a:lnTo>
                  <a:pt x="2267" y="585"/>
                </a:lnTo>
                <a:lnTo>
                  <a:pt x="2203" y="575"/>
                </a:lnTo>
                <a:lnTo>
                  <a:pt x="2165" y="555"/>
                </a:lnTo>
                <a:lnTo>
                  <a:pt x="2147" y="525"/>
                </a:lnTo>
                <a:lnTo>
                  <a:pt x="2133" y="517"/>
                </a:lnTo>
                <a:lnTo>
                  <a:pt x="2094" y="520"/>
                </a:lnTo>
                <a:lnTo>
                  <a:pt x="1652" y="395"/>
                </a:lnTo>
                <a:lnTo>
                  <a:pt x="1191" y="247"/>
                </a:lnTo>
                <a:lnTo>
                  <a:pt x="808" y="106"/>
                </a:lnTo>
                <a:lnTo>
                  <a:pt x="567" y="4"/>
                </a:lnTo>
                <a:lnTo>
                  <a:pt x="563" y="36"/>
                </a:lnTo>
                <a:lnTo>
                  <a:pt x="563" y="40"/>
                </a:lnTo>
                <a:lnTo>
                  <a:pt x="553" y="68"/>
                </a:lnTo>
                <a:lnTo>
                  <a:pt x="539" y="97"/>
                </a:lnTo>
                <a:lnTo>
                  <a:pt x="520" y="120"/>
                </a:lnTo>
                <a:lnTo>
                  <a:pt x="492" y="139"/>
                </a:lnTo>
                <a:lnTo>
                  <a:pt x="486" y="139"/>
                </a:lnTo>
                <a:lnTo>
                  <a:pt x="465" y="131"/>
                </a:lnTo>
                <a:lnTo>
                  <a:pt x="457" y="101"/>
                </a:lnTo>
                <a:lnTo>
                  <a:pt x="466" y="78"/>
                </a:lnTo>
                <a:lnTo>
                  <a:pt x="483" y="67"/>
                </a:lnTo>
                <a:lnTo>
                  <a:pt x="484" y="54"/>
                </a:lnTo>
                <a:lnTo>
                  <a:pt x="460" y="18"/>
                </a:lnTo>
                <a:lnTo>
                  <a:pt x="440" y="4"/>
                </a:lnTo>
                <a:lnTo>
                  <a:pt x="426" y="0"/>
                </a:lnTo>
                <a:lnTo>
                  <a:pt x="412" y="17"/>
                </a:lnTo>
                <a:lnTo>
                  <a:pt x="412" y="36"/>
                </a:lnTo>
                <a:lnTo>
                  <a:pt x="408" y="78"/>
                </a:lnTo>
                <a:lnTo>
                  <a:pt x="394" y="106"/>
                </a:lnTo>
                <a:lnTo>
                  <a:pt x="384" y="139"/>
                </a:lnTo>
                <a:lnTo>
                  <a:pt x="375" y="168"/>
                </a:lnTo>
                <a:lnTo>
                  <a:pt x="356" y="196"/>
                </a:lnTo>
                <a:lnTo>
                  <a:pt x="338" y="220"/>
                </a:lnTo>
                <a:lnTo>
                  <a:pt x="310" y="247"/>
                </a:lnTo>
                <a:lnTo>
                  <a:pt x="267" y="276"/>
                </a:lnTo>
                <a:lnTo>
                  <a:pt x="243" y="310"/>
                </a:lnTo>
                <a:lnTo>
                  <a:pt x="239" y="343"/>
                </a:lnTo>
                <a:lnTo>
                  <a:pt x="211" y="381"/>
                </a:lnTo>
                <a:lnTo>
                  <a:pt x="189" y="409"/>
                </a:lnTo>
                <a:lnTo>
                  <a:pt x="160" y="433"/>
                </a:lnTo>
                <a:lnTo>
                  <a:pt x="151" y="453"/>
                </a:lnTo>
                <a:lnTo>
                  <a:pt x="155" y="471"/>
                </a:lnTo>
                <a:lnTo>
                  <a:pt x="150" y="486"/>
                </a:lnTo>
                <a:lnTo>
                  <a:pt x="105" y="554"/>
                </a:lnTo>
                <a:lnTo>
                  <a:pt x="75" y="617"/>
                </a:lnTo>
                <a:lnTo>
                  <a:pt x="56" y="628"/>
                </a:lnTo>
                <a:lnTo>
                  <a:pt x="38" y="640"/>
                </a:lnTo>
                <a:lnTo>
                  <a:pt x="28" y="659"/>
                </a:lnTo>
                <a:lnTo>
                  <a:pt x="33" y="673"/>
                </a:lnTo>
                <a:lnTo>
                  <a:pt x="38" y="731"/>
                </a:lnTo>
                <a:lnTo>
                  <a:pt x="28" y="768"/>
                </a:lnTo>
                <a:lnTo>
                  <a:pt x="19" y="797"/>
                </a:lnTo>
                <a:lnTo>
                  <a:pt x="19" y="825"/>
                </a:lnTo>
                <a:lnTo>
                  <a:pt x="24" y="848"/>
                </a:lnTo>
                <a:lnTo>
                  <a:pt x="47" y="868"/>
                </a:lnTo>
                <a:lnTo>
                  <a:pt x="47" y="887"/>
                </a:lnTo>
                <a:lnTo>
                  <a:pt x="38" y="896"/>
                </a:lnTo>
                <a:lnTo>
                  <a:pt x="3" y="906"/>
                </a:lnTo>
                <a:lnTo>
                  <a:pt x="3" y="928"/>
                </a:lnTo>
                <a:lnTo>
                  <a:pt x="14" y="957"/>
                </a:lnTo>
                <a:lnTo>
                  <a:pt x="19" y="985"/>
                </a:lnTo>
                <a:lnTo>
                  <a:pt x="3" y="996"/>
                </a:lnTo>
                <a:lnTo>
                  <a:pt x="0" y="1035"/>
                </a:lnTo>
                <a:lnTo>
                  <a:pt x="20" y="1138"/>
                </a:lnTo>
                <a:lnTo>
                  <a:pt x="27" y="1171"/>
                </a:lnTo>
                <a:lnTo>
                  <a:pt x="3" y="1187"/>
                </a:lnTo>
                <a:lnTo>
                  <a:pt x="7" y="1208"/>
                </a:lnTo>
                <a:lnTo>
                  <a:pt x="47" y="1239"/>
                </a:lnTo>
                <a:lnTo>
                  <a:pt x="78" y="1290"/>
                </a:lnTo>
                <a:lnTo>
                  <a:pt x="126" y="1354"/>
                </a:lnTo>
                <a:lnTo>
                  <a:pt x="132" y="1359"/>
                </a:lnTo>
                <a:lnTo>
                  <a:pt x="141" y="1402"/>
                </a:lnTo>
                <a:lnTo>
                  <a:pt x="155" y="1434"/>
                </a:lnTo>
                <a:lnTo>
                  <a:pt x="160" y="1477"/>
                </a:lnTo>
                <a:lnTo>
                  <a:pt x="197" y="1482"/>
                </a:lnTo>
                <a:lnTo>
                  <a:pt x="234" y="1492"/>
                </a:lnTo>
                <a:lnTo>
                  <a:pt x="290" y="1510"/>
                </a:lnTo>
                <a:lnTo>
                  <a:pt x="305" y="1530"/>
                </a:lnTo>
                <a:lnTo>
                  <a:pt x="324" y="1557"/>
                </a:lnTo>
                <a:lnTo>
                  <a:pt x="356" y="1591"/>
                </a:lnTo>
                <a:lnTo>
                  <a:pt x="384" y="1606"/>
                </a:lnTo>
                <a:lnTo>
                  <a:pt x="416" y="1624"/>
                </a:lnTo>
                <a:lnTo>
                  <a:pt x="452" y="1648"/>
                </a:lnTo>
                <a:lnTo>
                  <a:pt x="479" y="1662"/>
                </a:lnTo>
                <a:lnTo>
                  <a:pt x="506" y="1680"/>
                </a:lnTo>
                <a:lnTo>
                  <a:pt x="535" y="1695"/>
                </a:lnTo>
                <a:lnTo>
                  <a:pt x="576" y="1708"/>
                </a:lnTo>
                <a:lnTo>
                  <a:pt x="606" y="1729"/>
                </a:lnTo>
                <a:lnTo>
                  <a:pt x="633" y="1742"/>
                </a:lnTo>
                <a:lnTo>
                  <a:pt x="662" y="1751"/>
                </a:lnTo>
                <a:lnTo>
                  <a:pt x="688" y="1756"/>
                </a:lnTo>
                <a:lnTo>
                  <a:pt x="713" y="1724"/>
                </a:lnTo>
                <a:lnTo>
                  <a:pt x="735" y="1719"/>
                </a:lnTo>
                <a:lnTo>
                  <a:pt x="772" y="1724"/>
                </a:lnTo>
                <a:lnTo>
                  <a:pt x="802" y="1738"/>
                </a:lnTo>
                <a:lnTo>
                  <a:pt x="826" y="1747"/>
                </a:lnTo>
                <a:lnTo>
                  <a:pt x="834" y="1747"/>
                </a:lnTo>
                <a:lnTo>
                  <a:pt x="872" y="1766"/>
                </a:lnTo>
                <a:lnTo>
                  <a:pt x="896" y="1794"/>
                </a:lnTo>
                <a:lnTo>
                  <a:pt x="914" y="1822"/>
                </a:lnTo>
                <a:lnTo>
                  <a:pt x="923" y="1850"/>
                </a:lnTo>
                <a:lnTo>
                  <a:pt x="937" y="1884"/>
                </a:lnTo>
                <a:lnTo>
                  <a:pt x="952" y="1913"/>
                </a:lnTo>
                <a:lnTo>
                  <a:pt x="960" y="1946"/>
                </a:lnTo>
                <a:lnTo>
                  <a:pt x="971" y="1974"/>
                </a:lnTo>
                <a:lnTo>
                  <a:pt x="995" y="2006"/>
                </a:lnTo>
                <a:lnTo>
                  <a:pt x="1013" y="2036"/>
                </a:lnTo>
                <a:lnTo>
                  <a:pt x="1046" y="2041"/>
                </a:lnTo>
                <a:lnTo>
                  <a:pt x="1059" y="2027"/>
                </a:lnTo>
                <a:lnTo>
                  <a:pt x="1087" y="2003"/>
                </a:lnTo>
                <a:lnTo>
                  <a:pt x="1116" y="1997"/>
                </a:lnTo>
                <a:lnTo>
                  <a:pt x="1158" y="2006"/>
                </a:lnTo>
                <a:lnTo>
                  <a:pt x="1167" y="2017"/>
                </a:lnTo>
                <a:lnTo>
                  <a:pt x="1200" y="2054"/>
                </a:lnTo>
                <a:lnTo>
                  <a:pt x="1208" y="2083"/>
                </a:lnTo>
                <a:lnTo>
                  <a:pt x="1218" y="2106"/>
                </a:lnTo>
                <a:lnTo>
                  <a:pt x="1260" y="2224"/>
                </a:lnTo>
                <a:lnTo>
                  <a:pt x="1265" y="2259"/>
                </a:lnTo>
                <a:lnTo>
                  <a:pt x="1283" y="2315"/>
                </a:lnTo>
                <a:lnTo>
                  <a:pt x="1341" y="2371"/>
                </a:lnTo>
                <a:lnTo>
                  <a:pt x="1355" y="2376"/>
                </a:lnTo>
                <a:lnTo>
                  <a:pt x="1387" y="2385"/>
                </a:lnTo>
                <a:lnTo>
                  <a:pt x="1392" y="2390"/>
                </a:lnTo>
                <a:lnTo>
                  <a:pt x="1405" y="2418"/>
                </a:lnTo>
                <a:lnTo>
                  <a:pt x="1415" y="2394"/>
                </a:lnTo>
                <a:lnTo>
                  <a:pt x="1415" y="2365"/>
                </a:lnTo>
                <a:lnTo>
                  <a:pt x="1408" y="2330"/>
                </a:lnTo>
                <a:lnTo>
                  <a:pt x="1413" y="2294"/>
                </a:lnTo>
                <a:lnTo>
                  <a:pt x="1428" y="2270"/>
                </a:lnTo>
                <a:lnTo>
                  <a:pt x="1458" y="2243"/>
                </a:lnTo>
                <a:lnTo>
                  <a:pt x="1490" y="2219"/>
                </a:lnTo>
                <a:lnTo>
                  <a:pt x="1527" y="2197"/>
                </a:lnTo>
                <a:lnTo>
                  <a:pt x="1572" y="2182"/>
                </a:lnTo>
                <a:lnTo>
                  <a:pt x="1631" y="2177"/>
                </a:lnTo>
                <a:lnTo>
                  <a:pt x="1646" y="2168"/>
                </a:lnTo>
                <a:lnTo>
                  <a:pt x="1648" y="2120"/>
                </a:lnTo>
                <a:lnTo>
                  <a:pt x="1652" y="2105"/>
                </a:lnTo>
                <a:lnTo>
                  <a:pt x="1664" y="2092"/>
                </a:lnTo>
                <a:lnTo>
                  <a:pt x="1682" y="2097"/>
                </a:lnTo>
                <a:lnTo>
                  <a:pt x="1687" y="2106"/>
                </a:lnTo>
                <a:lnTo>
                  <a:pt x="1691" y="2134"/>
                </a:lnTo>
                <a:lnTo>
                  <a:pt x="1725" y="2134"/>
                </a:lnTo>
                <a:lnTo>
                  <a:pt x="1763" y="2124"/>
                </a:lnTo>
                <a:lnTo>
                  <a:pt x="1797" y="2129"/>
                </a:lnTo>
                <a:lnTo>
                  <a:pt x="1837" y="2143"/>
                </a:lnTo>
                <a:lnTo>
                  <a:pt x="1865" y="2140"/>
                </a:lnTo>
                <a:lnTo>
                  <a:pt x="1888" y="2137"/>
                </a:lnTo>
                <a:lnTo>
                  <a:pt x="1907" y="2148"/>
                </a:lnTo>
                <a:lnTo>
                  <a:pt x="1912" y="2159"/>
                </a:lnTo>
                <a:lnTo>
                  <a:pt x="1918" y="2188"/>
                </a:lnTo>
                <a:lnTo>
                  <a:pt x="1921" y="2192"/>
                </a:lnTo>
                <a:lnTo>
                  <a:pt x="1950" y="2206"/>
                </a:lnTo>
                <a:lnTo>
                  <a:pt x="1978" y="2206"/>
                </a:lnTo>
                <a:lnTo>
                  <a:pt x="2041" y="2178"/>
                </a:lnTo>
                <a:lnTo>
                  <a:pt x="2066" y="2178"/>
                </a:lnTo>
                <a:lnTo>
                  <a:pt x="2071" y="2169"/>
                </a:lnTo>
                <a:lnTo>
                  <a:pt x="2069" y="2155"/>
                </a:lnTo>
                <a:lnTo>
                  <a:pt x="2055" y="2143"/>
                </a:lnTo>
                <a:lnTo>
                  <a:pt x="2005" y="2138"/>
                </a:lnTo>
                <a:lnTo>
                  <a:pt x="1994" y="2133"/>
                </a:lnTo>
                <a:lnTo>
                  <a:pt x="2002" y="2122"/>
                </a:lnTo>
                <a:lnTo>
                  <a:pt x="2020" y="2116"/>
                </a:lnTo>
                <a:lnTo>
                  <a:pt x="2097" y="211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75" name="Freeform 274"/>
          <p:cNvSpPr>
            <a:spLocks/>
          </p:cNvSpPr>
          <p:nvPr/>
        </p:nvSpPr>
        <p:spPr bwMode="auto">
          <a:xfrm rot="306148">
            <a:off x="4146084" y="5393247"/>
            <a:ext cx="336174" cy="315690"/>
          </a:xfrm>
          <a:custGeom>
            <a:avLst/>
            <a:gdLst/>
            <a:ahLst/>
            <a:cxnLst>
              <a:cxn ang="0">
                <a:pos x="857" y="641"/>
              </a:cxn>
              <a:cxn ang="0">
                <a:pos x="811" y="734"/>
              </a:cxn>
              <a:cxn ang="0">
                <a:pos x="735" y="778"/>
              </a:cxn>
              <a:cxn ang="0">
                <a:pos x="648" y="843"/>
              </a:cxn>
              <a:cxn ang="0">
                <a:pos x="577" y="848"/>
              </a:cxn>
              <a:cxn ang="0">
                <a:pos x="532" y="871"/>
              </a:cxn>
              <a:cxn ang="0">
                <a:pos x="454" y="863"/>
              </a:cxn>
              <a:cxn ang="0">
                <a:pos x="385" y="871"/>
              </a:cxn>
              <a:cxn ang="0">
                <a:pos x="321" y="903"/>
              </a:cxn>
              <a:cxn ang="0">
                <a:pos x="254" y="884"/>
              </a:cxn>
              <a:cxn ang="0">
                <a:pos x="196" y="881"/>
              </a:cxn>
              <a:cxn ang="0">
                <a:pos x="160" y="855"/>
              </a:cxn>
              <a:cxn ang="0">
                <a:pos x="147" y="799"/>
              </a:cxn>
              <a:cxn ang="0">
                <a:pos x="160" y="773"/>
              </a:cxn>
              <a:cxn ang="0">
                <a:pos x="125" y="712"/>
              </a:cxn>
              <a:cxn ang="0">
                <a:pos x="70" y="597"/>
              </a:cxn>
              <a:cxn ang="0">
                <a:pos x="3" y="493"/>
              </a:cxn>
              <a:cxn ang="0">
                <a:pos x="31" y="489"/>
              </a:cxn>
              <a:cxn ang="0">
                <a:pos x="64" y="457"/>
              </a:cxn>
              <a:cxn ang="0">
                <a:pos x="99" y="440"/>
              </a:cxn>
              <a:cxn ang="0">
                <a:pos x="112" y="469"/>
              </a:cxn>
              <a:cxn ang="0">
                <a:pos x="144" y="498"/>
              </a:cxn>
              <a:cxn ang="0">
                <a:pos x="219" y="470"/>
              </a:cxn>
              <a:cxn ang="0">
                <a:pos x="235" y="417"/>
              </a:cxn>
              <a:cxn ang="0">
                <a:pos x="263" y="365"/>
              </a:cxn>
              <a:cxn ang="0">
                <a:pos x="308" y="362"/>
              </a:cxn>
              <a:cxn ang="0">
                <a:pos x="357" y="341"/>
              </a:cxn>
              <a:cxn ang="0">
                <a:pos x="392" y="269"/>
              </a:cxn>
              <a:cxn ang="0">
                <a:pos x="444" y="230"/>
              </a:cxn>
              <a:cxn ang="0">
                <a:pos x="529" y="254"/>
              </a:cxn>
              <a:cxn ang="0">
                <a:pos x="593" y="245"/>
              </a:cxn>
              <a:cxn ang="0">
                <a:pos x="636" y="180"/>
              </a:cxn>
              <a:cxn ang="0">
                <a:pos x="722" y="73"/>
              </a:cxn>
              <a:cxn ang="0">
                <a:pos x="804" y="0"/>
              </a:cxn>
              <a:cxn ang="0">
                <a:pos x="859" y="12"/>
              </a:cxn>
              <a:cxn ang="0">
                <a:pos x="937" y="11"/>
              </a:cxn>
              <a:cxn ang="0">
                <a:pos x="942" y="38"/>
              </a:cxn>
              <a:cxn ang="0">
                <a:pos x="961" y="151"/>
              </a:cxn>
              <a:cxn ang="0">
                <a:pos x="989" y="225"/>
              </a:cxn>
              <a:cxn ang="0">
                <a:pos x="975" y="275"/>
              </a:cxn>
              <a:cxn ang="0">
                <a:pos x="955" y="248"/>
              </a:cxn>
              <a:cxn ang="0">
                <a:pos x="920" y="261"/>
              </a:cxn>
              <a:cxn ang="0">
                <a:pos x="915" y="294"/>
              </a:cxn>
              <a:cxn ang="0">
                <a:pos x="949" y="319"/>
              </a:cxn>
              <a:cxn ang="0">
                <a:pos x="975" y="294"/>
              </a:cxn>
              <a:cxn ang="0">
                <a:pos x="979" y="283"/>
              </a:cxn>
              <a:cxn ang="0">
                <a:pos x="1029" y="343"/>
              </a:cxn>
              <a:cxn ang="0">
                <a:pos x="1006" y="393"/>
              </a:cxn>
              <a:cxn ang="0">
                <a:pos x="955" y="482"/>
              </a:cxn>
              <a:cxn ang="0">
                <a:pos x="897" y="577"/>
              </a:cxn>
              <a:cxn ang="0">
                <a:pos x="844" y="493"/>
              </a:cxn>
              <a:cxn ang="0">
                <a:pos x="841" y="440"/>
              </a:cxn>
              <a:cxn ang="0">
                <a:pos x="793" y="429"/>
              </a:cxn>
              <a:cxn ang="0">
                <a:pos x="763" y="455"/>
              </a:cxn>
              <a:cxn ang="0">
                <a:pos x="705" y="499"/>
              </a:cxn>
              <a:cxn ang="0">
                <a:pos x="694" y="533"/>
              </a:cxn>
              <a:cxn ang="0">
                <a:pos x="724" y="568"/>
              </a:cxn>
              <a:cxn ang="0">
                <a:pos x="760" y="566"/>
              </a:cxn>
              <a:cxn ang="0">
                <a:pos x="833" y="528"/>
              </a:cxn>
            </a:cxnLst>
            <a:rect l="0" t="0" r="r" b="b"/>
            <a:pathLst>
              <a:path w="1029" h="908">
                <a:moveTo>
                  <a:pt x="898" y="576"/>
                </a:moveTo>
                <a:lnTo>
                  <a:pt x="876" y="612"/>
                </a:lnTo>
                <a:lnTo>
                  <a:pt x="857" y="641"/>
                </a:lnTo>
                <a:lnTo>
                  <a:pt x="838" y="670"/>
                </a:lnTo>
                <a:lnTo>
                  <a:pt x="827" y="698"/>
                </a:lnTo>
                <a:lnTo>
                  <a:pt x="811" y="734"/>
                </a:lnTo>
                <a:lnTo>
                  <a:pt x="788" y="746"/>
                </a:lnTo>
                <a:lnTo>
                  <a:pt x="773" y="764"/>
                </a:lnTo>
                <a:lnTo>
                  <a:pt x="735" y="778"/>
                </a:lnTo>
                <a:lnTo>
                  <a:pt x="701" y="794"/>
                </a:lnTo>
                <a:lnTo>
                  <a:pt x="682" y="814"/>
                </a:lnTo>
                <a:lnTo>
                  <a:pt x="648" y="843"/>
                </a:lnTo>
                <a:lnTo>
                  <a:pt x="629" y="857"/>
                </a:lnTo>
                <a:lnTo>
                  <a:pt x="611" y="860"/>
                </a:lnTo>
                <a:lnTo>
                  <a:pt x="577" y="848"/>
                </a:lnTo>
                <a:lnTo>
                  <a:pt x="561" y="849"/>
                </a:lnTo>
                <a:lnTo>
                  <a:pt x="547" y="857"/>
                </a:lnTo>
                <a:lnTo>
                  <a:pt x="532" y="871"/>
                </a:lnTo>
                <a:lnTo>
                  <a:pt x="508" y="873"/>
                </a:lnTo>
                <a:lnTo>
                  <a:pt x="481" y="866"/>
                </a:lnTo>
                <a:lnTo>
                  <a:pt x="454" y="863"/>
                </a:lnTo>
                <a:lnTo>
                  <a:pt x="423" y="860"/>
                </a:lnTo>
                <a:lnTo>
                  <a:pt x="405" y="863"/>
                </a:lnTo>
                <a:lnTo>
                  <a:pt x="385" y="871"/>
                </a:lnTo>
                <a:lnTo>
                  <a:pt x="355" y="892"/>
                </a:lnTo>
                <a:lnTo>
                  <a:pt x="335" y="900"/>
                </a:lnTo>
                <a:lnTo>
                  <a:pt x="321" y="903"/>
                </a:lnTo>
                <a:lnTo>
                  <a:pt x="304" y="908"/>
                </a:lnTo>
                <a:lnTo>
                  <a:pt x="282" y="903"/>
                </a:lnTo>
                <a:lnTo>
                  <a:pt x="254" y="884"/>
                </a:lnTo>
                <a:lnTo>
                  <a:pt x="240" y="881"/>
                </a:lnTo>
                <a:lnTo>
                  <a:pt x="218" y="877"/>
                </a:lnTo>
                <a:lnTo>
                  <a:pt x="196" y="881"/>
                </a:lnTo>
                <a:lnTo>
                  <a:pt x="184" y="878"/>
                </a:lnTo>
                <a:lnTo>
                  <a:pt x="171" y="871"/>
                </a:lnTo>
                <a:lnTo>
                  <a:pt x="160" y="855"/>
                </a:lnTo>
                <a:lnTo>
                  <a:pt x="158" y="839"/>
                </a:lnTo>
                <a:lnTo>
                  <a:pt x="153" y="810"/>
                </a:lnTo>
                <a:lnTo>
                  <a:pt x="147" y="799"/>
                </a:lnTo>
                <a:lnTo>
                  <a:pt x="136" y="790"/>
                </a:lnTo>
                <a:lnTo>
                  <a:pt x="142" y="774"/>
                </a:lnTo>
                <a:lnTo>
                  <a:pt x="160" y="773"/>
                </a:lnTo>
                <a:lnTo>
                  <a:pt x="160" y="769"/>
                </a:lnTo>
                <a:lnTo>
                  <a:pt x="143" y="743"/>
                </a:lnTo>
                <a:lnTo>
                  <a:pt x="125" y="712"/>
                </a:lnTo>
                <a:lnTo>
                  <a:pt x="114" y="693"/>
                </a:lnTo>
                <a:lnTo>
                  <a:pt x="79" y="621"/>
                </a:lnTo>
                <a:lnTo>
                  <a:pt x="70" y="597"/>
                </a:lnTo>
                <a:lnTo>
                  <a:pt x="49" y="560"/>
                </a:lnTo>
                <a:lnTo>
                  <a:pt x="21" y="518"/>
                </a:lnTo>
                <a:lnTo>
                  <a:pt x="3" y="493"/>
                </a:lnTo>
                <a:lnTo>
                  <a:pt x="0" y="493"/>
                </a:lnTo>
                <a:lnTo>
                  <a:pt x="4" y="493"/>
                </a:lnTo>
                <a:lnTo>
                  <a:pt x="31" y="489"/>
                </a:lnTo>
                <a:lnTo>
                  <a:pt x="54" y="483"/>
                </a:lnTo>
                <a:lnTo>
                  <a:pt x="62" y="472"/>
                </a:lnTo>
                <a:lnTo>
                  <a:pt x="64" y="457"/>
                </a:lnTo>
                <a:lnTo>
                  <a:pt x="71" y="441"/>
                </a:lnTo>
                <a:lnTo>
                  <a:pt x="79" y="438"/>
                </a:lnTo>
                <a:lnTo>
                  <a:pt x="99" y="440"/>
                </a:lnTo>
                <a:lnTo>
                  <a:pt x="103" y="443"/>
                </a:lnTo>
                <a:lnTo>
                  <a:pt x="107" y="455"/>
                </a:lnTo>
                <a:lnTo>
                  <a:pt x="112" y="469"/>
                </a:lnTo>
                <a:lnTo>
                  <a:pt x="119" y="484"/>
                </a:lnTo>
                <a:lnTo>
                  <a:pt x="128" y="493"/>
                </a:lnTo>
                <a:lnTo>
                  <a:pt x="144" y="498"/>
                </a:lnTo>
                <a:lnTo>
                  <a:pt x="170" y="490"/>
                </a:lnTo>
                <a:lnTo>
                  <a:pt x="184" y="489"/>
                </a:lnTo>
                <a:lnTo>
                  <a:pt x="219" y="470"/>
                </a:lnTo>
                <a:lnTo>
                  <a:pt x="229" y="458"/>
                </a:lnTo>
                <a:lnTo>
                  <a:pt x="233" y="452"/>
                </a:lnTo>
                <a:lnTo>
                  <a:pt x="235" y="417"/>
                </a:lnTo>
                <a:lnTo>
                  <a:pt x="241" y="391"/>
                </a:lnTo>
                <a:lnTo>
                  <a:pt x="251" y="371"/>
                </a:lnTo>
                <a:lnTo>
                  <a:pt x="263" y="365"/>
                </a:lnTo>
                <a:lnTo>
                  <a:pt x="269" y="364"/>
                </a:lnTo>
                <a:lnTo>
                  <a:pt x="287" y="364"/>
                </a:lnTo>
                <a:lnTo>
                  <a:pt x="308" y="362"/>
                </a:lnTo>
                <a:lnTo>
                  <a:pt x="321" y="359"/>
                </a:lnTo>
                <a:lnTo>
                  <a:pt x="344" y="349"/>
                </a:lnTo>
                <a:lnTo>
                  <a:pt x="357" y="341"/>
                </a:lnTo>
                <a:lnTo>
                  <a:pt x="366" y="321"/>
                </a:lnTo>
                <a:lnTo>
                  <a:pt x="373" y="309"/>
                </a:lnTo>
                <a:lnTo>
                  <a:pt x="392" y="269"/>
                </a:lnTo>
                <a:lnTo>
                  <a:pt x="405" y="251"/>
                </a:lnTo>
                <a:lnTo>
                  <a:pt x="423" y="238"/>
                </a:lnTo>
                <a:lnTo>
                  <a:pt x="444" y="230"/>
                </a:lnTo>
                <a:lnTo>
                  <a:pt x="468" y="230"/>
                </a:lnTo>
                <a:lnTo>
                  <a:pt x="512" y="245"/>
                </a:lnTo>
                <a:lnTo>
                  <a:pt x="529" y="254"/>
                </a:lnTo>
                <a:lnTo>
                  <a:pt x="549" y="255"/>
                </a:lnTo>
                <a:lnTo>
                  <a:pt x="565" y="256"/>
                </a:lnTo>
                <a:lnTo>
                  <a:pt x="593" y="245"/>
                </a:lnTo>
                <a:lnTo>
                  <a:pt x="611" y="222"/>
                </a:lnTo>
                <a:lnTo>
                  <a:pt x="618" y="209"/>
                </a:lnTo>
                <a:lnTo>
                  <a:pt x="636" y="180"/>
                </a:lnTo>
                <a:lnTo>
                  <a:pt x="648" y="161"/>
                </a:lnTo>
                <a:lnTo>
                  <a:pt x="676" y="126"/>
                </a:lnTo>
                <a:lnTo>
                  <a:pt x="722" y="73"/>
                </a:lnTo>
                <a:lnTo>
                  <a:pt x="758" y="42"/>
                </a:lnTo>
                <a:lnTo>
                  <a:pt x="786" y="20"/>
                </a:lnTo>
                <a:lnTo>
                  <a:pt x="804" y="0"/>
                </a:lnTo>
                <a:lnTo>
                  <a:pt x="810" y="0"/>
                </a:lnTo>
                <a:lnTo>
                  <a:pt x="833" y="4"/>
                </a:lnTo>
                <a:lnTo>
                  <a:pt x="859" y="12"/>
                </a:lnTo>
                <a:lnTo>
                  <a:pt x="892" y="16"/>
                </a:lnTo>
                <a:lnTo>
                  <a:pt x="911" y="10"/>
                </a:lnTo>
                <a:lnTo>
                  <a:pt x="937" y="11"/>
                </a:lnTo>
                <a:lnTo>
                  <a:pt x="944" y="15"/>
                </a:lnTo>
                <a:lnTo>
                  <a:pt x="944" y="16"/>
                </a:lnTo>
                <a:lnTo>
                  <a:pt x="942" y="38"/>
                </a:lnTo>
                <a:lnTo>
                  <a:pt x="942" y="64"/>
                </a:lnTo>
                <a:lnTo>
                  <a:pt x="946" y="103"/>
                </a:lnTo>
                <a:lnTo>
                  <a:pt x="961" y="151"/>
                </a:lnTo>
                <a:lnTo>
                  <a:pt x="967" y="173"/>
                </a:lnTo>
                <a:lnTo>
                  <a:pt x="980" y="202"/>
                </a:lnTo>
                <a:lnTo>
                  <a:pt x="989" y="225"/>
                </a:lnTo>
                <a:lnTo>
                  <a:pt x="994" y="249"/>
                </a:lnTo>
                <a:lnTo>
                  <a:pt x="990" y="265"/>
                </a:lnTo>
                <a:lnTo>
                  <a:pt x="975" y="275"/>
                </a:lnTo>
                <a:lnTo>
                  <a:pt x="969" y="257"/>
                </a:lnTo>
                <a:lnTo>
                  <a:pt x="967" y="256"/>
                </a:lnTo>
                <a:lnTo>
                  <a:pt x="955" y="248"/>
                </a:lnTo>
                <a:lnTo>
                  <a:pt x="940" y="238"/>
                </a:lnTo>
                <a:lnTo>
                  <a:pt x="925" y="256"/>
                </a:lnTo>
                <a:lnTo>
                  <a:pt x="920" y="261"/>
                </a:lnTo>
                <a:lnTo>
                  <a:pt x="915" y="271"/>
                </a:lnTo>
                <a:lnTo>
                  <a:pt x="914" y="280"/>
                </a:lnTo>
                <a:lnTo>
                  <a:pt x="915" y="294"/>
                </a:lnTo>
                <a:lnTo>
                  <a:pt x="925" y="313"/>
                </a:lnTo>
                <a:lnTo>
                  <a:pt x="942" y="319"/>
                </a:lnTo>
                <a:lnTo>
                  <a:pt x="949" y="319"/>
                </a:lnTo>
                <a:lnTo>
                  <a:pt x="960" y="316"/>
                </a:lnTo>
                <a:lnTo>
                  <a:pt x="967" y="308"/>
                </a:lnTo>
                <a:lnTo>
                  <a:pt x="975" y="294"/>
                </a:lnTo>
                <a:lnTo>
                  <a:pt x="974" y="279"/>
                </a:lnTo>
                <a:lnTo>
                  <a:pt x="973" y="261"/>
                </a:lnTo>
                <a:lnTo>
                  <a:pt x="979" y="283"/>
                </a:lnTo>
                <a:lnTo>
                  <a:pt x="1025" y="301"/>
                </a:lnTo>
                <a:lnTo>
                  <a:pt x="1029" y="319"/>
                </a:lnTo>
                <a:lnTo>
                  <a:pt x="1029" y="343"/>
                </a:lnTo>
                <a:lnTo>
                  <a:pt x="1018" y="367"/>
                </a:lnTo>
                <a:lnTo>
                  <a:pt x="1012" y="380"/>
                </a:lnTo>
                <a:lnTo>
                  <a:pt x="1006" y="393"/>
                </a:lnTo>
                <a:lnTo>
                  <a:pt x="997" y="415"/>
                </a:lnTo>
                <a:lnTo>
                  <a:pt x="985" y="441"/>
                </a:lnTo>
                <a:lnTo>
                  <a:pt x="955" y="482"/>
                </a:lnTo>
                <a:lnTo>
                  <a:pt x="937" y="505"/>
                </a:lnTo>
                <a:lnTo>
                  <a:pt x="922" y="528"/>
                </a:lnTo>
                <a:lnTo>
                  <a:pt x="897" y="577"/>
                </a:lnTo>
                <a:lnTo>
                  <a:pt x="831" y="527"/>
                </a:lnTo>
                <a:lnTo>
                  <a:pt x="838" y="513"/>
                </a:lnTo>
                <a:lnTo>
                  <a:pt x="844" y="493"/>
                </a:lnTo>
                <a:lnTo>
                  <a:pt x="846" y="477"/>
                </a:lnTo>
                <a:lnTo>
                  <a:pt x="845" y="460"/>
                </a:lnTo>
                <a:lnTo>
                  <a:pt x="841" y="440"/>
                </a:lnTo>
                <a:lnTo>
                  <a:pt x="827" y="424"/>
                </a:lnTo>
                <a:lnTo>
                  <a:pt x="810" y="419"/>
                </a:lnTo>
                <a:lnTo>
                  <a:pt x="793" y="429"/>
                </a:lnTo>
                <a:lnTo>
                  <a:pt x="782" y="440"/>
                </a:lnTo>
                <a:lnTo>
                  <a:pt x="765" y="452"/>
                </a:lnTo>
                <a:lnTo>
                  <a:pt x="763" y="455"/>
                </a:lnTo>
                <a:lnTo>
                  <a:pt x="744" y="464"/>
                </a:lnTo>
                <a:lnTo>
                  <a:pt x="723" y="479"/>
                </a:lnTo>
                <a:lnTo>
                  <a:pt x="705" y="499"/>
                </a:lnTo>
                <a:lnTo>
                  <a:pt x="700" y="506"/>
                </a:lnTo>
                <a:lnTo>
                  <a:pt x="695" y="520"/>
                </a:lnTo>
                <a:lnTo>
                  <a:pt x="694" y="533"/>
                </a:lnTo>
                <a:lnTo>
                  <a:pt x="695" y="545"/>
                </a:lnTo>
                <a:lnTo>
                  <a:pt x="709" y="560"/>
                </a:lnTo>
                <a:lnTo>
                  <a:pt x="724" y="568"/>
                </a:lnTo>
                <a:lnTo>
                  <a:pt x="735" y="569"/>
                </a:lnTo>
                <a:lnTo>
                  <a:pt x="742" y="568"/>
                </a:lnTo>
                <a:lnTo>
                  <a:pt x="760" y="566"/>
                </a:lnTo>
                <a:lnTo>
                  <a:pt x="794" y="554"/>
                </a:lnTo>
                <a:lnTo>
                  <a:pt x="812" y="545"/>
                </a:lnTo>
                <a:lnTo>
                  <a:pt x="833" y="528"/>
                </a:lnTo>
                <a:lnTo>
                  <a:pt x="898" y="576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12700" cmpd="sng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76" name="Freeform 275"/>
          <p:cNvSpPr>
            <a:spLocks/>
          </p:cNvSpPr>
          <p:nvPr/>
        </p:nvSpPr>
        <p:spPr bwMode="auto">
          <a:xfrm>
            <a:off x="5270473" y="4026411"/>
            <a:ext cx="607071" cy="664338"/>
          </a:xfrm>
          <a:custGeom>
            <a:avLst/>
            <a:gdLst/>
            <a:ahLst/>
            <a:cxnLst>
              <a:cxn ang="0">
                <a:pos x="632" y="264"/>
              </a:cxn>
              <a:cxn ang="0">
                <a:pos x="559" y="202"/>
              </a:cxn>
              <a:cxn ang="0">
                <a:pos x="600" y="197"/>
              </a:cxn>
              <a:cxn ang="0">
                <a:pos x="616" y="149"/>
              </a:cxn>
              <a:cxn ang="0">
                <a:pos x="649" y="120"/>
              </a:cxn>
              <a:cxn ang="0">
                <a:pos x="559" y="0"/>
              </a:cxn>
              <a:cxn ang="0">
                <a:pos x="469" y="75"/>
              </a:cxn>
              <a:cxn ang="0">
                <a:pos x="380" y="44"/>
              </a:cxn>
              <a:cxn ang="0">
                <a:pos x="355" y="153"/>
              </a:cxn>
              <a:cxn ang="0">
                <a:pos x="371" y="196"/>
              </a:cxn>
              <a:cxn ang="0">
                <a:pos x="367" y="270"/>
              </a:cxn>
              <a:cxn ang="0">
                <a:pos x="291" y="307"/>
              </a:cxn>
              <a:cxn ang="0">
                <a:pos x="258" y="371"/>
              </a:cxn>
              <a:cxn ang="0">
                <a:pos x="210" y="407"/>
              </a:cxn>
              <a:cxn ang="0">
                <a:pos x="115" y="434"/>
              </a:cxn>
              <a:cxn ang="0">
                <a:pos x="70" y="489"/>
              </a:cxn>
              <a:cxn ang="0">
                <a:pos x="110" y="515"/>
              </a:cxn>
              <a:cxn ang="0">
                <a:pos x="154" y="580"/>
              </a:cxn>
              <a:cxn ang="0">
                <a:pos x="123" y="570"/>
              </a:cxn>
              <a:cxn ang="0">
                <a:pos x="0" y="623"/>
              </a:cxn>
              <a:cxn ang="0">
                <a:pos x="86" y="714"/>
              </a:cxn>
              <a:cxn ang="0">
                <a:pos x="71" y="822"/>
              </a:cxn>
              <a:cxn ang="0">
                <a:pos x="189" y="800"/>
              </a:cxn>
              <a:cxn ang="0">
                <a:pos x="206" y="839"/>
              </a:cxn>
              <a:cxn ang="0">
                <a:pos x="223" y="1053"/>
              </a:cxn>
              <a:cxn ang="0">
                <a:pos x="354" y="1340"/>
              </a:cxn>
              <a:cxn ang="0">
                <a:pos x="410" y="1480"/>
              </a:cxn>
              <a:cxn ang="0">
                <a:pos x="470" y="1471"/>
              </a:cxn>
              <a:cxn ang="0">
                <a:pos x="507" y="1428"/>
              </a:cxn>
              <a:cxn ang="0">
                <a:pos x="563" y="1323"/>
              </a:cxn>
              <a:cxn ang="0">
                <a:pos x="600" y="1282"/>
              </a:cxn>
              <a:cxn ang="0">
                <a:pos x="653" y="1127"/>
              </a:cxn>
              <a:cxn ang="0">
                <a:pos x="674" y="1089"/>
              </a:cxn>
              <a:cxn ang="0">
                <a:pos x="970" y="887"/>
              </a:cxn>
              <a:cxn ang="0">
                <a:pos x="1001" y="800"/>
              </a:cxn>
              <a:cxn ang="0">
                <a:pos x="1016" y="664"/>
              </a:cxn>
              <a:cxn ang="0">
                <a:pos x="1016" y="590"/>
              </a:cxn>
              <a:cxn ang="0">
                <a:pos x="1048" y="543"/>
              </a:cxn>
              <a:cxn ang="0">
                <a:pos x="1122" y="571"/>
              </a:cxn>
              <a:cxn ang="0">
                <a:pos x="1101" y="618"/>
              </a:cxn>
              <a:cxn ang="0">
                <a:pos x="1159" y="633"/>
              </a:cxn>
              <a:cxn ang="0">
                <a:pos x="1253" y="643"/>
              </a:cxn>
              <a:cxn ang="0">
                <a:pos x="1202" y="664"/>
              </a:cxn>
              <a:cxn ang="0">
                <a:pos x="1206" y="745"/>
              </a:cxn>
              <a:cxn ang="0">
                <a:pos x="1280" y="745"/>
              </a:cxn>
              <a:cxn ang="0">
                <a:pos x="1305" y="822"/>
              </a:cxn>
              <a:cxn ang="0">
                <a:pos x="1286" y="674"/>
              </a:cxn>
              <a:cxn ang="0">
                <a:pos x="1355" y="581"/>
              </a:cxn>
              <a:cxn ang="0">
                <a:pos x="1479" y="518"/>
              </a:cxn>
              <a:cxn ang="0">
                <a:pos x="1449" y="390"/>
              </a:cxn>
              <a:cxn ang="0">
                <a:pos x="1289" y="438"/>
              </a:cxn>
              <a:cxn ang="0">
                <a:pos x="1286" y="499"/>
              </a:cxn>
              <a:cxn ang="0">
                <a:pos x="1234" y="469"/>
              </a:cxn>
              <a:cxn ang="0">
                <a:pos x="1183" y="550"/>
              </a:cxn>
              <a:cxn ang="0">
                <a:pos x="1091" y="533"/>
              </a:cxn>
              <a:cxn ang="0">
                <a:pos x="1053" y="465"/>
              </a:cxn>
              <a:cxn ang="0">
                <a:pos x="991" y="528"/>
              </a:cxn>
              <a:cxn ang="0">
                <a:pos x="890" y="523"/>
              </a:cxn>
              <a:cxn ang="0">
                <a:pos x="810" y="481"/>
              </a:cxn>
              <a:cxn ang="0">
                <a:pos x="705" y="469"/>
              </a:cxn>
              <a:cxn ang="0">
                <a:pos x="613" y="385"/>
              </a:cxn>
            </a:cxnLst>
            <a:rect l="0" t="0" r="r" b="b"/>
            <a:pathLst>
              <a:path w="1486" h="1530">
                <a:moveTo>
                  <a:pt x="659" y="327"/>
                </a:moveTo>
                <a:lnTo>
                  <a:pt x="632" y="264"/>
                </a:lnTo>
                <a:lnTo>
                  <a:pt x="576" y="264"/>
                </a:lnTo>
                <a:lnTo>
                  <a:pt x="559" y="202"/>
                </a:lnTo>
                <a:lnTo>
                  <a:pt x="596" y="220"/>
                </a:lnTo>
                <a:lnTo>
                  <a:pt x="600" y="197"/>
                </a:lnTo>
                <a:lnTo>
                  <a:pt x="584" y="157"/>
                </a:lnTo>
                <a:lnTo>
                  <a:pt x="616" y="149"/>
                </a:lnTo>
                <a:lnTo>
                  <a:pt x="616" y="120"/>
                </a:lnTo>
                <a:lnTo>
                  <a:pt x="649" y="120"/>
                </a:lnTo>
                <a:lnTo>
                  <a:pt x="628" y="13"/>
                </a:lnTo>
                <a:lnTo>
                  <a:pt x="559" y="0"/>
                </a:lnTo>
                <a:lnTo>
                  <a:pt x="543" y="52"/>
                </a:lnTo>
                <a:lnTo>
                  <a:pt x="469" y="75"/>
                </a:lnTo>
                <a:lnTo>
                  <a:pt x="453" y="37"/>
                </a:lnTo>
                <a:lnTo>
                  <a:pt x="380" y="44"/>
                </a:lnTo>
                <a:lnTo>
                  <a:pt x="355" y="69"/>
                </a:lnTo>
                <a:lnTo>
                  <a:pt x="355" y="153"/>
                </a:lnTo>
                <a:lnTo>
                  <a:pt x="407" y="189"/>
                </a:lnTo>
                <a:lnTo>
                  <a:pt x="371" y="196"/>
                </a:lnTo>
                <a:lnTo>
                  <a:pt x="340" y="242"/>
                </a:lnTo>
                <a:lnTo>
                  <a:pt x="367" y="270"/>
                </a:lnTo>
                <a:lnTo>
                  <a:pt x="348" y="295"/>
                </a:lnTo>
                <a:lnTo>
                  <a:pt x="291" y="307"/>
                </a:lnTo>
                <a:lnTo>
                  <a:pt x="258" y="318"/>
                </a:lnTo>
                <a:lnTo>
                  <a:pt x="258" y="371"/>
                </a:lnTo>
                <a:lnTo>
                  <a:pt x="210" y="371"/>
                </a:lnTo>
                <a:lnTo>
                  <a:pt x="210" y="407"/>
                </a:lnTo>
                <a:lnTo>
                  <a:pt x="107" y="415"/>
                </a:lnTo>
                <a:lnTo>
                  <a:pt x="115" y="434"/>
                </a:lnTo>
                <a:lnTo>
                  <a:pt x="70" y="434"/>
                </a:lnTo>
                <a:lnTo>
                  <a:pt x="70" y="489"/>
                </a:lnTo>
                <a:lnTo>
                  <a:pt x="107" y="491"/>
                </a:lnTo>
                <a:lnTo>
                  <a:pt x="110" y="515"/>
                </a:lnTo>
                <a:lnTo>
                  <a:pt x="143" y="523"/>
                </a:lnTo>
                <a:lnTo>
                  <a:pt x="154" y="580"/>
                </a:lnTo>
                <a:lnTo>
                  <a:pt x="148" y="612"/>
                </a:lnTo>
                <a:lnTo>
                  <a:pt x="123" y="570"/>
                </a:lnTo>
                <a:lnTo>
                  <a:pt x="64" y="570"/>
                </a:lnTo>
                <a:lnTo>
                  <a:pt x="0" y="623"/>
                </a:lnTo>
                <a:lnTo>
                  <a:pt x="31" y="691"/>
                </a:lnTo>
                <a:lnTo>
                  <a:pt x="86" y="714"/>
                </a:lnTo>
                <a:lnTo>
                  <a:pt x="64" y="733"/>
                </a:lnTo>
                <a:lnTo>
                  <a:pt x="71" y="822"/>
                </a:lnTo>
                <a:lnTo>
                  <a:pt x="158" y="829"/>
                </a:lnTo>
                <a:lnTo>
                  <a:pt x="189" y="800"/>
                </a:lnTo>
                <a:lnTo>
                  <a:pt x="211" y="813"/>
                </a:lnTo>
                <a:lnTo>
                  <a:pt x="206" y="839"/>
                </a:lnTo>
                <a:lnTo>
                  <a:pt x="223" y="874"/>
                </a:lnTo>
                <a:lnTo>
                  <a:pt x="223" y="1053"/>
                </a:lnTo>
                <a:lnTo>
                  <a:pt x="312" y="1308"/>
                </a:lnTo>
                <a:lnTo>
                  <a:pt x="354" y="1340"/>
                </a:lnTo>
                <a:lnTo>
                  <a:pt x="373" y="1480"/>
                </a:lnTo>
                <a:lnTo>
                  <a:pt x="410" y="1480"/>
                </a:lnTo>
                <a:lnTo>
                  <a:pt x="415" y="1530"/>
                </a:lnTo>
                <a:lnTo>
                  <a:pt x="470" y="1471"/>
                </a:lnTo>
                <a:lnTo>
                  <a:pt x="507" y="1471"/>
                </a:lnTo>
                <a:lnTo>
                  <a:pt x="507" y="1428"/>
                </a:lnTo>
                <a:lnTo>
                  <a:pt x="563" y="1401"/>
                </a:lnTo>
                <a:lnTo>
                  <a:pt x="563" y="1323"/>
                </a:lnTo>
                <a:lnTo>
                  <a:pt x="600" y="1291"/>
                </a:lnTo>
                <a:lnTo>
                  <a:pt x="600" y="1282"/>
                </a:lnTo>
                <a:lnTo>
                  <a:pt x="600" y="1144"/>
                </a:lnTo>
                <a:lnTo>
                  <a:pt x="653" y="1127"/>
                </a:lnTo>
                <a:lnTo>
                  <a:pt x="653" y="1108"/>
                </a:lnTo>
                <a:lnTo>
                  <a:pt x="674" y="1089"/>
                </a:lnTo>
                <a:lnTo>
                  <a:pt x="895" y="927"/>
                </a:lnTo>
                <a:lnTo>
                  <a:pt x="970" y="887"/>
                </a:lnTo>
                <a:lnTo>
                  <a:pt x="952" y="854"/>
                </a:lnTo>
                <a:lnTo>
                  <a:pt x="1001" y="800"/>
                </a:lnTo>
                <a:lnTo>
                  <a:pt x="1022" y="780"/>
                </a:lnTo>
                <a:lnTo>
                  <a:pt x="1016" y="664"/>
                </a:lnTo>
                <a:lnTo>
                  <a:pt x="1045" y="612"/>
                </a:lnTo>
                <a:lnTo>
                  <a:pt x="1016" y="590"/>
                </a:lnTo>
                <a:lnTo>
                  <a:pt x="1016" y="550"/>
                </a:lnTo>
                <a:lnTo>
                  <a:pt x="1048" y="543"/>
                </a:lnTo>
                <a:lnTo>
                  <a:pt x="1074" y="581"/>
                </a:lnTo>
                <a:lnTo>
                  <a:pt x="1122" y="571"/>
                </a:lnTo>
                <a:lnTo>
                  <a:pt x="1123" y="576"/>
                </a:lnTo>
                <a:lnTo>
                  <a:pt x="1101" y="618"/>
                </a:lnTo>
                <a:lnTo>
                  <a:pt x="1122" y="633"/>
                </a:lnTo>
                <a:lnTo>
                  <a:pt x="1159" y="633"/>
                </a:lnTo>
                <a:lnTo>
                  <a:pt x="1228" y="623"/>
                </a:lnTo>
                <a:lnTo>
                  <a:pt x="1253" y="643"/>
                </a:lnTo>
                <a:lnTo>
                  <a:pt x="1253" y="657"/>
                </a:lnTo>
                <a:lnTo>
                  <a:pt x="1202" y="664"/>
                </a:lnTo>
                <a:lnTo>
                  <a:pt x="1192" y="714"/>
                </a:lnTo>
                <a:lnTo>
                  <a:pt x="1206" y="745"/>
                </a:lnTo>
                <a:lnTo>
                  <a:pt x="1243" y="718"/>
                </a:lnTo>
                <a:lnTo>
                  <a:pt x="1280" y="745"/>
                </a:lnTo>
                <a:lnTo>
                  <a:pt x="1274" y="853"/>
                </a:lnTo>
                <a:lnTo>
                  <a:pt x="1305" y="822"/>
                </a:lnTo>
                <a:lnTo>
                  <a:pt x="1318" y="708"/>
                </a:lnTo>
                <a:lnTo>
                  <a:pt x="1286" y="674"/>
                </a:lnTo>
                <a:lnTo>
                  <a:pt x="1367" y="643"/>
                </a:lnTo>
                <a:lnTo>
                  <a:pt x="1355" y="581"/>
                </a:lnTo>
                <a:lnTo>
                  <a:pt x="1418" y="518"/>
                </a:lnTo>
                <a:lnTo>
                  <a:pt x="1479" y="518"/>
                </a:lnTo>
                <a:lnTo>
                  <a:pt x="1486" y="462"/>
                </a:lnTo>
                <a:lnTo>
                  <a:pt x="1449" y="390"/>
                </a:lnTo>
                <a:lnTo>
                  <a:pt x="1348" y="390"/>
                </a:lnTo>
                <a:lnTo>
                  <a:pt x="1289" y="438"/>
                </a:lnTo>
                <a:lnTo>
                  <a:pt x="1305" y="491"/>
                </a:lnTo>
                <a:lnTo>
                  <a:pt x="1286" y="499"/>
                </a:lnTo>
                <a:lnTo>
                  <a:pt x="1259" y="462"/>
                </a:lnTo>
                <a:lnTo>
                  <a:pt x="1234" y="469"/>
                </a:lnTo>
                <a:lnTo>
                  <a:pt x="1234" y="512"/>
                </a:lnTo>
                <a:lnTo>
                  <a:pt x="1183" y="550"/>
                </a:lnTo>
                <a:lnTo>
                  <a:pt x="1134" y="512"/>
                </a:lnTo>
                <a:lnTo>
                  <a:pt x="1091" y="533"/>
                </a:lnTo>
                <a:lnTo>
                  <a:pt x="1053" y="518"/>
                </a:lnTo>
                <a:lnTo>
                  <a:pt x="1053" y="465"/>
                </a:lnTo>
                <a:lnTo>
                  <a:pt x="1013" y="465"/>
                </a:lnTo>
                <a:lnTo>
                  <a:pt x="991" y="528"/>
                </a:lnTo>
                <a:lnTo>
                  <a:pt x="943" y="533"/>
                </a:lnTo>
                <a:lnTo>
                  <a:pt x="890" y="523"/>
                </a:lnTo>
                <a:lnTo>
                  <a:pt x="826" y="523"/>
                </a:lnTo>
                <a:lnTo>
                  <a:pt x="810" y="481"/>
                </a:lnTo>
                <a:lnTo>
                  <a:pt x="781" y="462"/>
                </a:lnTo>
                <a:lnTo>
                  <a:pt x="705" y="469"/>
                </a:lnTo>
                <a:lnTo>
                  <a:pt x="632" y="417"/>
                </a:lnTo>
                <a:lnTo>
                  <a:pt x="613" y="385"/>
                </a:lnTo>
                <a:lnTo>
                  <a:pt x="659" y="32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77" name="Freeform 276"/>
          <p:cNvSpPr>
            <a:spLocks/>
          </p:cNvSpPr>
          <p:nvPr/>
        </p:nvSpPr>
        <p:spPr bwMode="auto">
          <a:xfrm>
            <a:off x="4134660" y="2643963"/>
            <a:ext cx="297008" cy="664338"/>
          </a:xfrm>
          <a:custGeom>
            <a:avLst/>
            <a:gdLst/>
            <a:ahLst/>
            <a:cxnLst>
              <a:cxn ang="0">
                <a:pos x="1046" y="152"/>
              </a:cxn>
              <a:cxn ang="0">
                <a:pos x="1194" y="286"/>
              </a:cxn>
              <a:cxn ang="0">
                <a:pos x="1173" y="389"/>
              </a:cxn>
              <a:cxn ang="0">
                <a:pos x="1160" y="480"/>
              </a:cxn>
              <a:cxn ang="0">
                <a:pos x="1167" y="607"/>
              </a:cxn>
              <a:cxn ang="0">
                <a:pos x="1167" y="692"/>
              </a:cxn>
              <a:cxn ang="0">
                <a:pos x="1071" y="758"/>
              </a:cxn>
              <a:cxn ang="0">
                <a:pos x="1007" y="758"/>
              </a:cxn>
              <a:cxn ang="0">
                <a:pos x="975" y="800"/>
              </a:cxn>
              <a:cxn ang="0">
                <a:pos x="942" y="846"/>
              </a:cxn>
              <a:cxn ang="0">
                <a:pos x="906" y="920"/>
              </a:cxn>
              <a:cxn ang="0">
                <a:pos x="917" y="1082"/>
              </a:cxn>
              <a:cxn ang="0">
                <a:pos x="691" y="1237"/>
              </a:cxn>
              <a:cxn ang="0">
                <a:pos x="610" y="1309"/>
              </a:cxn>
              <a:cxn ang="0">
                <a:pos x="553" y="1351"/>
              </a:cxn>
              <a:cxn ang="0">
                <a:pos x="520" y="1520"/>
              </a:cxn>
              <a:cxn ang="0">
                <a:pos x="634" y="1731"/>
              </a:cxn>
              <a:cxn ang="0">
                <a:pos x="603" y="1844"/>
              </a:cxn>
              <a:cxn ang="0">
                <a:pos x="422" y="1851"/>
              </a:cxn>
              <a:cxn ang="0">
                <a:pos x="532" y="1862"/>
              </a:cxn>
              <a:cxn ang="0">
                <a:pos x="638" y="1888"/>
              </a:cxn>
              <a:cxn ang="0">
                <a:pos x="518" y="1968"/>
              </a:cxn>
              <a:cxn ang="0">
                <a:pos x="452" y="2012"/>
              </a:cxn>
              <a:cxn ang="0">
                <a:pos x="394" y="2336"/>
              </a:cxn>
              <a:cxn ang="0">
                <a:pos x="240" y="2402"/>
              </a:cxn>
              <a:cxn ang="0">
                <a:pos x="232" y="2463"/>
              </a:cxn>
              <a:cxn ang="0">
                <a:pos x="197" y="2510"/>
              </a:cxn>
              <a:cxn ang="0">
                <a:pos x="113" y="2440"/>
              </a:cxn>
              <a:cxn ang="0">
                <a:pos x="113" y="2323"/>
              </a:cxn>
              <a:cxn ang="0">
                <a:pos x="71" y="2260"/>
              </a:cxn>
              <a:cxn ang="0">
                <a:pos x="38" y="2197"/>
              </a:cxn>
              <a:cxn ang="0">
                <a:pos x="60" y="2055"/>
              </a:cxn>
              <a:cxn ang="0">
                <a:pos x="0" y="1907"/>
              </a:cxn>
              <a:cxn ang="0">
                <a:pos x="85" y="1808"/>
              </a:cxn>
              <a:cxn ang="0">
                <a:pos x="141" y="1675"/>
              </a:cxn>
              <a:cxn ang="0">
                <a:pos x="158" y="1523"/>
              </a:cxn>
              <a:cxn ang="0">
                <a:pos x="123" y="1293"/>
              </a:cxn>
              <a:cxn ang="0">
                <a:pos x="146" y="1202"/>
              </a:cxn>
              <a:cxn ang="0">
                <a:pos x="220" y="1032"/>
              </a:cxn>
              <a:cxn ang="0">
                <a:pos x="307" y="992"/>
              </a:cxn>
              <a:cxn ang="0">
                <a:pos x="284" y="913"/>
              </a:cxn>
              <a:cxn ang="0">
                <a:pos x="357" y="818"/>
              </a:cxn>
              <a:cxn ang="0">
                <a:pos x="371" y="649"/>
              </a:cxn>
              <a:cxn ang="0">
                <a:pos x="385" y="589"/>
              </a:cxn>
              <a:cxn ang="0">
                <a:pos x="456" y="515"/>
              </a:cxn>
              <a:cxn ang="0">
                <a:pos x="520" y="480"/>
              </a:cxn>
              <a:cxn ang="0">
                <a:pos x="525" y="352"/>
              </a:cxn>
              <a:cxn ang="0">
                <a:pos x="618" y="211"/>
              </a:cxn>
              <a:cxn ang="0">
                <a:pos x="700" y="207"/>
              </a:cxn>
              <a:cxn ang="0">
                <a:pos x="799" y="144"/>
              </a:cxn>
              <a:cxn ang="0">
                <a:pos x="877" y="180"/>
              </a:cxn>
              <a:cxn ang="0">
                <a:pos x="899" y="116"/>
              </a:cxn>
              <a:cxn ang="0">
                <a:pos x="931" y="0"/>
              </a:cxn>
            </a:cxnLst>
            <a:rect l="0" t="0" r="r" b="b"/>
            <a:pathLst>
              <a:path w="1194" h="2510">
                <a:moveTo>
                  <a:pt x="931" y="0"/>
                </a:moveTo>
                <a:lnTo>
                  <a:pt x="1046" y="152"/>
                </a:lnTo>
                <a:lnTo>
                  <a:pt x="1120" y="177"/>
                </a:lnTo>
                <a:lnTo>
                  <a:pt x="1194" y="286"/>
                </a:lnTo>
                <a:lnTo>
                  <a:pt x="1148" y="331"/>
                </a:lnTo>
                <a:lnTo>
                  <a:pt x="1173" y="389"/>
                </a:lnTo>
                <a:lnTo>
                  <a:pt x="1173" y="423"/>
                </a:lnTo>
                <a:lnTo>
                  <a:pt x="1160" y="480"/>
                </a:lnTo>
                <a:lnTo>
                  <a:pt x="1173" y="530"/>
                </a:lnTo>
                <a:lnTo>
                  <a:pt x="1167" y="607"/>
                </a:lnTo>
                <a:lnTo>
                  <a:pt x="1144" y="662"/>
                </a:lnTo>
                <a:lnTo>
                  <a:pt x="1167" y="692"/>
                </a:lnTo>
                <a:lnTo>
                  <a:pt x="1178" y="754"/>
                </a:lnTo>
                <a:lnTo>
                  <a:pt x="1071" y="758"/>
                </a:lnTo>
                <a:lnTo>
                  <a:pt x="1050" y="724"/>
                </a:lnTo>
                <a:lnTo>
                  <a:pt x="1007" y="758"/>
                </a:lnTo>
                <a:lnTo>
                  <a:pt x="992" y="758"/>
                </a:lnTo>
                <a:lnTo>
                  <a:pt x="975" y="800"/>
                </a:lnTo>
                <a:lnTo>
                  <a:pt x="1000" y="849"/>
                </a:lnTo>
                <a:lnTo>
                  <a:pt x="942" y="846"/>
                </a:lnTo>
                <a:lnTo>
                  <a:pt x="949" y="871"/>
                </a:lnTo>
                <a:lnTo>
                  <a:pt x="906" y="920"/>
                </a:lnTo>
                <a:lnTo>
                  <a:pt x="943" y="1016"/>
                </a:lnTo>
                <a:lnTo>
                  <a:pt x="917" y="1082"/>
                </a:lnTo>
                <a:lnTo>
                  <a:pt x="739" y="1241"/>
                </a:lnTo>
                <a:lnTo>
                  <a:pt x="691" y="1237"/>
                </a:lnTo>
                <a:lnTo>
                  <a:pt x="666" y="1297"/>
                </a:lnTo>
                <a:lnTo>
                  <a:pt x="610" y="1309"/>
                </a:lnTo>
                <a:lnTo>
                  <a:pt x="606" y="1363"/>
                </a:lnTo>
                <a:lnTo>
                  <a:pt x="553" y="1351"/>
                </a:lnTo>
                <a:lnTo>
                  <a:pt x="553" y="1498"/>
                </a:lnTo>
                <a:lnTo>
                  <a:pt x="520" y="1520"/>
                </a:lnTo>
                <a:lnTo>
                  <a:pt x="538" y="1653"/>
                </a:lnTo>
                <a:lnTo>
                  <a:pt x="634" y="1731"/>
                </a:lnTo>
                <a:lnTo>
                  <a:pt x="648" y="1829"/>
                </a:lnTo>
                <a:lnTo>
                  <a:pt x="603" y="1844"/>
                </a:lnTo>
                <a:lnTo>
                  <a:pt x="490" y="1826"/>
                </a:lnTo>
                <a:lnTo>
                  <a:pt x="422" y="1851"/>
                </a:lnTo>
                <a:lnTo>
                  <a:pt x="496" y="1900"/>
                </a:lnTo>
                <a:lnTo>
                  <a:pt x="532" y="1862"/>
                </a:lnTo>
                <a:lnTo>
                  <a:pt x="638" y="1869"/>
                </a:lnTo>
                <a:lnTo>
                  <a:pt x="638" y="1888"/>
                </a:lnTo>
                <a:lnTo>
                  <a:pt x="570" y="1970"/>
                </a:lnTo>
                <a:lnTo>
                  <a:pt x="518" y="1968"/>
                </a:lnTo>
                <a:lnTo>
                  <a:pt x="513" y="2002"/>
                </a:lnTo>
                <a:lnTo>
                  <a:pt x="452" y="2012"/>
                </a:lnTo>
                <a:lnTo>
                  <a:pt x="481" y="2055"/>
                </a:lnTo>
                <a:lnTo>
                  <a:pt x="394" y="2336"/>
                </a:lnTo>
                <a:lnTo>
                  <a:pt x="352" y="2402"/>
                </a:lnTo>
                <a:lnTo>
                  <a:pt x="240" y="2402"/>
                </a:lnTo>
                <a:lnTo>
                  <a:pt x="211" y="2440"/>
                </a:lnTo>
                <a:lnTo>
                  <a:pt x="232" y="2463"/>
                </a:lnTo>
                <a:lnTo>
                  <a:pt x="232" y="2492"/>
                </a:lnTo>
                <a:lnTo>
                  <a:pt x="197" y="2510"/>
                </a:lnTo>
                <a:lnTo>
                  <a:pt x="135" y="2505"/>
                </a:lnTo>
                <a:lnTo>
                  <a:pt x="113" y="2440"/>
                </a:lnTo>
                <a:lnTo>
                  <a:pt x="85" y="2390"/>
                </a:lnTo>
                <a:lnTo>
                  <a:pt x="113" y="2323"/>
                </a:lnTo>
                <a:lnTo>
                  <a:pt x="121" y="2270"/>
                </a:lnTo>
                <a:lnTo>
                  <a:pt x="71" y="2260"/>
                </a:lnTo>
                <a:lnTo>
                  <a:pt x="85" y="2218"/>
                </a:lnTo>
                <a:lnTo>
                  <a:pt x="38" y="2197"/>
                </a:lnTo>
                <a:lnTo>
                  <a:pt x="14" y="2118"/>
                </a:lnTo>
                <a:lnTo>
                  <a:pt x="60" y="2055"/>
                </a:lnTo>
                <a:lnTo>
                  <a:pt x="5" y="2026"/>
                </a:lnTo>
                <a:lnTo>
                  <a:pt x="0" y="1907"/>
                </a:lnTo>
                <a:lnTo>
                  <a:pt x="38" y="1907"/>
                </a:lnTo>
                <a:lnTo>
                  <a:pt x="85" y="1808"/>
                </a:lnTo>
                <a:lnTo>
                  <a:pt x="85" y="1752"/>
                </a:lnTo>
                <a:lnTo>
                  <a:pt x="141" y="1675"/>
                </a:lnTo>
                <a:lnTo>
                  <a:pt x="110" y="1594"/>
                </a:lnTo>
                <a:lnTo>
                  <a:pt x="158" y="1523"/>
                </a:lnTo>
                <a:lnTo>
                  <a:pt x="146" y="1495"/>
                </a:lnTo>
                <a:lnTo>
                  <a:pt x="123" y="1293"/>
                </a:lnTo>
                <a:lnTo>
                  <a:pt x="138" y="1248"/>
                </a:lnTo>
                <a:lnTo>
                  <a:pt x="146" y="1202"/>
                </a:lnTo>
                <a:lnTo>
                  <a:pt x="141" y="1124"/>
                </a:lnTo>
                <a:lnTo>
                  <a:pt x="220" y="1032"/>
                </a:lnTo>
                <a:lnTo>
                  <a:pt x="299" y="1035"/>
                </a:lnTo>
                <a:lnTo>
                  <a:pt x="307" y="992"/>
                </a:lnTo>
                <a:lnTo>
                  <a:pt x="284" y="944"/>
                </a:lnTo>
                <a:lnTo>
                  <a:pt x="284" y="913"/>
                </a:lnTo>
                <a:lnTo>
                  <a:pt x="317" y="888"/>
                </a:lnTo>
                <a:lnTo>
                  <a:pt x="357" y="818"/>
                </a:lnTo>
                <a:lnTo>
                  <a:pt x="367" y="717"/>
                </a:lnTo>
                <a:lnTo>
                  <a:pt x="371" y="649"/>
                </a:lnTo>
                <a:lnTo>
                  <a:pt x="349" y="632"/>
                </a:lnTo>
                <a:lnTo>
                  <a:pt x="385" y="589"/>
                </a:lnTo>
                <a:lnTo>
                  <a:pt x="452" y="575"/>
                </a:lnTo>
                <a:lnTo>
                  <a:pt x="456" y="515"/>
                </a:lnTo>
                <a:lnTo>
                  <a:pt x="481" y="493"/>
                </a:lnTo>
                <a:lnTo>
                  <a:pt x="520" y="480"/>
                </a:lnTo>
                <a:lnTo>
                  <a:pt x="538" y="392"/>
                </a:lnTo>
                <a:lnTo>
                  <a:pt x="525" y="352"/>
                </a:lnTo>
                <a:lnTo>
                  <a:pt x="563" y="261"/>
                </a:lnTo>
                <a:lnTo>
                  <a:pt x="618" y="211"/>
                </a:lnTo>
                <a:lnTo>
                  <a:pt x="666" y="226"/>
                </a:lnTo>
                <a:lnTo>
                  <a:pt x="700" y="207"/>
                </a:lnTo>
                <a:lnTo>
                  <a:pt x="707" y="119"/>
                </a:lnTo>
                <a:lnTo>
                  <a:pt x="799" y="144"/>
                </a:lnTo>
                <a:lnTo>
                  <a:pt x="817" y="172"/>
                </a:lnTo>
                <a:lnTo>
                  <a:pt x="877" y="180"/>
                </a:lnTo>
                <a:lnTo>
                  <a:pt x="881" y="119"/>
                </a:lnTo>
                <a:lnTo>
                  <a:pt x="899" y="116"/>
                </a:lnTo>
                <a:lnTo>
                  <a:pt x="888" y="21"/>
                </a:lnTo>
                <a:lnTo>
                  <a:pt x="931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78" name="Freeform 277"/>
          <p:cNvSpPr>
            <a:spLocks/>
          </p:cNvSpPr>
          <p:nvPr/>
        </p:nvSpPr>
        <p:spPr bwMode="auto">
          <a:xfrm>
            <a:off x="4178722" y="3336054"/>
            <a:ext cx="215412" cy="215086"/>
          </a:xfrm>
          <a:custGeom>
            <a:avLst/>
            <a:gdLst/>
            <a:ahLst/>
            <a:cxnLst>
              <a:cxn ang="0">
                <a:pos x="694" y="810"/>
              </a:cxn>
              <a:cxn ang="0">
                <a:pos x="701" y="788"/>
              </a:cxn>
              <a:cxn ang="0">
                <a:pos x="698" y="725"/>
              </a:cxn>
              <a:cxn ang="0">
                <a:pos x="766" y="707"/>
              </a:cxn>
              <a:cxn ang="0">
                <a:pos x="768" y="633"/>
              </a:cxn>
              <a:cxn ang="0">
                <a:pos x="857" y="653"/>
              </a:cxn>
              <a:cxn ang="0">
                <a:pos x="863" y="609"/>
              </a:cxn>
              <a:cxn ang="0">
                <a:pos x="842" y="557"/>
              </a:cxn>
              <a:cxn ang="0">
                <a:pos x="799" y="416"/>
              </a:cxn>
              <a:cxn ang="0">
                <a:pos x="813" y="223"/>
              </a:cxn>
              <a:cxn ang="0">
                <a:pos x="820" y="172"/>
              </a:cxn>
              <a:cxn ang="0">
                <a:pos x="750" y="92"/>
              </a:cxn>
              <a:cxn ang="0">
                <a:pos x="596" y="82"/>
              </a:cxn>
              <a:cxn ang="0">
                <a:pos x="517" y="43"/>
              </a:cxn>
              <a:cxn ang="0">
                <a:pos x="480" y="65"/>
              </a:cxn>
              <a:cxn ang="0">
                <a:pos x="402" y="50"/>
              </a:cxn>
              <a:cxn ang="0">
                <a:pos x="405" y="3"/>
              </a:cxn>
              <a:cxn ang="0">
                <a:pos x="355" y="0"/>
              </a:cxn>
              <a:cxn ang="0">
                <a:pos x="169" y="15"/>
              </a:cxn>
              <a:cxn ang="0">
                <a:pos x="49" y="134"/>
              </a:cxn>
              <a:cxn ang="0">
                <a:pos x="14" y="141"/>
              </a:cxn>
              <a:cxn ang="0">
                <a:pos x="37" y="166"/>
              </a:cxn>
              <a:cxn ang="0">
                <a:pos x="0" y="272"/>
              </a:cxn>
              <a:cxn ang="0">
                <a:pos x="67" y="346"/>
              </a:cxn>
              <a:cxn ang="0">
                <a:pos x="62" y="438"/>
              </a:cxn>
              <a:cxn ang="0">
                <a:pos x="78" y="502"/>
              </a:cxn>
              <a:cxn ang="0">
                <a:pos x="101" y="526"/>
              </a:cxn>
              <a:cxn ang="0">
                <a:pos x="166" y="535"/>
              </a:cxn>
              <a:cxn ang="0">
                <a:pos x="166" y="568"/>
              </a:cxn>
              <a:cxn ang="0">
                <a:pos x="190" y="593"/>
              </a:cxn>
              <a:cxn ang="0">
                <a:pos x="279" y="593"/>
              </a:cxn>
              <a:cxn ang="0">
                <a:pos x="337" y="640"/>
              </a:cxn>
              <a:cxn ang="0">
                <a:pos x="352" y="696"/>
              </a:cxn>
              <a:cxn ang="0">
                <a:pos x="420" y="696"/>
              </a:cxn>
              <a:cxn ang="0">
                <a:pos x="435" y="743"/>
              </a:cxn>
              <a:cxn ang="0">
                <a:pos x="465" y="746"/>
              </a:cxn>
              <a:cxn ang="0">
                <a:pos x="512" y="721"/>
              </a:cxn>
              <a:cxn ang="0">
                <a:pos x="669" y="754"/>
              </a:cxn>
              <a:cxn ang="0">
                <a:pos x="694" y="810"/>
              </a:cxn>
            </a:cxnLst>
            <a:rect l="0" t="0" r="r" b="b"/>
            <a:pathLst>
              <a:path w="863" h="810">
                <a:moveTo>
                  <a:pt x="694" y="810"/>
                </a:moveTo>
                <a:lnTo>
                  <a:pt x="701" y="788"/>
                </a:lnTo>
                <a:lnTo>
                  <a:pt x="698" y="725"/>
                </a:lnTo>
                <a:lnTo>
                  <a:pt x="766" y="707"/>
                </a:lnTo>
                <a:lnTo>
                  <a:pt x="768" y="633"/>
                </a:lnTo>
                <a:lnTo>
                  <a:pt x="857" y="653"/>
                </a:lnTo>
                <a:lnTo>
                  <a:pt x="863" y="609"/>
                </a:lnTo>
                <a:lnTo>
                  <a:pt x="842" y="557"/>
                </a:lnTo>
                <a:lnTo>
                  <a:pt x="799" y="416"/>
                </a:lnTo>
                <a:lnTo>
                  <a:pt x="813" y="223"/>
                </a:lnTo>
                <a:lnTo>
                  <a:pt x="820" y="172"/>
                </a:lnTo>
                <a:lnTo>
                  <a:pt x="750" y="92"/>
                </a:lnTo>
                <a:lnTo>
                  <a:pt x="596" y="82"/>
                </a:lnTo>
                <a:lnTo>
                  <a:pt x="517" y="43"/>
                </a:lnTo>
                <a:lnTo>
                  <a:pt x="480" y="65"/>
                </a:lnTo>
                <a:lnTo>
                  <a:pt x="402" y="50"/>
                </a:lnTo>
                <a:lnTo>
                  <a:pt x="405" y="3"/>
                </a:lnTo>
                <a:lnTo>
                  <a:pt x="355" y="0"/>
                </a:lnTo>
                <a:lnTo>
                  <a:pt x="169" y="15"/>
                </a:lnTo>
                <a:lnTo>
                  <a:pt x="49" y="134"/>
                </a:lnTo>
                <a:lnTo>
                  <a:pt x="14" y="141"/>
                </a:lnTo>
                <a:lnTo>
                  <a:pt x="37" y="166"/>
                </a:lnTo>
                <a:lnTo>
                  <a:pt x="0" y="272"/>
                </a:lnTo>
                <a:lnTo>
                  <a:pt x="67" y="346"/>
                </a:lnTo>
                <a:lnTo>
                  <a:pt x="62" y="438"/>
                </a:lnTo>
                <a:lnTo>
                  <a:pt x="78" y="502"/>
                </a:lnTo>
                <a:lnTo>
                  <a:pt x="101" y="526"/>
                </a:lnTo>
                <a:lnTo>
                  <a:pt x="166" y="535"/>
                </a:lnTo>
                <a:lnTo>
                  <a:pt x="166" y="568"/>
                </a:lnTo>
                <a:lnTo>
                  <a:pt x="190" y="593"/>
                </a:lnTo>
                <a:lnTo>
                  <a:pt x="279" y="593"/>
                </a:lnTo>
                <a:lnTo>
                  <a:pt x="337" y="640"/>
                </a:lnTo>
                <a:lnTo>
                  <a:pt x="352" y="696"/>
                </a:lnTo>
                <a:lnTo>
                  <a:pt x="420" y="696"/>
                </a:lnTo>
                <a:lnTo>
                  <a:pt x="435" y="743"/>
                </a:lnTo>
                <a:lnTo>
                  <a:pt x="465" y="746"/>
                </a:lnTo>
                <a:lnTo>
                  <a:pt x="512" y="721"/>
                </a:lnTo>
                <a:lnTo>
                  <a:pt x="669" y="754"/>
                </a:lnTo>
                <a:lnTo>
                  <a:pt x="694" y="81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79" name="Freeform 278"/>
          <p:cNvSpPr>
            <a:spLocks/>
          </p:cNvSpPr>
          <p:nvPr/>
        </p:nvSpPr>
        <p:spPr bwMode="auto">
          <a:xfrm>
            <a:off x="4335385" y="3702048"/>
            <a:ext cx="140344" cy="95401"/>
          </a:xfrm>
          <a:custGeom>
            <a:avLst/>
            <a:gdLst/>
            <a:ahLst/>
            <a:cxnLst>
              <a:cxn ang="0">
                <a:pos x="42" y="0"/>
              </a:cxn>
              <a:cxn ang="0">
                <a:pos x="67" y="61"/>
              </a:cxn>
              <a:cxn ang="0">
                <a:pos x="133" y="38"/>
              </a:cxn>
              <a:cxn ang="0">
                <a:pos x="300" y="88"/>
              </a:cxn>
              <a:cxn ang="0">
                <a:pos x="368" y="32"/>
              </a:cxn>
              <a:cxn ang="0">
                <a:pos x="479" y="38"/>
              </a:cxn>
              <a:cxn ang="0">
                <a:pos x="497" y="74"/>
              </a:cxn>
              <a:cxn ang="0">
                <a:pos x="562" y="77"/>
              </a:cxn>
              <a:cxn ang="0">
                <a:pos x="537" y="173"/>
              </a:cxn>
              <a:cxn ang="0">
                <a:pos x="513" y="169"/>
              </a:cxn>
              <a:cxn ang="0">
                <a:pos x="510" y="142"/>
              </a:cxn>
              <a:cxn ang="0">
                <a:pos x="501" y="138"/>
              </a:cxn>
              <a:cxn ang="0">
                <a:pos x="457" y="175"/>
              </a:cxn>
              <a:cxn ang="0">
                <a:pos x="454" y="247"/>
              </a:cxn>
              <a:cxn ang="0">
                <a:pos x="457" y="282"/>
              </a:cxn>
              <a:cxn ang="0">
                <a:pos x="353" y="321"/>
              </a:cxn>
              <a:cxn ang="0">
                <a:pos x="332" y="321"/>
              </a:cxn>
              <a:cxn ang="0">
                <a:pos x="328" y="367"/>
              </a:cxn>
              <a:cxn ang="0">
                <a:pos x="222" y="356"/>
              </a:cxn>
              <a:cxn ang="0">
                <a:pos x="186" y="346"/>
              </a:cxn>
              <a:cxn ang="0">
                <a:pos x="151" y="356"/>
              </a:cxn>
              <a:cxn ang="0">
                <a:pos x="42" y="346"/>
              </a:cxn>
              <a:cxn ang="0">
                <a:pos x="14" y="306"/>
              </a:cxn>
              <a:cxn ang="0">
                <a:pos x="22" y="285"/>
              </a:cxn>
              <a:cxn ang="0">
                <a:pos x="25" y="236"/>
              </a:cxn>
              <a:cxn ang="0">
                <a:pos x="14" y="166"/>
              </a:cxn>
              <a:cxn ang="0">
                <a:pos x="55" y="166"/>
              </a:cxn>
              <a:cxn ang="0">
                <a:pos x="55" y="142"/>
              </a:cxn>
              <a:cxn ang="0">
                <a:pos x="25" y="107"/>
              </a:cxn>
              <a:cxn ang="0">
                <a:pos x="0" y="92"/>
              </a:cxn>
              <a:cxn ang="0">
                <a:pos x="25" y="3"/>
              </a:cxn>
              <a:cxn ang="0">
                <a:pos x="42" y="0"/>
              </a:cxn>
            </a:cxnLst>
            <a:rect l="0" t="0" r="r" b="b"/>
            <a:pathLst>
              <a:path w="562" h="367">
                <a:moveTo>
                  <a:pt x="42" y="0"/>
                </a:moveTo>
                <a:lnTo>
                  <a:pt x="67" y="61"/>
                </a:lnTo>
                <a:lnTo>
                  <a:pt x="133" y="38"/>
                </a:lnTo>
                <a:lnTo>
                  <a:pt x="300" y="88"/>
                </a:lnTo>
                <a:lnTo>
                  <a:pt x="368" y="32"/>
                </a:lnTo>
                <a:lnTo>
                  <a:pt x="479" y="38"/>
                </a:lnTo>
                <a:lnTo>
                  <a:pt x="497" y="74"/>
                </a:lnTo>
                <a:lnTo>
                  <a:pt x="562" y="77"/>
                </a:lnTo>
                <a:lnTo>
                  <a:pt x="537" y="173"/>
                </a:lnTo>
                <a:lnTo>
                  <a:pt x="513" y="169"/>
                </a:lnTo>
                <a:lnTo>
                  <a:pt x="510" y="142"/>
                </a:lnTo>
                <a:lnTo>
                  <a:pt x="501" y="138"/>
                </a:lnTo>
                <a:lnTo>
                  <a:pt x="457" y="175"/>
                </a:lnTo>
                <a:lnTo>
                  <a:pt x="454" y="247"/>
                </a:lnTo>
                <a:lnTo>
                  <a:pt x="457" y="282"/>
                </a:lnTo>
                <a:lnTo>
                  <a:pt x="353" y="321"/>
                </a:lnTo>
                <a:lnTo>
                  <a:pt x="332" y="321"/>
                </a:lnTo>
                <a:lnTo>
                  <a:pt x="328" y="367"/>
                </a:lnTo>
                <a:lnTo>
                  <a:pt x="222" y="356"/>
                </a:lnTo>
                <a:lnTo>
                  <a:pt x="186" y="346"/>
                </a:lnTo>
                <a:lnTo>
                  <a:pt x="151" y="356"/>
                </a:lnTo>
                <a:lnTo>
                  <a:pt x="42" y="346"/>
                </a:lnTo>
                <a:lnTo>
                  <a:pt x="14" y="306"/>
                </a:lnTo>
                <a:lnTo>
                  <a:pt x="22" y="285"/>
                </a:lnTo>
                <a:lnTo>
                  <a:pt x="25" y="236"/>
                </a:lnTo>
                <a:lnTo>
                  <a:pt x="14" y="166"/>
                </a:lnTo>
                <a:lnTo>
                  <a:pt x="55" y="166"/>
                </a:lnTo>
                <a:lnTo>
                  <a:pt x="55" y="142"/>
                </a:lnTo>
                <a:lnTo>
                  <a:pt x="25" y="107"/>
                </a:lnTo>
                <a:lnTo>
                  <a:pt x="0" y="92"/>
                </a:lnTo>
                <a:lnTo>
                  <a:pt x="25" y="3"/>
                </a:lnTo>
                <a:lnTo>
                  <a:pt x="42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80" name="Freeform 279"/>
          <p:cNvSpPr>
            <a:spLocks/>
          </p:cNvSpPr>
          <p:nvPr/>
        </p:nvSpPr>
        <p:spPr bwMode="auto">
          <a:xfrm>
            <a:off x="4767844" y="3870300"/>
            <a:ext cx="396555" cy="395480"/>
          </a:xfrm>
          <a:custGeom>
            <a:avLst/>
            <a:gdLst/>
            <a:ahLst/>
            <a:cxnLst>
              <a:cxn ang="0">
                <a:pos x="845" y="687"/>
              </a:cxn>
              <a:cxn ang="0">
                <a:pos x="853" y="727"/>
              </a:cxn>
              <a:cxn ang="0">
                <a:pos x="863" y="750"/>
              </a:cxn>
              <a:cxn ang="0">
                <a:pos x="922" y="757"/>
              </a:cxn>
              <a:cxn ang="0">
                <a:pos x="943" y="808"/>
              </a:cxn>
              <a:cxn ang="0">
                <a:pos x="971" y="848"/>
              </a:cxn>
              <a:cxn ang="0">
                <a:pos x="947" y="859"/>
              </a:cxn>
              <a:cxn ang="0">
                <a:pos x="888" y="859"/>
              </a:cxn>
              <a:cxn ang="0">
                <a:pos x="879" y="911"/>
              </a:cxn>
              <a:cxn ang="0">
                <a:pos x="707" y="870"/>
              </a:cxn>
              <a:cxn ang="0">
                <a:pos x="671" y="796"/>
              </a:cxn>
              <a:cxn ang="0">
                <a:pos x="620" y="775"/>
              </a:cxn>
              <a:cxn ang="0">
                <a:pos x="563" y="798"/>
              </a:cxn>
              <a:cxn ang="0">
                <a:pos x="491" y="796"/>
              </a:cxn>
              <a:cxn ang="0">
                <a:pos x="407" y="750"/>
              </a:cxn>
              <a:cxn ang="0">
                <a:pos x="308" y="589"/>
              </a:cxn>
              <a:cxn ang="0">
                <a:pos x="243" y="589"/>
              </a:cxn>
              <a:cxn ang="0">
                <a:pos x="201" y="602"/>
              </a:cxn>
              <a:cxn ang="0">
                <a:pos x="181" y="569"/>
              </a:cxn>
              <a:cxn ang="0">
                <a:pos x="149" y="543"/>
              </a:cxn>
              <a:cxn ang="0">
                <a:pos x="149" y="466"/>
              </a:cxn>
              <a:cxn ang="0">
                <a:pos x="96" y="466"/>
              </a:cxn>
              <a:cxn ang="0">
                <a:pos x="84" y="451"/>
              </a:cxn>
              <a:cxn ang="0">
                <a:pos x="84" y="408"/>
              </a:cxn>
              <a:cxn ang="0">
                <a:pos x="48" y="414"/>
              </a:cxn>
              <a:cxn ang="0">
                <a:pos x="32" y="397"/>
              </a:cxn>
              <a:cxn ang="0">
                <a:pos x="32" y="350"/>
              </a:cxn>
              <a:cxn ang="0">
                <a:pos x="62" y="323"/>
              </a:cxn>
              <a:cxn ang="0">
                <a:pos x="48" y="277"/>
              </a:cxn>
              <a:cxn ang="0">
                <a:pos x="10" y="246"/>
              </a:cxn>
              <a:cxn ang="0">
                <a:pos x="10" y="213"/>
              </a:cxn>
              <a:cxn ang="0">
                <a:pos x="37" y="143"/>
              </a:cxn>
              <a:cxn ang="0">
                <a:pos x="8" y="102"/>
              </a:cxn>
              <a:cxn ang="0">
                <a:pos x="0" y="51"/>
              </a:cxn>
              <a:cxn ang="0">
                <a:pos x="42" y="0"/>
              </a:cxn>
              <a:cxn ang="0">
                <a:pos x="50" y="7"/>
              </a:cxn>
              <a:cxn ang="0">
                <a:pos x="154" y="90"/>
              </a:cxn>
              <a:cxn ang="0">
                <a:pos x="159" y="74"/>
              </a:cxn>
              <a:cxn ang="0">
                <a:pos x="169" y="42"/>
              </a:cxn>
              <a:cxn ang="0">
                <a:pos x="207" y="13"/>
              </a:cxn>
              <a:cxn ang="0">
                <a:pos x="239" y="56"/>
              </a:cxn>
              <a:cxn ang="0">
                <a:pos x="284" y="70"/>
              </a:cxn>
              <a:cxn ang="0">
                <a:pos x="271" y="106"/>
              </a:cxn>
              <a:cxn ang="0">
                <a:pos x="258" y="143"/>
              </a:cxn>
              <a:cxn ang="0">
                <a:pos x="368" y="213"/>
              </a:cxn>
              <a:cxn ang="0">
                <a:pos x="449" y="263"/>
              </a:cxn>
              <a:cxn ang="0">
                <a:pos x="554" y="222"/>
              </a:cxn>
              <a:cxn ang="0">
                <a:pos x="657" y="169"/>
              </a:cxn>
              <a:cxn ang="0">
                <a:pos x="696" y="158"/>
              </a:cxn>
              <a:cxn ang="0">
                <a:pos x="863" y="301"/>
              </a:cxn>
              <a:cxn ang="0">
                <a:pos x="860" y="388"/>
              </a:cxn>
              <a:cxn ang="0">
                <a:pos x="820" y="421"/>
              </a:cxn>
              <a:cxn ang="0">
                <a:pos x="860" y="455"/>
              </a:cxn>
              <a:cxn ang="0">
                <a:pos x="853" y="481"/>
              </a:cxn>
              <a:cxn ang="0">
                <a:pos x="812" y="513"/>
              </a:cxn>
              <a:cxn ang="0">
                <a:pos x="860" y="583"/>
              </a:cxn>
              <a:cxn ang="0">
                <a:pos x="895" y="583"/>
              </a:cxn>
              <a:cxn ang="0">
                <a:pos x="895" y="624"/>
              </a:cxn>
              <a:cxn ang="0">
                <a:pos x="845" y="667"/>
              </a:cxn>
              <a:cxn ang="0">
                <a:pos x="845" y="687"/>
              </a:cxn>
            </a:cxnLst>
            <a:rect l="0" t="0" r="r" b="b"/>
            <a:pathLst>
              <a:path w="971" h="911">
                <a:moveTo>
                  <a:pt x="845" y="687"/>
                </a:moveTo>
                <a:lnTo>
                  <a:pt x="853" y="727"/>
                </a:lnTo>
                <a:lnTo>
                  <a:pt x="863" y="750"/>
                </a:lnTo>
                <a:lnTo>
                  <a:pt x="922" y="757"/>
                </a:lnTo>
                <a:lnTo>
                  <a:pt x="943" y="808"/>
                </a:lnTo>
                <a:lnTo>
                  <a:pt x="971" y="848"/>
                </a:lnTo>
                <a:lnTo>
                  <a:pt x="947" y="859"/>
                </a:lnTo>
                <a:lnTo>
                  <a:pt x="888" y="859"/>
                </a:lnTo>
                <a:lnTo>
                  <a:pt x="879" y="911"/>
                </a:lnTo>
                <a:lnTo>
                  <a:pt x="707" y="870"/>
                </a:lnTo>
                <a:lnTo>
                  <a:pt x="671" y="796"/>
                </a:lnTo>
                <a:lnTo>
                  <a:pt x="620" y="775"/>
                </a:lnTo>
                <a:lnTo>
                  <a:pt x="563" y="798"/>
                </a:lnTo>
                <a:lnTo>
                  <a:pt x="491" y="796"/>
                </a:lnTo>
                <a:lnTo>
                  <a:pt x="407" y="750"/>
                </a:lnTo>
                <a:lnTo>
                  <a:pt x="308" y="589"/>
                </a:lnTo>
                <a:lnTo>
                  <a:pt x="243" y="589"/>
                </a:lnTo>
                <a:lnTo>
                  <a:pt x="201" y="602"/>
                </a:lnTo>
                <a:lnTo>
                  <a:pt x="181" y="569"/>
                </a:lnTo>
                <a:lnTo>
                  <a:pt x="149" y="543"/>
                </a:lnTo>
                <a:lnTo>
                  <a:pt x="149" y="466"/>
                </a:lnTo>
                <a:lnTo>
                  <a:pt x="96" y="466"/>
                </a:lnTo>
                <a:lnTo>
                  <a:pt x="84" y="451"/>
                </a:lnTo>
                <a:lnTo>
                  <a:pt x="84" y="408"/>
                </a:lnTo>
                <a:lnTo>
                  <a:pt x="48" y="414"/>
                </a:lnTo>
                <a:lnTo>
                  <a:pt x="32" y="397"/>
                </a:lnTo>
                <a:lnTo>
                  <a:pt x="32" y="350"/>
                </a:lnTo>
                <a:lnTo>
                  <a:pt x="62" y="323"/>
                </a:lnTo>
                <a:lnTo>
                  <a:pt x="48" y="277"/>
                </a:lnTo>
                <a:lnTo>
                  <a:pt x="10" y="246"/>
                </a:lnTo>
                <a:lnTo>
                  <a:pt x="10" y="213"/>
                </a:lnTo>
                <a:lnTo>
                  <a:pt x="37" y="143"/>
                </a:lnTo>
                <a:lnTo>
                  <a:pt x="8" y="102"/>
                </a:lnTo>
                <a:lnTo>
                  <a:pt x="0" y="51"/>
                </a:lnTo>
                <a:lnTo>
                  <a:pt x="42" y="0"/>
                </a:lnTo>
                <a:lnTo>
                  <a:pt x="50" y="7"/>
                </a:lnTo>
                <a:lnTo>
                  <a:pt x="154" y="90"/>
                </a:lnTo>
                <a:lnTo>
                  <a:pt x="159" y="74"/>
                </a:lnTo>
                <a:lnTo>
                  <a:pt x="169" y="42"/>
                </a:lnTo>
                <a:lnTo>
                  <a:pt x="207" y="13"/>
                </a:lnTo>
                <a:lnTo>
                  <a:pt x="239" y="56"/>
                </a:lnTo>
                <a:lnTo>
                  <a:pt x="284" y="70"/>
                </a:lnTo>
                <a:lnTo>
                  <a:pt x="271" y="106"/>
                </a:lnTo>
                <a:lnTo>
                  <a:pt x="258" y="143"/>
                </a:lnTo>
                <a:lnTo>
                  <a:pt x="368" y="213"/>
                </a:lnTo>
                <a:lnTo>
                  <a:pt x="449" y="263"/>
                </a:lnTo>
                <a:lnTo>
                  <a:pt x="554" y="222"/>
                </a:lnTo>
                <a:lnTo>
                  <a:pt x="657" y="169"/>
                </a:lnTo>
                <a:lnTo>
                  <a:pt x="696" y="158"/>
                </a:lnTo>
                <a:lnTo>
                  <a:pt x="863" y="301"/>
                </a:lnTo>
                <a:lnTo>
                  <a:pt x="860" y="388"/>
                </a:lnTo>
                <a:lnTo>
                  <a:pt x="820" y="421"/>
                </a:lnTo>
                <a:lnTo>
                  <a:pt x="860" y="455"/>
                </a:lnTo>
                <a:lnTo>
                  <a:pt x="853" y="481"/>
                </a:lnTo>
                <a:lnTo>
                  <a:pt x="812" y="513"/>
                </a:lnTo>
                <a:lnTo>
                  <a:pt x="860" y="583"/>
                </a:lnTo>
                <a:lnTo>
                  <a:pt x="895" y="583"/>
                </a:lnTo>
                <a:lnTo>
                  <a:pt x="895" y="624"/>
                </a:lnTo>
                <a:lnTo>
                  <a:pt x="845" y="667"/>
                </a:lnTo>
                <a:lnTo>
                  <a:pt x="845" y="68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12700" cmpd="sng">
            <a:solidFill>
              <a:schemeClr val="bg1">
                <a:lumMod val="9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81" name="TextBox 306"/>
          <p:cNvSpPr txBox="1"/>
          <p:nvPr/>
        </p:nvSpPr>
        <p:spPr>
          <a:xfrm>
            <a:off x="405766" y="4757396"/>
            <a:ext cx="1402665" cy="593408"/>
          </a:xfrm>
          <a:prstGeom prst="upArrow">
            <a:avLst>
              <a:gd name="adj1" fmla="val 56570"/>
              <a:gd name="adj2" fmla="val 48904"/>
            </a:avLst>
          </a:prstGeom>
          <a:solidFill>
            <a:schemeClr val="accent2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>
            <a:spAutoFit/>
          </a:bodyPr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 smtClean="0">
                <a:solidFill>
                  <a:schemeClr val="bg1"/>
                </a:solidFill>
                <a:latin typeface="黑体" pitchFamily="2" charset="-122"/>
                <a:ea typeface="黑体" pitchFamily="2" charset="-122"/>
                <a:cs typeface="Arial" pitchFamily="34" charset="0"/>
              </a:rPr>
              <a:t>中南美</a:t>
            </a:r>
            <a:r>
              <a:rPr lang="en-GB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: </a:t>
            </a:r>
          </a:p>
          <a:p>
            <a:pPr algn="ctr"/>
            <a:r>
              <a:rPr lang="en-GB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+6.0%</a:t>
            </a:r>
            <a:endParaRPr lang="en-GB" sz="1400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82" name="TextBox 306"/>
          <p:cNvSpPr txBox="1"/>
          <p:nvPr/>
        </p:nvSpPr>
        <p:spPr>
          <a:xfrm>
            <a:off x="7453790" y="4206239"/>
            <a:ext cx="1210150" cy="579805"/>
          </a:xfrm>
          <a:prstGeom prst="upArrow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>
            <a:noAutofit/>
          </a:bodyPr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 smtClean="0">
                <a:solidFill>
                  <a:sysClr val="windowText" lastClr="000000"/>
                </a:solidFill>
                <a:latin typeface="黑体" pitchFamily="2" charset="-122"/>
                <a:ea typeface="黑体" pitchFamily="2" charset="-122"/>
                <a:cs typeface="Arial" pitchFamily="34" charset="0"/>
              </a:rPr>
              <a:t>日本</a:t>
            </a:r>
            <a:r>
              <a:rPr lang="en-GB" sz="1400" b="1" dirty="0" smtClean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: </a:t>
            </a:r>
          </a:p>
          <a:p>
            <a:pPr algn="ctr"/>
            <a:r>
              <a:rPr lang="en-GB" sz="1400" b="1" dirty="0" smtClean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+1.5%</a:t>
            </a:r>
            <a:endParaRPr lang="en-GB" sz="1400" dirty="0" smtClean="0">
              <a:solidFill>
                <a:sysClr val="windowText" lastClr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83" name="TextBox 306"/>
          <p:cNvSpPr txBox="1"/>
          <p:nvPr/>
        </p:nvSpPr>
        <p:spPr>
          <a:xfrm>
            <a:off x="4787154" y="4770575"/>
            <a:ext cx="1029149" cy="605769"/>
          </a:xfrm>
          <a:prstGeom prst="upArrow">
            <a:avLst>
              <a:gd name="adj1" fmla="val 53024"/>
              <a:gd name="adj2" fmla="val 55261"/>
            </a:avLst>
          </a:prstGeom>
          <a:solidFill>
            <a:schemeClr val="accent2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>
            <a:spAutoFit/>
          </a:bodyPr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 smtClean="0">
                <a:solidFill>
                  <a:schemeClr val="bg1"/>
                </a:solidFill>
                <a:latin typeface="黑体" pitchFamily="2" charset="-122"/>
                <a:ea typeface="黑体" pitchFamily="2" charset="-122"/>
                <a:cs typeface="Arial" pitchFamily="34" charset="0"/>
              </a:rPr>
              <a:t>印度</a:t>
            </a:r>
            <a:r>
              <a:rPr lang="en-GB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: </a:t>
            </a:r>
          </a:p>
          <a:p>
            <a:pPr algn="ctr"/>
            <a:r>
              <a:rPr lang="en-GB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+4.3%</a:t>
            </a:r>
            <a:endParaRPr lang="en-GB" sz="1400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84" name="TextBox 306"/>
          <p:cNvSpPr txBox="1"/>
          <p:nvPr/>
        </p:nvSpPr>
        <p:spPr>
          <a:xfrm>
            <a:off x="6221489" y="4191455"/>
            <a:ext cx="1174057" cy="605769"/>
          </a:xfrm>
          <a:prstGeom prst="upArrow">
            <a:avLst>
              <a:gd name="adj1" fmla="val 53024"/>
              <a:gd name="adj2" fmla="val 55261"/>
            </a:avLst>
          </a:prstGeom>
          <a:solidFill>
            <a:schemeClr val="accent2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>
            <a:spAutoFit/>
          </a:bodyPr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 smtClean="0">
                <a:solidFill>
                  <a:schemeClr val="bg1"/>
                </a:solidFill>
                <a:latin typeface="黑体" pitchFamily="2" charset="-122"/>
                <a:ea typeface="黑体" pitchFamily="2" charset="-122"/>
                <a:cs typeface="Arial" pitchFamily="34" charset="0"/>
              </a:rPr>
              <a:t>中国</a:t>
            </a:r>
            <a:r>
              <a:rPr lang="en-GB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: </a:t>
            </a:r>
          </a:p>
          <a:p>
            <a:pPr algn="ctr"/>
            <a:r>
              <a:rPr lang="en-GB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+6.2%</a:t>
            </a:r>
            <a:endParaRPr lang="en-GB" sz="1400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85" name="TextBox 306"/>
          <p:cNvSpPr txBox="1"/>
          <p:nvPr/>
        </p:nvSpPr>
        <p:spPr>
          <a:xfrm>
            <a:off x="6816746" y="3732904"/>
            <a:ext cx="1174057" cy="572439"/>
          </a:xfrm>
          <a:prstGeom prst="downArrow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>
            <a:spAutoFit/>
          </a:bodyPr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 smtClean="0">
                <a:solidFill>
                  <a:schemeClr val="tx1"/>
                </a:solidFill>
                <a:latin typeface="黑体" pitchFamily="2" charset="-122"/>
                <a:ea typeface="黑体" pitchFamily="2" charset="-122"/>
                <a:cs typeface="Arial" pitchFamily="34" charset="0"/>
              </a:rPr>
              <a:t>韩国</a:t>
            </a:r>
            <a:r>
              <a:rPr lang="en-GB" sz="14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: </a:t>
            </a:r>
          </a:p>
          <a:p>
            <a:pPr algn="ctr"/>
            <a:r>
              <a:rPr lang="en-GB" sz="14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-0.5%</a:t>
            </a:r>
            <a:endParaRPr lang="en-GB" sz="14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86" name="TextBox 306"/>
          <p:cNvSpPr txBox="1"/>
          <p:nvPr/>
        </p:nvSpPr>
        <p:spPr>
          <a:xfrm>
            <a:off x="6872328" y="4881259"/>
            <a:ext cx="1174057" cy="622434"/>
          </a:xfrm>
          <a:prstGeom prst="downArrow">
            <a:avLst>
              <a:gd name="adj1" fmla="val 62101"/>
              <a:gd name="adj2" fmla="val 50000"/>
            </a:avLst>
          </a:prstGeom>
          <a:solidFill>
            <a:schemeClr val="accent5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>
            <a:spAutoFit/>
          </a:bodyPr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 smtClean="0">
                <a:solidFill>
                  <a:schemeClr val="tx1"/>
                </a:solidFill>
                <a:latin typeface="黑体" pitchFamily="2" charset="-122"/>
                <a:ea typeface="黑体" pitchFamily="2" charset="-122"/>
                <a:cs typeface="Arial" pitchFamily="34" charset="0"/>
              </a:rPr>
              <a:t>台湾</a:t>
            </a:r>
            <a:r>
              <a:rPr lang="en-GB" sz="14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: </a:t>
            </a:r>
          </a:p>
          <a:p>
            <a:pPr algn="ctr"/>
            <a:r>
              <a:rPr lang="en-GB" sz="14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-1.0%</a:t>
            </a:r>
            <a:endParaRPr lang="en-GB" sz="14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88" name="TextBox 306"/>
          <p:cNvSpPr txBox="1"/>
          <p:nvPr/>
        </p:nvSpPr>
        <p:spPr>
          <a:xfrm>
            <a:off x="7566870" y="5120735"/>
            <a:ext cx="1577132" cy="1097281"/>
          </a:xfrm>
          <a:prstGeom prst="upArrow">
            <a:avLst/>
          </a:prstGeom>
          <a:solidFill>
            <a:schemeClr val="accent2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>
            <a:noAutofit/>
          </a:bodyPr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 smtClean="0">
                <a:solidFill>
                  <a:schemeClr val="bg1"/>
                </a:solidFill>
                <a:latin typeface="黑体" pitchFamily="2" charset="-122"/>
                <a:ea typeface="黑体" pitchFamily="2" charset="-122"/>
                <a:cs typeface="Arial" pitchFamily="34" charset="0"/>
              </a:rPr>
              <a:t>亚洲</a:t>
            </a:r>
            <a:r>
              <a:rPr lang="en-GB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: </a:t>
            </a:r>
          </a:p>
          <a:p>
            <a:pPr algn="ctr"/>
            <a:r>
              <a:rPr lang="en-GB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+5.0%</a:t>
            </a:r>
            <a:endParaRPr lang="en-GB" sz="1400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0" name="TextBox 306"/>
          <p:cNvSpPr txBox="1"/>
          <p:nvPr/>
        </p:nvSpPr>
        <p:spPr>
          <a:xfrm>
            <a:off x="3761701" y="1750424"/>
            <a:ext cx="1469591" cy="898034"/>
          </a:xfrm>
          <a:prstGeom prst="upArrow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>
            <a:noAutofit/>
          </a:bodyPr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 smtClean="0">
                <a:solidFill>
                  <a:sysClr val="windowText" lastClr="000000"/>
                </a:solidFill>
                <a:latin typeface="黑体" pitchFamily="2" charset="-122"/>
                <a:ea typeface="黑体" pitchFamily="2" charset="-122"/>
                <a:cs typeface="Arial" pitchFamily="34" charset="0"/>
              </a:rPr>
              <a:t>东欧</a:t>
            </a:r>
            <a:r>
              <a:rPr lang="en-GB" sz="1400" b="1" dirty="0" smtClean="0">
                <a:solidFill>
                  <a:sysClr val="windowText" lastClr="000000"/>
                </a:solidFill>
                <a:latin typeface="黑体" pitchFamily="2" charset="-122"/>
                <a:ea typeface="黑体" pitchFamily="2" charset="-122"/>
                <a:cs typeface="Arial" pitchFamily="34" charset="0"/>
              </a:rPr>
              <a:t>:</a:t>
            </a:r>
            <a:r>
              <a:rPr lang="en-GB" sz="1400" b="1" dirty="0" smtClean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 algn="ctr"/>
            <a:r>
              <a:rPr lang="en-GB" sz="1400" b="1" dirty="0" smtClean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+1.4%</a:t>
            </a:r>
            <a:endParaRPr lang="en-GB" sz="1400" dirty="0" smtClean="0">
              <a:solidFill>
                <a:sysClr val="windowText" lastClr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1" name="TextBox 306"/>
          <p:cNvSpPr txBox="1"/>
          <p:nvPr/>
        </p:nvSpPr>
        <p:spPr>
          <a:xfrm>
            <a:off x="0" y="2550810"/>
            <a:ext cx="1737740" cy="906224"/>
          </a:xfrm>
          <a:prstGeom prst="upArrow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>
            <a:noAutofit/>
          </a:bodyPr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 smtClean="0">
                <a:solidFill>
                  <a:schemeClr val="tx1"/>
                </a:solidFill>
                <a:latin typeface="黑体" pitchFamily="2" charset="-122"/>
                <a:ea typeface="黑体" pitchFamily="2" charset="-122"/>
                <a:cs typeface="Arial" pitchFamily="34" charset="0"/>
              </a:rPr>
              <a:t>北美</a:t>
            </a:r>
            <a:r>
              <a:rPr lang="en-GB" sz="14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: </a:t>
            </a:r>
          </a:p>
          <a:p>
            <a:pPr algn="ctr"/>
            <a:r>
              <a:rPr lang="en-GB" sz="14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+0.1%</a:t>
            </a:r>
            <a:endParaRPr lang="en-GB" sz="14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2" name="TextBox 306"/>
          <p:cNvSpPr txBox="1"/>
          <p:nvPr/>
        </p:nvSpPr>
        <p:spPr>
          <a:xfrm>
            <a:off x="2543976" y="2485419"/>
            <a:ext cx="1494624" cy="572572"/>
          </a:xfrm>
          <a:prstGeom prst="downArrow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>
            <a:spAutoFit/>
          </a:bodyPr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2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 smtClean="0">
                <a:solidFill>
                  <a:schemeClr val="tx1"/>
                </a:solidFill>
                <a:latin typeface="黑体" pitchFamily="2" charset="-122"/>
                <a:ea typeface="黑体" pitchFamily="2" charset="-122"/>
                <a:cs typeface="Arial" pitchFamily="34" charset="0"/>
              </a:rPr>
              <a:t>西欧</a:t>
            </a:r>
            <a:r>
              <a:rPr lang="en-GB" sz="14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: </a:t>
            </a:r>
          </a:p>
          <a:p>
            <a:pPr algn="ctr"/>
            <a:r>
              <a:rPr lang="en-GB" sz="14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-0.7%</a:t>
            </a:r>
            <a:endParaRPr lang="en-GB" sz="14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3" name="TextBox 292"/>
          <p:cNvSpPr txBox="1"/>
          <p:nvPr/>
        </p:nvSpPr>
        <p:spPr>
          <a:xfrm>
            <a:off x="6911789" y="1425058"/>
            <a:ext cx="1828800" cy="584640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R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kern="0" dirty="0" smtClean="0">
                <a:latin typeface="黑体" pitchFamily="2" charset="-122"/>
                <a:ea typeface="黑体" pitchFamily="2" charset="-122"/>
                <a:cs typeface="Arial" pitchFamily="34" charset="0"/>
              </a:rPr>
              <a:t>全球</a:t>
            </a:r>
            <a:r>
              <a:rPr kumimoji="0" lang="en-GB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Arial" pitchFamily="34" charset="0"/>
              </a:rPr>
              <a:t> = </a:t>
            </a:r>
            <a:r>
              <a:rPr lang="en-GB" sz="1600" kern="0" dirty="0" smtClean="0">
                <a:latin typeface="黑体" pitchFamily="2" charset="-122"/>
                <a:ea typeface="黑体" pitchFamily="2" charset="-122"/>
                <a:cs typeface="Arial" pitchFamily="34" charset="0"/>
              </a:rPr>
              <a:t>2050</a:t>
            </a:r>
            <a:r>
              <a:rPr lang="zh-CN" altLang="en-US" sz="1600" kern="0" dirty="0" smtClean="0">
                <a:latin typeface="黑体" pitchFamily="2" charset="-122"/>
                <a:ea typeface="黑体" pitchFamily="2" charset="-122"/>
                <a:cs typeface="Arial" pitchFamily="34" charset="0"/>
              </a:rPr>
              <a:t>万吨</a:t>
            </a:r>
            <a:r>
              <a:rPr kumimoji="0" lang="en-GB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Arial" pitchFamily="34" charset="0"/>
              </a:rPr>
              <a:t>;</a:t>
            </a:r>
            <a:r>
              <a:rPr kumimoji="0" lang="en-GB" sz="16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Arial" pitchFamily="34" charset="0"/>
              </a:rPr>
              <a:t> </a:t>
            </a:r>
            <a:r>
              <a:rPr kumimoji="0" lang="zh-CN" altLang="en-US" sz="16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Arial" pitchFamily="34" charset="0"/>
              </a:rPr>
              <a:t>同比增长</a:t>
            </a:r>
            <a:r>
              <a:rPr kumimoji="0" lang="en-GB" sz="16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Arial" pitchFamily="34" charset="0"/>
              </a:rPr>
              <a:t>+3.3% </a:t>
            </a:r>
            <a:endParaRPr kumimoji="0" lang="en-GB" sz="1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itchFamily="2" charset="-122"/>
              <a:ea typeface="黑体" pitchFamily="2" charset="-122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457200" y="1988841"/>
            <a:ext cx="4038600" cy="414737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/>
          <a:lstStyle/>
          <a:p>
            <a:pPr algn="ctr">
              <a:buNone/>
            </a:pPr>
            <a:r>
              <a:rPr lang="zh-CN" altLang="en-US" b="1" dirty="0" smtClean="0">
                <a:solidFill>
                  <a:schemeClr val="bg1"/>
                </a:solidFill>
              </a:rPr>
              <a:t>中国宏观经济数据</a:t>
            </a:r>
            <a:endParaRPr lang="en-US" altLang="zh-CN" b="1" dirty="0" smtClean="0">
              <a:solidFill>
                <a:schemeClr val="bg1"/>
              </a:solidFill>
            </a:endParaRPr>
          </a:p>
          <a:p>
            <a:r>
              <a:rPr lang="en-GB" dirty="0" smtClean="0">
                <a:solidFill>
                  <a:schemeClr val="bg1"/>
                </a:solidFill>
              </a:rPr>
              <a:t>Q1 GDP - 7.7%</a:t>
            </a:r>
          </a:p>
          <a:p>
            <a:endParaRPr lang="en-GB" dirty="0" smtClean="0">
              <a:solidFill>
                <a:schemeClr val="bg1"/>
              </a:solidFill>
            </a:endParaRPr>
          </a:p>
          <a:p>
            <a:endParaRPr lang="en-GB" dirty="0" smtClean="0">
              <a:solidFill>
                <a:schemeClr val="bg1"/>
              </a:solidFill>
            </a:endParaRPr>
          </a:p>
          <a:p>
            <a:endParaRPr lang="en-GB" dirty="0" smtClean="0">
              <a:solidFill>
                <a:schemeClr val="bg1"/>
              </a:solidFill>
            </a:endParaRPr>
          </a:p>
          <a:p>
            <a:endParaRPr lang="en-GB" dirty="0" smtClean="0">
              <a:solidFill>
                <a:schemeClr val="bg1"/>
              </a:solidFill>
            </a:endParaRPr>
          </a:p>
          <a:p>
            <a:pPr marL="324000"/>
            <a:r>
              <a:rPr lang="en-GB" dirty="0" smtClean="0">
                <a:solidFill>
                  <a:schemeClr val="bg1"/>
                </a:solidFill>
              </a:rPr>
              <a:t>4</a:t>
            </a:r>
            <a:r>
              <a:rPr lang="zh-CN" altLang="en-US" dirty="0" smtClean="0">
                <a:solidFill>
                  <a:schemeClr val="bg1"/>
                </a:solidFill>
              </a:rPr>
              <a:t>月汇丰中国制造业</a:t>
            </a:r>
            <a:r>
              <a:rPr lang="en-US" altLang="zh-CN" dirty="0" smtClean="0">
                <a:solidFill>
                  <a:schemeClr val="bg1"/>
                </a:solidFill>
              </a:rPr>
              <a:t>PMI</a:t>
            </a:r>
            <a:r>
              <a:rPr lang="zh-CN" altLang="en-US" dirty="0" smtClean="0">
                <a:solidFill>
                  <a:schemeClr val="bg1"/>
                </a:solidFill>
              </a:rPr>
              <a:t>初值</a:t>
            </a:r>
            <a:endParaRPr lang="en-GB" altLang="en-US" dirty="0">
              <a:solidFill>
                <a:schemeClr val="bg1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323528" y="6165304"/>
            <a:ext cx="8568952" cy="246663"/>
          </a:xfrm>
        </p:spPr>
        <p:txBody>
          <a:bodyPr/>
          <a:lstStyle/>
          <a:p>
            <a:r>
              <a:rPr lang="zh-CN" altLang="en-US" dirty="0" smtClean="0"/>
              <a:t>数据来源</a:t>
            </a:r>
            <a:r>
              <a:rPr lang="en-US" altLang="zh-CN" dirty="0" smtClean="0"/>
              <a:t>: </a:t>
            </a:r>
            <a:r>
              <a:rPr lang="zh-CN" altLang="en-US" dirty="0" smtClean="0"/>
              <a:t>国家统计局</a:t>
            </a:r>
            <a:r>
              <a:rPr lang="en-US" altLang="zh-CN" dirty="0" smtClean="0"/>
              <a:t>, </a:t>
            </a:r>
            <a:r>
              <a:rPr lang="zh-CN" altLang="en-US" dirty="0" smtClean="0"/>
              <a:t>汇丰银行</a:t>
            </a:r>
            <a:r>
              <a:rPr lang="en-US" altLang="zh-CN" dirty="0" smtClean="0"/>
              <a:t>, </a:t>
            </a:r>
            <a:r>
              <a:rPr lang="zh-CN" altLang="en-US" dirty="0" smtClean="0"/>
              <a:t>国家能源局</a:t>
            </a:r>
            <a:r>
              <a:rPr lang="en-US" altLang="zh-CN" dirty="0" smtClean="0"/>
              <a:t>, </a:t>
            </a:r>
            <a:r>
              <a:rPr lang="zh-CN" altLang="en-US" dirty="0" smtClean="0"/>
              <a:t>中国汽车协会</a:t>
            </a:r>
            <a:r>
              <a:rPr lang="en-US" altLang="zh-CN" dirty="0" smtClean="0"/>
              <a:t>, </a:t>
            </a:r>
            <a:r>
              <a:rPr lang="zh-CN" altLang="en-US" dirty="0" smtClean="0"/>
              <a:t>产业在线网</a:t>
            </a:r>
            <a:endParaRPr lang="en-GB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2013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年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季度中国宏观经济数据表现低于预期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, 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但是铜相关行业显露复苏迹象</a:t>
            </a:r>
            <a:endParaRPr lang="en-GB" altLang="en-US" dirty="0"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7" name="Chart 6"/>
          <p:cNvGraphicFramePr/>
          <p:nvPr/>
        </p:nvGraphicFramePr>
        <p:xfrm>
          <a:off x="683568" y="3140968"/>
          <a:ext cx="3600400" cy="12310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619672" y="5013176"/>
            <a:ext cx="1656184" cy="1022449"/>
          </a:xfrm>
          <a:prstGeom prst="downArrow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342900" marR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B02226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50.5</a:t>
            </a:r>
          </a:p>
          <a:p>
            <a:pPr marL="342900" marR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2000" kern="0" dirty="0" smtClean="0">
                <a:solidFill>
                  <a:srgbClr val="B02226"/>
                </a:solidFill>
                <a:latin typeface="Arial" pitchFamily="34" charset="0"/>
                <a:cs typeface="Arial" pitchFamily="34" charset="0"/>
              </a:rPr>
              <a:t>index</a:t>
            </a:r>
            <a:endParaRPr kumimoji="0" lang="en-GB" sz="2000" b="0" i="0" u="none" strike="noStrike" kern="0" cap="none" spc="0" normalizeH="0" baseline="0" noProof="0" dirty="0" smtClean="0">
              <a:ln>
                <a:noFill/>
              </a:ln>
              <a:solidFill>
                <a:srgbClr val="B02226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Content Placeholder 1"/>
          <p:cNvSpPr txBox="1">
            <a:spLocks/>
          </p:cNvSpPr>
          <p:nvPr/>
        </p:nvSpPr>
        <p:spPr>
          <a:xfrm>
            <a:off x="4644766" y="1988840"/>
            <a:ext cx="4038600" cy="4154223"/>
          </a:xfrm>
          <a:prstGeom prst="roundRect">
            <a:avLst/>
          </a:prstGeom>
          <a:solidFill>
            <a:srgbClr val="68A4F4"/>
          </a:solidFill>
        </p:spPr>
        <p:txBody>
          <a:bodyPr wrap="none"/>
          <a:lstStyle/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铜相关行业数据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1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季度电网投资</a:t>
            </a:r>
            <a:endParaRPr kumimoji="0" 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3240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GB" sz="2000" kern="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zh-CN" altLang="en-US" sz="2000" kern="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季度汽车产量</a:t>
            </a:r>
            <a:endParaRPr kumimoji="0" 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3240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lang="en-GB" sz="2000" kern="0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3240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3240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GB" sz="2000" kern="0" noProof="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zh-CN" altLang="en-US" sz="2000" kern="0" noProof="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季度空调产量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52120" y="2924944"/>
            <a:ext cx="1944216" cy="752523"/>
          </a:xfrm>
          <a:prstGeom prst="upArrow">
            <a:avLst/>
          </a:prstGeom>
          <a:solidFill>
            <a:srgbClr val="C9DEFB"/>
          </a:solidFill>
        </p:spPr>
        <p:txBody>
          <a:bodyPr wrap="square" rtlCol="0">
            <a:spAutoFit/>
          </a:bodyPr>
          <a:lstStyle/>
          <a:p>
            <a:pPr marR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3D7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34.7% </a:t>
            </a:r>
          </a:p>
          <a:p>
            <a:pPr marR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3D7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y-o-y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51362" y="4005064"/>
            <a:ext cx="1944216" cy="752523"/>
          </a:xfrm>
          <a:prstGeom prst="upArrow">
            <a:avLst/>
          </a:prstGeom>
          <a:solidFill>
            <a:srgbClr val="C9DEFB"/>
          </a:solidFill>
        </p:spPr>
        <p:txBody>
          <a:bodyPr wrap="square" rtlCol="0">
            <a:spAutoFit/>
          </a:bodyPr>
          <a:lstStyle/>
          <a:p>
            <a:pPr marR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3D7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12.8% </a:t>
            </a:r>
          </a:p>
          <a:p>
            <a:pPr marR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3D7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y-o-y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41003" y="5193575"/>
            <a:ext cx="1944216" cy="752523"/>
          </a:xfrm>
          <a:prstGeom prst="upArrow">
            <a:avLst/>
          </a:prstGeom>
          <a:solidFill>
            <a:srgbClr val="C9DEFB"/>
          </a:solidFill>
        </p:spPr>
        <p:txBody>
          <a:bodyPr wrap="square" rtlCol="0">
            <a:spAutoFit/>
          </a:bodyPr>
          <a:lstStyle/>
          <a:p>
            <a:pPr marR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400" b="1" kern="0" dirty="0" smtClean="0">
                <a:solidFill>
                  <a:srgbClr val="003D7E"/>
                </a:solidFill>
                <a:latin typeface="Arial" pitchFamily="34" charset="0"/>
                <a:cs typeface="Arial" pitchFamily="34" charset="0"/>
              </a:rPr>
              <a:t>8.7</a:t>
            </a:r>
            <a:r>
              <a:rPr kumimoji="0" lang="en-GB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3D7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% </a:t>
            </a:r>
          </a:p>
          <a:p>
            <a:pPr marR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3D7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y-o-y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2" grpId="1" uiExpand="1" build="p" animBg="1"/>
      <p:bldGraphic spid="7" grpId="0">
        <p:bldAsOne/>
      </p:bldGraphic>
      <p:bldP spid="9" grpId="0" animBg="1"/>
      <p:bldP spid="10" grpId="0" uiExpand="1" build="p"/>
      <p:bldP spid="10" grpId="1" build="p" animBg="1"/>
      <p:bldP spid="11" grpId="0" animBg="1"/>
      <p:bldP spid="13" grpId="0" animBg="1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/>
        </p:nvGraphicFramePr>
        <p:xfrm>
          <a:off x="783096" y="1006838"/>
          <a:ext cx="7632939" cy="51595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6" name="Title 13"/>
          <p:cNvSpPr>
            <a:spLocks noGrp="1"/>
          </p:cNvSpPr>
          <p:nvPr>
            <p:ph type="title"/>
          </p:nvPr>
        </p:nvSpPr>
        <p:spPr>
          <a:xfrm>
            <a:off x="335701" y="925214"/>
            <a:ext cx="8229600" cy="674615"/>
          </a:xfrm>
        </p:spPr>
        <p:txBody>
          <a:bodyPr/>
          <a:lstStyle/>
          <a:p>
            <a:pPr algn="l"/>
            <a:r>
              <a:rPr lang="zh-CN" altLang="en-US" sz="2400" dirty="0" smtClean="0">
                <a:solidFill>
                  <a:srgbClr val="003D7E"/>
                </a:solidFill>
                <a:latin typeface="黑体" pitchFamily="2" charset="-122"/>
                <a:ea typeface="黑体" pitchFamily="2" charset="-122"/>
                <a:cs typeface="Arial MT Md"/>
              </a:rPr>
              <a:t>未来铝代铜的可能性</a:t>
            </a:r>
            <a:endParaRPr lang="en-GB" altLang="en-US" sz="2400" dirty="0">
              <a:solidFill>
                <a:srgbClr val="003D7E"/>
              </a:solidFill>
              <a:latin typeface="黑体" pitchFamily="2" charset="-122"/>
              <a:ea typeface="黑体" pitchFamily="2" charset="-122"/>
              <a:cs typeface="Arial MT Md"/>
            </a:endParaRPr>
          </a:p>
        </p:txBody>
      </p:sp>
      <p:sp>
        <p:nvSpPr>
          <p:cNvPr id="51" name="Circular Arrow 50"/>
          <p:cNvSpPr/>
          <p:nvPr/>
        </p:nvSpPr>
        <p:spPr bwMode="auto">
          <a:xfrm rot="5400000">
            <a:off x="5877530" y="2889024"/>
            <a:ext cx="2002567" cy="1611200"/>
          </a:xfrm>
          <a:prstGeom prst="circularArrow">
            <a:avLst/>
          </a:prstGeom>
          <a:solidFill>
            <a:srgbClr val="B02226">
              <a:alpha val="35000"/>
            </a:srgbClr>
          </a:solidFill>
          <a:ln w="12700">
            <a:solidFill>
              <a:schemeClr val="tx1"/>
            </a:solidFill>
            <a:round/>
            <a:headEnd/>
            <a:tailEnd type="triangle" w="lg" len="med"/>
          </a:ln>
        </p:spPr>
        <p:txBody>
          <a:bodyPr wrap="none" rtlCol="0" anchor="ctr"/>
          <a:lstStyle/>
          <a:p>
            <a:pPr algn="ctr"/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0" y="3066052"/>
            <a:ext cx="120665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 smtClean="0">
                <a:latin typeface="黑体" pitchFamily="2" charset="-122"/>
                <a:ea typeface="黑体" pitchFamily="2" charset="-122"/>
                <a:cs typeface="Arial" pitchFamily="34" charset="0"/>
              </a:rPr>
              <a:t>目前被铜及铜合金需求主导的下游行业</a:t>
            </a:r>
            <a:endParaRPr lang="en-GB" sz="1600" dirty="0">
              <a:latin typeface="黑体" pitchFamily="2" charset="-122"/>
              <a:ea typeface="黑体" pitchFamily="2" charset="-122"/>
              <a:cs typeface="Arial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519449" y="3110124"/>
            <a:ext cx="13777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 smtClean="0">
                <a:latin typeface="黑体" pitchFamily="2" charset="-122"/>
                <a:ea typeface="黑体" pitchFamily="2" charset="-122"/>
                <a:cs typeface="Arial" pitchFamily="34" charset="0"/>
              </a:rPr>
              <a:t>已经被完全替代的下游行业</a:t>
            </a:r>
            <a:endParaRPr lang="en-GB" sz="1600" dirty="0">
              <a:latin typeface="黑体" pitchFamily="2" charset="-122"/>
              <a:ea typeface="黑体" pitchFamily="2" charset="-122"/>
              <a:cs typeface="Arial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843808" y="1340768"/>
            <a:ext cx="46914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003D7E"/>
                </a:solidFill>
                <a:latin typeface="黑体" pitchFamily="2" charset="-122"/>
                <a:ea typeface="黑体" pitchFamily="2" charset="-122"/>
                <a:cs typeface="Arial MT Md"/>
              </a:rPr>
              <a:t>铝代铜高风险行业</a:t>
            </a:r>
            <a:endParaRPr lang="en-GB" altLang="en-US" dirty="0">
              <a:solidFill>
                <a:srgbClr val="003D7E"/>
              </a:solidFill>
              <a:latin typeface="黑体" pitchFamily="2" charset="-122"/>
              <a:ea typeface="黑体" pitchFamily="2" charset="-122"/>
              <a:cs typeface="Arial MT M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016081" y="6080547"/>
            <a:ext cx="4922602" cy="338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 smtClean="0">
                <a:latin typeface="黑体" pitchFamily="2" charset="-122"/>
                <a:ea typeface="黑体" pitchFamily="2" charset="-122"/>
                <a:cs typeface="Arial" pitchFamily="34" charset="0"/>
              </a:rPr>
              <a:t>铝代铜低风险行业</a:t>
            </a:r>
            <a:endParaRPr lang="en-GB" sz="1600" dirty="0">
              <a:latin typeface="黑体" pitchFamily="2" charset="-122"/>
              <a:ea typeface="黑体" pitchFamily="2" charset="-122"/>
              <a:cs typeface="Arial" pitchFamily="34" charset="0"/>
            </a:endParaRPr>
          </a:p>
        </p:txBody>
      </p:sp>
      <p:pic>
        <p:nvPicPr>
          <p:cNvPr id="20" name="Picture 19" descr="Electrical transformer.jpg"/>
          <p:cNvPicPr>
            <a:picLocks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3258838" y="3174143"/>
            <a:ext cx="900000" cy="8951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Picture 20" descr="PEX and copper plumbing.jpg"/>
          <p:cNvPicPr>
            <a:picLocks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126771" y="3478621"/>
            <a:ext cx="900000" cy="85038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Picture 21" descr="Brass fixtures.jpg"/>
          <p:cNvPicPr>
            <a:picLocks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817802" y="4648277"/>
            <a:ext cx="900000" cy="85038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4" name="Picture 23" descr="telephone.jpg"/>
          <p:cNvPicPr>
            <a:picLocks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4617001" y="1982488"/>
            <a:ext cx="900000" cy="85038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5" name="Picture 24" descr="Submarine cable.jpg"/>
          <p:cNvPicPr>
            <a:picLocks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2774166" y="5141926"/>
            <a:ext cx="900000" cy="85038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8" name="Picture 27" descr="Overhead power cable.jpg"/>
          <p:cNvPicPr>
            <a:picLocks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5669684" y="2341109"/>
            <a:ext cx="900000" cy="85038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9" name="Picture 28" descr="Consumer electronics.jpg"/>
          <p:cNvPicPr>
            <a:picLocks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3743801" y="4725190"/>
            <a:ext cx="900000" cy="8503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0" name="TextBox 29"/>
          <p:cNvSpPr txBox="1"/>
          <p:nvPr/>
        </p:nvSpPr>
        <p:spPr>
          <a:xfrm>
            <a:off x="638890" y="1601840"/>
            <a:ext cx="13109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  <a:cs typeface="Arial" pitchFamily="34" charset="0"/>
              </a:rPr>
              <a:t>高风险</a:t>
            </a:r>
            <a:endParaRPr lang="en-GB" sz="1600" b="1" dirty="0">
              <a:solidFill>
                <a:srgbClr val="FF0000"/>
              </a:solidFill>
              <a:latin typeface="黑体" pitchFamily="2" charset="-122"/>
              <a:ea typeface="黑体" pitchFamily="2" charset="-122"/>
              <a:cs typeface="Arial" pitchFamily="34" charset="0"/>
            </a:endParaRPr>
          </a:p>
        </p:txBody>
      </p:sp>
      <p:pic>
        <p:nvPicPr>
          <p:cNvPr id="35" name="Picture 34" descr="copper-pots-lg.jpg"/>
          <p:cNvPicPr>
            <a:picLocks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5643110" y="4945777"/>
            <a:ext cx="900000" cy="85038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6" name="Picture 35" descr="Copper cup.jpg"/>
          <p:cNvPicPr>
            <a:picLocks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4689005" y="4957350"/>
            <a:ext cx="900000" cy="85038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3" name="Picture 22" descr="Building wire.jpg"/>
          <p:cNvPicPr>
            <a:picLocks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2767363" y="4193568"/>
            <a:ext cx="900000" cy="85038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4" name="Picture 43" descr="White goods.jpg"/>
          <p:cNvPicPr>
            <a:picLocks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2277888" y="3186215"/>
            <a:ext cx="899048" cy="8930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0" name="Circular Arrow 49"/>
          <p:cNvSpPr/>
          <p:nvPr/>
        </p:nvSpPr>
        <p:spPr bwMode="auto">
          <a:xfrm rot="16200000">
            <a:off x="823629" y="2881420"/>
            <a:ext cx="2002567" cy="1611200"/>
          </a:xfrm>
          <a:prstGeom prst="circularArrow">
            <a:avLst/>
          </a:prstGeom>
          <a:solidFill>
            <a:srgbClr val="B02226">
              <a:alpha val="35000"/>
            </a:srgbClr>
          </a:solidFill>
          <a:ln w="12700">
            <a:solidFill>
              <a:schemeClr val="tx1"/>
            </a:solidFill>
            <a:round/>
            <a:headEnd/>
            <a:tailEnd type="triangle" w="lg" len="med"/>
          </a:ln>
        </p:spPr>
        <p:txBody>
          <a:bodyPr wrap="none" rtlCol="0" anchor="ctr"/>
          <a:lstStyle/>
          <a:p>
            <a:pPr algn="ctr"/>
            <a:endParaRPr lang="en-GB"/>
          </a:p>
        </p:txBody>
      </p:sp>
      <p:pic>
        <p:nvPicPr>
          <p:cNvPr id="52" name="Picture 51" descr="Air con.jpg"/>
          <p:cNvPicPr>
            <a:picLocks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3262315" y="1976261"/>
            <a:ext cx="899048" cy="84845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3" name="Picture 52" descr="Auro harness 1.jpg"/>
          <p:cNvPicPr>
            <a:picLocks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2262269" y="1980588"/>
            <a:ext cx="899048" cy="84845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7" name="TextBox 26"/>
          <p:cNvSpPr txBox="1"/>
          <p:nvPr/>
        </p:nvSpPr>
        <p:spPr>
          <a:xfrm>
            <a:off x="7044173" y="5478178"/>
            <a:ext cx="15350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 smtClean="0">
                <a:solidFill>
                  <a:schemeClr val="accent1"/>
                </a:solidFill>
                <a:latin typeface="黑体" pitchFamily="2" charset="-122"/>
                <a:ea typeface="黑体" pitchFamily="2" charset="-122"/>
                <a:cs typeface="Arial" pitchFamily="34" charset="0"/>
              </a:rPr>
              <a:t>低风险</a:t>
            </a:r>
            <a:endParaRPr lang="en-GB" sz="1600" b="1" dirty="0">
              <a:solidFill>
                <a:schemeClr val="accent1"/>
              </a:solidFill>
              <a:latin typeface="黑体" pitchFamily="2" charset="-122"/>
              <a:ea typeface="黑体" pitchFamily="2" charset="-122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30" grpId="0"/>
      <p:bldP spid="50" grpId="0" animBg="1"/>
      <p:bldP spid="2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61170" y="960281"/>
            <a:ext cx="8215286" cy="524503"/>
          </a:xfrm>
        </p:spPr>
        <p:txBody>
          <a:bodyPr/>
          <a:lstStyle/>
          <a:p>
            <a:r>
              <a:rPr lang="en-GB" dirty="0" smtClean="0">
                <a:latin typeface="黑体" pitchFamily="2" charset="-122"/>
                <a:ea typeface="黑体" pitchFamily="2" charset="-122"/>
              </a:rPr>
              <a:t>.. 2012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铜铝比价已经达到高点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?</a:t>
            </a:r>
            <a:endParaRPr lang="en-GB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67544" y="1412776"/>
            <a:ext cx="8496944" cy="377371"/>
          </a:xfrm>
        </p:spPr>
        <p:txBody>
          <a:bodyPr/>
          <a:lstStyle/>
          <a:p>
            <a:r>
              <a:rPr lang="zh-CN" altLang="en-US" dirty="0" smtClean="0">
                <a:latin typeface="黑体" pitchFamily="2" charset="-122"/>
                <a:ea typeface="黑体" pitchFamily="2" charset="-122"/>
                <a:cs typeface="Arial" pitchFamily="34" charset="0"/>
              </a:rPr>
              <a:t>年度实际以及预期铜铝比价走势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  <a:cs typeface="Arial" pitchFamily="34" charset="0"/>
              </a:rPr>
              <a:t>,LME3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  <a:cs typeface="Arial" pitchFamily="34" charset="0"/>
              </a:rPr>
              <a:t>月价格</a:t>
            </a:r>
            <a:endParaRPr lang="en-GB" dirty="0">
              <a:latin typeface="黑体" pitchFamily="2" charset="-122"/>
              <a:ea typeface="黑体" pitchFamily="2" charset="-122"/>
              <a:cs typeface="Arial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 smtClean="0"/>
              <a:t>数据来源</a:t>
            </a:r>
            <a:r>
              <a:rPr lang="en-US" altLang="zh-CN" dirty="0" smtClean="0"/>
              <a:t>: </a:t>
            </a:r>
            <a:r>
              <a:rPr lang="zh-CN" altLang="en-US" dirty="0" smtClean="0"/>
              <a:t>伦敦金属交易所</a:t>
            </a:r>
            <a:r>
              <a:rPr lang="en-US" altLang="zh-CN" dirty="0" smtClean="0"/>
              <a:t>, CRU</a:t>
            </a:r>
            <a:endParaRPr lang="en-GB" dirty="0"/>
          </a:p>
        </p:txBody>
      </p:sp>
      <p:graphicFrame>
        <p:nvGraphicFramePr>
          <p:cNvPr id="6" name="Chart 5"/>
          <p:cNvGraphicFramePr/>
          <p:nvPr/>
        </p:nvGraphicFramePr>
        <p:xfrm>
          <a:off x="323528" y="2057400"/>
          <a:ext cx="8568952" cy="3963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预计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2017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年全球精炼铜消费增长至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2430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万吨</a:t>
            </a:r>
            <a:endParaRPr lang="en-GB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467544" y="1700808"/>
            <a:ext cx="8229600" cy="377372"/>
          </a:xfrm>
        </p:spPr>
        <p:txBody>
          <a:bodyPr/>
          <a:lstStyle/>
          <a:p>
            <a:r>
              <a:rPr lang="en-GB" dirty="0" smtClean="0">
                <a:latin typeface="黑体" pitchFamily="2" charset="-122"/>
                <a:ea typeface="黑体" pitchFamily="2" charset="-122"/>
              </a:rPr>
              <a:t>2012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-2017 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精炼铜消费量 单位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: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千吨</a:t>
            </a:r>
            <a:endParaRPr lang="en-GB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 dirty="0"/>
          </a:p>
        </p:txBody>
      </p:sp>
      <p:graphicFrame>
        <p:nvGraphicFramePr>
          <p:cNvPr id="11" name="Content Placeholder 10"/>
          <p:cNvGraphicFramePr>
            <a:graphicFrameLocks noGrp="1"/>
          </p:cNvGraphicFramePr>
          <p:nvPr>
            <p:ph idx="1"/>
          </p:nvPr>
        </p:nvGraphicFramePr>
        <p:xfrm>
          <a:off x="457200" y="2244725"/>
          <a:ext cx="8477794" cy="3889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/>
        </p:nvSpPr>
        <p:spPr bwMode="auto">
          <a:xfrm>
            <a:off x="251520" y="1484784"/>
            <a:ext cx="8640960" cy="4608512"/>
          </a:xfrm>
          <a:prstGeom prst="ellipse">
            <a:avLst/>
          </a:prstGeom>
          <a:solidFill>
            <a:srgbClr val="C9DEFB"/>
          </a:solidFill>
          <a:ln w="12700">
            <a:noFill/>
            <a:round/>
            <a:headEnd/>
            <a:tailEnd type="triangle" w="lg" len="med"/>
          </a:ln>
        </p:spPr>
        <p:txBody>
          <a:bodyPr wrap="none" rtlCol="0" anchor="ctr"/>
          <a:lstStyle/>
          <a:p>
            <a:pPr algn="ctr"/>
            <a:endParaRPr lang="en-GB"/>
          </a:p>
        </p:txBody>
      </p:sp>
      <p:grpSp>
        <p:nvGrpSpPr>
          <p:cNvPr id="2" name="Group 3"/>
          <p:cNvGrpSpPr/>
          <p:nvPr/>
        </p:nvGrpSpPr>
        <p:grpSpPr>
          <a:xfrm>
            <a:off x="467544" y="2708920"/>
            <a:ext cx="2448272" cy="1979773"/>
            <a:chOff x="4283968" y="2501074"/>
            <a:chExt cx="1008112" cy="1092518"/>
          </a:xfrm>
        </p:grpSpPr>
        <p:pic>
          <p:nvPicPr>
            <p:cNvPr id="5" name="Picture 5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4283968" y="2858706"/>
              <a:ext cx="1008112" cy="7348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7" name="TextBox 6"/>
            <p:cNvSpPr txBox="1"/>
            <p:nvPr/>
          </p:nvSpPr>
          <p:spPr>
            <a:xfrm>
              <a:off x="4427984" y="2501074"/>
              <a:ext cx="792088" cy="286599"/>
            </a:xfrm>
            <a:prstGeom prst="flowChartConnector">
              <a:avLst/>
            </a:prstGeom>
            <a:solidFill>
              <a:srgbClr val="68A4F4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schemeClr val="bg1"/>
                  </a:solidFill>
                  <a:latin typeface="黑体" pitchFamily="2" charset="-122"/>
                  <a:ea typeface="黑体" pitchFamily="2" charset="-122"/>
                  <a:cs typeface="Arial" pitchFamily="34" charset="0"/>
                </a:rPr>
                <a:t>供应</a:t>
              </a:r>
              <a:endParaRPr lang="en-GB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  <a:cs typeface="Arial" pitchFamily="34" charset="0"/>
              </a:endParaRPr>
            </a:p>
          </p:txBody>
        </p:sp>
      </p:grpSp>
      <p:grpSp>
        <p:nvGrpSpPr>
          <p:cNvPr id="3" name="Group 12"/>
          <p:cNvGrpSpPr/>
          <p:nvPr/>
        </p:nvGrpSpPr>
        <p:grpSpPr>
          <a:xfrm>
            <a:off x="6372200" y="2708920"/>
            <a:ext cx="1923642" cy="2475521"/>
            <a:chOff x="6516216" y="2132856"/>
            <a:chExt cx="1923642" cy="2475521"/>
          </a:xfrm>
        </p:grpSpPr>
        <p:pic>
          <p:nvPicPr>
            <p:cNvPr id="8" name="Picture 30" descr="http://www.bhl.co.uk/images/products/65659/detail/20m-x-50mm-06mm-copper-fixing-strip.jpg"/>
            <p:cNvPicPr>
              <a:picLocks noChangeAspect="1" noChangeArrowheads="1"/>
            </p:cNvPicPr>
            <p:nvPr/>
          </p:nvPicPr>
          <p:blipFill>
            <a:blip r:embed="rId3" cstate="print">
              <a:lum/>
            </a:blip>
            <a:srcRect l="25033" t="2341" r="17523" b="2341"/>
            <a:stretch>
              <a:fillRect/>
            </a:stretch>
          </p:blipFill>
          <p:spPr bwMode="auto">
            <a:xfrm>
              <a:off x="6948264" y="2780928"/>
              <a:ext cx="1029731" cy="1827449"/>
            </a:xfrm>
            <a:prstGeom prst="rect">
              <a:avLst/>
            </a:prstGeom>
            <a:solidFill>
              <a:srgbClr val="C9DEFB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9" name="TextBox 8"/>
            <p:cNvSpPr txBox="1"/>
            <p:nvPr/>
          </p:nvSpPr>
          <p:spPr>
            <a:xfrm>
              <a:off x="6516216" y="2132856"/>
              <a:ext cx="1923642" cy="519351"/>
            </a:xfrm>
            <a:prstGeom prst="flowChartConnector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zh-CN" altLang="en-US" dirty="0" smtClean="0">
                  <a:latin typeface="黑体" pitchFamily="2" charset="-122"/>
                  <a:ea typeface="黑体" pitchFamily="2" charset="-122"/>
                  <a:cs typeface="Arial" pitchFamily="34" charset="0"/>
                </a:rPr>
                <a:t>需求</a:t>
              </a:r>
              <a:endParaRPr lang="en-GB" dirty="0">
                <a:latin typeface="黑体" pitchFamily="2" charset="-122"/>
                <a:ea typeface="黑体" pitchFamily="2" charset="-122"/>
                <a:cs typeface="Arial" pitchFamily="34" charset="0"/>
              </a:endParaRPr>
            </a:p>
          </p:txBody>
        </p:sp>
      </p:grp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全球铜市场展望</a:t>
            </a:r>
            <a:endParaRPr lang="en-GB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63888" y="1988840"/>
            <a:ext cx="1923642" cy="519351"/>
          </a:xfrm>
          <a:prstGeom prst="flowChartConnector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zh-CN" altLang="en-US" dirty="0" smtClean="0">
                <a:latin typeface="黑体" pitchFamily="2" charset="-122"/>
                <a:ea typeface="黑体" pitchFamily="2" charset="-122"/>
                <a:cs typeface="Arial" pitchFamily="34" charset="0"/>
              </a:rPr>
              <a:t>市场</a:t>
            </a:r>
            <a:endParaRPr lang="en-GB" dirty="0">
              <a:latin typeface="黑体" pitchFamily="2" charset="-122"/>
              <a:ea typeface="黑体" pitchFamily="2" charset="-122"/>
              <a:cs typeface="Arial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12146" y="5085184"/>
            <a:ext cx="1923642" cy="519351"/>
          </a:xfrm>
          <a:prstGeom prst="flowChartConnector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zh-CN" altLang="en-US" dirty="0" smtClean="0">
                <a:latin typeface="黑体" pitchFamily="2" charset="-122"/>
                <a:ea typeface="黑体" pitchFamily="2" charset="-122"/>
                <a:cs typeface="Arial" pitchFamily="34" charset="0"/>
              </a:rPr>
              <a:t>展望</a:t>
            </a:r>
            <a:endParaRPr lang="en-GB" dirty="0">
              <a:latin typeface="黑体" pitchFamily="2" charset="-122"/>
              <a:ea typeface="黑体" pitchFamily="2" charset="-122"/>
              <a:cs typeface="Arial" pitchFamily="34" charset="0"/>
            </a:endParaRPr>
          </a:p>
        </p:txBody>
      </p:sp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95457" y="2805436"/>
            <a:ext cx="3000375" cy="206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964975"/>
            <a:ext cx="8712968" cy="578447"/>
          </a:xfrm>
        </p:spPr>
        <p:txBody>
          <a:bodyPr/>
          <a:lstStyle/>
          <a:p>
            <a:r>
              <a:rPr lang="en-US" dirty="0" smtClean="0">
                <a:latin typeface="黑体" pitchFamily="2" charset="-122"/>
                <a:ea typeface="黑体" pitchFamily="2" charset="-122"/>
                <a:cs typeface="Arial" pitchFamily="34" charset="0"/>
              </a:rPr>
              <a:t>2008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  <a:cs typeface="Arial" pitchFamily="34" charset="0"/>
              </a:rPr>
              <a:t>-2012 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  <a:cs typeface="Arial" pitchFamily="34" charset="0"/>
              </a:rPr>
              <a:t>计划外矿山铜产量损失情况介绍</a:t>
            </a:r>
            <a:r>
              <a:rPr lang="en-US" dirty="0" smtClean="0">
                <a:latin typeface="黑体" pitchFamily="2" charset="-122"/>
                <a:ea typeface="黑体" pitchFamily="2" charset="-122"/>
                <a:cs typeface="Arial" pitchFamily="34" charset="0"/>
              </a:rPr>
              <a:t> </a:t>
            </a:r>
            <a:endParaRPr lang="en-GB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24658" y="1700808"/>
            <a:ext cx="8719342" cy="519645"/>
          </a:xfrm>
        </p:spPr>
        <p:txBody>
          <a:bodyPr/>
          <a:lstStyle/>
          <a:p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实际矿山产铜量和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CRU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每年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月预计量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(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未包含干扰率数据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) 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差异</a:t>
            </a:r>
            <a:endParaRPr lang="en-US" dirty="0" smtClean="0">
              <a:latin typeface="黑体" pitchFamily="2" charset="-122"/>
              <a:ea typeface="黑体" pitchFamily="2" charset="-122"/>
            </a:endParaRPr>
          </a:p>
          <a:p>
            <a:endParaRPr lang="en-GB" dirty="0"/>
          </a:p>
        </p:txBody>
      </p:sp>
      <p:graphicFrame>
        <p:nvGraphicFramePr>
          <p:cNvPr id="6" name="Chart 5"/>
          <p:cNvGraphicFramePr/>
          <p:nvPr/>
        </p:nvGraphicFramePr>
        <p:xfrm>
          <a:off x="467544" y="1916832"/>
          <a:ext cx="8424936" cy="43924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10" name="Group 9"/>
          <p:cNvGrpSpPr/>
          <p:nvPr/>
        </p:nvGrpSpPr>
        <p:grpSpPr>
          <a:xfrm>
            <a:off x="1907704" y="3573015"/>
            <a:ext cx="1245027" cy="1584177"/>
            <a:chOff x="1525478" y="1757727"/>
            <a:chExt cx="1245027" cy="1584177"/>
          </a:xfrm>
        </p:grpSpPr>
        <p:sp>
          <p:nvSpPr>
            <p:cNvPr id="11" name="Straight Connector 10"/>
            <p:cNvSpPr/>
            <p:nvPr/>
          </p:nvSpPr>
          <p:spPr bwMode="auto">
            <a:xfrm flipV="1">
              <a:off x="2108786" y="1757727"/>
              <a:ext cx="136771" cy="625021"/>
            </a:xfrm>
            <a:prstGeom prst="line">
              <a:avLst/>
            </a:prstGeom>
            <a:solidFill>
              <a:sysClr val="window" lastClr="FFFFFF">
                <a:lumMod val="95000"/>
              </a:sysClr>
            </a:solidFill>
            <a:ln w="12700">
              <a:solidFill>
                <a:sysClr val="window" lastClr="FFFFFF">
                  <a:lumMod val="50000"/>
                </a:sysClr>
              </a:solidFill>
              <a:prstDash val="sysDash"/>
              <a:tailEnd type="oval"/>
            </a:ln>
          </p:spPr>
          <p:txBody>
            <a:bodyPr wrap="square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 rtl="0" eaLnBrk="0" fontAlgn="base" hangingPunct="0">
                <a:spcBef>
                  <a:spcPts val="0"/>
                </a:spcBef>
                <a:spcAft>
                  <a:spcPct val="0"/>
                </a:spcAft>
                <a:defRPr/>
              </a:pPr>
              <a:endParaRPr lang="en-US" sz="1400" kern="0" noProof="0" dirty="0" smtClean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" name="Straight Connector 11"/>
            <p:cNvSpPr/>
            <p:nvPr/>
          </p:nvSpPr>
          <p:spPr bwMode="auto">
            <a:xfrm flipH="1">
              <a:off x="1525478" y="3024336"/>
              <a:ext cx="274722" cy="317568"/>
            </a:xfrm>
            <a:prstGeom prst="line">
              <a:avLst/>
            </a:prstGeom>
            <a:solidFill>
              <a:sysClr val="window" lastClr="FFFFFF">
                <a:lumMod val="95000"/>
              </a:sysClr>
            </a:solidFill>
            <a:ln w="12700">
              <a:solidFill>
                <a:sysClr val="window" lastClr="FFFFFF">
                  <a:lumMod val="50000"/>
                </a:sysClr>
              </a:solidFill>
              <a:prstDash val="sysDash"/>
              <a:tailEnd type="oval"/>
            </a:ln>
          </p:spPr>
          <p:txBody>
            <a:bodyPr wrap="square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 rtl="0" eaLnBrk="0" fontAlgn="base" hangingPunct="0">
                <a:spcBef>
                  <a:spcPts val="0"/>
                </a:spcBef>
                <a:spcAft>
                  <a:spcPct val="0"/>
                </a:spcAft>
                <a:defRPr/>
              </a:pPr>
              <a:endParaRPr lang="en-US" sz="1400" kern="0" noProof="0" dirty="0" smtClean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" name="TextBox 10"/>
            <p:cNvSpPr txBox="1"/>
            <p:nvPr/>
          </p:nvSpPr>
          <p:spPr>
            <a:xfrm>
              <a:off x="1813510" y="2189776"/>
              <a:ext cx="956995" cy="646331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>
              <a:solidFill>
                <a:sysClr val="window" lastClr="FFFFFF">
                  <a:lumMod val="50000"/>
                </a:sysClr>
              </a:solidFill>
              <a:prstDash val="sysDash"/>
            </a:ln>
          </p:spPr>
          <p:txBody>
            <a:bodyPr wrap="square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l" rtl="0" eaLnBrk="0" fontAlgn="base" hangingPunct="0">
                <a:spcBef>
                  <a:spcPts val="0"/>
                </a:spcBef>
                <a:spcAft>
                  <a:spcPct val="0"/>
                </a:spcAft>
                <a:defRPr/>
              </a:pPr>
              <a:r>
                <a:rPr lang="zh-CN" altLang="en-US" sz="1200" kern="0" noProof="0" dirty="0" smtClean="0">
                  <a:solidFill>
                    <a:sysClr val="windowText" lastClr="000000"/>
                  </a:solidFill>
                  <a:latin typeface="Arial" pitchFamily="34" charset="0"/>
                  <a:cs typeface="Arial" pitchFamily="34" charset="0"/>
                </a:rPr>
                <a:t>铜价下跌导致一些铜矿被迫停产</a:t>
              </a:r>
              <a:endParaRPr lang="en-GB" sz="1200" kern="0" noProof="0" dirty="0" smtClean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1475656" y="4941168"/>
            <a:ext cx="1728193" cy="1407062"/>
            <a:chOff x="1031614" y="3058840"/>
            <a:chExt cx="1728193" cy="1407062"/>
          </a:xfrm>
        </p:grpSpPr>
        <p:sp>
          <p:nvSpPr>
            <p:cNvPr id="15" name="Straight Connector 14"/>
            <p:cNvSpPr/>
            <p:nvPr/>
          </p:nvSpPr>
          <p:spPr bwMode="auto">
            <a:xfrm flipH="1" flipV="1">
              <a:off x="1031614" y="3058840"/>
              <a:ext cx="624570" cy="829591"/>
            </a:xfrm>
            <a:prstGeom prst="line">
              <a:avLst/>
            </a:prstGeom>
            <a:solidFill>
              <a:sysClr val="window" lastClr="FFFFFF">
                <a:lumMod val="95000"/>
              </a:sysClr>
            </a:solidFill>
            <a:ln w="12700">
              <a:solidFill>
                <a:sysClr val="window" lastClr="FFFFFF">
                  <a:lumMod val="50000"/>
                </a:sysClr>
              </a:solidFill>
              <a:prstDash val="sysDash"/>
              <a:tailEnd type="oval"/>
            </a:ln>
          </p:spPr>
          <p:txBody>
            <a:bodyPr wrap="square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 rtl="0" eaLnBrk="0" fontAlgn="base" hangingPunct="0">
                <a:spcBef>
                  <a:spcPts val="0"/>
                </a:spcBef>
                <a:spcAft>
                  <a:spcPct val="0"/>
                </a:spcAft>
                <a:defRPr/>
              </a:pPr>
              <a:endParaRPr lang="en-US" sz="1400" kern="0" noProof="0" dirty="0" smtClean="0">
                <a:solidFill>
                  <a:sysClr val="windowText" lastClr="000000"/>
                </a:solidFill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16" name="TextBox 10"/>
            <p:cNvSpPr txBox="1"/>
            <p:nvPr/>
          </p:nvSpPr>
          <p:spPr>
            <a:xfrm>
              <a:off x="1656185" y="3634905"/>
              <a:ext cx="1103622" cy="83099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>
              <a:solidFill>
                <a:sysClr val="window" lastClr="FFFFFF">
                  <a:lumMod val="50000"/>
                </a:sysClr>
              </a:solidFill>
              <a:prstDash val="sysDash"/>
            </a:ln>
          </p:spPr>
          <p:txBody>
            <a:bodyPr wrap="square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l" rtl="0" eaLnBrk="0" fontAlgn="base" hangingPunct="0">
                <a:spcBef>
                  <a:spcPts val="0"/>
                </a:spcBef>
                <a:spcAft>
                  <a:spcPct val="0"/>
                </a:spcAft>
                <a:defRPr/>
              </a:pPr>
              <a:r>
                <a:rPr lang="en-GB" sz="1200" b="1" kern="0" noProof="0" dirty="0" err="1" smtClean="0">
                  <a:solidFill>
                    <a:sysClr val="windowText" lastClr="000000"/>
                  </a:solidFill>
                  <a:latin typeface="Arial" pitchFamily="34" charset="0"/>
                  <a:cs typeface="Arial" pitchFamily="34" charset="0"/>
                </a:rPr>
                <a:t>Cananea</a:t>
              </a:r>
              <a:r>
                <a:rPr lang="en-GB" sz="1200" dirty="0" smtClean="0">
                  <a:latin typeface="Arial" pitchFamily="34" charset="0"/>
                  <a:cs typeface="Arial" pitchFamily="34" charset="0"/>
                </a:rPr>
                <a:t> (now </a:t>
              </a:r>
              <a:r>
                <a:rPr lang="en-GB" sz="1200" b="1" dirty="0" err="1" smtClean="0">
                  <a:latin typeface="Arial" pitchFamily="34" charset="0"/>
                  <a:cs typeface="Arial" pitchFamily="34" charset="0"/>
                </a:rPr>
                <a:t>Buenavista</a:t>
              </a:r>
              <a:r>
                <a:rPr lang="en-GB" sz="1200" dirty="0" smtClean="0">
                  <a:latin typeface="Arial" pitchFamily="34" charset="0"/>
                  <a:cs typeface="Arial" pitchFamily="34" charset="0"/>
                </a:rPr>
                <a:t>) </a:t>
              </a:r>
              <a:r>
                <a:rPr lang="zh-CN" altLang="en-US" sz="1200" dirty="0" smtClean="0">
                  <a:latin typeface="Arial" pitchFamily="34" charset="0"/>
                  <a:cs typeface="Arial" pitchFamily="34" charset="0"/>
                </a:rPr>
                <a:t>罢工</a:t>
              </a:r>
              <a:endParaRPr lang="en-GB" sz="1200" b="1" kern="0" noProof="0" dirty="0" smtClean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3275856" y="2780928"/>
            <a:ext cx="2703195" cy="2135929"/>
            <a:chOff x="2859985" y="893168"/>
            <a:chExt cx="2703195" cy="2135929"/>
          </a:xfrm>
        </p:grpSpPr>
        <p:sp>
          <p:nvSpPr>
            <p:cNvPr id="18" name="Straight Connector 17"/>
            <p:cNvSpPr/>
            <p:nvPr/>
          </p:nvSpPr>
          <p:spPr bwMode="auto">
            <a:xfrm flipV="1">
              <a:off x="3960440" y="893168"/>
              <a:ext cx="1602740" cy="1195063"/>
            </a:xfrm>
            <a:prstGeom prst="line">
              <a:avLst/>
            </a:prstGeom>
            <a:solidFill>
              <a:sysClr val="window" lastClr="FFFFFF">
                <a:lumMod val="95000"/>
              </a:sysClr>
            </a:solidFill>
            <a:ln w="12700">
              <a:solidFill>
                <a:sysClr val="window" lastClr="FFFFFF">
                  <a:lumMod val="50000"/>
                </a:sysClr>
              </a:solidFill>
              <a:prstDash val="sysDash"/>
              <a:tailEnd type="oval"/>
            </a:ln>
          </p:spPr>
          <p:txBody>
            <a:bodyPr wrap="square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 rtl="0" eaLnBrk="0" fontAlgn="base" hangingPunct="0">
                <a:spcBef>
                  <a:spcPts val="0"/>
                </a:spcBef>
                <a:spcAft>
                  <a:spcPct val="0"/>
                </a:spcAft>
                <a:defRPr/>
              </a:pPr>
              <a:endParaRPr lang="en-US" sz="1400" kern="0" noProof="0" dirty="0" smtClean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9" name="Straight Connector 18"/>
            <p:cNvSpPr/>
            <p:nvPr/>
          </p:nvSpPr>
          <p:spPr bwMode="auto">
            <a:xfrm flipV="1">
              <a:off x="3816424" y="1052220"/>
              <a:ext cx="599396" cy="747979"/>
            </a:xfrm>
            <a:prstGeom prst="line">
              <a:avLst/>
            </a:prstGeom>
            <a:solidFill>
              <a:sysClr val="window" lastClr="FFFFFF">
                <a:lumMod val="95000"/>
              </a:sysClr>
            </a:solidFill>
            <a:ln w="12700">
              <a:solidFill>
                <a:sysClr val="window" lastClr="FFFFFF">
                  <a:lumMod val="50000"/>
                </a:sysClr>
              </a:solidFill>
              <a:prstDash val="sysDash"/>
              <a:tailEnd type="oval"/>
            </a:ln>
          </p:spPr>
          <p:txBody>
            <a:bodyPr wrap="square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 rtl="0" eaLnBrk="0" fontAlgn="base" hangingPunct="0">
                <a:spcBef>
                  <a:spcPts val="0"/>
                </a:spcBef>
                <a:spcAft>
                  <a:spcPct val="0"/>
                </a:spcAft>
                <a:defRPr/>
              </a:pPr>
              <a:endParaRPr lang="en-US" sz="1400" kern="0" noProof="0" dirty="0" smtClean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" name="Straight Connector 19"/>
            <p:cNvSpPr/>
            <p:nvPr/>
          </p:nvSpPr>
          <p:spPr bwMode="auto">
            <a:xfrm flipV="1">
              <a:off x="3384376" y="942101"/>
              <a:ext cx="96203" cy="858099"/>
            </a:xfrm>
            <a:prstGeom prst="line">
              <a:avLst/>
            </a:prstGeom>
            <a:solidFill>
              <a:sysClr val="window" lastClr="FFFFFF">
                <a:lumMod val="95000"/>
              </a:sysClr>
            </a:solidFill>
            <a:ln w="12700">
              <a:solidFill>
                <a:sysClr val="window" lastClr="FFFFFF">
                  <a:lumMod val="50000"/>
                </a:sysClr>
              </a:solidFill>
              <a:prstDash val="sysDash"/>
              <a:tailEnd type="oval"/>
            </a:ln>
          </p:spPr>
          <p:txBody>
            <a:bodyPr wrap="square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 rtl="0" eaLnBrk="0" fontAlgn="base" hangingPunct="0">
                <a:spcBef>
                  <a:spcPts val="0"/>
                </a:spcBef>
                <a:spcAft>
                  <a:spcPct val="0"/>
                </a:spcAft>
                <a:defRPr/>
              </a:pPr>
              <a:endParaRPr lang="en-US" sz="1400" kern="0" noProof="0" dirty="0" smtClean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" name="TextBox 1"/>
            <p:cNvSpPr txBox="1"/>
            <p:nvPr/>
          </p:nvSpPr>
          <p:spPr>
            <a:xfrm>
              <a:off x="2859985" y="1828768"/>
              <a:ext cx="1096054" cy="1200329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>
              <a:solidFill>
                <a:sysClr val="window" lastClr="FFFFFF">
                  <a:lumMod val="50000"/>
                </a:sysClr>
              </a:solidFill>
              <a:prstDash val="sysDash"/>
            </a:ln>
          </p:spPr>
          <p:txBody>
            <a:bodyPr wrap="square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l" rtl="0" eaLnBrk="0" fontAlgn="base" hangingPunct="0">
                <a:spcBef>
                  <a:spcPts val="0"/>
                </a:spcBef>
                <a:spcAft>
                  <a:spcPct val="0"/>
                </a:spcAft>
                <a:defRPr/>
              </a:pPr>
              <a:r>
                <a:rPr lang="zh-CN" altLang="en-US" sz="1200" kern="0" noProof="0" dirty="0" smtClean="0">
                  <a:solidFill>
                    <a:sysClr val="windowText" lastClr="000000"/>
                  </a:solidFill>
                  <a:latin typeface="Arial" pitchFamily="34" charset="0"/>
                  <a:cs typeface="Arial" pitchFamily="34" charset="0"/>
                </a:rPr>
                <a:t>市场竞争剧烈</a:t>
              </a:r>
              <a:r>
                <a:rPr lang="en-US" altLang="zh-CN" sz="1200" kern="0" noProof="0" dirty="0" smtClean="0">
                  <a:solidFill>
                    <a:sysClr val="windowText" lastClr="000000"/>
                  </a:solidFill>
                  <a:latin typeface="Arial" pitchFamily="34" charset="0"/>
                  <a:cs typeface="Arial" pitchFamily="34" charset="0"/>
                </a:rPr>
                <a:t>,</a:t>
              </a:r>
              <a:r>
                <a:rPr lang="zh-CN" altLang="en-US" sz="1200" kern="0" noProof="0" dirty="0" smtClean="0">
                  <a:solidFill>
                    <a:sysClr val="windowText" lastClr="000000"/>
                  </a:solidFill>
                  <a:latin typeface="Arial" pitchFamily="34" charset="0"/>
                  <a:cs typeface="Arial" pitchFamily="34" charset="0"/>
                </a:rPr>
                <a:t>成本上升</a:t>
              </a:r>
              <a:r>
                <a:rPr lang="en-US" altLang="zh-CN" sz="1200" kern="0" noProof="0" dirty="0" smtClean="0">
                  <a:solidFill>
                    <a:sysClr val="windowText" lastClr="000000"/>
                  </a:solidFill>
                  <a:latin typeface="Arial" pitchFamily="34" charset="0"/>
                  <a:cs typeface="Arial" pitchFamily="34" charset="0"/>
                </a:rPr>
                <a:t>, </a:t>
              </a:r>
              <a:r>
                <a:rPr lang="zh-CN" altLang="en-US" sz="1200" kern="0" noProof="0" dirty="0" smtClean="0">
                  <a:solidFill>
                    <a:sysClr val="windowText" lastClr="000000"/>
                  </a:solidFill>
                  <a:latin typeface="Arial" pitchFamily="34" charset="0"/>
                  <a:cs typeface="Arial" pitchFamily="34" charset="0"/>
                </a:rPr>
                <a:t>政府的严厉监管政策导致</a:t>
              </a:r>
              <a:r>
                <a:rPr lang="en-US" altLang="zh-CN" sz="1200" kern="0" noProof="0" dirty="0" smtClean="0">
                  <a:solidFill>
                    <a:sysClr val="windowText" lastClr="000000"/>
                  </a:solidFill>
                  <a:latin typeface="Arial" pitchFamily="34" charset="0"/>
                  <a:cs typeface="Arial" pitchFamily="34" charset="0"/>
                </a:rPr>
                <a:t>,</a:t>
              </a:r>
              <a:r>
                <a:rPr lang="zh-CN" altLang="en-US" sz="1200" kern="0" noProof="0" dirty="0" smtClean="0">
                  <a:solidFill>
                    <a:sysClr val="windowText" lastClr="000000"/>
                  </a:solidFill>
                  <a:latin typeface="Arial" pitchFamily="34" charset="0"/>
                  <a:cs typeface="Arial" pitchFamily="34" charset="0"/>
                </a:rPr>
                <a:t>铜矿项目被推迟</a:t>
              </a:r>
              <a:r>
                <a:rPr lang="en-US" altLang="zh-CN" sz="1200" kern="0" noProof="0" dirty="0" smtClean="0">
                  <a:solidFill>
                    <a:sysClr val="windowText" lastClr="000000"/>
                  </a:solidFill>
                  <a:latin typeface="Arial" pitchFamily="34" charset="0"/>
                  <a:cs typeface="Arial" pitchFamily="34" charset="0"/>
                </a:rPr>
                <a:t>,</a:t>
              </a:r>
              <a:endParaRPr lang="en-GB" sz="1200" b="1" kern="0" noProof="0" dirty="0" smtClean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4427984" y="4509119"/>
            <a:ext cx="1224136" cy="1697416"/>
            <a:chOff x="3960440" y="2630615"/>
            <a:chExt cx="1224136" cy="1697416"/>
          </a:xfrm>
        </p:grpSpPr>
        <p:sp>
          <p:nvSpPr>
            <p:cNvPr id="23" name="Straight Connector 22"/>
            <p:cNvSpPr/>
            <p:nvPr/>
          </p:nvSpPr>
          <p:spPr bwMode="auto">
            <a:xfrm flipH="1" flipV="1">
              <a:off x="4464496" y="2630615"/>
              <a:ext cx="144016" cy="681751"/>
            </a:xfrm>
            <a:prstGeom prst="line">
              <a:avLst/>
            </a:prstGeom>
            <a:solidFill>
              <a:sysClr val="window" lastClr="FFFFFF">
                <a:lumMod val="95000"/>
              </a:sysClr>
            </a:solidFill>
            <a:ln w="12700">
              <a:solidFill>
                <a:sysClr val="window" lastClr="FFFFFF">
                  <a:lumMod val="50000"/>
                </a:sysClr>
              </a:solidFill>
              <a:prstDash val="sysDash"/>
              <a:tailEnd type="oval"/>
            </a:ln>
          </p:spPr>
          <p:txBody>
            <a:bodyPr wrap="square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 rtl="0" eaLnBrk="0" fontAlgn="base" hangingPunct="0">
                <a:spcBef>
                  <a:spcPts val="0"/>
                </a:spcBef>
                <a:spcAft>
                  <a:spcPct val="0"/>
                </a:spcAft>
                <a:defRPr/>
              </a:pPr>
              <a:endParaRPr lang="en-US" sz="1400" kern="0" noProof="0" dirty="0" smtClean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4" name="TextBox 1"/>
            <p:cNvSpPr txBox="1"/>
            <p:nvPr/>
          </p:nvSpPr>
          <p:spPr>
            <a:xfrm>
              <a:off x="3960440" y="3312368"/>
              <a:ext cx="1224136" cy="1015663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>
              <a:solidFill>
                <a:sysClr val="window" lastClr="FFFFFF">
                  <a:lumMod val="50000"/>
                </a:sysClr>
              </a:solidFill>
              <a:prstDash val="sysDash"/>
            </a:ln>
          </p:spPr>
          <p:txBody>
            <a:bodyPr wrap="square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l" rtl="0" eaLnBrk="0" fontAlgn="base" hangingPunct="0">
                <a:spcBef>
                  <a:spcPts val="0"/>
                </a:spcBef>
                <a:spcAft>
                  <a:spcPct val="0"/>
                </a:spcAft>
                <a:defRPr/>
              </a:pPr>
              <a:r>
                <a:rPr lang="en-GB" sz="1200" b="1" kern="0" noProof="0" dirty="0" smtClean="0">
                  <a:solidFill>
                    <a:sysClr val="windowText" lastClr="000000"/>
                  </a:solidFill>
                  <a:latin typeface="Arial" pitchFamily="34" charset="0"/>
                  <a:cs typeface="Arial" pitchFamily="34" charset="0"/>
                </a:rPr>
                <a:t>Grasberg</a:t>
              </a:r>
              <a:r>
                <a:rPr lang="en-GB" sz="1200" kern="0" noProof="0" dirty="0" smtClean="0">
                  <a:solidFill>
                    <a:sysClr val="windowText" lastClr="000000"/>
                  </a:solidFill>
                  <a:latin typeface="Arial" pitchFamily="34" charset="0"/>
                  <a:cs typeface="Arial" pitchFamily="34" charset="0"/>
                </a:rPr>
                <a:t>,</a:t>
              </a:r>
              <a:r>
                <a:rPr lang="en-GB" sz="1200" b="1" kern="0" noProof="0" dirty="0" smtClean="0">
                  <a:solidFill>
                    <a:sysClr val="windowText" lastClr="000000"/>
                  </a:solidFill>
                  <a:latin typeface="Arial" pitchFamily="34" charset="0"/>
                  <a:cs typeface="Arial" pitchFamily="34" charset="0"/>
                </a:rPr>
                <a:t> Cerro Verde </a:t>
              </a:r>
              <a:r>
                <a:rPr lang="en-GB" sz="1200" kern="0" noProof="0" dirty="0" smtClean="0">
                  <a:solidFill>
                    <a:sysClr val="windowText" lastClr="000000"/>
                  </a:solidFill>
                  <a:latin typeface="Arial" pitchFamily="34" charset="0"/>
                  <a:cs typeface="Arial" pitchFamily="34" charset="0"/>
                </a:rPr>
                <a:t>and</a:t>
              </a:r>
              <a:r>
                <a:rPr lang="en-GB" sz="1200" b="1" kern="0" noProof="0" dirty="0" smtClean="0">
                  <a:solidFill>
                    <a:sysClr val="windowText" lastClr="000000"/>
                  </a:solidFill>
                  <a:latin typeface="Arial" pitchFamily="34" charset="0"/>
                  <a:cs typeface="Arial" pitchFamily="34" charset="0"/>
                </a:rPr>
                <a:t> </a:t>
              </a:r>
              <a:r>
                <a:rPr lang="en-GB" sz="1200" b="1" kern="0" noProof="0" dirty="0" err="1" smtClean="0">
                  <a:solidFill>
                    <a:sysClr val="windowText" lastClr="000000"/>
                  </a:solidFill>
                  <a:latin typeface="Arial" pitchFamily="34" charset="0"/>
                  <a:cs typeface="Arial" pitchFamily="34" charset="0"/>
                </a:rPr>
                <a:t>Escondida</a:t>
              </a:r>
              <a:r>
                <a:rPr lang="en-GB" sz="1200" b="1" kern="0" noProof="0" dirty="0" smtClean="0">
                  <a:solidFill>
                    <a:sysClr val="windowText" lastClr="000000"/>
                  </a:solidFill>
                  <a:latin typeface="Arial" pitchFamily="34" charset="0"/>
                  <a:cs typeface="Arial" pitchFamily="34" charset="0"/>
                </a:rPr>
                <a:t> </a:t>
              </a:r>
              <a:r>
                <a:rPr lang="zh-CN" altLang="en-US" sz="1200" b="1" kern="0" noProof="0" dirty="0" smtClean="0">
                  <a:solidFill>
                    <a:sysClr val="windowText" lastClr="000000"/>
                  </a:solidFill>
                  <a:latin typeface="Arial" pitchFamily="34" charset="0"/>
                  <a:cs typeface="Arial" pitchFamily="34" charset="0"/>
                </a:rPr>
                <a:t>铜矿罢工</a:t>
              </a:r>
              <a:endParaRPr lang="en-GB" sz="1200" b="1" kern="0" noProof="0" dirty="0" smtClean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5724128" y="3645024"/>
            <a:ext cx="1152128" cy="1181745"/>
            <a:chOff x="5184576" y="1728192"/>
            <a:chExt cx="1152128" cy="1181745"/>
          </a:xfrm>
        </p:grpSpPr>
        <p:sp>
          <p:nvSpPr>
            <p:cNvPr id="26" name="TextBox 1"/>
            <p:cNvSpPr txBox="1"/>
            <p:nvPr/>
          </p:nvSpPr>
          <p:spPr>
            <a:xfrm>
              <a:off x="5184576" y="2448272"/>
              <a:ext cx="1152128" cy="461665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>
              <a:solidFill>
                <a:sysClr val="window" lastClr="FFFFFF">
                  <a:lumMod val="50000"/>
                </a:sysClr>
              </a:solidFill>
              <a:prstDash val="sysDash"/>
            </a:ln>
          </p:spPr>
          <p:txBody>
            <a:bodyPr wrap="square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l" rtl="0" eaLnBrk="0" fontAlgn="base" hangingPunct="0">
                <a:spcBef>
                  <a:spcPts val="0"/>
                </a:spcBef>
                <a:spcAft>
                  <a:spcPct val="0"/>
                </a:spcAft>
                <a:defRPr/>
              </a:pPr>
              <a:r>
                <a:rPr lang="en-GB" sz="1200" b="1" kern="0" noProof="0" dirty="0" err="1" smtClean="0">
                  <a:solidFill>
                    <a:sysClr val="windowText" lastClr="000000"/>
                  </a:solidFill>
                  <a:latin typeface="Arial" pitchFamily="34" charset="0"/>
                  <a:cs typeface="Arial" pitchFamily="34" charset="0"/>
                </a:rPr>
                <a:t>Collahuasi</a:t>
              </a:r>
              <a:r>
                <a:rPr lang="en-GB" sz="1200" b="1" kern="0" noProof="0" dirty="0" smtClean="0">
                  <a:solidFill>
                    <a:sysClr val="windowText" lastClr="000000"/>
                  </a:solidFill>
                  <a:latin typeface="Arial" pitchFamily="34" charset="0"/>
                  <a:cs typeface="Arial" pitchFamily="34" charset="0"/>
                </a:rPr>
                <a:t> </a:t>
              </a:r>
              <a:r>
                <a:rPr lang="zh-CN" altLang="en-US" sz="1200" b="1" kern="0" noProof="0" dirty="0" smtClean="0">
                  <a:solidFill>
                    <a:sysClr val="windowText" lastClr="000000"/>
                  </a:solidFill>
                  <a:latin typeface="Arial" pitchFamily="34" charset="0"/>
                  <a:cs typeface="Arial" pitchFamily="34" charset="0"/>
                </a:rPr>
                <a:t>设备技术问题</a:t>
              </a:r>
              <a:endParaRPr lang="en-GB" sz="1200" b="1" kern="0" noProof="0" dirty="0" smtClean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7" name="Straight Connector 26"/>
            <p:cNvSpPr/>
            <p:nvPr/>
          </p:nvSpPr>
          <p:spPr bwMode="auto">
            <a:xfrm flipH="1" flipV="1">
              <a:off x="5472608" y="1728192"/>
              <a:ext cx="432048" cy="720080"/>
            </a:xfrm>
            <a:prstGeom prst="line">
              <a:avLst/>
            </a:prstGeom>
            <a:solidFill>
              <a:sysClr val="window" lastClr="FFFFFF">
                <a:lumMod val="95000"/>
              </a:sysClr>
            </a:solidFill>
            <a:ln w="12700">
              <a:solidFill>
                <a:sysClr val="window" lastClr="FFFFFF">
                  <a:lumMod val="50000"/>
                </a:sysClr>
              </a:solidFill>
              <a:prstDash val="sysDash"/>
              <a:tailEnd type="oval"/>
            </a:ln>
          </p:spPr>
          <p:txBody>
            <a:bodyPr wrap="square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 rtl="0" eaLnBrk="0" fontAlgn="base" hangingPunct="0">
                <a:spcBef>
                  <a:spcPts val="0"/>
                </a:spcBef>
                <a:spcAft>
                  <a:spcPct val="0"/>
                </a:spcAft>
                <a:defRPr/>
              </a:pPr>
              <a:endParaRPr lang="en-US" sz="1400" kern="0" noProof="0" dirty="0" smtClean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5004048" y="3789040"/>
            <a:ext cx="2664296" cy="2302515"/>
            <a:chOff x="4464496" y="1872208"/>
            <a:chExt cx="2664296" cy="2302515"/>
          </a:xfrm>
        </p:grpSpPr>
        <p:sp>
          <p:nvSpPr>
            <p:cNvPr id="29" name="Straight Connector 28"/>
            <p:cNvSpPr/>
            <p:nvPr/>
          </p:nvSpPr>
          <p:spPr bwMode="auto">
            <a:xfrm flipH="1" flipV="1">
              <a:off x="4464496" y="1872208"/>
              <a:ext cx="936104" cy="1656184"/>
            </a:xfrm>
            <a:prstGeom prst="line">
              <a:avLst/>
            </a:prstGeom>
            <a:solidFill>
              <a:sysClr val="window" lastClr="FFFFFF">
                <a:lumMod val="95000"/>
              </a:sysClr>
            </a:solidFill>
            <a:ln w="12700">
              <a:solidFill>
                <a:sysClr val="window" lastClr="FFFFFF">
                  <a:lumMod val="50000"/>
                </a:sysClr>
              </a:solidFill>
              <a:prstDash val="sysDash"/>
              <a:tailEnd type="oval"/>
            </a:ln>
          </p:spPr>
          <p:txBody>
            <a:bodyPr wrap="square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 rtl="0" eaLnBrk="0" fontAlgn="base" hangingPunct="0">
                <a:spcBef>
                  <a:spcPts val="0"/>
                </a:spcBef>
                <a:spcAft>
                  <a:spcPct val="0"/>
                </a:spcAft>
                <a:defRPr/>
              </a:pPr>
              <a:endParaRPr lang="en-US" sz="1400" kern="0" noProof="0" dirty="0" smtClean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" name="TextBox 3"/>
            <p:cNvSpPr txBox="1"/>
            <p:nvPr/>
          </p:nvSpPr>
          <p:spPr>
            <a:xfrm>
              <a:off x="5328592" y="3528392"/>
              <a:ext cx="1800200" cy="646331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>
              <a:solidFill>
                <a:sysClr val="window" lastClr="FFFFFF">
                  <a:lumMod val="50000"/>
                </a:sysClr>
              </a:solidFill>
              <a:prstDash val="sysDash"/>
            </a:ln>
          </p:spPr>
          <p:txBody>
            <a:bodyPr wrap="square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l" rtl="0" eaLnBrk="0" fontAlgn="base" hangingPunct="0">
                <a:spcBef>
                  <a:spcPts val="0"/>
                </a:spcBef>
                <a:spcAft>
                  <a:spcPct val="0"/>
                </a:spcAft>
                <a:defRPr/>
              </a:pPr>
              <a:r>
                <a:rPr lang="en-GB" sz="1200" b="1" kern="0" noProof="0" dirty="0" err="1" smtClean="0">
                  <a:solidFill>
                    <a:sysClr val="windowText" lastClr="000000"/>
                  </a:solidFill>
                  <a:latin typeface="Arial" pitchFamily="34" charset="0"/>
                  <a:cs typeface="Arial" pitchFamily="34" charset="0"/>
                </a:rPr>
                <a:t>Escondida</a:t>
              </a:r>
              <a:r>
                <a:rPr lang="en-GB" sz="1200" kern="0" noProof="0" dirty="0" smtClean="0">
                  <a:solidFill>
                    <a:sysClr val="windowText" lastClr="000000"/>
                  </a:solidFill>
                  <a:latin typeface="Arial" pitchFamily="34" charset="0"/>
                  <a:cs typeface="Arial" pitchFamily="34" charset="0"/>
                </a:rPr>
                <a:t>, </a:t>
              </a:r>
              <a:r>
                <a:rPr lang="en-GB" sz="1200" b="1" kern="0" noProof="0" dirty="0" smtClean="0">
                  <a:solidFill>
                    <a:sysClr val="windowText" lastClr="000000"/>
                  </a:solidFill>
                  <a:latin typeface="Arial" pitchFamily="34" charset="0"/>
                  <a:cs typeface="Arial" pitchFamily="34" charset="0"/>
                </a:rPr>
                <a:t>Collahuasi </a:t>
              </a:r>
              <a:r>
                <a:rPr lang="en-GB" sz="1200" kern="0" noProof="0" dirty="0" smtClean="0">
                  <a:solidFill>
                    <a:sysClr val="windowText" lastClr="000000"/>
                  </a:solidFill>
                  <a:latin typeface="Arial" pitchFamily="34" charset="0"/>
                  <a:cs typeface="Arial" pitchFamily="34" charset="0"/>
                </a:rPr>
                <a:t>and </a:t>
              </a:r>
              <a:r>
                <a:rPr lang="en-GB" sz="1200" b="1" kern="0" noProof="0" dirty="0" err="1" smtClean="0">
                  <a:solidFill>
                    <a:sysClr val="windowText" lastClr="000000"/>
                  </a:solidFill>
                  <a:latin typeface="Arial" pitchFamily="34" charset="0"/>
                  <a:cs typeface="Arial" pitchFamily="34" charset="0"/>
                </a:rPr>
                <a:t>Batu</a:t>
              </a:r>
              <a:r>
                <a:rPr lang="en-GB" sz="1200" b="1" kern="0" noProof="0" dirty="0" smtClean="0">
                  <a:solidFill>
                    <a:sysClr val="windowText" lastClr="000000"/>
                  </a:solidFill>
                  <a:latin typeface="Arial" pitchFamily="34" charset="0"/>
                  <a:cs typeface="Arial" pitchFamily="34" charset="0"/>
                </a:rPr>
                <a:t> </a:t>
              </a:r>
              <a:r>
                <a:rPr lang="en-GB" sz="1200" b="1" kern="0" noProof="0" dirty="0" err="1" smtClean="0">
                  <a:solidFill>
                    <a:sysClr val="windowText" lastClr="000000"/>
                  </a:solidFill>
                  <a:latin typeface="Arial" pitchFamily="34" charset="0"/>
                  <a:cs typeface="Arial" pitchFamily="34" charset="0"/>
                </a:rPr>
                <a:t>Hijau</a:t>
              </a:r>
              <a:r>
                <a:rPr lang="en-GB" sz="1200" b="1" kern="0" noProof="0" dirty="0" smtClean="0">
                  <a:solidFill>
                    <a:sysClr val="windowText" lastClr="000000"/>
                  </a:solidFill>
                  <a:latin typeface="Arial" pitchFamily="34" charset="0"/>
                  <a:cs typeface="Arial" pitchFamily="34" charset="0"/>
                </a:rPr>
                <a:t> </a:t>
              </a:r>
              <a:r>
                <a:rPr lang="zh-CN" altLang="en-US" sz="1200" b="1" kern="0" noProof="0" dirty="0" smtClean="0">
                  <a:solidFill>
                    <a:sysClr val="windowText" lastClr="000000"/>
                  </a:solidFill>
                  <a:latin typeface="Arial" pitchFamily="34" charset="0"/>
                  <a:cs typeface="Arial" pitchFamily="34" charset="0"/>
                </a:rPr>
                <a:t>铜矿品位下降</a:t>
              </a:r>
              <a:endParaRPr lang="en-GB" sz="1200" b="1" kern="0" noProof="0" dirty="0" smtClean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6315" y="960281"/>
            <a:ext cx="8229600" cy="807714"/>
          </a:xfrm>
        </p:spPr>
        <p:txBody>
          <a:bodyPr/>
          <a:lstStyle/>
          <a:p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目前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全球各个地区的铜矿仍面临不同的挑战</a:t>
            </a:r>
            <a:endParaRPr lang="en-GB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" name="Freeform 198"/>
          <p:cNvSpPr>
            <a:spLocks/>
          </p:cNvSpPr>
          <p:nvPr/>
        </p:nvSpPr>
        <p:spPr bwMode="auto">
          <a:xfrm>
            <a:off x="4376801" y="2282271"/>
            <a:ext cx="593725" cy="665008"/>
          </a:xfrm>
          <a:custGeom>
            <a:avLst/>
            <a:gdLst/>
            <a:ahLst/>
            <a:cxnLst>
              <a:cxn ang="0">
                <a:pos x="2235" y="305"/>
              </a:cxn>
              <a:cxn ang="0">
                <a:pos x="2180" y="223"/>
              </a:cxn>
              <a:cxn ang="0">
                <a:pos x="2391" y="136"/>
              </a:cxn>
              <a:cxn ang="0">
                <a:pos x="2217" y="37"/>
              </a:cxn>
              <a:cxn ang="0">
                <a:pos x="2129" y="116"/>
              </a:cxn>
              <a:cxn ang="0">
                <a:pos x="2104" y="0"/>
              </a:cxn>
              <a:cxn ang="0">
                <a:pos x="1996" y="129"/>
              </a:cxn>
              <a:cxn ang="0">
                <a:pos x="1901" y="211"/>
              </a:cxn>
              <a:cxn ang="0">
                <a:pos x="1940" y="69"/>
              </a:cxn>
              <a:cxn ang="0">
                <a:pos x="1833" y="83"/>
              </a:cxn>
              <a:cxn ang="0">
                <a:pos x="1723" y="165"/>
              </a:cxn>
              <a:cxn ang="0">
                <a:pos x="1649" y="194"/>
              </a:cxn>
              <a:cxn ang="0">
                <a:pos x="1586" y="255"/>
              </a:cxn>
              <a:cxn ang="0">
                <a:pos x="1471" y="322"/>
              </a:cxn>
              <a:cxn ang="0">
                <a:pos x="1333" y="319"/>
              </a:cxn>
              <a:cxn ang="0">
                <a:pos x="1229" y="432"/>
              </a:cxn>
              <a:cxn ang="0">
                <a:pos x="1067" y="647"/>
              </a:cxn>
              <a:cxn ang="0">
                <a:pos x="1030" y="790"/>
              </a:cxn>
              <a:cxn ang="0">
                <a:pos x="807" y="875"/>
              </a:cxn>
              <a:cxn ang="0">
                <a:pos x="774" y="1017"/>
              </a:cxn>
              <a:cxn ang="0">
                <a:pos x="736" y="1124"/>
              </a:cxn>
              <a:cxn ang="0">
                <a:pos x="682" y="1271"/>
              </a:cxn>
              <a:cxn ang="0">
                <a:pos x="522" y="1431"/>
              </a:cxn>
              <a:cxn ang="0">
                <a:pos x="607" y="1458"/>
              </a:cxn>
              <a:cxn ang="0">
                <a:pos x="433" y="1581"/>
              </a:cxn>
              <a:cxn ang="0">
                <a:pos x="233" y="1705"/>
              </a:cxn>
              <a:cxn ang="0">
                <a:pos x="195" y="1790"/>
              </a:cxn>
              <a:cxn ang="0">
                <a:pos x="148" y="1838"/>
              </a:cxn>
              <a:cxn ang="0">
                <a:pos x="155" y="1941"/>
              </a:cxn>
              <a:cxn ang="0">
                <a:pos x="121" y="1970"/>
              </a:cxn>
              <a:cxn ang="0">
                <a:pos x="50" y="2141"/>
              </a:cxn>
              <a:cxn ang="0">
                <a:pos x="4" y="2209"/>
              </a:cxn>
              <a:cxn ang="0">
                <a:pos x="100" y="2243"/>
              </a:cxn>
              <a:cxn ang="0">
                <a:pos x="40" y="2335"/>
              </a:cxn>
              <a:cxn ang="0">
                <a:pos x="268" y="2452"/>
              </a:cxn>
              <a:cxn ang="0">
                <a:pos x="455" y="2330"/>
              </a:cxn>
              <a:cxn ang="0">
                <a:pos x="463" y="2326"/>
              </a:cxn>
              <a:cxn ang="0">
                <a:pos x="614" y="2209"/>
              </a:cxn>
              <a:cxn ang="0">
                <a:pos x="675" y="1952"/>
              </a:cxn>
              <a:cxn ang="0">
                <a:pos x="670" y="1581"/>
              </a:cxn>
              <a:cxn ang="0">
                <a:pos x="813" y="1401"/>
              </a:cxn>
              <a:cxn ang="0">
                <a:pos x="896" y="1174"/>
              </a:cxn>
              <a:cxn ang="0">
                <a:pos x="981" y="1032"/>
              </a:cxn>
              <a:cxn ang="0">
                <a:pos x="1067" y="849"/>
              </a:cxn>
              <a:cxn ang="0">
                <a:pos x="1195" y="683"/>
              </a:cxn>
              <a:cxn ang="0">
                <a:pos x="1346" y="629"/>
              </a:cxn>
              <a:cxn ang="0">
                <a:pos x="1417" y="478"/>
              </a:cxn>
              <a:cxn ang="0">
                <a:pos x="1579" y="490"/>
              </a:cxn>
              <a:cxn ang="0">
                <a:pos x="1861" y="515"/>
              </a:cxn>
              <a:cxn ang="0">
                <a:pos x="2054" y="289"/>
              </a:cxn>
              <a:cxn ang="0">
                <a:pos x="2177" y="405"/>
              </a:cxn>
              <a:cxn ang="0">
                <a:pos x="2282" y="422"/>
              </a:cxn>
            </a:cxnLst>
            <a:rect l="0" t="0" r="r" b="b"/>
            <a:pathLst>
              <a:path w="2391" h="2505">
                <a:moveTo>
                  <a:pt x="2363" y="368"/>
                </a:moveTo>
                <a:lnTo>
                  <a:pt x="2329" y="303"/>
                </a:lnTo>
                <a:lnTo>
                  <a:pt x="2267" y="331"/>
                </a:lnTo>
                <a:lnTo>
                  <a:pt x="2235" y="305"/>
                </a:lnTo>
                <a:lnTo>
                  <a:pt x="2235" y="280"/>
                </a:lnTo>
                <a:lnTo>
                  <a:pt x="2260" y="280"/>
                </a:lnTo>
                <a:lnTo>
                  <a:pt x="2180" y="255"/>
                </a:lnTo>
                <a:lnTo>
                  <a:pt x="2180" y="223"/>
                </a:lnTo>
                <a:lnTo>
                  <a:pt x="2275" y="246"/>
                </a:lnTo>
                <a:lnTo>
                  <a:pt x="2316" y="194"/>
                </a:lnTo>
                <a:lnTo>
                  <a:pt x="2352" y="198"/>
                </a:lnTo>
                <a:lnTo>
                  <a:pt x="2391" y="136"/>
                </a:lnTo>
                <a:lnTo>
                  <a:pt x="2314" y="129"/>
                </a:lnTo>
                <a:lnTo>
                  <a:pt x="2316" y="83"/>
                </a:lnTo>
                <a:lnTo>
                  <a:pt x="2247" y="77"/>
                </a:lnTo>
                <a:lnTo>
                  <a:pt x="2217" y="37"/>
                </a:lnTo>
                <a:lnTo>
                  <a:pt x="2168" y="86"/>
                </a:lnTo>
                <a:lnTo>
                  <a:pt x="2162" y="162"/>
                </a:lnTo>
                <a:lnTo>
                  <a:pt x="2091" y="156"/>
                </a:lnTo>
                <a:lnTo>
                  <a:pt x="2129" y="116"/>
                </a:lnTo>
                <a:lnTo>
                  <a:pt x="2116" y="69"/>
                </a:lnTo>
                <a:lnTo>
                  <a:pt x="2143" y="49"/>
                </a:lnTo>
                <a:lnTo>
                  <a:pt x="2143" y="3"/>
                </a:lnTo>
                <a:lnTo>
                  <a:pt x="2104" y="0"/>
                </a:lnTo>
                <a:lnTo>
                  <a:pt x="2049" y="83"/>
                </a:lnTo>
                <a:lnTo>
                  <a:pt x="2039" y="190"/>
                </a:lnTo>
                <a:lnTo>
                  <a:pt x="1993" y="172"/>
                </a:lnTo>
                <a:lnTo>
                  <a:pt x="1996" y="129"/>
                </a:lnTo>
                <a:lnTo>
                  <a:pt x="2024" y="55"/>
                </a:lnTo>
                <a:lnTo>
                  <a:pt x="1978" y="55"/>
                </a:lnTo>
                <a:lnTo>
                  <a:pt x="1904" y="144"/>
                </a:lnTo>
                <a:lnTo>
                  <a:pt x="1901" y="211"/>
                </a:lnTo>
                <a:lnTo>
                  <a:pt x="1826" y="214"/>
                </a:lnTo>
                <a:lnTo>
                  <a:pt x="1867" y="154"/>
                </a:lnTo>
                <a:lnTo>
                  <a:pt x="1868" y="86"/>
                </a:lnTo>
                <a:lnTo>
                  <a:pt x="1940" y="69"/>
                </a:lnTo>
                <a:lnTo>
                  <a:pt x="1944" y="37"/>
                </a:lnTo>
                <a:lnTo>
                  <a:pt x="1840" y="0"/>
                </a:lnTo>
                <a:lnTo>
                  <a:pt x="1783" y="19"/>
                </a:lnTo>
                <a:lnTo>
                  <a:pt x="1833" y="83"/>
                </a:lnTo>
                <a:lnTo>
                  <a:pt x="1750" y="133"/>
                </a:lnTo>
                <a:lnTo>
                  <a:pt x="1758" y="77"/>
                </a:lnTo>
                <a:lnTo>
                  <a:pt x="1714" y="83"/>
                </a:lnTo>
                <a:lnTo>
                  <a:pt x="1723" y="165"/>
                </a:lnTo>
                <a:lnTo>
                  <a:pt x="1682" y="187"/>
                </a:lnTo>
                <a:lnTo>
                  <a:pt x="1682" y="221"/>
                </a:lnTo>
                <a:lnTo>
                  <a:pt x="1649" y="221"/>
                </a:lnTo>
                <a:lnTo>
                  <a:pt x="1649" y="194"/>
                </a:lnTo>
                <a:lnTo>
                  <a:pt x="1554" y="122"/>
                </a:lnTo>
                <a:lnTo>
                  <a:pt x="1511" y="151"/>
                </a:lnTo>
                <a:lnTo>
                  <a:pt x="1593" y="187"/>
                </a:lnTo>
                <a:lnTo>
                  <a:pt x="1586" y="255"/>
                </a:lnTo>
                <a:lnTo>
                  <a:pt x="1525" y="214"/>
                </a:lnTo>
                <a:lnTo>
                  <a:pt x="1521" y="254"/>
                </a:lnTo>
                <a:lnTo>
                  <a:pt x="1471" y="246"/>
                </a:lnTo>
                <a:lnTo>
                  <a:pt x="1471" y="322"/>
                </a:lnTo>
                <a:lnTo>
                  <a:pt x="1406" y="319"/>
                </a:lnTo>
                <a:lnTo>
                  <a:pt x="1435" y="273"/>
                </a:lnTo>
                <a:lnTo>
                  <a:pt x="1421" y="246"/>
                </a:lnTo>
                <a:lnTo>
                  <a:pt x="1333" y="319"/>
                </a:lnTo>
                <a:lnTo>
                  <a:pt x="1346" y="425"/>
                </a:lnTo>
                <a:lnTo>
                  <a:pt x="1296" y="383"/>
                </a:lnTo>
                <a:lnTo>
                  <a:pt x="1226" y="393"/>
                </a:lnTo>
                <a:lnTo>
                  <a:pt x="1229" y="432"/>
                </a:lnTo>
                <a:lnTo>
                  <a:pt x="1177" y="485"/>
                </a:lnTo>
                <a:lnTo>
                  <a:pt x="1195" y="522"/>
                </a:lnTo>
                <a:lnTo>
                  <a:pt x="1074" y="567"/>
                </a:lnTo>
                <a:lnTo>
                  <a:pt x="1067" y="647"/>
                </a:lnTo>
                <a:lnTo>
                  <a:pt x="1025" y="634"/>
                </a:lnTo>
                <a:lnTo>
                  <a:pt x="966" y="658"/>
                </a:lnTo>
                <a:lnTo>
                  <a:pt x="962" y="751"/>
                </a:lnTo>
                <a:lnTo>
                  <a:pt x="1030" y="790"/>
                </a:lnTo>
                <a:lnTo>
                  <a:pt x="938" y="775"/>
                </a:lnTo>
                <a:lnTo>
                  <a:pt x="906" y="888"/>
                </a:lnTo>
                <a:lnTo>
                  <a:pt x="838" y="864"/>
                </a:lnTo>
                <a:lnTo>
                  <a:pt x="807" y="875"/>
                </a:lnTo>
                <a:lnTo>
                  <a:pt x="800" y="937"/>
                </a:lnTo>
                <a:lnTo>
                  <a:pt x="853" y="965"/>
                </a:lnTo>
                <a:lnTo>
                  <a:pt x="794" y="965"/>
                </a:lnTo>
                <a:lnTo>
                  <a:pt x="774" y="1017"/>
                </a:lnTo>
                <a:lnTo>
                  <a:pt x="838" y="1021"/>
                </a:lnTo>
                <a:lnTo>
                  <a:pt x="838" y="1042"/>
                </a:lnTo>
                <a:lnTo>
                  <a:pt x="736" y="1032"/>
                </a:lnTo>
                <a:lnTo>
                  <a:pt x="736" y="1124"/>
                </a:lnTo>
                <a:lnTo>
                  <a:pt x="708" y="1174"/>
                </a:lnTo>
                <a:lnTo>
                  <a:pt x="690" y="1156"/>
                </a:lnTo>
                <a:lnTo>
                  <a:pt x="639" y="1228"/>
                </a:lnTo>
                <a:lnTo>
                  <a:pt x="682" y="1271"/>
                </a:lnTo>
                <a:lnTo>
                  <a:pt x="592" y="1306"/>
                </a:lnTo>
                <a:lnTo>
                  <a:pt x="589" y="1362"/>
                </a:lnTo>
                <a:lnTo>
                  <a:pt x="525" y="1360"/>
                </a:lnTo>
                <a:lnTo>
                  <a:pt x="522" y="1431"/>
                </a:lnTo>
                <a:lnTo>
                  <a:pt x="455" y="1507"/>
                </a:lnTo>
                <a:lnTo>
                  <a:pt x="479" y="1566"/>
                </a:lnTo>
                <a:lnTo>
                  <a:pt x="525" y="1486"/>
                </a:lnTo>
                <a:lnTo>
                  <a:pt x="607" y="1458"/>
                </a:lnTo>
                <a:lnTo>
                  <a:pt x="592" y="1547"/>
                </a:lnTo>
                <a:lnTo>
                  <a:pt x="500" y="1616"/>
                </a:lnTo>
                <a:lnTo>
                  <a:pt x="455" y="1609"/>
                </a:lnTo>
                <a:lnTo>
                  <a:pt x="433" y="1581"/>
                </a:lnTo>
                <a:lnTo>
                  <a:pt x="314" y="1646"/>
                </a:lnTo>
                <a:lnTo>
                  <a:pt x="333" y="1694"/>
                </a:lnTo>
                <a:lnTo>
                  <a:pt x="286" y="1659"/>
                </a:lnTo>
                <a:lnTo>
                  <a:pt x="233" y="1705"/>
                </a:lnTo>
                <a:lnTo>
                  <a:pt x="198" y="1669"/>
                </a:lnTo>
                <a:lnTo>
                  <a:pt x="130" y="1734"/>
                </a:lnTo>
                <a:lnTo>
                  <a:pt x="195" y="1768"/>
                </a:lnTo>
                <a:lnTo>
                  <a:pt x="195" y="1790"/>
                </a:lnTo>
                <a:lnTo>
                  <a:pt x="124" y="1802"/>
                </a:lnTo>
                <a:lnTo>
                  <a:pt x="42" y="1790"/>
                </a:lnTo>
                <a:lnTo>
                  <a:pt x="40" y="1827"/>
                </a:lnTo>
                <a:lnTo>
                  <a:pt x="148" y="1838"/>
                </a:lnTo>
                <a:lnTo>
                  <a:pt x="145" y="1858"/>
                </a:lnTo>
                <a:lnTo>
                  <a:pt x="42" y="1858"/>
                </a:lnTo>
                <a:lnTo>
                  <a:pt x="40" y="1947"/>
                </a:lnTo>
                <a:lnTo>
                  <a:pt x="155" y="1941"/>
                </a:lnTo>
                <a:lnTo>
                  <a:pt x="195" y="1977"/>
                </a:lnTo>
                <a:lnTo>
                  <a:pt x="221" y="1947"/>
                </a:lnTo>
                <a:lnTo>
                  <a:pt x="219" y="2009"/>
                </a:lnTo>
                <a:lnTo>
                  <a:pt x="121" y="1970"/>
                </a:lnTo>
                <a:lnTo>
                  <a:pt x="29" y="1987"/>
                </a:lnTo>
                <a:lnTo>
                  <a:pt x="17" y="2092"/>
                </a:lnTo>
                <a:lnTo>
                  <a:pt x="54" y="2092"/>
                </a:lnTo>
                <a:lnTo>
                  <a:pt x="50" y="2141"/>
                </a:lnTo>
                <a:lnTo>
                  <a:pt x="153" y="2069"/>
                </a:lnTo>
                <a:lnTo>
                  <a:pt x="148" y="2123"/>
                </a:lnTo>
                <a:lnTo>
                  <a:pt x="121" y="2123"/>
                </a:lnTo>
                <a:lnTo>
                  <a:pt x="4" y="2209"/>
                </a:lnTo>
                <a:lnTo>
                  <a:pt x="0" y="2265"/>
                </a:lnTo>
                <a:lnTo>
                  <a:pt x="60" y="2272"/>
                </a:lnTo>
                <a:lnTo>
                  <a:pt x="65" y="2234"/>
                </a:lnTo>
                <a:lnTo>
                  <a:pt x="100" y="2243"/>
                </a:lnTo>
                <a:lnTo>
                  <a:pt x="97" y="2280"/>
                </a:lnTo>
                <a:lnTo>
                  <a:pt x="75" y="2294"/>
                </a:lnTo>
                <a:lnTo>
                  <a:pt x="106" y="2352"/>
                </a:lnTo>
                <a:lnTo>
                  <a:pt x="40" y="2335"/>
                </a:lnTo>
                <a:lnTo>
                  <a:pt x="7" y="2357"/>
                </a:lnTo>
                <a:lnTo>
                  <a:pt x="114" y="2494"/>
                </a:lnTo>
                <a:lnTo>
                  <a:pt x="227" y="2505"/>
                </a:lnTo>
                <a:lnTo>
                  <a:pt x="268" y="2452"/>
                </a:lnTo>
                <a:lnTo>
                  <a:pt x="346" y="2437"/>
                </a:lnTo>
                <a:lnTo>
                  <a:pt x="353" y="2350"/>
                </a:lnTo>
                <a:lnTo>
                  <a:pt x="406" y="2377"/>
                </a:lnTo>
                <a:lnTo>
                  <a:pt x="455" y="2330"/>
                </a:lnTo>
                <a:lnTo>
                  <a:pt x="433" y="2308"/>
                </a:lnTo>
                <a:lnTo>
                  <a:pt x="433" y="2265"/>
                </a:lnTo>
                <a:lnTo>
                  <a:pt x="464" y="2267"/>
                </a:lnTo>
                <a:lnTo>
                  <a:pt x="463" y="2326"/>
                </a:lnTo>
                <a:lnTo>
                  <a:pt x="529" y="2364"/>
                </a:lnTo>
                <a:lnTo>
                  <a:pt x="567" y="2364"/>
                </a:lnTo>
                <a:lnTo>
                  <a:pt x="614" y="2265"/>
                </a:lnTo>
                <a:lnTo>
                  <a:pt x="614" y="2209"/>
                </a:lnTo>
                <a:lnTo>
                  <a:pt x="670" y="2132"/>
                </a:lnTo>
                <a:lnTo>
                  <a:pt x="639" y="2051"/>
                </a:lnTo>
                <a:lnTo>
                  <a:pt x="687" y="1980"/>
                </a:lnTo>
                <a:lnTo>
                  <a:pt x="675" y="1952"/>
                </a:lnTo>
                <a:lnTo>
                  <a:pt x="652" y="1748"/>
                </a:lnTo>
                <a:lnTo>
                  <a:pt x="667" y="1705"/>
                </a:lnTo>
                <a:lnTo>
                  <a:pt x="675" y="1659"/>
                </a:lnTo>
                <a:lnTo>
                  <a:pt x="670" y="1581"/>
                </a:lnTo>
                <a:lnTo>
                  <a:pt x="749" y="1489"/>
                </a:lnTo>
                <a:lnTo>
                  <a:pt x="828" y="1492"/>
                </a:lnTo>
                <a:lnTo>
                  <a:pt x="836" y="1449"/>
                </a:lnTo>
                <a:lnTo>
                  <a:pt x="813" y="1401"/>
                </a:lnTo>
                <a:lnTo>
                  <a:pt x="813" y="1370"/>
                </a:lnTo>
                <a:lnTo>
                  <a:pt x="846" y="1345"/>
                </a:lnTo>
                <a:lnTo>
                  <a:pt x="886" y="1275"/>
                </a:lnTo>
                <a:lnTo>
                  <a:pt x="896" y="1174"/>
                </a:lnTo>
                <a:lnTo>
                  <a:pt x="900" y="1106"/>
                </a:lnTo>
                <a:lnTo>
                  <a:pt x="878" y="1089"/>
                </a:lnTo>
                <a:lnTo>
                  <a:pt x="911" y="1046"/>
                </a:lnTo>
                <a:lnTo>
                  <a:pt x="981" y="1032"/>
                </a:lnTo>
                <a:lnTo>
                  <a:pt x="985" y="972"/>
                </a:lnTo>
                <a:lnTo>
                  <a:pt x="1010" y="950"/>
                </a:lnTo>
                <a:lnTo>
                  <a:pt x="1049" y="937"/>
                </a:lnTo>
                <a:lnTo>
                  <a:pt x="1067" y="849"/>
                </a:lnTo>
                <a:lnTo>
                  <a:pt x="1054" y="809"/>
                </a:lnTo>
                <a:lnTo>
                  <a:pt x="1092" y="718"/>
                </a:lnTo>
                <a:lnTo>
                  <a:pt x="1147" y="668"/>
                </a:lnTo>
                <a:lnTo>
                  <a:pt x="1195" y="683"/>
                </a:lnTo>
                <a:lnTo>
                  <a:pt x="1229" y="668"/>
                </a:lnTo>
                <a:lnTo>
                  <a:pt x="1236" y="576"/>
                </a:lnTo>
                <a:lnTo>
                  <a:pt x="1333" y="601"/>
                </a:lnTo>
                <a:lnTo>
                  <a:pt x="1346" y="629"/>
                </a:lnTo>
                <a:lnTo>
                  <a:pt x="1406" y="637"/>
                </a:lnTo>
                <a:lnTo>
                  <a:pt x="1410" y="576"/>
                </a:lnTo>
                <a:lnTo>
                  <a:pt x="1428" y="567"/>
                </a:lnTo>
                <a:lnTo>
                  <a:pt x="1417" y="478"/>
                </a:lnTo>
                <a:lnTo>
                  <a:pt x="1460" y="457"/>
                </a:lnTo>
                <a:lnTo>
                  <a:pt x="1497" y="422"/>
                </a:lnTo>
                <a:lnTo>
                  <a:pt x="1554" y="425"/>
                </a:lnTo>
                <a:lnTo>
                  <a:pt x="1579" y="490"/>
                </a:lnTo>
                <a:lnTo>
                  <a:pt x="1671" y="567"/>
                </a:lnTo>
                <a:lnTo>
                  <a:pt x="1732" y="539"/>
                </a:lnTo>
                <a:lnTo>
                  <a:pt x="1826" y="567"/>
                </a:lnTo>
                <a:lnTo>
                  <a:pt x="1861" y="515"/>
                </a:lnTo>
                <a:lnTo>
                  <a:pt x="1916" y="515"/>
                </a:lnTo>
                <a:lnTo>
                  <a:pt x="1936" y="319"/>
                </a:lnTo>
                <a:lnTo>
                  <a:pt x="1954" y="285"/>
                </a:lnTo>
                <a:lnTo>
                  <a:pt x="2054" y="289"/>
                </a:lnTo>
                <a:lnTo>
                  <a:pt x="2067" y="254"/>
                </a:lnTo>
                <a:lnTo>
                  <a:pt x="2129" y="280"/>
                </a:lnTo>
                <a:lnTo>
                  <a:pt x="2210" y="368"/>
                </a:lnTo>
                <a:lnTo>
                  <a:pt x="2177" y="405"/>
                </a:lnTo>
                <a:lnTo>
                  <a:pt x="2172" y="465"/>
                </a:lnTo>
                <a:lnTo>
                  <a:pt x="2222" y="467"/>
                </a:lnTo>
                <a:lnTo>
                  <a:pt x="2235" y="418"/>
                </a:lnTo>
                <a:lnTo>
                  <a:pt x="2282" y="422"/>
                </a:lnTo>
                <a:lnTo>
                  <a:pt x="2296" y="376"/>
                </a:lnTo>
                <a:lnTo>
                  <a:pt x="2363" y="368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Freeform 114"/>
          <p:cNvSpPr>
            <a:spLocks/>
          </p:cNvSpPr>
          <p:nvPr/>
        </p:nvSpPr>
        <p:spPr bwMode="auto">
          <a:xfrm>
            <a:off x="4711763" y="3213917"/>
            <a:ext cx="339725" cy="217438"/>
          </a:xfrm>
          <a:custGeom>
            <a:avLst/>
            <a:gdLst/>
            <a:ahLst/>
            <a:cxnLst>
              <a:cxn ang="0">
                <a:pos x="584" y="20"/>
              </a:cxn>
              <a:cxn ang="0">
                <a:pos x="551" y="84"/>
              </a:cxn>
              <a:cxn ang="0">
                <a:pos x="502" y="83"/>
              </a:cxn>
              <a:cxn ang="0">
                <a:pos x="430" y="80"/>
              </a:cxn>
              <a:cxn ang="0">
                <a:pos x="362" y="76"/>
              </a:cxn>
              <a:cxn ang="0">
                <a:pos x="264" y="39"/>
              </a:cxn>
              <a:cxn ang="0">
                <a:pos x="146" y="35"/>
              </a:cxn>
              <a:cxn ang="0">
                <a:pos x="114" y="61"/>
              </a:cxn>
              <a:cxn ang="0">
                <a:pos x="123" y="121"/>
              </a:cxn>
              <a:cxn ang="0">
                <a:pos x="66" y="152"/>
              </a:cxn>
              <a:cxn ang="0">
                <a:pos x="26" y="201"/>
              </a:cxn>
              <a:cxn ang="0">
                <a:pos x="0" y="240"/>
              </a:cxn>
              <a:cxn ang="0">
                <a:pos x="25" y="289"/>
              </a:cxn>
              <a:cxn ang="0">
                <a:pos x="93" y="302"/>
              </a:cxn>
              <a:cxn ang="0">
                <a:pos x="215" y="277"/>
              </a:cxn>
              <a:cxn ang="0">
                <a:pos x="278" y="256"/>
              </a:cxn>
              <a:cxn ang="0">
                <a:pos x="321" y="273"/>
              </a:cxn>
              <a:cxn ang="0">
                <a:pos x="371" y="302"/>
              </a:cxn>
              <a:cxn ang="0">
                <a:pos x="408" y="345"/>
              </a:cxn>
              <a:cxn ang="0">
                <a:pos x="352" y="405"/>
              </a:cxn>
              <a:cxn ang="0">
                <a:pos x="337" y="431"/>
              </a:cxn>
              <a:cxn ang="0">
                <a:pos x="319" y="477"/>
              </a:cxn>
              <a:cxn ang="0">
                <a:pos x="309" y="504"/>
              </a:cxn>
              <a:cxn ang="0">
                <a:pos x="403" y="383"/>
              </a:cxn>
              <a:cxn ang="0">
                <a:pos x="461" y="353"/>
              </a:cxn>
              <a:cxn ang="0">
                <a:pos x="465" y="393"/>
              </a:cxn>
              <a:cxn ang="0">
                <a:pos x="558" y="402"/>
              </a:cxn>
              <a:cxn ang="0">
                <a:pos x="514" y="440"/>
              </a:cxn>
              <a:cxn ang="0">
                <a:pos x="574" y="439"/>
              </a:cxn>
              <a:cxn ang="0">
                <a:pos x="611" y="487"/>
              </a:cxn>
              <a:cxn ang="0">
                <a:pos x="657" y="450"/>
              </a:cxn>
              <a:cxn ang="0">
                <a:pos x="710" y="424"/>
              </a:cxn>
              <a:cxn ang="0">
                <a:pos x="653" y="398"/>
              </a:cxn>
              <a:cxn ang="0">
                <a:pos x="657" y="351"/>
              </a:cxn>
              <a:cxn ang="0">
                <a:pos x="766" y="294"/>
              </a:cxn>
              <a:cxn ang="0">
                <a:pos x="788" y="236"/>
              </a:cxn>
              <a:cxn ang="0">
                <a:pos x="824" y="198"/>
              </a:cxn>
              <a:cxn ang="0">
                <a:pos x="831" y="105"/>
              </a:cxn>
              <a:cxn ang="0">
                <a:pos x="820" y="35"/>
              </a:cxn>
              <a:cxn ang="0">
                <a:pos x="742" y="25"/>
              </a:cxn>
              <a:cxn ang="0">
                <a:pos x="661" y="11"/>
              </a:cxn>
            </a:cxnLst>
            <a:rect l="0" t="0" r="r" b="b"/>
            <a:pathLst>
              <a:path w="831" h="504">
                <a:moveTo>
                  <a:pt x="619" y="15"/>
                </a:moveTo>
                <a:lnTo>
                  <a:pt x="584" y="20"/>
                </a:lnTo>
                <a:lnTo>
                  <a:pt x="555" y="42"/>
                </a:lnTo>
                <a:lnTo>
                  <a:pt x="551" y="84"/>
                </a:lnTo>
                <a:lnTo>
                  <a:pt x="525" y="97"/>
                </a:lnTo>
                <a:lnTo>
                  <a:pt x="502" y="83"/>
                </a:lnTo>
                <a:lnTo>
                  <a:pt x="463" y="97"/>
                </a:lnTo>
                <a:lnTo>
                  <a:pt x="430" y="80"/>
                </a:lnTo>
                <a:lnTo>
                  <a:pt x="400" y="67"/>
                </a:lnTo>
                <a:lnTo>
                  <a:pt x="362" y="76"/>
                </a:lnTo>
                <a:lnTo>
                  <a:pt x="329" y="60"/>
                </a:lnTo>
                <a:lnTo>
                  <a:pt x="264" y="39"/>
                </a:lnTo>
                <a:lnTo>
                  <a:pt x="200" y="30"/>
                </a:lnTo>
                <a:lnTo>
                  <a:pt x="146" y="35"/>
                </a:lnTo>
                <a:lnTo>
                  <a:pt x="140" y="60"/>
                </a:lnTo>
                <a:lnTo>
                  <a:pt x="114" y="61"/>
                </a:lnTo>
                <a:lnTo>
                  <a:pt x="125" y="92"/>
                </a:lnTo>
                <a:lnTo>
                  <a:pt x="123" y="121"/>
                </a:lnTo>
                <a:lnTo>
                  <a:pt x="68" y="108"/>
                </a:lnTo>
                <a:lnTo>
                  <a:pt x="66" y="152"/>
                </a:lnTo>
                <a:lnTo>
                  <a:pt x="25" y="164"/>
                </a:lnTo>
                <a:lnTo>
                  <a:pt x="26" y="201"/>
                </a:lnTo>
                <a:lnTo>
                  <a:pt x="22" y="213"/>
                </a:lnTo>
                <a:lnTo>
                  <a:pt x="0" y="240"/>
                </a:lnTo>
                <a:lnTo>
                  <a:pt x="8" y="268"/>
                </a:lnTo>
                <a:lnTo>
                  <a:pt x="25" y="289"/>
                </a:lnTo>
                <a:lnTo>
                  <a:pt x="67" y="274"/>
                </a:lnTo>
                <a:lnTo>
                  <a:pt x="93" y="302"/>
                </a:lnTo>
                <a:lnTo>
                  <a:pt x="169" y="309"/>
                </a:lnTo>
                <a:lnTo>
                  <a:pt x="215" y="277"/>
                </a:lnTo>
                <a:lnTo>
                  <a:pt x="248" y="263"/>
                </a:lnTo>
                <a:lnTo>
                  <a:pt x="278" y="256"/>
                </a:lnTo>
                <a:lnTo>
                  <a:pt x="298" y="266"/>
                </a:lnTo>
                <a:lnTo>
                  <a:pt x="321" y="273"/>
                </a:lnTo>
                <a:lnTo>
                  <a:pt x="342" y="294"/>
                </a:lnTo>
                <a:lnTo>
                  <a:pt x="371" y="302"/>
                </a:lnTo>
                <a:lnTo>
                  <a:pt x="379" y="325"/>
                </a:lnTo>
                <a:lnTo>
                  <a:pt x="408" y="345"/>
                </a:lnTo>
                <a:lnTo>
                  <a:pt x="361" y="371"/>
                </a:lnTo>
                <a:lnTo>
                  <a:pt x="352" y="405"/>
                </a:lnTo>
                <a:lnTo>
                  <a:pt x="347" y="420"/>
                </a:lnTo>
                <a:lnTo>
                  <a:pt x="337" y="431"/>
                </a:lnTo>
                <a:lnTo>
                  <a:pt x="324" y="464"/>
                </a:lnTo>
                <a:lnTo>
                  <a:pt x="319" y="477"/>
                </a:lnTo>
                <a:lnTo>
                  <a:pt x="301" y="487"/>
                </a:lnTo>
                <a:lnTo>
                  <a:pt x="309" y="504"/>
                </a:lnTo>
                <a:lnTo>
                  <a:pt x="374" y="494"/>
                </a:lnTo>
                <a:lnTo>
                  <a:pt x="403" y="383"/>
                </a:lnTo>
                <a:lnTo>
                  <a:pt x="420" y="368"/>
                </a:lnTo>
                <a:lnTo>
                  <a:pt x="461" y="353"/>
                </a:lnTo>
                <a:lnTo>
                  <a:pt x="450" y="377"/>
                </a:lnTo>
                <a:lnTo>
                  <a:pt x="465" y="393"/>
                </a:lnTo>
                <a:lnTo>
                  <a:pt x="526" y="389"/>
                </a:lnTo>
                <a:lnTo>
                  <a:pt x="558" y="402"/>
                </a:lnTo>
                <a:lnTo>
                  <a:pt x="522" y="424"/>
                </a:lnTo>
                <a:lnTo>
                  <a:pt x="514" y="440"/>
                </a:lnTo>
                <a:lnTo>
                  <a:pt x="546" y="432"/>
                </a:lnTo>
                <a:lnTo>
                  <a:pt x="574" y="439"/>
                </a:lnTo>
                <a:lnTo>
                  <a:pt x="589" y="473"/>
                </a:lnTo>
                <a:lnTo>
                  <a:pt x="611" y="487"/>
                </a:lnTo>
                <a:lnTo>
                  <a:pt x="629" y="460"/>
                </a:lnTo>
                <a:lnTo>
                  <a:pt x="657" y="450"/>
                </a:lnTo>
                <a:lnTo>
                  <a:pt x="726" y="440"/>
                </a:lnTo>
                <a:lnTo>
                  <a:pt x="710" y="424"/>
                </a:lnTo>
                <a:lnTo>
                  <a:pt x="678" y="431"/>
                </a:lnTo>
                <a:lnTo>
                  <a:pt x="653" y="398"/>
                </a:lnTo>
                <a:lnTo>
                  <a:pt x="615" y="387"/>
                </a:lnTo>
                <a:lnTo>
                  <a:pt x="657" y="351"/>
                </a:lnTo>
                <a:lnTo>
                  <a:pt x="710" y="325"/>
                </a:lnTo>
                <a:lnTo>
                  <a:pt x="766" y="294"/>
                </a:lnTo>
                <a:lnTo>
                  <a:pt x="757" y="261"/>
                </a:lnTo>
                <a:lnTo>
                  <a:pt x="788" y="236"/>
                </a:lnTo>
                <a:lnTo>
                  <a:pt x="797" y="211"/>
                </a:lnTo>
                <a:lnTo>
                  <a:pt x="824" y="198"/>
                </a:lnTo>
                <a:lnTo>
                  <a:pt x="813" y="123"/>
                </a:lnTo>
                <a:lnTo>
                  <a:pt x="831" y="105"/>
                </a:lnTo>
                <a:lnTo>
                  <a:pt x="811" y="97"/>
                </a:lnTo>
                <a:lnTo>
                  <a:pt x="820" y="35"/>
                </a:lnTo>
                <a:lnTo>
                  <a:pt x="784" y="35"/>
                </a:lnTo>
                <a:lnTo>
                  <a:pt x="742" y="25"/>
                </a:lnTo>
                <a:lnTo>
                  <a:pt x="723" y="0"/>
                </a:lnTo>
                <a:lnTo>
                  <a:pt x="661" y="11"/>
                </a:lnTo>
                <a:lnTo>
                  <a:pt x="619" y="15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Freeform 213"/>
          <p:cNvSpPr>
            <a:spLocks/>
          </p:cNvSpPr>
          <p:nvPr/>
        </p:nvSpPr>
        <p:spPr bwMode="auto">
          <a:xfrm>
            <a:off x="4589525" y="3326604"/>
            <a:ext cx="138112" cy="80943"/>
          </a:xfrm>
          <a:custGeom>
            <a:avLst/>
            <a:gdLst/>
            <a:ahLst/>
            <a:cxnLst>
              <a:cxn ang="0">
                <a:pos x="523" y="32"/>
              </a:cxn>
              <a:cxn ang="0">
                <a:pos x="554" y="70"/>
              </a:cxn>
              <a:cxn ang="0">
                <a:pos x="538" y="101"/>
              </a:cxn>
              <a:cxn ang="0">
                <a:pos x="469" y="187"/>
              </a:cxn>
              <a:cxn ang="0">
                <a:pos x="465" y="211"/>
              </a:cxn>
              <a:cxn ang="0">
                <a:pos x="405" y="268"/>
              </a:cxn>
              <a:cxn ang="0">
                <a:pos x="343" y="293"/>
              </a:cxn>
              <a:cxn ang="0">
                <a:pos x="279" y="286"/>
              </a:cxn>
              <a:cxn ang="0">
                <a:pos x="241" y="311"/>
              </a:cxn>
              <a:cxn ang="0">
                <a:pos x="92" y="297"/>
              </a:cxn>
              <a:cxn ang="0">
                <a:pos x="0" y="211"/>
              </a:cxn>
              <a:cxn ang="0">
                <a:pos x="32" y="180"/>
              </a:cxn>
              <a:cxn ang="0">
                <a:pos x="30" y="168"/>
              </a:cxn>
              <a:cxn ang="0">
                <a:pos x="0" y="143"/>
              </a:cxn>
              <a:cxn ang="0">
                <a:pos x="22" y="115"/>
              </a:cxn>
              <a:cxn ang="0">
                <a:pos x="22" y="82"/>
              </a:cxn>
              <a:cxn ang="0">
                <a:pos x="37" y="66"/>
              </a:cxn>
              <a:cxn ang="0">
                <a:pos x="82" y="70"/>
              </a:cxn>
              <a:cxn ang="0">
                <a:pos x="85" y="28"/>
              </a:cxn>
              <a:cxn ang="0">
                <a:pos x="183" y="39"/>
              </a:cxn>
              <a:cxn ang="0">
                <a:pos x="315" y="28"/>
              </a:cxn>
              <a:cxn ang="0">
                <a:pos x="379" y="0"/>
              </a:cxn>
              <a:cxn ang="0">
                <a:pos x="452" y="3"/>
              </a:cxn>
              <a:cxn ang="0">
                <a:pos x="462" y="28"/>
              </a:cxn>
              <a:cxn ang="0">
                <a:pos x="523" y="32"/>
              </a:cxn>
            </a:cxnLst>
            <a:rect l="0" t="0" r="r" b="b"/>
            <a:pathLst>
              <a:path w="554" h="311">
                <a:moveTo>
                  <a:pt x="523" y="32"/>
                </a:moveTo>
                <a:lnTo>
                  <a:pt x="554" y="70"/>
                </a:lnTo>
                <a:lnTo>
                  <a:pt x="538" y="101"/>
                </a:lnTo>
                <a:lnTo>
                  <a:pt x="469" y="187"/>
                </a:lnTo>
                <a:lnTo>
                  <a:pt x="465" y="211"/>
                </a:lnTo>
                <a:lnTo>
                  <a:pt x="405" y="268"/>
                </a:lnTo>
                <a:lnTo>
                  <a:pt x="343" y="293"/>
                </a:lnTo>
                <a:lnTo>
                  <a:pt x="279" y="286"/>
                </a:lnTo>
                <a:lnTo>
                  <a:pt x="241" y="311"/>
                </a:lnTo>
                <a:lnTo>
                  <a:pt x="92" y="297"/>
                </a:lnTo>
                <a:lnTo>
                  <a:pt x="0" y="211"/>
                </a:lnTo>
                <a:lnTo>
                  <a:pt x="32" y="180"/>
                </a:lnTo>
                <a:lnTo>
                  <a:pt x="30" y="168"/>
                </a:lnTo>
                <a:lnTo>
                  <a:pt x="0" y="143"/>
                </a:lnTo>
                <a:lnTo>
                  <a:pt x="22" y="115"/>
                </a:lnTo>
                <a:lnTo>
                  <a:pt x="22" y="82"/>
                </a:lnTo>
                <a:lnTo>
                  <a:pt x="37" y="66"/>
                </a:lnTo>
                <a:lnTo>
                  <a:pt x="82" y="70"/>
                </a:lnTo>
                <a:lnTo>
                  <a:pt x="85" y="28"/>
                </a:lnTo>
                <a:lnTo>
                  <a:pt x="183" y="39"/>
                </a:lnTo>
                <a:lnTo>
                  <a:pt x="315" y="28"/>
                </a:lnTo>
                <a:lnTo>
                  <a:pt x="379" y="0"/>
                </a:lnTo>
                <a:lnTo>
                  <a:pt x="452" y="3"/>
                </a:lnTo>
                <a:lnTo>
                  <a:pt x="462" y="28"/>
                </a:lnTo>
                <a:lnTo>
                  <a:pt x="523" y="32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Freeform 30"/>
          <p:cNvSpPr>
            <a:spLocks/>
          </p:cNvSpPr>
          <p:nvPr/>
        </p:nvSpPr>
        <p:spPr bwMode="auto">
          <a:xfrm>
            <a:off x="7585137" y="5162916"/>
            <a:ext cx="63500" cy="58724"/>
          </a:xfrm>
          <a:custGeom>
            <a:avLst/>
            <a:gdLst/>
            <a:ahLst/>
            <a:cxnLst>
              <a:cxn ang="0">
                <a:pos x="186" y="210"/>
              </a:cxn>
              <a:cxn ang="0">
                <a:pos x="207" y="229"/>
              </a:cxn>
              <a:cxn ang="0">
                <a:pos x="223" y="238"/>
              </a:cxn>
              <a:cxn ang="0">
                <a:pos x="242" y="252"/>
              </a:cxn>
              <a:cxn ang="0">
                <a:pos x="263" y="260"/>
              </a:cxn>
              <a:cxn ang="0">
                <a:pos x="286" y="268"/>
              </a:cxn>
              <a:cxn ang="0">
                <a:pos x="308" y="267"/>
              </a:cxn>
              <a:cxn ang="0">
                <a:pos x="314" y="260"/>
              </a:cxn>
              <a:cxn ang="0">
                <a:pos x="306" y="230"/>
              </a:cxn>
              <a:cxn ang="0">
                <a:pos x="294" y="207"/>
              </a:cxn>
              <a:cxn ang="0">
                <a:pos x="275" y="188"/>
              </a:cxn>
              <a:cxn ang="0">
                <a:pos x="251" y="176"/>
              </a:cxn>
              <a:cxn ang="0">
                <a:pos x="239" y="167"/>
              </a:cxn>
              <a:cxn ang="0">
                <a:pos x="226" y="157"/>
              </a:cxn>
              <a:cxn ang="0">
                <a:pos x="217" y="137"/>
              </a:cxn>
              <a:cxn ang="0">
                <a:pos x="201" y="119"/>
              </a:cxn>
              <a:cxn ang="0">
                <a:pos x="178" y="100"/>
              </a:cxn>
              <a:cxn ang="0">
                <a:pos x="155" y="90"/>
              </a:cxn>
              <a:cxn ang="0">
                <a:pos x="132" y="82"/>
              </a:cxn>
              <a:cxn ang="0">
                <a:pos x="104" y="70"/>
              </a:cxn>
              <a:cxn ang="0">
                <a:pos x="79" y="56"/>
              </a:cxn>
              <a:cxn ang="0">
                <a:pos x="54" y="27"/>
              </a:cxn>
              <a:cxn ang="0">
                <a:pos x="45" y="12"/>
              </a:cxn>
              <a:cxn ang="0">
                <a:pos x="26" y="0"/>
              </a:cxn>
              <a:cxn ang="0">
                <a:pos x="14" y="0"/>
              </a:cxn>
              <a:cxn ang="0">
                <a:pos x="4" y="4"/>
              </a:cxn>
              <a:cxn ang="0">
                <a:pos x="0" y="22"/>
              </a:cxn>
              <a:cxn ang="0">
                <a:pos x="4" y="45"/>
              </a:cxn>
              <a:cxn ang="0">
                <a:pos x="11" y="67"/>
              </a:cxn>
              <a:cxn ang="0">
                <a:pos x="20" y="90"/>
              </a:cxn>
              <a:cxn ang="0">
                <a:pos x="35" y="107"/>
              </a:cxn>
              <a:cxn ang="0">
                <a:pos x="51" y="120"/>
              </a:cxn>
              <a:cxn ang="0">
                <a:pos x="68" y="132"/>
              </a:cxn>
              <a:cxn ang="0">
                <a:pos x="85" y="140"/>
              </a:cxn>
              <a:cxn ang="0">
                <a:pos x="104" y="153"/>
              </a:cxn>
              <a:cxn ang="0">
                <a:pos x="127" y="174"/>
              </a:cxn>
              <a:cxn ang="0">
                <a:pos x="151" y="188"/>
              </a:cxn>
              <a:cxn ang="0">
                <a:pos x="167" y="198"/>
              </a:cxn>
              <a:cxn ang="0">
                <a:pos x="186" y="210"/>
              </a:cxn>
            </a:cxnLst>
            <a:rect l="0" t="0" r="r" b="b"/>
            <a:pathLst>
              <a:path w="314" h="268">
                <a:moveTo>
                  <a:pt x="186" y="210"/>
                </a:moveTo>
                <a:lnTo>
                  <a:pt x="207" y="229"/>
                </a:lnTo>
                <a:lnTo>
                  <a:pt x="223" y="238"/>
                </a:lnTo>
                <a:lnTo>
                  <a:pt x="242" y="252"/>
                </a:lnTo>
                <a:lnTo>
                  <a:pt x="263" y="260"/>
                </a:lnTo>
                <a:lnTo>
                  <a:pt x="286" y="268"/>
                </a:lnTo>
                <a:lnTo>
                  <a:pt x="308" y="267"/>
                </a:lnTo>
                <a:lnTo>
                  <a:pt x="314" y="260"/>
                </a:lnTo>
                <a:lnTo>
                  <a:pt x="306" y="230"/>
                </a:lnTo>
                <a:lnTo>
                  <a:pt x="294" y="207"/>
                </a:lnTo>
                <a:lnTo>
                  <a:pt x="275" y="188"/>
                </a:lnTo>
                <a:lnTo>
                  <a:pt x="251" y="176"/>
                </a:lnTo>
                <a:lnTo>
                  <a:pt x="239" y="167"/>
                </a:lnTo>
                <a:lnTo>
                  <a:pt x="226" y="157"/>
                </a:lnTo>
                <a:lnTo>
                  <a:pt x="217" y="137"/>
                </a:lnTo>
                <a:lnTo>
                  <a:pt x="201" y="119"/>
                </a:lnTo>
                <a:lnTo>
                  <a:pt x="178" y="100"/>
                </a:lnTo>
                <a:lnTo>
                  <a:pt x="155" y="90"/>
                </a:lnTo>
                <a:lnTo>
                  <a:pt x="132" y="82"/>
                </a:lnTo>
                <a:lnTo>
                  <a:pt x="104" y="70"/>
                </a:lnTo>
                <a:lnTo>
                  <a:pt x="79" y="56"/>
                </a:lnTo>
                <a:lnTo>
                  <a:pt x="54" y="27"/>
                </a:lnTo>
                <a:lnTo>
                  <a:pt x="45" y="12"/>
                </a:lnTo>
                <a:lnTo>
                  <a:pt x="26" y="0"/>
                </a:lnTo>
                <a:lnTo>
                  <a:pt x="14" y="0"/>
                </a:lnTo>
                <a:lnTo>
                  <a:pt x="4" y="4"/>
                </a:lnTo>
                <a:lnTo>
                  <a:pt x="0" y="22"/>
                </a:lnTo>
                <a:lnTo>
                  <a:pt x="4" y="45"/>
                </a:lnTo>
                <a:lnTo>
                  <a:pt x="11" y="67"/>
                </a:lnTo>
                <a:lnTo>
                  <a:pt x="20" y="90"/>
                </a:lnTo>
                <a:lnTo>
                  <a:pt x="35" y="107"/>
                </a:lnTo>
                <a:lnTo>
                  <a:pt x="51" y="120"/>
                </a:lnTo>
                <a:lnTo>
                  <a:pt x="68" y="132"/>
                </a:lnTo>
                <a:lnTo>
                  <a:pt x="85" y="140"/>
                </a:lnTo>
                <a:lnTo>
                  <a:pt x="104" y="153"/>
                </a:lnTo>
                <a:lnTo>
                  <a:pt x="127" y="174"/>
                </a:lnTo>
                <a:lnTo>
                  <a:pt x="151" y="188"/>
                </a:lnTo>
                <a:lnTo>
                  <a:pt x="167" y="198"/>
                </a:lnTo>
                <a:lnTo>
                  <a:pt x="186" y="21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Freeform 31"/>
          <p:cNvSpPr>
            <a:spLocks/>
          </p:cNvSpPr>
          <p:nvPr/>
        </p:nvSpPr>
        <p:spPr bwMode="auto">
          <a:xfrm>
            <a:off x="7491476" y="4897865"/>
            <a:ext cx="26987" cy="22220"/>
          </a:xfrm>
          <a:custGeom>
            <a:avLst/>
            <a:gdLst/>
            <a:ahLst/>
            <a:cxnLst>
              <a:cxn ang="0">
                <a:pos x="42" y="0"/>
              </a:cxn>
              <a:cxn ang="0">
                <a:pos x="56" y="11"/>
              </a:cxn>
              <a:cxn ang="0">
                <a:pos x="65" y="25"/>
              </a:cxn>
              <a:cxn ang="0">
                <a:pos x="83" y="28"/>
              </a:cxn>
              <a:cxn ang="0">
                <a:pos x="109" y="25"/>
              </a:cxn>
              <a:cxn ang="0">
                <a:pos x="122" y="30"/>
              </a:cxn>
              <a:cxn ang="0">
                <a:pos x="131" y="45"/>
              </a:cxn>
              <a:cxn ang="0">
                <a:pos x="131" y="66"/>
              </a:cxn>
              <a:cxn ang="0">
                <a:pos x="126" y="83"/>
              </a:cxn>
              <a:cxn ang="0">
                <a:pos x="112" y="91"/>
              </a:cxn>
              <a:cxn ang="0">
                <a:pos x="97" y="91"/>
              </a:cxn>
              <a:cxn ang="0">
                <a:pos x="81" y="99"/>
              </a:cxn>
              <a:cxn ang="0">
                <a:pos x="64" y="97"/>
              </a:cxn>
              <a:cxn ang="0">
                <a:pos x="46" y="85"/>
              </a:cxn>
              <a:cxn ang="0">
                <a:pos x="22" y="87"/>
              </a:cxn>
              <a:cxn ang="0">
                <a:pos x="16" y="80"/>
              </a:cxn>
              <a:cxn ang="0">
                <a:pos x="16" y="52"/>
              </a:cxn>
              <a:cxn ang="0">
                <a:pos x="11" y="37"/>
              </a:cxn>
              <a:cxn ang="0">
                <a:pos x="0" y="21"/>
              </a:cxn>
              <a:cxn ang="0">
                <a:pos x="3" y="11"/>
              </a:cxn>
              <a:cxn ang="0">
                <a:pos x="26" y="0"/>
              </a:cxn>
              <a:cxn ang="0">
                <a:pos x="42" y="0"/>
              </a:cxn>
            </a:cxnLst>
            <a:rect l="0" t="0" r="r" b="b"/>
            <a:pathLst>
              <a:path w="131" h="99">
                <a:moveTo>
                  <a:pt x="42" y="0"/>
                </a:moveTo>
                <a:lnTo>
                  <a:pt x="56" y="11"/>
                </a:lnTo>
                <a:lnTo>
                  <a:pt x="65" y="25"/>
                </a:lnTo>
                <a:lnTo>
                  <a:pt x="83" y="28"/>
                </a:lnTo>
                <a:lnTo>
                  <a:pt x="109" y="25"/>
                </a:lnTo>
                <a:lnTo>
                  <a:pt x="122" y="30"/>
                </a:lnTo>
                <a:lnTo>
                  <a:pt x="131" y="45"/>
                </a:lnTo>
                <a:lnTo>
                  <a:pt x="131" y="66"/>
                </a:lnTo>
                <a:lnTo>
                  <a:pt x="126" y="83"/>
                </a:lnTo>
                <a:lnTo>
                  <a:pt x="112" y="91"/>
                </a:lnTo>
                <a:lnTo>
                  <a:pt x="97" y="91"/>
                </a:lnTo>
                <a:lnTo>
                  <a:pt x="81" y="99"/>
                </a:lnTo>
                <a:lnTo>
                  <a:pt x="64" y="97"/>
                </a:lnTo>
                <a:lnTo>
                  <a:pt x="46" y="85"/>
                </a:lnTo>
                <a:lnTo>
                  <a:pt x="22" y="87"/>
                </a:lnTo>
                <a:lnTo>
                  <a:pt x="16" y="80"/>
                </a:lnTo>
                <a:lnTo>
                  <a:pt x="16" y="52"/>
                </a:lnTo>
                <a:lnTo>
                  <a:pt x="11" y="37"/>
                </a:lnTo>
                <a:lnTo>
                  <a:pt x="0" y="21"/>
                </a:lnTo>
                <a:lnTo>
                  <a:pt x="3" y="11"/>
                </a:lnTo>
                <a:lnTo>
                  <a:pt x="26" y="0"/>
                </a:lnTo>
                <a:lnTo>
                  <a:pt x="42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Freeform 32"/>
          <p:cNvSpPr>
            <a:spLocks/>
          </p:cNvSpPr>
          <p:nvPr/>
        </p:nvSpPr>
        <p:spPr bwMode="auto">
          <a:xfrm>
            <a:off x="7523225" y="4921672"/>
            <a:ext cx="23812" cy="17459"/>
          </a:xfrm>
          <a:custGeom>
            <a:avLst/>
            <a:gdLst/>
            <a:ahLst/>
            <a:cxnLst>
              <a:cxn ang="0">
                <a:pos x="93" y="83"/>
              </a:cxn>
              <a:cxn ang="0">
                <a:pos x="105" y="80"/>
              </a:cxn>
              <a:cxn ang="0">
                <a:pos x="110" y="62"/>
              </a:cxn>
              <a:cxn ang="0">
                <a:pos x="108" y="42"/>
              </a:cxn>
              <a:cxn ang="0">
                <a:pos x="99" y="36"/>
              </a:cxn>
              <a:cxn ang="0">
                <a:pos x="76" y="33"/>
              </a:cxn>
              <a:cxn ang="0">
                <a:pos x="54" y="32"/>
              </a:cxn>
              <a:cxn ang="0">
                <a:pos x="44" y="23"/>
              </a:cxn>
              <a:cxn ang="0">
                <a:pos x="31" y="12"/>
              </a:cxn>
              <a:cxn ang="0">
                <a:pos x="19" y="9"/>
              </a:cxn>
              <a:cxn ang="0">
                <a:pos x="13" y="0"/>
              </a:cxn>
              <a:cxn ang="0">
                <a:pos x="2" y="5"/>
              </a:cxn>
              <a:cxn ang="0">
                <a:pos x="0" y="18"/>
              </a:cxn>
              <a:cxn ang="0">
                <a:pos x="6" y="27"/>
              </a:cxn>
              <a:cxn ang="0">
                <a:pos x="17" y="33"/>
              </a:cxn>
              <a:cxn ang="0">
                <a:pos x="31" y="36"/>
              </a:cxn>
              <a:cxn ang="0">
                <a:pos x="46" y="39"/>
              </a:cxn>
              <a:cxn ang="0">
                <a:pos x="63" y="60"/>
              </a:cxn>
              <a:cxn ang="0">
                <a:pos x="76" y="80"/>
              </a:cxn>
              <a:cxn ang="0">
                <a:pos x="93" y="83"/>
              </a:cxn>
            </a:cxnLst>
            <a:rect l="0" t="0" r="r" b="b"/>
            <a:pathLst>
              <a:path w="110" h="83">
                <a:moveTo>
                  <a:pt x="93" y="83"/>
                </a:moveTo>
                <a:lnTo>
                  <a:pt x="105" y="80"/>
                </a:lnTo>
                <a:lnTo>
                  <a:pt x="110" y="62"/>
                </a:lnTo>
                <a:lnTo>
                  <a:pt x="108" y="42"/>
                </a:lnTo>
                <a:lnTo>
                  <a:pt x="99" y="36"/>
                </a:lnTo>
                <a:lnTo>
                  <a:pt x="76" y="33"/>
                </a:lnTo>
                <a:lnTo>
                  <a:pt x="54" y="32"/>
                </a:lnTo>
                <a:lnTo>
                  <a:pt x="44" y="23"/>
                </a:lnTo>
                <a:lnTo>
                  <a:pt x="31" y="12"/>
                </a:lnTo>
                <a:lnTo>
                  <a:pt x="19" y="9"/>
                </a:lnTo>
                <a:lnTo>
                  <a:pt x="13" y="0"/>
                </a:lnTo>
                <a:lnTo>
                  <a:pt x="2" y="5"/>
                </a:lnTo>
                <a:lnTo>
                  <a:pt x="0" y="18"/>
                </a:lnTo>
                <a:lnTo>
                  <a:pt x="6" y="27"/>
                </a:lnTo>
                <a:lnTo>
                  <a:pt x="17" y="33"/>
                </a:lnTo>
                <a:lnTo>
                  <a:pt x="31" y="36"/>
                </a:lnTo>
                <a:lnTo>
                  <a:pt x="46" y="39"/>
                </a:lnTo>
                <a:lnTo>
                  <a:pt x="63" y="60"/>
                </a:lnTo>
                <a:lnTo>
                  <a:pt x="76" y="80"/>
                </a:lnTo>
                <a:lnTo>
                  <a:pt x="93" y="83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Freeform 33"/>
          <p:cNvSpPr>
            <a:spLocks/>
          </p:cNvSpPr>
          <p:nvPr/>
        </p:nvSpPr>
        <p:spPr bwMode="auto">
          <a:xfrm>
            <a:off x="7434326" y="4834380"/>
            <a:ext cx="20637" cy="22220"/>
          </a:xfrm>
          <a:custGeom>
            <a:avLst/>
            <a:gdLst/>
            <a:ahLst/>
            <a:cxnLst>
              <a:cxn ang="0">
                <a:pos x="11" y="2"/>
              </a:cxn>
              <a:cxn ang="0">
                <a:pos x="23" y="0"/>
              </a:cxn>
              <a:cxn ang="0">
                <a:pos x="36" y="7"/>
              </a:cxn>
              <a:cxn ang="0">
                <a:pos x="52" y="27"/>
              </a:cxn>
              <a:cxn ang="0">
                <a:pos x="65" y="51"/>
              </a:cxn>
              <a:cxn ang="0">
                <a:pos x="89" y="68"/>
              </a:cxn>
              <a:cxn ang="0">
                <a:pos x="97" y="83"/>
              </a:cxn>
              <a:cxn ang="0">
                <a:pos x="92" y="93"/>
              </a:cxn>
              <a:cxn ang="0">
                <a:pos x="78" y="94"/>
              </a:cxn>
              <a:cxn ang="0">
                <a:pos x="68" y="86"/>
              </a:cxn>
              <a:cxn ang="0">
                <a:pos x="50" y="78"/>
              </a:cxn>
              <a:cxn ang="0">
                <a:pos x="39" y="64"/>
              </a:cxn>
              <a:cxn ang="0">
                <a:pos x="26" y="52"/>
              </a:cxn>
              <a:cxn ang="0">
                <a:pos x="12" y="41"/>
              </a:cxn>
              <a:cxn ang="0">
                <a:pos x="1" y="29"/>
              </a:cxn>
              <a:cxn ang="0">
                <a:pos x="0" y="15"/>
              </a:cxn>
              <a:cxn ang="0">
                <a:pos x="3" y="6"/>
              </a:cxn>
              <a:cxn ang="0">
                <a:pos x="11" y="2"/>
              </a:cxn>
            </a:cxnLst>
            <a:rect l="0" t="0" r="r" b="b"/>
            <a:pathLst>
              <a:path w="97" h="94">
                <a:moveTo>
                  <a:pt x="11" y="2"/>
                </a:moveTo>
                <a:lnTo>
                  <a:pt x="23" y="0"/>
                </a:lnTo>
                <a:lnTo>
                  <a:pt x="36" y="7"/>
                </a:lnTo>
                <a:lnTo>
                  <a:pt x="52" y="27"/>
                </a:lnTo>
                <a:lnTo>
                  <a:pt x="65" y="51"/>
                </a:lnTo>
                <a:lnTo>
                  <a:pt x="89" y="68"/>
                </a:lnTo>
                <a:lnTo>
                  <a:pt x="97" y="83"/>
                </a:lnTo>
                <a:lnTo>
                  <a:pt x="92" y="93"/>
                </a:lnTo>
                <a:lnTo>
                  <a:pt x="78" y="94"/>
                </a:lnTo>
                <a:lnTo>
                  <a:pt x="68" y="86"/>
                </a:lnTo>
                <a:lnTo>
                  <a:pt x="50" y="78"/>
                </a:lnTo>
                <a:lnTo>
                  <a:pt x="39" y="64"/>
                </a:lnTo>
                <a:lnTo>
                  <a:pt x="26" y="52"/>
                </a:lnTo>
                <a:lnTo>
                  <a:pt x="12" y="41"/>
                </a:lnTo>
                <a:lnTo>
                  <a:pt x="1" y="29"/>
                </a:lnTo>
                <a:lnTo>
                  <a:pt x="0" y="15"/>
                </a:lnTo>
                <a:lnTo>
                  <a:pt x="3" y="6"/>
                </a:lnTo>
                <a:lnTo>
                  <a:pt x="11" y="2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Freeform 34"/>
          <p:cNvSpPr>
            <a:spLocks/>
          </p:cNvSpPr>
          <p:nvPr/>
        </p:nvSpPr>
        <p:spPr bwMode="auto">
          <a:xfrm>
            <a:off x="7447026" y="4866123"/>
            <a:ext cx="15875" cy="28568"/>
          </a:xfrm>
          <a:custGeom>
            <a:avLst/>
            <a:gdLst/>
            <a:ahLst/>
            <a:cxnLst>
              <a:cxn ang="0">
                <a:pos x="37" y="0"/>
              </a:cxn>
              <a:cxn ang="0">
                <a:pos x="45" y="2"/>
              </a:cxn>
              <a:cxn ang="0">
                <a:pos x="58" y="10"/>
              </a:cxn>
              <a:cxn ang="0">
                <a:pos x="64" y="22"/>
              </a:cxn>
              <a:cxn ang="0">
                <a:pos x="74" y="41"/>
              </a:cxn>
              <a:cxn ang="0">
                <a:pos x="73" y="59"/>
              </a:cxn>
              <a:cxn ang="0">
                <a:pos x="81" y="69"/>
              </a:cxn>
              <a:cxn ang="0">
                <a:pos x="83" y="96"/>
              </a:cxn>
              <a:cxn ang="0">
                <a:pos x="84" y="120"/>
              </a:cxn>
              <a:cxn ang="0">
                <a:pos x="76" y="126"/>
              </a:cxn>
              <a:cxn ang="0">
                <a:pos x="68" y="115"/>
              </a:cxn>
              <a:cxn ang="0">
                <a:pos x="60" y="87"/>
              </a:cxn>
              <a:cxn ang="0">
                <a:pos x="50" y="64"/>
              </a:cxn>
              <a:cxn ang="0">
                <a:pos x="37" y="39"/>
              </a:cxn>
              <a:cxn ang="0">
                <a:pos x="21" y="57"/>
              </a:cxn>
              <a:cxn ang="0">
                <a:pos x="16" y="57"/>
              </a:cxn>
              <a:cxn ang="0">
                <a:pos x="0" y="42"/>
              </a:cxn>
              <a:cxn ang="0">
                <a:pos x="2" y="22"/>
              </a:cxn>
              <a:cxn ang="0">
                <a:pos x="21" y="5"/>
              </a:cxn>
              <a:cxn ang="0">
                <a:pos x="37" y="0"/>
              </a:cxn>
            </a:cxnLst>
            <a:rect l="0" t="0" r="r" b="b"/>
            <a:pathLst>
              <a:path w="84" h="126">
                <a:moveTo>
                  <a:pt x="37" y="0"/>
                </a:moveTo>
                <a:lnTo>
                  <a:pt x="45" y="2"/>
                </a:lnTo>
                <a:lnTo>
                  <a:pt x="58" y="10"/>
                </a:lnTo>
                <a:lnTo>
                  <a:pt x="64" y="22"/>
                </a:lnTo>
                <a:lnTo>
                  <a:pt x="74" y="41"/>
                </a:lnTo>
                <a:lnTo>
                  <a:pt x="73" y="59"/>
                </a:lnTo>
                <a:lnTo>
                  <a:pt x="81" y="69"/>
                </a:lnTo>
                <a:lnTo>
                  <a:pt x="83" y="96"/>
                </a:lnTo>
                <a:lnTo>
                  <a:pt x="84" y="120"/>
                </a:lnTo>
                <a:lnTo>
                  <a:pt x="76" y="126"/>
                </a:lnTo>
                <a:lnTo>
                  <a:pt x="68" y="115"/>
                </a:lnTo>
                <a:lnTo>
                  <a:pt x="60" y="87"/>
                </a:lnTo>
                <a:lnTo>
                  <a:pt x="50" y="64"/>
                </a:lnTo>
                <a:lnTo>
                  <a:pt x="37" y="39"/>
                </a:lnTo>
                <a:lnTo>
                  <a:pt x="21" y="57"/>
                </a:lnTo>
                <a:lnTo>
                  <a:pt x="16" y="57"/>
                </a:lnTo>
                <a:lnTo>
                  <a:pt x="0" y="42"/>
                </a:lnTo>
                <a:lnTo>
                  <a:pt x="2" y="22"/>
                </a:lnTo>
                <a:lnTo>
                  <a:pt x="21" y="5"/>
                </a:lnTo>
                <a:lnTo>
                  <a:pt x="37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Freeform 35"/>
          <p:cNvSpPr>
            <a:spLocks/>
          </p:cNvSpPr>
          <p:nvPr/>
        </p:nvSpPr>
        <p:spPr bwMode="auto">
          <a:xfrm>
            <a:off x="7512112" y="4872471"/>
            <a:ext cx="19050" cy="34917"/>
          </a:xfrm>
          <a:custGeom>
            <a:avLst/>
            <a:gdLst/>
            <a:ahLst/>
            <a:cxnLst>
              <a:cxn ang="0">
                <a:pos x="19" y="0"/>
              </a:cxn>
              <a:cxn ang="0">
                <a:pos x="29" y="8"/>
              </a:cxn>
              <a:cxn ang="0">
                <a:pos x="36" y="16"/>
              </a:cxn>
              <a:cxn ang="0">
                <a:pos x="43" y="41"/>
              </a:cxn>
              <a:cxn ang="0">
                <a:pos x="49" y="64"/>
              </a:cxn>
              <a:cxn ang="0">
                <a:pos x="68" y="78"/>
              </a:cxn>
              <a:cxn ang="0">
                <a:pos x="72" y="93"/>
              </a:cxn>
              <a:cxn ang="0">
                <a:pos x="70" y="119"/>
              </a:cxn>
              <a:cxn ang="0">
                <a:pos x="72" y="124"/>
              </a:cxn>
              <a:cxn ang="0">
                <a:pos x="92" y="129"/>
              </a:cxn>
              <a:cxn ang="0">
                <a:pos x="99" y="140"/>
              </a:cxn>
              <a:cxn ang="0">
                <a:pos x="97" y="154"/>
              </a:cxn>
              <a:cxn ang="0">
                <a:pos x="87" y="157"/>
              </a:cxn>
              <a:cxn ang="0">
                <a:pos x="68" y="143"/>
              </a:cxn>
              <a:cxn ang="0">
                <a:pos x="53" y="140"/>
              </a:cxn>
              <a:cxn ang="0">
                <a:pos x="29" y="133"/>
              </a:cxn>
              <a:cxn ang="0">
                <a:pos x="19" y="112"/>
              </a:cxn>
              <a:cxn ang="0">
                <a:pos x="16" y="85"/>
              </a:cxn>
              <a:cxn ang="0">
                <a:pos x="14" y="76"/>
              </a:cxn>
              <a:cxn ang="0">
                <a:pos x="5" y="62"/>
              </a:cxn>
              <a:cxn ang="0">
                <a:pos x="0" y="37"/>
              </a:cxn>
              <a:cxn ang="0">
                <a:pos x="0" y="18"/>
              </a:cxn>
              <a:cxn ang="0">
                <a:pos x="2" y="8"/>
              </a:cxn>
              <a:cxn ang="0">
                <a:pos x="9" y="0"/>
              </a:cxn>
              <a:cxn ang="0">
                <a:pos x="19" y="0"/>
              </a:cxn>
            </a:cxnLst>
            <a:rect l="0" t="0" r="r" b="b"/>
            <a:pathLst>
              <a:path w="99" h="157">
                <a:moveTo>
                  <a:pt x="19" y="0"/>
                </a:moveTo>
                <a:lnTo>
                  <a:pt x="29" y="8"/>
                </a:lnTo>
                <a:lnTo>
                  <a:pt x="36" y="16"/>
                </a:lnTo>
                <a:lnTo>
                  <a:pt x="43" y="41"/>
                </a:lnTo>
                <a:lnTo>
                  <a:pt x="49" y="64"/>
                </a:lnTo>
                <a:lnTo>
                  <a:pt x="68" y="78"/>
                </a:lnTo>
                <a:lnTo>
                  <a:pt x="72" y="93"/>
                </a:lnTo>
                <a:lnTo>
                  <a:pt x="70" y="119"/>
                </a:lnTo>
                <a:lnTo>
                  <a:pt x="72" y="124"/>
                </a:lnTo>
                <a:lnTo>
                  <a:pt x="92" y="129"/>
                </a:lnTo>
                <a:lnTo>
                  <a:pt x="99" y="140"/>
                </a:lnTo>
                <a:lnTo>
                  <a:pt x="97" y="154"/>
                </a:lnTo>
                <a:lnTo>
                  <a:pt x="87" y="157"/>
                </a:lnTo>
                <a:lnTo>
                  <a:pt x="68" y="143"/>
                </a:lnTo>
                <a:lnTo>
                  <a:pt x="53" y="140"/>
                </a:lnTo>
                <a:lnTo>
                  <a:pt x="29" y="133"/>
                </a:lnTo>
                <a:lnTo>
                  <a:pt x="19" y="112"/>
                </a:lnTo>
                <a:lnTo>
                  <a:pt x="16" y="85"/>
                </a:lnTo>
                <a:lnTo>
                  <a:pt x="14" y="76"/>
                </a:lnTo>
                <a:lnTo>
                  <a:pt x="5" y="62"/>
                </a:lnTo>
                <a:lnTo>
                  <a:pt x="0" y="37"/>
                </a:lnTo>
                <a:lnTo>
                  <a:pt x="0" y="18"/>
                </a:lnTo>
                <a:lnTo>
                  <a:pt x="2" y="8"/>
                </a:lnTo>
                <a:lnTo>
                  <a:pt x="9" y="0"/>
                </a:lnTo>
                <a:lnTo>
                  <a:pt x="19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Freeform 36"/>
          <p:cNvSpPr>
            <a:spLocks/>
          </p:cNvSpPr>
          <p:nvPr/>
        </p:nvSpPr>
        <p:spPr bwMode="auto">
          <a:xfrm>
            <a:off x="7467663" y="4853425"/>
            <a:ext cx="28575" cy="30155"/>
          </a:xfrm>
          <a:custGeom>
            <a:avLst/>
            <a:gdLst/>
            <a:ahLst/>
            <a:cxnLst>
              <a:cxn ang="0">
                <a:pos x="106" y="60"/>
              </a:cxn>
              <a:cxn ang="0">
                <a:pos x="88" y="58"/>
              </a:cxn>
              <a:cxn ang="0">
                <a:pos x="67" y="48"/>
              </a:cxn>
              <a:cxn ang="0">
                <a:pos x="55" y="33"/>
              </a:cxn>
              <a:cxn ang="0">
                <a:pos x="43" y="18"/>
              </a:cxn>
              <a:cxn ang="0">
                <a:pos x="38" y="4"/>
              </a:cxn>
              <a:cxn ang="0">
                <a:pos x="23" y="0"/>
              </a:cxn>
              <a:cxn ang="0">
                <a:pos x="16" y="2"/>
              </a:cxn>
              <a:cxn ang="0">
                <a:pos x="8" y="9"/>
              </a:cxn>
              <a:cxn ang="0">
                <a:pos x="0" y="24"/>
              </a:cxn>
              <a:cxn ang="0">
                <a:pos x="4" y="26"/>
              </a:cxn>
              <a:cxn ang="0">
                <a:pos x="16" y="27"/>
              </a:cxn>
              <a:cxn ang="0">
                <a:pos x="30" y="41"/>
              </a:cxn>
              <a:cxn ang="0">
                <a:pos x="50" y="68"/>
              </a:cxn>
              <a:cxn ang="0">
                <a:pos x="70" y="96"/>
              </a:cxn>
              <a:cxn ang="0">
                <a:pos x="83" y="109"/>
              </a:cxn>
              <a:cxn ang="0">
                <a:pos x="103" y="118"/>
              </a:cxn>
              <a:cxn ang="0">
                <a:pos x="111" y="134"/>
              </a:cxn>
              <a:cxn ang="0">
                <a:pos x="117" y="137"/>
              </a:cxn>
              <a:cxn ang="0">
                <a:pos x="123" y="134"/>
              </a:cxn>
              <a:cxn ang="0">
                <a:pos x="133" y="111"/>
              </a:cxn>
              <a:cxn ang="0">
                <a:pos x="136" y="88"/>
              </a:cxn>
              <a:cxn ang="0">
                <a:pos x="133" y="77"/>
              </a:cxn>
              <a:cxn ang="0">
                <a:pos x="126" y="68"/>
              </a:cxn>
              <a:cxn ang="0">
                <a:pos x="106" y="60"/>
              </a:cxn>
            </a:cxnLst>
            <a:rect l="0" t="0" r="r" b="b"/>
            <a:pathLst>
              <a:path w="136" h="137">
                <a:moveTo>
                  <a:pt x="106" y="60"/>
                </a:moveTo>
                <a:lnTo>
                  <a:pt x="88" y="58"/>
                </a:lnTo>
                <a:lnTo>
                  <a:pt x="67" y="48"/>
                </a:lnTo>
                <a:lnTo>
                  <a:pt x="55" y="33"/>
                </a:lnTo>
                <a:lnTo>
                  <a:pt x="43" y="18"/>
                </a:lnTo>
                <a:lnTo>
                  <a:pt x="38" y="4"/>
                </a:lnTo>
                <a:lnTo>
                  <a:pt x="23" y="0"/>
                </a:lnTo>
                <a:lnTo>
                  <a:pt x="16" y="2"/>
                </a:lnTo>
                <a:lnTo>
                  <a:pt x="8" y="9"/>
                </a:lnTo>
                <a:lnTo>
                  <a:pt x="0" y="24"/>
                </a:lnTo>
                <a:lnTo>
                  <a:pt x="4" y="26"/>
                </a:lnTo>
                <a:lnTo>
                  <a:pt x="16" y="27"/>
                </a:lnTo>
                <a:lnTo>
                  <a:pt x="30" y="41"/>
                </a:lnTo>
                <a:lnTo>
                  <a:pt x="50" y="68"/>
                </a:lnTo>
                <a:lnTo>
                  <a:pt x="70" y="96"/>
                </a:lnTo>
                <a:lnTo>
                  <a:pt x="83" y="109"/>
                </a:lnTo>
                <a:lnTo>
                  <a:pt x="103" y="118"/>
                </a:lnTo>
                <a:lnTo>
                  <a:pt x="111" y="134"/>
                </a:lnTo>
                <a:lnTo>
                  <a:pt x="117" y="137"/>
                </a:lnTo>
                <a:lnTo>
                  <a:pt x="123" y="134"/>
                </a:lnTo>
                <a:lnTo>
                  <a:pt x="133" y="111"/>
                </a:lnTo>
                <a:lnTo>
                  <a:pt x="136" y="88"/>
                </a:lnTo>
                <a:lnTo>
                  <a:pt x="133" y="77"/>
                </a:lnTo>
                <a:lnTo>
                  <a:pt x="126" y="68"/>
                </a:lnTo>
                <a:lnTo>
                  <a:pt x="106" y="6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Freeform 39"/>
          <p:cNvSpPr>
            <a:spLocks/>
          </p:cNvSpPr>
          <p:nvPr/>
        </p:nvSpPr>
        <p:spPr bwMode="auto">
          <a:xfrm>
            <a:off x="7397812" y="4804223"/>
            <a:ext cx="26988" cy="44440"/>
          </a:xfrm>
          <a:custGeom>
            <a:avLst/>
            <a:gdLst/>
            <a:ahLst/>
            <a:cxnLst>
              <a:cxn ang="0">
                <a:pos x="111" y="93"/>
              </a:cxn>
              <a:cxn ang="0">
                <a:pos x="125" y="99"/>
              </a:cxn>
              <a:cxn ang="0">
                <a:pos x="134" y="113"/>
              </a:cxn>
              <a:cxn ang="0">
                <a:pos x="134" y="135"/>
              </a:cxn>
              <a:cxn ang="0">
                <a:pos x="128" y="157"/>
              </a:cxn>
              <a:cxn ang="0">
                <a:pos x="128" y="178"/>
              </a:cxn>
              <a:cxn ang="0">
                <a:pos x="130" y="201"/>
              </a:cxn>
              <a:cxn ang="0">
                <a:pos x="123" y="207"/>
              </a:cxn>
              <a:cxn ang="0">
                <a:pos x="115" y="205"/>
              </a:cxn>
              <a:cxn ang="0">
                <a:pos x="103" y="190"/>
              </a:cxn>
              <a:cxn ang="0">
                <a:pos x="86" y="177"/>
              </a:cxn>
              <a:cxn ang="0">
                <a:pos x="67" y="163"/>
              </a:cxn>
              <a:cxn ang="0">
                <a:pos x="53" y="142"/>
              </a:cxn>
              <a:cxn ang="0">
                <a:pos x="45" y="119"/>
              </a:cxn>
              <a:cxn ang="0">
                <a:pos x="28" y="99"/>
              </a:cxn>
              <a:cxn ang="0">
                <a:pos x="10" y="74"/>
              </a:cxn>
              <a:cxn ang="0">
                <a:pos x="0" y="49"/>
              </a:cxn>
              <a:cxn ang="0">
                <a:pos x="0" y="25"/>
              </a:cxn>
              <a:cxn ang="0">
                <a:pos x="14" y="8"/>
              </a:cxn>
              <a:cxn ang="0">
                <a:pos x="34" y="0"/>
              </a:cxn>
              <a:cxn ang="0">
                <a:pos x="53" y="0"/>
              </a:cxn>
              <a:cxn ang="0">
                <a:pos x="67" y="8"/>
              </a:cxn>
              <a:cxn ang="0">
                <a:pos x="78" y="22"/>
              </a:cxn>
              <a:cxn ang="0">
                <a:pos x="79" y="52"/>
              </a:cxn>
              <a:cxn ang="0">
                <a:pos x="83" y="69"/>
              </a:cxn>
              <a:cxn ang="0">
                <a:pos x="95" y="86"/>
              </a:cxn>
              <a:cxn ang="0">
                <a:pos x="111" y="93"/>
              </a:cxn>
            </a:cxnLst>
            <a:rect l="0" t="0" r="r" b="b"/>
            <a:pathLst>
              <a:path w="134" h="207">
                <a:moveTo>
                  <a:pt x="111" y="93"/>
                </a:moveTo>
                <a:lnTo>
                  <a:pt x="125" y="99"/>
                </a:lnTo>
                <a:lnTo>
                  <a:pt x="134" y="113"/>
                </a:lnTo>
                <a:lnTo>
                  <a:pt x="134" y="135"/>
                </a:lnTo>
                <a:lnTo>
                  <a:pt x="128" y="157"/>
                </a:lnTo>
                <a:lnTo>
                  <a:pt x="128" y="178"/>
                </a:lnTo>
                <a:lnTo>
                  <a:pt x="130" y="201"/>
                </a:lnTo>
                <a:lnTo>
                  <a:pt x="123" y="207"/>
                </a:lnTo>
                <a:lnTo>
                  <a:pt x="115" y="205"/>
                </a:lnTo>
                <a:lnTo>
                  <a:pt x="103" y="190"/>
                </a:lnTo>
                <a:lnTo>
                  <a:pt x="86" y="177"/>
                </a:lnTo>
                <a:lnTo>
                  <a:pt x="67" y="163"/>
                </a:lnTo>
                <a:lnTo>
                  <a:pt x="53" y="142"/>
                </a:lnTo>
                <a:lnTo>
                  <a:pt x="45" y="119"/>
                </a:lnTo>
                <a:lnTo>
                  <a:pt x="28" y="99"/>
                </a:lnTo>
                <a:lnTo>
                  <a:pt x="10" y="74"/>
                </a:lnTo>
                <a:lnTo>
                  <a:pt x="0" y="49"/>
                </a:lnTo>
                <a:lnTo>
                  <a:pt x="0" y="25"/>
                </a:lnTo>
                <a:lnTo>
                  <a:pt x="14" y="8"/>
                </a:lnTo>
                <a:lnTo>
                  <a:pt x="34" y="0"/>
                </a:lnTo>
                <a:lnTo>
                  <a:pt x="53" y="0"/>
                </a:lnTo>
                <a:lnTo>
                  <a:pt x="67" y="8"/>
                </a:lnTo>
                <a:lnTo>
                  <a:pt x="78" y="22"/>
                </a:lnTo>
                <a:lnTo>
                  <a:pt x="79" y="52"/>
                </a:lnTo>
                <a:lnTo>
                  <a:pt x="83" y="69"/>
                </a:lnTo>
                <a:lnTo>
                  <a:pt x="95" y="86"/>
                </a:lnTo>
                <a:lnTo>
                  <a:pt x="111" y="93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Freeform 40"/>
          <p:cNvSpPr>
            <a:spLocks/>
          </p:cNvSpPr>
          <p:nvPr/>
        </p:nvSpPr>
        <p:spPr bwMode="auto">
          <a:xfrm>
            <a:off x="7316850" y="4729629"/>
            <a:ext cx="55562" cy="61898"/>
          </a:xfrm>
          <a:custGeom>
            <a:avLst/>
            <a:gdLst/>
            <a:ahLst/>
            <a:cxnLst>
              <a:cxn ang="0">
                <a:pos x="31" y="66"/>
              </a:cxn>
              <a:cxn ang="0">
                <a:pos x="45" y="73"/>
              </a:cxn>
              <a:cxn ang="0">
                <a:pos x="55" y="81"/>
              </a:cxn>
              <a:cxn ang="0">
                <a:pos x="69" y="111"/>
              </a:cxn>
              <a:cxn ang="0">
                <a:pos x="79" y="127"/>
              </a:cxn>
              <a:cxn ang="0">
                <a:pos x="94" y="131"/>
              </a:cxn>
              <a:cxn ang="0">
                <a:pos x="116" y="133"/>
              </a:cxn>
              <a:cxn ang="0">
                <a:pos x="138" y="144"/>
              </a:cxn>
              <a:cxn ang="0">
                <a:pos x="163" y="159"/>
              </a:cxn>
              <a:cxn ang="0">
                <a:pos x="175" y="172"/>
              </a:cxn>
              <a:cxn ang="0">
                <a:pos x="187" y="195"/>
              </a:cxn>
              <a:cxn ang="0">
                <a:pos x="195" y="206"/>
              </a:cxn>
              <a:cxn ang="0">
                <a:pos x="219" y="221"/>
              </a:cxn>
              <a:cxn ang="0">
                <a:pos x="225" y="236"/>
              </a:cxn>
              <a:cxn ang="0">
                <a:pos x="227" y="265"/>
              </a:cxn>
              <a:cxn ang="0">
                <a:pos x="221" y="282"/>
              </a:cxn>
              <a:cxn ang="0">
                <a:pos x="228" y="288"/>
              </a:cxn>
              <a:cxn ang="0">
                <a:pos x="240" y="285"/>
              </a:cxn>
              <a:cxn ang="0">
                <a:pos x="254" y="272"/>
              </a:cxn>
              <a:cxn ang="0">
                <a:pos x="266" y="258"/>
              </a:cxn>
              <a:cxn ang="0">
                <a:pos x="272" y="241"/>
              </a:cxn>
              <a:cxn ang="0">
                <a:pos x="276" y="207"/>
              </a:cxn>
              <a:cxn ang="0">
                <a:pos x="266" y="190"/>
              </a:cxn>
              <a:cxn ang="0">
                <a:pos x="252" y="177"/>
              </a:cxn>
              <a:cxn ang="0">
                <a:pos x="231" y="163"/>
              </a:cxn>
              <a:cxn ang="0">
                <a:pos x="205" y="148"/>
              </a:cxn>
              <a:cxn ang="0">
                <a:pos x="177" y="131"/>
              </a:cxn>
              <a:cxn ang="0">
                <a:pos x="163" y="122"/>
              </a:cxn>
              <a:cxn ang="0">
                <a:pos x="147" y="111"/>
              </a:cxn>
              <a:cxn ang="0">
                <a:pos x="133" y="104"/>
              </a:cxn>
              <a:cxn ang="0">
                <a:pos x="120" y="97"/>
              </a:cxn>
              <a:cxn ang="0">
                <a:pos x="105" y="90"/>
              </a:cxn>
              <a:cxn ang="0">
                <a:pos x="91" y="86"/>
              </a:cxn>
              <a:cxn ang="0">
                <a:pos x="89" y="72"/>
              </a:cxn>
              <a:cxn ang="0">
                <a:pos x="89" y="54"/>
              </a:cxn>
              <a:cxn ang="0">
                <a:pos x="85" y="46"/>
              </a:cxn>
              <a:cxn ang="0">
                <a:pos x="77" y="41"/>
              </a:cxn>
              <a:cxn ang="0">
                <a:pos x="56" y="37"/>
              </a:cxn>
              <a:cxn ang="0">
                <a:pos x="53" y="33"/>
              </a:cxn>
              <a:cxn ang="0">
                <a:pos x="47" y="11"/>
              </a:cxn>
              <a:cxn ang="0">
                <a:pos x="33" y="3"/>
              </a:cxn>
              <a:cxn ang="0">
                <a:pos x="17" y="0"/>
              </a:cxn>
              <a:cxn ang="0">
                <a:pos x="2" y="11"/>
              </a:cxn>
              <a:cxn ang="0">
                <a:pos x="0" y="33"/>
              </a:cxn>
              <a:cxn ang="0">
                <a:pos x="5" y="48"/>
              </a:cxn>
              <a:cxn ang="0">
                <a:pos x="15" y="58"/>
              </a:cxn>
              <a:cxn ang="0">
                <a:pos x="31" y="66"/>
              </a:cxn>
            </a:cxnLst>
            <a:rect l="0" t="0" r="r" b="b"/>
            <a:pathLst>
              <a:path w="276" h="288">
                <a:moveTo>
                  <a:pt x="31" y="66"/>
                </a:moveTo>
                <a:lnTo>
                  <a:pt x="45" y="73"/>
                </a:lnTo>
                <a:lnTo>
                  <a:pt x="55" y="81"/>
                </a:lnTo>
                <a:lnTo>
                  <a:pt x="69" y="111"/>
                </a:lnTo>
                <a:lnTo>
                  <a:pt x="79" y="127"/>
                </a:lnTo>
                <a:lnTo>
                  <a:pt x="94" y="131"/>
                </a:lnTo>
                <a:lnTo>
                  <a:pt x="116" y="133"/>
                </a:lnTo>
                <a:lnTo>
                  <a:pt x="138" y="144"/>
                </a:lnTo>
                <a:lnTo>
                  <a:pt x="163" y="159"/>
                </a:lnTo>
                <a:lnTo>
                  <a:pt x="175" y="172"/>
                </a:lnTo>
                <a:lnTo>
                  <a:pt x="187" y="195"/>
                </a:lnTo>
                <a:lnTo>
                  <a:pt x="195" y="206"/>
                </a:lnTo>
                <a:lnTo>
                  <a:pt x="219" y="221"/>
                </a:lnTo>
                <a:lnTo>
                  <a:pt x="225" y="236"/>
                </a:lnTo>
                <a:lnTo>
                  <a:pt x="227" y="265"/>
                </a:lnTo>
                <a:lnTo>
                  <a:pt x="221" y="282"/>
                </a:lnTo>
                <a:lnTo>
                  <a:pt x="228" y="288"/>
                </a:lnTo>
                <a:lnTo>
                  <a:pt x="240" y="285"/>
                </a:lnTo>
                <a:lnTo>
                  <a:pt x="254" y="272"/>
                </a:lnTo>
                <a:lnTo>
                  <a:pt x="266" y="258"/>
                </a:lnTo>
                <a:lnTo>
                  <a:pt x="272" y="241"/>
                </a:lnTo>
                <a:lnTo>
                  <a:pt x="276" y="207"/>
                </a:lnTo>
                <a:lnTo>
                  <a:pt x="266" y="190"/>
                </a:lnTo>
                <a:lnTo>
                  <a:pt x="252" y="177"/>
                </a:lnTo>
                <a:lnTo>
                  <a:pt x="231" y="163"/>
                </a:lnTo>
                <a:lnTo>
                  <a:pt x="205" y="148"/>
                </a:lnTo>
                <a:lnTo>
                  <a:pt x="177" y="131"/>
                </a:lnTo>
                <a:lnTo>
                  <a:pt x="163" y="122"/>
                </a:lnTo>
                <a:lnTo>
                  <a:pt x="147" y="111"/>
                </a:lnTo>
                <a:lnTo>
                  <a:pt x="133" y="104"/>
                </a:lnTo>
                <a:lnTo>
                  <a:pt x="120" y="97"/>
                </a:lnTo>
                <a:lnTo>
                  <a:pt x="105" y="90"/>
                </a:lnTo>
                <a:lnTo>
                  <a:pt x="91" y="86"/>
                </a:lnTo>
                <a:lnTo>
                  <a:pt x="89" y="72"/>
                </a:lnTo>
                <a:lnTo>
                  <a:pt x="89" y="54"/>
                </a:lnTo>
                <a:lnTo>
                  <a:pt x="85" y="46"/>
                </a:lnTo>
                <a:lnTo>
                  <a:pt x="77" y="41"/>
                </a:lnTo>
                <a:lnTo>
                  <a:pt x="56" y="37"/>
                </a:lnTo>
                <a:lnTo>
                  <a:pt x="53" y="33"/>
                </a:lnTo>
                <a:lnTo>
                  <a:pt x="47" y="11"/>
                </a:lnTo>
                <a:lnTo>
                  <a:pt x="33" y="3"/>
                </a:lnTo>
                <a:lnTo>
                  <a:pt x="17" y="0"/>
                </a:lnTo>
                <a:lnTo>
                  <a:pt x="2" y="11"/>
                </a:lnTo>
                <a:lnTo>
                  <a:pt x="0" y="33"/>
                </a:lnTo>
                <a:lnTo>
                  <a:pt x="5" y="48"/>
                </a:lnTo>
                <a:lnTo>
                  <a:pt x="15" y="58"/>
                </a:lnTo>
                <a:lnTo>
                  <a:pt x="31" y="66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Freeform 41"/>
          <p:cNvSpPr>
            <a:spLocks/>
          </p:cNvSpPr>
          <p:nvPr/>
        </p:nvSpPr>
        <p:spPr bwMode="auto">
          <a:xfrm>
            <a:off x="7281926" y="4778830"/>
            <a:ext cx="71437" cy="55550"/>
          </a:xfrm>
          <a:custGeom>
            <a:avLst/>
            <a:gdLst/>
            <a:ahLst/>
            <a:cxnLst>
              <a:cxn ang="0">
                <a:pos x="207" y="239"/>
              </a:cxn>
              <a:cxn ang="0">
                <a:pos x="215" y="233"/>
              </a:cxn>
              <a:cxn ang="0">
                <a:pos x="237" y="221"/>
              </a:cxn>
              <a:cxn ang="0">
                <a:pos x="267" y="211"/>
              </a:cxn>
              <a:cxn ang="0">
                <a:pos x="289" y="206"/>
              </a:cxn>
              <a:cxn ang="0">
                <a:pos x="299" y="185"/>
              </a:cxn>
              <a:cxn ang="0">
                <a:pos x="304" y="166"/>
              </a:cxn>
              <a:cxn ang="0">
                <a:pos x="304" y="148"/>
              </a:cxn>
              <a:cxn ang="0">
                <a:pos x="300" y="139"/>
              </a:cxn>
              <a:cxn ang="0">
                <a:pos x="318" y="143"/>
              </a:cxn>
              <a:cxn ang="0">
                <a:pos x="336" y="139"/>
              </a:cxn>
              <a:cxn ang="0">
                <a:pos x="345" y="120"/>
              </a:cxn>
              <a:cxn ang="0">
                <a:pos x="345" y="97"/>
              </a:cxn>
              <a:cxn ang="0">
                <a:pos x="341" y="80"/>
              </a:cxn>
              <a:cxn ang="0">
                <a:pos x="349" y="28"/>
              </a:cxn>
              <a:cxn ang="0">
                <a:pos x="347" y="7"/>
              </a:cxn>
              <a:cxn ang="0">
                <a:pos x="341" y="0"/>
              </a:cxn>
              <a:cxn ang="0">
                <a:pos x="328" y="0"/>
              </a:cxn>
              <a:cxn ang="0">
                <a:pos x="309" y="2"/>
              </a:cxn>
              <a:cxn ang="0">
                <a:pos x="283" y="11"/>
              </a:cxn>
              <a:cxn ang="0">
                <a:pos x="272" y="28"/>
              </a:cxn>
              <a:cxn ang="0">
                <a:pos x="269" y="69"/>
              </a:cxn>
              <a:cxn ang="0">
                <a:pos x="253" y="97"/>
              </a:cxn>
              <a:cxn ang="0">
                <a:pos x="231" y="120"/>
              </a:cxn>
              <a:cxn ang="0">
                <a:pos x="207" y="132"/>
              </a:cxn>
              <a:cxn ang="0">
                <a:pos x="195" y="136"/>
              </a:cxn>
              <a:cxn ang="0">
                <a:pos x="179" y="136"/>
              </a:cxn>
              <a:cxn ang="0">
                <a:pos x="169" y="125"/>
              </a:cxn>
              <a:cxn ang="0">
                <a:pos x="169" y="98"/>
              </a:cxn>
              <a:cxn ang="0">
                <a:pos x="177" y="63"/>
              </a:cxn>
              <a:cxn ang="0">
                <a:pos x="172" y="45"/>
              </a:cxn>
              <a:cxn ang="0">
                <a:pos x="157" y="37"/>
              </a:cxn>
              <a:cxn ang="0">
                <a:pos x="147" y="41"/>
              </a:cxn>
              <a:cxn ang="0">
                <a:pos x="135" y="62"/>
              </a:cxn>
              <a:cxn ang="0">
                <a:pos x="128" y="89"/>
              </a:cxn>
              <a:cxn ang="0">
                <a:pos x="118" y="114"/>
              </a:cxn>
              <a:cxn ang="0">
                <a:pos x="108" y="128"/>
              </a:cxn>
              <a:cxn ang="0">
                <a:pos x="78" y="130"/>
              </a:cxn>
              <a:cxn ang="0">
                <a:pos x="51" y="128"/>
              </a:cxn>
              <a:cxn ang="0">
                <a:pos x="35" y="128"/>
              </a:cxn>
              <a:cxn ang="0">
                <a:pos x="24" y="134"/>
              </a:cxn>
              <a:cxn ang="0">
                <a:pos x="14" y="139"/>
              </a:cxn>
              <a:cxn ang="0">
                <a:pos x="3" y="152"/>
              </a:cxn>
              <a:cxn ang="0">
                <a:pos x="0" y="173"/>
              </a:cxn>
              <a:cxn ang="0">
                <a:pos x="18" y="194"/>
              </a:cxn>
              <a:cxn ang="0">
                <a:pos x="43" y="196"/>
              </a:cxn>
              <a:cxn ang="0">
                <a:pos x="78" y="196"/>
              </a:cxn>
              <a:cxn ang="0">
                <a:pos x="90" y="200"/>
              </a:cxn>
              <a:cxn ang="0">
                <a:pos x="98" y="208"/>
              </a:cxn>
              <a:cxn ang="0">
                <a:pos x="104" y="215"/>
              </a:cxn>
              <a:cxn ang="0">
                <a:pos x="111" y="227"/>
              </a:cxn>
              <a:cxn ang="0">
                <a:pos x="118" y="244"/>
              </a:cxn>
              <a:cxn ang="0">
                <a:pos x="126" y="249"/>
              </a:cxn>
              <a:cxn ang="0">
                <a:pos x="140" y="252"/>
              </a:cxn>
              <a:cxn ang="0">
                <a:pos x="148" y="249"/>
              </a:cxn>
              <a:cxn ang="0">
                <a:pos x="166" y="236"/>
              </a:cxn>
              <a:cxn ang="0">
                <a:pos x="175" y="230"/>
              </a:cxn>
              <a:cxn ang="0">
                <a:pos x="193" y="231"/>
              </a:cxn>
              <a:cxn ang="0">
                <a:pos x="207" y="239"/>
              </a:cxn>
            </a:cxnLst>
            <a:rect l="0" t="0" r="r" b="b"/>
            <a:pathLst>
              <a:path w="349" h="252">
                <a:moveTo>
                  <a:pt x="207" y="239"/>
                </a:moveTo>
                <a:lnTo>
                  <a:pt x="215" y="233"/>
                </a:lnTo>
                <a:lnTo>
                  <a:pt x="237" y="221"/>
                </a:lnTo>
                <a:lnTo>
                  <a:pt x="267" y="211"/>
                </a:lnTo>
                <a:lnTo>
                  <a:pt x="289" y="206"/>
                </a:lnTo>
                <a:lnTo>
                  <a:pt x="299" y="185"/>
                </a:lnTo>
                <a:lnTo>
                  <a:pt x="304" y="166"/>
                </a:lnTo>
                <a:lnTo>
                  <a:pt x="304" y="148"/>
                </a:lnTo>
                <a:lnTo>
                  <a:pt x="300" y="139"/>
                </a:lnTo>
                <a:lnTo>
                  <a:pt x="318" y="143"/>
                </a:lnTo>
                <a:lnTo>
                  <a:pt x="336" y="139"/>
                </a:lnTo>
                <a:lnTo>
                  <a:pt x="345" y="120"/>
                </a:lnTo>
                <a:lnTo>
                  <a:pt x="345" y="97"/>
                </a:lnTo>
                <a:lnTo>
                  <a:pt x="341" y="80"/>
                </a:lnTo>
                <a:lnTo>
                  <a:pt x="349" y="28"/>
                </a:lnTo>
                <a:lnTo>
                  <a:pt x="347" y="7"/>
                </a:lnTo>
                <a:lnTo>
                  <a:pt x="341" y="0"/>
                </a:lnTo>
                <a:lnTo>
                  <a:pt x="328" y="0"/>
                </a:lnTo>
                <a:lnTo>
                  <a:pt x="309" y="2"/>
                </a:lnTo>
                <a:lnTo>
                  <a:pt x="283" y="11"/>
                </a:lnTo>
                <a:lnTo>
                  <a:pt x="272" y="28"/>
                </a:lnTo>
                <a:lnTo>
                  <a:pt x="269" y="69"/>
                </a:lnTo>
                <a:lnTo>
                  <a:pt x="253" y="97"/>
                </a:lnTo>
                <a:lnTo>
                  <a:pt x="231" y="120"/>
                </a:lnTo>
                <a:lnTo>
                  <a:pt x="207" y="132"/>
                </a:lnTo>
                <a:lnTo>
                  <a:pt x="195" y="136"/>
                </a:lnTo>
                <a:lnTo>
                  <a:pt x="179" y="136"/>
                </a:lnTo>
                <a:lnTo>
                  <a:pt x="169" y="125"/>
                </a:lnTo>
                <a:lnTo>
                  <a:pt x="169" y="98"/>
                </a:lnTo>
                <a:lnTo>
                  <a:pt x="177" y="63"/>
                </a:lnTo>
                <a:lnTo>
                  <a:pt x="172" y="45"/>
                </a:lnTo>
                <a:lnTo>
                  <a:pt x="157" y="37"/>
                </a:lnTo>
                <a:lnTo>
                  <a:pt x="147" y="41"/>
                </a:lnTo>
                <a:lnTo>
                  <a:pt x="135" y="62"/>
                </a:lnTo>
                <a:lnTo>
                  <a:pt x="128" y="89"/>
                </a:lnTo>
                <a:lnTo>
                  <a:pt x="118" y="114"/>
                </a:lnTo>
                <a:lnTo>
                  <a:pt x="108" y="128"/>
                </a:lnTo>
                <a:lnTo>
                  <a:pt x="78" y="130"/>
                </a:lnTo>
                <a:lnTo>
                  <a:pt x="51" y="128"/>
                </a:lnTo>
                <a:lnTo>
                  <a:pt x="35" y="128"/>
                </a:lnTo>
                <a:lnTo>
                  <a:pt x="24" y="134"/>
                </a:lnTo>
                <a:lnTo>
                  <a:pt x="14" y="139"/>
                </a:lnTo>
                <a:lnTo>
                  <a:pt x="3" y="152"/>
                </a:lnTo>
                <a:lnTo>
                  <a:pt x="0" y="173"/>
                </a:lnTo>
                <a:lnTo>
                  <a:pt x="18" y="194"/>
                </a:lnTo>
                <a:lnTo>
                  <a:pt x="43" y="196"/>
                </a:lnTo>
                <a:lnTo>
                  <a:pt x="78" y="196"/>
                </a:lnTo>
                <a:lnTo>
                  <a:pt x="90" y="200"/>
                </a:lnTo>
                <a:lnTo>
                  <a:pt x="98" y="208"/>
                </a:lnTo>
                <a:lnTo>
                  <a:pt x="104" y="215"/>
                </a:lnTo>
                <a:lnTo>
                  <a:pt x="111" y="227"/>
                </a:lnTo>
                <a:lnTo>
                  <a:pt x="118" y="244"/>
                </a:lnTo>
                <a:lnTo>
                  <a:pt x="126" y="249"/>
                </a:lnTo>
                <a:lnTo>
                  <a:pt x="140" y="252"/>
                </a:lnTo>
                <a:lnTo>
                  <a:pt x="148" y="249"/>
                </a:lnTo>
                <a:lnTo>
                  <a:pt x="166" y="236"/>
                </a:lnTo>
                <a:lnTo>
                  <a:pt x="175" y="230"/>
                </a:lnTo>
                <a:lnTo>
                  <a:pt x="193" y="231"/>
                </a:lnTo>
                <a:lnTo>
                  <a:pt x="207" y="239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Freeform 42"/>
          <p:cNvSpPr>
            <a:spLocks/>
          </p:cNvSpPr>
          <p:nvPr/>
        </p:nvSpPr>
        <p:spPr bwMode="auto">
          <a:xfrm>
            <a:off x="7148575" y="4735977"/>
            <a:ext cx="182562" cy="207914"/>
          </a:xfrm>
          <a:custGeom>
            <a:avLst/>
            <a:gdLst/>
            <a:ahLst/>
            <a:cxnLst>
              <a:cxn ang="0">
                <a:pos x="24" y="13"/>
              </a:cxn>
              <a:cxn ang="0">
                <a:pos x="73" y="56"/>
              </a:cxn>
              <a:cxn ang="0">
                <a:pos x="118" y="89"/>
              </a:cxn>
              <a:cxn ang="0">
                <a:pos x="189" y="97"/>
              </a:cxn>
              <a:cxn ang="0">
                <a:pos x="239" y="120"/>
              </a:cxn>
              <a:cxn ang="0">
                <a:pos x="291" y="162"/>
              </a:cxn>
              <a:cxn ang="0">
                <a:pos x="341" y="184"/>
              </a:cxn>
              <a:cxn ang="0">
                <a:pos x="382" y="238"/>
              </a:cxn>
              <a:cxn ang="0">
                <a:pos x="412" y="292"/>
              </a:cxn>
              <a:cxn ang="0">
                <a:pos x="469" y="339"/>
              </a:cxn>
              <a:cxn ang="0">
                <a:pos x="519" y="385"/>
              </a:cxn>
              <a:cxn ang="0">
                <a:pos x="594" y="406"/>
              </a:cxn>
              <a:cxn ang="0">
                <a:pos x="610" y="427"/>
              </a:cxn>
              <a:cxn ang="0">
                <a:pos x="626" y="455"/>
              </a:cxn>
              <a:cxn ang="0">
                <a:pos x="597" y="489"/>
              </a:cxn>
              <a:cxn ang="0">
                <a:pos x="552" y="501"/>
              </a:cxn>
              <a:cxn ang="0">
                <a:pos x="546" y="528"/>
              </a:cxn>
              <a:cxn ang="0">
                <a:pos x="564" y="577"/>
              </a:cxn>
              <a:cxn ang="0">
                <a:pos x="602" y="596"/>
              </a:cxn>
              <a:cxn ang="0">
                <a:pos x="619" y="607"/>
              </a:cxn>
              <a:cxn ang="0">
                <a:pos x="638" y="634"/>
              </a:cxn>
              <a:cxn ang="0">
                <a:pos x="646" y="674"/>
              </a:cxn>
              <a:cxn ang="0">
                <a:pos x="677" y="724"/>
              </a:cxn>
              <a:cxn ang="0">
                <a:pos x="724" y="729"/>
              </a:cxn>
              <a:cxn ang="0">
                <a:pos x="746" y="742"/>
              </a:cxn>
              <a:cxn ang="0">
                <a:pos x="758" y="776"/>
              </a:cxn>
              <a:cxn ang="0">
                <a:pos x="800" y="788"/>
              </a:cxn>
              <a:cxn ang="0">
                <a:pos x="819" y="820"/>
              </a:cxn>
              <a:cxn ang="0">
                <a:pos x="840" y="872"/>
              </a:cxn>
              <a:cxn ang="0">
                <a:pos x="887" y="881"/>
              </a:cxn>
              <a:cxn ang="0">
                <a:pos x="892" y="904"/>
              </a:cxn>
              <a:cxn ang="0">
                <a:pos x="875" y="914"/>
              </a:cxn>
              <a:cxn ang="0">
                <a:pos x="851" y="953"/>
              </a:cxn>
              <a:cxn ang="0">
                <a:pos x="823" y="956"/>
              </a:cxn>
              <a:cxn ang="0">
                <a:pos x="799" y="949"/>
              </a:cxn>
              <a:cxn ang="0">
                <a:pos x="769" y="918"/>
              </a:cxn>
              <a:cxn ang="0">
                <a:pos x="717" y="907"/>
              </a:cxn>
              <a:cxn ang="0">
                <a:pos x="671" y="875"/>
              </a:cxn>
              <a:cxn ang="0">
                <a:pos x="612" y="864"/>
              </a:cxn>
              <a:cxn ang="0">
                <a:pos x="566" y="826"/>
              </a:cxn>
              <a:cxn ang="0">
                <a:pos x="539" y="773"/>
              </a:cxn>
              <a:cxn ang="0">
                <a:pos x="519" y="742"/>
              </a:cxn>
              <a:cxn ang="0">
                <a:pos x="483" y="697"/>
              </a:cxn>
              <a:cxn ang="0">
                <a:pos x="427" y="646"/>
              </a:cxn>
              <a:cxn ang="0">
                <a:pos x="390" y="619"/>
              </a:cxn>
              <a:cxn ang="0">
                <a:pos x="353" y="589"/>
              </a:cxn>
              <a:cxn ang="0">
                <a:pos x="301" y="577"/>
              </a:cxn>
              <a:cxn ang="0">
                <a:pos x="266" y="589"/>
              </a:cxn>
              <a:cxn ang="0">
                <a:pos x="227" y="621"/>
              </a:cxn>
              <a:cxn ang="0">
                <a:pos x="210" y="658"/>
              </a:cxn>
              <a:cxn ang="0">
                <a:pos x="218" y="712"/>
              </a:cxn>
              <a:cxn ang="0">
                <a:pos x="217" y="756"/>
              </a:cxn>
              <a:cxn ang="0">
                <a:pos x="190" y="778"/>
              </a:cxn>
              <a:cxn ang="0">
                <a:pos x="102" y="765"/>
              </a:cxn>
              <a:cxn ang="0">
                <a:pos x="48" y="768"/>
              </a:cxn>
              <a:cxn ang="0">
                <a:pos x="0" y="762"/>
              </a:cxn>
            </a:cxnLst>
            <a:rect l="0" t="0" r="r" b="b"/>
            <a:pathLst>
              <a:path w="894" h="956">
                <a:moveTo>
                  <a:pt x="2" y="0"/>
                </a:moveTo>
                <a:lnTo>
                  <a:pt x="24" y="13"/>
                </a:lnTo>
                <a:lnTo>
                  <a:pt x="52" y="34"/>
                </a:lnTo>
                <a:lnTo>
                  <a:pt x="73" y="56"/>
                </a:lnTo>
                <a:lnTo>
                  <a:pt x="91" y="76"/>
                </a:lnTo>
                <a:lnTo>
                  <a:pt x="118" y="89"/>
                </a:lnTo>
                <a:lnTo>
                  <a:pt x="157" y="93"/>
                </a:lnTo>
                <a:lnTo>
                  <a:pt x="189" y="97"/>
                </a:lnTo>
                <a:lnTo>
                  <a:pt x="216" y="105"/>
                </a:lnTo>
                <a:lnTo>
                  <a:pt x="239" y="120"/>
                </a:lnTo>
                <a:lnTo>
                  <a:pt x="265" y="149"/>
                </a:lnTo>
                <a:lnTo>
                  <a:pt x="291" y="162"/>
                </a:lnTo>
                <a:lnTo>
                  <a:pt x="318" y="173"/>
                </a:lnTo>
                <a:lnTo>
                  <a:pt x="341" y="184"/>
                </a:lnTo>
                <a:lnTo>
                  <a:pt x="367" y="205"/>
                </a:lnTo>
                <a:lnTo>
                  <a:pt x="382" y="238"/>
                </a:lnTo>
                <a:lnTo>
                  <a:pt x="396" y="267"/>
                </a:lnTo>
                <a:lnTo>
                  <a:pt x="412" y="292"/>
                </a:lnTo>
                <a:lnTo>
                  <a:pt x="439" y="322"/>
                </a:lnTo>
                <a:lnTo>
                  <a:pt x="469" y="339"/>
                </a:lnTo>
                <a:lnTo>
                  <a:pt x="493" y="358"/>
                </a:lnTo>
                <a:lnTo>
                  <a:pt x="519" y="385"/>
                </a:lnTo>
                <a:lnTo>
                  <a:pt x="546" y="402"/>
                </a:lnTo>
                <a:lnTo>
                  <a:pt x="594" y="406"/>
                </a:lnTo>
                <a:lnTo>
                  <a:pt x="605" y="408"/>
                </a:lnTo>
                <a:lnTo>
                  <a:pt x="610" y="427"/>
                </a:lnTo>
                <a:lnTo>
                  <a:pt x="622" y="436"/>
                </a:lnTo>
                <a:lnTo>
                  <a:pt x="626" y="455"/>
                </a:lnTo>
                <a:lnTo>
                  <a:pt x="619" y="473"/>
                </a:lnTo>
                <a:lnTo>
                  <a:pt x="597" y="489"/>
                </a:lnTo>
                <a:lnTo>
                  <a:pt x="573" y="497"/>
                </a:lnTo>
                <a:lnTo>
                  <a:pt x="552" y="501"/>
                </a:lnTo>
                <a:lnTo>
                  <a:pt x="541" y="497"/>
                </a:lnTo>
                <a:lnTo>
                  <a:pt x="546" y="528"/>
                </a:lnTo>
                <a:lnTo>
                  <a:pt x="552" y="554"/>
                </a:lnTo>
                <a:lnTo>
                  <a:pt x="564" y="577"/>
                </a:lnTo>
                <a:lnTo>
                  <a:pt x="582" y="591"/>
                </a:lnTo>
                <a:lnTo>
                  <a:pt x="602" y="596"/>
                </a:lnTo>
                <a:lnTo>
                  <a:pt x="601" y="595"/>
                </a:lnTo>
                <a:lnTo>
                  <a:pt x="619" y="607"/>
                </a:lnTo>
                <a:lnTo>
                  <a:pt x="628" y="619"/>
                </a:lnTo>
                <a:lnTo>
                  <a:pt x="638" y="634"/>
                </a:lnTo>
                <a:lnTo>
                  <a:pt x="639" y="649"/>
                </a:lnTo>
                <a:lnTo>
                  <a:pt x="646" y="674"/>
                </a:lnTo>
                <a:lnTo>
                  <a:pt x="657" y="702"/>
                </a:lnTo>
                <a:lnTo>
                  <a:pt x="677" y="724"/>
                </a:lnTo>
                <a:lnTo>
                  <a:pt x="695" y="732"/>
                </a:lnTo>
                <a:lnTo>
                  <a:pt x="724" y="729"/>
                </a:lnTo>
                <a:lnTo>
                  <a:pt x="737" y="729"/>
                </a:lnTo>
                <a:lnTo>
                  <a:pt x="746" y="742"/>
                </a:lnTo>
                <a:lnTo>
                  <a:pt x="754" y="768"/>
                </a:lnTo>
                <a:lnTo>
                  <a:pt x="758" y="776"/>
                </a:lnTo>
                <a:lnTo>
                  <a:pt x="780" y="784"/>
                </a:lnTo>
                <a:lnTo>
                  <a:pt x="800" y="788"/>
                </a:lnTo>
                <a:lnTo>
                  <a:pt x="807" y="796"/>
                </a:lnTo>
                <a:lnTo>
                  <a:pt x="819" y="820"/>
                </a:lnTo>
                <a:lnTo>
                  <a:pt x="825" y="859"/>
                </a:lnTo>
                <a:lnTo>
                  <a:pt x="840" y="872"/>
                </a:lnTo>
                <a:lnTo>
                  <a:pt x="863" y="875"/>
                </a:lnTo>
                <a:lnTo>
                  <a:pt x="887" y="881"/>
                </a:lnTo>
                <a:lnTo>
                  <a:pt x="894" y="891"/>
                </a:lnTo>
                <a:lnTo>
                  <a:pt x="892" y="904"/>
                </a:lnTo>
                <a:lnTo>
                  <a:pt x="886" y="912"/>
                </a:lnTo>
                <a:lnTo>
                  <a:pt x="875" y="914"/>
                </a:lnTo>
                <a:lnTo>
                  <a:pt x="866" y="936"/>
                </a:lnTo>
                <a:lnTo>
                  <a:pt x="851" y="953"/>
                </a:lnTo>
                <a:lnTo>
                  <a:pt x="838" y="956"/>
                </a:lnTo>
                <a:lnTo>
                  <a:pt x="823" y="956"/>
                </a:lnTo>
                <a:lnTo>
                  <a:pt x="811" y="956"/>
                </a:lnTo>
                <a:lnTo>
                  <a:pt x="799" y="949"/>
                </a:lnTo>
                <a:lnTo>
                  <a:pt x="782" y="931"/>
                </a:lnTo>
                <a:lnTo>
                  <a:pt x="769" y="918"/>
                </a:lnTo>
                <a:lnTo>
                  <a:pt x="748" y="912"/>
                </a:lnTo>
                <a:lnTo>
                  <a:pt x="717" y="907"/>
                </a:lnTo>
                <a:lnTo>
                  <a:pt x="694" y="895"/>
                </a:lnTo>
                <a:lnTo>
                  <a:pt x="671" y="875"/>
                </a:lnTo>
                <a:lnTo>
                  <a:pt x="647" y="867"/>
                </a:lnTo>
                <a:lnTo>
                  <a:pt x="612" y="864"/>
                </a:lnTo>
                <a:lnTo>
                  <a:pt x="587" y="846"/>
                </a:lnTo>
                <a:lnTo>
                  <a:pt x="566" y="826"/>
                </a:lnTo>
                <a:lnTo>
                  <a:pt x="549" y="796"/>
                </a:lnTo>
                <a:lnTo>
                  <a:pt x="539" y="773"/>
                </a:lnTo>
                <a:lnTo>
                  <a:pt x="531" y="757"/>
                </a:lnTo>
                <a:lnTo>
                  <a:pt x="519" y="742"/>
                </a:lnTo>
                <a:lnTo>
                  <a:pt x="504" y="722"/>
                </a:lnTo>
                <a:lnTo>
                  <a:pt x="483" y="697"/>
                </a:lnTo>
                <a:lnTo>
                  <a:pt x="450" y="666"/>
                </a:lnTo>
                <a:lnTo>
                  <a:pt x="427" y="646"/>
                </a:lnTo>
                <a:lnTo>
                  <a:pt x="409" y="632"/>
                </a:lnTo>
                <a:lnTo>
                  <a:pt x="390" y="619"/>
                </a:lnTo>
                <a:lnTo>
                  <a:pt x="369" y="600"/>
                </a:lnTo>
                <a:lnTo>
                  <a:pt x="353" y="589"/>
                </a:lnTo>
                <a:lnTo>
                  <a:pt x="327" y="580"/>
                </a:lnTo>
                <a:lnTo>
                  <a:pt x="301" y="577"/>
                </a:lnTo>
                <a:lnTo>
                  <a:pt x="284" y="580"/>
                </a:lnTo>
                <a:lnTo>
                  <a:pt x="266" y="589"/>
                </a:lnTo>
                <a:lnTo>
                  <a:pt x="251" y="599"/>
                </a:lnTo>
                <a:lnTo>
                  <a:pt x="227" y="621"/>
                </a:lnTo>
                <a:lnTo>
                  <a:pt x="212" y="637"/>
                </a:lnTo>
                <a:lnTo>
                  <a:pt x="210" y="658"/>
                </a:lnTo>
                <a:lnTo>
                  <a:pt x="212" y="690"/>
                </a:lnTo>
                <a:lnTo>
                  <a:pt x="218" y="712"/>
                </a:lnTo>
                <a:lnTo>
                  <a:pt x="220" y="744"/>
                </a:lnTo>
                <a:lnTo>
                  <a:pt x="217" y="756"/>
                </a:lnTo>
                <a:lnTo>
                  <a:pt x="207" y="768"/>
                </a:lnTo>
                <a:lnTo>
                  <a:pt x="190" y="778"/>
                </a:lnTo>
                <a:lnTo>
                  <a:pt x="161" y="776"/>
                </a:lnTo>
                <a:lnTo>
                  <a:pt x="102" y="765"/>
                </a:lnTo>
                <a:lnTo>
                  <a:pt x="67" y="765"/>
                </a:lnTo>
                <a:lnTo>
                  <a:pt x="48" y="768"/>
                </a:lnTo>
                <a:lnTo>
                  <a:pt x="27" y="766"/>
                </a:lnTo>
                <a:lnTo>
                  <a:pt x="0" y="762"/>
                </a:lnTo>
                <a:lnTo>
                  <a:pt x="2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3" name="Freeform 43"/>
          <p:cNvSpPr>
            <a:spLocks/>
          </p:cNvSpPr>
          <p:nvPr/>
        </p:nvSpPr>
        <p:spPr bwMode="auto">
          <a:xfrm>
            <a:off x="6946962" y="4685189"/>
            <a:ext cx="198438" cy="215850"/>
          </a:xfrm>
          <a:custGeom>
            <a:avLst/>
            <a:gdLst>
              <a:gd name="T0" fmla="*/ 2147483647 w 963"/>
              <a:gd name="T1" fmla="*/ 2147483647 h 996"/>
              <a:gd name="T2" fmla="*/ 2147483647 w 963"/>
              <a:gd name="T3" fmla="*/ 2147483647 h 996"/>
              <a:gd name="T4" fmla="*/ 2147483647 w 963"/>
              <a:gd name="T5" fmla="*/ 2147483647 h 996"/>
              <a:gd name="T6" fmla="*/ 2147483647 w 963"/>
              <a:gd name="T7" fmla="*/ 2147483647 h 996"/>
              <a:gd name="T8" fmla="*/ 2147483647 w 963"/>
              <a:gd name="T9" fmla="*/ 2147483647 h 996"/>
              <a:gd name="T10" fmla="*/ 2147483647 w 963"/>
              <a:gd name="T11" fmla="*/ 2147483647 h 996"/>
              <a:gd name="T12" fmla="*/ 2147483647 w 963"/>
              <a:gd name="T13" fmla="*/ 2147483647 h 996"/>
              <a:gd name="T14" fmla="*/ 2147483647 w 963"/>
              <a:gd name="T15" fmla="*/ 2147483647 h 996"/>
              <a:gd name="T16" fmla="*/ 2147483647 w 963"/>
              <a:gd name="T17" fmla="*/ 2147483647 h 996"/>
              <a:gd name="T18" fmla="*/ 2147483647 w 963"/>
              <a:gd name="T19" fmla="*/ 2147483647 h 996"/>
              <a:gd name="T20" fmla="*/ 2147483647 w 963"/>
              <a:gd name="T21" fmla="*/ 2147483647 h 996"/>
              <a:gd name="T22" fmla="*/ 2147483647 w 963"/>
              <a:gd name="T23" fmla="*/ 2147483647 h 996"/>
              <a:gd name="T24" fmla="*/ 2147483647 w 963"/>
              <a:gd name="T25" fmla="*/ 2147483647 h 996"/>
              <a:gd name="T26" fmla="*/ 2147483647 w 963"/>
              <a:gd name="T27" fmla="*/ 2147483647 h 996"/>
              <a:gd name="T28" fmla="*/ 2147483647 w 963"/>
              <a:gd name="T29" fmla="*/ 2147483647 h 996"/>
              <a:gd name="T30" fmla="*/ 2147483647 w 963"/>
              <a:gd name="T31" fmla="*/ 2147483647 h 996"/>
              <a:gd name="T32" fmla="*/ 2147483647 w 963"/>
              <a:gd name="T33" fmla="*/ 2147483647 h 996"/>
              <a:gd name="T34" fmla="*/ 2147483647 w 963"/>
              <a:gd name="T35" fmla="*/ 2147483647 h 996"/>
              <a:gd name="T36" fmla="*/ 2147483647 w 963"/>
              <a:gd name="T37" fmla="*/ 2147483647 h 996"/>
              <a:gd name="T38" fmla="*/ 2147483647 w 963"/>
              <a:gd name="T39" fmla="*/ 2147483647 h 996"/>
              <a:gd name="T40" fmla="*/ 2147483647 w 963"/>
              <a:gd name="T41" fmla="*/ 2147483647 h 996"/>
              <a:gd name="T42" fmla="*/ 2147483647 w 963"/>
              <a:gd name="T43" fmla="*/ 2147483647 h 996"/>
              <a:gd name="T44" fmla="*/ 2147483647 w 963"/>
              <a:gd name="T45" fmla="*/ 2147483647 h 996"/>
              <a:gd name="T46" fmla="*/ 2147483647 w 963"/>
              <a:gd name="T47" fmla="*/ 2147483647 h 996"/>
              <a:gd name="T48" fmla="*/ 2147483647 w 963"/>
              <a:gd name="T49" fmla="*/ 2147483647 h 996"/>
              <a:gd name="T50" fmla="*/ 2147483647 w 963"/>
              <a:gd name="T51" fmla="*/ 2147483647 h 996"/>
              <a:gd name="T52" fmla="*/ 2147483647 w 963"/>
              <a:gd name="T53" fmla="*/ 2147483647 h 996"/>
              <a:gd name="T54" fmla="*/ 2147483647 w 963"/>
              <a:gd name="T55" fmla="*/ 2147483647 h 996"/>
              <a:gd name="T56" fmla="*/ 2147483647 w 963"/>
              <a:gd name="T57" fmla="*/ 2147483647 h 996"/>
              <a:gd name="T58" fmla="*/ 2147483647 w 963"/>
              <a:gd name="T59" fmla="*/ 2147483647 h 996"/>
              <a:gd name="T60" fmla="*/ 2147483647 w 963"/>
              <a:gd name="T61" fmla="*/ 2147483647 h 996"/>
              <a:gd name="T62" fmla="*/ 2147483647 w 963"/>
              <a:gd name="T63" fmla="*/ 0 h 996"/>
              <a:gd name="T64" fmla="*/ 2147483647 w 963"/>
              <a:gd name="T65" fmla="*/ 2147483647 h 996"/>
              <a:gd name="T66" fmla="*/ 2147483647 w 963"/>
              <a:gd name="T67" fmla="*/ 2147483647 h 996"/>
              <a:gd name="T68" fmla="*/ 2147483647 w 963"/>
              <a:gd name="T69" fmla="*/ 2147483647 h 996"/>
              <a:gd name="T70" fmla="*/ 2147483647 w 963"/>
              <a:gd name="T71" fmla="*/ 2147483647 h 996"/>
              <a:gd name="T72" fmla="*/ 2147483647 w 963"/>
              <a:gd name="T73" fmla="*/ 2147483647 h 996"/>
              <a:gd name="T74" fmla="*/ 2147483647 w 963"/>
              <a:gd name="T75" fmla="*/ 2147483647 h 996"/>
              <a:gd name="T76" fmla="*/ 2147483647 w 963"/>
              <a:gd name="T77" fmla="*/ 2147483647 h 996"/>
              <a:gd name="T78" fmla="*/ 2147483647 w 963"/>
              <a:gd name="T79" fmla="*/ 2147483647 h 996"/>
              <a:gd name="T80" fmla="*/ 2147483647 w 963"/>
              <a:gd name="T81" fmla="*/ 2147483647 h 996"/>
              <a:gd name="T82" fmla="*/ 2147483647 w 963"/>
              <a:gd name="T83" fmla="*/ 2147483647 h 996"/>
              <a:gd name="T84" fmla="*/ 2147483647 w 963"/>
              <a:gd name="T85" fmla="*/ 2147483647 h 996"/>
              <a:gd name="T86" fmla="*/ 2147483647 w 963"/>
              <a:gd name="T87" fmla="*/ 2147483647 h 996"/>
              <a:gd name="T88" fmla="*/ 2147483647 w 963"/>
              <a:gd name="T89" fmla="*/ 2147483647 h 996"/>
              <a:gd name="T90" fmla="*/ 2147483647 w 963"/>
              <a:gd name="T91" fmla="*/ 2147483647 h 996"/>
              <a:gd name="T92" fmla="*/ 2147483647 w 963"/>
              <a:gd name="T93" fmla="*/ 2147483647 h 99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w 963"/>
              <a:gd name="T142" fmla="*/ 0 h 996"/>
              <a:gd name="T143" fmla="*/ 963 w 963"/>
              <a:gd name="T144" fmla="*/ 996 h 996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T141" t="T142" r="T143" b="T144"/>
            <a:pathLst>
              <a:path w="963" h="996">
                <a:moveTo>
                  <a:pt x="961" y="996"/>
                </a:moveTo>
                <a:lnTo>
                  <a:pt x="932" y="988"/>
                </a:lnTo>
                <a:lnTo>
                  <a:pt x="910" y="972"/>
                </a:lnTo>
                <a:lnTo>
                  <a:pt x="897" y="957"/>
                </a:lnTo>
                <a:lnTo>
                  <a:pt x="886" y="940"/>
                </a:lnTo>
                <a:lnTo>
                  <a:pt x="874" y="915"/>
                </a:lnTo>
                <a:lnTo>
                  <a:pt x="858" y="885"/>
                </a:lnTo>
                <a:lnTo>
                  <a:pt x="851" y="873"/>
                </a:lnTo>
                <a:lnTo>
                  <a:pt x="834" y="868"/>
                </a:lnTo>
                <a:lnTo>
                  <a:pt x="816" y="871"/>
                </a:lnTo>
                <a:lnTo>
                  <a:pt x="800" y="877"/>
                </a:lnTo>
                <a:lnTo>
                  <a:pt x="781" y="887"/>
                </a:lnTo>
                <a:lnTo>
                  <a:pt x="764" y="902"/>
                </a:lnTo>
                <a:lnTo>
                  <a:pt x="731" y="908"/>
                </a:lnTo>
                <a:lnTo>
                  <a:pt x="692" y="912"/>
                </a:lnTo>
                <a:lnTo>
                  <a:pt x="662" y="914"/>
                </a:lnTo>
                <a:lnTo>
                  <a:pt x="637" y="924"/>
                </a:lnTo>
                <a:lnTo>
                  <a:pt x="625" y="924"/>
                </a:lnTo>
                <a:lnTo>
                  <a:pt x="628" y="900"/>
                </a:lnTo>
                <a:lnTo>
                  <a:pt x="637" y="877"/>
                </a:lnTo>
                <a:lnTo>
                  <a:pt x="654" y="829"/>
                </a:lnTo>
                <a:lnTo>
                  <a:pt x="662" y="813"/>
                </a:lnTo>
                <a:lnTo>
                  <a:pt x="676" y="804"/>
                </a:lnTo>
                <a:lnTo>
                  <a:pt x="690" y="802"/>
                </a:lnTo>
                <a:lnTo>
                  <a:pt x="719" y="804"/>
                </a:lnTo>
                <a:lnTo>
                  <a:pt x="722" y="798"/>
                </a:lnTo>
                <a:lnTo>
                  <a:pt x="722" y="772"/>
                </a:lnTo>
                <a:lnTo>
                  <a:pt x="711" y="742"/>
                </a:lnTo>
                <a:lnTo>
                  <a:pt x="705" y="733"/>
                </a:lnTo>
                <a:lnTo>
                  <a:pt x="692" y="729"/>
                </a:lnTo>
                <a:lnTo>
                  <a:pt x="679" y="718"/>
                </a:lnTo>
                <a:lnTo>
                  <a:pt x="673" y="690"/>
                </a:lnTo>
                <a:lnTo>
                  <a:pt x="665" y="667"/>
                </a:lnTo>
                <a:lnTo>
                  <a:pt x="654" y="640"/>
                </a:lnTo>
                <a:lnTo>
                  <a:pt x="634" y="589"/>
                </a:lnTo>
                <a:lnTo>
                  <a:pt x="618" y="570"/>
                </a:lnTo>
                <a:lnTo>
                  <a:pt x="606" y="559"/>
                </a:lnTo>
                <a:lnTo>
                  <a:pt x="587" y="546"/>
                </a:lnTo>
                <a:lnTo>
                  <a:pt x="571" y="534"/>
                </a:lnTo>
                <a:lnTo>
                  <a:pt x="552" y="522"/>
                </a:lnTo>
                <a:lnTo>
                  <a:pt x="468" y="472"/>
                </a:lnTo>
                <a:lnTo>
                  <a:pt x="450" y="465"/>
                </a:lnTo>
                <a:lnTo>
                  <a:pt x="426" y="460"/>
                </a:lnTo>
                <a:lnTo>
                  <a:pt x="403" y="462"/>
                </a:lnTo>
                <a:lnTo>
                  <a:pt x="371" y="462"/>
                </a:lnTo>
                <a:lnTo>
                  <a:pt x="354" y="455"/>
                </a:lnTo>
                <a:lnTo>
                  <a:pt x="330" y="431"/>
                </a:lnTo>
                <a:lnTo>
                  <a:pt x="315" y="420"/>
                </a:lnTo>
                <a:lnTo>
                  <a:pt x="298" y="407"/>
                </a:lnTo>
                <a:lnTo>
                  <a:pt x="270" y="387"/>
                </a:lnTo>
                <a:lnTo>
                  <a:pt x="250" y="377"/>
                </a:lnTo>
                <a:lnTo>
                  <a:pt x="236" y="383"/>
                </a:lnTo>
                <a:lnTo>
                  <a:pt x="230" y="402"/>
                </a:lnTo>
                <a:lnTo>
                  <a:pt x="218" y="428"/>
                </a:lnTo>
                <a:lnTo>
                  <a:pt x="202" y="434"/>
                </a:lnTo>
                <a:lnTo>
                  <a:pt x="182" y="431"/>
                </a:lnTo>
                <a:lnTo>
                  <a:pt x="167" y="414"/>
                </a:lnTo>
                <a:lnTo>
                  <a:pt x="164" y="384"/>
                </a:lnTo>
                <a:lnTo>
                  <a:pt x="160" y="351"/>
                </a:lnTo>
                <a:lnTo>
                  <a:pt x="150" y="327"/>
                </a:lnTo>
                <a:lnTo>
                  <a:pt x="128" y="309"/>
                </a:lnTo>
                <a:lnTo>
                  <a:pt x="105" y="302"/>
                </a:lnTo>
                <a:lnTo>
                  <a:pt x="85" y="296"/>
                </a:lnTo>
                <a:lnTo>
                  <a:pt x="84" y="281"/>
                </a:lnTo>
                <a:lnTo>
                  <a:pt x="85" y="271"/>
                </a:lnTo>
                <a:lnTo>
                  <a:pt x="89" y="268"/>
                </a:lnTo>
                <a:lnTo>
                  <a:pt x="126" y="268"/>
                </a:lnTo>
                <a:lnTo>
                  <a:pt x="135" y="263"/>
                </a:lnTo>
                <a:lnTo>
                  <a:pt x="140" y="251"/>
                </a:lnTo>
                <a:lnTo>
                  <a:pt x="148" y="244"/>
                </a:lnTo>
                <a:lnTo>
                  <a:pt x="186" y="239"/>
                </a:lnTo>
                <a:lnTo>
                  <a:pt x="200" y="233"/>
                </a:lnTo>
                <a:lnTo>
                  <a:pt x="203" y="221"/>
                </a:lnTo>
                <a:lnTo>
                  <a:pt x="199" y="206"/>
                </a:lnTo>
                <a:lnTo>
                  <a:pt x="182" y="205"/>
                </a:lnTo>
                <a:lnTo>
                  <a:pt x="155" y="214"/>
                </a:lnTo>
                <a:lnTo>
                  <a:pt x="134" y="218"/>
                </a:lnTo>
                <a:lnTo>
                  <a:pt x="103" y="211"/>
                </a:lnTo>
                <a:lnTo>
                  <a:pt x="78" y="191"/>
                </a:lnTo>
                <a:lnTo>
                  <a:pt x="67" y="164"/>
                </a:lnTo>
                <a:lnTo>
                  <a:pt x="55" y="146"/>
                </a:lnTo>
                <a:lnTo>
                  <a:pt x="40" y="136"/>
                </a:lnTo>
                <a:lnTo>
                  <a:pt x="20" y="134"/>
                </a:lnTo>
                <a:lnTo>
                  <a:pt x="4" y="131"/>
                </a:lnTo>
                <a:lnTo>
                  <a:pt x="0" y="121"/>
                </a:lnTo>
                <a:lnTo>
                  <a:pt x="1" y="111"/>
                </a:lnTo>
                <a:lnTo>
                  <a:pt x="28" y="97"/>
                </a:lnTo>
                <a:lnTo>
                  <a:pt x="32" y="82"/>
                </a:lnTo>
                <a:lnTo>
                  <a:pt x="20" y="70"/>
                </a:lnTo>
                <a:lnTo>
                  <a:pt x="17" y="52"/>
                </a:lnTo>
                <a:lnTo>
                  <a:pt x="29" y="37"/>
                </a:lnTo>
                <a:lnTo>
                  <a:pt x="51" y="33"/>
                </a:lnTo>
                <a:lnTo>
                  <a:pt x="75" y="36"/>
                </a:lnTo>
                <a:lnTo>
                  <a:pt x="98" y="14"/>
                </a:lnTo>
                <a:lnTo>
                  <a:pt x="123" y="1"/>
                </a:lnTo>
                <a:lnTo>
                  <a:pt x="136" y="0"/>
                </a:lnTo>
                <a:lnTo>
                  <a:pt x="163" y="0"/>
                </a:lnTo>
                <a:lnTo>
                  <a:pt x="183" y="10"/>
                </a:lnTo>
                <a:lnTo>
                  <a:pt x="209" y="37"/>
                </a:lnTo>
                <a:lnTo>
                  <a:pt x="222" y="40"/>
                </a:lnTo>
                <a:lnTo>
                  <a:pt x="234" y="37"/>
                </a:lnTo>
                <a:lnTo>
                  <a:pt x="257" y="40"/>
                </a:lnTo>
                <a:lnTo>
                  <a:pt x="273" y="56"/>
                </a:lnTo>
                <a:lnTo>
                  <a:pt x="277" y="78"/>
                </a:lnTo>
                <a:lnTo>
                  <a:pt x="276" y="97"/>
                </a:lnTo>
                <a:lnTo>
                  <a:pt x="269" y="136"/>
                </a:lnTo>
                <a:lnTo>
                  <a:pt x="270" y="164"/>
                </a:lnTo>
                <a:lnTo>
                  <a:pt x="276" y="194"/>
                </a:lnTo>
                <a:lnTo>
                  <a:pt x="278" y="228"/>
                </a:lnTo>
                <a:lnTo>
                  <a:pt x="285" y="246"/>
                </a:lnTo>
                <a:lnTo>
                  <a:pt x="291" y="251"/>
                </a:lnTo>
                <a:lnTo>
                  <a:pt x="318" y="250"/>
                </a:lnTo>
                <a:lnTo>
                  <a:pt x="340" y="255"/>
                </a:lnTo>
                <a:lnTo>
                  <a:pt x="352" y="272"/>
                </a:lnTo>
                <a:lnTo>
                  <a:pt x="368" y="308"/>
                </a:lnTo>
                <a:lnTo>
                  <a:pt x="386" y="331"/>
                </a:lnTo>
                <a:lnTo>
                  <a:pt x="405" y="335"/>
                </a:lnTo>
                <a:lnTo>
                  <a:pt x="418" y="323"/>
                </a:lnTo>
                <a:lnTo>
                  <a:pt x="430" y="300"/>
                </a:lnTo>
                <a:lnTo>
                  <a:pt x="445" y="277"/>
                </a:lnTo>
                <a:lnTo>
                  <a:pt x="465" y="264"/>
                </a:lnTo>
                <a:lnTo>
                  <a:pt x="485" y="260"/>
                </a:lnTo>
                <a:lnTo>
                  <a:pt x="489" y="254"/>
                </a:lnTo>
                <a:lnTo>
                  <a:pt x="489" y="217"/>
                </a:lnTo>
                <a:lnTo>
                  <a:pt x="498" y="202"/>
                </a:lnTo>
                <a:lnTo>
                  <a:pt x="515" y="194"/>
                </a:lnTo>
                <a:lnTo>
                  <a:pt x="540" y="192"/>
                </a:lnTo>
                <a:lnTo>
                  <a:pt x="553" y="180"/>
                </a:lnTo>
                <a:lnTo>
                  <a:pt x="561" y="157"/>
                </a:lnTo>
                <a:lnTo>
                  <a:pt x="570" y="142"/>
                </a:lnTo>
                <a:lnTo>
                  <a:pt x="585" y="134"/>
                </a:lnTo>
                <a:lnTo>
                  <a:pt x="630" y="139"/>
                </a:lnTo>
                <a:lnTo>
                  <a:pt x="677" y="155"/>
                </a:lnTo>
                <a:lnTo>
                  <a:pt x="703" y="168"/>
                </a:lnTo>
                <a:lnTo>
                  <a:pt x="732" y="186"/>
                </a:lnTo>
                <a:lnTo>
                  <a:pt x="759" y="205"/>
                </a:lnTo>
                <a:lnTo>
                  <a:pt x="785" y="214"/>
                </a:lnTo>
                <a:lnTo>
                  <a:pt x="822" y="217"/>
                </a:lnTo>
                <a:lnTo>
                  <a:pt x="866" y="211"/>
                </a:lnTo>
                <a:lnTo>
                  <a:pt x="898" y="214"/>
                </a:lnTo>
                <a:lnTo>
                  <a:pt x="934" y="222"/>
                </a:lnTo>
                <a:lnTo>
                  <a:pt x="963" y="234"/>
                </a:lnTo>
                <a:lnTo>
                  <a:pt x="961" y="996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4" name="Freeform 46"/>
          <p:cNvSpPr>
            <a:spLocks/>
          </p:cNvSpPr>
          <p:nvPr/>
        </p:nvSpPr>
        <p:spPr bwMode="auto">
          <a:xfrm>
            <a:off x="7715313" y="5643817"/>
            <a:ext cx="104775" cy="144429"/>
          </a:xfrm>
          <a:custGeom>
            <a:avLst/>
            <a:gdLst/>
            <a:ahLst/>
            <a:cxnLst>
              <a:cxn ang="0">
                <a:pos x="360" y="12"/>
              </a:cxn>
              <a:cxn ang="0">
                <a:pos x="340" y="47"/>
              </a:cxn>
              <a:cxn ang="0">
                <a:pos x="329" y="110"/>
              </a:cxn>
              <a:cxn ang="0">
                <a:pos x="296" y="165"/>
              </a:cxn>
              <a:cxn ang="0">
                <a:pos x="262" y="229"/>
              </a:cxn>
              <a:cxn ang="0">
                <a:pos x="234" y="268"/>
              </a:cxn>
              <a:cxn ang="0">
                <a:pos x="168" y="308"/>
              </a:cxn>
              <a:cxn ang="0">
                <a:pos x="120" y="345"/>
              </a:cxn>
              <a:cxn ang="0">
                <a:pos x="54" y="423"/>
              </a:cxn>
              <a:cxn ang="0">
                <a:pos x="29" y="497"/>
              </a:cxn>
              <a:cxn ang="0">
                <a:pos x="18" y="556"/>
              </a:cxn>
              <a:cxn ang="0">
                <a:pos x="0" y="628"/>
              </a:cxn>
              <a:cxn ang="0">
                <a:pos x="39" y="641"/>
              </a:cxn>
              <a:cxn ang="0">
                <a:pos x="75" y="624"/>
              </a:cxn>
              <a:cxn ang="0">
                <a:pos x="117" y="636"/>
              </a:cxn>
              <a:cxn ang="0">
                <a:pos x="145" y="616"/>
              </a:cxn>
              <a:cxn ang="0">
                <a:pos x="201" y="632"/>
              </a:cxn>
              <a:cxn ang="0">
                <a:pos x="221" y="667"/>
              </a:cxn>
              <a:cxn ang="0">
                <a:pos x="267" y="655"/>
              </a:cxn>
              <a:cxn ang="0">
                <a:pos x="283" y="602"/>
              </a:cxn>
              <a:cxn ang="0">
                <a:pos x="313" y="533"/>
              </a:cxn>
              <a:cxn ang="0">
                <a:pos x="321" y="496"/>
              </a:cxn>
              <a:cxn ang="0">
                <a:pos x="348" y="438"/>
              </a:cxn>
              <a:cxn ang="0">
                <a:pos x="397" y="382"/>
              </a:cxn>
              <a:cxn ang="0">
                <a:pos x="444" y="365"/>
              </a:cxn>
              <a:cxn ang="0">
                <a:pos x="459" y="338"/>
              </a:cxn>
              <a:cxn ang="0">
                <a:pos x="446" y="305"/>
              </a:cxn>
              <a:cxn ang="0">
                <a:pos x="480" y="281"/>
              </a:cxn>
              <a:cxn ang="0">
                <a:pos x="476" y="248"/>
              </a:cxn>
              <a:cxn ang="0">
                <a:pos x="498" y="174"/>
              </a:cxn>
              <a:cxn ang="0">
                <a:pos x="501" y="124"/>
              </a:cxn>
              <a:cxn ang="0">
                <a:pos x="506" y="80"/>
              </a:cxn>
              <a:cxn ang="0">
                <a:pos x="474" y="64"/>
              </a:cxn>
              <a:cxn ang="0">
                <a:pos x="442" y="72"/>
              </a:cxn>
              <a:cxn ang="0">
                <a:pos x="417" y="55"/>
              </a:cxn>
              <a:cxn ang="0">
                <a:pos x="402" y="2"/>
              </a:cxn>
            </a:cxnLst>
            <a:rect l="0" t="0" r="r" b="b"/>
            <a:pathLst>
              <a:path w="506" h="669">
                <a:moveTo>
                  <a:pt x="391" y="0"/>
                </a:moveTo>
                <a:lnTo>
                  <a:pt x="360" y="12"/>
                </a:lnTo>
                <a:lnTo>
                  <a:pt x="348" y="19"/>
                </a:lnTo>
                <a:lnTo>
                  <a:pt x="340" y="47"/>
                </a:lnTo>
                <a:lnTo>
                  <a:pt x="336" y="82"/>
                </a:lnTo>
                <a:lnTo>
                  <a:pt x="329" y="110"/>
                </a:lnTo>
                <a:lnTo>
                  <a:pt x="313" y="132"/>
                </a:lnTo>
                <a:lnTo>
                  <a:pt x="296" y="165"/>
                </a:lnTo>
                <a:lnTo>
                  <a:pt x="283" y="208"/>
                </a:lnTo>
                <a:lnTo>
                  <a:pt x="262" y="229"/>
                </a:lnTo>
                <a:lnTo>
                  <a:pt x="249" y="243"/>
                </a:lnTo>
                <a:lnTo>
                  <a:pt x="234" y="268"/>
                </a:lnTo>
                <a:lnTo>
                  <a:pt x="199" y="289"/>
                </a:lnTo>
                <a:lnTo>
                  <a:pt x="168" y="308"/>
                </a:lnTo>
                <a:lnTo>
                  <a:pt x="150" y="319"/>
                </a:lnTo>
                <a:lnTo>
                  <a:pt x="120" y="345"/>
                </a:lnTo>
                <a:lnTo>
                  <a:pt x="85" y="375"/>
                </a:lnTo>
                <a:lnTo>
                  <a:pt x="54" y="423"/>
                </a:lnTo>
                <a:lnTo>
                  <a:pt x="36" y="469"/>
                </a:lnTo>
                <a:lnTo>
                  <a:pt x="29" y="497"/>
                </a:lnTo>
                <a:lnTo>
                  <a:pt x="24" y="531"/>
                </a:lnTo>
                <a:lnTo>
                  <a:pt x="18" y="556"/>
                </a:lnTo>
                <a:lnTo>
                  <a:pt x="9" y="604"/>
                </a:lnTo>
                <a:lnTo>
                  <a:pt x="0" y="628"/>
                </a:lnTo>
                <a:lnTo>
                  <a:pt x="12" y="634"/>
                </a:lnTo>
                <a:lnTo>
                  <a:pt x="39" y="641"/>
                </a:lnTo>
                <a:lnTo>
                  <a:pt x="61" y="627"/>
                </a:lnTo>
                <a:lnTo>
                  <a:pt x="75" y="624"/>
                </a:lnTo>
                <a:lnTo>
                  <a:pt x="98" y="639"/>
                </a:lnTo>
                <a:lnTo>
                  <a:pt x="117" y="636"/>
                </a:lnTo>
                <a:lnTo>
                  <a:pt x="125" y="628"/>
                </a:lnTo>
                <a:lnTo>
                  <a:pt x="145" y="616"/>
                </a:lnTo>
                <a:lnTo>
                  <a:pt x="181" y="616"/>
                </a:lnTo>
                <a:lnTo>
                  <a:pt x="201" y="632"/>
                </a:lnTo>
                <a:lnTo>
                  <a:pt x="212" y="655"/>
                </a:lnTo>
                <a:lnTo>
                  <a:pt x="221" y="667"/>
                </a:lnTo>
                <a:lnTo>
                  <a:pt x="247" y="669"/>
                </a:lnTo>
                <a:lnTo>
                  <a:pt x="267" y="655"/>
                </a:lnTo>
                <a:lnTo>
                  <a:pt x="275" y="627"/>
                </a:lnTo>
                <a:lnTo>
                  <a:pt x="283" y="602"/>
                </a:lnTo>
                <a:lnTo>
                  <a:pt x="289" y="580"/>
                </a:lnTo>
                <a:lnTo>
                  <a:pt x="313" y="533"/>
                </a:lnTo>
                <a:lnTo>
                  <a:pt x="316" y="519"/>
                </a:lnTo>
                <a:lnTo>
                  <a:pt x="321" y="496"/>
                </a:lnTo>
                <a:lnTo>
                  <a:pt x="326" y="474"/>
                </a:lnTo>
                <a:lnTo>
                  <a:pt x="348" y="438"/>
                </a:lnTo>
                <a:lnTo>
                  <a:pt x="369" y="409"/>
                </a:lnTo>
                <a:lnTo>
                  <a:pt x="397" y="382"/>
                </a:lnTo>
                <a:lnTo>
                  <a:pt x="409" y="375"/>
                </a:lnTo>
                <a:lnTo>
                  <a:pt x="444" y="365"/>
                </a:lnTo>
                <a:lnTo>
                  <a:pt x="457" y="350"/>
                </a:lnTo>
                <a:lnTo>
                  <a:pt x="459" y="338"/>
                </a:lnTo>
                <a:lnTo>
                  <a:pt x="446" y="309"/>
                </a:lnTo>
                <a:lnTo>
                  <a:pt x="446" y="305"/>
                </a:lnTo>
                <a:lnTo>
                  <a:pt x="470" y="291"/>
                </a:lnTo>
                <a:lnTo>
                  <a:pt x="480" y="281"/>
                </a:lnTo>
                <a:lnTo>
                  <a:pt x="483" y="268"/>
                </a:lnTo>
                <a:lnTo>
                  <a:pt x="476" y="248"/>
                </a:lnTo>
                <a:lnTo>
                  <a:pt x="485" y="196"/>
                </a:lnTo>
                <a:lnTo>
                  <a:pt x="498" y="174"/>
                </a:lnTo>
                <a:lnTo>
                  <a:pt x="504" y="150"/>
                </a:lnTo>
                <a:lnTo>
                  <a:pt x="501" y="124"/>
                </a:lnTo>
                <a:lnTo>
                  <a:pt x="504" y="102"/>
                </a:lnTo>
                <a:lnTo>
                  <a:pt x="506" y="80"/>
                </a:lnTo>
                <a:lnTo>
                  <a:pt x="498" y="67"/>
                </a:lnTo>
                <a:lnTo>
                  <a:pt x="474" y="64"/>
                </a:lnTo>
                <a:lnTo>
                  <a:pt x="458" y="72"/>
                </a:lnTo>
                <a:lnTo>
                  <a:pt x="442" y="72"/>
                </a:lnTo>
                <a:lnTo>
                  <a:pt x="427" y="69"/>
                </a:lnTo>
                <a:lnTo>
                  <a:pt x="417" y="55"/>
                </a:lnTo>
                <a:lnTo>
                  <a:pt x="411" y="32"/>
                </a:lnTo>
                <a:lnTo>
                  <a:pt x="402" y="2"/>
                </a:lnTo>
                <a:lnTo>
                  <a:pt x="391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5" name="Line 47"/>
          <p:cNvSpPr>
            <a:spLocks noChangeShapeType="1"/>
          </p:cNvSpPr>
          <p:nvPr/>
        </p:nvSpPr>
        <p:spPr bwMode="auto">
          <a:xfrm flipH="1">
            <a:off x="7732776" y="5724760"/>
            <a:ext cx="1587" cy="1588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12700">
            <a:solidFill>
              <a:srgbClr val="68A4F4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6" name="Freeform 48"/>
          <p:cNvSpPr>
            <a:spLocks/>
          </p:cNvSpPr>
          <p:nvPr/>
        </p:nvSpPr>
        <p:spPr bwMode="auto">
          <a:xfrm>
            <a:off x="7731187" y="5727934"/>
            <a:ext cx="1588" cy="1588"/>
          </a:xfrm>
          <a:custGeom>
            <a:avLst/>
            <a:gdLst/>
            <a:ahLst/>
            <a:cxnLst>
              <a:cxn ang="0">
                <a:pos x="4" y="0"/>
              </a:cxn>
              <a:cxn ang="0">
                <a:pos x="4" y="3"/>
              </a:cxn>
              <a:cxn ang="0">
                <a:pos x="0" y="7"/>
              </a:cxn>
            </a:cxnLst>
            <a:rect l="0" t="0" r="r" b="b"/>
            <a:pathLst>
              <a:path w="4" h="7">
                <a:moveTo>
                  <a:pt x="4" y="0"/>
                </a:moveTo>
                <a:lnTo>
                  <a:pt x="4" y="3"/>
                </a:lnTo>
                <a:lnTo>
                  <a:pt x="0" y="7"/>
                </a:lnTo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7" name="Freeform 49"/>
          <p:cNvSpPr>
            <a:spLocks/>
          </p:cNvSpPr>
          <p:nvPr/>
        </p:nvSpPr>
        <p:spPr bwMode="auto">
          <a:xfrm>
            <a:off x="7728012" y="5731110"/>
            <a:ext cx="1588" cy="3174"/>
          </a:xfrm>
          <a:custGeom>
            <a:avLst/>
            <a:gdLst/>
            <a:ahLst/>
            <a:cxnLst>
              <a:cxn ang="0">
                <a:pos x="10" y="0"/>
              </a:cxn>
              <a:cxn ang="0">
                <a:pos x="0" y="8"/>
              </a:cxn>
              <a:cxn ang="0">
                <a:pos x="0" y="11"/>
              </a:cxn>
            </a:cxnLst>
            <a:rect l="0" t="0" r="r" b="b"/>
            <a:pathLst>
              <a:path w="10" h="11">
                <a:moveTo>
                  <a:pt x="10" y="0"/>
                </a:moveTo>
                <a:lnTo>
                  <a:pt x="0" y="8"/>
                </a:lnTo>
                <a:lnTo>
                  <a:pt x="0" y="11"/>
                </a:lnTo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8" name="Freeform 50"/>
          <p:cNvSpPr>
            <a:spLocks/>
          </p:cNvSpPr>
          <p:nvPr/>
        </p:nvSpPr>
        <p:spPr bwMode="auto">
          <a:xfrm>
            <a:off x="7737537" y="5785072"/>
            <a:ext cx="14288" cy="15871"/>
          </a:xfrm>
          <a:custGeom>
            <a:avLst/>
            <a:gdLst/>
            <a:ahLst/>
            <a:cxnLst>
              <a:cxn ang="0">
                <a:pos x="0" y="14"/>
              </a:cxn>
              <a:cxn ang="0">
                <a:pos x="4" y="22"/>
              </a:cxn>
              <a:cxn ang="0">
                <a:pos x="3" y="40"/>
              </a:cxn>
              <a:cxn ang="0">
                <a:pos x="8" y="62"/>
              </a:cxn>
              <a:cxn ang="0">
                <a:pos x="19" y="73"/>
              </a:cxn>
              <a:cxn ang="0">
                <a:pos x="34" y="68"/>
              </a:cxn>
              <a:cxn ang="0">
                <a:pos x="56" y="51"/>
              </a:cxn>
              <a:cxn ang="0">
                <a:pos x="70" y="34"/>
              </a:cxn>
              <a:cxn ang="0">
                <a:pos x="74" y="14"/>
              </a:cxn>
              <a:cxn ang="0">
                <a:pos x="64" y="3"/>
              </a:cxn>
              <a:cxn ang="0">
                <a:pos x="31" y="0"/>
              </a:cxn>
              <a:cxn ang="0">
                <a:pos x="9" y="3"/>
              </a:cxn>
              <a:cxn ang="0">
                <a:pos x="0" y="4"/>
              </a:cxn>
              <a:cxn ang="0">
                <a:pos x="0" y="14"/>
              </a:cxn>
            </a:cxnLst>
            <a:rect l="0" t="0" r="r" b="b"/>
            <a:pathLst>
              <a:path w="74" h="73">
                <a:moveTo>
                  <a:pt x="0" y="14"/>
                </a:moveTo>
                <a:lnTo>
                  <a:pt x="4" y="22"/>
                </a:lnTo>
                <a:lnTo>
                  <a:pt x="3" y="40"/>
                </a:lnTo>
                <a:lnTo>
                  <a:pt x="8" y="62"/>
                </a:lnTo>
                <a:lnTo>
                  <a:pt x="19" y="73"/>
                </a:lnTo>
                <a:lnTo>
                  <a:pt x="34" y="68"/>
                </a:lnTo>
                <a:lnTo>
                  <a:pt x="56" y="51"/>
                </a:lnTo>
                <a:lnTo>
                  <a:pt x="70" y="34"/>
                </a:lnTo>
                <a:lnTo>
                  <a:pt x="74" y="14"/>
                </a:lnTo>
                <a:lnTo>
                  <a:pt x="64" y="3"/>
                </a:lnTo>
                <a:lnTo>
                  <a:pt x="31" y="0"/>
                </a:lnTo>
                <a:lnTo>
                  <a:pt x="9" y="3"/>
                </a:lnTo>
                <a:lnTo>
                  <a:pt x="0" y="4"/>
                </a:lnTo>
                <a:lnTo>
                  <a:pt x="0" y="14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9" name="Freeform 51"/>
          <p:cNvSpPr>
            <a:spLocks/>
          </p:cNvSpPr>
          <p:nvPr/>
        </p:nvSpPr>
        <p:spPr bwMode="auto">
          <a:xfrm>
            <a:off x="7778813" y="5497801"/>
            <a:ext cx="104775" cy="174585"/>
          </a:xfrm>
          <a:custGeom>
            <a:avLst/>
            <a:gdLst/>
            <a:ahLst/>
            <a:cxnLst>
              <a:cxn ang="0">
                <a:pos x="8" y="21"/>
              </a:cxn>
              <a:cxn ang="0">
                <a:pos x="2" y="55"/>
              </a:cxn>
              <a:cxn ang="0">
                <a:pos x="41" y="87"/>
              </a:cxn>
              <a:cxn ang="0">
                <a:pos x="60" y="138"/>
              </a:cxn>
              <a:cxn ang="0">
                <a:pos x="75" y="188"/>
              </a:cxn>
              <a:cxn ang="0">
                <a:pos x="113" y="235"/>
              </a:cxn>
              <a:cxn ang="0">
                <a:pos x="137" y="295"/>
              </a:cxn>
              <a:cxn ang="0">
                <a:pos x="168" y="326"/>
              </a:cxn>
              <a:cxn ang="0">
                <a:pos x="194" y="375"/>
              </a:cxn>
              <a:cxn ang="0">
                <a:pos x="209" y="425"/>
              </a:cxn>
              <a:cxn ang="0">
                <a:pos x="204" y="483"/>
              </a:cxn>
              <a:cxn ang="0">
                <a:pos x="165" y="522"/>
              </a:cxn>
              <a:cxn ang="0">
                <a:pos x="137" y="534"/>
              </a:cxn>
              <a:cxn ang="0">
                <a:pos x="137" y="573"/>
              </a:cxn>
              <a:cxn ang="0">
                <a:pos x="160" y="610"/>
              </a:cxn>
              <a:cxn ang="0">
                <a:pos x="213" y="620"/>
              </a:cxn>
              <a:cxn ang="0">
                <a:pos x="258" y="641"/>
              </a:cxn>
              <a:cxn ang="0">
                <a:pos x="254" y="701"/>
              </a:cxn>
              <a:cxn ang="0">
                <a:pos x="235" y="717"/>
              </a:cxn>
              <a:cxn ang="0">
                <a:pos x="237" y="751"/>
              </a:cxn>
              <a:cxn ang="0">
                <a:pos x="277" y="763"/>
              </a:cxn>
              <a:cxn ang="0">
                <a:pos x="290" y="800"/>
              </a:cxn>
              <a:cxn ang="0">
                <a:pos x="316" y="795"/>
              </a:cxn>
              <a:cxn ang="0">
                <a:pos x="359" y="729"/>
              </a:cxn>
              <a:cxn ang="0">
                <a:pos x="390" y="677"/>
              </a:cxn>
              <a:cxn ang="0">
                <a:pos x="406" y="605"/>
              </a:cxn>
              <a:cxn ang="0">
                <a:pos x="402" y="558"/>
              </a:cxn>
              <a:cxn ang="0">
                <a:pos x="430" y="541"/>
              </a:cxn>
              <a:cxn ang="0">
                <a:pos x="459" y="548"/>
              </a:cxn>
              <a:cxn ang="0">
                <a:pos x="472" y="494"/>
              </a:cxn>
              <a:cxn ang="0">
                <a:pos x="496" y="460"/>
              </a:cxn>
              <a:cxn ang="0">
                <a:pos x="503" y="414"/>
              </a:cxn>
              <a:cxn ang="0">
                <a:pos x="506" y="374"/>
              </a:cxn>
              <a:cxn ang="0">
                <a:pos x="517" y="346"/>
              </a:cxn>
              <a:cxn ang="0">
                <a:pos x="486" y="331"/>
              </a:cxn>
              <a:cxn ang="0">
                <a:pos x="442" y="351"/>
              </a:cxn>
              <a:cxn ang="0">
                <a:pos x="409" y="393"/>
              </a:cxn>
              <a:cxn ang="0">
                <a:pos x="373" y="390"/>
              </a:cxn>
              <a:cxn ang="0">
                <a:pos x="335" y="364"/>
              </a:cxn>
              <a:cxn ang="0">
                <a:pos x="320" y="335"/>
              </a:cxn>
              <a:cxn ang="0">
                <a:pos x="306" y="265"/>
              </a:cxn>
              <a:cxn ang="0">
                <a:pos x="285" y="231"/>
              </a:cxn>
              <a:cxn ang="0">
                <a:pos x="257" y="226"/>
              </a:cxn>
              <a:cxn ang="0">
                <a:pos x="258" y="281"/>
              </a:cxn>
              <a:cxn ang="0">
                <a:pos x="237" y="278"/>
              </a:cxn>
              <a:cxn ang="0">
                <a:pos x="241" y="251"/>
              </a:cxn>
              <a:cxn ang="0">
                <a:pos x="237" y="210"/>
              </a:cxn>
              <a:cxn ang="0">
                <a:pos x="205" y="188"/>
              </a:cxn>
              <a:cxn ang="0">
                <a:pos x="182" y="154"/>
              </a:cxn>
              <a:cxn ang="0">
                <a:pos x="178" y="121"/>
              </a:cxn>
              <a:cxn ang="0">
                <a:pos x="139" y="103"/>
              </a:cxn>
              <a:cxn ang="0">
                <a:pos x="120" y="72"/>
              </a:cxn>
              <a:cxn ang="0">
                <a:pos x="91" y="52"/>
              </a:cxn>
              <a:cxn ang="0">
                <a:pos x="72" y="39"/>
              </a:cxn>
              <a:cxn ang="0">
                <a:pos x="59" y="5"/>
              </a:cxn>
              <a:cxn ang="0">
                <a:pos x="17" y="11"/>
              </a:cxn>
            </a:cxnLst>
            <a:rect l="0" t="0" r="r" b="b"/>
            <a:pathLst>
              <a:path w="517" h="804">
                <a:moveTo>
                  <a:pt x="17" y="11"/>
                </a:moveTo>
                <a:lnTo>
                  <a:pt x="8" y="21"/>
                </a:lnTo>
                <a:lnTo>
                  <a:pt x="0" y="41"/>
                </a:lnTo>
                <a:lnTo>
                  <a:pt x="2" y="55"/>
                </a:lnTo>
                <a:lnTo>
                  <a:pt x="16" y="69"/>
                </a:lnTo>
                <a:lnTo>
                  <a:pt x="41" y="87"/>
                </a:lnTo>
                <a:lnTo>
                  <a:pt x="56" y="109"/>
                </a:lnTo>
                <a:lnTo>
                  <a:pt x="60" y="138"/>
                </a:lnTo>
                <a:lnTo>
                  <a:pt x="66" y="166"/>
                </a:lnTo>
                <a:lnTo>
                  <a:pt x="75" y="188"/>
                </a:lnTo>
                <a:lnTo>
                  <a:pt x="91" y="215"/>
                </a:lnTo>
                <a:lnTo>
                  <a:pt x="113" y="235"/>
                </a:lnTo>
                <a:lnTo>
                  <a:pt x="127" y="253"/>
                </a:lnTo>
                <a:lnTo>
                  <a:pt x="137" y="295"/>
                </a:lnTo>
                <a:lnTo>
                  <a:pt x="147" y="304"/>
                </a:lnTo>
                <a:lnTo>
                  <a:pt x="168" y="326"/>
                </a:lnTo>
                <a:lnTo>
                  <a:pt x="184" y="352"/>
                </a:lnTo>
                <a:lnTo>
                  <a:pt x="194" y="375"/>
                </a:lnTo>
                <a:lnTo>
                  <a:pt x="203" y="399"/>
                </a:lnTo>
                <a:lnTo>
                  <a:pt x="209" y="425"/>
                </a:lnTo>
                <a:lnTo>
                  <a:pt x="209" y="460"/>
                </a:lnTo>
                <a:lnTo>
                  <a:pt x="204" y="483"/>
                </a:lnTo>
                <a:lnTo>
                  <a:pt x="185" y="509"/>
                </a:lnTo>
                <a:lnTo>
                  <a:pt x="165" y="522"/>
                </a:lnTo>
                <a:lnTo>
                  <a:pt x="141" y="530"/>
                </a:lnTo>
                <a:lnTo>
                  <a:pt x="137" y="534"/>
                </a:lnTo>
                <a:lnTo>
                  <a:pt x="132" y="553"/>
                </a:lnTo>
                <a:lnTo>
                  <a:pt x="137" y="573"/>
                </a:lnTo>
                <a:lnTo>
                  <a:pt x="144" y="597"/>
                </a:lnTo>
                <a:lnTo>
                  <a:pt x="160" y="610"/>
                </a:lnTo>
                <a:lnTo>
                  <a:pt x="176" y="617"/>
                </a:lnTo>
                <a:lnTo>
                  <a:pt x="213" y="620"/>
                </a:lnTo>
                <a:lnTo>
                  <a:pt x="246" y="628"/>
                </a:lnTo>
                <a:lnTo>
                  <a:pt x="258" y="641"/>
                </a:lnTo>
                <a:lnTo>
                  <a:pt x="260" y="675"/>
                </a:lnTo>
                <a:lnTo>
                  <a:pt x="254" y="701"/>
                </a:lnTo>
                <a:lnTo>
                  <a:pt x="237" y="711"/>
                </a:lnTo>
                <a:lnTo>
                  <a:pt x="235" y="717"/>
                </a:lnTo>
                <a:lnTo>
                  <a:pt x="232" y="736"/>
                </a:lnTo>
                <a:lnTo>
                  <a:pt x="237" y="751"/>
                </a:lnTo>
                <a:lnTo>
                  <a:pt x="251" y="761"/>
                </a:lnTo>
                <a:lnTo>
                  <a:pt x="277" y="763"/>
                </a:lnTo>
                <a:lnTo>
                  <a:pt x="285" y="775"/>
                </a:lnTo>
                <a:lnTo>
                  <a:pt x="290" y="800"/>
                </a:lnTo>
                <a:lnTo>
                  <a:pt x="304" y="804"/>
                </a:lnTo>
                <a:lnTo>
                  <a:pt x="316" y="795"/>
                </a:lnTo>
                <a:lnTo>
                  <a:pt x="342" y="763"/>
                </a:lnTo>
                <a:lnTo>
                  <a:pt x="359" y="729"/>
                </a:lnTo>
                <a:lnTo>
                  <a:pt x="376" y="701"/>
                </a:lnTo>
                <a:lnTo>
                  <a:pt x="390" y="677"/>
                </a:lnTo>
                <a:lnTo>
                  <a:pt x="406" y="630"/>
                </a:lnTo>
                <a:lnTo>
                  <a:pt x="406" y="605"/>
                </a:lnTo>
                <a:lnTo>
                  <a:pt x="402" y="582"/>
                </a:lnTo>
                <a:lnTo>
                  <a:pt x="402" y="558"/>
                </a:lnTo>
                <a:lnTo>
                  <a:pt x="411" y="545"/>
                </a:lnTo>
                <a:lnTo>
                  <a:pt x="430" y="541"/>
                </a:lnTo>
                <a:lnTo>
                  <a:pt x="448" y="551"/>
                </a:lnTo>
                <a:lnTo>
                  <a:pt x="459" y="548"/>
                </a:lnTo>
                <a:lnTo>
                  <a:pt x="464" y="513"/>
                </a:lnTo>
                <a:lnTo>
                  <a:pt x="472" y="494"/>
                </a:lnTo>
                <a:lnTo>
                  <a:pt x="486" y="475"/>
                </a:lnTo>
                <a:lnTo>
                  <a:pt x="496" y="460"/>
                </a:lnTo>
                <a:lnTo>
                  <a:pt x="504" y="439"/>
                </a:lnTo>
                <a:lnTo>
                  <a:pt x="503" y="414"/>
                </a:lnTo>
                <a:lnTo>
                  <a:pt x="501" y="395"/>
                </a:lnTo>
                <a:lnTo>
                  <a:pt x="506" y="374"/>
                </a:lnTo>
                <a:lnTo>
                  <a:pt x="517" y="354"/>
                </a:lnTo>
                <a:lnTo>
                  <a:pt x="517" y="346"/>
                </a:lnTo>
                <a:lnTo>
                  <a:pt x="509" y="337"/>
                </a:lnTo>
                <a:lnTo>
                  <a:pt x="486" y="331"/>
                </a:lnTo>
                <a:lnTo>
                  <a:pt x="462" y="335"/>
                </a:lnTo>
                <a:lnTo>
                  <a:pt x="442" y="351"/>
                </a:lnTo>
                <a:lnTo>
                  <a:pt x="423" y="374"/>
                </a:lnTo>
                <a:lnTo>
                  <a:pt x="409" y="393"/>
                </a:lnTo>
                <a:lnTo>
                  <a:pt x="392" y="398"/>
                </a:lnTo>
                <a:lnTo>
                  <a:pt x="373" y="390"/>
                </a:lnTo>
                <a:lnTo>
                  <a:pt x="355" y="374"/>
                </a:lnTo>
                <a:lnTo>
                  <a:pt x="335" y="364"/>
                </a:lnTo>
                <a:lnTo>
                  <a:pt x="323" y="350"/>
                </a:lnTo>
                <a:lnTo>
                  <a:pt x="320" y="335"/>
                </a:lnTo>
                <a:lnTo>
                  <a:pt x="314" y="296"/>
                </a:lnTo>
                <a:lnTo>
                  <a:pt x="306" y="265"/>
                </a:lnTo>
                <a:lnTo>
                  <a:pt x="297" y="249"/>
                </a:lnTo>
                <a:lnTo>
                  <a:pt x="285" y="231"/>
                </a:lnTo>
                <a:lnTo>
                  <a:pt x="267" y="221"/>
                </a:lnTo>
                <a:lnTo>
                  <a:pt x="257" y="226"/>
                </a:lnTo>
                <a:lnTo>
                  <a:pt x="257" y="259"/>
                </a:lnTo>
                <a:lnTo>
                  <a:pt x="258" y="281"/>
                </a:lnTo>
                <a:lnTo>
                  <a:pt x="252" y="285"/>
                </a:lnTo>
                <a:lnTo>
                  <a:pt x="237" y="278"/>
                </a:lnTo>
                <a:lnTo>
                  <a:pt x="232" y="273"/>
                </a:lnTo>
                <a:lnTo>
                  <a:pt x="241" y="251"/>
                </a:lnTo>
                <a:lnTo>
                  <a:pt x="244" y="228"/>
                </a:lnTo>
                <a:lnTo>
                  <a:pt x="237" y="210"/>
                </a:lnTo>
                <a:lnTo>
                  <a:pt x="221" y="198"/>
                </a:lnTo>
                <a:lnTo>
                  <a:pt x="205" y="188"/>
                </a:lnTo>
                <a:lnTo>
                  <a:pt x="193" y="173"/>
                </a:lnTo>
                <a:lnTo>
                  <a:pt x="182" y="154"/>
                </a:lnTo>
                <a:lnTo>
                  <a:pt x="182" y="134"/>
                </a:lnTo>
                <a:lnTo>
                  <a:pt x="178" y="121"/>
                </a:lnTo>
                <a:lnTo>
                  <a:pt x="165" y="109"/>
                </a:lnTo>
                <a:lnTo>
                  <a:pt x="139" y="103"/>
                </a:lnTo>
                <a:lnTo>
                  <a:pt x="127" y="90"/>
                </a:lnTo>
                <a:lnTo>
                  <a:pt x="120" y="72"/>
                </a:lnTo>
                <a:lnTo>
                  <a:pt x="109" y="60"/>
                </a:lnTo>
                <a:lnTo>
                  <a:pt x="91" y="52"/>
                </a:lnTo>
                <a:lnTo>
                  <a:pt x="78" y="45"/>
                </a:lnTo>
                <a:lnTo>
                  <a:pt x="72" y="39"/>
                </a:lnTo>
                <a:lnTo>
                  <a:pt x="70" y="19"/>
                </a:lnTo>
                <a:lnTo>
                  <a:pt x="59" y="5"/>
                </a:lnTo>
                <a:lnTo>
                  <a:pt x="36" y="0"/>
                </a:lnTo>
                <a:lnTo>
                  <a:pt x="17" y="11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30" name="Freeform 52"/>
          <p:cNvSpPr>
            <a:spLocks/>
          </p:cNvSpPr>
          <p:nvPr/>
        </p:nvSpPr>
        <p:spPr bwMode="auto">
          <a:xfrm>
            <a:off x="7175563" y="5637469"/>
            <a:ext cx="61913" cy="77769"/>
          </a:xfrm>
          <a:custGeom>
            <a:avLst/>
            <a:gdLst/>
            <a:ahLst/>
            <a:cxnLst>
              <a:cxn ang="0">
                <a:pos x="3" y="0"/>
              </a:cxn>
              <a:cxn ang="0">
                <a:pos x="0" y="44"/>
              </a:cxn>
              <a:cxn ang="0">
                <a:pos x="1" y="84"/>
              </a:cxn>
              <a:cxn ang="0">
                <a:pos x="5" y="113"/>
              </a:cxn>
              <a:cxn ang="0">
                <a:pos x="14" y="126"/>
              </a:cxn>
              <a:cxn ang="0">
                <a:pos x="25" y="155"/>
              </a:cxn>
              <a:cxn ang="0">
                <a:pos x="38" y="173"/>
              </a:cxn>
              <a:cxn ang="0">
                <a:pos x="52" y="192"/>
              </a:cxn>
              <a:cxn ang="0">
                <a:pos x="60" y="213"/>
              </a:cxn>
              <a:cxn ang="0">
                <a:pos x="55" y="226"/>
              </a:cxn>
              <a:cxn ang="0">
                <a:pos x="39" y="211"/>
              </a:cxn>
              <a:cxn ang="0">
                <a:pos x="36" y="226"/>
              </a:cxn>
              <a:cxn ang="0">
                <a:pos x="54" y="263"/>
              </a:cxn>
              <a:cxn ang="0">
                <a:pos x="69" y="287"/>
              </a:cxn>
              <a:cxn ang="0">
                <a:pos x="82" y="307"/>
              </a:cxn>
              <a:cxn ang="0">
                <a:pos x="77" y="329"/>
              </a:cxn>
              <a:cxn ang="0">
                <a:pos x="90" y="340"/>
              </a:cxn>
              <a:cxn ang="0">
                <a:pos x="122" y="335"/>
              </a:cxn>
              <a:cxn ang="0">
                <a:pos x="151" y="356"/>
              </a:cxn>
              <a:cxn ang="0">
                <a:pos x="162" y="356"/>
              </a:cxn>
              <a:cxn ang="0">
                <a:pos x="168" y="340"/>
              </a:cxn>
              <a:cxn ang="0">
                <a:pos x="192" y="312"/>
              </a:cxn>
              <a:cxn ang="0">
                <a:pos x="209" y="288"/>
              </a:cxn>
              <a:cxn ang="0">
                <a:pos x="224" y="280"/>
              </a:cxn>
              <a:cxn ang="0">
                <a:pos x="232" y="296"/>
              </a:cxn>
              <a:cxn ang="0">
                <a:pos x="224" y="306"/>
              </a:cxn>
              <a:cxn ang="0">
                <a:pos x="232" y="325"/>
              </a:cxn>
              <a:cxn ang="0">
                <a:pos x="257" y="334"/>
              </a:cxn>
              <a:cxn ang="0">
                <a:pos x="269" y="293"/>
              </a:cxn>
              <a:cxn ang="0">
                <a:pos x="261" y="274"/>
              </a:cxn>
              <a:cxn ang="0">
                <a:pos x="261" y="251"/>
              </a:cxn>
              <a:cxn ang="0">
                <a:pos x="259" y="226"/>
              </a:cxn>
              <a:cxn ang="0">
                <a:pos x="272" y="201"/>
              </a:cxn>
              <a:cxn ang="0">
                <a:pos x="282" y="226"/>
              </a:cxn>
              <a:cxn ang="0">
                <a:pos x="292" y="226"/>
              </a:cxn>
              <a:cxn ang="0">
                <a:pos x="296" y="181"/>
              </a:cxn>
              <a:cxn ang="0">
                <a:pos x="301" y="122"/>
              </a:cxn>
              <a:cxn ang="0">
                <a:pos x="302" y="87"/>
              </a:cxn>
              <a:cxn ang="0">
                <a:pos x="301" y="62"/>
              </a:cxn>
              <a:cxn ang="0">
                <a:pos x="290" y="53"/>
              </a:cxn>
              <a:cxn ang="0">
                <a:pos x="264" y="62"/>
              </a:cxn>
              <a:cxn ang="0">
                <a:pos x="254" y="59"/>
              </a:cxn>
              <a:cxn ang="0">
                <a:pos x="242" y="53"/>
              </a:cxn>
              <a:cxn ang="0">
                <a:pos x="225" y="78"/>
              </a:cxn>
              <a:cxn ang="0">
                <a:pos x="215" y="78"/>
              </a:cxn>
              <a:cxn ang="0">
                <a:pos x="192" y="67"/>
              </a:cxn>
              <a:cxn ang="0">
                <a:pos x="172" y="70"/>
              </a:cxn>
              <a:cxn ang="0">
                <a:pos x="159" y="75"/>
              </a:cxn>
              <a:cxn ang="0">
                <a:pos x="122" y="67"/>
              </a:cxn>
              <a:cxn ang="0">
                <a:pos x="101" y="53"/>
              </a:cxn>
              <a:cxn ang="0">
                <a:pos x="72" y="40"/>
              </a:cxn>
              <a:cxn ang="0">
                <a:pos x="63" y="28"/>
              </a:cxn>
              <a:cxn ang="0">
                <a:pos x="51" y="35"/>
              </a:cxn>
              <a:cxn ang="0">
                <a:pos x="26" y="34"/>
              </a:cxn>
              <a:cxn ang="0">
                <a:pos x="14" y="9"/>
              </a:cxn>
              <a:cxn ang="0">
                <a:pos x="9" y="0"/>
              </a:cxn>
            </a:cxnLst>
            <a:rect l="0" t="0" r="r" b="b"/>
            <a:pathLst>
              <a:path w="304" h="357">
                <a:moveTo>
                  <a:pt x="8" y="0"/>
                </a:moveTo>
                <a:lnTo>
                  <a:pt x="3" y="0"/>
                </a:lnTo>
                <a:lnTo>
                  <a:pt x="1" y="5"/>
                </a:lnTo>
                <a:lnTo>
                  <a:pt x="0" y="44"/>
                </a:lnTo>
                <a:lnTo>
                  <a:pt x="0" y="56"/>
                </a:lnTo>
                <a:lnTo>
                  <a:pt x="1" y="84"/>
                </a:lnTo>
                <a:lnTo>
                  <a:pt x="3" y="97"/>
                </a:lnTo>
                <a:lnTo>
                  <a:pt x="5" y="113"/>
                </a:lnTo>
                <a:lnTo>
                  <a:pt x="11" y="123"/>
                </a:lnTo>
                <a:lnTo>
                  <a:pt x="14" y="126"/>
                </a:lnTo>
                <a:lnTo>
                  <a:pt x="20" y="135"/>
                </a:lnTo>
                <a:lnTo>
                  <a:pt x="25" y="155"/>
                </a:lnTo>
                <a:lnTo>
                  <a:pt x="28" y="165"/>
                </a:lnTo>
                <a:lnTo>
                  <a:pt x="38" y="173"/>
                </a:lnTo>
                <a:lnTo>
                  <a:pt x="45" y="181"/>
                </a:lnTo>
                <a:lnTo>
                  <a:pt x="52" y="192"/>
                </a:lnTo>
                <a:lnTo>
                  <a:pt x="55" y="203"/>
                </a:lnTo>
                <a:lnTo>
                  <a:pt x="60" y="213"/>
                </a:lnTo>
                <a:lnTo>
                  <a:pt x="60" y="219"/>
                </a:lnTo>
                <a:lnTo>
                  <a:pt x="55" y="226"/>
                </a:lnTo>
                <a:lnTo>
                  <a:pt x="45" y="214"/>
                </a:lnTo>
                <a:lnTo>
                  <a:pt x="39" y="211"/>
                </a:lnTo>
                <a:lnTo>
                  <a:pt x="35" y="215"/>
                </a:lnTo>
                <a:lnTo>
                  <a:pt x="36" y="226"/>
                </a:lnTo>
                <a:lnTo>
                  <a:pt x="37" y="236"/>
                </a:lnTo>
                <a:lnTo>
                  <a:pt x="54" y="263"/>
                </a:lnTo>
                <a:lnTo>
                  <a:pt x="57" y="271"/>
                </a:lnTo>
                <a:lnTo>
                  <a:pt x="69" y="287"/>
                </a:lnTo>
                <a:lnTo>
                  <a:pt x="77" y="296"/>
                </a:lnTo>
                <a:lnTo>
                  <a:pt x="82" y="307"/>
                </a:lnTo>
                <a:lnTo>
                  <a:pt x="80" y="321"/>
                </a:lnTo>
                <a:lnTo>
                  <a:pt x="77" y="329"/>
                </a:lnTo>
                <a:lnTo>
                  <a:pt x="82" y="336"/>
                </a:lnTo>
                <a:lnTo>
                  <a:pt x="90" y="340"/>
                </a:lnTo>
                <a:lnTo>
                  <a:pt x="114" y="336"/>
                </a:lnTo>
                <a:lnTo>
                  <a:pt x="122" y="335"/>
                </a:lnTo>
                <a:lnTo>
                  <a:pt x="131" y="339"/>
                </a:lnTo>
                <a:lnTo>
                  <a:pt x="151" y="356"/>
                </a:lnTo>
                <a:lnTo>
                  <a:pt x="156" y="357"/>
                </a:lnTo>
                <a:lnTo>
                  <a:pt x="162" y="356"/>
                </a:lnTo>
                <a:lnTo>
                  <a:pt x="166" y="350"/>
                </a:lnTo>
                <a:lnTo>
                  <a:pt x="168" y="340"/>
                </a:lnTo>
                <a:lnTo>
                  <a:pt x="172" y="328"/>
                </a:lnTo>
                <a:lnTo>
                  <a:pt x="192" y="312"/>
                </a:lnTo>
                <a:lnTo>
                  <a:pt x="202" y="296"/>
                </a:lnTo>
                <a:lnTo>
                  <a:pt x="209" y="288"/>
                </a:lnTo>
                <a:lnTo>
                  <a:pt x="213" y="279"/>
                </a:lnTo>
                <a:lnTo>
                  <a:pt x="224" y="280"/>
                </a:lnTo>
                <a:lnTo>
                  <a:pt x="231" y="287"/>
                </a:lnTo>
                <a:lnTo>
                  <a:pt x="232" y="296"/>
                </a:lnTo>
                <a:lnTo>
                  <a:pt x="227" y="301"/>
                </a:lnTo>
                <a:lnTo>
                  <a:pt x="224" y="306"/>
                </a:lnTo>
                <a:lnTo>
                  <a:pt x="227" y="314"/>
                </a:lnTo>
                <a:lnTo>
                  <a:pt x="232" y="325"/>
                </a:lnTo>
                <a:lnTo>
                  <a:pt x="243" y="335"/>
                </a:lnTo>
                <a:lnTo>
                  <a:pt x="257" y="334"/>
                </a:lnTo>
                <a:lnTo>
                  <a:pt x="266" y="318"/>
                </a:lnTo>
                <a:lnTo>
                  <a:pt x="269" y="293"/>
                </a:lnTo>
                <a:lnTo>
                  <a:pt x="259" y="288"/>
                </a:lnTo>
                <a:lnTo>
                  <a:pt x="261" y="274"/>
                </a:lnTo>
                <a:lnTo>
                  <a:pt x="263" y="263"/>
                </a:lnTo>
                <a:lnTo>
                  <a:pt x="261" y="251"/>
                </a:lnTo>
                <a:lnTo>
                  <a:pt x="259" y="238"/>
                </a:lnTo>
                <a:lnTo>
                  <a:pt x="259" y="226"/>
                </a:lnTo>
                <a:lnTo>
                  <a:pt x="264" y="211"/>
                </a:lnTo>
                <a:lnTo>
                  <a:pt x="272" y="201"/>
                </a:lnTo>
                <a:lnTo>
                  <a:pt x="280" y="213"/>
                </a:lnTo>
                <a:lnTo>
                  <a:pt x="282" y="226"/>
                </a:lnTo>
                <a:lnTo>
                  <a:pt x="288" y="229"/>
                </a:lnTo>
                <a:lnTo>
                  <a:pt x="292" y="226"/>
                </a:lnTo>
                <a:lnTo>
                  <a:pt x="296" y="213"/>
                </a:lnTo>
                <a:lnTo>
                  <a:pt x="296" y="181"/>
                </a:lnTo>
                <a:lnTo>
                  <a:pt x="299" y="155"/>
                </a:lnTo>
                <a:lnTo>
                  <a:pt x="301" y="122"/>
                </a:lnTo>
                <a:lnTo>
                  <a:pt x="302" y="99"/>
                </a:lnTo>
                <a:lnTo>
                  <a:pt x="302" y="87"/>
                </a:lnTo>
                <a:lnTo>
                  <a:pt x="304" y="74"/>
                </a:lnTo>
                <a:lnTo>
                  <a:pt x="301" y="62"/>
                </a:lnTo>
                <a:lnTo>
                  <a:pt x="296" y="57"/>
                </a:lnTo>
                <a:lnTo>
                  <a:pt x="290" y="53"/>
                </a:lnTo>
                <a:lnTo>
                  <a:pt x="282" y="56"/>
                </a:lnTo>
                <a:lnTo>
                  <a:pt x="264" y="62"/>
                </a:lnTo>
                <a:lnTo>
                  <a:pt x="260" y="64"/>
                </a:lnTo>
                <a:lnTo>
                  <a:pt x="254" y="59"/>
                </a:lnTo>
                <a:lnTo>
                  <a:pt x="246" y="53"/>
                </a:lnTo>
                <a:lnTo>
                  <a:pt x="242" y="53"/>
                </a:lnTo>
                <a:lnTo>
                  <a:pt x="238" y="56"/>
                </a:lnTo>
                <a:lnTo>
                  <a:pt x="225" y="78"/>
                </a:lnTo>
                <a:lnTo>
                  <a:pt x="221" y="80"/>
                </a:lnTo>
                <a:lnTo>
                  <a:pt x="215" y="78"/>
                </a:lnTo>
                <a:lnTo>
                  <a:pt x="204" y="70"/>
                </a:lnTo>
                <a:lnTo>
                  <a:pt x="192" y="67"/>
                </a:lnTo>
                <a:lnTo>
                  <a:pt x="182" y="67"/>
                </a:lnTo>
                <a:lnTo>
                  <a:pt x="172" y="70"/>
                </a:lnTo>
                <a:lnTo>
                  <a:pt x="164" y="76"/>
                </a:lnTo>
                <a:lnTo>
                  <a:pt x="159" y="75"/>
                </a:lnTo>
                <a:lnTo>
                  <a:pt x="147" y="74"/>
                </a:lnTo>
                <a:lnTo>
                  <a:pt x="122" y="67"/>
                </a:lnTo>
                <a:lnTo>
                  <a:pt x="113" y="56"/>
                </a:lnTo>
                <a:lnTo>
                  <a:pt x="101" y="53"/>
                </a:lnTo>
                <a:lnTo>
                  <a:pt x="77" y="47"/>
                </a:lnTo>
                <a:lnTo>
                  <a:pt x="72" y="40"/>
                </a:lnTo>
                <a:lnTo>
                  <a:pt x="67" y="32"/>
                </a:lnTo>
                <a:lnTo>
                  <a:pt x="63" y="28"/>
                </a:lnTo>
                <a:lnTo>
                  <a:pt x="55" y="32"/>
                </a:lnTo>
                <a:lnTo>
                  <a:pt x="51" y="35"/>
                </a:lnTo>
                <a:lnTo>
                  <a:pt x="37" y="37"/>
                </a:lnTo>
                <a:lnTo>
                  <a:pt x="26" y="34"/>
                </a:lnTo>
                <a:lnTo>
                  <a:pt x="18" y="28"/>
                </a:lnTo>
                <a:lnTo>
                  <a:pt x="14" y="9"/>
                </a:lnTo>
                <a:lnTo>
                  <a:pt x="10" y="1"/>
                </a:lnTo>
                <a:lnTo>
                  <a:pt x="9" y="0"/>
                </a:lnTo>
                <a:lnTo>
                  <a:pt x="8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31" name="Freeform 53"/>
          <p:cNvSpPr>
            <a:spLocks/>
          </p:cNvSpPr>
          <p:nvPr/>
        </p:nvSpPr>
        <p:spPr bwMode="auto">
          <a:xfrm>
            <a:off x="6573901" y="4937543"/>
            <a:ext cx="795337" cy="672944"/>
          </a:xfrm>
          <a:custGeom>
            <a:avLst/>
            <a:gdLst/>
            <a:ahLst/>
            <a:cxnLst>
              <a:cxn ang="0">
                <a:pos x="1070" y="2590"/>
              </a:cxn>
              <a:cxn ang="0">
                <a:pos x="778" y="2674"/>
              </a:cxn>
              <a:cxn ang="0">
                <a:pos x="554" y="2794"/>
              </a:cxn>
              <a:cxn ang="0">
                <a:pos x="370" y="2663"/>
              </a:cxn>
              <a:cxn ang="0">
                <a:pos x="264" y="2216"/>
              </a:cxn>
              <a:cxn ang="0">
                <a:pos x="55" y="1856"/>
              </a:cxn>
              <a:cxn ang="0">
                <a:pos x="107" y="1810"/>
              </a:cxn>
              <a:cxn ang="0">
                <a:pos x="31" y="1563"/>
              </a:cxn>
              <a:cxn ang="0">
                <a:pos x="65" y="1433"/>
              </a:cxn>
              <a:cxn ang="0">
                <a:pos x="337" y="1163"/>
              </a:cxn>
              <a:cxn ang="0">
                <a:pos x="601" y="1073"/>
              </a:cxn>
              <a:cxn ang="0">
                <a:pos x="814" y="793"/>
              </a:cxn>
              <a:cxn ang="0">
                <a:pos x="924" y="706"/>
              </a:cxn>
              <a:cxn ang="0">
                <a:pos x="1003" y="616"/>
              </a:cxn>
              <a:cxn ang="0">
                <a:pos x="1049" y="512"/>
              </a:cxn>
              <a:cxn ang="0">
                <a:pos x="1148" y="465"/>
              </a:cxn>
              <a:cxn ang="0">
                <a:pos x="1204" y="349"/>
              </a:cxn>
              <a:cxn ang="0">
                <a:pos x="1330" y="347"/>
              </a:cxn>
              <a:cxn ang="0">
                <a:pos x="1458" y="466"/>
              </a:cxn>
              <a:cxn ang="0">
                <a:pos x="1587" y="421"/>
              </a:cxn>
              <a:cxn ang="0">
                <a:pos x="1616" y="294"/>
              </a:cxn>
              <a:cxn ang="0">
                <a:pos x="1697" y="188"/>
              </a:cxn>
              <a:cxn ang="0">
                <a:pos x="1864" y="132"/>
              </a:cxn>
              <a:cxn ang="0">
                <a:pos x="2003" y="110"/>
              </a:cxn>
              <a:cxn ang="0">
                <a:pos x="2219" y="139"/>
              </a:cxn>
              <a:cxn ang="0">
                <a:pos x="2298" y="142"/>
              </a:cxn>
              <a:cxn ang="0">
                <a:pos x="2260" y="249"/>
              </a:cxn>
              <a:cxn ang="0">
                <a:pos x="2197" y="415"/>
              </a:cxn>
              <a:cxn ang="0">
                <a:pos x="2407" y="593"/>
              </a:cxn>
              <a:cxn ang="0">
                <a:pos x="2640" y="751"/>
              </a:cxn>
              <a:cxn ang="0">
                <a:pos x="2822" y="410"/>
              </a:cxn>
              <a:cxn ang="0">
                <a:pos x="2863" y="128"/>
              </a:cxn>
              <a:cxn ang="0">
                <a:pos x="3000" y="135"/>
              </a:cxn>
              <a:cxn ang="0">
                <a:pos x="3045" y="268"/>
              </a:cxn>
              <a:cxn ang="0">
                <a:pos x="3142" y="430"/>
              </a:cxn>
              <a:cxn ang="0">
                <a:pos x="3203" y="616"/>
              </a:cxn>
              <a:cxn ang="0">
                <a:pos x="3311" y="941"/>
              </a:cxn>
              <a:cxn ang="0">
                <a:pos x="3457" y="1040"/>
              </a:cxn>
              <a:cxn ang="0">
                <a:pos x="3539" y="1161"/>
              </a:cxn>
              <a:cxn ang="0">
                <a:pos x="3623" y="1367"/>
              </a:cxn>
              <a:cxn ang="0">
                <a:pos x="3703" y="1364"/>
              </a:cxn>
              <a:cxn ang="0">
                <a:pos x="3750" y="1520"/>
              </a:cxn>
              <a:cxn ang="0">
                <a:pos x="3867" y="1756"/>
              </a:cxn>
              <a:cxn ang="0">
                <a:pos x="3855" y="2066"/>
              </a:cxn>
              <a:cxn ang="0">
                <a:pos x="3706" y="2446"/>
              </a:cxn>
              <a:cxn ang="0">
                <a:pos x="3575" y="2594"/>
              </a:cxn>
              <a:cxn ang="0">
                <a:pos x="3485" y="2762"/>
              </a:cxn>
              <a:cxn ang="0">
                <a:pos x="3345" y="2984"/>
              </a:cxn>
              <a:cxn ang="0">
                <a:pos x="3107" y="3102"/>
              </a:cxn>
              <a:cxn ang="0">
                <a:pos x="3018" y="3006"/>
              </a:cxn>
              <a:cxn ang="0">
                <a:pos x="2882" y="3052"/>
              </a:cxn>
              <a:cxn ang="0">
                <a:pos x="2654" y="2945"/>
              </a:cxn>
              <a:cxn ang="0">
                <a:pos x="2534" y="2715"/>
              </a:cxn>
              <a:cxn ang="0">
                <a:pos x="2462" y="2666"/>
              </a:cxn>
              <a:cxn ang="0">
                <a:pos x="2391" y="2586"/>
              </a:cxn>
              <a:cxn ang="0">
                <a:pos x="2387" y="2448"/>
              </a:cxn>
              <a:cxn ang="0">
                <a:pos x="2257" y="2525"/>
              </a:cxn>
              <a:cxn ang="0">
                <a:pos x="2113" y="2425"/>
              </a:cxn>
              <a:cxn ang="0">
                <a:pos x="2010" y="2315"/>
              </a:cxn>
              <a:cxn ang="0">
                <a:pos x="1745" y="2277"/>
              </a:cxn>
            </a:cxnLst>
            <a:rect l="0" t="0" r="r" b="b"/>
            <a:pathLst>
              <a:path w="3890" h="3105">
                <a:moveTo>
                  <a:pt x="1593" y="2296"/>
                </a:moveTo>
                <a:lnTo>
                  <a:pt x="1524" y="2331"/>
                </a:lnTo>
                <a:lnTo>
                  <a:pt x="1418" y="2373"/>
                </a:lnTo>
                <a:lnTo>
                  <a:pt x="1381" y="2379"/>
                </a:lnTo>
                <a:lnTo>
                  <a:pt x="1310" y="2379"/>
                </a:lnTo>
                <a:lnTo>
                  <a:pt x="1242" y="2425"/>
                </a:lnTo>
                <a:lnTo>
                  <a:pt x="1205" y="2461"/>
                </a:lnTo>
                <a:lnTo>
                  <a:pt x="1175" y="2447"/>
                </a:lnTo>
                <a:lnTo>
                  <a:pt x="1162" y="2455"/>
                </a:lnTo>
                <a:lnTo>
                  <a:pt x="1155" y="2474"/>
                </a:lnTo>
                <a:lnTo>
                  <a:pt x="1140" y="2526"/>
                </a:lnTo>
                <a:lnTo>
                  <a:pt x="1123" y="2568"/>
                </a:lnTo>
                <a:lnTo>
                  <a:pt x="1094" y="2603"/>
                </a:lnTo>
                <a:lnTo>
                  <a:pt x="1088" y="2600"/>
                </a:lnTo>
                <a:lnTo>
                  <a:pt x="1070" y="2590"/>
                </a:lnTo>
                <a:lnTo>
                  <a:pt x="1029" y="2596"/>
                </a:lnTo>
                <a:lnTo>
                  <a:pt x="1016" y="2616"/>
                </a:lnTo>
                <a:lnTo>
                  <a:pt x="999" y="2618"/>
                </a:lnTo>
                <a:lnTo>
                  <a:pt x="971" y="2597"/>
                </a:lnTo>
                <a:lnTo>
                  <a:pt x="947" y="2605"/>
                </a:lnTo>
                <a:lnTo>
                  <a:pt x="920" y="2622"/>
                </a:lnTo>
                <a:lnTo>
                  <a:pt x="902" y="2614"/>
                </a:lnTo>
                <a:lnTo>
                  <a:pt x="879" y="2605"/>
                </a:lnTo>
                <a:lnTo>
                  <a:pt x="867" y="2608"/>
                </a:lnTo>
                <a:lnTo>
                  <a:pt x="846" y="2635"/>
                </a:lnTo>
                <a:lnTo>
                  <a:pt x="834" y="2639"/>
                </a:lnTo>
                <a:lnTo>
                  <a:pt x="806" y="2635"/>
                </a:lnTo>
                <a:lnTo>
                  <a:pt x="789" y="2641"/>
                </a:lnTo>
                <a:lnTo>
                  <a:pt x="780" y="2650"/>
                </a:lnTo>
                <a:lnTo>
                  <a:pt x="778" y="2674"/>
                </a:lnTo>
                <a:lnTo>
                  <a:pt x="781" y="2701"/>
                </a:lnTo>
                <a:lnTo>
                  <a:pt x="780" y="2713"/>
                </a:lnTo>
                <a:lnTo>
                  <a:pt x="773" y="2719"/>
                </a:lnTo>
                <a:lnTo>
                  <a:pt x="764" y="2724"/>
                </a:lnTo>
                <a:lnTo>
                  <a:pt x="750" y="2718"/>
                </a:lnTo>
                <a:lnTo>
                  <a:pt x="719" y="2701"/>
                </a:lnTo>
                <a:lnTo>
                  <a:pt x="690" y="2759"/>
                </a:lnTo>
                <a:lnTo>
                  <a:pt x="671" y="2775"/>
                </a:lnTo>
                <a:lnTo>
                  <a:pt x="652" y="2773"/>
                </a:lnTo>
                <a:lnTo>
                  <a:pt x="628" y="2777"/>
                </a:lnTo>
                <a:lnTo>
                  <a:pt x="612" y="2784"/>
                </a:lnTo>
                <a:lnTo>
                  <a:pt x="596" y="2805"/>
                </a:lnTo>
                <a:lnTo>
                  <a:pt x="587" y="2805"/>
                </a:lnTo>
                <a:lnTo>
                  <a:pt x="568" y="2796"/>
                </a:lnTo>
                <a:lnTo>
                  <a:pt x="554" y="2794"/>
                </a:lnTo>
                <a:lnTo>
                  <a:pt x="542" y="2799"/>
                </a:lnTo>
                <a:lnTo>
                  <a:pt x="528" y="2813"/>
                </a:lnTo>
                <a:lnTo>
                  <a:pt x="520" y="2810"/>
                </a:lnTo>
                <a:lnTo>
                  <a:pt x="508" y="2794"/>
                </a:lnTo>
                <a:lnTo>
                  <a:pt x="500" y="2793"/>
                </a:lnTo>
                <a:lnTo>
                  <a:pt x="482" y="2801"/>
                </a:lnTo>
                <a:lnTo>
                  <a:pt x="473" y="2801"/>
                </a:lnTo>
                <a:lnTo>
                  <a:pt x="454" y="2784"/>
                </a:lnTo>
                <a:lnTo>
                  <a:pt x="417" y="2752"/>
                </a:lnTo>
                <a:lnTo>
                  <a:pt x="398" y="2754"/>
                </a:lnTo>
                <a:lnTo>
                  <a:pt x="390" y="2762"/>
                </a:lnTo>
                <a:lnTo>
                  <a:pt x="385" y="2754"/>
                </a:lnTo>
                <a:lnTo>
                  <a:pt x="359" y="2696"/>
                </a:lnTo>
                <a:lnTo>
                  <a:pt x="361" y="2677"/>
                </a:lnTo>
                <a:lnTo>
                  <a:pt x="370" y="2663"/>
                </a:lnTo>
                <a:lnTo>
                  <a:pt x="382" y="2661"/>
                </a:lnTo>
                <a:lnTo>
                  <a:pt x="407" y="2659"/>
                </a:lnTo>
                <a:lnTo>
                  <a:pt x="421" y="2646"/>
                </a:lnTo>
                <a:lnTo>
                  <a:pt x="413" y="2625"/>
                </a:lnTo>
                <a:lnTo>
                  <a:pt x="387" y="2577"/>
                </a:lnTo>
                <a:lnTo>
                  <a:pt x="393" y="2503"/>
                </a:lnTo>
                <a:lnTo>
                  <a:pt x="389" y="2478"/>
                </a:lnTo>
                <a:lnTo>
                  <a:pt x="370" y="2445"/>
                </a:lnTo>
                <a:lnTo>
                  <a:pt x="346" y="2418"/>
                </a:lnTo>
                <a:lnTo>
                  <a:pt x="322" y="2379"/>
                </a:lnTo>
                <a:lnTo>
                  <a:pt x="308" y="2342"/>
                </a:lnTo>
                <a:lnTo>
                  <a:pt x="300" y="2334"/>
                </a:lnTo>
                <a:lnTo>
                  <a:pt x="269" y="2307"/>
                </a:lnTo>
                <a:lnTo>
                  <a:pt x="271" y="2272"/>
                </a:lnTo>
                <a:lnTo>
                  <a:pt x="264" y="2216"/>
                </a:lnTo>
                <a:lnTo>
                  <a:pt x="260" y="2177"/>
                </a:lnTo>
                <a:lnTo>
                  <a:pt x="258" y="2168"/>
                </a:lnTo>
                <a:lnTo>
                  <a:pt x="230" y="2151"/>
                </a:lnTo>
                <a:lnTo>
                  <a:pt x="210" y="2122"/>
                </a:lnTo>
                <a:lnTo>
                  <a:pt x="200" y="2082"/>
                </a:lnTo>
                <a:lnTo>
                  <a:pt x="192" y="2078"/>
                </a:lnTo>
                <a:lnTo>
                  <a:pt x="160" y="2053"/>
                </a:lnTo>
                <a:lnTo>
                  <a:pt x="155" y="2037"/>
                </a:lnTo>
                <a:lnTo>
                  <a:pt x="155" y="2009"/>
                </a:lnTo>
                <a:lnTo>
                  <a:pt x="144" y="1978"/>
                </a:lnTo>
                <a:lnTo>
                  <a:pt x="76" y="1918"/>
                </a:lnTo>
                <a:lnTo>
                  <a:pt x="40" y="1878"/>
                </a:lnTo>
                <a:lnTo>
                  <a:pt x="33" y="1862"/>
                </a:lnTo>
                <a:lnTo>
                  <a:pt x="34" y="1851"/>
                </a:lnTo>
                <a:lnTo>
                  <a:pt x="55" y="1856"/>
                </a:lnTo>
                <a:lnTo>
                  <a:pt x="76" y="1875"/>
                </a:lnTo>
                <a:lnTo>
                  <a:pt x="97" y="1890"/>
                </a:lnTo>
                <a:lnTo>
                  <a:pt x="92" y="1873"/>
                </a:lnTo>
                <a:lnTo>
                  <a:pt x="76" y="1862"/>
                </a:lnTo>
                <a:lnTo>
                  <a:pt x="54" y="1834"/>
                </a:lnTo>
                <a:lnTo>
                  <a:pt x="39" y="1812"/>
                </a:lnTo>
                <a:lnTo>
                  <a:pt x="33" y="1795"/>
                </a:lnTo>
                <a:lnTo>
                  <a:pt x="31" y="1771"/>
                </a:lnTo>
                <a:lnTo>
                  <a:pt x="42" y="1756"/>
                </a:lnTo>
                <a:lnTo>
                  <a:pt x="65" y="1775"/>
                </a:lnTo>
                <a:lnTo>
                  <a:pt x="76" y="1793"/>
                </a:lnTo>
                <a:lnTo>
                  <a:pt x="81" y="1820"/>
                </a:lnTo>
                <a:lnTo>
                  <a:pt x="88" y="1835"/>
                </a:lnTo>
                <a:lnTo>
                  <a:pt x="98" y="1815"/>
                </a:lnTo>
                <a:lnTo>
                  <a:pt x="107" y="1810"/>
                </a:lnTo>
                <a:lnTo>
                  <a:pt x="111" y="1817"/>
                </a:lnTo>
                <a:lnTo>
                  <a:pt x="110" y="1850"/>
                </a:lnTo>
                <a:lnTo>
                  <a:pt x="114" y="1867"/>
                </a:lnTo>
                <a:lnTo>
                  <a:pt x="133" y="1869"/>
                </a:lnTo>
                <a:lnTo>
                  <a:pt x="136" y="1862"/>
                </a:lnTo>
                <a:lnTo>
                  <a:pt x="133" y="1815"/>
                </a:lnTo>
                <a:lnTo>
                  <a:pt x="100" y="1764"/>
                </a:lnTo>
                <a:lnTo>
                  <a:pt x="37" y="1704"/>
                </a:lnTo>
                <a:lnTo>
                  <a:pt x="23" y="1677"/>
                </a:lnTo>
                <a:lnTo>
                  <a:pt x="26" y="1656"/>
                </a:lnTo>
                <a:lnTo>
                  <a:pt x="32" y="1623"/>
                </a:lnTo>
                <a:lnTo>
                  <a:pt x="45" y="1588"/>
                </a:lnTo>
                <a:lnTo>
                  <a:pt x="45" y="1567"/>
                </a:lnTo>
                <a:lnTo>
                  <a:pt x="38" y="1560"/>
                </a:lnTo>
                <a:lnTo>
                  <a:pt x="31" y="1563"/>
                </a:lnTo>
                <a:lnTo>
                  <a:pt x="30" y="1588"/>
                </a:lnTo>
                <a:lnTo>
                  <a:pt x="20" y="1616"/>
                </a:lnTo>
                <a:lnTo>
                  <a:pt x="0" y="1617"/>
                </a:lnTo>
                <a:lnTo>
                  <a:pt x="0" y="1597"/>
                </a:lnTo>
                <a:lnTo>
                  <a:pt x="6" y="1563"/>
                </a:lnTo>
                <a:lnTo>
                  <a:pt x="8" y="1552"/>
                </a:lnTo>
                <a:lnTo>
                  <a:pt x="20" y="1519"/>
                </a:lnTo>
                <a:lnTo>
                  <a:pt x="4" y="1436"/>
                </a:lnTo>
                <a:lnTo>
                  <a:pt x="4" y="1431"/>
                </a:lnTo>
                <a:lnTo>
                  <a:pt x="29" y="1397"/>
                </a:lnTo>
                <a:lnTo>
                  <a:pt x="37" y="1348"/>
                </a:lnTo>
                <a:lnTo>
                  <a:pt x="44" y="1330"/>
                </a:lnTo>
                <a:lnTo>
                  <a:pt x="54" y="1348"/>
                </a:lnTo>
                <a:lnTo>
                  <a:pt x="62" y="1394"/>
                </a:lnTo>
                <a:lnTo>
                  <a:pt x="65" y="1433"/>
                </a:lnTo>
                <a:lnTo>
                  <a:pt x="103" y="1419"/>
                </a:lnTo>
                <a:lnTo>
                  <a:pt x="114" y="1391"/>
                </a:lnTo>
                <a:lnTo>
                  <a:pt x="123" y="1354"/>
                </a:lnTo>
                <a:lnTo>
                  <a:pt x="131" y="1348"/>
                </a:lnTo>
                <a:lnTo>
                  <a:pt x="168" y="1316"/>
                </a:lnTo>
                <a:lnTo>
                  <a:pt x="217" y="1259"/>
                </a:lnTo>
                <a:lnTo>
                  <a:pt x="235" y="1221"/>
                </a:lnTo>
                <a:lnTo>
                  <a:pt x="259" y="1209"/>
                </a:lnTo>
                <a:lnTo>
                  <a:pt x="269" y="1188"/>
                </a:lnTo>
                <a:lnTo>
                  <a:pt x="282" y="1163"/>
                </a:lnTo>
                <a:lnTo>
                  <a:pt x="298" y="1150"/>
                </a:lnTo>
                <a:lnTo>
                  <a:pt x="303" y="1153"/>
                </a:lnTo>
                <a:lnTo>
                  <a:pt x="303" y="1176"/>
                </a:lnTo>
                <a:lnTo>
                  <a:pt x="314" y="1179"/>
                </a:lnTo>
                <a:lnTo>
                  <a:pt x="337" y="1163"/>
                </a:lnTo>
                <a:lnTo>
                  <a:pt x="350" y="1174"/>
                </a:lnTo>
                <a:lnTo>
                  <a:pt x="363" y="1176"/>
                </a:lnTo>
                <a:lnTo>
                  <a:pt x="383" y="1167"/>
                </a:lnTo>
                <a:lnTo>
                  <a:pt x="400" y="1154"/>
                </a:lnTo>
                <a:lnTo>
                  <a:pt x="411" y="1140"/>
                </a:lnTo>
                <a:lnTo>
                  <a:pt x="418" y="1125"/>
                </a:lnTo>
                <a:lnTo>
                  <a:pt x="475" y="1118"/>
                </a:lnTo>
                <a:lnTo>
                  <a:pt x="495" y="1108"/>
                </a:lnTo>
                <a:lnTo>
                  <a:pt x="508" y="1091"/>
                </a:lnTo>
                <a:lnTo>
                  <a:pt x="512" y="1068"/>
                </a:lnTo>
                <a:lnTo>
                  <a:pt x="529" y="1054"/>
                </a:lnTo>
                <a:lnTo>
                  <a:pt x="542" y="1054"/>
                </a:lnTo>
                <a:lnTo>
                  <a:pt x="553" y="1061"/>
                </a:lnTo>
                <a:lnTo>
                  <a:pt x="571" y="1078"/>
                </a:lnTo>
                <a:lnTo>
                  <a:pt x="601" y="1073"/>
                </a:lnTo>
                <a:lnTo>
                  <a:pt x="627" y="1053"/>
                </a:lnTo>
                <a:lnTo>
                  <a:pt x="665" y="1038"/>
                </a:lnTo>
                <a:lnTo>
                  <a:pt x="712" y="1013"/>
                </a:lnTo>
                <a:lnTo>
                  <a:pt x="732" y="989"/>
                </a:lnTo>
                <a:lnTo>
                  <a:pt x="744" y="957"/>
                </a:lnTo>
                <a:lnTo>
                  <a:pt x="756" y="924"/>
                </a:lnTo>
                <a:lnTo>
                  <a:pt x="767" y="902"/>
                </a:lnTo>
                <a:lnTo>
                  <a:pt x="789" y="878"/>
                </a:lnTo>
                <a:lnTo>
                  <a:pt x="811" y="860"/>
                </a:lnTo>
                <a:lnTo>
                  <a:pt x="824" y="855"/>
                </a:lnTo>
                <a:lnTo>
                  <a:pt x="846" y="844"/>
                </a:lnTo>
                <a:lnTo>
                  <a:pt x="852" y="834"/>
                </a:lnTo>
                <a:lnTo>
                  <a:pt x="849" y="827"/>
                </a:lnTo>
                <a:lnTo>
                  <a:pt x="833" y="815"/>
                </a:lnTo>
                <a:lnTo>
                  <a:pt x="814" y="793"/>
                </a:lnTo>
                <a:lnTo>
                  <a:pt x="804" y="773"/>
                </a:lnTo>
                <a:lnTo>
                  <a:pt x="799" y="756"/>
                </a:lnTo>
                <a:lnTo>
                  <a:pt x="822" y="738"/>
                </a:lnTo>
                <a:lnTo>
                  <a:pt x="828" y="724"/>
                </a:lnTo>
                <a:lnTo>
                  <a:pt x="826" y="700"/>
                </a:lnTo>
                <a:lnTo>
                  <a:pt x="836" y="693"/>
                </a:lnTo>
                <a:lnTo>
                  <a:pt x="855" y="687"/>
                </a:lnTo>
                <a:lnTo>
                  <a:pt x="856" y="672"/>
                </a:lnTo>
                <a:lnTo>
                  <a:pt x="867" y="637"/>
                </a:lnTo>
                <a:lnTo>
                  <a:pt x="880" y="628"/>
                </a:lnTo>
                <a:lnTo>
                  <a:pt x="904" y="623"/>
                </a:lnTo>
                <a:lnTo>
                  <a:pt x="902" y="637"/>
                </a:lnTo>
                <a:lnTo>
                  <a:pt x="904" y="669"/>
                </a:lnTo>
                <a:lnTo>
                  <a:pt x="916" y="693"/>
                </a:lnTo>
                <a:lnTo>
                  <a:pt x="924" y="706"/>
                </a:lnTo>
                <a:lnTo>
                  <a:pt x="935" y="720"/>
                </a:lnTo>
                <a:lnTo>
                  <a:pt x="950" y="767"/>
                </a:lnTo>
                <a:lnTo>
                  <a:pt x="953" y="776"/>
                </a:lnTo>
                <a:lnTo>
                  <a:pt x="958" y="776"/>
                </a:lnTo>
                <a:lnTo>
                  <a:pt x="958" y="741"/>
                </a:lnTo>
                <a:lnTo>
                  <a:pt x="960" y="701"/>
                </a:lnTo>
                <a:lnTo>
                  <a:pt x="969" y="695"/>
                </a:lnTo>
                <a:lnTo>
                  <a:pt x="981" y="706"/>
                </a:lnTo>
                <a:lnTo>
                  <a:pt x="987" y="687"/>
                </a:lnTo>
                <a:lnTo>
                  <a:pt x="982" y="673"/>
                </a:lnTo>
                <a:lnTo>
                  <a:pt x="964" y="658"/>
                </a:lnTo>
                <a:lnTo>
                  <a:pt x="954" y="633"/>
                </a:lnTo>
                <a:lnTo>
                  <a:pt x="958" y="615"/>
                </a:lnTo>
                <a:lnTo>
                  <a:pt x="981" y="603"/>
                </a:lnTo>
                <a:lnTo>
                  <a:pt x="1003" y="616"/>
                </a:lnTo>
                <a:lnTo>
                  <a:pt x="1016" y="637"/>
                </a:lnTo>
                <a:lnTo>
                  <a:pt x="1029" y="643"/>
                </a:lnTo>
                <a:lnTo>
                  <a:pt x="1042" y="640"/>
                </a:lnTo>
                <a:lnTo>
                  <a:pt x="1047" y="613"/>
                </a:lnTo>
                <a:lnTo>
                  <a:pt x="1047" y="608"/>
                </a:lnTo>
                <a:lnTo>
                  <a:pt x="1044" y="593"/>
                </a:lnTo>
                <a:lnTo>
                  <a:pt x="1068" y="557"/>
                </a:lnTo>
                <a:lnTo>
                  <a:pt x="1065" y="549"/>
                </a:lnTo>
                <a:lnTo>
                  <a:pt x="1053" y="553"/>
                </a:lnTo>
                <a:lnTo>
                  <a:pt x="1042" y="570"/>
                </a:lnTo>
                <a:lnTo>
                  <a:pt x="1027" y="580"/>
                </a:lnTo>
                <a:lnTo>
                  <a:pt x="1016" y="569"/>
                </a:lnTo>
                <a:lnTo>
                  <a:pt x="1025" y="544"/>
                </a:lnTo>
                <a:lnTo>
                  <a:pt x="1038" y="523"/>
                </a:lnTo>
                <a:lnTo>
                  <a:pt x="1049" y="512"/>
                </a:lnTo>
                <a:lnTo>
                  <a:pt x="1070" y="506"/>
                </a:lnTo>
                <a:lnTo>
                  <a:pt x="1085" y="512"/>
                </a:lnTo>
                <a:lnTo>
                  <a:pt x="1106" y="523"/>
                </a:lnTo>
                <a:lnTo>
                  <a:pt x="1117" y="534"/>
                </a:lnTo>
                <a:lnTo>
                  <a:pt x="1129" y="534"/>
                </a:lnTo>
                <a:lnTo>
                  <a:pt x="1130" y="524"/>
                </a:lnTo>
                <a:lnTo>
                  <a:pt x="1115" y="506"/>
                </a:lnTo>
                <a:lnTo>
                  <a:pt x="1098" y="491"/>
                </a:lnTo>
                <a:lnTo>
                  <a:pt x="1093" y="470"/>
                </a:lnTo>
                <a:lnTo>
                  <a:pt x="1115" y="470"/>
                </a:lnTo>
                <a:lnTo>
                  <a:pt x="1123" y="477"/>
                </a:lnTo>
                <a:lnTo>
                  <a:pt x="1148" y="489"/>
                </a:lnTo>
                <a:lnTo>
                  <a:pt x="1155" y="486"/>
                </a:lnTo>
                <a:lnTo>
                  <a:pt x="1156" y="474"/>
                </a:lnTo>
                <a:lnTo>
                  <a:pt x="1148" y="465"/>
                </a:lnTo>
                <a:lnTo>
                  <a:pt x="1127" y="457"/>
                </a:lnTo>
                <a:lnTo>
                  <a:pt x="1106" y="443"/>
                </a:lnTo>
                <a:lnTo>
                  <a:pt x="1106" y="432"/>
                </a:lnTo>
                <a:lnTo>
                  <a:pt x="1112" y="424"/>
                </a:lnTo>
                <a:lnTo>
                  <a:pt x="1143" y="408"/>
                </a:lnTo>
                <a:lnTo>
                  <a:pt x="1153" y="399"/>
                </a:lnTo>
                <a:lnTo>
                  <a:pt x="1165" y="391"/>
                </a:lnTo>
                <a:lnTo>
                  <a:pt x="1174" y="396"/>
                </a:lnTo>
                <a:lnTo>
                  <a:pt x="1177" y="418"/>
                </a:lnTo>
                <a:lnTo>
                  <a:pt x="1182" y="426"/>
                </a:lnTo>
                <a:lnTo>
                  <a:pt x="1196" y="424"/>
                </a:lnTo>
                <a:lnTo>
                  <a:pt x="1202" y="408"/>
                </a:lnTo>
                <a:lnTo>
                  <a:pt x="1200" y="382"/>
                </a:lnTo>
                <a:lnTo>
                  <a:pt x="1196" y="374"/>
                </a:lnTo>
                <a:lnTo>
                  <a:pt x="1204" y="349"/>
                </a:lnTo>
                <a:lnTo>
                  <a:pt x="1209" y="352"/>
                </a:lnTo>
                <a:lnTo>
                  <a:pt x="1209" y="371"/>
                </a:lnTo>
                <a:lnTo>
                  <a:pt x="1230" y="357"/>
                </a:lnTo>
                <a:lnTo>
                  <a:pt x="1237" y="357"/>
                </a:lnTo>
                <a:lnTo>
                  <a:pt x="1245" y="374"/>
                </a:lnTo>
                <a:lnTo>
                  <a:pt x="1256" y="377"/>
                </a:lnTo>
                <a:lnTo>
                  <a:pt x="1276" y="363"/>
                </a:lnTo>
                <a:lnTo>
                  <a:pt x="1278" y="341"/>
                </a:lnTo>
                <a:lnTo>
                  <a:pt x="1274" y="338"/>
                </a:lnTo>
                <a:lnTo>
                  <a:pt x="1265" y="334"/>
                </a:lnTo>
                <a:lnTo>
                  <a:pt x="1265" y="330"/>
                </a:lnTo>
                <a:lnTo>
                  <a:pt x="1277" y="321"/>
                </a:lnTo>
                <a:lnTo>
                  <a:pt x="1298" y="330"/>
                </a:lnTo>
                <a:lnTo>
                  <a:pt x="1308" y="345"/>
                </a:lnTo>
                <a:lnTo>
                  <a:pt x="1330" y="347"/>
                </a:lnTo>
                <a:lnTo>
                  <a:pt x="1360" y="357"/>
                </a:lnTo>
                <a:lnTo>
                  <a:pt x="1382" y="387"/>
                </a:lnTo>
                <a:lnTo>
                  <a:pt x="1400" y="399"/>
                </a:lnTo>
                <a:lnTo>
                  <a:pt x="1422" y="410"/>
                </a:lnTo>
                <a:lnTo>
                  <a:pt x="1422" y="418"/>
                </a:lnTo>
                <a:lnTo>
                  <a:pt x="1418" y="426"/>
                </a:lnTo>
                <a:lnTo>
                  <a:pt x="1402" y="450"/>
                </a:lnTo>
                <a:lnTo>
                  <a:pt x="1402" y="454"/>
                </a:lnTo>
                <a:lnTo>
                  <a:pt x="1400" y="462"/>
                </a:lnTo>
                <a:lnTo>
                  <a:pt x="1405" y="525"/>
                </a:lnTo>
                <a:lnTo>
                  <a:pt x="1429" y="527"/>
                </a:lnTo>
                <a:lnTo>
                  <a:pt x="1442" y="523"/>
                </a:lnTo>
                <a:lnTo>
                  <a:pt x="1433" y="484"/>
                </a:lnTo>
                <a:lnTo>
                  <a:pt x="1434" y="470"/>
                </a:lnTo>
                <a:lnTo>
                  <a:pt x="1458" y="466"/>
                </a:lnTo>
                <a:lnTo>
                  <a:pt x="1463" y="438"/>
                </a:lnTo>
                <a:lnTo>
                  <a:pt x="1481" y="432"/>
                </a:lnTo>
                <a:lnTo>
                  <a:pt x="1497" y="438"/>
                </a:lnTo>
                <a:lnTo>
                  <a:pt x="1502" y="451"/>
                </a:lnTo>
                <a:lnTo>
                  <a:pt x="1524" y="443"/>
                </a:lnTo>
                <a:lnTo>
                  <a:pt x="1533" y="442"/>
                </a:lnTo>
                <a:lnTo>
                  <a:pt x="1541" y="450"/>
                </a:lnTo>
                <a:lnTo>
                  <a:pt x="1558" y="472"/>
                </a:lnTo>
                <a:lnTo>
                  <a:pt x="1558" y="477"/>
                </a:lnTo>
                <a:lnTo>
                  <a:pt x="1564" y="467"/>
                </a:lnTo>
                <a:lnTo>
                  <a:pt x="1574" y="459"/>
                </a:lnTo>
                <a:lnTo>
                  <a:pt x="1571" y="436"/>
                </a:lnTo>
                <a:lnTo>
                  <a:pt x="1593" y="432"/>
                </a:lnTo>
                <a:lnTo>
                  <a:pt x="1592" y="430"/>
                </a:lnTo>
                <a:lnTo>
                  <a:pt x="1587" y="421"/>
                </a:lnTo>
                <a:lnTo>
                  <a:pt x="1593" y="405"/>
                </a:lnTo>
                <a:lnTo>
                  <a:pt x="1590" y="396"/>
                </a:lnTo>
                <a:lnTo>
                  <a:pt x="1581" y="397"/>
                </a:lnTo>
                <a:lnTo>
                  <a:pt x="1564" y="407"/>
                </a:lnTo>
                <a:lnTo>
                  <a:pt x="1554" y="404"/>
                </a:lnTo>
                <a:lnTo>
                  <a:pt x="1547" y="393"/>
                </a:lnTo>
                <a:lnTo>
                  <a:pt x="1543" y="354"/>
                </a:lnTo>
                <a:lnTo>
                  <a:pt x="1547" y="347"/>
                </a:lnTo>
                <a:lnTo>
                  <a:pt x="1574" y="360"/>
                </a:lnTo>
                <a:lnTo>
                  <a:pt x="1587" y="358"/>
                </a:lnTo>
                <a:lnTo>
                  <a:pt x="1593" y="350"/>
                </a:lnTo>
                <a:lnTo>
                  <a:pt x="1590" y="289"/>
                </a:lnTo>
                <a:lnTo>
                  <a:pt x="1592" y="281"/>
                </a:lnTo>
                <a:lnTo>
                  <a:pt x="1598" y="283"/>
                </a:lnTo>
                <a:lnTo>
                  <a:pt x="1616" y="294"/>
                </a:lnTo>
                <a:lnTo>
                  <a:pt x="1624" y="294"/>
                </a:lnTo>
                <a:lnTo>
                  <a:pt x="1637" y="281"/>
                </a:lnTo>
                <a:lnTo>
                  <a:pt x="1637" y="274"/>
                </a:lnTo>
                <a:lnTo>
                  <a:pt x="1626" y="259"/>
                </a:lnTo>
                <a:lnTo>
                  <a:pt x="1623" y="227"/>
                </a:lnTo>
                <a:lnTo>
                  <a:pt x="1626" y="214"/>
                </a:lnTo>
                <a:lnTo>
                  <a:pt x="1641" y="205"/>
                </a:lnTo>
                <a:lnTo>
                  <a:pt x="1661" y="203"/>
                </a:lnTo>
                <a:lnTo>
                  <a:pt x="1672" y="197"/>
                </a:lnTo>
                <a:lnTo>
                  <a:pt x="1669" y="172"/>
                </a:lnTo>
                <a:lnTo>
                  <a:pt x="1672" y="158"/>
                </a:lnTo>
                <a:lnTo>
                  <a:pt x="1679" y="153"/>
                </a:lnTo>
                <a:lnTo>
                  <a:pt x="1687" y="158"/>
                </a:lnTo>
                <a:lnTo>
                  <a:pt x="1692" y="179"/>
                </a:lnTo>
                <a:lnTo>
                  <a:pt x="1697" y="188"/>
                </a:lnTo>
                <a:lnTo>
                  <a:pt x="1706" y="191"/>
                </a:lnTo>
                <a:lnTo>
                  <a:pt x="1717" y="179"/>
                </a:lnTo>
                <a:lnTo>
                  <a:pt x="1706" y="158"/>
                </a:lnTo>
                <a:lnTo>
                  <a:pt x="1706" y="145"/>
                </a:lnTo>
                <a:lnTo>
                  <a:pt x="1714" y="135"/>
                </a:lnTo>
                <a:lnTo>
                  <a:pt x="1730" y="135"/>
                </a:lnTo>
                <a:lnTo>
                  <a:pt x="1740" y="143"/>
                </a:lnTo>
                <a:lnTo>
                  <a:pt x="1751" y="158"/>
                </a:lnTo>
                <a:lnTo>
                  <a:pt x="1762" y="148"/>
                </a:lnTo>
                <a:lnTo>
                  <a:pt x="1774" y="143"/>
                </a:lnTo>
                <a:lnTo>
                  <a:pt x="1796" y="158"/>
                </a:lnTo>
                <a:lnTo>
                  <a:pt x="1812" y="148"/>
                </a:lnTo>
                <a:lnTo>
                  <a:pt x="1830" y="145"/>
                </a:lnTo>
                <a:lnTo>
                  <a:pt x="1844" y="134"/>
                </a:lnTo>
                <a:lnTo>
                  <a:pt x="1864" y="132"/>
                </a:lnTo>
                <a:lnTo>
                  <a:pt x="1883" y="134"/>
                </a:lnTo>
                <a:lnTo>
                  <a:pt x="1890" y="125"/>
                </a:lnTo>
                <a:lnTo>
                  <a:pt x="1887" y="87"/>
                </a:lnTo>
                <a:lnTo>
                  <a:pt x="1890" y="68"/>
                </a:lnTo>
                <a:lnTo>
                  <a:pt x="1900" y="53"/>
                </a:lnTo>
                <a:lnTo>
                  <a:pt x="1910" y="50"/>
                </a:lnTo>
                <a:lnTo>
                  <a:pt x="1920" y="53"/>
                </a:lnTo>
                <a:lnTo>
                  <a:pt x="1935" y="68"/>
                </a:lnTo>
                <a:lnTo>
                  <a:pt x="1954" y="100"/>
                </a:lnTo>
                <a:lnTo>
                  <a:pt x="1966" y="101"/>
                </a:lnTo>
                <a:lnTo>
                  <a:pt x="1986" y="92"/>
                </a:lnTo>
                <a:lnTo>
                  <a:pt x="2006" y="86"/>
                </a:lnTo>
                <a:lnTo>
                  <a:pt x="2022" y="90"/>
                </a:lnTo>
                <a:lnTo>
                  <a:pt x="2011" y="100"/>
                </a:lnTo>
                <a:lnTo>
                  <a:pt x="2003" y="110"/>
                </a:lnTo>
                <a:lnTo>
                  <a:pt x="2003" y="116"/>
                </a:lnTo>
                <a:lnTo>
                  <a:pt x="2022" y="122"/>
                </a:lnTo>
                <a:lnTo>
                  <a:pt x="2121" y="121"/>
                </a:lnTo>
                <a:lnTo>
                  <a:pt x="2129" y="128"/>
                </a:lnTo>
                <a:lnTo>
                  <a:pt x="2134" y="151"/>
                </a:lnTo>
                <a:lnTo>
                  <a:pt x="2146" y="160"/>
                </a:lnTo>
                <a:lnTo>
                  <a:pt x="2156" y="159"/>
                </a:lnTo>
                <a:lnTo>
                  <a:pt x="2169" y="148"/>
                </a:lnTo>
                <a:lnTo>
                  <a:pt x="2175" y="145"/>
                </a:lnTo>
                <a:lnTo>
                  <a:pt x="2182" y="148"/>
                </a:lnTo>
                <a:lnTo>
                  <a:pt x="2193" y="156"/>
                </a:lnTo>
                <a:lnTo>
                  <a:pt x="2210" y="159"/>
                </a:lnTo>
                <a:lnTo>
                  <a:pt x="2215" y="156"/>
                </a:lnTo>
                <a:lnTo>
                  <a:pt x="2215" y="145"/>
                </a:lnTo>
                <a:lnTo>
                  <a:pt x="2219" y="139"/>
                </a:lnTo>
                <a:lnTo>
                  <a:pt x="2226" y="143"/>
                </a:lnTo>
                <a:lnTo>
                  <a:pt x="2228" y="159"/>
                </a:lnTo>
                <a:lnTo>
                  <a:pt x="2236" y="173"/>
                </a:lnTo>
                <a:lnTo>
                  <a:pt x="2242" y="178"/>
                </a:lnTo>
                <a:lnTo>
                  <a:pt x="2249" y="179"/>
                </a:lnTo>
                <a:lnTo>
                  <a:pt x="2263" y="170"/>
                </a:lnTo>
                <a:lnTo>
                  <a:pt x="2270" y="156"/>
                </a:lnTo>
                <a:lnTo>
                  <a:pt x="2260" y="145"/>
                </a:lnTo>
                <a:lnTo>
                  <a:pt x="2251" y="140"/>
                </a:lnTo>
                <a:lnTo>
                  <a:pt x="2249" y="133"/>
                </a:lnTo>
                <a:lnTo>
                  <a:pt x="2254" y="122"/>
                </a:lnTo>
                <a:lnTo>
                  <a:pt x="2273" y="123"/>
                </a:lnTo>
                <a:lnTo>
                  <a:pt x="2282" y="126"/>
                </a:lnTo>
                <a:lnTo>
                  <a:pt x="2292" y="134"/>
                </a:lnTo>
                <a:lnTo>
                  <a:pt x="2298" y="142"/>
                </a:lnTo>
                <a:lnTo>
                  <a:pt x="2298" y="148"/>
                </a:lnTo>
                <a:lnTo>
                  <a:pt x="2304" y="153"/>
                </a:lnTo>
                <a:lnTo>
                  <a:pt x="2323" y="145"/>
                </a:lnTo>
                <a:lnTo>
                  <a:pt x="2337" y="148"/>
                </a:lnTo>
                <a:lnTo>
                  <a:pt x="2339" y="153"/>
                </a:lnTo>
                <a:lnTo>
                  <a:pt x="2328" y="168"/>
                </a:lnTo>
                <a:lnTo>
                  <a:pt x="2293" y="203"/>
                </a:lnTo>
                <a:lnTo>
                  <a:pt x="2288" y="212"/>
                </a:lnTo>
                <a:lnTo>
                  <a:pt x="2293" y="225"/>
                </a:lnTo>
                <a:lnTo>
                  <a:pt x="2305" y="237"/>
                </a:lnTo>
                <a:lnTo>
                  <a:pt x="2305" y="249"/>
                </a:lnTo>
                <a:lnTo>
                  <a:pt x="2290" y="259"/>
                </a:lnTo>
                <a:lnTo>
                  <a:pt x="2277" y="254"/>
                </a:lnTo>
                <a:lnTo>
                  <a:pt x="2272" y="248"/>
                </a:lnTo>
                <a:lnTo>
                  <a:pt x="2260" y="249"/>
                </a:lnTo>
                <a:lnTo>
                  <a:pt x="2253" y="251"/>
                </a:lnTo>
                <a:lnTo>
                  <a:pt x="2241" y="252"/>
                </a:lnTo>
                <a:lnTo>
                  <a:pt x="2227" y="258"/>
                </a:lnTo>
                <a:lnTo>
                  <a:pt x="2223" y="274"/>
                </a:lnTo>
                <a:lnTo>
                  <a:pt x="2228" y="286"/>
                </a:lnTo>
                <a:lnTo>
                  <a:pt x="2238" y="294"/>
                </a:lnTo>
                <a:lnTo>
                  <a:pt x="2229" y="300"/>
                </a:lnTo>
                <a:lnTo>
                  <a:pt x="2226" y="310"/>
                </a:lnTo>
                <a:lnTo>
                  <a:pt x="2233" y="321"/>
                </a:lnTo>
                <a:lnTo>
                  <a:pt x="2249" y="321"/>
                </a:lnTo>
                <a:lnTo>
                  <a:pt x="2239" y="350"/>
                </a:lnTo>
                <a:lnTo>
                  <a:pt x="2227" y="368"/>
                </a:lnTo>
                <a:lnTo>
                  <a:pt x="2210" y="380"/>
                </a:lnTo>
                <a:lnTo>
                  <a:pt x="2204" y="397"/>
                </a:lnTo>
                <a:lnTo>
                  <a:pt x="2197" y="415"/>
                </a:lnTo>
                <a:lnTo>
                  <a:pt x="2173" y="413"/>
                </a:lnTo>
                <a:lnTo>
                  <a:pt x="2163" y="421"/>
                </a:lnTo>
                <a:lnTo>
                  <a:pt x="2167" y="434"/>
                </a:lnTo>
                <a:lnTo>
                  <a:pt x="2192" y="450"/>
                </a:lnTo>
                <a:lnTo>
                  <a:pt x="2192" y="466"/>
                </a:lnTo>
                <a:lnTo>
                  <a:pt x="2204" y="477"/>
                </a:lnTo>
                <a:lnTo>
                  <a:pt x="2226" y="477"/>
                </a:lnTo>
                <a:lnTo>
                  <a:pt x="2246" y="491"/>
                </a:lnTo>
                <a:lnTo>
                  <a:pt x="2260" y="489"/>
                </a:lnTo>
                <a:lnTo>
                  <a:pt x="2320" y="565"/>
                </a:lnTo>
                <a:lnTo>
                  <a:pt x="2328" y="569"/>
                </a:lnTo>
                <a:lnTo>
                  <a:pt x="2362" y="569"/>
                </a:lnTo>
                <a:lnTo>
                  <a:pt x="2379" y="573"/>
                </a:lnTo>
                <a:lnTo>
                  <a:pt x="2388" y="590"/>
                </a:lnTo>
                <a:lnTo>
                  <a:pt x="2407" y="593"/>
                </a:lnTo>
                <a:lnTo>
                  <a:pt x="2426" y="587"/>
                </a:lnTo>
                <a:lnTo>
                  <a:pt x="2440" y="604"/>
                </a:lnTo>
                <a:lnTo>
                  <a:pt x="2445" y="618"/>
                </a:lnTo>
                <a:lnTo>
                  <a:pt x="2467" y="628"/>
                </a:lnTo>
                <a:lnTo>
                  <a:pt x="2486" y="645"/>
                </a:lnTo>
                <a:lnTo>
                  <a:pt x="2520" y="648"/>
                </a:lnTo>
                <a:lnTo>
                  <a:pt x="2548" y="653"/>
                </a:lnTo>
                <a:lnTo>
                  <a:pt x="2558" y="657"/>
                </a:lnTo>
                <a:lnTo>
                  <a:pt x="2567" y="670"/>
                </a:lnTo>
                <a:lnTo>
                  <a:pt x="2580" y="706"/>
                </a:lnTo>
                <a:lnTo>
                  <a:pt x="2585" y="714"/>
                </a:lnTo>
                <a:lnTo>
                  <a:pt x="2613" y="730"/>
                </a:lnTo>
                <a:lnTo>
                  <a:pt x="2628" y="748"/>
                </a:lnTo>
                <a:lnTo>
                  <a:pt x="2630" y="751"/>
                </a:lnTo>
                <a:lnTo>
                  <a:pt x="2640" y="751"/>
                </a:lnTo>
                <a:lnTo>
                  <a:pt x="2666" y="743"/>
                </a:lnTo>
                <a:lnTo>
                  <a:pt x="2686" y="751"/>
                </a:lnTo>
                <a:lnTo>
                  <a:pt x="2706" y="745"/>
                </a:lnTo>
                <a:lnTo>
                  <a:pt x="2713" y="741"/>
                </a:lnTo>
                <a:lnTo>
                  <a:pt x="2724" y="728"/>
                </a:lnTo>
                <a:lnTo>
                  <a:pt x="2729" y="676"/>
                </a:lnTo>
                <a:lnTo>
                  <a:pt x="2739" y="661"/>
                </a:lnTo>
                <a:lnTo>
                  <a:pt x="2785" y="613"/>
                </a:lnTo>
                <a:lnTo>
                  <a:pt x="2793" y="603"/>
                </a:lnTo>
                <a:lnTo>
                  <a:pt x="2802" y="554"/>
                </a:lnTo>
                <a:lnTo>
                  <a:pt x="2815" y="534"/>
                </a:lnTo>
                <a:lnTo>
                  <a:pt x="2813" y="525"/>
                </a:lnTo>
                <a:lnTo>
                  <a:pt x="2810" y="502"/>
                </a:lnTo>
                <a:lnTo>
                  <a:pt x="2818" y="434"/>
                </a:lnTo>
                <a:lnTo>
                  <a:pt x="2822" y="410"/>
                </a:lnTo>
                <a:lnTo>
                  <a:pt x="2826" y="391"/>
                </a:lnTo>
                <a:lnTo>
                  <a:pt x="2820" y="338"/>
                </a:lnTo>
                <a:lnTo>
                  <a:pt x="2824" y="313"/>
                </a:lnTo>
                <a:lnTo>
                  <a:pt x="2846" y="275"/>
                </a:lnTo>
                <a:lnTo>
                  <a:pt x="2854" y="275"/>
                </a:lnTo>
                <a:lnTo>
                  <a:pt x="2860" y="271"/>
                </a:lnTo>
                <a:lnTo>
                  <a:pt x="2842" y="234"/>
                </a:lnTo>
                <a:lnTo>
                  <a:pt x="2841" y="217"/>
                </a:lnTo>
                <a:lnTo>
                  <a:pt x="2842" y="209"/>
                </a:lnTo>
                <a:lnTo>
                  <a:pt x="2867" y="216"/>
                </a:lnTo>
                <a:lnTo>
                  <a:pt x="2874" y="203"/>
                </a:lnTo>
                <a:lnTo>
                  <a:pt x="2868" y="191"/>
                </a:lnTo>
                <a:lnTo>
                  <a:pt x="2849" y="171"/>
                </a:lnTo>
                <a:lnTo>
                  <a:pt x="2849" y="162"/>
                </a:lnTo>
                <a:lnTo>
                  <a:pt x="2863" y="128"/>
                </a:lnTo>
                <a:lnTo>
                  <a:pt x="2880" y="116"/>
                </a:lnTo>
                <a:lnTo>
                  <a:pt x="2882" y="88"/>
                </a:lnTo>
                <a:lnTo>
                  <a:pt x="2890" y="28"/>
                </a:lnTo>
                <a:lnTo>
                  <a:pt x="2904" y="10"/>
                </a:lnTo>
                <a:lnTo>
                  <a:pt x="2916" y="0"/>
                </a:lnTo>
                <a:lnTo>
                  <a:pt x="2935" y="3"/>
                </a:lnTo>
                <a:lnTo>
                  <a:pt x="2929" y="10"/>
                </a:lnTo>
                <a:lnTo>
                  <a:pt x="2927" y="20"/>
                </a:lnTo>
                <a:lnTo>
                  <a:pt x="2938" y="30"/>
                </a:lnTo>
                <a:lnTo>
                  <a:pt x="2954" y="28"/>
                </a:lnTo>
                <a:lnTo>
                  <a:pt x="2962" y="111"/>
                </a:lnTo>
                <a:lnTo>
                  <a:pt x="2965" y="123"/>
                </a:lnTo>
                <a:lnTo>
                  <a:pt x="2972" y="131"/>
                </a:lnTo>
                <a:lnTo>
                  <a:pt x="2996" y="132"/>
                </a:lnTo>
                <a:lnTo>
                  <a:pt x="3000" y="135"/>
                </a:lnTo>
                <a:lnTo>
                  <a:pt x="3000" y="142"/>
                </a:lnTo>
                <a:lnTo>
                  <a:pt x="2987" y="156"/>
                </a:lnTo>
                <a:lnTo>
                  <a:pt x="2984" y="168"/>
                </a:lnTo>
                <a:lnTo>
                  <a:pt x="2989" y="178"/>
                </a:lnTo>
                <a:lnTo>
                  <a:pt x="3011" y="188"/>
                </a:lnTo>
                <a:lnTo>
                  <a:pt x="3017" y="203"/>
                </a:lnTo>
                <a:lnTo>
                  <a:pt x="3013" y="214"/>
                </a:lnTo>
                <a:lnTo>
                  <a:pt x="3014" y="216"/>
                </a:lnTo>
                <a:lnTo>
                  <a:pt x="3031" y="223"/>
                </a:lnTo>
                <a:lnTo>
                  <a:pt x="3030" y="241"/>
                </a:lnTo>
                <a:lnTo>
                  <a:pt x="3024" y="265"/>
                </a:lnTo>
                <a:lnTo>
                  <a:pt x="3026" y="269"/>
                </a:lnTo>
                <a:lnTo>
                  <a:pt x="3028" y="272"/>
                </a:lnTo>
                <a:lnTo>
                  <a:pt x="3036" y="272"/>
                </a:lnTo>
                <a:lnTo>
                  <a:pt x="3045" y="268"/>
                </a:lnTo>
                <a:lnTo>
                  <a:pt x="3051" y="266"/>
                </a:lnTo>
                <a:lnTo>
                  <a:pt x="3051" y="269"/>
                </a:lnTo>
                <a:lnTo>
                  <a:pt x="3046" y="306"/>
                </a:lnTo>
                <a:lnTo>
                  <a:pt x="3041" y="321"/>
                </a:lnTo>
                <a:lnTo>
                  <a:pt x="3030" y="347"/>
                </a:lnTo>
                <a:lnTo>
                  <a:pt x="3041" y="363"/>
                </a:lnTo>
                <a:lnTo>
                  <a:pt x="3049" y="397"/>
                </a:lnTo>
                <a:lnTo>
                  <a:pt x="3058" y="418"/>
                </a:lnTo>
                <a:lnTo>
                  <a:pt x="3075" y="411"/>
                </a:lnTo>
                <a:lnTo>
                  <a:pt x="3102" y="382"/>
                </a:lnTo>
                <a:lnTo>
                  <a:pt x="3119" y="374"/>
                </a:lnTo>
                <a:lnTo>
                  <a:pt x="3128" y="376"/>
                </a:lnTo>
                <a:lnTo>
                  <a:pt x="3131" y="386"/>
                </a:lnTo>
                <a:lnTo>
                  <a:pt x="3133" y="414"/>
                </a:lnTo>
                <a:lnTo>
                  <a:pt x="3142" y="430"/>
                </a:lnTo>
                <a:lnTo>
                  <a:pt x="3153" y="432"/>
                </a:lnTo>
                <a:lnTo>
                  <a:pt x="3171" y="432"/>
                </a:lnTo>
                <a:lnTo>
                  <a:pt x="3176" y="454"/>
                </a:lnTo>
                <a:lnTo>
                  <a:pt x="3183" y="454"/>
                </a:lnTo>
                <a:lnTo>
                  <a:pt x="3186" y="454"/>
                </a:lnTo>
                <a:lnTo>
                  <a:pt x="3202" y="473"/>
                </a:lnTo>
                <a:lnTo>
                  <a:pt x="3197" y="489"/>
                </a:lnTo>
                <a:lnTo>
                  <a:pt x="3199" y="501"/>
                </a:lnTo>
                <a:lnTo>
                  <a:pt x="3206" y="517"/>
                </a:lnTo>
                <a:lnTo>
                  <a:pt x="3197" y="547"/>
                </a:lnTo>
                <a:lnTo>
                  <a:pt x="3201" y="556"/>
                </a:lnTo>
                <a:lnTo>
                  <a:pt x="3214" y="576"/>
                </a:lnTo>
                <a:lnTo>
                  <a:pt x="3215" y="580"/>
                </a:lnTo>
                <a:lnTo>
                  <a:pt x="3206" y="608"/>
                </a:lnTo>
                <a:lnTo>
                  <a:pt x="3203" y="616"/>
                </a:lnTo>
                <a:lnTo>
                  <a:pt x="3199" y="637"/>
                </a:lnTo>
                <a:lnTo>
                  <a:pt x="3208" y="649"/>
                </a:lnTo>
                <a:lnTo>
                  <a:pt x="3212" y="673"/>
                </a:lnTo>
                <a:lnTo>
                  <a:pt x="3243" y="713"/>
                </a:lnTo>
                <a:lnTo>
                  <a:pt x="3257" y="743"/>
                </a:lnTo>
                <a:lnTo>
                  <a:pt x="3253" y="760"/>
                </a:lnTo>
                <a:lnTo>
                  <a:pt x="3250" y="827"/>
                </a:lnTo>
                <a:lnTo>
                  <a:pt x="3253" y="847"/>
                </a:lnTo>
                <a:lnTo>
                  <a:pt x="3258" y="861"/>
                </a:lnTo>
                <a:lnTo>
                  <a:pt x="3267" y="869"/>
                </a:lnTo>
                <a:lnTo>
                  <a:pt x="3293" y="887"/>
                </a:lnTo>
                <a:lnTo>
                  <a:pt x="3289" y="901"/>
                </a:lnTo>
                <a:lnTo>
                  <a:pt x="3293" y="917"/>
                </a:lnTo>
                <a:lnTo>
                  <a:pt x="3294" y="929"/>
                </a:lnTo>
                <a:lnTo>
                  <a:pt x="3311" y="941"/>
                </a:lnTo>
                <a:lnTo>
                  <a:pt x="3321" y="956"/>
                </a:lnTo>
                <a:lnTo>
                  <a:pt x="3335" y="960"/>
                </a:lnTo>
                <a:lnTo>
                  <a:pt x="3356" y="965"/>
                </a:lnTo>
                <a:lnTo>
                  <a:pt x="3380" y="972"/>
                </a:lnTo>
                <a:lnTo>
                  <a:pt x="3392" y="976"/>
                </a:lnTo>
                <a:lnTo>
                  <a:pt x="3398" y="982"/>
                </a:lnTo>
                <a:lnTo>
                  <a:pt x="3401" y="990"/>
                </a:lnTo>
                <a:lnTo>
                  <a:pt x="3398" y="1002"/>
                </a:lnTo>
                <a:lnTo>
                  <a:pt x="3388" y="1007"/>
                </a:lnTo>
                <a:lnTo>
                  <a:pt x="3388" y="1013"/>
                </a:lnTo>
                <a:lnTo>
                  <a:pt x="3413" y="1023"/>
                </a:lnTo>
                <a:lnTo>
                  <a:pt x="3424" y="1030"/>
                </a:lnTo>
                <a:lnTo>
                  <a:pt x="3436" y="1038"/>
                </a:lnTo>
                <a:lnTo>
                  <a:pt x="3444" y="1038"/>
                </a:lnTo>
                <a:lnTo>
                  <a:pt x="3457" y="1040"/>
                </a:lnTo>
                <a:lnTo>
                  <a:pt x="3459" y="1049"/>
                </a:lnTo>
                <a:lnTo>
                  <a:pt x="3459" y="1061"/>
                </a:lnTo>
                <a:lnTo>
                  <a:pt x="3463" y="1070"/>
                </a:lnTo>
                <a:lnTo>
                  <a:pt x="3469" y="1073"/>
                </a:lnTo>
                <a:lnTo>
                  <a:pt x="3481" y="1070"/>
                </a:lnTo>
                <a:lnTo>
                  <a:pt x="3493" y="1073"/>
                </a:lnTo>
                <a:lnTo>
                  <a:pt x="3504" y="1084"/>
                </a:lnTo>
                <a:lnTo>
                  <a:pt x="3507" y="1088"/>
                </a:lnTo>
                <a:lnTo>
                  <a:pt x="3504" y="1099"/>
                </a:lnTo>
                <a:lnTo>
                  <a:pt x="3501" y="1108"/>
                </a:lnTo>
                <a:lnTo>
                  <a:pt x="3501" y="1118"/>
                </a:lnTo>
                <a:lnTo>
                  <a:pt x="3506" y="1126"/>
                </a:lnTo>
                <a:lnTo>
                  <a:pt x="3514" y="1140"/>
                </a:lnTo>
                <a:lnTo>
                  <a:pt x="3526" y="1153"/>
                </a:lnTo>
                <a:lnTo>
                  <a:pt x="3539" y="1161"/>
                </a:lnTo>
                <a:lnTo>
                  <a:pt x="3551" y="1171"/>
                </a:lnTo>
                <a:lnTo>
                  <a:pt x="3556" y="1181"/>
                </a:lnTo>
                <a:lnTo>
                  <a:pt x="3560" y="1215"/>
                </a:lnTo>
                <a:lnTo>
                  <a:pt x="3570" y="1223"/>
                </a:lnTo>
                <a:lnTo>
                  <a:pt x="3572" y="1228"/>
                </a:lnTo>
                <a:lnTo>
                  <a:pt x="3572" y="1234"/>
                </a:lnTo>
                <a:lnTo>
                  <a:pt x="3570" y="1246"/>
                </a:lnTo>
                <a:lnTo>
                  <a:pt x="3572" y="1313"/>
                </a:lnTo>
                <a:lnTo>
                  <a:pt x="3572" y="1325"/>
                </a:lnTo>
                <a:lnTo>
                  <a:pt x="3575" y="1331"/>
                </a:lnTo>
                <a:lnTo>
                  <a:pt x="3592" y="1336"/>
                </a:lnTo>
                <a:lnTo>
                  <a:pt x="3595" y="1336"/>
                </a:lnTo>
                <a:lnTo>
                  <a:pt x="3607" y="1358"/>
                </a:lnTo>
                <a:lnTo>
                  <a:pt x="3618" y="1367"/>
                </a:lnTo>
                <a:lnTo>
                  <a:pt x="3623" y="1367"/>
                </a:lnTo>
                <a:lnTo>
                  <a:pt x="3626" y="1361"/>
                </a:lnTo>
                <a:lnTo>
                  <a:pt x="3626" y="1342"/>
                </a:lnTo>
                <a:lnTo>
                  <a:pt x="3623" y="1325"/>
                </a:lnTo>
                <a:lnTo>
                  <a:pt x="3622" y="1301"/>
                </a:lnTo>
                <a:lnTo>
                  <a:pt x="3626" y="1295"/>
                </a:lnTo>
                <a:lnTo>
                  <a:pt x="3634" y="1298"/>
                </a:lnTo>
                <a:lnTo>
                  <a:pt x="3643" y="1318"/>
                </a:lnTo>
                <a:lnTo>
                  <a:pt x="3650" y="1348"/>
                </a:lnTo>
                <a:lnTo>
                  <a:pt x="3652" y="1357"/>
                </a:lnTo>
                <a:lnTo>
                  <a:pt x="3654" y="1367"/>
                </a:lnTo>
                <a:lnTo>
                  <a:pt x="3663" y="1370"/>
                </a:lnTo>
                <a:lnTo>
                  <a:pt x="3669" y="1359"/>
                </a:lnTo>
                <a:lnTo>
                  <a:pt x="3681" y="1350"/>
                </a:lnTo>
                <a:lnTo>
                  <a:pt x="3693" y="1351"/>
                </a:lnTo>
                <a:lnTo>
                  <a:pt x="3703" y="1364"/>
                </a:lnTo>
                <a:lnTo>
                  <a:pt x="3706" y="1377"/>
                </a:lnTo>
                <a:lnTo>
                  <a:pt x="3698" y="1394"/>
                </a:lnTo>
                <a:lnTo>
                  <a:pt x="3692" y="1406"/>
                </a:lnTo>
                <a:lnTo>
                  <a:pt x="3684" y="1415"/>
                </a:lnTo>
                <a:lnTo>
                  <a:pt x="3679" y="1433"/>
                </a:lnTo>
                <a:lnTo>
                  <a:pt x="3679" y="1449"/>
                </a:lnTo>
                <a:lnTo>
                  <a:pt x="3687" y="1461"/>
                </a:lnTo>
                <a:lnTo>
                  <a:pt x="3699" y="1472"/>
                </a:lnTo>
                <a:lnTo>
                  <a:pt x="3708" y="1484"/>
                </a:lnTo>
                <a:lnTo>
                  <a:pt x="3714" y="1488"/>
                </a:lnTo>
                <a:lnTo>
                  <a:pt x="3724" y="1491"/>
                </a:lnTo>
                <a:lnTo>
                  <a:pt x="3729" y="1495"/>
                </a:lnTo>
                <a:lnTo>
                  <a:pt x="3739" y="1507"/>
                </a:lnTo>
                <a:lnTo>
                  <a:pt x="3743" y="1519"/>
                </a:lnTo>
                <a:lnTo>
                  <a:pt x="3750" y="1520"/>
                </a:lnTo>
                <a:lnTo>
                  <a:pt x="3775" y="1516"/>
                </a:lnTo>
                <a:lnTo>
                  <a:pt x="3789" y="1522"/>
                </a:lnTo>
                <a:lnTo>
                  <a:pt x="3795" y="1531"/>
                </a:lnTo>
                <a:lnTo>
                  <a:pt x="3797" y="1540"/>
                </a:lnTo>
                <a:lnTo>
                  <a:pt x="3795" y="1584"/>
                </a:lnTo>
                <a:lnTo>
                  <a:pt x="3798" y="1599"/>
                </a:lnTo>
                <a:lnTo>
                  <a:pt x="3819" y="1621"/>
                </a:lnTo>
                <a:lnTo>
                  <a:pt x="3825" y="1655"/>
                </a:lnTo>
                <a:lnTo>
                  <a:pt x="3853" y="1679"/>
                </a:lnTo>
                <a:lnTo>
                  <a:pt x="3853" y="1684"/>
                </a:lnTo>
                <a:lnTo>
                  <a:pt x="3844" y="1724"/>
                </a:lnTo>
                <a:lnTo>
                  <a:pt x="3849" y="1731"/>
                </a:lnTo>
                <a:lnTo>
                  <a:pt x="3855" y="1731"/>
                </a:lnTo>
                <a:lnTo>
                  <a:pt x="3860" y="1734"/>
                </a:lnTo>
                <a:lnTo>
                  <a:pt x="3867" y="1756"/>
                </a:lnTo>
                <a:lnTo>
                  <a:pt x="3861" y="1776"/>
                </a:lnTo>
                <a:lnTo>
                  <a:pt x="3867" y="1791"/>
                </a:lnTo>
                <a:lnTo>
                  <a:pt x="3867" y="1815"/>
                </a:lnTo>
                <a:lnTo>
                  <a:pt x="3862" y="1844"/>
                </a:lnTo>
                <a:lnTo>
                  <a:pt x="3865" y="1869"/>
                </a:lnTo>
                <a:lnTo>
                  <a:pt x="3850" y="1882"/>
                </a:lnTo>
                <a:lnTo>
                  <a:pt x="3849" y="1892"/>
                </a:lnTo>
                <a:lnTo>
                  <a:pt x="3877" y="1918"/>
                </a:lnTo>
                <a:lnTo>
                  <a:pt x="3877" y="1953"/>
                </a:lnTo>
                <a:lnTo>
                  <a:pt x="3888" y="1987"/>
                </a:lnTo>
                <a:lnTo>
                  <a:pt x="3890" y="1987"/>
                </a:lnTo>
                <a:lnTo>
                  <a:pt x="3888" y="1987"/>
                </a:lnTo>
                <a:lnTo>
                  <a:pt x="3888" y="1999"/>
                </a:lnTo>
                <a:lnTo>
                  <a:pt x="3881" y="2024"/>
                </a:lnTo>
                <a:lnTo>
                  <a:pt x="3855" y="2066"/>
                </a:lnTo>
                <a:lnTo>
                  <a:pt x="3835" y="2143"/>
                </a:lnTo>
                <a:lnTo>
                  <a:pt x="3844" y="2147"/>
                </a:lnTo>
                <a:lnTo>
                  <a:pt x="3808" y="2194"/>
                </a:lnTo>
                <a:lnTo>
                  <a:pt x="3813" y="2220"/>
                </a:lnTo>
                <a:lnTo>
                  <a:pt x="3799" y="2254"/>
                </a:lnTo>
                <a:lnTo>
                  <a:pt x="3794" y="2285"/>
                </a:lnTo>
                <a:lnTo>
                  <a:pt x="3772" y="2327"/>
                </a:lnTo>
                <a:lnTo>
                  <a:pt x="3741" y="2366"/>
                </a:lnTo>
                <a:lnTo>
                  <a:pt x="3752" y="2376"/>
                </a:lnTo>
                <a:lnTo>
                  <a:pt x="3743" y="2387"/>
                </a:lnTo>
                <a:lnTo>
                  <a:pt x="3718" y="2400"/>
                </a:lnTo>
                <a:lnTo>
                  <a:pt x="3702" y="2406"/>
                </a:lnTo>
                <a:lnTo>
                  <a:pt x="3700" y="2413"/>
                </a:lnTo>
                <a:lnTo>
                  <a:pt x="3706" y="2423"/>
                </a:lnTo>
                <a:lnTo>
                  <a:pt x="3706" y="2446"/>
                </a:lnTo>
                <a:lnTo>
                  <a:pt x="3702" y="2455"/>
                </a:lnTo>
                <a:lnTo>
                  <a:pt x="3649" y="2481"/>
                </a:lnTo>
                <a:lnTo>
                  <a:pt x="3645" y="2483"/>
                </a:lnTo>
                <a:lnTo>
                  <a:pt x="3639" y="2492"/>
                </a:lnTo>
                <a:lnTo>
                  <a:pt x="3641" y="2506"/>
                </a:lnTo>
                <a:lnTo>
                  <a:pt x="3631" y="2518"/>
                </a:lnTo>
                <a:lnTo>
                  <a:pt x="3616" y="2525"/>
                </a:lnTo>
                <a:lnTo>
                  <a:pt x="3606" y="2522"/>
                </a:lnTo>
                <a:lnTo>
                  <a:pt x="3598" y="2528"/>
                </a:lnTo>
                <a:lnTo>
                  <a:pt x="3598" y="2536"/>
                </a:lnTo>
                <a:lnTo>
                  <a:pt x="3606" y="2550"/>
                </a:lnTo>
                <a:lnTo>
                  <a:pt x="3598" y="2572"/>
                </a:lnTo>
                <a:lnTo>
                  <a:pt x="3580" y="2575"/>
                </a:lnTo>
                <a:lnTo>
                  <a:pt x="3575" y="2583"/>
                </a:lnTo>
                <a:lnTo>
                  <a:pt x="3575" y="2594"/>
                </a:lnTo>
                <a:lnTo>
                  <a:pt x="3560" y="2650"/>
                </a:lnTo>
                <a:lnTo>
                  <a:pt x="3555" y="2658"/>
                </a:lnTo>
                <a:lnTo>
                  <a:pt x="3527" y="2665"/>
                </a:lnTo>
                <a:lnTo>
                  <a:pt x="3534" y="2683"/>
                </a:lnTo>
                <a:lnTo>
                  <a:pt x="3531" y="2693"/>
                </a:lnTo>
                <a:lnTo>
                  <a:pt x="3526" y="2695"/>
                </a:lnTo>
                <a:lnTo>
                  <a:pt x="3508" y="2696"/>
                </a:lnTo>
                <a:lnTo>
                  <a:pt x="3502" y="2704"/>
                </a:lnTo>
                <a:lnTo>
                  <a:pt x="3506" y="2713"/>
                </a:lnTo>
                <a:lnTo>
                  <a:pt x="3507" y="2723"/>
                </a:lnTo>
                <a:lnTo>
                  <a:pt x="3501" y="2732"/>
                </a:lnTo>
                <a:lnTo>
                  <a:pt x="3494" y="2735"/>
                </a:lnTo>
                <a:lnTo>
                  <a:pt x="3486" y="2744"/>
                </a:lnTo>
                <a:lnTo>
                  <a:pt x="3483" y="2752"/>
                </a:lnTo>
                <a:lnTo>
                  <a:pt x="3485" y="2762"/>
                </a:lnTo>
                <a:lnTo>
                  <a:pt x="3485" y="2769"/>
                </a:lnTo>
                <a:lnTo>
                  <a:pt x="3481" y="2777"/>
                </a:lnTo>
                <a:lnTo>
                  <a:pt x="3467" y="2793"/>
                </a:lnTo>
                <a:lnTo>
                  <a:pt x="3459" y="2805"/>
                </a:lnTo>
                <a:lnTo>
                  <a:pt x="3462" y="2859"/>
                </a:lnTo>
                <a:lnTo>
                  <a:pt x="3459" y="2868"/>
                </a:lnTo>
                <a:lnTo>
                  <a:pt x="3439" y="2880"/>
                </a:lnTo>
                <a:lnTo>
                  <a:pt x="3435" y="2890"/>
                </a:lnTo>
                <a:lnTo>
                  <a:pt x="3438" y="2905"/>
                </a:lnTo>
                <a:lnTo>
                  <a:pt x="3448" y="2918"/>
                </a:lnTo>
                <a:lnTo>
                  <a:pt x="3448" y="2926"/>
                </a:lnTo>
                <a:lnTo>
                  <a:pt x="3425" y="2953"/>
                </a:lnTo>
                <a:lnTo>
                  <a:pt x="3420" y="2976"/>
                </a:lnTo>
                <a:lnTo>
                  <a:pt x="3407" y="2984"/>
                </a:lnTo>
                <a:lnTo>
                  <a:pt x="3345" y="2984"/>
                </a:lnTo>
                <a:lnTo>
                  <a:pt x="3288" y="2979"/>
                </a:lnTo>
                <a:lnTo>
                  <a:pt x="3250" y="2993"/>
                </a:lnTo>
                <a:lnTo>
                  <a:pt x="3241" y="2996"/>
                </a:lnTo>
                <a:lnTo>
                  <a:pt x="3233" y="2995"/>
                </a:lnTo>
                <a:lnTo>
                  <a:pt x="3222" y="2985"/>
                </a:lnTo>
                <a:lnTo>
                  <a:pt x="3210" y="2984"/>
                </a:lnTo>
                <a:lnTo>
                  <a:pt x="3201" y="2985"/>
                </a:lnTo>
                <a:lnTo>
                  <a:pt x="3191" y="2995"/>
                </a:lnTo>
                <a:lnTo>
                  <a:pt x="3176" y="3018"/>
                </a:lnTo>
                <a:lnTo>
                  <a:pt x="3157" y="3035"/>
                </a:lnTo>
                <a:lnTo>
                  <a:pt x="3143" y="3043"/>
                </a:lnTo>
                <a:lnTo>
                  <a:pt x="3102" y="3059"/>
                </a:lnTo>
                <a:lnTo>
                  <a:pt x="3108" y="3086"/>
                </a:lnTo>
                <a:lnTo>
                  <a:pt x="3110" y="3098"/>
                </a:lnTo>
                <a:lnTo>
                  <a:pt x="3107" y="3102"/>
                </a:lnTo>
                <a:lnTo>
                  <a:pt x="3105" y="3105"/>
                </a:lnTo>
                <a:lnTo>
                  <a:pt x="3095" y="3104"/>
                </a:lnTo>
                <a:lnTo>
                  <a:pt x="3086" y="3086"/>
                </a:lnTo>
                <a:lnTo>
                  <a:pt x="3076" y="3070"/>
                </a:lnTo>
                <a:lnTo>
                  <a:pt x="3064" y="3072"/>
                </a:lnTo>
                <a:lnTo>
                  <a:pt x="3054" y="3068"/>
                </a:lnTo>
                <a:lnTo>
                  <a:pt x="3043" y="3047"/>
                </a:lnTo>
                <a:lnTo>
                  <a:pt x="3028" y="3039"/>
                </a:lnTo>
                <a:lnTo>
                  <a:pt x="3027" y="3036"/>
                </a:lnTo>
                <a:lnTo>
                  <a:pt x="3028" y="3028"/>
                </a:lnTo>
                <a:lnTo>
                  <a:pt x="3041" y="3017"/>
                </a:lnTo>
                <a:lnTo>
                  <a:pt x="3043" y="3006"/>
                </a:lnTo>
                <a:lnTo>
                  <a:pt x="3033" y="2995"/>
                </a:lnTo>
                <a:lnTo>
                  <a:pt x="3024" y="3000"/>
                </a:lnTo>
                <a:lnTo>
                  <a:pt x="3018" y="3006"/>
                </a:lnTo>
                <a:lnTo>
                  <a:pt x="3006" y="3028"/>
                </a:lnTo>
                <a:lnTo>
                  <a:pt x="2996" y="3033"/>
                </a:lnTo>
                <a:lnTo>
                  <a:pt x="2981" y="3030"/>
                </a:lnTo>
                <a:lnTo>
                  <a:pt x="2977" y="3009"/>
                </a:lnTo>
                <a:lnTo>
                  <a:pt x="2996" y="2984"/>
                </a:lnTo>
                <a:lnTo>
                  <a:pt x="3006" y="2959"/>
                </a:lnTo>
                <a:lnTo>
                  <a:pt x="3011" y="2948"/>
                </a:lnTo>
                <a:lnTo>
                  <a:pt x="2996" y="2926"/>
                </a:lnTo>
                <a:lnTo>
                  <a:pt x="2980" y="2928"/>
                </a:lnTo>
                <a:lnTo>
                  <a:pt x="2959" y="2946"/>
                </a:lnTo>
                <a:lnTo>
                  <a:pt x="2951" y="2959"/>
                </a:lnTo>
                <a:lnTo>
                  <a:pt x="2954" y="3003"/>
                </a:lnTo>
                <a:lnTo>
                  <a:pt x="2948" y="3013"/>
                </a:lnTo>
                <a:lnTo>
                  <a:pt x="2904" y="3021"/>
                </a:lnTo>
                <a:lnTo>
                  <a:pt x="2882" y="3052"/>
                </a:lnTo>
                <a:lnTo>
                  <a:pt x="2872" y="3059"/>
                </a:lnTo>
                <a:lnTo>
                  <a:pt x="2855" y="3056"/>
                </a:lnTo>
                <a:lnTo>
                  <a:pt x="2843" y="3043"/>
                </a:lnTo>
                <a:lnTo>
                  <a:pt x="2818" y="3014"/>
                </a:lnTo>
                <a:lnTo>
                  <a:pt x="2803" y="3009"/>
                </a:lnTo>
                <a:lnTo>
                  <a:pt x="2781" y="2996"/>
                </a:lnTo>
                <a:lnTo>
                  <a:pt x="2768" y="2987"/>
                </a:lnTo>
                <a:lnTo>
                  <a:pt x="2746" y="2984"/>
                </a:lnTo>
                <a:lnTo>
                  <a:pt x="2721" y="2973"/>
                </a:lnTo>
                <a:lnTo>
                  <a:pt x="2683" y="2979"/>
                </a:lnTo>
                <a:lnTo>
                  <a:pt x="2672" y="2976"/>
                </a:lnTo>
                <a:lnTo>
                  <a:pt x="2669" y="2957"/>
                </a:lnTo>
                <a:lnTo>
                  <a:pt x="2665" y="2950"/>
                </a:lnTo>
                <a:lnTo>
                  <a:pt x="2659" y="2945"/>
                </a:lnTo>
                <a:lnTo>
                  <a:pt x="2654" y="2945"/>
                </a:lnTo>
                <a:lnTo>
                  <a:pt x="2644" y="2945"/>
                </a:lnTo>
                <a:lnTo>
                  <a:pt x="2633" y="2951"/>
                </a:lnTo>
                <a:lnTo>
                  <a:pt x="2623" y="2953"/>
                </a:lnTo>
                <a:lnTo>
                  <a:pt x="2611" y="2950"/>
                </a:lnTo>
                <a:lnTo>
                  <a:pt x="2601" y="2943"/>
                </a:lnTo>
                <a:lnTo>
                  <a:pt x="2599" y="2928"/>
                </a:lnTo>
                <a:lnTo>
                  <a:pt x="2596" y="2901"/>
                </a:lnTo>
                <a:lnTo>
                  <a:pt x="2577" y="2880"/>
                </a:lnTo>
                <a:lnTo>
                  <a:pt x="2565" y="2862"/>
                </a:lnTo>
                <a:lnTo>
                  <a:pt x="2560" y="2852"/>
                </a:lnTo>
                <a:lnTo>
                  <a:pt x="2560" y="2842"/>
                </a:lnTo>
                <a:lnTo>
                  <a:pt x="2564" y="2829"/>
                </a:lnTo>
                <a:lnTo>
                  <a:pt x="2560" y="2784"/>
                </a:lnTo>
                <a:lnTo>
                  <a:pt x="2550" y="2755"/>
                </a:lnTo>
                <a:lnTo>
                  <a:pt x="2534" y="2715"/>
                </a:lnTo>
                <a:lnTo>
                  <a:pt x="2519" y="2690"/>
                </a:lnTo>
                <a:lnTo>
                  <a:pt x="2517" y="2683"/>
                </a:lnTo>
                <a:lnTo>
                  <a:pt x="2523" y="2672"/>
                </a:lnTo>
                <a:lnTo>
                  <a:pt x="2528" y="2661"/>
                </a:lnTo>
                <a:lnTo>
                  <a:pt x="2531" y="2650"/>
                </a:lnTo>
                <a:lnTo>
                  <a:pt x="2525" y="2637"/>
                </a:lnTo>
                <a:lnTo>
                  <a:pt x="2517" y="2632"/>
                </a:lnTo>
                <a:lnTo>
                  <a:pt x="2509" y="2630"/>
                </a:lnTo>
                <a:lnTo>
                  <a:pt x="2500" y="2633"/>
                </a:lnTo>
                <a:lnTo>
                  <a:pt x="2497" y="2641"/>
                </a:lnTo>
                <a:lnTo>
                  <a:pt x="2497" y="2663"/>
                </a:lnTo>
                <a:lnTo>
                  <a:pt x="2494" y="2672"/>
                </a:lnTo>
                <a:lnTo>
                  <a:pt x="2486" y="2674"/>
                </a:lnTo>
                <a:lnTo>
                  <a:pt x="2473" y="2671"/>
                </a:lnTo>
                <a:lnTo>
                  <a:pt x="2462" y="2666"/>
                </a:lnTo>
                <a:lnTo>
                  <a:pt x="2454" y="2667"/>
                </a:lnTo>
                <a:lnTo>
                  <a:pt x="2431" y="2679"/>
                </a:lnTo>
                <a:lnTo>
                  <a:pt x="2419" y="2680"/>
                </a:lnTo>
                <a:lnTo>
                  <a:pt x="2415" y="2672"/>
                </a:lnTo>
                <a:lnTo>
                  <a:pt x="2416" y="2659"/>
                </a:lnTo>
                <a:lnTo>
                  <a:pt x="2431" y="2646"/>
                </a:lnTo>
                <a:lnTo>
                  <a:pt x="2448" y="2625"/>
                </a:lnTo>
                <a:lnTo>
                  <a:pt x="2451" y="2614"/>
                </a:lnTo>
                <a:lnTo>
                  <a:pt x="2442" y="2561"/>
                </a:lnTo>
                <a:lnTo>
                  <a:pt x="2431" y="2539"/>
                </a:lnTo>
                <a:lnTo>
                  <a:pt x="2420" y="2528"/>
                </a:lnTo>
                <a:lnTo>
                  <a:pt x="2412" y="2531"/>
                </a:lnTo>
                <a:lnTo>
                  <a:pt x="2407" y="2539"/>
                </a:lnTo>
                <a:lnTo>
                  <a:pt x="2395" y="2561"/>
                </a:lnTo>
                <a:lnTo>
                  <a:pt x="2391" y="2586"/>
                </a:lnTo>
                <a:lnTo>
                  <a:pt x="2395" y="2616"/>
                </a:lnTo>
                <a:lnTo>
                  <a:pt x="2393" y="2625"/>
                </a:lnTo>
                <a:lnTo>
                  <a:pt x="2385" y="2630"/>
                </a:lnTo>
                <a:lnTo>
                  <a:pt x="2343" y="2630"/>
                </a:lnTo>
                <a:lnTo>
                  <a:pt x="2337" y="2632"/>
                </a:lnTo>
                <a:lnTo>
                  <a:pt x="2328" y="2641"/>
                </a:lnTo>
                <a:lnTo>
                  <a:pt x="2315" y="2639"/>
                </a:lnTo>
                <a:lnTo>
                  <a:pt x="2312" y="2628"/>
                </a:lnTo>
                <a:lnTo>
                  <a:pt x="2315" y="2616"/>
                </a:lnTo>
                <a:lnTo>
                  <a:pt x="2333" y="2597"/>
                </a:lnTo>
                <a:lnTo>
                  <a:pt x="2362" y="2572"/>
                </a:lnTo>
                <a:lnTo>
                  <a:pt x="2366" y="2525"/>
                </a:lnTo>
                <a:lnTo>
                  <a:pt x="2381" y="2479"/>
                </a:lnTo>
                <a:lnTo>
                  <a:pt x="2381" y="2468"/>
                </a:lnTo>
                <a:lnTo>
                  <a:pt x="2387" y="2448"/>
                </a:lnTo>
                <a:lnTo>
                  <a:pt x="2395" y="2433"/>
                </a:lnTo>
                <a:lnTo>
                  <a:pt x="2407" y="2388"/>
                </a:lnTo>
                <a:lnTo>
                  <a:pt x="2404" y="2379"/>
                </a:lnTo>
                <a:lnTo>
                  <a:pt x="2393" y="2371"/>
                </a:lnTo>
                <a:lnTo>
                  <a:pt x="2387" y="2371"/>
                </a:lnTo>
                <a:lnTo>
                  <a:pt x="2374" y="2378"/>
                </a:lnTo>
                <a:lnTo>
                  <a:pt x="2362" y="2393"/>
                </a:lnTo>
                <a:lnTo>
                  <a:pt x="2353" y="2410"/>
                </a:lnTo>
                <a:lnTo>
                  <a:pt x="2348" y="2427"/>
                </a:lnTo>
                <a:lnTo>
                  <a:pt x="2344" y="2462"/>
                </a:lnTo>
                <a:lnTo>
                  <a:pt x="2333" y="2479"/>
                </a:lnTo>
                <a:lnTo>
                  <a:pt x="2317" y="2489"/>
                </a:lnTo>
                <a:lnTo>
                  <a:pt x="2276" y="2505"/>
                </a:lnTo>
                <a:lnTo>
                  <a:pt x="2264" y="2514"/>
                </a:lnTo>
                <a:lnTo>
                  <a:pt x="2257" y="2525"/>
                </a:lnTo>
                <a:lnTo>
                  <a:pt x="2246" y="2552"/>
                </a:lnTo>
                <a:lnTo>
                  <a:pt x="2224" y="2567"/>
                </a:lnTo>
                <a:lnTo>
                  <a:pt x="2219" y="2581"/>
                </a:lnTo>
                <a:lnTo>
                  <a:pt x="2218" y="2599"/>
                </a:lnTo>
                <a:lnTo>
                  <a:pt x="2209" y="2602"/>
                </a:lnTo>
                <a:lnTo>
                  <a:pt x="2193" y="2592"/>
                </a:lnTo>
                <a:lnTo>
                  <a:pt x="2182" y="2574"/>
                </a:lnTo>
                <a:lnTo>
                  <a:pt x="2180" y="2550"/>
                </a:lnTo>
                <a:lnTo>
                  <a:pt x="2117" y="2463"/>
                </a:lnTo>
                <a:lnTo>
                  <a:pt x="2133" y="2463"/>
                </a:lnTo>
                <a:lnTo>
                  <a:pt x="2138" y="2457"/>
                </a:lnTo>
                <a:lnTo>
                  <a:pt x="2139" y="2444"/>
                </a:lnTo>
                <a:lnTo>
                  <a:pt x="2135" y="2433"/>
                </a:lnTo>
                <a:lnTo>
                  <a:pt x="2124" y="2427"/>
                </a:lnTo>
                <a:lnTo>
                  <a:pt x="2113" y="2425"/>
                </a:lnTo>
                <a:lnTo>
                  <a:pt x="2090" y="2423"/>
                </a:lnTo>
                <a:lnTo>
                  <a:pt x="2069" y="2418"/>
                </a:lnTo>
                <a:lnTo>
                  <a:pt x="2055" y="2412"/>
                </a:lnTo>
                <a:lnTo>
                  <a:pt x="2042" y="2401"/>
                </a:lnTo>
                <a:lnTo>
                  <a:pt x="2035" y="2391"/>
                </a:lnTo>
                <a:lnTo>
                  <a:pt x="2033" y="2384"/>
                </a:lnTo>
                <a:lnTo>
                  <a:pt x="2044" y="2381"/>
                </a:lnTo>
                <a:lnTo>
                  <a:pt x="2057" y="2374"/>
                </a:lnTo>
                <a:lnTo>
                  <a:pt x="2061" y="2368"/>
                </a:lnTo>
                <a:lnTo>
                  <a:pt x="2061" y="2350"/>
                </a:lnTo>
                <a:lnTo>
                  <a:pt x="2055" y="2343"/>
                </a:lnTo>
                <a:lnTo>
                  <a:pt x="2037" y="2340"/>
                </a:lnTo>
                <a:lnTo>
                  <a:pt x="2037" y="2320"/>
                </a:lnTo>
                <a:lnTo>
                  <a:pt x="2030" y="2314"/>
                </a:lnTo>
                <a:lnTo>
                  <a:pt x="2010" y="2315"/>
                </a:lnTo>
                <a:lnTo>
                  <a:pt x="1989" y="2320"/>
                </a:lnTo>
                <a:lnTo>
                  <a:pt x="1976" y="2315"/>
                </a:lnTo>
                <a:lnTo>
                  <a:pt x="1966" y="2307"/>
                </a:lnTo>
                <a:lnTo>
                  <a:pt x="1955" y="2285"/>
                </a:lnTo>
                <a:lnTo>
                  <a:pt x="1942" y="2280"/>
                </a:lnTo>
                <a:lnTo>
                  <a:pt x="1932" y="2285"/>
                </a:lnTo>
                <a:lnTo>
                  <a:pt x="1920" y="2296"/>
                </a:lnTo>
                <a:lnTo>
                  <a:pt x="1917" y="2313"/>
                </a:lnTo>
                <a:lnTo>
                  <a:pt x="1909" y="2320"/>
                </a:lnTo>
                <a:lnTo>
                  <a:pt x="1898" y="2320"/>
                </a:lnTo>
                <a:lnTo>
                  <a:pt x="1875" y="2313"/>
                </a:lnTo>
                <a:lnTo>
                  <a:pt x="1853" y="2302"/>
                </a:lnTo>
                <a:lnTo>
                  <a:pt x="1808" y="2262"/>
                </a:lnTo>
                <a:lnTo>
                  <a:pt x="1778" y="2262"/>
                </a:lnTo>
                <a:lnTo>
                  <a:pt x="1745" y="2277"/>
                </a:lnTo>
                <a:lnTo>
                  <a:pt x="1658" y="2277"/>
                </a:lnTo>
                <a:lnTo>
                  <a:pt x="1609" y="2290"/>
                </a:lnTo>
                <a:lnTo>
                  <a:pt x="1593" y="2296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32" name="Freeform 54"/>
          <p:cNvSpPr>
            <a:spLocks/>
          </p:cNvSpPr>
          <p:nvPr/>
        </p:nvSpPr>
        <p:spPr bwMode="auto">
          <a:xfrm rot="306148">
            <a:off x="5097526" y="4932782"/>
            <a:ext cx="160337" cy="331710"/>
          </a:xfrm>
          <a:custGeom>
            <a:avLst/>
            <a:gdLst/>
            <a:ahLst/>
            <a:cxnLst>
              <a:cxn ang="0">
                <a:pos x="223" y="907"/>
              </a:cxn>
              <a:cxn ang="0">
                <a:pos x="202" y="920"/>
              </a:cxn>
              <a:cxn ang="0">
                <a:pos x="161" y="925"/>
              </a:cxn>
              <a:cxn ang="0">
                <a:pos x="146" y="953"/>
              </a:cxn>
              <a:cxn ang="0">
                <a:pos x="123" y="959"/>
              </a:cxn>
              <a:cxn ang="0">
                <a:pos x="106" y="940"/>
              </a:cxn>
              <a:cxn ang="0">
                <a:pos x="76" y="930"/>
              </a:cxn>
              <a:cxn ang="0">
                <a:pos x="43" y="909"/>
              </a:cxn>
              <a:cxn ang="0">
                <a:pos x="24" y="885"/>
              </a:cxn>
              <a:cxn ang="0">
                <a:pos x="24" y="852"/>
              </a:cxn>
              <a:cxn ang="0">
                <a:pos x="36" y="803"/>
              </a:cxn>
              <a:cxn ang="0">
                <a:pos x="18" y="764"/>
              </a:cxn>
              <a:cxn ang="0">
                <a:pos x="6" y="745"/>
              </a:cxn>
              <a:cxn ang="0">
                <a:pos x="1" y="698"/>
              </a:cxn>
              <a:cxn ang="0">
                <a:pos x="18" y="656"/>
              </a:cxn>
              <a:cxn ang="0">
                <a:pos x="46" y="622"/>
              </a:cxn>
              <a:cxn ang="0">
                <a:pos x="74" y="590"/>
              </a:cxn>
              <a:cxn ang="0">
                <a:pos x="86" y="551"/>
              </a:cxn>
              <a:cxn ang="0">
                <a:pos x="69" y="452"/>
              </a:cxn>
              <a:cxn ang="0">
                <a:pos x="52" y="411"/>
              </a:cxn>
              <a:cxn ang="0">
                <a:pos x="51" y="376"/>
              </a:cxn>
              <a:cxn ang="0">
                <a:pos x="77" y="361"/>
              </a:cxn>
              <a:cxn ang="0">
                <a:pos x="91" y="333"/>
              </a:cxn>
              <a:cxn ang="0">
                <a:pos x="77" y="303"/>
              </a:cxn>
              <a:cxn ang="0">
                <a:pos x="72" y="281"/>
              </a:cxn>
              <a:cxn ang="0">
                <a:pos x="104" y="280"/>
              </a:cxn>
              <a:cxn ang="0">
                <a:pos x="142" y="275"/>
              </a:cxn>
              <a:cxn ang="0">
                <a:pos x="182" y="268"/>
              </a:cxn>
              <a:cxn ang="0">
                <a:pos x="211" y="262"/>
              </a:cxn>
              <a:cxn ang="0">
                <a:pos x="225" y="246"/>
              </a:cxn>
              <a:cxn ang="0">
                <a:pos x="239" y="229"/>
              </a:cxn>
              <a:cxn ang="0">
                <a:pos x="270" y="225"/>
              </a:cxn>
              <a:cxn ang="0">
                <a:pos x="298" y="213"/>
              </a:cxn>
              <a:cxn ang="0">
                <a:pos x="320" y="186"/>
              </a:cxn>
              <a:cxn ang="0">
                <a:pos x="326" y="156"/>
              </a:cxn>
              <a:cxn ang="0">
                <a:pos x="325" y="117"/>
              </a:cxn>
              <a:cxn ang="0">
                <a:pos x="339" y="104"/>
              </a:cxn>
              <a:cxn ang="0">
                <a:pos x="370" y="102"/>
              </a:cxn>
              <a:cxn ang="0">
                <a:pos x="368" y="64"/>
              </a:cxn>
              <a:cxn ang="0">
                <a:pos x="365" y="25"/>
              </a:cxn>
              <a:cxn ang="0">
                <a:pos x="382" y="9"/>
              </a:cxn>
              <a:cxn ang="0">
                <a:pos x="411" y="0"/>
              </a:cxn>
              <a:cxn ang="0">
                <a:pos x="438" y="21"/>
              </a:cxn>
              <a:cxn ang="0">
                <a:pos x="442" y="69"/>
              </a:cxn>
              <a:cxn ang="0">
                <a:pos x="453" y="124"/>
              </a:cxn>
              <a:cxn ang="0">
                <a:pos x="469" y="152"/>
              </a:cxn>
              <a:cxn ang="0">
                <a:pos x="492" y="205"/>
              </a:cxn>
              <a:cxn ang="0">
                <a:pos x="493" y="237"/>
              </a:cxn>
              <a:cxn ang="0">
                <a:pos x="478" y="249"/>
              </a:cxn>
              <a:cxn ang="0">
                <a:pos x="446" y="232"/>
              </a:cxn>
              <a:cxn ang="0">
                <a:pos x="423" y="246"/>
              </a:cxn>
              <a:cxn ang="0">
                <a:pos x="432" y="278"/>
              </a:cxn>
              <a:cxn ang="0">
                <a:pos x="435" y="297"/>
              </a:cxn>
              <a:cxn ang="0">
                <a:pos x="401" y="324"/>
              </a:cxn>
              <a:cxn ang="0">
                <a:pos x="401" y="339"/>
              </a:cxn>
              <a:cxn ang="0">
                <a:pos x="412" y="359"/>
              </a:cxn>
              <a:cxn ang="0">
                <a:pos x="423" y="400"/>
              </a:cxn>
              <a:cxn ang="0">
                <a:pos x="400" y="481"/>
              </a:cxn>
              <a:cxn ang="0">
                <a:pos x="370" y="545"/>
              </a:cxn>
              <a:cxn ang="0">
                <a:pos x="321" y="645"/>
              </a:cxn>
              <a:cxn ang="0">
                <a:pos x="272" y="751"/>
              </a:cxn>
              <a:cxn ang="0">
                <a:pos x="252" y="813"/>
              </a:cxn>
              <a:cxn ang="0">
                <a:pos x="228" y="896"/>
              </a:cxn>
            </a:cxnLst>
            <a:rect l="0" t="0" r="r" b="b"/>
            <a:pathLst>
              <a:path w="495" h="960">
                <a:moveTo>
                  <a:pt x="228" y="899"/>
                </a:moveTo>
                <a:lnTo>
                  <a:pt x="223" y="907"/>
                </a:lnTo>
                <a:lnTo>
                  <a:pt x="217" y="915"/>
                </a:lnTo>
                <a:lnTo>
                  <a:pt x="202" y="920"/>
                </a:lnTo>
                <a:lnTo>
                  <a:pt x="173" y="924"/>
                </a:lnTo>
                <a:lnTo>
                  <a:pt x="161" y="925"/>
                </a:lnTo>
                <a:lnTo>
                  <a:pt x="152" y="942"/>
                </a:lnTo>
                <a:lnTo>
                  <a:pt x="146" y="953"/>
                </a:lnTo>
                <a:lnTo>
                  <a:pt x="134" y="960"/>
                </a:lnTo>
                <a:lnTo>
                  <a:pt x="123" y="959"/>
                </a:lnTo>
                <a:lnTo>
                  <a:pt x="115" y="950"/>
                </a:lnTo>
                <a:lnTo>
                  <a:pt x="106" y="940"/>
                </a:lnTo>
                <a:lnTo>
                  <a:pt x="93" y="930"/>
                </a:lnTo>
                <a:lnTo>
                  <a:pt x="76" y="930"/>
                </a:lnTo>
                <a:lnTo>
                  <a:pt x="59" y="927"/>
                </a:lnTo>
                <a:lnTo>
                  <a:pt x="43" y="909"/>
                </a:lnTo>
                <a:lnTo>
                  <a:pt x="33" y="892"/>
                </a:lnTo>
                <a:lnTo>
                  <a:pt x="24" y="885"/>
                </a:lnTo>
                <a:lnTo>
                  <a:pt x="22" y="868"/>
                </a:lnTo>
                <a:lnTo>
                  <a:pt x="24" y="852"/>
                </a:lnTo>
                <a:lnTo>
                  <a:pt x="33" y="828"/>
                </a:lnTo>
                <a:lnTo>
                  <a:pt x="36" y="803"/>
                </a:lnTo>
                <a:lnTo>
                  <a:pt x="30" y="781"/>
                </a:lnTo>
                <a:lnTo>
                  <a:pt x="18" y="764"/>
                </a:lnTo>
                <a:lnTo>
                  <a:pt x="11" y="756"/>
                </a:lnTo>
                <a:lnTo>
                  <a:pt x="6" y="745"/>
                </a:lnTo>
                <a:lnTo>
                  <a:pt x="0" y="723"/>
                </a:lnTo>
                <a:lnTo>
                  <a:pt x="1" y="698"/>
                </a:lnTo>
                <a:lnTo>
                  <a:pt x="11" y="676"/>
                </a:lnTo>
                <a:lnTo>
                  <a:pt x="18" y="656"/>
                </a:lnTo>
                <a:lnTo>
                  <a:pt x="30" y="636"/>
                </a:lnTo>
                <a:lnTo>
                  <a:pt x="46" y="622"/>
                </a:lnTo>
                <a:lnTo>
                  <a:pt x="59" y="607"/>
                </a:lnTo>
                <a:lnTo>
                  <a:pt x="74" y="590"/>
                </a:lnTo>
                <a:lnTo>
                  <a:pt x="83" y="569"/>
                </a:lnTo>
                <a:lnTo>
                  <a:pt x="86" y="551"/>
                </a:lnTo>
                <a:lnTo>
                  <a:pt x="77" y="481"/>
                </a:lnTo>
                <a:lnTo>
                  <a:pt x="69" y="452"/>
                </a:lnTo>
                <a:lnTo>
                  <a:pt x="60" y="425"/>
                </a:lnTo>
                <a:lnTo>
                  <a:pt x="52" y="411"/>
                </a:lnTo>
                <a:lnTo>
                  <a:pt x="49" y="388"/>
                </a:lnTo>
                <a:lnTo>
                  <a:pt x="51" y="376"/>
                </a:lnTo>
                <a:lnTo>
                  <a:pt x="68" y="366"/>
                </a:lnTo>
                <a:lnTo>
                  <a:pt x="77" y="361"/>
                </a:lnTo>
                <a:lnTo>
                  <a:pt x="87" y="353"/>
                </a:lnTo>
                <a:lnTo>
                  <a:pt x="91" y="333"/>
                </a:lnTo>
                <a:lnTo>
                  <a:pt x="87" y="319"/>
                </a:lnTo>
                <a:lnTo>
                  <a:pt x="77" y="303"/>
                </a:lnTo>
                <a:lnTo>
                  <a:pt x="71" y="292"/>
                </a:lnTo>
                <a:lnTo>
                  <a:pt x="72" y="281"/>
                </a:lnTo>
                <a:lnTo>
                  <a:pt x="78" y="280"/>
                </a:lnTo>
                <a:lnTo>
                  <a:pt x="104" y="280"/>
                </a:lnTo>
                <a:lnTo>
                  <a:pt x="122" y="279"/>
                </a:lnTo>
                <a:lnTo>
                  <a:pt x="142" y="275"/>
                </a:lnTo>
                <a:lnTo>
                  <a:pt x="164" y="264"/>
                </a:lnTo>
                <a:lnTo>
                  <a:pt x="182" y="268"/>
                </a:lnTo>
                <a:lnTo>
                  <a:pt x="198" y="261"/>
                </a:lnTo>
                <a:lnTo>
                  <a:pt x="211" y="262"/>
                </a:lnTo>
                <a:lnTo>
                  <a:pt x="223" y="257"/>
                </a:lnTo>
                <a:lnTo>
                  <a:pt x="225" y="246"/>
                </a:lnTo>
                <a:lnTo>
                  <a:pt x="233" y="232"/>
                </a:lnTo>
                <a:lnTo>
                  <a:pt x="239" y="229"/>
                </a:lnTo>
                <a:lnTo>
                  <a:pt x="256" y="225"/>
                </a:lnTo>
                <a:lnTo>
                  <a:pt x="270" y="225"/>
                </a:lnTo>
                <a:lnTo>
                  <a:pt x="286" y="222"/>
                </a:lnTo>
                <a:lnTo>
                  <a:pt x="298" y="213"/>
                </a:lnTo>
                <a:lnTo>
                  <a:pt x="312" y="194"/>
                </a:lnTo>
                <a:lnTo>
                  <a:pt x="320" y="186"/>
                </a:lnTo>
                <a:lnTo>
                  <a:pt x="324" y="175"/>
                </a:lnTo>
                <a:lnTo>
                  <a:pt x="326" y="156"/>
                </a:lnTo>
                <a:lnTo>
                  <a:pt x="326" y="133"/>
                </a:lnTo>
                <a:lnTo>
                  <a:pt x="325" y="117"/>
                </a:lnTo>
                <a:lnTo>
                  <a:pt x="332" y="106"/>
                </a:lnTo>
                <a:lnTo>
                  <a:pt x="339" y="104"/>
                </a:lnTo>
                <a:lnTo>
                  <a:pt x="355" y="103"/>
                </a:lnTo>
                <a:lnTo>
                  <a:pt x="370" y="102"/>
                </a:lnTo>
                <a:lnTo>
                  <a:pt x="370" y="87"/>
                </a:lnTo>
                <a:lnTo>
                  <a:pt x="368" y="64"/>
                </a:lnTo>
                <a:lnTo>
                  <a:pt x="365" y="42"/>
                </a:lnTo>
                <a:lnTo>
                  <a:pt x="365" y="25"/>
                </a:lnTo>
                <a:lnTo>
                  <a:pt x="371" y="15"/>
                </a:lnTo>
                <a:lnTo>
                  <a:pt x="382" y="9"/>
                </a:lnTo>
                <a:lnTo>
                  <a:pt x="400" y="0"/>
                </a:lnTo>
                <a:lnTo>
                  <a:pt x="411" y="0"/>
                </a:lnTo>
                <a:lnTo>
                  <a:pt x="425" y="7"/>
                </a:lnTo>
                <a:lnTo>
                  <a:pt x="438" y="21"/>
                </a:lnTo>
                <a:lnTo>
                  <a:pt x="442" y="52"/>
                </a:lnTo>
                <a:lnTo>
                  <a:pt x="442" y="69"/>
                </a:lnTo>
                <a:lnTo>
                  <a:pt x="448" y="97"/>
                </a:lnTo>
                <a:lnTo>
                  <a:pt x="453" y="124"/>
                </a:lnTo>
                <a:lnTo>
                  <a:pt x="459" y="147"/>
                </a:lnTo>
                <a:lnTo>
                  <a:pt x="469" y="152"/>
                </a:lnTo>
                <a:lnTo>
                  <a:pt x="477" y="175"/>
                </a:lnTo>
                <a:lnTo>
                  <a:pt x="492" y="205"/>
                </a:lnTo>
                <a:lnTo>
                  <a:pt x="495" y="219"/>
                </a:lnTo>
                <a:lnTo>
                  <a:pt x="493" y="237"/>
                </a:lnTo>
                <a:lnTo>
                  <a:pt x="492" y="248"/>
                </a:lnTo>
                <a:lnTo>
                  <a:pt x="478" y="249"/>
                </a:lnTo>
                <a:lnTo>
                  <a:pt x="458" y="244"/>
                </a:lnTo>
                <a:lnTo>
                  <a:pt x="446" y="232"/>
                </a:lnTo>
                <a:lnTo>
                  <a:pt x="430" y="238"/>
                </a:lnTo>
                <a:lnTo>
                  <a:pt x="423" y="246"/>
                </a:lnTo>
                <a:lnTo>
                  <a:pt x="425" y="266"/>
                </a:lnTo>
                <a:lnTo>
                  <a:pt x="432" y="278"/>
                </a:lnTo>
                <a:lnTo>
                  <a:pt x="435" y="290"/>
                </a:lnTo>
                <a:lnTo>
                  <a:pt x="435" y="297"/>
                </a:lnTo>
                <a:lnTo>
                  <a:pt x="419" y="313"/>
                </a:lnTo>
                <a:lnTo>
                  <a:pt x="401" y="324"/>
                </a:lnTo>
                <a:lnTo>
                  <a:pt x="401" y="332"/>
                </a:lnTo>
                <a:lnTo>
                  <a:pt x="401" y="339"/>
                </a:lnTo>
                <a:lnTo>
                  <a:pt x="406" y="349"/>
                </a:lnTo>
                <a:lnTo>
                  <a:pt x="412" y="359"/>
                </a:lnTo>
                <a:lnTo>
                  <a:pt x="424" y="371"/>
                </a:lnTo>
                <a:lnTo>
                  <a:pt x="423" y="400"/>
                </a:lnTo>
                <a:lnTo>
                  <a:pt x="414" y="438"/>
                </a:lnTo>
                <a:lnTo>
                  <a:pt x="400" y="481"/>
                </a:lnTo>
                <a:lnTo>
                  <a:pt x="386" y="512"/>
                </a:lnTo>
                <a:lnTo>
                  <a:pt x="370" y="545"/>
                </a:lnTo>
                <a:lnTo>
                  <a:pt x="345" y="601"/>
                </a:lnTo>
                <a:lnTo>
                  <a:pt x="321" y="645"/>
                </a:lnTo>
                <a:lnTo>
                  <a:pt x="295" y="698"/>
                </a:lnTo>
                <a:lnTo>
                  <a:pt x="272" y="751"/>
                </a:lnTo>
                <a:lnTo>
                  <a:pt x="263" y="781"/>
                </a:lnTo>
                <a:lnTo>
                  <a:pt x="252" y="813"/>
                </a:lnTo>
                <a:lnTo>
                  <a:pt x="239" y="857"/>
                </a:lnTo>
                <a:lnTo>
                  <a:pt x="228" y="896"/>
                </a:lnTo>
                <a:lnTo>
                  <a:pt x="228" y="899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33" name="Freeform 55"/>
          <p:cNvSpPr>
            <a:spLocks/>
          </p:cNvSpPr>
          <p:nvPr/>
        </p:nvSpPr>
        <p:spPr bwMode="auto">
          <a:xfrm rot="306148">
            <a:off x="4824475" y="5250209"/>
            <a:ext cx="19050" cy="26981"/>
          </a:xfrm>
          <a:custGeom>
            <a:avLst/>
            <a:gdLst/>
            <a:ahLst/>
            <a:cxnLst>
              <a:cxn ang="0">
                <a:pos x="54" y="20"/>
              </a:cxn>
              <a:cxn ang="0">
                <a:pos x="53" y="15"/>
              </a:cxn>
              <a:cxn ang="0">
                <a:pos x="41" y="6"/>
              </a:cxn>
              <a:cxn ang="0">
                <a:pos x="25" y="0"/>
              </a:cxn>
              <a:cxn ang="0">
                <a:pos x="11" y="18"/>
              </a:cxn>
              <a:cxn ang="0">
                <a:pos x="6" y="24"/>
              </a:cxn>
              <a:cxn ang="0">
                <a:pos x="1" y="33"/>
              </a:cxn>
              <a:cxn ang="0">
                <a:pos x="0" y="41"/>
              </a:cxn>
              <a:cxn ang="0">
                <a:pos x="1" y="58"/>
              </a:cxn>
              <a:cxn ang="0">
                <a:pos x="12" y="76"/>
              </a:cxn>
              <a:cxn ang="0">
                <a:pos x="26" y="81"/>
              </a:cxn>
              <a:cxn ang="0">
                <a:pos x="32" y="81"/>
              </a:cxn>
              <a:cxn ang="0">
                <a:pos x="45" y="78"/>
              </a:cxn>
              <a:cxn ang="0">
                <a:pos x="53" y="68"/>
              </a:cxn>
              <a:cxn ang="0">
                <a:pos x="59" y="53"/>
              </a:cxn>
              <a:cxn ang="0">
                <a:pos x="61" y="39"/>
              </a:cxn>
              <a:cxn ang="0">
                <a:pos x="59" y="24"/>
              </a:cxn>
              <a:cxn ang="0">
                <a:pos x="54" y="20"/>
              </a:cxn>
            </a:cxnLst>
            <a:rect l="0" t="0" r="r" b="b"/>
            <a:pathLst>
              <a:path w="61" h="81">
                <a:moveTo>
                  <a:pt x="54" y="20"/>
                </a:moveTo>
                <a:lnTo>
                  <a:pt x="53" y="15"/>
                </a:lnTo>
                <a:lnTo>
                  <a:pt x="41" y="6"/>
                </a:lnTo>
                <a:lnTo>
                  <a:pt x="25" y="0"/>
                </a:lnTo>
                <a:lnTo>
                  <a:pt x="11" y="18"/>
                </a:lnTo>
                <a:lnTo>
                  <a:pt x="6" y="24"/>
                </a:lnTo>
                <a:lnTo>
                  <a:pt x="1" y="33"/>
                </a:lnTo>
                <a:lnTo>
                  <a:pt x="0" y="41"/>
                </a:lnTo>
                <a:lnTo>
                  <a:pt x="1" y="58"/>
                </a:lnTo>
                <a:lnTo>
                  <a:pt x="12" y="76"/>
                </a:lnTo>
                <a:lnTo>
                  <a:pt x="26" y="81"/>
                </a:lnTo>
                <a:lnTo>
                  <a:pt x="32" y="81"/>
                </a:lnTo>
                <a:lnTo>
                  <a:pt x="45" y="78"/>
                </a:lnTo>
                <a:lnTo>
                  <a:pt x="53" y="68"/>
                </a:lnTo>
                <a:lnTo>
                  <a:pt x="59" y="53"/>
                </a:lnTo>
                <a:lnTo>
                  <a:pt x="61" y="39"/>
                </a:lnTo>
                <a:lnTo>
                  <a:pt x="59" y="24"/>
                </a:lnTo>
                <a:lnTo>
                  <a:pt x="54" y="2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34" name="Freeform 57"/>
          <p:cNvSpPr>
            <a:spLocks/>
          </p:cNvSpPr>
          <p:nvPr/>
        </p:nvSpPr>
        <p:spPr bwMode="auto">
          <a:xfrm rot="306148">
            <a:off x="4065650" y="3685296"/>
            <a:ext cx="400050" cy="452332"/>
          </a:xfrm>
          <a:custGeom>
            <a:avLst/>
            <a:gdLst/>
            <a:ahLst/>
            <a:cxnLst>
              <a:cxn ang="0">
                <a:pos x="195" y="886"/>
              </a:cxn>
              <a:cxn ang="0">
                <a:pos x="619" y="1200"/>
              </a:cxn>
              <a:cxn ang="0">
                <a:pos x="674" y="1229"/>
              </a:cxn>
              <a:cxn ang="0">
                <a:pos x="738" y="1259"/>
              </a:cxn>
              <a:cxn ang="0">
                <a:pos x="741" y="1304"/>
              </a:cxn>
              <a:cxn ang="0">
                <a:pos x="778" y="1299"/>
              </a:cxn>
              <a:cxn ang="0">
                <a:pos x="841" y="1265"/>
              </a:cxn>
              <a:cxn ang="0">
                <a:pos x="1207" y="957"/>
              </a:cxn>
              <a:cxn ang="0">
                <a:pos x="1188" y="891"/>
              </a:cxn>
              <a:cxn ang="0">
                <a:pos x="1171" y="835"/>
              </a:cxn>
              <a:cxn ang="0">
                <a:pos x="1116" y="749"/>
              </a:cxn>
              <a:cxn ang="0">
                <a:pos x="1152" y="691"/>
              </a:cxn>
              <a:cxn ang="0">
                <a:pos x="1166" y="612"/>
              </a:cxn>
              <a:cxn ang="0">
                <a:pos x="1138" y="576"/>
              </a:cxn>
              <a:cxn ang="0">
                <a:pos x="1148" y="535"/>
              </a:cxn>
              <a:cxn ang="0">
                <a:pos x="1150" y="485"/>
              </a:cxn>
              <a:cxn ang="0">
                <a:pos x="1138" y="456"/>
              </a:cxn>
              <a:cxn ang="0">
                <a:pos x="1110" y="373"/>
              </a:cxn>
              <a:cxn ang="0">
                <a:pos x="1075" y="313"/>
              </a:cxn>
              <a:cxn ang="0">
                <a:pos x="1066" y="267"/>
              </a:cxn>
              <a:cxn ang="0">
                <a:pos x="1098" y="205"/>
              </a:cxn>
              <a:cxn ang="0">
                <a:pos x="1088" y="133"/>
              </a:cxn>
              <a:cxn ang="0">
                <a:pos x="1056" y="47"/>
              </a:cxn>
              <a:cxn ang="0">
                <a:pos x="1045" y="0"/>
              </a:cxn>
              <a:cxn ang="0">
                <a:pos x="999" y="30"/>
              </a:cxn>
              <a:cxn ang="0">
                <a:pos x="931" y="47"/>
              </a:cxn>
              <a:cxn ang="0">
                <a:pos x="902" y="33"/>
              </a:cxn>
              <a:cxn ang="0">
                <a:pos x="876" y="33"/>
              </a:cxn>
              <a:cxn ang="0">
                <a:pos x="841" y="63"/>
              </a:cxn>
              <a:cxn ang="0">
                <a:pos x="745" y="58"/>
              </a:cxn>
              <a:cxn ang="0">
                <a:pos x="687" y="85"/>
              </a:cxn>
              <a:cxn ang="0">
                <a:pos x="638" y="134"/>
              </a:cxn>
              <a:cxn ang="0">
                <a:pos x="559" y="170"/>
              </a:cxn>
              <a:cxn ang="0">
                <a:pos x="523" y="168"/>
              </a:cxn>
              <a:cxn ang="0">
                <a:pos x="512" y="248"/>
              </a:cxn>
              <a:cxn ang="0">
                <a:pos x="522" y="328"/>
              </a:cxn>
              <a:cxn ang="0">
                <a:pos x="534" y="380"/>
              </a:cxn>
              <a:cxn ang="0">
                <a:pos x="457" y="421"/>
              </a:cxn>
              <a:cxn ang="0">
                <a:pos x="376" y="450"/>
              </a:cxn>
              <a:cxn ang="0">
                <a:pos x="318" y="523"/>
              </a:cxn>
              <a:cxn ang="0">
                <a:pos x="258" y="534"/>
              </a:cxn>
              <a:cxn ang="0">
                <a:pos x="221" y="543"/>
              </a:cxn>
              <a:cxn ang="0">
                <a:pos x="169" y="606"/>
              </a:cxn>
              <a:cxn ang="0">
                <a:pos x="57" y="639"/>
              </a:cxn>
              <a:cxn ang="0">
                <a:pos x="6" y="682"/>
              </a:cxn>
              <a:cxn ang="0">
                <a:pos x="5" y="742"/>
              </a:cxn>
            </a:cxnLst>
            <a:rect l="0" t="0" r="r" b="b"/>
            <a:pathLst>
              <a:path w="1225" h="1307">
                <a:moveTo>
                  <a:pt x="0" y="749"/>
                </a:moveTo>
                <a:lnTo>
                  <a:pt x="200" y="889"/>
                </a:lnTo>
                <a:lnTo>
                  <a:pt x="195" y="886"/>
                </a:lnTo>
                <a:lnTo>
                  <a:pt x="601" y="1161"/>
                </a:lnTo>
                <a:lnTo>
                  <a:pt x="610" y="1176"/>
                </a:lnTo>
                <a:lnTo>
                  <a:pt x="619" y="1200"/>
                </a:lnTo>
                <a:lnTo>
                  <a:pt x="632" y="1216"/>
                </a:lnTo>
                <a:lnTo>
                  <a:pt x="643" y="1222"/>
                </a:lnTo>
                <a:lnTo>
                  <a:pt x="674" y="1229"/>
                </a:lnTo>
                <a:lnTo>
                  <a:pt x="720" y="1233"/>
                </a:lnTo>
                <a:lnTo>
                  <a:pt x="731" y="1241"/>
                </a:lnTo>
                <a:lnTo>
                  <a:pt x="738" y="1259"/>
                </a:lnTo>
                <a:lnTo>
                  <a:pt x="736" y="1269"/>
                </a:lnTo>
                <a:lnTo>
                  <a:pt x="736" y="1292"/>
                </a:lnTo>
                <a:lnTo>
                  <a:pt x="741" y="1304"/>
                </a:lnTo>
                <a:lnTo>
                  <a:pt x="756" y="1307"/>
                </a:lnTo>
                <a:lnTo>
                  <a:pt x="779" y="1298"/>
                </a:lnTo>
                <a:lnTo>
                  <a:pt x="778" y="1299"/>
                </a:lnTo>
                <a:lnTo>
                  <a:pt x="797" y="1292"/>
                </a:lnTo>
                <a:lnTo>
                  <a:pt x="816" y="1281"/>
                </a:lnTo>
                <a:lnTo>
                  <a:pt x="841" y="1265"/>
                </a:lnTo>
                <a:lnTo>
                  <a:pt x="1225" y="973"/>
                </a:lnTo>
                <a:lnTo>
                  <a:pt x="1224" y="974"/>
                </a:lnTo>
                <a:lnTo>
                  <a:pt x="1207" y="957"/>
                </a:lnTo>
                <a:lnTo>
                  <a:pt x="1197" y="943"/>
                </a:lnTo>
                <a:lnTo>
                  <a:pt x="1192" y="920"/>
                </a:lnTo>
                <a:lnTo>
                  <a:pt x="1188" y="891"/>
                </a:lnTo>
                <a:lnTo>
                  <a:pt x="1189" y="868"/>
                </a:lnTo>
                <a:lnTo>
                  <a:pt x="1183" y="856"/>
                </a:lnTo>
                <a:lnTo>
                  <a:pt x="1171" y="835"/>
                </a:lnTo>
                <a:lnTo>
                  <a:pt x="1132" y="786"/>
                </a:lnTo>
                <a:lnTo>
                  <a:pt x="1116" y="762"/>
                </a:lnTo>
                <a:lnTo>
                  <a:pt x="1116" y="749"/>
                </a:lnTo>
                <a:lnTo>
                  <a:pt x="1128" y="733"/>
                </a:lnTo>
                <a:lnTo>
                  <a:pt x="1146" y="706"/>
                </a:lnTo>
                <a:lnTo>
                  <a:pt x="1152" y="691"/>
                </a:lnTo>
                <a:lnTo>
                  <a:pt x="1171" y="648"/>
                </a:lnTo>
                <a:lnTo>
                  <a:pt x="1172" y="629"/>
                </a:lnTo>
                <a:lnTo>
                  <a:pt x="1166" y="612"/>
                </a:lnTo>
                <a:lnTo>
                  <a:pt x="1156" y="600"/>
                </a:lnTo>
                <a:lnTo>
                  <a:pt x="1149" y="590"/>
                </a:lnTo>
                <a:lnTo>
                  <a:pt x="1138" y="576"/>
                </a:lnTo>
                <a:lnTo>
                  <a:pt x="1136" y="569"/>
                </a:lnTo>
                <a:lnTo>
                  <a:pt x="1137" y="560"/>
                </a:lnTo>
                <a:lnTo>
                  <a:pt x="1148" y="535"/>
                </a:lnTo>
                <a:lnTo>
                  <a:pt x="1149" y="517"/>
                </a:lnTo>
                <a:lnTo>
                  <a:pt x="1154" y="502"/>
                </a:lnTo>
                <a:lnTo>
                  <a:pt x="1150" y="485"/>
                </a:lnTo>
                <a:lnTo>
                  <a:pt x="1146" y="465"/>
                </a:lnTo>
                <a:lnTo>
                  <a:pt x="1149" y="470"/>
                </a:lnTo>
                <a:lnTo>
                  <a:pt x="1138" y="456"/>
                </a:lnTo>
                <a:lnTo>
                  <a:pt x="1127" y="418"/>
                </a:lnTo>
                <a:lnTo>
                  <a:pt x="1121" y="404"/>
                </a:lnTo>
                <a:lnTo>
                  <a:pt x="1110" y="373"/>
                </a:lnTo>
                <a:lnTo>
                  <a:pt x="1099" y="354"/>
                </a:lnTo>
                <a:lnTo>
                  <a:pt x="1082" y="327"/>
                </a:lnTo>
                <a:lnTo>
                  <a:pt x="1075" y="313"/>
                </a:lnTo>
                <a:lnTo>
                  <a:pt x="1063" y="298"/>
                </a:lnTo>
                <a:lnTo>
                  <a:pt x="1063" y="280"/>
                </a:lnTo>
                <a:lnTo>
                  <a:pt x="1066" y="267"/>
                </a:lnTo>
                <a:lnTo>
                  <a:pt x="1076" y="251"/>
                </a:lnTo>
                <a:lnTo>
                  <a:pt x="1091" y="228"/>
                </a:lnTo>
                <a:lnTo>
                  <a:pt x="1098" y="205"/>
                </a:lnTo>
                <a:lnTo>
                  <a:pt x="1101" y="178"/>
                </a:lnTo>
                <a:lnTo>
                  <a:pt x="1096" y="151"/>
                </a:lnTo>
                <a:lnTo>
                  <a:pt x="1088" y="133"/>
                </a:lnTo>
                <a:lnTo>
                  <a:pt x="1078" y="108"/>
                </a:lnTo>
                <a:lnTo>
                  <a:pt x="1066" y="77"/>
                </a:lnTo>
                <a:lnTo>
                  <a:pt x="1056" y="47"/>
                </a:lnTo>
                <a:lnTo>
                  <a:pt x="1047" y="24"/>
                </a:lnTo>
                <a:lnTo>
                  <a:pt x="1035" y="4"/>
                </a:lnTo>
                <a:lnTo>
                  <a:pt x="1045" y="0"/>
                </a:lnTo>
                <a:lnTo>
                  <a:pt x="1030" y="1"/>
                </a:lnTo>
                <a:lnTo>
                  <a:pt x="1023" y="4"/>
                </a:lnTo>
                <a:lnTo>
                  <a:pt x="999" y="30"/>
                </a:lnTo>
                <a:lnTo>
                  <a:pt x="969" y="46"/>
                </a:lnTo>
                <a:lnTo>
                  <a:pt x="952" y="47"/>
                </a:lnTo>
                <a:lnTo>
                  <a:pt x="931" y="47"/>
                </a:lnTo>
                <a:lnTo>
                  <a:pt x="923" y="42"/>
                </a:lnTo>
                <a:lnTo>
                  <a:pt x="917" y="38"/>
                </a:lnTo>
                <a:lnTo>
                  <a:pt x="902" y="33"/>
                </a:lnTo>
                <a:lnTo>
                  <a:pt x="895" y="30"/>
                </a:lnTo>
                <a:lnTo>
                  <a:pt x="888" y="30"/>
                </a:lnTo>
                <a:lnTo>
                  <a:pt x="876" y="33"/>
                </a:lnTo>
                <a:lnTo>
                  <a:pt x="860" y="46"/>
                </a:lnTo>
                <a:lnTo>
                  <a:pt x="849" y="56"/>
                </a:lnTo>
                <a:lnTo>
                  <a:pt x="841" y="63"/>
                </a:lnTo>
                <a:lnTo>
                  <a:pt x="800" y="58"/>
                </a:lnTo>
                <a:lnTo>
                  <a:pt x="770" y="56"/>
                </a:lnTo>
                <a:lnTo>
                  <a:pt x="745" y="58"/>
                </a:lnTo>
                <a:lnTo>
                  <a:pt x="706" y="67"/>
                </a:lnTo>
                <a:lnTo>
                  <a:pt x="696" y="74"/>
                </a:lnTo>
                <a:lnTo>
                  <a:pt x="687" y="85"/>
                </a:lnTo>
                <a:lnTo>
                  <a:pt x="665" y="126"/>
                </a:lnTo>
                <a:lnTo>
                  <a:pt x="658" y="134"/>
                </a:lnTo>
                <a:lnTo>
                  <a:pt x="638" y="134"/>
                </a:lnTo>
                <a:lnTo>
                  <a:pt x="582" y="139"/>
                </a:lnTo>
                <a:lnTo>
                  <a:pt x="573" y="151"/>
                </a:lnTo>
                <a:lnTo>
                  <a:pt x="559" y="170"/>
                </a:lnTo>
                <a:lnTo>
                  <a:pt x="545" y="175"/>
                </a:lnTo>
                <a:lnTo>
                  <a:pt x="518" y="175"/>
                </a:lnTo>
                <a:lnTo>
                  <a:pt x="523" y="168"/>
                </a:lnTo>
                <a:lnTo>
                  <a:pt x="522" y="169"/>
                </a:lnTo>
                <a:lnTo>
                  <a:pt x="514" y="223"/>
                </a:lnTo>
                <a:lnTo>
                  <a:pt x="512" y="248"/>
                </a:lnTo>
                <a:lnTo>
                  <a:pt x="511" y="272"/>
                </a:lnTo>
                <a:lnTo>
                  <a:pt x="514" y="290"/>
                </a:lnTo>
                <a:lnTo>
                  <a:pt x="522" y="328"/>
                </a:lnTo>
                <a:lnTo>
                  <a:pt x="534" y="345"/>
                </a:lnTo>
                <a:lnTo>
                  <a:pt x="537" y="366"/>
                </a:lnTo>
                <a:lnTo>
                  <a:pt x="534" y="380"/>
                </a:lnTo>
                <a:lnTo>
                  <a:pt x="510" y="404"/>
                </a:lnTo>
                <a:lnTo>
                  <a:pt x="491" y="412"/>
                </a:lnTo>
                <a:lnTo>
                  <a:pt x="457" y="421"/>
                </a:lnTo>
                <a:lnTo>
                  <a:pt x="431" y="423"/>
                </a:lnTo>
                <a:lnTo>
                  <a:pt x="393" y="435"/>
                </a:lnTo>
                <a:lnTo>
                  <a:pt x="376" y="450"/>
                </a:lnTo>
                <a:lnTo>
                  <a:pt x="349" y="490"/>
                </a:lnTo>
                <a:lnTo>
                  <a:pt x="336" y="508"/>
                </a:lnTo>
                <a:lnTo>
                  <a:pt x="318" y="523"/>
                </a:lnTo>
                <a:lnTo>
                  <a:pt x="283" y="536"/>
                </a:lnTo>
                <a:lnTo>
                  <a:pt x="276" y="536"/>
                </a:lnTo>
                <a:lnTo>
                  <a:pt x="258" y="534"/>
                </a:lnTo>
                <a:lnTo>
                  <a:pt x="247" y="531"/>
                </a:lnTo>
                <a:lnTo>
                  <a:pt x="230" y="535"/>
                </a:lnTo>
                <a:lnTo>
                  <a:pt x="221" y="543"/>
                </a:lnTo>
                <a:lnTo>
                  <a:pt x="213" y="563"/>
                </a:lnTo>
                <a:lnTo>
                  <a:pt x="206" y="581"/>
                </a:lnTo>
                <a:lnTo>
                  <a:pt x="169" y="606"/>
                </a:lnTo>
                <a:lnTo>
                  <a:pt x="134" y="616"/>
                </a:lnTo>
                <a:lnTo>
                  <a:pt x="92" y="625"/>
                </a:lnTo>
                <a:lnTo>
                  <a:pt x="57" y="639"/>
                </a:lnTo>
                <a:lnTo>
                  <a:pt x="35" y="651"/>
                </a:lnTo>
                <a:lnTo>
                  <a:pt x="21" y="663"/>
                </a:lnTo>
                <a:lnTo>
                  <a:pt x="6" y="682"/>
                </a:lnTo>
                <a:lnTo>
                  <a:pt x="4" y="691"/>
                </a:lnTo>
                <a:lnTo>
                  <a:pt x="5" y="707"/>
                </a:lnTo>
                <a:lnTo>
                  <a:pt x="5" y="742"/>
                </a:lnTo>
                <a:lnTo>
                  <a:pt x="6" y="742"/>
                </a:lnTo>
                <a:lnTo>
                  <a:pt x="0" y="749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35" name="Freeform 59"/>
          <p:cNvSpPr>
            <a:spLocks/>
          </p:cNvSpPr>
          <p:nvPr/>
        </p:nvSpPr>
        <p:spPr bwMode="auto">
          <a:xfrm rot="306148">
            <a:off x="4426013" y="3804330"/>
            <a:ext cx="322263" cy="323775"/>
          </a:xfrm>
          <a:custGeom>
            <a:avLst/>
            <a:gdLst/>
            <a:ahLst/>
            <a:cxnLst>
              <a:cxn ang="0">
                <a:pos x="249" y="36"/>
              </a:cxn>
              <a:cxn ang="0">
                <a:pos x="329" y="63"/>
              </a:cxn>
              <a:cxn ang="0">
                <a:pos x="387" y="79"/>
              </a:cxn>
              <a:cxn ang="0">
                <a:pos x="379" y="93"/>
              </a:cxn>
              <a:cxn ang="0">
                <a:pos x="387" y="113"/>
              </a:cxn>
              <a:cxn ang="0">
                <a:pos x="412" y="125"/>
              </a:cxn>
              <a:cxn ang="0">
                <a:pos x="460" y="135"/>
              </a:cxn>
              <a:cxn ang="0">
                <a:pos x="521" y="135"/>
              </a:cxn>
              <a:cxn ang="0">
                <a:pos x="573" y="151"/>
              </a:cxn>
              <a:cxn ang="0">
                <a:pos x="623" y="204"/>
              </a:cxn>
              <a:cxn ang="0">
                <a:pos x="658" y="198"/>
              </a:cxn>
              <a:cxn ang="0">
                <a:pos x="671" y="175"/>
              </a:cxn>
              <a:cxn ang="0">
                <a:pos x="651" y="87"/>
              </a:cxn>
              <a:cxn ang="0">
                <a:pos x="666" y="49"/>
              </a:cxn>
              <a:cxn ang="0">
                <a:pos x="691" y="16"/>
              </a:cxn>
              <a:cxn ang="0">
                <a:pos x="739" y="1"/>
              </a:cxn>
              <a:cxn ang="0">
                <a:pos x="766" y="0"/>
              </a:cxn>
              <a:cxn ang="0">
                <a:pos x="817" y="12"/>
              </a:cxn>
              <a:cxn ang="0">
                <a:pos x="828" y="31"/>
              </a:cxn>
              <a:cxn ang="0">
                <a:pos x="842" y="60"/>
              </a:cxn>
              <a:cxn ang="0">
                <a:pos x="883" y="57"/>
              </a:cxn>
              <a:cxn ang="0">
                <a:pos x="919" y="54"/>
              </a:cxn>
              <a:cxn ang="0">
                <a:pos x="948" y="67"/>
              </a:cxn>
              <a:cxn ang="0">
                <a:pos x="981" y="73"/>
              </a:cxn>
              <a:cxn ang="0">
                <a:pos x="982" y="676"/>
              </a:cxn>
              <a:cxn ang="0">
                <a:pos x="964" y="922"/>
              </a:cxn>
              <a:cxn ang="0">
                <a:pos x="953" y="924"/>
              </a:cxn>
              <a:cxn ang="0">
                <a:pos x="448" y="691"/>
              </a:cxn>
              <a:cxn ang="0">
                <a:pos x="423" y="694"/>
              </a:cxn>
              <a:cxn ang="0">
                <a:pos x="376" y="733"/>
              </a:cxn>
              <a:cxn ang="0">
                <a:pos x="341" y="745"/>
              </a:cxn>
              <a:cxn ang="0">
                <a:pos x="262" y="736"/>
              </a:cxn>
              <a:cxn ang="0">
                <a:pos x="193" y="702"/>
              </a:cxn>
              <a:cxn ang="0">
                <a:pos x="158" y="684"/>
              </a:cxn>
              <a:cxn ang="0">
                <a:pos x="127" y="700"/>
              </a:cxn>
              <a:cxn ang="0">
                <a:pos x="108" y="719"/>
              </a:cxn>
              <a:cxn ang="0">
                <a:pos x="81" y="689"/>
              </a:cxn>
              <a:cxn ang="0">
                <a:pos x="72" y="636"/>
              </a:cxn>
              <a:cxn ang="0">
                <a:pos x="67" y="602"/>
              </a:cxn>
              <a:cxn ang="0">
                <a:pos x="16" y="532"/>
              </a:cxn>
              <a:cxn ang="0">
                <a:pos x="0" y="494"/>
              </a:cxn>
              <a:cxn ang="0">
                <a:pos x="30" y="451"/>
              </a:cxn>
              <a:cxn ang="0">
                <a:pos x="55" y="393"/>
              </a:cxn>
              <a:cxn ang="0">
                <a:pos x="50" y="358"/>
              </a:cxn>
              <a:cxn ang="0">
                <a:pos x="33" y="337"/>
              </a:cxn>
              <a:cxn ang="0">
                <a:pos x="20" y="314"/>
              </a:cxn>
              <a:cxn ang="0">
                <a:pos x="32" y="280"/>
              </a:cxn>
              <a:cxn ang="0">
                <a:pos x="39" y="247"/>
              </a:cxn>
              <a:cxn ang="0">
                <a:pos x="30" y="210"/>
              </a:cxn>
              <a:cxn ang="0">
                <a:pos x="49" y="217"/>
              </a:cxn>
              <a:cxn ang="0">
                <a:pos x="65" y="210"/>
              </a:cxn>
              <a:cxn ang="0">
                <a:pos x="61" y="154"/>
              </a:cxn>
              <a:cxn ang="0">
                <a:pos x="53" y="119"/>
              </a:cxn>
              <a:cxn ang="0">
                <a:pos x="81" y="86"/>
              </a:cxn>
              <a:cxn ang="0">
                <a:pos x="117" y="64"/>
              </a:cxn>
              <a:cxn ang="0">
                <a:pos x="187" y="34"/>
              </a:cxn>
              <a:cxn ang="0">
                <a:pos x="219" y="26"/>
              </a:cxn>
            </a:cxnLst>
            <a:rect l="0" t="0" r="r" b="b"/>
            <a:pathLst>
              <a:path w="987" h="930">
                <a:moveTo>
                  <a:pt x="219" y="26"/>
                </a:moveTo>
                <a:lnTo>
                  <a:pt x="249" y="36"/>
                </a:lnTo>
                <a:lnTo>
                  <a:pt x="282" y="46"/>
                </a:lnTo>
                <a:lnTo>
                  <a:pt x="329" y="63"/>
                </a:lnTo>
                <a:lnTo>
                  <a:pt x="363" y="70"/>
                </a:lnTo>
                <a:lnTo>
                  <a:pt x="387" y="79"/>
                </a:lnTo>
                <a:lnTo>
                  <a:pt x="381" y="83"/>
                </a:lnTo>
                <a:lnTo>
                  <a:pt x="379" y="93"/>
                </a:lnTo>
                <a:lnTo>
                  <a:pt x="382" y="102"/>
                </a:lnTo>
                <a:lnTo>
                  <a:pt x="387" y="113"/>
                </a:lnTo>
                <a:lnTo>
                  <a:pt x="398" y="119"/>
                </a:lnTo>
                <a:lnTo>
                  <a:pt x="412" y="125"/>
                </a:lnTo>
                <a:lnTo>
                  <a:pt x="437" y="134"/>
                </a:lnTo>
                <a:lnTo>
                  <a:pt x="460" y="135"/>
                </a:lnTo>
                <a:lnTo>
                  <a:pt x="489" y="134"/>
                </a:lnTo>
                <a:lnTo>
                  <a:pt x="521" y="135"/>
                </a:lnTo>
                <a:lnTo>
                  <a:pt x="545" y="141"/>
                </a:lnTo>
                <a:lnTo>
                  <a:pt x="573" y="151"/>
                </a:lnTo>
                <a:lnTo>
                  <a:pt x="597" y="172"/>
                </a:lnTo>
                <a:lnTo>
                  <a:pt x="623" y="204"/>
                </a:lnTo>
                <a:lnTo>
                  <a:pt x="644" y="206"/>
                </a:lnTo>
                <a:lnTo>
                  <a:pt x="658" y="198"/>
                </a:lnTo>
                <a:lnTo>
                  <a:pt x="668" y="184"/>
                </a:lnTo>
                <a:lnTo>
                  <a:pt x="671" y="175"/>
                </a:lnTo>
                <a:lnTo>
                  <a:pt x="657" y="117"/>
                </a:lnTo>
                <a:lnTo>
                  <a:pt x="651" y="87"/>
                </a:lnTo>
                <a:lnTo>
                  <a:pt x="654" y="70"/>
                </a:lnTo>
                <a:lnTo>
                  <a:pt x="666" y="49"/>
                </a:lnTo>
                <a:lnTo>
                  <a:pt x="681" y="28"/>
                </a:lnTo>
                <a:lnTo>
                  <a:pt x="691" y="16"/>
                </a:lnTo>
                <a:lnTo>
                  <a:pt x="720" y="5"/>
                </a:lnTo>
                <a:lnTo>
                  <a:pt x="739" y="1"/>
                </a:lnTo>
                <a:lnTo>
                  <a:pt x="754" y="0"/>
                </a:lnTo>
                <a:lnTo>
                  <a:pt x="766" y="0"/>
                </a:lnTo>
                <a:lnTo>
                  <a:pt x="791" y="3"/>
                </a:lnTo>
                <a:lnTo>
                  <a:pt x="817" y="12"/>
                </a:lnTo>
                <a:lnTo>
                  <a:pt x="826" y="19"/>
                </a:lnTo>
                <a:lnTo>
                  <a:pt x="828" y="31"/>
                </a:lnTo>
                <a:lnTo>
                  <a:pt x="823" y="59"/>
                </a:lnTo>
                <a:lnTo>
                  <a:pt x="842" y="60"/>
                </a:lnTo>
                <a:lnTo>
                  <a:pt x="860" y="60"/>
                </a:lnTo>
                <a:lnTo>
                  <a:pt x="883" y="57"/>
                </a:lnTo>
                <a:lnTo>
                  <a:pt x="904" y="52"/>
                </a:lnTo>
                <a:lnTo>
                  <a:pt x="919" y="54"/>
                </a:lnTo>
                <a:lnTo>
                  <a:pt x="935" y="59"/>
                </a:lnTo>
                <a:lnTo>
                  <a:pt x="948" y="67"/>
                </a:lnTo>
                <a:lnTo>
                  <a:pt x="968" y="72"/>
                </a:lnTo>
                <a:lnTo>
                  <a:pt x="981" y="73"/>
                </a:lnTo>
                <a:lnTo>
                  <a:pt x="971" y="70"/>
                </a:lnTo>
                <a:lnTo>
                  <a:pt x="982" y="676"/>
                </a:lnTo>
                <a:lnTo>
                  <a:pt x="987" y="918"/>
                </a:lnTo>
                <a:lnTo>
                  <a:pt x="964" y="922"/>
                </a:lnTo>
                <a:lnTo>
                  <a:pt x="968" y="922"/>
                </a:lnTo>
                <a:lnTo>
                  <a:pt x="953" y="924"/>
                </a:lnTo>
                <a:lnTo>
                  <a:pt x="934" y="930"/>
                </a:lnTo>
                <a:lnTo>
                  <a:pt x="448" y="691"/>
                </a:lnTo>
                <a:lnTo>
                  <a:pt x="436" y="689"/>
                </a:lnTo>
                <a:lnTo>
                  <a:pt x="423" y="694"/>
                </a:lnTo>
                <a:lnTo>
                  <a:pt x="390" y="722"/>
                </a:lnTo>
                <a:lnTo>
                  <a:pt x="376" y="733"/>
                </a:lnTo>
                <a:lnTo>
                  <a:pt x="360" y="737"/>
                </a:lnTo>
                <a:lnTo>
                  <a:pt x="341" y="745"/>
                </a:lnTo>
                <a:lnTo>
                  <a:pt x="306" y="748"/>
                </a:lnTo>
                <a:lnTo>
                  <a:pt x="262" y="736"/>
                </a:lnTo>
                <a:lnTo>
                  <a:pt x="230" y="722"/>
                </a:lnTo>
                <a:lnTo>
                  <a:pt x="193" y="702"/>
                </a:lnTo>
                <a:lnTo>
                  <a:pt x="173" y="689"/>
                </a:lnTo>
                <a:lnTo>
                  <a:pt x="158" y="684"/>
                </a:lnTo>
                <a:lnTo>
                  <a:pt x="145" y="689"/>
                </a:lnTo>
                <a:lnTo>
                  <a:pt x="127" y="700"/>
                </a:lnTo>
                <a:lnTo>
                  <a:pt x="109" y="719"/>
                </a:lnTo>
                <a:lnTo>
                  <a:pt x="108" y="719"/>
                </a:lnTo>
                <a:lnTo>
                  <a:pt x="91" y="702"/>
                </a:lnTo>
                <a:lnTo>
                  <a:pt x="81" y="689"/>
                </a:lnTo>
                <a:lnTo>
                  <a:pt x="76" y="665"/>
                </a:lnTo>
                <a:lnTo>
                  <a:pt x="72" y="636"/>
                </a:lnTo>
                <a:lnTo>
                  <a:pt x="73" y="614"/>
                </a:lnTo>
                <a:lnTo>
                  <a:pt x="67" y="602"/>
                </a:lnTo>
                <a:lnTo>
                  <a:pt x="56" y="582"/>
                </a:lnTo>
                <a:lnTo>
                  <a:pt x="16" y="532"/>
                </a:lnTo>
                <a:lnTo>
                  <a:pt x="0" y="507"/>
                </a:lnTo>
                <a:lnTo>
                  <a:pt x="0" y="494"/>
                </a:lnTo>
                <a:lnTo>
                  <a:pt x="12" y="478"/>
                </a:lnTo>
                <a:lnTo>
                  <a:pt x="30" y="451"/>
                </a:lnTo>
                <a:lnTo>
                  <a:pt x="36" y="436"/>
                </a:lnTo>
                <a:lnTo>
                  <a:pt x="55" y="393"/>
                </a:lnTo>
                <a:lnTo>
                  <a:pt x="56" y="375"/>
                </a:lnTo>
                <a:lnTo>
                  <a:pt x="50" y="358"/>
                </a:lnTo>
                <a:lnTo>
                  <a:pt x="41" y="345"/>
                </a:lnTo>
                <a:lnTo>
                  <a:pt x="33" y="337"/>
                </a:lnTo>
                <a:lnTo>
                  <a:pt x="22" y="321"/>
                </a:lnTo>
                <a:lnTo>
                  <a:pt x="20" y="314"/>
                </a:lnTo>
                <a:lnTo>
                  <a:pt x="21" y="305"/>
                </a:lnTo>
                <a:lnTo>
                  <a:pt x="32" y="280"/>
                </a:lnTo>
                <a:lnTo>
                  <a:pt x="33" y="262"/>
                </a:lnTo>
                <a:lnTo>
                  <a:pt x="39" y="247"/>
                </a:lnTo>
                <a:lnTo>
                  <a:pt x="34" y="230"/>
                </a:lnTo>
                <a:lnTo>
                  <a:pt x="30" y="210"/>
                </a:lnTo>
                <a:lnTo>
                  <a:pt x="39" y="215"/>
                </a:lnTo>
                <a:lnTo>
                  <a:pt x="49" y="217"/>
                </a:lnTo>
                <a:lnTo>
                  <a:pt x="58" y="217"/>
                </a:lnTo>
                <a:lnTo>
                  <a:pt x="65" y="210"/>
                </a:lnTo>
                <a:lnTo>
                  <a:pt x="72" y="198"/>
                </a:lnTo>
                <a:lnTo>
                  <a:pt x="61" y="154"/>
                </a:lnTo>
                <a:lnTo>
                  <a:pt x="56" y="136"/>
                </a:lnTo>
                <a:lnTo>
                  <a:pt x="53" y="119"/>
                </a:lnTo>
                <a:lnTo>
                  <a:pt x="65" y="96"/>
                </a:lnTo>
                <a:lnTo>
                  <a:pt x="81" y="86"/>
                </a:lnTo>
                <a:lnTo>
                  <a:pt x="102" y="72"/>
                </a:lnTo>
                <a:lnTo>
                  <a:pt x="117" y="64"/>
                </a:lnTo>
                <a:lnTo>
                  <a:pt x="152" y="47"/>
                </a:lnTo>
                <a:lnTo>
                  <a:pt x="187" y="34"/>
                </a:lnTo>
                <a:lnTo>
                  <a:pt x="214" y="26"/>
                </a:lnTo>
                <a:lnTo>
                  <a:pt x="219" y="26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36" name="Freeform 60"/>
          <p:cNvSpPr>
            <a:spLocks/>
          </p:cNvSpPr>
          <p:nvPr/>
        </p:nvSpPr>
        <p:spPr bwMode="auto">
          <a:xfrm rot="306148">
            <a:off x="3879912" y="3915429"/>
            <a:ext cx="177800" cy="158713"/>
          </a:xfrm>
          <a:custGeom>
            <a:avLst/>
            <a:gdLst/>
            <a:ahLst/>
            <a:cxnLst>
              <a:cxn ang="0">
                <a:pos x="545" y="5"/>
              </a:cxn>
              <a:cxn ang="0">
                <a:pos x="315" y="5"/>
              </a:cxn>
              <a:cxn ang="0">
                <a:pos x="320" y="0"/>
              </a:cxn>
              <a:cxn ang="0">
                <a:pos x="304" y="19"/>
              </a:cxn>
              <a:cxn ang="0">
                <a:pos x="296" y="32"/>
              </a:cxn>
              <a:cxn ang="0">
                <a:pos x="291" y="48"/>
              </a:cxn>
              <a:cxn ang="0">
                <a:pos x="287" y="64"/>
              </a:cxn>
              <a:cxn ang="0">
                <a:pos x="278" y="75"/>
              </a:cxn>
              <a:cxn ang="0">
                <a:pos x="263" y="77"/>
              </a:cxn>
              <a:cxn ang="0">
                <a:pos x="248" y="90"/>
              </a:cxn>
              <a:cxn ang="0">
                <a:pos x="226" y="116"/>
              </a:cxn>
              <a:cxn ang="0">
                <a:pos x="196" y="169"/>
              </a:cxn>
              <a:cxn ang="0">
                <a:pos x="161" y="212"/>
              </a:cxn>
              <a:cxn ang="0">
                <a:pos x="136" y="239"/>
              </a:cxn>
              <a:cxn ang="0">
                <a:pos x="117" y="273"/>
              </a:cxn>
              <a:cxn ang="0">
                <a:pos x="100" y="290"/>
              </a:cxn>
              <a:cxn ang="0">
                <a:pos x="89" y="308"/>
              </a:cxn>
              <a:cxn ang="0">
                <a:pos x="78" y="321"/>
              </a:cxn>
              <a:cxn ang="0">
                <a:pos x="63" y="339"/>
              </a:cxn>
              <a:cxn ang="0">
                <a:pos x="53" y="363"/>
              </a:cxn>
              <a:cxn ang="0">
                <a:pos x="35" y="390"/>
              </a:cxn>
              <a:cxn ang="0">
                <a:pos x="23" y="421"/>
              </a:cxn>
              <a:cxn ang="0">
                <a:pos x="10" y="438"/>
              </a:cxn>
              <a:cxn ang="0">
                <a:pos x="0" y="459"/>
              </a:cxn>
              <a:cxn ang="0">
                <a:pos x="10" y="455"/>
              </a:cxn>
              <a:cxn ang="0">
                <a:pos x="106" y="448"/>
              </a:cxn>
              <a:cxn ang="0">
                <a:pos x="202" y="450"/>
              </a:cxn>
              <a:cxn ang="0">
                <a:pos x="220" y="325"/>
              </a:cxn>
              <a:cxn ang="0">
                <a:pos x="235" y="310"/>
              </a:cxn>
              <a:cxn ang="0">
                <a:pos x="252" y="304"/>
              </a:cxn>
              <a:cxn ang="0">
                <a:pos x="312" y="291"/>
              </a:cxn>
              <a:cxn ang="0">
                <a:pos x="339" y="131"/>
              </a:cxn>
              <a:cxn ang="0">
                <a:pos x="545" y="116"/>
              </a:cxn>
              <a:cxn ang="0">
                <a:pos x="542" y="4"/>
              </a:cxn>
              <a:cxn ang="0">
                <a:pos x="545" y="5"/>
              </a:cxn>
            </a:cxnLst>
            <a:rect l="0" t="0" r="r" b="b"/>
            <a:pathLst>
              <a:path w="545" h="459">
                <a:moveTo>
                  <a:pt x="545" y="5"/>
                </a:moveTo>
                <a:lnTo>
                  <a:pt x="315" y="5"/>
                </a:lnTo>
                <a:lnTo>
                  <a:pt x="320" y="0"/>
                </a:lnTo>
                <a:lnTo>
                  <a:pt x="304" y="19"/>
                </a:lnTo>
                <a:lnTo>
                  <a:pt x="296" y="32"/>
                </a:lnTo>
                <a:lnTo>
                  <a:pt x="291" y="48"/>
                </a:lnTo>
                <a:lnTo>
                  <a:pt x="287" y="64"/>
                </a:lnTo>
                <a:lnTo>
                  <a:pt x="278" y="75"/>
                </a:lnTo>
                <a:lnTo>
                  <a:pt x="263" y="77"/>
                </a:lnTo>
                <a:lnTo>
                  <a:pt x="248" y="90"/>
                </a:lnTo>
                <a:lnTo>
                  <a:pt x="226" y="116"/>
                </a:lnTo>
                <a:lnTo>
                  <a:pt x="196" y="169"/>
                </a:lnTo>
                <a:lnTo>
                  <a:pt x="161" y="212"/>
                </a:lnTo>
                <a:lnTo>
                  <a:pt x="136" y="239"/>
                </a:lnTo>
                <a:lnTo>
                  <a:pt x="117" y="273"/>
                </a:lnTo>
                <a:lnTo>
                  <a:pt x="100" y="290"/>
                </a:lnTo>
                <a:lnTo>
                  <a:pt x="89" y="308"/>
                </a:lnTo>
                <a:lnTo>
                  <a:pt x="78" y="321"/>
                </a:lnTo>
                <a:lnTo>
                  <a:pt x="63" y="339"/>
                </a:lnTo>
                <a:lnTo>
                  <a:pt x="53" y="363"/>
                </a:lnTo>
                <a:lnTo>
                  <a:pt x="35" y="390"/>
                </a:lnTo>
                <a:lnTo>
                  <a:pt x="23" y="421"/>
                </a:lnTo>
                <a:lnTo>
                  <a:pt x="10" y="438"/>
                </a:lnTo>
                <a:lnTo>
                  <a:pt x="0" y="459"/>
                </a:lnTo>
                <a:lnTo>
                  <a:pt x="10" y="455"/>
                </a:lnTo>
                <a:lnTo>
                  <a:pt x="106" y="448"/>
                </a:lnTo>
                <a:lnTo>
                  <a:pt x="202" y="450"/>
                </a:lnTo>
                <a:lnTo>
                  <a:pt x="220" y="325"/>
                </a:lnTo>
                <a:lnTo>
                  <a:pt x="235" y="310"/>
                </a:lnTo>
                <a:lnTo>
                  <a:pt x="252" y="304"/>
                </a:lnTo>
                <a:lnTo>
                  <a:pt x="312" y="291"/>
                </a:lnTo>
                <a:lnTo>
                  <a:pt x="339" y="131"/>
                </a:lnTo>
                <a:lnTo>
                  <a:pt x="545" y="116"/>
                </a:lnTo>
                <a:lnTo>
                  <a:pt x="542" y="4"/>
                </a:lnTo>
                <a:lnTo>
                  <a:pt x="545" y="5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37" name="Freeform 61"/>
          <p:cNvSpPr>
            <a:spLocks/>
          </p:cNvSpPr>
          <p:nvPr/>
        </p:nvSpPr>
        <p:spPr bwMode="auto">
          <a:xfrm rot="306148">
            <a:off x="3862450" y="3918604"/>
            <a:ext cx="254000" cy="314252"/>
          </a:xfrm>
          <a:custGeom>
            <a:avLst/>
            <a:gdLst/>
            <a:ahLst/>
            <a:cxnLst>
              <a:cxn ang="0">
                <a:pos x="13" y="808"/>
              </a:cxn>
              <a:cxn ang="0">
                <a:pos x="45" y="734"/>
              </a:cxn>
              <a:cxn ang="0">
                <a:pos x="72" y="652"/>
              </a:cxn>
              <a:cxn ang="0">
                <a:pos x="56" y="611"/>
              </a:cxn>
              <a:cxn ang="0">
                <a:pos x="38" y="581"/>
              </a:cxn>
              <a:cxn ang="0">
                <a:pos x="59" y="537"/>
              </a:cxn>
              <a:cxn ang="0">
                <a:pos x="70" y="510"/>
              </a:cxn>
              <a:cxn ang="0">
                <a:pos x="31" y="506"/>
              </a:cxn>
              <a:cxn ang="0">
                <a:pos x="21" y="475"/>
              </a:cxn>
              <a:cxn ang="0">
                <a:pos x="41" y="453"/>
              </a:cxn>
              <a:cxn ang="0">
                <a:pos x="233" y="448"/>
              </a:cxn>
              <a:cxn ang="0">
                <a:pos x="266" y="308"/>
              </a:cxn>
              <a:cxn ang="0">
                <a:pos x="343" y="288"/>
              </a:cxn>
              <a:cxn ang="0">
                <a:pos x="576" y="113"/>
              </a:cxn>
              <a:cxn ang="0">
                <a:pos x="573" y="0"/>
              </a:cxn>
              <a:cxn ang="0">
                <a:pos x="770" y="140"/>
              </a:cxn>
              <a:cxn ang="0">
                <a:pos x="678" y="790"/>
              </a:cxn>
              <a:cxn ang="0">
                <a:pos x="666" y="837"/>
              </a:cxn>
              <a:cxn ang="0">
                <a:pos x="443" y="848"/>
              </a:cxn>
              <a:cxn ang="0">
                <a:pos x="416" y="860"/>
              </a:cxn>
              <a:cxn ang="0">
                <a:pos x="396" y="865"/>
              </a:cxn>
              <a:cxn ang="0">
                <a:pos x="380" y="846"/>
              </a:cxn>
              <a:cxn ang="0">
                <a:pos x="351" y="827"/>
              </a:cxn>
              <a:cxn ang="0">
                <a:pos x="338" y="856"/>
              </a:cxn>
              <a:cxn ang="0">
                <a:pos x="318" y="874"/>
              </a:cxn>
              <a:cxn ang="0">
                <a:pos x="273" y="866"/>
              </a:cxn>
              <a:cxn ang="0">
                <a:pos x="257" y="886"/>
              </a:cxn>
              <a:cxn ang="0">
                <a:pos x="258" y="906"/>
              </a:cxn>
              <a:cxn ang="0">
                <a:pos x="227" y="881"/>
              </a:cxn>
              <a:cxn ang="0">
                <a:pos x="221" y="848"/>
              </a:cxn>
              <a:cxn ang="0">
                <a:pos x="202" y="831"/>
              </a:cxn>
              <a:cxn ang="0">
                <a:pos x="170" y="828"/>
              </a:cxn>
              <a:cxn ang="0">
                <a:pos x="151" y="802"/>
              </a:cxn>
              <a:cxn ang="0">
                <a:pos x="117" y="776"/>
              </a:cxn>
              <a:cxn ang="0">
                <a:pos x="80" y="776"/>
              </a:cxn>
              <a:cxn ang="0">
                <a:pos x="45" y="804"/>
              </a:cxn>
              <a:cxn ang="0">
                <a:pos x="19" y="831"/>
              </a:cxn>
            </a:cxnLst>
            <a:rect l="0" t="0" r="r" b="b"/>
            <a:pathLst>
              <a:path w="773" h="906">
                <a:moveTo>
                  <a:pt x="0" y="831"/>
                </a:moveTo>
                <a:lnTo>
                  <a:pt x="13" y="808"/>
                </a:lnTo>
                <a:lnTo>
                  <a:pt x="29" y="751"/>
                </a:lnTo>
                <a:lnTo>
                  <a:pt x="45" y="734"/>
                </a:lnTo>
                <a:lnTo>
                  <a:pt x="59" y="705"/>
                </a:lnTo>
                <a:lnTo>
                  <a:pt x="72" y="652"/>
                </a:lnTo>
                <a:lnTo>
                  <a:pt x="68" y="636"/>
                </a:lnTo>
                <a:lnTo>
                  <a:pt x="56" y="611"/>
                </a:lnTo>
                <a:lnTo>
                  <a:pt x="41" y="597"/>
                </a:lnTo>
                <a:lnTo>
                  <a:pt x="38" y="581"/>
                </a:lnTo>
                <a:lnTo>
                  <a:pt x="54" y="551"/>
                </a:lnTo>
                <a:lnTo>
                  <a:pt x="59" y="537"/>
                </a:lnTo>
                <a:lnTo>
                  <a:pt x="67" y="518"/>
                </a:lnTo>
                <a:lnTo>
                  <a:pt x="70" y="510"/>
                </a:lnTo>
                <a:lnTo>
                  <a:pt x="62" y="500"/>
                </a:lnTo>
                <a:lnTo>
                  <a:pt x="31" y="506"/>
                </a:lnTo>
                <a:lnTo>
                  <a:pt x="21" y="492"/>
                </a:lnTo>
                <a:lnTo>
                  <a:pt x="21" y="475"/>
                </a:lnTo>
                <a:lnTo>
                  <a:pt x="31" y="455"/>
                </a:lnTo>
                <a:lnTo>
                  <a:pt x="41" y="453"/>
                </a:lnTo>
                <a:lnTo>
                  <a:pt x="138" y="445"/>
                </a:lnTo>
                <a:lnTo>
                  <a:pt x="233" y="448"/>
                </a:lnTo>
                <a:lnTo>
                  <a:pt x="252" y="321"/>
                </a:lnTo>
                <a:lnTo>
                  <a:pt x="266" y="308"/>
                </a:lnTo>
                <a:lnTo>
                  <a:pt x="283" y="302"/>
                </a:lnTo>
                <a:lnTo>
                  <a:pt x="343" y="288"/>
                </a:lnTo>
                <a:lnTo>
                  <a:pt x="372" y="129"/>
                </a:lnTo>
                <a:lnTo>
                  <a:pt x="576" y="113"/>
                </a:lnTo>
                <a:lnTo>
                  <a:pt x="573" y="0"/>
                </a:lnTo>
                <a:lnTo>
                  <a:pt x="573" y="0"/>
                </a:lnTo>
                <a:lnTo>
                  <a:pt x="773" y="140"/>
                </a:lnTo>
                <a:lnTo>
                  <a:pt x="770" y="140"/>
                </a:lnTo>
                <a:lnTo>
                  <a:pt x="657" y="144"/>
                </a:lnTo>
                <a:lnTo>
                  <a:pt x="678" y="790"/>
                </a:lnTo>
                <a:lnTo>
                  <a:pt x="680" y="815"/>
                </a:lnTo>
                <a:lnTo>
                  <a:pt x="666" y="837"/>
                </a:lnTo>
                <a:lnTo>
                  <a:pt x="642" y="853"/>
                </a:lnTo>
                <a:lnTo>
                  <a:pt x="443" y="848"/>
                </a:lnTo>
                <a:lnTo>
                  <a:pt x="430" y="851"/>
                </a:lnTo>
                <a:lnTo>
                  <a:pt x="416" y="860"/>
                </a:lnTo>
                <a:lnTo>
                  <a:pt x="405" y="869"/>
                </a:lnTo>
                <a:lnTo>
                  <a:pt x="396" y="865"/>
                </a:lnTo>
                <a:lnTo>
                  <a:pt x="385" y="855"/>
                </a:lnTo>
                <a:lnTo>
                  <a:pt x="380" y="846"/>
                </a:lnTo>
                <a:lnTo>
                  <a:pt x="372" y="837"/>
                </a:lnTo>
                <a:lnTo>
                  <a:pt x="351" y="827"/>
                </a:lnTo>
                <a:lnTo>
                  <a:pt x="345" y="845"/>
                </a:lnTo>
                <a:lnTo>
                  <a:pt x="338" y="856"/>
                </a:lnTo>
                <a:lnTo>
                  <a:pt x="330" y="867"/>
                </a:lnTo>
                <a:lnTo>
                  <a:pt x="318" y="874"/>
                </a:lnTo>
                <a:lnTo>
                  <a:pt x="292" y="869"/>
                </a:lnTo>
                <a:lnTo>
                  <a:pt x="273" y="866"/>
                </a:lnTo>
                <a:lnTo>
                  <a:pt x="263" y="871"/>
                </a:lnTo>
                <a:lnTo>
                  <a:pt x="257" y="886"/>
                </a:lnTo>
                <a:lnTo>
                  <a:pt x="257" y="904"/>
                </a:lnTo>
                <a:lnTo>
                  <a:pt x="258" y="906"/>
                </a:lnTo>
                <a:lnTo>
                  <a:pt x="241" y="896"/>
                </a:lnTo>
                <a:lnTo>
                  <a:pt x="227" y="881"/>
                </a:lnTo>
                <a:lnTo>
                  <a:pt x="222" y="871"/>
                </a:lnTo>
                <a:lnTo>
                  <a:pt x="221" y="848"/>
                </a:lnTo>
                <a:lnTo>
                  <a:pt x="216" y="833"/>
                </a:lnTo>
                <a:lnTo>
                  <a:pt x="202" y="831"/>
                </a:lnTo>
                <a:lnTo>
                  <a:pt x="187" y="833"/>
                </a:lnTo>
                <a:lnTo>
                  <a:pt x="170" y="828"/>
                </a:lnTo>
                <a:lnTo>
                  <a:pt x="165" y="818"/>
                </a:lnTo>
                <a:lnTo>
                  <a:pt x="151" y="802"/>
                </a:lnTo>
                <a:lnTo>
                  <a:pt x="134" y="785"/>
                </a:lnTo>
                <a:lnTo>
                  <a:pt x="117" y="776"/>
                </a:lnTo>
                <a:lnTo>
                  <a:pt x="97" y="772"/>
                </a:lnTo>
                <a:lnTo>
                  <a:pt x="80" y="776"/>
                </a:lnTo>
                <a:lnTo>
                  <a:pt x="59" y="787"/>
                </a:lnTo>
                <a:lnTo>
                  <a:pt x="45" y="804"/>
                </a:lnTo>
                <a:lnTo>
                  <a:pt x="35" y="820"/>
                </a:lnTo>
                <a:lnTo>
                  <a:pt x="19" y="831"/>
                </a:lnTo>
                <a:lnTo>
                  <a:pt x="0" y="831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38" name="Freeform 63"/>
          <p:cNvSpPr>
            <a:spLocks/>
          </p:cNvSpPr>
          <p:nvPr/>
        </p:nvSpPr>
        <p:spPr bwMode="auto">
          <a:xfrm rot="306148">
            <a:off x="4683188" y="4063034"/>
            <a:ext cx="339725" cy="453920"/>
          </a:xfrm>
          <a:custGeom>
            <a:avLst/>
            <a:gdLst/>
            <a:ahLst/>
            <a:cxnLst>
              <a:cxn ang="0">
                <a:pos x="0" y="755"/>
              </a:cxn>
              <a:cxn ang="0">
                <a:pos x="8" y="679"/>
              </a:cxn>
              <a:cxn ang="0">
                <a:pos x="1" y="631"/>
              </a:cxn>
              <a:cxn ang="0">
                <a:pos x="33" y="615"/>
              </a:cxn>
              <a:cxn ang="0">
                <a:pos x="50" y="560"/>
              </a:cxn>
              <a:cxn ang="0">
                <a:pos x="82" y="507"/>
              </a:cxn>
              <a:cxn ang="0">
                <a:pos x="93" y="252"/>
              </a:cxn>
              <a:cxn ang="0">
                <a:pos x="110" y="4"/>
              </a:cxn>
              <a:cxn ang="0">
                <a:pos x="807" y="4"/>
              </a:cxn>
              <a:cxn ang="0">
                <a:pos x="866" y="27"/>
              </a:cxn>
              <a:cxn ang="0">
                <a:pos x="911" y="110"/>
              </a:cxn>
              <a:cxn ang="0">
                <a:pos x="931" y="233"/>
              </a:cxn>
              <a:cxn ang="0">
                <a:pos x="971" y="267"/>
              </a:cxn>
              <a:cxn ang="0">
                <a:pos x="1041" y="315"/>
              </a:cxn>
              <a:cxn ang="0">
                <a:pos x="1006" y="397"/>
              </a:cxn>
              <a:cxn ang="0">
                <a:pos x="963" y="458"/>
              </a:cxn>
              <a:cxn ang="0">
                <a:pos x="938" y="510"/>
              </a:cxn>
              <a:cxn ang="0">
                <a:pos x="981" y="594"/>
              </a:cxn>
              <a:cxn ang="0">
                <a:pos x="892" y="773"/>
              </a:cxn>
              <a:cxn ang="0">
                <a:pos x="842" y="878"/>
              </a:cxn>
              <a:cxn ang="0">
                <a:pos x="845" y="930"/>
              </a:cxn>
              <a:cxn ang="0">
                <a:pos x="796" y="1008"/>
              </a:cxn>
              <a:cxn ang="0">
                <a:pos x="811" y="1064"/>
              </a:cxn>
              <a:cxn ang="0">
                <a:pos x="874" y="1083"/>
              </a:cxn>
              <a:cxn ang="0">
                <a:pos x="913" y="1088"/>
              </a:cxn>
              <a:cxn ang="0">
                <a:pos x="929" y="1151"/>
              </a:cxn>
              <a:cxn ang="0">
                <a:pos x="981" y="1187"/>
              </a:cxn>
              <a:cxn ang="0">
                <a:pos x="992" y="1247"/>
              </a:cxn>
              <a:cxn ang="0">
                <a:pos x="953" y="1239"/>
              </a:cxn>
              <a:cxn ang="0">
                <a:pos x="901" y="1235"/>
              </a:cxn>
              <a:cxn ang="0">
                <a:pos x="830" y="1269"/>
              </a:cxn>
              <a:cxn ang="0">
                <a:pos x="744" y="1295"/>
              </a:cxn>
              <a:cxn ang="0">
                <a:pos x="692" y="1311"/>
              </a:cxn>
              <a:cxn ang="0">
                <a:pos x="633" y="1298"/>
              </a:cxn>
              <a:cxn ang="0">
                <a:pos x="567" y="1251"/>
              </a:cxn>
              <a:cxn ang="0">
                <a:pos x="502" y="1235"/>
              </a:cxn>
              <a:cxn ang="0">
                <a:pos x="435" y="1240"/>
              </a:cxn>
              <a:cxn ang="0">
                <a:pos x="410" y="1188"/>
              </a:cxn>
              <a:cxn ang="0">
                <a:pos x="360" y="1149"/>
              </a:cxn>
              <a:cxn ang="0">
                <a:pos x="341" y="1107"/>
              </a:cxn>
              <a:cxn ang="0">
                <a:pos x="297" y="1101"/>
              </a:cxn>
              <a:cxn ang="0">
                <a:pos x="284" y="1068"/>
              </a:cxn>
              <a:cxn ang="0">
                <a:pos x="248" y="1032"/>
              </a:cxn>
              <a:cxn ang="0">
                <a:pos x="187" y="1014"/>
              </a:cxn>
              <a:cxn ang="0">
                <a:pos x="185" y="980"/>
              </a:cxn>
              <a:cxn ang="0">
                <a:pos x="171" y="924"/>
              </a:cxn>
              <a:cxn ang="0">
                <a:pos x="125" y="918"/>
              </a:cxn>
              <a:cxn ang="0">
                <a:pos x="109" y="885"/>
              </a:cxn>
              <a:cxn ang="0">
                <a:pos x="91" y="858"/>
              </a:cxn>
            </a:cxnLst>
            <a:rect l="0" t="0" r="r" b="b"/>
            <a:pathLst>
              <a:path w="1041" h="1311">
                <a:moveTo>
                  <a:pt x="90" y="860"/>
                </a:moveTo>
                <a:lnTo>
                  <a:pt x="47" y="813"/>
                </a:lnTo>
                <a:lnTo>
                  <a:pt x="0" y="755"/>
                </a:lnTo>
                <a:lnTo>
                  <a:pt x="6" y="722"/>
                </a:lnTo>
                <a:lnTo>
                  <a:pt x="10" y="694"/>
                </a:lnTo>
                <a:lnTo>
                  <a:pt x="8" y="679"/>
                </a:lnTo>
                <a:lnTo>
                  <a:pt x="6" y="664"/>
                </a:lnTo>
                <a:lnTo>
                  <a:pt x="3" y="650"/>
                </a:lnTo>
                <a:lnTo>
                  <a:pt x="1" y="631"/>
                </a:lnTo>
                <a:lnTo>
                  <a:pt x="4" y="618"/>
                </a:lnTo>
                <a:lnTo>
                  <a:pt x="15" y="615"/>
                </a:lnTo>
                <a:lnTo>
                  <a:pt x="33" y="615"/>
                </a:lnTo>
                <a:lnTo>
                  <a:pt x="44" y="604"/>
                </a:lnTo>
                <a:lnTo>
                  <a:pt x="47" y="596"/>
                </a:lnTo>
                <a:lnTo>
                  <a:pt x="50" y="560"/>
                </a:lnTo>
                <a:lnTo>
                  <a:pt x="57" y="540"/>
                </a:lnTo>
                <a:lnTo>
                  <a:pt x="67" y="523"/>
                </a:lnTo>
                <a:lnTo>
                  <a:pt x="82" y="507"/>
                </a:lnTo>
                <a:lnTo>
                  <a:pt x="97" y="501"/>
                </a:lnTo>
                <a:lnTo>
                  <a:pt x="99" y="491"/>
                </a:lnTo>
                <a:lnTo>
                  <a:pt x="93" y="252"/>
                </a:lnTo>
                <a:lnTo>
                  <a:pt x="93" y="249"/>
                </a:lnTo>
                <a:lnTo>
                  <a:pt x="116" y="245"/>
                </a:lnTo>
                <a:lnTo>
                  <a:pt x="110" y="4"/>
                </a:lnTo>
                <a:lnTo>
                  <a:pt x="805" y="4"/>
                </a:lnTo>
                <a:lnTo>
                  <a:pt x="800" y="0"/>
                </a:lnTo>
                <a:lnTo>
                  <a:pt x="807" y="4"/>
                </a:lnTo>
                <a:lnTo>
                  <a:pt x="829" y="6"/>
                </a:lnTo>
                <a:lnTo>
                  <a:pt x="849" y="11"/>
                </a:lnTo>
                <a:lnTo>
                  <a:pt x="866" y="27"/>
                </a:lnTo>
                <a:lnTo>
                  <a:pt x="893" y="52"/>
                </a:lnTo>
                <a:lnTo>
                  <a:pt x="906" y="79"/>
                </a:lnTo>
                <a:lnTo>
                  <a:pt x="911" y="110"/>
                </a:lnTo>
                <a:lnTo>
                  <a:pt x="918" y="157"/>
                </a:lnTo>
                <a:lnTo>
                  <a:pt x="923" y="187"/>
                </a:lnTo>
                <a:lnTo>
                  <a:pt x="931" y="233"/>
                </a:lnTo>
                <a:lnTo>
                  <a:pt x="939" y="250"/>
                </a:lnTo>
                <a:lnTo>
                  <a:pt x="948" y="260"/>
                </a:lnTo>
                <a:lnTo>
                  <a:pt x="971" y="267"/>
                </a:lnTo>
                <a:lnTo>
                  <a:pt x="1016" y="292"/>
                </a:lnTo>
                <a:lnTo>
                  <a:pt x="1032" y="304"/>
                </a:lnTo>
                <a:lnTo>
                  <a:pt x="1041" y="315"/>
                </a:lnTo>
                <a:lnTo>
                  <a:pt x="1040" y="324"/>
                </a:lnTo>
                <a:lnTo>
                  <a:pt x="1027" y="359"/>
                </a:lnTo>
                <a:lnTo>
                  <a:pt x="1006" y="397"/>
                </a:lnTo>
                <a:lnTo>
                  <a:pt x="992" y="419"/>
                </a:lnTo>
                <a:lnTo>
                  <a:pt x="981" y="436"/>
                </a:lnTo>
                <a:lnTo>
                  <a:pt x="963" y="458"/>
                </a:lnTo>
                <a:lnTo>
                  <a:pt x="938" y="487"/>
                </a:lnTo>
                <a:lnTo>
                  <a:pt x="938" y="496"/>
                </a:lnTo>
                <a:lnTo>
                  <a:pt x="938" y="510"/>
                </a:lnTo>
                <a:lnTo>
                  <a:pt x="959" y="548"/>
                </a:lnTo>
                <a:lnTo>
                  <a:pt x="970" y="564"/>
                </a:lnTo>
                <a:lnTo>
                  <a:pt x="981" y="594"/>
                </a:lnTo>
                <a:lnTo>
                  <a:pt x="975" y="631"/>
                </a:lnTo>
                <a:lnTo>
                  <a:pt x="936" y="691"/>
                </a:lnTo>
                <a:lnTo>
                  <a:pt x="892" y="773"/>
                </a:lnTo>
                <a:lnTo>
                  <a:pt x="855" y="827"/>
                </a:lnTo>
                <a:lnTo>
                  <a:pt x="840" y="863"/>
                </a:lnTo>
                <a:lnTo>
                  <a:pt x="842" y="878"/>
                </a:lnTo>
                <a:lnTo>
                  <a:pt x="845" y="896"/>
                </a:lnTo>
                <a:lnTo>
                  <a:pt x="845" y="914"/>
                </a:lnTo>
                <a:lnTo>
                  <a:pt x="845" y="930"/>
                </a:lnTo>
                <a:lnTo>
                  <a:pt x="824" y="968"/>
                </a:lnTo>
                <a:lnTo>
                  <a:pt x="811" y="990"/>
                </a:lnTo>
                <a:lnTo>
                  <a:pt x="796" y="1008"/>
                </a:lnTo>
                <a:lnTo>
                  <a:pt x="795" y="1024"/>
                </a:lnTo>
                <a:lnTo>
                  <a:pt x="799" y="1039"/>
                </a:lnTo>
                <a:lnTo>
                  <a:pt x="811" y="1064"/>
                </a:lnTo>
                <a:lnTo>
                  <a:pt x="825" y="1074"/>
                </a:lnTo>
                <a:lnTo>
                  <a:pt x="848" y="1078"/>
                </a:lnTo>
                <a:lnTo>
                  <a:pt x="874" y="1083"/>
                </a:lnTo>
                <a:lnTo>
                  <a:pt x="893" y="1082"/>
                </a:lnTo>
                <a:lnTo>
                  <a:pt x="905" y="1083"/>
                </a:lnTo>
                <a:lnTo>
                  <a:pt x="913" y="1088"/>
                </a:lnTo>
                <a:lnTo>
                  <a:pt x="916" y="1105"/>
                </a:lnTo>
                <a:lnTo>
                  <a:pt x="919" y="1130"/>
                </a:lnTo>
                <a:lnTo>
                  <a:pt x="929" y="1151"/>
                </a:lnTo>
                <a:lnTo>
                  <a:pt x="944" y="1164"/>
                </a:lnTo>
                <a:lnTo>
                  <a:pt x="970" y="1175"/>
                </a:lnTo>
                <a:lnTo>
                  <a:pt x="981" y="1187"/>
                </a:lnTo>
                <a:lnTo>
                  <a:pt x="986" y="1213"/>
                </a:lnTo>
                <a:lnTo>
                  <a:pt x="989" y="1224"/>
                </a:lnTo>
                <a:lnTo>
                  <a:pt x="992" y="1247"/>
                </a:lnTo>
                <a:lnTo>
                  <a:pt x="987" y="1248"/>
                </a:lnTo>
                <a:lnTo>
                  <a:pt x="970" y="1243"/>
                </a:lnTo>
                <a:lnTo>
                  <a:pt x="953" y="1239"/>
                </a:lnTo>
                <a:lnTo>
                  <a:pt x="930" y="1231"/>
                </a:lnTo>
                <a:lnTo>
                  <a:pt x="916" y="1234"/>
                </a:lnTo>
                <a:lnTo>
                  <a:pt x="901" y="1235"/>
                </a:lnTo>
                <a:lnTo>
                  <a:pt x="882" y="1240"/>
                </a:lnTo>
                <a:lnTo>
                  <a:pt x="865" y="1251"/>
                </a:lnTo>
                <a:lnTo>
                  <a:pt x="830" y="1269"/>
                </a:lnTo>
                <a:lnTo>
                  <a:pt x="813" y="1275"/>
                </a:lnTo>
                <a:lnTo>
                  <a:pt x="779" y="1288"/>
                </a:lnTo>
                <a:lnTo>
                  <a:pt x="744" y="1295"/>
                </a:lnTo>
                <a:lnTo>
                  <a:pt x="725" y="1305"/>
                </a:lnTo>
                <a:lnTo>
                  <a:pt x="709" y="1310"/>
                </a:lnTo>
                <a:lnTo>
                  <a:pt x="692" y="1311"/>
                </a:lnTo>
                <a:lnTo>
                  <a:pt x="673" y="1311"/>
                </a:lnTo>
                <a:lnTo>
                  <a:pt x="655" y="1306"/>
                </a:lnTo>
                <a:lnTo>
                  <a:pt x="633" y="1298"/>
                </a:lnTo>
                <a:lnTo>
                  <a:pt x="605" y="1283"/>
                </a:lnTo>
                <a:lnTo>
                  <a:pt x="586" y="1269"/>
                </a:lnTo>
                <a:lnTo>
                  <a:pt x="567" y="1251"/>
                </a:lnTo>
                <a:lnTo>
                  <a:pt x="553" y="1235"/>
                </a:lnTo>
                <a:lnTo>
                  <a:pt x="533" y="1231"/>
                </a:lnTo>
                <a:lnTo>
                  <a:pt x="502" y="1235"/>
                </a:lnTo>
                <a:lnTo>
                  <a:pt x="480" y="1240"/>
                </a:lnTo>
                <a:lnTo>
                  <a:pt x="463" y="1240"/>
                </a:lnTo>
                <a:lnTo>
                  <a:pt x="435" y="1240"/>
                </a:lnTo>
                <a:lnTo>
                  <a:pt x="436" y="1240"/>
                </a:lnTo>
                <a:lnTo>
                  <a:pt x="431" y="1222"/>
                </a:lnTo>
                <a:lnTo>
                  <a:pt x="410" y="1188"/>
                </a:lnTo>
                <a:lnTo>
                  <a:pt x="393" y="1165"/>
                </a:lnTo>
                <a:lnTo>
                  <a:pt x="371" y="1160"/>
                </a:lnTo>
                <a:lnTo>
                  <a:pt x="360" y="1149"/>
                </a:lnTo>
                <a:lnTo>
                  <a:pt x="361" y="1128"/>
                </a:lnTo>
                <a:lnTo>
                  <a:pt x="357" y="1103"/>
                </a:lnTo>
                <a:lnTo>
                  <a:pt x="341" y="1107"/>
                </a:lnTo>
                <a:lnTo>
                  <a:pt x="326" y="1109"/>
                </a:lnTo>
                <a:lnTo>
                  <a:pt x="313" y="1109"/>
                </a:lnTo>
                <a:lnTo>
                  <a:pt x="297" y="1101"/>
                </a:lnTo>
                <a:lnTo>
                  <a:pt x="291" y="1094"/>
                </a:lnTo>
                <a:lnTo>
                  <a:pt x="285" y="1085"/>
                </a:lnTo>
                <a:lnTo>
                  <a:pt x="284" y="1068"/>
                </a:lnTo>
                <a:lnTo>
                  <a:pt x="283" y="1050"/>
                </a:lnTo>
                <a:lnTo>
                  <a:pt x="268" y="1038"/>
                </a:lnTo>
                <a:lnTo>
                  <a:pt x="248" y="1032"/>
                </a:lnTo>
                <a:lnTo>
                  <a:pt x="218" y="1029"/>
                </a:lnTo>
                <a:lnTo>
                  <a:pt x="204" y="1026"/>
                </a:lnTo>
                <a:lnTo>
                  <a:pt x="187" y="1014"/>
                </a:lnTo>
                <a:lnTo>
                  <a:pt x="185" y="998"/>
                </a:lnTo>
                <a:lnTo>
                  <a:pt x="181" y="992"/>
                </a:lnTo>
                <a:lnTo>
                  <a:pt x="185" y="980"/>
                </a:lnTo>
                <a:lnTo>
                  <a:pt x="186" y="963"/>
                </a:lnTo>
                <a:lnTo>
                  <a:pt x="184" y="936"/>
                </a:lnTo>
                <a:lnTo>
                  <a:pt x="171" y="924"/>
                </a:lnTo>
                <a:lnTo>
                  <a:pt x="154" y="921"/>
                </a:lnTo>
                <a:lnTo>
                  <a:pt x="143" y="921"/>
                </a:lnTo>
                <a:lnTo>
                  <a:pt x="125" y="918"/>
                </a:lnTo>
                <a:lnTo>
                  <a:pt x="110" y="907"/>
                </a:lnTo>
                <a:lnTo>
                  <a:pt x="108" y="898"/>
                </a:lnTo>
                <a:lnTo>
                  <a:pt x="109" y="885"/>
                </a:lnTo>
                <a:lnTo>
                  <a:pt x="115" y="866"/>
                </a:lnTo>
                <a:lnTo>
                  <a:pt x="110" y="860"/>
                </a:lnTo>
                <a:lnTo>
                  <a:pt x="91" y="858"/>
                </a:lnTo>
                <a:lnTo>
                  <a:pt x="90" y="86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39" name="Freeform 64"/>
          <p:cNvSpPr>
            <a:spLocks/>
          </p:cNvSpPr>
          <p:nvPr/>
        </p:nvSpPr>
        <p:spPr bwMode="auto">
          <a:xfrm rot="306148">
            <a:off x="4495862" y="4045574"/>
            <a:ext cx="223838" cy="401545"/>
          </a:xfrm>
          <a:custGeom>
            <a:avLst/>
            <a:gdLst/>
            <a:ahLst/>
            <a:cxnLst>
              <a:cxn ang="0">
                <a:pos x="635" y="797"/>
              </a:cxn>
              <a:cxn ang="0">
                <a:pos x="594" y="705"/>
              </a:cxn>
              <a:cxn ang="0">
                <a:pos x="596" y="661"/>
              </a:cxn>
              <a:cxn ang="0">
                <a:pos x="591" y="634"/>
              </a:cxn>
              <a:cxn ang="0">
                <a:pos x="592" y="601"/>
              </a:cxn>
              <a:cxn ang="0">
                <a:pos x="621" y="597"/>
              </a:cxn>
              <a:cxn ang="0">
                <a:pos x="635" y="579"/>
              </a:cxn>
              <a:cxn ang="0">
                <a:pos x="645" y="524"/>
              </a:cxn>
              <a:cxn ang="0">
                <a:pos x="672" y="491"/>
              </a:cxn>
              <a:cxn ang="0">
                <a:pos x="687" y="475"/>
              </a:cxn>
              <a:cxn ang="0">
                <a:pos x="684" y="232"/>
              </a:cxn>
              <a:cxn ang="0">
                <a:pos x="651" y="236"/>
              </a:cxn>
              <a:cxn ang="0">
                <a:pos x="152" y="0"/>
              </a:cxn>
              <a:cxn ang="0">
                <a:pos x="106" y="32"/>
              </a:cxn>
              <a:cxn ang="0">
                <a:pos x="106" y="98"/>
              </a:cxn>
              <a:cxn ang="0">
                <a:pos x="112" y="123"/>
              </a:cxn>
              <a:cxn ang="0">
                <a:pos x="145" y="188"/>
              </a:cxn>
              <a:cxn ang="0">
                <a:pos x="167" y="361"/>
              </a:cxn>
              <a:cxn ang="0">
                <a:pos x="145" y="436"/>
              </a:cxn>
              <a:cxn ang="0">
                <a:pos x="103" y="492"/>
              </a:cxn>
              <a:cxn ang="0">
                <a:pos x="52" y="545"/>
              </a:cxn>
              <a:cxn ang="0">
                <a:pos x="15" y="607"/>
              </a:cxn>
              <a:cxn ang="0">
                <a:pos x="0" y="665"/>
              </a:cxn>
              <a:cxn ang="0">
                <a:pos x="5" y="695"/>
              </a:cxn>
              <a:cxn ang="0">
                <a:pos x="44" y="702"/>
              </a:cxn>
              <a:cxn ang="0">
                <a:pos x="67" y="718"/>
              </a:cxn>
              <a:cxn ang="0">
                <a:pos x="74" y="748"/>
              </a:cxn>
              <a:cxn ang="0">
                <a:pos x="69" y="778"/>
              </a:cxn>
              <a:cxn ang="0">
                <a:pos x="67" y="800"/>
              </a:cxn>
              <a:cxn ang="0">
                <a:pos x="100" y="845"/>
              </a:cxn>
              <a:cxn ang="0">
                <a:pos x="132" y="879"/>
              </a:cxn>
              <a:cxn ang="0">
                <a:pos x="132" y="905"/>
              </a:cxn>
              <a:cxn ang="0">
                <a:pos x="105" y="976"/>
              </a:cxn>
              <a:cxn ang="0">
                <a:pos x="85" y="1027"/>
              </a:cxn>
              <a:cxn ang="0">
                <a:pos x="106" y="1045"/>
              </a:cxn>
              <a:cxn ang="0">
                <a:pos x="134" y="1052"/>
              </a:cxn>
              <a:cxn ang="0">
                <a:pos x="160" y="1079"/>
              </a:cxn>
              <a:cxn ang="0">
                <a:pos x="168" y="1119"/>
              </a:cxn>
              <a:cxn ang="0">
                <a:pos x="157" y="1154"/>
              </a:cxn>
              <a:cxn ang="0">
                <a:pos x="243" y="1139"/>
              </a:cxn>
              <a:cxn ang="0">
                <a:pos x="313" y="1104"/>
              </a:cxn>
              <a:cxn ang="0">
                <a:pos x="365" y="1073"/>
              </a:cxn>
              <a:cxn ang="0">
                <a:pos x="388" y="1049"/>
              </a:cxn>
              <a:cxn ang="0">
                <a:pos x="420" y="1042"/>
              </a:cxn>
              <a:cxn ang="0">
                <a:pos x="478" y="1048"/>
              </a:cxn>
              <a:cxn ang="0">
                <a:pos x="516" y="1031"/>
              </a:cxn>
              <a:cxn ang="0">
                <a:pos x="533" y="958"/>
              </a:cxn>
              <a:cxn ang="0">
                <a:pos x="557" y="906"/>
              </a:cxn>
              <a:cxn ang="0">
                <a:pos x="617" y="867"/>
              </a:cxn>
              <a:cxn ang="0">
                <a:pos x="662" y="847"/>
              </a:cxn>
              <a:cxn ang="0">
                <a:pos x="678" y="842"/>
              </a:cxn>
            </a:cxnLst>
            <a:rect l="0" t="0" r="r" b="b"/>
            <a:pathLst>
              <a:path w="687" h="1154">
                <a:moveTo>
                  <a:pt x="678" y="842"/>
                </a:moveTo>
                <a:lnTo>
                  <a:pt x="635" y="797"/>
                </a:lnTo>
                <a:lnTo>
                  <a:pt x="588" y="737"/>
                </a:lnTo>
                <a:lnTo>
                  <a:pt x="594" y="705"/>
                </a:lnTo>
                <a:lnTo>
                  <a:pt x="598" y="677"/>
                </a:lnTo>
                <a:lnTo>
                  <a:pt x="596" y="661"/>
                </a:lnTo>
                <a:lnTo>
                  <a:pt x="596" y="647"/>
                </a:lnTo>
                <a:lnTo>
                  <a:pt x="591" y="634"/>
                </a:lnTo>
                <a:lnTo>
                  <a:pt x="591" y="614"/>
                </a:lnTo>
                <a:lnTo>
                  <a:pt x="592" y="601"/>
                </a:lnTo>
                <a:lnTo>
                  <a:pt x="603" y="597"/>
                </a:lnTo>
                <a:lnTo>
                  <a:pt x="621" y="597"/>
                </a:lnTo>
                <a:lnTo>
                  <a:pt x="632" y="588"/>
                </a:lnTo>
                <a:lnTo>
                  <a:pt x="635" y="579"/>
                </a:lnTo>
                <a:lnTo>
                  <a:pt x="638" y="544"/>
                </a:lnTo>
                <a:lnTo>
                  <a:pt x="645" y="524"/>
                </a:lnTo>
                <a:lnTo>
                  <a:pt x="656" y="507"/>
                </a:lnTo>
                <a:lnTo>
                  <a:pt x="672" y="491"/>
                </a:lnTo>
                <a:lnTo>
                  <a:pt x="685" y="485"/>
                </a:lnTo>
                <a:lnTo>
                  <a:pt x="687" y="475"/>
                </a:lnTo>
                <a:lnTo>
                  <a:pt x="682" y="236"/>
                </a:lnTo>
                <a:lnTo>
                  <a:pt x="684" y="232"/>
                </a:lnTo>
                <a:lnTo>
                  <a:pt x="669" y="235"/>
                </a:lnTo>
                <a:lnTo>
                  <a:pt x="651" y="236"/>
                </a:lnTo>
                <a:lnTo>
                  <a:pt x="166" y="3"/>
                </a:lnTo>
                <a:lnTo>
                  <a:pt x="152" y="0"/>
                </a:lnTo>
                <a:lnTo>
                  <a:pt x="139" y="3"/>
                </a:lnTo>
                <a:lnTo>
                  <a:pt x="106" y="32"/>
                </a:lnTo>
                <a:lnTo>
                  <a:pt x="106" y="35"/>
                </a:lnTo>
                <a:lnTo>
                  <a:pt x="106" y="98"/>
                </a:lnTo>
                <a:lnTo>
                  <a:pt x="106" y="111"/>
                </a:lnTo>
                <a:lnTo>
                  <a:pt x="112" y="123"/>
                </a:lnTo>
                <a:lnTo>
                  <a:pt x="141" y="145"/>
                </a:lnTo>
                <a:lnTo>
                  <a:pt x="145" y="188"/>
                </a:lnTo>
                <a:lnTo>
                  <a:pt x="156" y="217"/>
                </a:lnTo>
                <a:lnTo>
                  <a:pt x="167" y="361"/>
                </a:lnTo>
                <a:lnTo>
                  <a:pt x="161" y="402"/>
                </a:lnTo>
                <a:lnTo>
                  <a:pt x="145" y="436"/>
                </a:lnTo>
                <a:lnTo>
                  <a:pt x="126" y="463"/>
                </a:lnTo>
                <a:lnTo>
                  <a:pt x="103" y="492"/>
                </a:lnTo>
                <a:lnTo>
                  <a:pt x="81" y="516"/>
                </a:lnTo>
                <a:lnTo>
                  <a:pt x="52" y="545"/>
                </a:lnTo>
                <a:lnTo>
                  <a:pt x="27" y="580"/>
                </a:lnTo>
                <a:lnTo>
                  <a:pt x="15" y="607"/>
                </a:lnTo>
                <a:lnTo>
                  <a:pt x="2" y="643"/>
                </a:lnTo>
                <a:lnTo>
                  <a:pt x="0" y="665"/>
                </a:lnTo>
                <a:lnTo>
                  <a:pt x="1" y="695"/>
                </a:lnTo>
                <a:lnTo>
                  <a:pt x="5" y="695"/>
                </a:lnTo>
                <a:lnTo>
                  <a:pt x="33" y="699"/>
                </a:lnTo>
                <a:lnTo>
                  <a:pt x="44" y="702"/>
                </a:lnTo>
                <a:lnTo>
                  <a:pt x="52" y="705"/>
                </a:lnTo>
                <a:lnTo>
                  <a:pt x="67" y="718"/>
                </a:lnTo>
                <a:lnTo>
                  <a:pt x="71" y="729"/>
                </a:lnTo>
                <a:lnTo>
                  <a:pt x="74" y="748"/>
                </a:lnTo>
                <a:lnTo>
                  <a:pt x="69" y="764"/>
                </a:lnTo>
                <a:lnTo>
                  <a:pt x="69" y="778"/>
                </a:lnTo>
                <a:lnTo>
                  <a:pt x="68" y="801"/>
                </a:lnTo>
                <a:lnTo>
                  <a:pt x="67" y="800"/>
                </a:lnTo>
                <a:lnTo>
                  <a:pt x="82" y="824"/>
                </a:lnTo>
                <a:lnTo>
                  <a:pt x="100" y="845"/>
                </a:lnTo>
                <a:lnTo>
                  <a:pt x="115" y="857"/>
                </a:lnTo>
                <a:lnTo>
                  <a:pt x="132" y="879"/>
                </a:lnTo>
                <a:lnTo>
                  <a:pt x="133" y="888"/>
                </a:lnTo>
                <a:lnTo>
                  <a:pt x="132" y="905"/>
                </a:lnTo>
                <a:lnTo>
                  <a:pt x="120" y="939"/>
                </a:lnTo>
                <a:lnTo>
                  <a:pt x="105" y="976"/>
                </a:lnTo>
                <a:lnTo>
                  <a:pt x="89" y="1009"/>
                </a:lnTo>
                <a:lnTo>
                  <a:pt x="85" y="1027"/>
                </a:lnTo>
                <a:lnTo>
                  <a:pt x="92" y="1042"/>
                </a:lnTo>
                <a:lnTo>
                  <a:pt x="106" y="1045"/>
                </a:lnTo>
                <a:lnTo>
                  <a:pt x="123" y="1051"/>
                </a:lnTo>
                <a:lnTo>
                  <a:pt x="134" y="1052"/>
                </a:lnTo>
                <a:lnTo>
                  <a:pt x="147" y="1063"/>
                </a:lnTo>
                <a:lnTo>
                  <a:pt x="160" y="1079"/>
                </a:lnTo>
                <a:lnTo>
                  <a:pt x="168" y="1100"/>
                </a:lnTo>
                <a:lnTo>
                  <a:pt x="168" y="1119"/>
                </a:lnTo>
                <a:lnTo>
                  <a:pt x="160" y="1150"/>
                </a:lnTo>
                <a:lnTo>
                  <a:pt x="157" y="1154"/>
                </a:lnTo>
                <a:lnTo>
                  <a:pt x="196" y="1150"/>
                </a:lnTo>
                <a:lnTo>
                  <a:pt x="243" y="1139"/>
                </a:lnTo>
                <a:lnTo>
                  <a:pt x="300" y="1113"/>
                </a:lnTo>
                <a:lnTo>
                  <a:pt x="313" y="1104"/>
                </a:lnTo>
                <a:lnTo>
                  <a:pt x="352" y="1091"/>
                </a:lnTo>
                <a:lnTo>
                  <a:pt x="365" y="1073"/>
                </a:lnTo>
                <a:lnTo>
                  <a:pt x="377" y="1058"/>
                </a:lnTo>
                <a:lnTo>
                  <a:pt x="388" y="1049"/>
                </a:lnTo>
                <a:lnTo>
                  <a:pt x="403" y="1044"/>
                </a:lnTo>
                <a:lnTo>
                  <a:pt x="420" y="1042"/>
                </a:lnTo>
                <a:lnTo>
                  <a:pt x="453" y="1044"/>
                </a:lnTo>
                <a:lnTo>
                  <a:pt x="478" y="1048"/>
                </a:lnTo>
                <a:lnTo>
                  <a:pt x="499" y="1043"/>
                </a:lnTo>
                <a:lnTo>
                  <a:pt x="516" y="1031"/>
                </a:lnTo>
                <a:lnTo>
                  <a:pt x="522" y="1004"/>
                </a:lnTo>
                <a:lnTo>
                  <a:pt x="533" y="958"/>
                </a:lnTo>
                <a:lnTo>
                  <a:pt x="548" y="922"/>
                </a:lnTo>
                <a:lnTo>
                  <a:pt x="557" y="906"/>
                </a:lnTo>
                <a:lnTo>
                  <a:pt x="573" y="889"/>
                </a:lnTo>
                <a:lnTo>
                  <a:pt x="617" y="867"/>
                </a:lnTo>
                <a:lnTo>
                  <a:pt x="645" y="853"/>
                </a:lnTo>
                <a:lnTo>
                  <a:pt x="662" y="847"/>
                </a:lnTo>
                <a:lnTo>
                  <a:pt x="679" y="842"/>
                </a:lnTo>
                <a:lnTo>
                  <a:pt x="678" y="842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40" name="Freeform 66"/>
          <p:cNvSpPr>
            <a:spLocks/>
          </p:cNvSpPr>
          <p:nvPr/>
        </p:nvSpPr>
        <p:spPr bwMode="auto">
          <a:xfrm rot="306148">
            <a:off x="3933888" y="3980502"/>
            <a:ext cx="365125" cy="366627"/>
          </a:xfrm>
          <a:custGeom>
            <a:avLst/>
            <a:gdLst/>
            <a:ahLst/>
            <a:cxnLst>
              <a:cxn ang="0">
                <a:pos x="1094" y="421"/>
              </a:cxn>
              <a:cxn ang="0">
                <a:pos x="1073" y="406"/>
              </a:cxn>
              <a:cxn ang="0">
                <a:pos x="1074" y="373"/>
              </a:cxn>
              <a:cxn ang="0">
                <a:pos x="1056" y="347"/>
              </a:cxn>
              <a:cxn ang="0">
                <a:pos x="979" y="336"/>
              </a:cxn>
              <a:cxn ang="0">
                <a:pos x="955" y="314"/>
              </a:cxn>
              <a:cxn ang="0">
                <a:pos x="937" y="275"/>
              </a:cxn>
              <a:cxn ang="0">
                <a:pos x="533" y="3"/>
              </a:cxn>
              <a:cxn ang="0">
                <a:pos x="441" y="651"/>
              </a:cxn>
              <a:cxn ang="0">
                <a:pos x="430" y="698"/>
              </a:cxn>
              <a:cxn ang="0">
                <a:pos x="206" y="709"/>
              </a:cxn>
              <a:cxn ang="0">
                <a:pos x="179" y="722"/>
              </a:cxn>
              <a:cxn ang="0">
                <a:pos x="159" y="727"/>
              </a:cxn>
              <a:cxn ang="0">
                <a:pos x="143" y="707"/>
              </a:cxn>
              <a:cxn ang="0">
                <a:pos x="114" y="689"/>
              </a:cxn>
              <a:cxn ang="0">
                <a:pos x="101" y="717"/>
              </a:cxn>
              <a:cxn ang="0">
                <a:pos x="83" y="735"/>
              </a:cxn>
              <a:cxn ang="0">
                <a:pos x="36" y="727"/>
              </a:cxn>
              <a:cxn ang="0">
                <a:pos x="20" y="749"/>
              </a:cxn>
              <a:cxn ang="0">
                <a:pos x="22" y="765"/>
              </a:cxn>
              <a:cxn ang="0">
                <a:pos x="37" y="782"/>
              </a:cxn>
              <a:cxn ang="0">
                <a:pos x="39" y="817"/>
              </a:cxn>
              <a:cxn ang="0">
                <a:pos x="9" y="869"/>
              </a:cxn>
              <a:cxn ang="0">
                <a:pos x="7" y="925"/>
              </a:cxn>
              <a:cxn ang="0">
                <a:pos x="29" y="944"/>
              </a:cxn>
              <a:cxn ang="0">
                <a:pos x="131" y="966"/>
              </a:cxn>
              <a:cxn ang="0">
                <a:pos x="172" y="986"/>
              </a:cxn>
              <a:cxn ang="0">
                <a:pos x="186" y="959"/>
              </a:cxn>
              <a:cxn ang="0">
                <a:pos x="213" y="972"/>
              </a:cxn>
              <a:cxn ang="0">
                <a:pos x="237" y="974"/>
              </a:cxn>
              <a:cxn ang="0">
                <a:pos x="235" y="1002"/>
              </a:cxn>
              <a:cxn ang="0">
                <a:pos x="275" y="1059"/>
              </a:cxn>
              <a:cxn ang="0">
                <a:pos x="311" y="1047"/>
              </a:cxn>
              <a:cxn ang="0">
                <a:pos x="360" y="1038"/>
              </a:cxn>
              <a:cxn ang="0">
                <a:pos x="410" y="1032"/>
              </a:cxn>
              <a:cxn ang="0">
                <a:pos x="415" y="1008"/>
              </a:cxn>
              <a:cxn ang="0">
                <a:pos x="422" y="975"/>
              </a:cxn>
              <a:cxn ang="0">
                <a:pos x="475" y="905"/>
              </a:cxn>
              <a:cxn ang="0">
                <a:pos x="525" y="875"/>
              </a:cxn>
              <a:cxn ang="0">
                <a:pos x="598" y="827"/>
              </a:cxn>
              <a:cxn ang="0">
                <a:pos x="625" y="773"/>
              </a:cxn>
              <a:cxn ang="0">
                <a:pos x="653" y="727"/>
              </a:cxn>
              <a:cxn ang="0">
                <a:pos x="691" y="717"/>
              </a:cxn>
              <a:cxn ang="0">
                <a:pos x="740" y="720"/>
              </a:cxn>
              <a:cxn ang="0">
                <a:pos x="769" y="711"/>
              </a:cxn>
              <a:cxn ang="0">
                <a:pos x="806" y="666"/>
              </a:cxn>
              <a:cxn ang="0">
                <a:pos x="840" y="663"/>
              </a:cxn>
              <a:cxn ang="0">
                <a:pos x="864" y="675"/>
              </a:cxn>
              <a:cxn ang="0">
                <a:pos x="870" y="700"/>
              </a:cxn>
              <a:cxn ang="0">
                <a:pos x="910" y="698"/>
              </a:cxn>
              <a:cxn ang="0">
                <a:pos x="943" y="666"/>
              </a:cxn>
              <a:cxn ang="0">
                <a:pos x="979" y="662"/>
              </a:cxn>
              <a:cxn ang="0">
                <a:pos x="1052" y="665"/>
              </a:cxn>
              <a:cxn ang="0">
                <a:pos x="1072" y="645"/>
              </a:cxn>
              <a:cxn ang="0">
                <a:pos x="1069" y="606"/>
              </a:cxn>
              <a:cxn ang="0">
                <a:pos x="1067" y="570"/>
              </a:cxn>
              <a:cxn ang="0">
                <a:pos x="1110" y="548"/>
              </a:cxn>
              <a:cxn ang="0">
                <a:pos x="1116" y="519"/>
              </a:cxn>
              <a:cxn ang="0">
                <a:pos x="1115" y="466"/>
              </a:cxn>
              <a:cxn ang="0">
                <a:pos x="1116" y="412"/>
              </a:cxn>
            </a:cxnLst>
            <a:rect l="0" t="0" r="r" b="b"/>
            <a:pathLst>
              <a:path w="1116" h="1059">
                <a:moveTo>
                  <a:pt x="1116" y="412"/>
                </a:moveTo>
                <a:lnTo>
                  <a:pt x="1094" y="421"/>
                </a:lnTo>
                <a:lnTo>
                  <a:pt x="1077" y="418"/>
                </a:lnTo>
                <a:lnTo>
                  <a:pt x="1073" y="406"/>
                </a:lnTo>
                <a:lnTo>
                  <a:pt x="1073" y="383"/>
                </a:lnTo>
                <a:lnTo>
                  <a:pt x="1074" y="373"/>
                </a:lnTo>
                <a:lnTo>
                  <a:pt x="1067" y="355"/>
                </a:lnTo>
                <a:lnTo>
                  <a:pt x="1056" y="347"/>
                </a:lnTo>
                <a:lnTo>
                  <a:pt x="1010" y="343"/>
                </a:lnTo>
                <a:lnTo>
                  <a:pt x="979" y="336"/>
                </a:lnTo>
                <a:lnTo>
                  <a:pt x="969" y="330"/>
                </a:lnTo>
                <a:lnTo>
                  <a:pt x="955" y="314"/>
                </a:lnTo>
                <a:lnTo>
                  <a:pt x="947" y="290"/>
                </a:lnTo>
                <a:lnTo>
                  <a:pt x="937" y="275"/>
                </a:lnTo>
                <a:lnTo>
                  <a:pt x="531" y="0"/>
                </a:lnTo>
                <a:lnTo>
                  <a:pt x="533" y="3"/>
                </a:lnTo>
                <a:lnTo>
                  <a:pt x="420" y="5"/>
                </a:lnTo>
                <a:lnTo>
                  <a:pt x="441" y="651"/>
                </a:lnTo>
                <a:lnTo>
                  <a:pt x="443" y="676"/>
                </a:lnTo>
                <a:lnTo>
                  <a:pt x="430" y="698"/>
                </a:lnTo>
                <a:lnTo>
                  <a:pt x="405" y="715"/>
                </a:lnTo>
                <a:lnTo>
                  <a:pt x="206" y="709"/>
                </a:lnTo>
                <a:lnTo>
                  <a:pt x="193" y="712"/>
                </a:lnTo>
                <a:lnTo>
                  <a:pt x="179" y="722"/>
                </a:lnTo>
                <a:lnTo>
                  <a:pt x="170" y="730"/>
                </a:lnTo>
                <a:lnTo>
                  <a:pt x="159" y="727"/>
                </a:lnTo>
                <a:lnTo>
                  <a:pt x="148" y="716"/>
                </a:lnTo>
                <a:lnTo>
                  <a:pt x="143" y="707"/>
                </a:lnTo>
                <a:lnTo>
                  <a:pt x="135" y="698"/>
                </a:lnTo>
                <a:lnTo>
                  <a:pt x="114" y="689"/>
                </a:lnTo>
                <a:lnTo>
                  <a:pt x="108" y="706"/>
                </a:lnTo>
                <a:lnTo>
                  <a:pt x="101" y="717"/>
                </a:lnTo>
                <a:lnTo>
                  <a:pt x="93" y="728"/>
                </a:lnTo>
                <a:lnTo>
                  <a:pt x="83" y="735"/>
                </a:lnTo>
                <a:lnTo>
                  <a:pt x="55" y="732"/>
                </a:lnTo>
                <a:lnTo>
                  <a:pt x="36" y="727"/>
                </a:lnTo>
                <a:lnTo>
                  <a:pt x="26" y="733"/>
                </a:lnTo>
                <a:lnTo>
                  <a:pt x="20" y="749"/>
                </a:lnTo>
                <a:lnTo>
                  <a:pt x="20" y="765"/>
                </a:lnTo>
                <a:lnTo>
                  <a:pt x="22" y="765"/>
                </a:lnTo>
                <a:lnTo>
                  <a:pt x="22" y="767"/>
                </a:lnTo>
                <a:lnTo>
                  <a:pt x="37" y="782"/>
                </a:lnTo>
                <a:lnTo>
                  <a:pt x="39" y="802"/>
                </a:lnTo>
                <a:lnTo>
                  <a:pt x="39" y="817"/>
                </a:lnTo>
                <a:lnTo>
                  <a:pt x="32" y="840"/>
                </a:lnTo>
                <a:lnTo>
                  <a:pt x="9" y="869"/>
                </a:lnTo>
                <a:lnTo>
                  <a:pt x="0" y="898"/>
                </a:lnTo>
                <a:lnTo>
                  <a:pt x="7" y="925"/>
                </a:lnTo>
                <a:lnTo>
                  <a:pt x="25" y="944"/>
                </a:lnTo>
                <a:lnTo>
                  <a:pt x="29" y="944"/>
                </a:lnTo>
                <a:lnTo>
                  <a:pt x="81" y="953"/>
                </a:lnTo>
                <a:lnTo>
                  <a:pt x="131" y="966"/>
                </a:lnTo>
                <a:lnTo>
                  <a:pt x="153" y="972"/>
                </a:lnTo>
                <a:lnTo>
                  <a:pt x="172" y="986"/>
                </a:lnTo>
                <a:lnTo>
                  <a:pt x="177" y="972"/>
                </a:lnTo>
                <a:lnTo>
                  <a:pt x="186" y="959"/>
                </a:lnTo>
                <a:lnTo>
                  <a:pt x="200" y="939"/>
                </a:lnTo>
                <a:lnTo>
                  <a:pt x="213" y="972"/>
                </a:lnTo>
                <a:lnTo>
                  <a:pt x="242" y="957"/>
                </a:lnTo>
                <a:lnTo>
                  <a:pt x="237" y="974"/>
                </a:lnTo>
                <a:lnTo>
                  <a:pt x="236" y="992"/>
                </a:lnTo>
                <a:lnTo>
                  <a:pt x="235" y="1002"/>
                </a:lnTo>
                <a:lnTo>
                  <a:pt x="260" y="1033"/>
                </a:lnTo>
                <a:lnTo>
                  <a:pt x="275" y="1059"/>
                </a:lnTo>
                <a:lnTo>
                  <a:pt x="275" y="1056"/>
                </a:lnTo>
                <a:lnTo>
                  <a:pt x="311" y="1047"/>
                </a:lnTo>
                <a:lnTo>
                  <a:pt x="329" y="1043"/>
                </a:lnTo>
                <a:lnTo>
                  <a:pt x="360" y="1038"/>
                </a:lnTo>
                <a:lnTo>
                  <a:pt x="389" y="1036"/>
                </a:lnTo>
                <a:lnTo>
                  <a:pt x="410" y="1032"/>
                </a:lnTo>
                <a:lnTo>
                  <a:pt x="412" y="1029"/>
                </a:lnTo>
                <a:lnTo>
                  <a:pt x="415" y="1008"/>
                </a:lnTo>
                <a:lnTo>
                  <a:pt x="417" y="996"/>
                </a:lnTo>
                <a:lnTo>
                  <a:pt x="422" y="975"/>
                </a:lnTo>
                <a:lnTo>
                  <a:pt x="445" y="940"/>
                </a:lnTo>
                <a:lnTo>
                  <a:pt x="475" y="905"/>
                </a:lnTo>
                <a:lnTo>
                  <a:pt x="493" y="892"/>
                </a:lnTo>
                <a:lnTo>
                  <a:pt x="525" y="875"/>
                </a:lnTo>
                <a:lnTo>
                  <a:pt x="549" y="863"/>
                </a:lnTo>
                <a:lnTo>
                  <a:pt x="598" y="827"/>
                </a:lnTo>
                <a:lnTo>
                  <a:pt x="615" y="809"/>
                </a:lnTo>
                <a:lnTo>
                  <a:pt x="625" y="773"/>
                </a:lnTo>
                <a:lnTo>
                  <a:pt x="632" y="755"/>
                </a:lnTo>
                <a:lnTo>
                  <a:pt x="653" y="727"/>
                </a:lnTo>
                <a:lnTo>
                  <a:pt x="668" y="720"/>
                </a:lnTo>
                <a:lnTo>
                  <a:pt x="691" y="717"/>
                </a:lnTo>
                <a:lnTo>
                  <a:pt x="706" y="717"/>
                </a:lnTo>
                <a:lnTo>
                  <a:pt x="740" y="720"/>
                </a:lnTo>
                <a:lnTo>
                  <a:pt x="754" y="717"/>
                </a:lnTo>
                <a:lnTo>
                  <a:pt x="769" y="711"/>
                </a:lnTo>
                <a:lnTo>
                  <a:pt x="786" y="683"/>
                </a:lnTo>
                <a:lnTo>
                  <a:pt x="806" y="666"/>
                </a:lnTo>
                <a:lnTo>
                  <a:pt x="822" y="662"/>
                </a:lnTo>
                <a:lnTo>
                  <a:pt x="840" y="663"/>
                </a:lnTo>
                <a:lnTo>
                  <a:pt x="854" y="669"/>
                </a:lnTo>
                <a:lnTo>
                  <a:pt x="864" y="675"/>
                </a:lnTo>
                <a:lnTo>
                  <a:pt x="870" y="700"/>
                </a:lnTo>
                <a:lnTo>
                  <a:pt x="870" y="700"/>
                </a:lnTo>
                <a:lnTo>
                  <a:pt x="893" y="701"/>
                </a:lnTo>
                <a:lnTo>
                  <a:pt x="910" y="698"/>
                </a:lnTo>
                <a:lnTo>
                  <a:pt x="924" y="681"/>
                </a:lnTo>
                <a:lnTo>
                  <a:pt x="943" y="666"/>
                </a:lnTo>
                <a:lnTo>
                  <a:pt x="961" y="662"/>
                </a:lnTo>
                <a:lnTo>
                  <a:pt x="979" y="662"/>
                </a:lnTo>
                <a:lnTo>
                  <a:pt x="997" y="662"/>
                </a:lnTo>
                <a:lnTo>
                  <a:pt x="1052" y="665"/>
                </a:lnTo>
                <a:lnTo>
                  <a:pt x="1066" y="659"/>
                </a:lnTo>
                <a:lnTo>
                  <a:pt x="1072" y="645"/>
                </a:lnTo>
                <a:lnTo>
                  <a:pt x="1073" y="627"/>
                </a:lnTo>
                <a:lnTo>
                  <a:pt x="1069" y="606"/>
                </a:lnTo>
                <a:lnTo>
                  <a:pt x="1063" y="584"/>
                </a:lnTo>
                <a:lnTo>
                  <a:pt x="1067" y="570"/>
                </a:lnTo>
                <a:lnTo>
                  <a:pt x="1083" y="553"/>
                </a:lnTo>
                <a:lnTo>
                  <a:pt x="1110" y="548"/>
                </a:lnTo>
                <a:lnTo>
                  <a:pt x="1116" y="541"/>
                </a:lnTo>
                <a:lnTo>
                  <a:pt x="1116" y="519"/>
                </a:lnTo>
                <a:lnTo>
                  <a:pt x="1116" y="484"/>
                </a:lnTo>
                <a:lnTo>
                  <a:pt x="1115" y="466"/>
                </a:lnTo>
                <a:lnTo>
                  <a:pt x="1114" y="413"/>
                </a:lnTo>
                <a:lnTo>
                  <a:pt x="1116" y="412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41" name="Freeform 67"/>
          <p:cNvSpPr>
            <a:spLocks/>
          </p:cNvSpPr>
          <p:nvPr/>
        </p:nvSpPr>
        <p:spPr bwMode="auto">
          <a:xfrm rot="306148">
            <a:off x="4248213" y="4261425"/>
            <a:ext cx="257175" cy="246006"/>
          </a:xfrm>
          <a:custGeom>
            <a:avLst/>
            <a:gdLst/>
            <a:ahLst/>
            <a:cxnLst>
              <a:cxn ang="0">
                <a:pos x="62" y="163"/>
              </a:cxn>
              <a:cxn ang="0">
                <a:pos x="87" y="130"/>
              </a:cxn>
              <a:cxn ang="0">
                <a:pos x="84" y="76"/>
              </a:cxn>
              <a:cxn ang="0">
                <a:pos x="101" y="42"/>
              </a:cxn>
              <a:cxn ang="0">
                <a:pos x="140" y="27"/>
              </a:cxn>
              <a:cxn ang="0">
                <a:pos x="217" y="16"/>
              </a:cxn>
              <a:cxn ang="0">
                <a:pos x="251" y="23"/>
              </a:cxn>
              <a:cxn ang="0">
                <a:pos x="267" y="65"/>
              </a:cxn>
              <a:cxn ang="0">
                <a:pos x="296" y="74"/>
              </a:cxn>
              <a:cxn ang="0">
                <a:pos x="335" y="46"/>
              </a:cxn>
              <a:cxn ang="0">
                <a:pos x="374" y="42"/>
              </a:cxn>
              <a:cxn ang="0">
                <a:pos x="407" y="56"/>
              </a:cxn>
              <a:cxn ang="0">
                <a:pos x="447" y="73"/>
              </a:cxn>
              <a:cxn ang="0">
                <a:pos x="486" y="60"/>
              </a:cxn>
              <a:cxn ang="0">
                <a:pos x="543" y="18"/>
              </a:cxn>
              <a:cxn ang="0">
                <a:pos x="591" y="0"/>
              </a:cxn>
              <a:cxn ang="0">
                <a:pos x="643" y="16"/>
              </a:cxn>
              <a:cxn ang="0">
                <a:pos x="672" y="22"/>
              </a:cxn>
              <a:cxn ang="0">
                <a:pos x="719" y="12"/>
              </a:cxn>
              <a:cxn ang="0">
                <a:pos x="750" y="16"/>
              </a:cxn>
              <a:cxn ang="0">
                <a:pos x="769" y="22"/>
              </a:cxn>
              <a:cxn ang="0">
                <a:pos x="788" y="46"/>
              </a:cxn>
              <a:cxn ang="0">
                <a:pos x="786" y="82"/>
              </a:cxn>
              <a:cxn ang="0">
                <a:pos x="784" y="118"/>
              </a:cxn>
              <a:cxn ang="0">
                <a:pos x="777" y="170"/>
              </a:cxn>
              <a:cxn ang="0">
                <a:pos x="750" y="215"/>
              </a:cxn>
              <a:cxn ang="0">
                <a:pos x="706" y="266"/>
              </a:cxn>
              <a:cxn ang="0">
                <a:pos x="683" y="328"/>
              </a:cxn>
              <a:cxn ang="0">
                <a:pos x="647" y="365"/>
              </a:cxn>
              <a:cxn ang="0">
                <a:pos x="566" y="417"/>
              </a:cxn>
              <a:cxn ang="0">
                <a:pos x="518" y="455"/>
              </a:cxn>
              <a:cxn ang="0">
                <a:pos x="490" y="490"/>
              </a:cxn>
              <a:cxn ang="0">
                <a:pos x="469" y="544"/>
              </a:cxn>
              <a:cxn ang="0">
                <a:pos x="438" y="561"/>
              </a:cxn>
              <a:cxn ang="0">
                <a:pos x="409" y="560"/>
              </a:cxn>
              <a:cxn ang="0">
                <a:pos x="389" y="565"/>
              </a:cxn>
              <a:cxn ang="0">
                <a:pos x="393" y="593"/>
              </a:cxn>
              <a:cxn ang="0">
                <a:pos x="396" y="662"/>
              </a:cxn>
              <a:cxn ang="0">
                <a:pos x="368" y="664"/>
              </a:cxn>
              <a:cxn ang="0">
                <a:pos x="320" y="685"/>
              </a:cxn>
              <a:cxn ang="0">
                <a:pos x="273" y="712"/>
              </a:cxn>
              <a:cxn ang="0">
                <a:pos x="234" y="697"/>
              </a:cxn>
              <a:cxn ang="0">
                <a:pos x="210" y="659"/>
              </a:cxn>
              <a:cxn ang="0">
                <a:pos x="186" y="602"/>
              </a:cxn>
              <a:cxn ang="0">
                <a:pos x="137" y="570"/>
              </a:cxn>
              <a:cxn ang="0">
                <a:pos x="56" y="570"/>
              </a:cxn>
              <a:cxn ang="0">
                <a:pos x="38" y="571"/>
              </a:cxn>
              <a:cxn ang="0">
                <a:pos x="38" y="538"/>
              </a:cxn>
              <a:cxn ang="0">
                <a:pos x="29" y="483"/>
              </a:cxn>
              <a:cxn ang="0">
                <a:pos x="6" y="448"/>
              </a:cxn>
              <a:cxn ang="0">
                <a:pos x="0" y="410"/>
              </a:cxn>
              <a:cxn ang="0">
                <a:pos x="21" y="369"/>
              </a:cxn>
              <a:cxn ang="0">
                <a:pos x="54" y="302"/>
              </a:cxn>
              <a:cxn ang="0">
                <a:pos x="67" y="231"/>
              </a:cxn>
              <a:cxn ang="0">
                <a:pos x="62" y="204"/>
              </a:cxn>
              <a:cxn ang="0">
                <a:pos x="33" y="170"/>
              </a:cxn>
            </a:cxnLst>
            <a:rect l="0" t="0" r="r" b="b"/>
            <a:pathLst>
              <a:path w="790" h="712">
                <a:moveTo>
                  <a:pt x="32" y="175"/>
                </a:moveTo>
                <a:lnTo>
                  <a:pt x="62" y="163"/>
                </a:lnTo>
                <a:lnTo>
                  <a:pt x="79" y="152"/>
                </a:lnTo>
                <a:lnTo>
                  <a:pt x="87" y="130"/>
                </a:lnTo>
                <a:lnTo>
                  <a:pt x="84" y="112"/>
                </a:lnTo>
                <a:lnTo>
                  <a:pt x="84" y="76"/>
                </a:lnTo>
                <a:lnTo>
                  <a:pt x="84" y="60"/>
                </a:lnTo>
                <a:lnTo>
                  <a:pt x="101" y="42"/>
                </a:lnTo>
                <a:lnTo>
                  <a:pt x="120" y="35"/>
                </a:lnTo>
                <a:lnTo>
                  <a:pt x="140" y="27"/>
                </a:lnTo>
                <a:lnTo>
                  <a:pt x="190" y="19"/>
                </a:lnTo>
                <a:lnTo>
                  <a:pt x="217" y="16"/>
                </a:lnTo>
                <a:lnTo>
                  <a:pt x="233" y="18"/>
                </a:lnTo>
                <a:lnTo>
                  <a:pt x="251" y="23"/>
                </a:lnTo>
                <a:lnTo>
                  <a:pt x="261" y="57"/>
                </a:lnTo>
                <a:lnTo>
                  <a:pt x="267" y="65"/>
                </a:lnTo>
                <a:lnTo>
                  <a:pt x="277" y="74"/>
                </a:lnTo>
                <a:lnTo>
                  <a:pt x="296" y="74"/>
                </a:lnTo>
                <a:lnTo>
                  <a:pt x="315" y="60"/>
                </a:lnTo>
                <a:lnTo>
                  <a:pt x="335" y="46"/>
                </a:lnTo>
                <a:lnTo>
                  <a:pt x="349" y="42"/>
                </a:lnTo>
                <a:lnTo>
                  <a:pt x="374" y="42"/>
                </a:lnTo>
                <a:lnTo>
                  <a:pt x="389" y="48"/>
                </a:lnTo>
                <a:lnTo>
                  <a:pt x="407" y="56"/>
                </a:lnTo>
                <a:lnTo>
                  <a:pt x="419" y="66"/>
                </a:lnTo>
                <a:lnTo>
                  <a:pt x="447" y="73"/>
                </a:lnTo>
                <a:lnTo>
                  <a:pt x="468" y="70"/>
                </a:lnTo>
                <a:lnTo>
                  <a:pt x="486" y="60"/>
                </a:lnTo>
                <a:lnTo>
                  <a:pt x="520" y="35"/>
                </a:lnTo>
                <a:lnTo>
                  <a:pt x="543" y="18"/>
                </a:lnTo>
                <a:lnTo>
                  <a:pt x="558" y="13"/>
                </a:lnTo>
                <a:lnTo>
                  <a:pt x="591" y="0"/>
                </a:lnTo>
                <a:lnTo>
                  <a:pt x="612" y="1"/>
                </a:lnTo>
                <a:lnTo>
                  <a:pt x="643" y="16"/>
                </a:lnTo>
                <a:lnTo>
                  <a:pt x="658" y="23"/>
                </a:lnTo>
                <a:lnTo>
                  <a:pt x="672" y="22"/>
                </a:lnTo>
                <a:lnTo>
                  <a:pt x="694" y="16"/>
                </a:lnTo>
                <a:lnTo>
                  <a:pt x="719" y="12"/>
                </a:lnTo>
                <a:lnTo>
                  <a:pt x="722" y="12"/>
                </a:lnTo>
                <a:lnTo>
                  <a:pt x="750" y="16"/>
                </a:lnTo>
                <a:lnTo>
                  <a:pt x="761" y="19"/>
                </a:lnTo>
                <a:lnTo>
                  <a:pt x="769" y="22"/>
                </a:lnTo>
                <a:lnTo>
                  <a:pt x="784" y="35"/>
                </a:lnTo>
                <a:lnTo>
                  <a:pt x="788" y="46"/>
                </a:lnTo>
                <a:lnTo>
                  <a:pt x="790" y="65"/>
                </a:lnTo>
                <a:lnTo>
                  <a:pt x="786" y="82"/>
                </a:lnTo>
                <a:lnTo>
                  <a:pt x="786" y="95"/>
                </a:lnTo>
                <a:lnTo>
                  <a:pt x="784" y="118"/>
                </a:lnTo>
                <a:lnTo>
                  <a:pt x="784" y="152"/>
                </a:lnTo>
                <a:lnTo>
                  <a:pt x="777" y="170"/>
                </a:lnTo>
                <a:lnTo>
                  <a:pt x="765" y="196"/>
                </a:lnTo>
                <a:lnTo>
                  <a:pt x="750" y="215"/>
                </a:lnTo>
                <a:lnTo>
                  <a:pt x="724" y="239"/>
                </a:lnTo>
                <a:lnTo>
                  <a:pt x="706" y="266"/>
                </a:lnTo>
                <a:lnTo>
                  <a:pt x="699" y="281"/>
                </a:lnTo>
                <a:lnTo>
                  <a:pt x="683" y="328"/>
                </a:lnTo>
                <a:lnTo>
                  <a:pt x="672" y="343"/>
                </a:lnTo>
                <a:lnTo>
                  <a:pt x="647" y="365"/>
                </a:lnTo>
                <a:lnTo>
                  <a:pt x="618" y="380"/>
                </a:lnTo>
                <a:lnTo>
                  <a:pt x="566" y="417"/>
                </a:lnTo>
                <a:lnTo>
                  <a:pt x="544" y="430"/>
                </a:lnTo>
                <a:lnTo>
                  <a:pt x="518" y="455"/>
                </a:lnTo>
                <a:lnTo>
                  <a:pt x="502" y="470"/>
                </a:lnTo>
                <a:lnTo>
                  <a:pt x="490" y="490"/>
                </a:lnTo>
                <a:lnTo>
                  <a:pt x="477" y="528"/>
                </a:lnTo>
                <a:lnTo>
                  <a:pt x="469" y="544"/>
                </a:lnTo>
                <a:lnTo>
                  <a:pt x="455" y="554"/>
                </a:lnTo>
                <a:lnTo>
                  <a:pt x="438" y="561"/>
                </a:lnTo>
                <a:lnTo>
                  <a:pt x="425" y="563"/>
                </a:lnTo>
                <a:lnTo>
                  <a:pt x="409" y="560"/>
                </a:lnTo>
                <a:lnTo>
                  <a:pt x="401" y="560"/>
                </a:lnTo>
                <a:lnTo>
                  <a:pt x="389" y="565"/>
                </a:lnTo>
                <a:lnTo>
                  <a:pt x="386" y="578"/>
                </a:lnTo>
                <a:lnTo>
                  <a:pt x="393" y="593"/>
                </a:lnTo>
                <a:lnTo>
                  <a:pt x="398" y="630"/>
                </a:lnTo>
                <a:lnTo>
                  <a:pt x="396" y="662"/>
                </a:lnTo>
                <a:lnTo>
                  <a:pt x="396" y="664"/>
                </a:lnTo>
                <a:lnTo>
                  <a:pt x="368" y="664"/>
                </a:lnTo>
                <a:lnTo>
                  <a:pt x="340" y="670"/>
                </a:lnTo>
                <a:lnTo>
                  <a:pt x="320" y="685"/>
                </a:lnTo>
                <a:lnTo>
                  <a:pt x="292" y="711"/>
                </a:lnTo>
                <a:lnTo>
                  <a:pt x="273" y="712"/>
                </a:lnTo>
                <a:lnTo>
                  <a:pt x="254" y="707"/>
                </a:lnTo>
                <a:lnTo>
                  <a:pt x="234" y="697"/>
                </a:lnTo>
                <a:lnTo>
                  <a:pt x="222" y="681"/>
                </a:lnTo>
                <a:lnTo>
                  <a:pt x="210" y="659"/>
                </a:lnTo>
                <a:lnTo>
                  <a:pt x="199" y="630"/>
                </a:lnTo>
                <a:lnTo>
                  <a:pt x="186" y="602"/>
                </a:lnTo>
                <a:lnTo>
                  <a:pt x="160" y="578"/>
                </a:lnTo>
                <a:lnTo>
                  <a:pt x="137" y="570"/>
                </a:lnTo>
                <a:lnTo>
                  <a:pt x="110" y="570"/>
                </a:lnTo>
                <a:lnTo>
                  <a:pt x="56" y="570"/>
                </a:lnTo>
                <a:lnTo>
                  <a:pt x="38" y="570"/>
                </a:lnTo>
                <a:lnTo>
                  <a:pt x="38" y="571"/>
                </a:lnTo>
                <a:lnTo>
                  <a:pt x="38" y="566"/>
                </a:lnTo>
                <a:lnTo>
                  <a:pt x="38" y="538"/>
                </a:lnTo>
                <a:lnTo>
                  <a:pt x="33" y="514"/>
                </a:lnTo>
                <a:lnTo>
                  <a:pt x="29" y="483"/>
                </a:lnTo>
                <a:lnTo>
                  <a:pt x="21" y="466"/>
                </a:lnTo>
                <a:lnTo>
                  <a:pt x="6" y="448"/>
                </a:lnTo>
                <a:lnTo>
                  <a:pt x="0" y="424"/>
                </a:lnTo>
                <a:lnTo>
                  <a:pt x="0" y="410"/>
                </a:lnTo>
                <a:lnTo>
                  <a:pt x="3" y="396"/>
                </a:lnTo>
                <a:lnTo>
                  <a:pt x="21" y="369"/>
                </a:lnTo>
                <a:lnTo>
                  <a:pt x="38" y="336"/>
                </a:lnTo>
                <a:lnTo>
                  <a:pt x="54" y="302"/>
                </a:lnTo>
                <a:lnTo>
                  <a:pt x="65" y="261"/>
                </a:lnTo>
                <a:lnTo>
                  <a:pt x="67" y="231"/>
                </a:lnTo>
                <a:lnTo>
                  <a:pt x="64" y="217"/>
                </a:lnTo>
                <a:lnTo>
                  <a:pt x="62" y="204"/>
                </a:lnTo>
                <a:lnTo>
                  <a:pt x="53" y="186"/>
                </a:lnTo>
                <a:lnTo>
                  <a:pt x="33" y="170"/>
                </a:lnTo>
                <a:lnTo>
                  <a:pt x="32" y="175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42" name="Freeform 68"/>
          <p:cNvSpPr>
            <a:spLocks/>
          </p:cNvSpPr>
          <p:nvPr/>
        </p:nvSpPr>
        <p:spPr bwMode="auto">
          <a:xfrm rot="306148">
            <a:off x="4213287" y="4304278"/>
            <a:ext cx="57150" cy="155539"/>
          </a:xfrm>
          <a:custGeom>
            <a:avLst/>
            <a:gdLst/>
            <a:ahLst/>
            <a:cxnLst>
              <a:cxn ang="0">
                <a:pos x="63" y="444"/>
              </a:cxn>
              <a:cxn ang="0">
                <a:pos x="66" y="426"/>
              </a:cxn>
              <a:cxn ang="0">
                <a:pos x="72" y="410"/>
              </a:cxn>
              <a:cxn ang="0">
                <a:pos x="78" y="389"/>
              </a:cxn>
              <a:cxn ang="0">
                <a:pos x="86" y="336"/>
              </a:cxn>
              <a:cxn ang="0">
                <a:pos x="81" y="285"/>
              </a:cxn>
              <a:cxn ang="0">
                <a:pos x="73" y="262"/>
              </a:cxn>
              <a:cxn ang="0">
                <a:pos x="62" y="245"/>
              </a:cxn>
              <a:cxn ang="0">
                <a:pos x="50" y="233"/>
              </a:cxn>
              <a:cxn ang="0">
                <a:pos x="39" y="205"/>
              </a:cxn>
              <a:cxn ang="0">
                <a:pos x="33" y="187"/>
              </a:cxn>
              <a:cxn ang="0">
                <a:pos x="34" y="162"/>
              </a:cxn>
              <a:cxn ang="0">
                <a:pos x="41" y="139"/>
              </a:cxn>
              <a:cxn ang="0">
                <a:pos x="40" y="128"/>
              </a:cxn>
              <a:cxn ang="0">
                <a:pos x="37" y="106"/>
              </a:cxn>
              <a:cxn ang="0">
                <a:pos x="25" y="93"/>
              </a:cxn>
              <a:cxn ang="0">
                <a:pos x="0" y="72"/>
              </a:cxn>
              <a:cxn ang="0">
                <a:pos x="3" y="72"/>
              </a:cxn>
              <a:cxn ang="0">
                <a:pos x="14" y="71"/>
              </a:cxn>
              <a:cxn ang="0">
                <a:pos x="29" y="66"/>
              </a:cxn>
              <a:cxn ang="0">
                <a:pos x="39" y="53"/>
              </a:cxn>
              <a:cxn ang="0">
                <a:pos x="44" y="21"/>
              </a:cxn>
              <a:cxn ang="0">
                <a:pos x="55" y="8"/>
              </a:cxn>
              <a:cxn ang="0">
                <a:pos x="58" y="4"/>
              </a:cxn>
              <a:cxn ang="0">
                <a:pos x="78" y="4"/>
              </a:cxn>
              <a:cxn ang="0">
                <a:pos x="81" y="1"/>
              </a:cxn>
              <a:cxn ang="0">
                <a:pos x="97" y="0"/>
              </a:cxn>
              <a:cxn ang="0">
                <a:pos x="116" y="1"/>
              </a:cxn>
              <a:cxn ang="0">
                <a:pos x="133" y="7"/>
              </a:cxn>
              <a:cxn ang="0">
                <a:pos x="144" y="10"/>
              </a:cxn>
              <a:cxn ang="0">
                <a:pos x="140" y="7"/>
              </a:cxn>
              <a:cxn ang="0">
                <a:pos x="159" y="23"/>
              </a:cxn>
              <a:cxn ang="0">
                <a:pos x="168" y="41"/>
              </a:cxn>
              <a:cxn ang="0">
                <a:pos x="171" y="54"/>
              </a:cxn>
              <a:cxn ang="0">
                <a:pos x="174" y="68"/>
              </a:cxn>
              <a:cxn ang="0">
                <a:pos x="172" y="98"/>
              </a:cxn>
              <a:cxn ang="0">
                <a:pos x="160" y="139"/>
              </a:cxn>
              <a:cxn ang="0">
                <a:pos x="145" y="171"/>
              </a:cxn>
              <a:cxn ang="0">
                <a:pos x="127" y="206"/>
              </a:cxn>
              <a:cxn ang="0">
                <a:pos x="110" y="232"/>
              </a:cxn>
              <a:cxn ang="0">
                <a:pos x="105" y="247"/>
              </a:cxn>
              <a:cxn ang="0">
                <a:pos x="105" y="260"/>
              </a:cxn>
              <a:cxn ang="0">
                <a:pos x="113" y="285"/>
              </a:cxn>
              <a:cxn ang="0">
                <a:pos x="127" y="302"/>
              </a:cxn>
              <a:cxn ang="0">
                <a:pos x="136" y="319"/>
              </a:cxn>
              <a:cxn ang="0">
                <a:pos x="140" y="351"/>
              </a:cxn>
              <a:cxn ang="0">
                <a:pos x="145" y="374"/>
              </a:cxn>
              <a:cxn ang="0">
                <a:pos x="144" y="403"/>
              </a:cxn>
              <a:cxn ang="0">
                <a:pos x="144" y="408"/>
              </a:cxn>
              <a:cxn ang="0">
                <a:pos x="145" y="406"/>
              </a:cxn>
              <a:cxn ang="0">
                <a:pos x="130" y="412"/>
              </a:cxn>
              <a:cxn ang="0">
                <a:pos x="85" y="441"/>
              </a:cxn>
              <a:cxn ang="0">
                <a:pos x="72" y="445"/>
              </a:cxn>
              <a:cxn ang="0">
                <a:pos x="66" y="447"/>
              </a:cxn>
              <a:cxn ang="0">
                <a:pos x="63" y="444"/>
              </a:cxn>
            </a:cxnLst>
            <a:rect l="0" t="0" r="r" b="b"/>
            <a:pathLst>
              <a:path w="174" h="447">
                <a:moveTo>
                  <a:pt x="63" y="444"/>
                </a:moveTo>
                <a:lnTo>
                  <a:pt x="66" y="426"/>
                </a:lnTo>
                <a:lnTo>
                  <a:pt x="72" y="410"/>
                </a:lnTo>
                <a:lnTo>
                  <a:pt x="78" y="389"/>
                </a:lnTo>
                <a:lnTo>
                  <a:pt x="86" y="336"/>
                </a:lnTo>
                <a:lnTo>
                  <a:pt x="81" y="285"/>
                </a:lnTo>
                <a:lnTo>
                  <a:pt x="73" y="262"/>
                </a:lnTo>
                <a:lnTo>
                  <a:pt x="62" y="245"/>
                </a:lnTo>
                <a:lnTo>
                  <a:pt x="50" y="233"/>
                </a:lnTo>
                <a:lnTo>
                  <a:pt x="39" y="205"/>
                </a:lnTo>
                <a:lnTo>
                  <a:pt x="33" y="187"/>
                </a:lnTo>
                <a:lnTo>
                  <a:pt x="34" y="162"/>
                </a:lnTo>
                <a:lnTo>
                  <a:pt x="41" y="139"/>
                </a:lnTo>
                <a:lnTo>
                  <a:pt x="40" y="128"/>
                </a:lnTo>
                <a:lnTo>
                  <a:pt x="37" y="106"/>
                </a:lnTo>
                <a:lnTo>
                  <a:pt x="25" y="93"/>
                </a:lnTo>
                <a:lnTo>
                  <a:pt x="0" y="72"/>
                </a:lnTo>
                <a:lnTo>
                  <a:pt x="3" y="72"/>
                </a:lnTo>
                <a:lnTo>
                  <a:pt x="14" y="71"/>
                </a:lnTo>
                <a:lnTo>
                  <a:pt x="29" y="66"/>
                </a:lnTo>
                <a:lnTo>
                  <a:pt x="39" y="53"/>
                </a:lnTo>
                <a:lnTo>
                  <a:pt x="44" y="21"/>
                </a:lnTo>
                <a:lnTo>
                  <a:pt x="55" y="8"/>
                </a:lnTo>
                <a:lnTo>
                  <a:pt x="58" y="4"/>
                </a:lnTo>
                <a:lnTo>
                  <a:pt x="78" y="4"/>
                </a:lnTo>
                <a:lnTo>
                  <a:pt x="81" y="1"/>
                </a:lnTo>
                <a:lnTo>
                  <a:pt x="97" y="0"/>
                </a:lnTo>
                <a:lnTo>
                  <a:pt x="116" y="1"/>
                </a:lnTo>
                <a:lnTo>
                  <a:pt x="133" y="7"/>
                </a:lnTo>
                <a:lnTo>
                  <a:pt x="144" y="10"/>
                </a:lnTo>
                <a:lnTo>
                  <a:pt x="140" y="7"/>
                </a:lnTo>
                <a:lnTo>
                  <a:pt x="159" y="23"/>
                </a:lnTo>
                <a:lnTo>
                  <a:pt x="168" y="41"/>
                </a:lnTo>
                <a:lnTo>
                  <a:pt x="171" y="54"/>
                </a:lnTo>
                <a:lnTo>
                  <a:pt x="174" y="68"/>
                </a:lnTo>
                <a:lnTo>
                  <a:pt x="172" y="98"/>
                </a:lnTo>
                <a:lnTo>
                  <a:pt x="160" y="139"/>
                </a:lnTo>
                <a:lnTo>
                  <a:pt x="145" y="171"/>
                </a:lnTo>
                <a:lnTo>
                  <a:pt x="127" y="206"/>
                </a:lnTo>
                <a:lnTo>
                  <a:pt x="110" y="232"/>
                </a:lnTo>
                <a:lnTo>
                  <a:pt x="105" y="247"/>
                </a:lnTo>
                <a:lnTo>
                  <a:pt x="105" y="260"/>
                </a:lnTo>
                <a:lnTo>
                  <a:pt x="113" y="285"/>
                </a:lnTo>
                <a:lnTo>
                  <a:pt x="127" y="302"/>
                </a:lnTo>
                <a:lnTo>
                  <a:pt x="136" y="319"/>
                </a:lnTo>
                <a:lnTo>
                  <a:pt x="140" y="351"/>
                </a:lnTo>
                <a:lnTo>
                  <a:pt x="145" y="374"/>
                </a:lnTo>
                <a:lnTo>
                  <a:pt x="144" y="403"/>
                </a:lnTo>
                <a:lnTo>
                  <a:pt x="144" y="408"/>
                </a:lnTo>
                <a:lnTo>
                  <a:pt x="145" y="406"/>
                </a:lnTo>
                <a:lnTo>
                  <a:pt x="130" y="412"/>
                </a:lnTo>
                <a:lnTo>
                  <a:pt x="85" y="441"/>
                </a:lnTo>
                <a:lnTo>
                  <a:pt x="72" y="445"/>
                </a:lnTo>
                <a:lnTo>
                  <a:pt x="66" y="447"/>
                </a:lnTo>
                <a:lnTo>
                  <a:pt x="63" y="444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43" name="Freeform 69"/>
          <p:cNvSpPr>
            <a:spLocks/>
          </p:cNvSpPr>
          <p:nvPr/>
        </p:nvSpPr>
        <p:spPr bwMode="auto">
          <a:xfrm rot="306148">
            <a:off x="4184713" y="4326497"/>
            <a:ext cx="55563" cy="133319"/>
          </a:xfrm>
          <a:custGeom>
            <a:avLst/>
            <a:gdLst/>
            <a:ahLst/>
            <a:cxnLst>
              <a:cxn ang="0">
                <a:pos x="0" y="23"/>
              </a:cxn>
              <a:cxn ang="0">
                <a:pos x="36" y="9"/>
              </a:cxn>
              <a:cxn ang="0">
                <a:pos x="66" y="3"/>
              </a:cxn>
              <a:cxn ang="0">
                <a:pos x="83" y="3"/>
              </a:cxn>
              <a:cxn ang="0">
                <a:pos x="83" y="0"/>
              </a:cxn>
              <a:cxn ang="0">
                <a:pos x="106" y="22"/>
              </a:cxn>
              <a:cxn ang="0">
                <a:pos x="118" y="34"/>
              </a:cxn>
              <a:cxn ang="0">
                <a:pos x="122" y="57"/>
              </a:cxn>
              <a:cxn ang="0">
                <a:pos x="123" y="68"/>
              </a:cxn>
              <a:cxn ang="0">
                <a:pos x="116" y="91"/>
              </a:cxn>
              <a:cxn ang="0">
                <a:pos x="114" y="115"/>
              </a:cxn>
              <a:cxn ang="0">
                <a:pos x="120" y="134"/>
              </a:cxn>
              <a:cxn ang="0">
                <a:pos x="132" y="162"/>
              </a:cxn>
              <a:cxn ang="0">
                <a:pos x="143" y="174"/>
              </a:cxn>
              <a:cxn ang="0">
                <a:pos x="155" y="191"/>
              </a:cxn>
              <a:cxn ang="0">
                <a:pos x="163" y="213"/>
              </a:cxn>
              <a:cxn ang="0">
                <a:pos x="168" y="265"/>
              </a:cxn>
              <a:cxn ang="0">
                <a:pos x="159" y="318"/>
              </a:cxn>
              <a:cxn ang="0">
                <a:pos x="152" y="338"/>
              </a:cxn>
              <a:cxn ang="0">
                <a:pos x="147" y="354"/>
              </a:cxn>
              <a:cxn ang="0">
                <a:pos x="145" y="373"/>
              </a:cxn>
              <a:cxn ang="0">
                <a:pos x="147" y="376"/>
              </a:cxn>
              <a:cxn ang="0">
                <a:pos x="122" y="384"/>
              </a:cxn>
              <a:cxn ang="0">
                <a:pos x="92" y="387"/>
              </a:cxn>
              <a:cxn ang="0">
                <a:pos x="91" y="387"/>
              </a:cxn>
              <a:cxn ang="0">
                <a:pos x="45" y="318"/>
              </a:cxn>
              <a:cxn ang="0">
                <a:pos x="36" y="303"/>
              </a:cxn>
              <a:cxn ang="0">
                <a:pos x="36" y="287"/>
              </a:cxn>
              <a:cxn ang="0">
                <a:pos x="46" y="261"/>
              </a:cxn>
              <a:cxn ang="0">
                <a:pos x="65" y="236"/>
              </a:cxn>
              <a:cxn ang="0">
                <a:pos x="71" y="223"/>
              </a:cxn>
              <a:cxn ang="0">
                <a:pos x="74" y="217"/>
              </a:cxn>
              <a:cxn ang="0">
                <a:pos x="71" y="197"/>
              </a:cxn>
              <a:cxn ang="0">
                <a:pos x="62" y="191"/>
              </a:cxn>
              <a:cxn ang="0">
                <a:pos x="40" y="200"/>
              </a:cxn>
              <a:cxn ang="0">
                <a:pos x="24" y="196"/>
              </a:cxn>
              <a:cxn ang="0">
                <a:pos x="16" y="186"/>
              </a:cxn>
              <a:cxn ang="0">
                <a:pos x="13" y="169"/>
              </a:cxn>
              <a:cxn ang="0">
                <a:pos x="16" y="144"/>
              </a:cxn>
              <a:cxn ang="0">
                <a:pos x="19" y="136"/>
              </a:cxn>
              <a:cxn ang="0">
                <a:pos x="19" y="130"/>
              </a:cxn>
              <a:cxn ang="0">
                <a:pos x="36" y="98"/>
              </a:cxn>
              <a:cxn ang="0">
                <a:pos x="42" y="73"/>
              </a:cxn>
              <a:cxn ang="0">
                <a:pos x="36" y="58"/>
              </a:cxn>
              <a:cxn ang="0">
                <a:pos x="35" y="52"/>
              </a:cxn>
              <a:cxn ang="0">
                <a:pos x="23" y="39"/>
              </a:cxn>
              <a:cxn ang="0">
                <a:pos x="11" y="31"/>
              </a:cxn>
              <a:cxn ang="0">
                <a:pos x="1" y="22"/>
              </a:cxn>
              <a:cxn ang="0">
                <a:pos x="0" y="23"/>
              </a:cxn>
            </a:cxnLst>
            <a:rect l="0" t="0" r="r" b="b"/>
            <a:pathLst>
              <a:path w="168" h="387">
                <a:moveTo>
                  <a:pt x="0" y="23"/>
                </a:moveTo>
                <a:lnTo>
                  <a:pt x="36" y="9"/>
                </a:lnTo>
                <a:lnTo>
                  <a:pt x="66" y="3"/>
                </a:lnTo>
                <a:lnTo>
                  <a:pt x="83" y="3"/>
                </a:lnTo>
                <a:lnTo>
                  <a:pt x="83" y="0"/>
                </a:lnTo>
                <a:lnTo>
                  <a:pt x="106" y="22"/>
                </a:lnTo>
                <a:lnTo>
                  <a:pt x="118" y="34"/>
                </a:lnTo>
                <a:lnTo>
                  <a:pt x="122" y="57"/>
                </a:lnTo>
                <a:lnTo>
                  <a:pt x="123" y="68"/>
                </a:lnTo>
                <a:lnTo>
                  <a:pt x="116" y="91"/>
                </a:lnTo>
                <a:lnTo>
                  <a:pt x="114" y="115"/>
                </a:lnTo>
                <a:lnTo>
                  <a:pt x="120" y="134"/>
                </a:lnTo>
                <a:lnTo>
                  <a:pt x="132" y="162"/>
                </a:lnTo>
                <a:lnTo>
                  <a:pt x="143" y="174"/>
                </a:lnTo>
                <a:lnTo>
                  <a:pt x="155" y="191"/>
                </a:lnTo>
                <a:lnTo>
                  <a:pt x="163" y="213"/>
                </a:lnTo>
                <a:lnTo>
                  <a:pt x="168" y="265"/>
                </a:lnTo>
                <a:lnTo>
                  <a:pt x="159" y="318"/>
                </a:lnTo>
                <a:lnTo>
                  <a:pt x="152" y="338"/>
                </a:lnTo>
                <a:lnTo>
                  <a:pt x="147" y="354"/>
                </a:lnTo>
                <a:lnTo>
                  <a:pt x="145" y="373"/>
                </a:lnTo>
                <a:lnTo>
                  <a:pt x="147" y="376"/>
                </a:lnTo>
                <a:lnTo>
                  <a:pt x="122" y="384"/>
                </a:lnTo>
                <a:lnTo>
                  <a:pt x="92" y="387"/>
                </a:lnTo>
                <a:lnTo>
                  <a:pt x="91" y="387"/>
                </a:lnTo>
                <a:lnTo>
                  <a:pt x="45" y="318"/>
                </a:lnTo>
                <a:lnTo>
                  <a:pt x="36" y="303"/>
                </a:lnTo>
                <a:lnTo>
                  <a:pt x="36" y="287"/>
                </a:lnTo>
                <a:lnTo>
                  <a:pt x="46" y="261"/>
                </a:lnTo>
                <a:lnTo>
                  <a:pt x="65" y="236"/>
                </a:lnTo>
                <a:lnTo>
                  <a:pt x="71" y="223"/>
                </a:lnTo>
                <a:lnTo>
                  <a:pt x="74" y="217"/>
                </a:lnTo>
                <a:lnTo>
                  <a:pt x="71" y="197"/>
                </a:lnTo>
                <a:lnTo>
                  <a:pt x="62" y="191"/>
                </a:lnTo>
                <a:lnTo>
                  <a:pt x="40" y="200"/>
                </a:lnTo>
                <a:lnTo>
                  <a:pt x="24" y="196"/>
                </a:lnTo>
                <a:lnTo>
                  <a:pt x="16" y="186"/>
                </a:lnTo>
                <a:lnTo>
                  <a:pt x="13" y="169"/>
                </a:lnTo>
                <a:lnTo>
                  <a:pt x="16" y="144"/>
                </a:lnTo>
                <a:lnTo>
                  <a:pt x="19" y="136"/>
                </a:lnTo>
                <a:lnTo>
                  <a:pt x="19" y="130"/>
                </a:lnTo>
                <a:lnTo>
                  <a:pt x="36" y="98"/>
                </a:lnTo>
                <a:lnTo>
                  <a:pt x="42" y="73"/>
                </a:lnTo>
                <a:lnTo>
                  <a:pt x="36" y="58"/>
                </a:lnTo>
                <a:lnTo>
                  <a:pt x="35" y="52"/>
                </a:lnTo>
                <a:lnTo>
                  <a:pt x="23" y="39"/>
                </a:lnTo>
                <a:lnTo>
                  <a:pt x="11" y="31"/>
                </a:lnTo>
                <a:lnTo>
                  <a:pt x="1" y="22"/>
                </a:lnTo>
                <a:lnTo>
                  <a:pt x="0" y="23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44" name="Freeform 70"/>
          <p:cNvSpPr>
            <a:spLocks/>
          </p:cNvSpPr>
          <p:nvPr/>
        </p:nvSpPr>
        <p:spPr bwMode="auto">
          <a:xfrm rot="306148">
            <a:off x="4118037" y="4328084"/>
            <a:ext cx="95250" cy="158713"/>
          </a:xfrm>
          <a:custGeom>
            <a:avLst/>
            <a:gdLst/>
            <a:ahLst/>
            <a:cxnLst>
              <a:cxn ang="0">
                <a:pos x="262" y="377"/>
              </a:cxn>
              <a:cxn ang="0">
                <a:pos x="216" y="387"/>
              </a:cxn>
              <a:cxn ang="0">
                <a:pos x="158" y="415"/>
              </a:cxn>
              <a:cxn ang="0">
                <a:pos x="130" y="448"/>
              </a:cxn>
              <a:cxn ang="0">
                <a:pos x="107" y="456"/>
              </a:cxn>
              <a:cxn ang="0">
                <a:pos x="101" y="428"/>
              </a:cxn>
              <a:cxn ang="0">
                <a:pos x="58" y="389"/>
              </a:cxn>
              <a:cxn ang="0">
                <a:pos x="19" y="349"/>
              </a:cxn>
              <a:cxn ang="0">
                <a:pos x="1" y="294"/>
              </a:cxn>
              <a:cxn ang="0">
                <a:pos x="5" y="247"/>
              </a:cxn>
              <a:cxn ang="0">
                <a:pos x="30" y="198"/>
              </a:cxn>
              <a:cxn ang="0">
                <a:pos x="34" y="159"/>
              </a:cxn>
              <a:cxn ang="0">
                <a:pos x="28" y="115"/>
              </a:cxn>
              <a:cxn ang="0">
                <a:pos x="25" y="100"/>
              </a:cxn>
              <a:cxn ang="0">
                <a:pos x="6" y="65"/>
              </a:cxn>
              <a:cxn ang="0">
                <a:pos x="5" y="25"/>
              </a:cxn>
              <a:cxn ang="0">
                <a:pos x="24" y="2"/>
              </a:cxn>
              <a:cxn ang="0">
                <a:pos x="49" y="0"/>
              </a:cxn>
              <a:cxn ang="0">
                <a:pos x="98" y="10"/>
              </a:cxn>
              <a:cxn ang="0">
                <a:pos x="136" y="18"/>
              </a:cxn>
              <a:cxn ang="0">
                <a:pos x="175" y="10"/>
              </a:cxn>
              <a:cxn ang="0">
                <a:pos x="207" y="16"/>
              </a:cxn>
              <a:cxn ang="0">
                <a:pos x="232" y="37"/>
              </a:cxn>
              <a:cxn ang="0">
                <a:pos x="240" y="58"/>
              </a:cxn>
              <a:cxn ang="0">
                <a:pos x="217" y="115"/>
              </a:cxn>
              <a:cxn ang="0">
                <a:pos x="212" y="129"/>
              </a:cxn>
              <a:cxn ang="0">
                <a:pos x="212" y="171"/>
              </a:cxn>
              <a:cxn ang="0">
                <a:pos x="236" y="185"/>
              </a:cxn>
              <a:cxn ang="0">
                <a:pos x="268" y="182"/>
              </a:cxn>
              <a:cxn ang="0">
                <a:pos x="268" y="208"/>
              </a:cxn>
              <a:cxn ang="0">
                <a:pos x="243" y="247"/>
              </a:cxn>
              <a:cxn ang="0">
                <a:pos x="234" y="288"/>
              </a:cxn>
              <a:cxn ang="0">
                <a:pos x="290" y="372"/>
              </a:cxn>
            </a:cxnLst>
            <a:rect l="0" t="0" r="r" b="b"/>
            <a:pathLst>
              <a:path w="291" h="456">
                <a:moveTo>
                  <a:pt x="291" y="372"/>
                </a:moveTo>
                <a:lnTo>
                  <a:pt x="262" y="377"/>
                </a:lnTo>
                <a:lnTo>
                  <a:pt x="241" y="381"/>
                </a:lnTo>
                <a:lnTo>
                  <a:pt x="216" y="387"/>
                </a:lnTo>
                <a:lnTo>
                  <a:pt x="181" y="398"/>
                </a:lnTo>
                <a:lnTo>
                  <a:pt x="158" y="415"/>
                </a:lnTo>
                <a:lnTo>
                  <a:pt x="146" y="428"/>
                </a:lnTo>
                <a:lnTo>
                  <a:pt x="130" y="448"/>
                </a:lnTo>
                <a:lnTo>
                  <a:pt x="112" y="456"/>
                </a:lnTo>
                <a:lnTo>
                  <a:pt x="107" y="456"/>
                </a:lnTo>
                <a:lnTo>
                  <a:pt x="105" y="442"/>
                </a:lnTo>
                <a:lnTo>
                  <a:pt x="101" y="428"/>
                </a:lnTo>
                <a:lnTo>
                  <a:pt x="78" y="404"/>
                </a:lnTo>
                <a:lnTo>
                  <a:pt x="58" y="389"/>
                </a:lnTo>
                <a:lnTo>
                  <a:pt x="38" y="372"/>
                </a:lnTo>
                <a:lnTo>
                  <a:pt x="19" y="349"/>
                </a:lnTo>
                <a:lnTo>
                  <a:pt x="8" y="325"/>
                </a:lnTo>
                <a:lnTo>
                  <a:pt x="1" y="294"/>
                </a:lnTo>
                <a:lnTo>
                  <a:pt x="0" y="263"/>
                </a:lnTo>
                <a:lnTo>
                  <a:pt x="5" y="247"/>
                </a:lnTo>
                <a:lnTo>
                  <a:pt x="15" y="224"/>
                </a:lnTo>
                <a:lnTo>
                  <a:pt x="30" y="198"/>
                </a:lnTo>
                <a:lnTo>
                  <a:pt x="34" y="179"/>
                </a:lnTo>
                <a:lnTo>
                  <a:pt x="34" y="159"/>
                </a:lnTo>
                <a:lnTo>
                  <a:pt x="34" y="139"/>
                </a:lnTo>
                <a:lnTo>
                  <a:pt x="28" y="115"/>
                </a:lnTo>
                <a:lnTo>
                  <a:pt x="25" y="118"/>
                </a:lnTo>
                <a:lnTo>
                  <a:pt x="25" y="100"/>
                </a:lnTo>
                <a:lnTo>
                  <a:pt x="21" y="81"/>
                </a:lnTo>
                <a:lnTo>
                  <a:pt x="6" y="65"/>
                </a:lnTo>
                <a:lnTo>
                  <a:pt x="2" y="37"/>
                </a:lnTo>
                <a:lnTo>
                  <a:pt x="5" y="25"/>
                </a:lnTo>
                <a:lnTo>
                  <a:pt x="12" y="8"/>
                </a:lnTo>
                <a:lnTo>
                  <a:pt x="24" y="2"/>
                </a:lnTo>
                <a:lnTo>
                  <a:pt x="31" y="2"/>
                </a:lnTo>
                <a:lnTo>
                  <a:pt x="49" y="0"/>
                </a:lnTo>
                <a:lnTo>
                  <a:pt x="71" y="4"/>
                </a:lnTo>
                <a:lnTo>
                  <a:pt x="98" y="10"/>
                </a:lnTo>
                <a:lnTo>
                  <a:pt x="119" y="17"/>
                </a:lnTo>
                <a:lnTo>
                  <a:pt x="136" y="18"/>
                </a:lnTo>
                <a:lnTo>
                  <a:pt x="151" y="17"/>
                </a:lnTo>
                <a:lnTo>
                  <a:pt x="175" y="10"/>
                </a:lnTo>
                <a:lnTo>
                  <a:pt x="199" y="7"/>
                </a:lnTo>
                <a:lnTo>
                  <a:pt x="207" y="16"/>
                </a:lnTo>
                <a:lnTo>
                  <a:pt x="220" y="24"/>
                </a:lnTo>
                <a:lnTo>
                  <a:pt x="232" y="37"/>
                </a:lnTo>
                <a:lnTo>
                  <a:pt x="234" y="43"/>
                </a:lnTo>
                <a:lnTo>
                  <a:pt x="240" y="58"/>
                </a:lnTo>
                <a:lnTo>
                  <a:pt x="234" y="84"/>
                </a:lnTo>
                <a:lnTo>
                  <a:pt x="217" y="115"/>
                </a:lnTo>
                <a:lnTo>
                  <a:pt x="217" y="121"/>
                </a:lnTo>
                <a:lnTo>
                  <a:pt x="212" y="129"/>
                </a:lnTo>
                <a:lnTo>
                  <a:pt x="210" y="154"/>
                </a:lnTo>
                <a:lnTo>
                  <a:pt x="212" y="171"/>
                </a:lnTo>
                <a:lnTo>
                  <a:pt x="221" y="182"/>
                </a:lnTo>
                <a:lnTo>
                  <a:pt x="236" y="185"/>
                </a:lnTo>
                <a:lnTo>
                  <a:pt x="259" y="176"/>
                </a:lnTo>
                <a:lnTo>
                  <a:pt x="268" y="182"/>
                </a:lnTo>
                <a:lnTo>
                  <a:pt x="271" y="202"/>
                </a:lnTo>
                <a:lnTo>
                  <a:pt x="268" y="208"/>
                </a:lnTo>
                <a:lnTo>
                  <a:pt x="262" y="221"/>
                </a:lnTo>
                <a:lnTo>
                  <a:pt x="243" y="247"/>
                </a:lnTo>
                <a:lnTo>
                  <a:pt x="234" y="272"/>
                </a:lnTo>
                <a:lnTo>
                  <a:pt x="234" y="288"/>
                </a:lnTo>
                <a:lnTo>
                  <a:pt x="241" y="303"/>
                </a:lnTo>
                <a:lnTo>
                  <a:pt x="290" y="372"/>
                </a:lnTo>
                <a:lnTo>
                  <a:pt x="291" y="372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45" name="Freeform 71"/>
          <p:cNvSpPr>
            <a:spLocks/>
          </p:cNvSpPr>
          <p:nvPr/>
        </p:nvSpPr>
        <p:spPr bwMode="auto">
          <a:xfrm rot="306148">
            <a:off x="3992626" y="4334432"/>
            <a:ext cx="161925" cy="160301"/>
          </a:xfrm>
          <a:custGeom>
            <a:avLst/>
            <a:gdLst/>
            <a:ahLst/>
            <a:cxnLst>
              <a:cxn ang="0">
                <a:pos x="481" y="415"/>
              </a:cxn>
              <a:cxn ang="0">
                <a:pos x="425" y="396"/>
              </a:cxn>
              <a:cxn ang="0">
                <a:pos x="343" y="387"/>
              </a:cxn>
              <a:cxn ang="0">
                <a:pos x="255" y="393"/>
              </a:cxn>
              <a:cxn ang="0">
                <a:pos x="221" y="404"/>
              </a:cxn>
              <a:cxn ang="0">
                <a:pos x="204" y="426"/>
              </a:cxn>
              <a:cxn ang="0">
                <a:pos x="179" y="457"/>
              </a:cxn>
              <a:cxn ang="0">
                <a:pos x="149" y="467"/>
              </a:cxn>
              <a:cxn ang="0">
                <a:pos x="108" y="463"/>
              </a:cxn>
              <a:cxn ang="0">
                <a:pos x="78" y="447"/>
              </a:cxn>
              <a:cxn ang="0">
                <a:pos x="76" y="444"/>
              </a:cxn>
              <a:cxn ang="0">
                <a:pos x="82" y="394"/>
              </a:cxn>
              <a:cxn ang="0">
                <a:pos x="81" y="365"/>
              </a:cxn>
              <a:cxn ang="0">
                <a:pos x="35" y="356"/>
              </a:cxn>
              <a:cxn ang="0">
                <a:pos x="17" y="330"/>
              </a:cxn>
              <a:cxn ang="0">
                <a:pos x="29" y="295"/>
              </a:cxn>
              <a:cxn ang="0">
                <a:pos x="34" y="270"/>
              </a:cxn>
              <a:cxn ang="0">
                <a:pos x="24" y="230"/>
              </a:cxn>
              <a:cxn ang="0">
                <a:pos x="6" y="224"/>
              </a:cxn>
              <a:cxn ang="0">
                <a:pos x="0" y="220"/>
              </a:cxn>
              <a:cxn ang="0">
                <a:pos x="0" y="204"/>
              </a:cxn>
              <a:cxn ang="0">
                <a:pos x="17" y="195"/>
              </a:cxn>
              <a:cxn ang="0">
                <a:pos x="29" y="194"/>
              </a:cxn>
              <a:cxn ang="0">
                <a:pos x="44" y="185"/>
              </a:cxn>
              <a:cxn ang="0">
                <a:pos x="44" y="147"/>
              </a:cxn>
              <a:cxn ang="0">
                <a:pos x="40" y="100"/>
              </a:cxn>
              <a:cxn ang="0">
                <a:pos x="32" y="27"/>
              </a:cxn>
              <a:cxn ang="0">
                <a:pos x="86" y="13"/>
              </a:cxn>
              <a:cxn ang="0">
                <a:pos x="146" y="7"/>
              </a:cxn>
              <a:cxn ang="0">
                <a:pos x="169" y="0"/>
              </a:cxn>
              <a:cxn ang="0">
                <a:pos x="179" y="33"/>
              </a:cxn>
              <a:cxn ang="0">
                <a:pos x="203" y="56"/>
              </a:cxn>
              <a:cxn ang="0">
                <a:pos x="267" y="72"/>
              </a:cxn>
              <a:cxn ang="0">
                <a:pos x="334" y="56"/>
              </a:cxn>
              <a:cxn ang="0">
                <a:pos x="387" y="65"/>
              </a:cxn>
              <a:cxn ang="0">
                <a:pos x="421" y="100"/>
              </a:cxn>
              <a:cxn ang="0">
                <a:pos x="421" y="140"/>
              </a:cxn>
              <a:cxn ang="0">
                <a:pos x="402" y="185"/>
              </a:cxn>
              <a:cxn ang="0">
                <a:pos x="387" y="224"/>
              </a:cxn>
              <a:cxn ang="0">
                <a:pos x="395" y="286"/>
              </a:cxn>
              <a:cxn ang="0">
                <a:pos x="425" y="333"/>
              </a:cxn>
              <a:cxn ang="0">
                <a:pos x="465" y="365"/>
              </a:cxn>
              <a:cxn ang="0">
                <a:pos x="492" y="403"/>
              </a:cxn>
              <a:cxn ang="0">
                <a:pos x="499" y="417"/>
              </a:cxn>
            </a:cxnLst>
            <a:rect l="0" t="0" r="r" b="b"/>
            <a:pathLst>
              <a:path w="499" h="467">
                <a:moveTo>
                  <a:pt x="499" y="417"/>
                </a:moveTo>
                <a:lnTo>
                  <a:pt x="481" y="415"/>
                </a:lnTo>
                <a:lnTo>
                  <a:pt x="453" y="404"/>
                </a:lnTo>
                <a:lnTo>
                  <a:pt x="425" y="396"/>
                </a:lnTo>
                <a:lnTo>
                  <a:pt x="399" y="393"/>
                </a:lnTo>
                <a:lnTo>
                  <a:pt x="343" y="387"/>
                </a:lnTo>
                <a:lnTo>
                  <a:pt x="297" y="386"/>
                </a:lnTo>
                <a:lnTo>
                  <a:pt x="255" y="393"/>
                </a:lnTo>
                <a:lnTo>
                  <a:pt x="230" y="400"/>
                </a:lnTo>
                <a:lnTo>
                  <a:pt x="221" y="404"/>
                </a:lnTo>
                <a:lnTo>
                  <a:pt x="214" y="410"/>
                </a:lnTo>
                <a:lnTo>
                  <a:pt x="204" y="426"/>
                </a:lnTo>
                <a:lnTo>
                  <a:pt x="197" y="443"/>
                </a:lnTo>
                <a:lnTo>
                  <a:pt x="179" y="457"/>
                </a:lnTo>
                <a:lnTo>
                  <a:pt x="165" y="463"/>
                </a:lnTo>
                <a:lnTo>
                  <a:pt x="149" y="467"/>
                </a:lnTo>
                <a:lnTo>
                  <a:pt x="131" y="467"/>
                </a:lnTo>
                <a:lnTo>
                  <a:pt x="108" y="463"/>
                </a:lnTo>
                <a:lnTo>
                  <a:pt x="93" y="457"/>
                </a:lnTo>
                <a:lnTo>
                  <a:pt x="78" y="447"/>
                </a:lnTo>
                <a:lnTo>
                  <a:pt x="76" y="443"/>
                </a:lnTo>
                <a:lnTo>
                  <a:pt x="76" y="444"/>
                </a:lnTo>
                <a:lnTo>
                  <a:pt x="80" y="428"/>
                </a:lnTo>
                <a:lnTo>
                  <a:pt x="82" y="394"/>
                </a:lnTo>
                <a:lnTo>
                  <a:pt x="82" y="383"/>
                </a:lnTo>
                <a:lnTo>
                  <a:pt x="81" y="365"/>
                </a:lnTo>
                <a:lnTo>
                  <a:pt x="73" y="347"/>
                </a:lnTo>
                <a:lnTo>
                  <a:pt x="35" y="356"/>
                </a:lnTo>
                <a:lnTo>
                  <a:pt x="20" y="347"/>
                </a:lnTo>
                <a:lnTo>
                  <a:pt x="17" y="330"/>
                </a:lnTo>
                <a:lnTo>
                  <a:pt x="18" y="313"/>
                </a:lnTo>
                <a:lnTo>
                  <a:pt x="29" y="295"/>
                </a:lnTo>
                <a:lnTo>
                  <a:pt x="34" y="277"/>
                </a:lnTo>
                <a:lnTo>
                  <a:pt x="34" y="270"/>
                </a:lnTo>
                <a:lnTo>
                  <a:pt x="33" y="254"/>
                </a:lnTo>
                <a:lnTo>
                  <a:pt x="24" y="230"/>
                </a:lnTo>
                <a:lnTo>
                  <a:pt x="17" y="225"/>
                </a:lnTo>
                <a:lnTo>
                  <a:pt x="6" y="224"/>
                </a:lnTo>
                <a:lnTo>
                  <a:pt x="6" y="225"/>
                </a:lnTo>
                <a:lnTo>
                  <a:pt x="0" y="220"/>
                </a:lnTo>
                <a:lnTo>
                  <a:pt x="0" y="214"/>
                </a:lnTo>
                <a:lnTo>
                  <a:pt x="0" y="204"/>
                </a:lnTo>
                <a:lnTo>
                  <a:pt x="6" y="201"/>
                </a:lnTo>
                <a:lnTo>
                  <a:pt x="17" y="195"/>
                </a:lnTo>
                <a:lnTo>
                  <a:pt x="23" y="194"/>
                </a:lnTo>
                <a:lnTo>
                  <a:pt x="29" y="194"/>
                </a:lnTo>
                <a:lnTo>
                  <a:pt x="36" y="190"/>
                </a:lnTo>
                <a:lnTo>
                  <a:pt x="44" y="185"/>
                </a:lnTo>
                <a:lnTo>
                  <a:pt x="45" y="178"/>
                </a:lnTo>
                <a:lnTo>
                  <a:pt x="44" y="147"/>
                </a:lnTo>
                <a:lnTo>
                  <a:pt x="45" y="123"/>
                </a:lnTo>
                <a:lnTo>
                  <a:pt x="40" y="100"/>
                </a:lnTo>
                <a:lnTo>
                  <a:pt x="36" y="54"/>
                </a:lnTo>
                <a:lnTo>
                  <a:pt x="32" y="27"/>
                </a:lnTo>
                <a:lnTo>
                  <a:pt x="67" y="18"/>
                </a:lnTo>
                <a:lnTo>
                  <a:pt x="86" y="13"/>
                </a:lnTo>
                <a:lnTo>
                  <a:pt x="117" y="9"/>
                </a:lnTo>
                <a:lnTo>
                  <a:pt x="146" y="7"/>
                </a:lnTo>
                <a:lnTo>
                  <a:pt x="167" y="2"/>
                </a:lnTo>
                <a:lnTo>
                  <a:pt x="169" y="0"/>
                </a:lnTo>
                <a:lnTo>
                  <a:pt x="174" y="19"/>
                </a:lnTo>
                <a:lnTo>
                  <a:pt x="179" y="33"/>
                </a:lnTo>
                <a:lnTo>
                  <a:pt x="192" y="49"/>
                </a:lnTo>
                <a:lnTo>
                  <a:pt x="203" y="56"/>
                </a:lnTo>
                <a:lnTo>
                  <a:pt x="222" y="67"/>
                </a:lnTo>
                <a:lnTo>
                  <a:pt x="267" y="72"/>
                </a:lnTo>
                <a:lnTo>
                  <a:pt x="307" y="64"/>
                </a:lnTo>
                <a:lnTo>
                  <a:pt x="334" y="56"/>
                </a:lnTo>
                <a:lnTo>
                  <a:pt x="363" y="56"/>
                </a:lnTo>
                <a:lnTo>
                  <a:pt x="387" y="65"/>
                </a:lnTo>
                <a:lnTo>
                  <a:pt x="415" y="76"/>
                </a:lnTo>
                <a:lnTo>
                  <a:pt x="421" y="100"/>
                </a:lnTo>
                <a:lnTo>
                  <a:pt x="421" y="120"/>
                </a:lnTo>
                <a:lnTo>
                  <a:pt x="421" y="140"/>
                </a:lnTo>
                <a:lnTo>
                  <a:pt x="417" y="159"/>
                </a:lnTo>
                <a:lnTo>
                  <a:pt x="402" y="185"/>
                </a:lnTo>
                <a:lnTo>
                  <a:pt x="392" y="208"/>
                </a:lnTo>
                <a:lnTo>
                  <a:pt x="387" y="224"/>
                </a:lnTo>
                <a:lnTo>
                  <a:pt x="388" y="255"/>
                </a:lnTo>
                <a:lnTo>
                  <a:pt x="395" y="286"/>
                </a:lnTo>
                <a:lnTo>
                  <a:pt x="406" y="310"/>
                </a:lnTo>
                <a:lnTo>
                  <a:pt x="425" y="333"/>
                </a:lnTo>
                <a:lnTo>
                  <a:pt x="445" y="350"/>
                </a:lnTo>
                <a:lnTo>
                  <a:pt x="465" y="365"/>
                </a:lnTo>
                <a:lnTo>
                  <a:pt x="488" y="389"/>
                </a:lnTo>
                <a:lnTo>
                  <a:pt x="492" y="403"/>
                </a:lnTo>
                <a:lnTo>
                  <a:pt x="494" y="417"/>
                </a:lnTo>
                <a:lnTo>
                  <a:pt x="499" y="417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46" name="Freeform 72"/>
          <p:cNvSpPr>
            <a:spLocks/>
          </p:cNvSpPr>
          <p:nvPr/>
        </p:nvSpPr>
        <p:spPr bwMode="auto">
          <a:xfrm rot="306148">
            <a:off x="4057713" y="4212224"/>
            <a:ext cx="187325" cy="153951"/>
          </a:xfrm>
          <a:custGeom>
            <a:avLst/>
            <a:gdLst/>
            <a:ahLst/>
            <a:cxnLst>
              <a:cxn ang="0">
                <a:pos x="3" y="347"/>
              </a:cxn>
              <a:cxn ang="0">
                <a:pos x="10" y="314"/>
              </a:cxn>
              <a:cxn ang="0">
                <a:pos x="63" y="244"/>
              </a:cxn>
              <a:cxn ang="0">
                <a:pos x="113" y="215"/>
              </a:cxn>
              <a:cxn ang="0">
                <a:pos x="186" y="167"/>
              </a:cxn>
              <a:cxn ang="0">
                <a:pos x="213" y="113"/>
              </a:cxn>
              <a:cxn ang="0">
                <a:pos x="241" y="67"/>
              </a:cxn>
              <a:cxn ang="0">
                <a:pos x="279" y="57"/>
              </a:cxn>
              <a:cxn ang="0">
                <a:pos x="328" y="58"/>
              </a:cxn>
              <a:cxn ang="0">
                <a:pos x="357" y="50"/>
              </a:cxn>
              <a:cxn ang="0">
                <a:pos x="394" y="5"/>
              </a:cxn>
              <a:cxn ang="0">
                <a:pos x="428" y="3"/>
              </a:cxn>
              <a:cxn ang="0">
                <a:pos x="452" y="15"/>
              </a:cxn>
              <a:cxn ang="0">
                <a:pos x="454" y="39"/>
              </a:cxn>
              <a:cxn ang="0">
                <a:pos x="444" y="91"/>
              </a:cxn>
              <a:cxn ang="0">
                <a:pos x="465" y="126"/>
              </a:cxn>
              <a:cxn ang="0">
                <a:pos x="520" y="146"/>
              </a:cxn>
              <a:cxn ang="0">
                <a:pos x="534" y="161"/>
              </a:cxn>
              <a:cxn ang="0">
                <a:pos x="569" y="215"/>
              </a:cxn>
              <a:cxn ang="0">
                <a:pos x="575" y="248"/>
              </a:cxn>
              <a:cxn ang="0">
                <a:pos x="552" y="251"/>
              </a:cxn>
              <a:cxn ang="0">
                <a:pos x="537" y="297"/>
              </a:cxn>
              <a:cxn ang="0">
                <a:pos x="511" y="314"/>
              </a:cxn>
              <a:cxn ang="0">
                <a:pos x="498" y="318"/>
              </a:cxn>
              <a:cxn ang="0">
                <a:pos x="452" y="324"/>
              </a:cxn>
              <a:cxn ang="0">
                <a:pos x="417" y="336"/>
              </a:cxn>
              <a:cxn ang="0">
                <a:pos x="369" y="346"/>
              </a:cxn>
              <a:cxn ang="0">
                <a:pos x="337" y="346"/>
              </a:cxn>
              <a:cxn ang="0">
                <a:pos x="289" y="334"/>
              </a:cxn>
              <a:cxn ang="0">
                <a:pos x="249" y="331"/>
              </a:cxn>
              <a:cxn ang="0">
                <a:pos x="231" y="338"/>
              </a:cxn>
              <a:cxn ang="0">
                <a:pos x="221" y="367"/>
              </a:cxn>
              <a:cxn ang="0">
                <a:pos x="239" y="411"/>
              </a:cxn>
              <a:cxn ang="0">
                <a:pos x="243" y="448"/>
              </a:cxn>
              <a:cxn ang="0">
                <a:pos x="218" y="433"/>
              </a:cxn>
              <a:cxn ang="0">
                <a:pos x="165" y="424"/>
              </a:cxn>
              <a:cxn ang="0">
                <a:pos x="98" y="440"/>
              </a:cxn>
              <a:cxn ang="0">
                <a:pos x="34" y="425"/>
              </a:cxn>
              <a:cxn ang="0">
                <a:pos x="10" y="401"/>
              </a:cxn>
              <a:cxn ang="0">
                <a:pos x="0" y="367"/>
              </a:cxn>
            </a:cxnLst>
            <a:rect l="0" t="0" r="r" b="b"/>
            <a:pathLst>
              <a:path w="578" h="448">
                <a:moveTo>
                  <a:pt x="0" y="367"/>
                </a:moveTo>
                <a:lnTo>
                  <a:pt x="3" y="347"/>
                </a:lnTo>
                <a:lnTo>
                  <a:pt x="5" y="335"/>
                </a:lnTo>
                <a:lnTo>
                  <a:pt x="10" y="314"/>
                </a:lnTo>
                <a:lnTo>
                  <a:pt x="33" y="280"/>
                </a:lnTo>
                <a:lnTo>
                  <a:pt x="63" y="244"/>
                </a:lnTo>
                <a:lnTo>
                  <a:pt x="81" y="232"/>
                </a:lnTo>
                <a:lnTo>
                  <a:pt x="113" y="215"/>
                </a:lnTo>
                <a:lnTo>
                  <a:pt x="137" y="203"/>
                </a:lnTo>
                <a:lnTo>
                  <a:pt x="186" y="167"/>
                </a:lnTo>
                <a:lnTo>
                  <a:pt x="203" y="149"/>
                </a:lnTo>
                <a:lnTo>
                  <a:pt x="213" y="113"/>
                </a:lnTo>
                <a:lnTo>
                  <a:pt x="221" y="93"/>
                </a:lnTo>
                <a:lnTo>
                  <a:pt x="241" y="67"/>
                </a:lnTo>
                <a:lnTo>
                  <a:pt x="256" y="58"/>
                </a:lnTo>
                <a:lnTo>
                  <a:pt x="279" y="57"/>
                </a:lnTo>
                <a:lnTo>
                  <a:pt x="294" y="57"/>
                </a:lnTo>
                <a:lnTo>
                  <a:pt x="328" y="58"/>
                </a:lnTo>
                <a:lnTo>
                  <a:pt x="342" y="57"/>
                </a:lnTo>
                <a:lnTo>
                  <a:pt x="357" y="50"/>
                </a:lnTo>
                <a:lnTo>
                  <a:pt x="374" y="22"/>
                </a:lnTo>
                <a:lnTo>
                  <a:pt x="394" y="5"/>
                </a:lnTo>
                <a:lnTo>
                  <a:pt x="411" y="0"/>
                </a:lnTo>
                <a:lnTo>
                  <a:pt x="428" y="3"/>
                </a:lnTo>
                <a:lnTo>
                  <a:pt x="442" y="9"/>
                </a:lnTo>
                <a:lnTo>
                  <a:pt x="452" y="15"/>
                </a:lnTo>
                <a:lnTo>
                  <a:pt x="458" y="39"/>
                </a:lnTo>
                <a:lnTo>
                  <a:pt x="454" y="39"/>
                </a:lnTo>
                <a:lnTo>
                  <a:pt x="448" y="58"/>
                </a:lnTo>
                <a:lnTo>
                  <a:pt x="444" y="91"/>
                </a:lnTo>
                <a:lnTo>
                  <a:pt x="446" y="110"/>
                </a:lnTo>
                <a:lnTo>
                  <a:pt x="465" y="126"/>
                </a:lnTo>
                <a:lnTo>
                  <a:pt x="493" y="134"/>
                </a:lnTo>
                <a:lnTo>
                  <a:pt x="520" y="146"/>
                </a:lnTo>
                <a:lnTo>
                  <a:pt x="526" y="151"/>
                </a:lnTo>
                <a:lnTo>
                  <a:pt x="534" y="161"/>
                </a:lnTo>
                <a:lnTo>
                  <a:pt x="552" y="179"/>
                </a:lnTo>
                <a:lnTo>
                  <a:pt x="569" y="215"/>
                </a:lnTo>
                <a:lnTo>
                  <a:pt x="578" y="247"/>
                </a:lnTo>
                <a:lnTo>
                  <a:pt x="575" y="248"/>
                </a:lnTo>
                <a:lnTo>
                  <a:pt x="557" y="248"/>
                </a:lnTo>
                <a:lnTo>
                  <a:pt x="552" y="251"/>
                </a:lnTo>
                <a:lnTo>
                  <a:pt x="541" y="265"/>
                </a:lnTo>
                <a:lnTo>
                  <a:pt x="537" y="297"/>
                </a:lnTo>
                <a:lnTo>
                  <a:pt x="527" y="309"/>
                </a:lnTo>
                <a:lnTo>
                  <a:pt x="511" y="314"/>
                </a:lnTo>
                <a:lnTo>
                  <a:pt x="502" y="315"/>
                </a:lnTo>
                <a:lnTo>
                  <a:pt x="498" y="318"/>
                </a:lnTo>
                <a:lnTo>
                  <a:pt x="482" y="318"/>
                </a:lnTo>
                <a:lnTo>
                  <a:pt x="452" y="324"/>
                </a:lnTo>
                <a:lnTo>
                  <a:pt x="417" y="338"/>
                </a:lnTo>
                <a:lnTo>
                  <a:pt x="417" y="336"/>
                </a:lnTo>
                <a:lnTo>
                  <a:pt x="393" y="340"/>
                </a:lnTo>
                <a:lnTo>
                  <a:pt x="369" y="346"/>
                </a:lnTo>
                <a:lnTo>
                  <a:pt x="355" y="347"/>
                </a:lnTo>
                <a:lnTo>
                  <a:pt x="337" y="346"/>
                </a:lnTo>
                <a:lnTo>
                  <a:pt x="316" y="340"/>
                </a:lnTo>
                <a:lnTo>
                  <a:pt x="289" y="334"/>
                </a:lnTo>
                <a:lnTo>
                  <a:pt x="268" y="330"/>
                </a:lnTo>
                <a:lnTo>
                  <a:pt x="249" y="331"/>
                </a:lnTo>
                <a:lnTo>
                  <a:pt x="243" y="331"/>
                </a:lnTo>
                <a:lnTo>
                  <a:pt x="231" y="338"/>
                </a:lnTo>
                <a:lnTo>
                  <a:pt x="223" y="355"/>
                </a:lnTo>
                <a:lnTo>
                  <a:pt x="221" y="367"/>
                </a:lnTo>
                <a:lnTo>
                  <a:pt x="225" y="395"/>
                </a:lnTo>
                <a:lnTo>
                  <a:pt x="239" y="411"/>
                </a:lnTo>
                <a:lnTo>
                  <a:pt x="243" y="429"/>
                </a:lnTo>
                <a:lnTo>
                  <a:pt x="243" y="448"/>
                </a:lnTo>
                <a:lnTo>
                  <a:pt x="246" y="443"/>
                </a:lnTo>
                <a:lnTo>
                  <a:pt x="218" y="433"/>
                </a:lnTo>
                <a:lnTo>
                  <a:pt x="194" y="425"/>
                </a:lnTo>
                <a:lnTo>
                  <a:pt x="165" y="424"/>
                </a:lnTo>
                <a:lnTo>
                  <a:pt x="139" y="433"/>
                </a:lnTo>
                <a:lnTo>
                  <a:pt x="98" y="440"/>
                </a:lnTo>
                <a:lnTo>
                  <a:pt x="53" y="436"/>
                </a:lnTo>
                <a:lnTo>
                  <a:pt x="34" y="425"/>
                </a:lnTo>
                <a:lnTo>
                  <a:pt x="24" y="417"/>
                </a:lnTo>
                <a:lnTo>
                  <a:pt x="10" y="401"/>
                </a:lnTo>
                <a:lnTo>
                  <a:pt x="5" y="388"/>
                </a:lnTo>
                <a:lnTo>
                  <a:pt x="0" y="367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47" name="Freeform 73"/>
          <p:cNvSpPr>
            <a:spLocks/>
          </p:cNvSpPr>
          <p:nvPr/>
        </p:nvSpPr>
        <p:spPr bwMode="auto">
          <a:xfrm rot="306148">
            <a:off x="3835463" y="4175720"/>
            <a:ext cx="104775" cy="112687"/>
          </a:xfrm>
          <a:custGeom>
            <a:avLst/>
            <a:gdLst/>
            <a:ahLst/>
            <a:cxnLst>
              <a:cxn ang="0">
                <a:pos x="30" y="225"/>
              </a:cxn>
              <a:cxn ang="0">
                <a:pos x="0" y="164"/>
              </a:cxn>
              <a:cxn ang="0">
                <a:pos x="3" y="125"/>
              </a:cxn>
              <a:cxn ang="0">
                <a:pos x="37" y="72"/>
              </a:cxn>
              <a:cxn ang="0">
                <a:pos x="64" y="60"/>
              </a:cxn>
              <a:cxn ang="0">
                <a:pos x="92" y="32"/>
              </a:cxn>
              <a:cxn ang="0">
                <a:pos x="125" y="4"/>
              </a:cxn>
              <a:cxn ang="0">
                <a:pos x="162" y="4"/>
              </a:cxn>
              <a:cxn ang="0">
                <a:pos x="196" y="30"/>
              </a:cxn>
              <a:cxn ang="0">
                <a:pos x="215" y="56"/>
              </a:cxn>
              <a:cxn ang="0">
                <a:pos x="247" y="60"/>
              </a:cxn>
              <a:cxn ang="0">
                <a:pos x="266" y="76"/>
              </a:cxn>
              <a:cxn ang="0">
                <a:pos x="272" y="109"/>
              </a:cxn>
              <a:cxn ang="0">
                <a:pos x="304" y="134"/>
              </a:cxn>
              <a:cxn ang="0">
                <a:pos x="304" y="134"/>
              </a:cxn>
              <a:cxn ang="0">
                <a:pos x="321" y="169"/>
              </a:cxn>
              <a:cxn ang="0">
                <a:pos x="314" y="206"/>
              </a:cxn>
              <a:cxn ang="0">
                <a:pos x="282" y="265"/>
              </a:cxn>
              <a:cxn ang="0">
                <a:pos x="307" y="310"/>
              </a:cxn>
              <a:cxn ang="0">
                <a:pos x="261" y="303"/>
              </a:cxn>
              <a:cxn ang="0">
                <a:pos x="202" y="312"/>
              </a:cxn>
              <a:cxn ang="0">
                <a:pos x="203" y="298"/>
              </a:cxn>
              <a:cxn ang="0">
                <a:pos x="146" y="303"/>
              </a:cxn>
              <a:cxn ang="0">
                <a:pos x="99" y="310"/>
              </a:cxn>
              <a:cxn ang="0">
                <a:pos x="23" y="316"/>
              </a:cxn>
              <a:cxn ang="0">
                <a:pos x="12" y="287"/>
              </a:cxn>
              <a:cxn ang="0">
                <a:pos x="22" y="262"/>
              </a:cxn>
              <a:cxn ang="0">
                <a:pos x="150" y="260"/>
              </a:cxn>
              <a:cxn ang="0">
                <a:pos x="167" y="242"/>
              </a:cxn>
              <a:cxn ang="0">
                <a:pos x="147" y="224"/>
              </a:cxn>
              <a:cxn ang="0">
                <a:pos x="99" y="225"/>
              </a:cxn>
              <a:cxn ang="0">
                <a:pos x="59" y="233"/>
              </a:cxn>
              <a:cxn ang="0">
                <a:pos x="31" y="237"/>
              </a:cxn>
            </a:cxnLst>
            <a:rect l="0" t="0" r="r" b="b"/>
            <a:pathLst>
              <a:path w="321" h="322">
                <a:moveTo>
                  <a:pt x="32" y="236"/>
                </a:moveTo>
                <a:lnTo>
                  <a:pt x="30" y="225"/>
                </a:lnTo>
                <a:lnTo>
                  <a:pt x="12" y="189"/>
                </a:lnTo>
                <a:lnTo>
                  <a:pt x="0" y="164"/>
                </a:lnTo>
                <a:lnTo>
                  <a:pt x="0" y="140"/>
                </a:lnTo>
                <a:lnTo>
                  <a:pt x="3" y="125"/>
                </a:lnTo>
                <a:lnTo>
                  <a:pt x="17" y="101"/>
                </a:lnTo>
                <a:lnTo>
                  <a:pt x="37" y="72"/>
                </a:lnTo>
                <a:lnTo>
                  <a:pt x="45" y="60"/>
                </a:lnTo>
                <a:lnTo>
                  <a:pt x="64" y="60"/>
                </a:lnTo>
                <a:lnTo>
                  <a:pt x="80" y="48"/>
                </a:lnTo>
                <a:lnTo>
                  <a:pt x="92" y="32"/>
                </a:lnTo>
                <a:lnTo>
                  <a:pt x="104" y="17"/>
                </a:lnTo>
                <a:lnTo>
                  <a:pt x="125" y="4"/>
                </a:lnTo>
                <a:lnTo>
                  <a:pt x="142" y="0"/>
                </a:lnTo>
                <a:lnTo>
                  <a:pt x="162" y="4"/>
                </a:lnTo>
                <a:lnTo>
                  <a:pt x="179" y="13"/>
                </a:lnTo>
                <a:lnTo>
                  <a:pt x="196" y="30"/>
                </a:lnTo>
                <a:lnTo>
                  <a:pt x="210" y="46"/>
                </a:lnTo>
                <a:lnTo>
                  <a:pt x="215" y="56"/>
                </a:lnTo>
                <a:lnTo>
                  <a:pt x="232" y="61"/>
                </a:lnTo>
                <a:lnTo>
                  <a:pt x="247" y="60"/>
                </a:lnTo>
                <a:lnTo>
                  <a:pt x="261" y="61"/>
                </a:lnTo>
                <a:lnTo>
                  <a:pt x="266" y="76"/>
                </a:lnTo>
                <a:lnTo>
                  <a:pt x="267" y="99"/>
                </a:lnTo>
                <a:lnTo>
                  <a:pt x="272" y="109"/>
                </a:lnTo>
                <a:lnTo>
                  <a:pt x="286" y="124"/>
                </a:lnTo>
                <a:lnTo>
                  <a:pt x="304" y="134"/>
                </a:lnTo>
                <a:lnTo>
                  <a:pt x="304" y="132"/>
                </a:lnTo>
                <a:lnTo>
                  <a:pt x="304" y="134"/>
                </a:lnTo>
                <a:lnTo>
                  <a:pt x="319" y="149"/>
                </a:lnTo>
                <a:lnTo>
                  <a:pt x="321" y="169"/>
                </a:lnTo>
                <a:lnTo>
                  <a:pt x="321" y="184"/>
                </a:lnTo>
                <a:lnTo>
                  <a:pt x="314" y="206"/>
                </a:lnTo>
                <a:lnTo>
                  <a:pt x="291" y="236"/>
                </a:lnTo>
                <a:lnTo>
                  <a:pt x="282" y="265"/>
                </a:lnTo>
                <a:lnTo>
                  <a:pt x="289" y="292"/>
                </a:lnTo>
                <a:lnTo>
                  <a:pt x="307" y="310"/>
                </a:lnTo>
                <a:lnTo>
                  <a:pt x="274" y="304"/>
                </a:lnTo>
                <a:lnTo>
                  <a:pt x="261" y="303"/>
                </a:lnTo>
                <a:lnTo>
                  <a:pt x="220" y="311"/>
                </a:lnTo>
                <a:lnTo>
                  <a:pt x="202" y="312"/>
                </a:lnTo>
                <a:lnTo>
                  <a:pt x="202" y="310"/>
                </a:lnTo>
                <a:lnTo>
                  <a:pt x="203" y="298"/>
                </a:lnTo>
                <a:lnTo>
                  <a:pt x="169" y="300"/>
                </a:lnTo>
                <a:lnTo>
                  <a:pt x="146" y="303"/>
                </a:lnTo>
                <a:lnTo>
                  <a:pt x="116" y="306"/>
                </a:lnTo>
                <a:lnTo>
                  <a:pt x="99" y="310"/>
                </a:lnTo>
                <a:lnTo>
                  <a:pt x="28" y="322"/>
                </a:lnTo>
                <a:lnTo>
                  <a:pt x="23" y="316"/>
                </a:lnTo>
                <a:lnTo>
                  <a:pt x="13" y="304"/>
                </a:lnTo>
                <a:lnTo>
                  <a:pt x="12" y="287"/>
                </a:lnTo>
                <a:lnTo>
                  <a:pt x="17" y="264"/>
                </a:lnTo>
                <a:lnTo>
                  <a:pt x="22" y="262"/>
                </a:lnTo>
                <a:lnTo>
                  <a:pt x="94" y="260"/>
                </a:lnTo>
                <a:lnTo>
                  <a:pt x="150" y="260"/>
                </a:lnTo>
                <a:lnTo>
                  <a:pt x="163" y="251"/>
                </a:lnTo>
                <a:lnTo>
                  <a:pt x="167" y="242"/>
                </a:lnTo>
                <a:lnTo>
                  <a:pt x="160" y="230"/>
                </a:lnTo>
                <a:lnTo>
                  <a:pt x="147" y="224"/>
                </a:lnTo>
                <a:lnTo>
                  <a:pt x="130" y="224"/>
                </a:lnTo>
                <a:lnTo>
                  <a:pt x="99" y="225"/>
                </a:lnTo>
                <a:lnTo>
                  <a:pt x="72" y="229"/>
                </a:lnTo>
                <a:lnTo>
                  <a:pt x="59" y="233"/>
                </a:lnTo>
                <a:lnTo>
                  <a:pt x="39" y="235"/>
                </a:lnTo>
                <a:lnTo>
                  <a:pt x="31" y="237"/>
                </a:lnTo>
                <a:lnTo>
                  <a:pt x="32" y="236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48" name="Freeform 74"/>
          <p:cNvSpPr>
            <a:spLocks/>
          </p:cNvSpPr>
          <p:nvPr/>
        </p:nvSpPr>
        <p:spPr bwMode="auto">
          <a:xfrm rot="306148">
            <a:off x="3837050" y="4251901"/>
            <a:ext cx="49212" cy="14285"/>
          </a:xfrm>
          <a:custGeom>
            <a:avLst/>
            <a:gdLst/>
            <a:ahLst/>
            <a:cxnLst>
              <a:cxn ang="0">
                <a:pos x="0" y="39"/>
              </a:cxn>
              <a:cxn ang="0">
                <a:pos x="13" y="18"/>
              </a:cxn>
              <a:cxn ang="0">
                <a:pos x="15" y="12"/>
              </a:cxn>
              <a:cxn ang="0">
                <a:pos x="14" y="12"/>
              </a:cxn>
              <a:cxn ang="0">
                <a:pos x="23" y="11"/>
              </a:cxn>
              <a:cxn ang="0">
                <a:pos x="43" y="8"/>
              </a:cxn>
              <a:cxn ang="0">
                <a:pos x="57" y="5"/>
              </a:cxn>
              <a:cxn ang="0">
                <a:pos x="82" y="2"/>
              </a:cxn>
              <a:cxn ang="0">
                <a:pos x="113" y="0"/>
              </a:cxn>
              <a:cxn ang="0">
                <a:pos x="130" y="0"/>
              </a:cxn>
              <a:cxn ang="0">
                <a:pos x="142" y="6"/>
              </a:cxn>
              <a:cxn ang="0">
                <a:pos x="148" y="18"/>
              </a:cxn>
              <a:cxn ang="0">
                <a:pos x="145" y="27"/>
              </a:cxn>
              <a:cxn ang="0">
                <a:pos x="133" y="35"/>
              </a:cxn>
              <a:cxn ang="0">
                <a:pos x="76" y="35"/>
              </a:cxn>
              <a:cxn ang="0">
                <a:pos x="5" y="38"/>
              </a:cxn>
              <a:cxn ang="0">
                <a:pos x="0" y="39"/>
              </a:cxn>
            </a:cxnLst>
            <a:rect l="0" t="0" r="r" b="b"/>
            <a:pathLst>
              <a:path w="148" h="39">
                <a:moveTo>
                  <a:pt x="0" y="39"/>
                </a:moveTo>
                <a:lnTo>
                  <a:pt x="13" y="18"/>
                </a:lnTo>
                <a:lnTo>
                  <a:pt x="15" y="12"/>
                </a:lnTo>
                <a:lnTo>
                  <a:pt x="14" y="12"/>
                </a:lnTo>
                <a:lnTo>
                  <a:pt x="23" y="11"/>
                </a:lnTo>
                <a:lnTo>
                  <a:pt x="43" y="8"/>
                </a:lnTo>
                <a:lnTo>
                  <a:pt x="57" y="5"/>
                </a:lnTo>
                <a:lnTo>
                  <a:pt x="82" y="2"/>
                </a:lnTo>
                <a:lnTo>
                  <a:pt x="113" y="0"/>
                </a:lnTo>
                <a:lnTo>
                  <a:pt x="130" y="0"/>
                </a:lnTo>
                <a:lnTo>
                  <a:pt x="142" y="6"/>
                </a:lnTo>
                <a:lnTo>
                  <a:pt x="148" y="18"/>
                </a:lnTo>
                <a:lnTo>
                  <a:pt x="145" y="27"/>
                </a:lnTo>
                <a:lnTo>
                  <a:pt x="133" y="35"/>
                </a:lnTo>
                <a:lnTo>
                  <a:pt x="76" y="35"/>
                </a:lnTo>
                <a:lnTo>
                  <a:pt x="5" y="38"/>
                </a:lnTo>
                <a:lnTo>
                  <a:pt x="0" y="39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49" name="Freeform 75"/>
          <p:cNvSpPr>
            <a:spLocks/>
          </p:cNvSpPr>
          <p:nvPr/>
        </p:nvSpPr>
        <p:spPr bwMode="auto">
          <a:xfrm rot="306148">
            <a:off x="3837051" y="4278883"/>
            <a:ext cx="58737" cy="31743"/>
          </a:xfrm>
          <a:custGeom>
            <a:avLst/>
            <a:gdLst/>
            <a:ahLst/>
            <a:cxnLst>
              <a:cxn ang="0">
                <a:pos x="116" y="91"/>
              </a:cxn>
              <a:cxn ang="0">
                <a:pos x="101" y="82"/>
              </a:cxn>
              <a:cxn ang="0">
                <a:pos x="91" y="75"/>
              </a:cxn>
              <a:cxn ang="0">
                <a:pos x="93" y="53"/>
              </a:cxn>
              <a:cxn ang="0">
                <a:pos x="88" y="42"/>
              </a:cxn>
              <a:cxn ang="0">
                <a:pos x="79" y="39"/>
              </a:cxn>
              <a:cxn ang="0">
                <a:pos x="66" y="39"/>
              </a:cxn>
              <a:cxn ang="0">
                <a:pos x="48" y="39"/>
              </a:cxn>
              <a:cxn ang="0">
                <a:pos x="28" y="39"/>
              </a:cxn>
              <a:cxn ang="0">
                <a:pos x="11" y="30"/>
              </a:cxn>
              <a:cxn ang="0">
                <a:pos x="0" y="18"/>
              </a:cxn>
              <a:cxn ang="0">
                <a:pos x="5" y="24"/>
              </a:cxn>
              <a:cxn ang="0">
                <a:pos x="77" y="12"/>
              </a:cxn>
              <a:cxn ang="0">
                <a:pos x="92" y="9"/>
              </a:cxn>
              <a:cxn ang="0">
                <a:pos x="122" y="4"/>
              </a:cxn>
              <a:cxn ang="0">
                <a:pos x="146" y="3"/>
              </a:cxn>
              <a:cxn ang="0">
                <a:pos x="179" y="0"/>
              </a:cxn>
              <a:cxn ang="0">
                <a:pos x="179" y="12"/>
              </a:cxn>
              <a:cxn ang="0">
                <a:pos x="179" y="91"/>
              </a:cxn>
              <a:cxn ang="0">
                <a:pos x="163" y="90"/>
              </a:cxn>
              <a:cxn ang="0">
                <a:pos x="145" y="87"/>
              </a:cxn>
              <a:cxn ang="0">
                <a:pos x="130" y="91"/>
              </a:cxn>
              <a:cxn ang="0">
                <a:pos x="118" y="91"/>
              </a:cxn>
              <a:cxn ang="0">
                <a:pos x="116" y="91"/>
              </a:cxn>
            </a:cxnLst>
            <a:rect l="0" t="0" r="r" b="b"/>
            <a:pathLst>
              <a:path w="179" h="91">
                <a:moveTo>
                  <a:pt x="116" y="91"/>
                </a:moveTo>
                <a:lnTo>
                  <a:pt x="101" y="82"/>
                </a:lnTo>
                <a:lnTo>
                  <a:pt x="91" y="75"/>
                </a:lnTo>
                <a:lnTo>
                  <a:pt x="93" y="53"/>
                </a:lnTo>
                <a:lnTo>
                  <a:pt x="88" y="42"/>
                </a:lnTo>
                <a:lnTo>
                  <a:pt x="79" y="39"/>
                </a:lnTo>
                <a:lnTo>
                  <a:pt x="66" y="39"/>
                </a:lnTo>
                <a:lnTo>
                  <a:pt x="48" y="39"/>
                </a:lnTo>
                <a:lnTo>
                  <a:pt x="28" y="39"/>
                </a:lnTo>
                <a:lnTo>
                  <a:pt x="11" y="30"/>
                </a:lnTo>
                <a:lnTo>
                  <a:pt x="0" y="18"/>
                </a:lnTo>
                <a:lnTo>
                  <a:pt x="5" y="24"/>
                </a:lnTo>
                <a:lnTo>
                  <a:pt x="77" y="12"/>
                </a:lnTo>
                <a:lnTo>
                  <a:pt x="92" y="9"/>
                </a:lnTo>
                <a:lnTo>
                  <a:pt x="122" y="4"/>
                </a:lnTo>
                <a:lnTo>
                  <a:pt x="146" y="3"/>
                </a:lnTo>
                <a:lnTo>
                  <a:pt x="179" y="0"/>
                </a:lnTo>
                <a:lnTo>
                  <a:pt x="179" y="12"/>
                </a:lnTo>
                <a:lnTo>
                  <a:pt x="179" y="91"/>
                </a:lnTo>
                <a:lnTo>
                  <a:pt x="163" y="90"/>
                </a:lnTo>
                <a:lnTo>
                  <a:pt x="145" y="87"/>
                </a:lnTo>
                <a:lnTo>
                  <a:pt x="130" y="91"/>
                </a:lnTo>
                <a:lnTo>
                  <a:pt x="118" y="91"/>
                </a:lnTo>
                <a:lnTo>
                  <a:pt x="116" y="91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50" name="Freeform 76"/>
          <p:cNvSpPr>
            <a:spLocks/>
          </p:cNvSpPr>
          <p:nvPr/>
        </p:nvSpPr>
        <p:spPr bwMode="auto">
          <a:xfrm rot="306148">
            <a:off x="3871975" y="4288407"/>
            <a:ext cx="139700" cy="115860"/>
          </a:xfrm>
          <a:custGeom>
            <a:avLst/>
            <a:gdLst/>
            <a:ahLst/>
            <a:cxnLst>
              <a:cxn ang="0">
                <a:pos x="88" y="204"/>
              </a:cxn>
              <a:cxn ang="0">
                <a:pos x="55" y="198"/>
              </a:cxn>
              <a:cxn ang="0">
                <a:pos x="34" y="179"/>
              </a:cxn>
              <a:cxn ang="0">
                <a:pos x="11" y="131"/>
              </a:cxn>
              <a:cxn ang="0">
                <a:pos x="6" y="100"/>
              </a:cxn>
              <a:cxn ang="0">
                <a:pos x="2" y="88"/>
              </a:cxn>
              <a:cxn ang="0">
                <a:pos x="29" y="83"/>
              </a:cxn>
              <a:cxn ang="0">
                <a:pos x="64" y="88"/>
              </a:cxn>
              <a:cxn ang="0">
                <a:pos x="63" y="9"/>
              </a:cxn>
              <a:cxn ang="0">
                <a:pos x="122" y="0"/>
              </a:cxn>
              <a:cxn ang="0">
                <a:pos x="168" y="7"/>
              </a:cxn>
              <a:cxn ang="0">
                <a:pos x="223" y="17"/>
              </a:cxn>
              <a:cxn ang="0">
                <a:pos x="296" y="36"/>
              </a:cxn>
              <a:cxn ang="0">
                <a:pos x="320" y="35"/>
              </a:cxn>
              <a:cxn ang="0">
                <a:pos x="343" y="3"/>
              </a:cxn>
              <a:cxn ang="0">
                <a:pos x="385" y="21"/>
              </a:cxn>
              <a:cxn ang="0">
                <a:pos x="379" y="56"/>
              </a:cxn>
              <a:cxn ang="0">
                <a:pos x="402" y="97"/>
              </a:cxn>
              <a:cxn ang="0">
                <a:pos x="418" y="120"/>
              </a:cxn>
              <a:cxn ang="0">
                <a:pos x="426" y="192"/>
              </a:cxn>
              <a:cxn ang="0">
                <a:pos x="430" y="240"/>
              </a:cxn>
              <a:cxn ang="0">
                <a:pos x="430" y="278"/>
              </a:cxn>
              <a:cxn ang="0">
                <a:pos x="415" y="287"/>
              </a:cxn>
              <a:cxn ang="0">
                <a:pos x="402" y="288"/>
              </a:cxn>
              <a:cxn ang="0">
                <a:pos x="386" y="297"/>
              </a:cxn>
              <a:cxn ang="0">
                <a:pos x="386" y="313"/>
              </a:cxn>
              <a:cxn ang="0">
                <a:pos x="396" y="317"/>
              </a:cxn>
              <a:cxn ang="0">
                <a:pos x="386" y="323"/>
              </a:cxn>
              <a:cxn ang="0">
                <a:pos x="367" y="335"/>
              </a:cxn>
              <a:cxn ang="0">
                <a:pos x="348" y="322"/>
              </a:cxn>
              <a:cxn ang="0">
                <a:pos x="348" y="304"/>
              </a:cxn>
              <a:cxn ang="0">
                <a:pos x="340" y="275"/>
              </a:cxn>
              <a:cxn ang="0">
                <a:pos x="321" y="268"/>
              </a:cxn>
              <a:cxn ang="0">
                <a:pos x="293" y="287"/>
              </a:cxn>
              <a:cxn ang="0">
                <a:pos x="261" y="289"/>
              </a:cxn>
              <a:cxn ang="0">
                <a:pos x="243" y="268"/>
              </a:cxn>
              <a:cxn ang="0">
                <a:pos x="249" y="234"/>
              </a:cxn>
              <a:cxn ang="0">
                <a:pos x="249" y="212"/>
              </a:cxn>
              <a:cxn ang="0">
                <a:pos x="240" y="186"/>
              </a:cxn>
              <a:cxn ang="0">
                <a:pos x="218" y="166"/>
              </a:cxn>
              <a:cxn ang="0">
                <a:pos x="188" y="160"/>
              </a:cxn>
              <a:cxn ang="0">
                <a:pos x="152" y="165"/>
              </a:cxn>
              <a:cxn ang="0">
                <a:pos x="117" y="192"/>
              </a:cxn>
              <a:cxn ang="0">
                <a:pos x="105" y="204"/>
              </a:cxn>
            </a:cxnLst>
            <a:rect l="0" t="0" r="r" b="b"/>
            <a:pathLst>
              <a:path w="431" h="335">
                <a:moveTo>
                  <a:pt x="105" y="208"/>
                </a:moveTo>
                <a:lnTo>
                  <a:pt x="88" y="204"/>
                </a:lnTo>
                <a:lnTo>
                  <a:pt x="70" y="201"/>
                </a:lnTo>
                <a:lnTo>
                  <a:pt x="55" y="198"/>
                </a:lnTo>
                <a:lnTo>
                  <a:pt x="47" y="190"/>
                </a:lnTo>
                <a:lnTo>
                  <a:pt x="34" y="179"/>
                </a:lnTo>
                <a:lnTo>
                  <a:pt x="21" y="163"/>
                </a:lnTo>
                <a:lnTo>
                  <a:pt x="11" y="131"/>
                </a:lnTo>
                <a:lnTo>
                  <a:pt x="8" y="109"/>
                </a:lnTo>
                <a:lnTo>
                  <a:pt x="6" y="100"/>
                </a:lnTo>
                <a:lnTo>
                  <a:pt x="0" y="88"/>
                </a:lnTo>
                <a:lnTo>
                  <a:pt x="2" y="88"/>
                </a:lnTo>
                <a:lnTo>
                  <a:pt x="14" y="88"/>
                </a:lnTo>
                <a:lnTo>
                  <a:pt x="29" y="83"/>
                </a:lnTo>
                <a:lnTo>
                  <a:pt x="48" y="85"/>
                </a:lnTo>
                <a:lnTo>
                  <a:pt x="64" y="88"/>
                </a:lnTo>
                <a:lnTo>
                  <a:pt x="63" y="7"/>
                </a:lnTo>
                <a:lnTo>
                  <a:pt x="63" y="9"/>
                </a:lnTo>
                <a:lnTo>
                  <a:pt x="81" y="8"/>
                </a:lnTo>
                <a:lnTo>
                  <a:pt x="122" y="0"/>
                </a:lnTo>
                <a:lnTo>
                  <a:pt x="135" y="1"/>
                </a:lnTo>
                <a:lnTo>
                  <a:pt x="168" y="7"/>
                </a:lnTo>
                <a:lnTo>
                  <a:pt x="172" y="7"/>
                </a:lnTo>
                <a:lnTo>
                  <a:pt x="223" y="17"/>
                </a:lnTo>
                <a:lnTo>
                  <a:pt x="274" y="29"/>
                </a:lnTo>
                <a:lnTo>
                  <a:pt x="296" y="36"/>
                </a:lnTo>
                <a:lnTo>
                  <a:pt x="315" y="50"/>
                </a:lnTo>
                <a:lnTo>
                  <a:pt x="320" y="35"/>
                </a:lnTo>
                <a:lnTo>
                  <a:pt x="329" y="23"/>
                </a:lnTo>
                <a:lnTo>
                  <a:pt x="343" y="3"/>
                </a:lnTo>
                <a:lnTo>
                  <a:pt x="355" y="35"/>
                </a:lnTo>
                <a:lnTo>
                  <a:pt x="385" y="21"/>
                </a:lnTo>
                <a:lnTo>
                  <a:pt x="380" y="38"/>
                </a:lnTo>
                <a:lnTo>
                  <a:pt x="379" y="56"/>
                </a:lnTo>
                <a:lnTo>
                  <a:pt x="378" y="66"/>
                </a:lnTo>
                <a:lnTo>
                  <a:pt x="402" y="97"/>
                </a:lnTo>
                <a:lnTo>
                  <a:pt x="418" y="122"/>
                </a:lnTo>
                <a:lnTo>
                  <a:pt x="418" y="120"/>
                </a:lnTo>
                <a:lnTo>
                  <a:pt x="422" y="147"/>
                </a:lnTo>
                <a:lnTo>
                  <a:pt x="426" y="192"/>
                </a:lnTo>
                <a:lnTo>
                  <a:pt x="431" y="216"/>
                </a:lnTo>
                <a:lnTo>
                  <a:pt x="430" y="240"/>
                </a:lnTo>
                <a:lnTo>
                  <a:pt x="431" y="271"/>
                </a:lnTo>
                <a:lnTo>
                  <a:pt x="430" y="278"/>
                </a:lnTo>
                <a:lnTo>
                  <a:pt x="422" y="283"/>
                </a:lnTo>
                <a:lnTo>
                  <a:pt x="415" y="287"/>
                </a:lnTo>
                <a:lnTo>
                  <a:pt x="408" y="287"/>
                </a:lnTo>
                <a:lnTo>
                  <a:pt x="402" y="288"/>
                </a:lnTo>
                <a:lnTo>
                  <a:pt x="391" y="294"/>
                </a:lnTo>
                <a:lnTo>
                  <a:pt x="386" y="297"/>
                </a:lnTo>
                <a:lnTo>
                  <a:pt x="386" y="307"/>
                </a:lnTo>
                <a:lnTo>
                  <a:pt x="386" y="313"/>
                </a:lnTo>
                <a:lnTo>
                  <a:pt x="391" y="318"/>
                </a:lnTo>
                <a:lnTo>
                  <a:pt x="396" y="317"/>
                </a:lnTo>
                <a:lnTo>
                  <a:pt x="393" y="318"/>
                </a:lnTo>
                <a:lnTo>
                  <a:pt x="386" y="323"/>
                </a:lnTo>
                <a:lnTo>
                  <a:pt x="378" y="332"/>
                </a:lnTo>
                <a:lnTo>
                  <a:pt x="367" y="335"/>
                </a:lnTo>
                <a:lnTo>
                  <a:pt x="352" y="330"/>
                </a:lnTo>
                <a:lnTo>
                  <a:pt x="348" y="322"/>
                </a:lnTo>
                <a:lnTo>
                  <a:pt x="346" y="311"/>
                </a:lnTo>
                <a:lnTo>
                  <a:pt x="348" y="304"/>
                </a:lnTo>
                <a:lnTo>
                  <a:pt x="346" y="285"/>
                </a:lnTo>
                <a:lnTo>
                  <a:pt x="340" y="275"/>
                </a:lnTo>
                <a:lnTo>
                  <a:pt x="332" y="268"/>
                </a:lnTo>
                <a:lnTo>
                  <a:pt x="321" y="268"/>
                </a:lnTo>
                <a:lnTo>
                  <a:pt x="311" y="271"/>
                </a:lnTo>
                <a:lnTo>
                  <a:pt x="293" y="287"/>
                </a:lnTo>
                <a:lnTo>
                  <a:pt x="278" y="293"/>
                </a:lnTo>
                <a:lnTo>
                  <a:pt x="261" y="289"/>
                </a:lnTo>
                <a:lnTo>
                  <a:pt x="250" y="281"/>
                </a:lnTo>
                <a:lnTo>
                  <a:pt x="243" y="268"/>
                </a:lnTo>
                <a:lnTo>
                  <a:pt x="241" y="270"/>
                </a:lnTo>
                <a:lnTo>
                  <a:pt x="249" y="234"/>
                </a:lnTo>
                <a:lnTo>
                  <a:pt x="250" y="225"/>
                </a:lnTo>
                <a:lnTo>
                  <a:pt x="249" y="212"/>
                </a:lnTo>
                <a:lnTo>
                  <a:pt x="245" y="198"/>
                </a:lnTo>
                <a:lnTo>
                  <a:pt x="240" y="186"/>
                </a:lnTo>
                <a:lnTo>
                  <a:pt x="229" y="175"/>
                </a:lnTo>
                <a:lnTo>
                  <a:pt x="218" y="166"/>
                </a:lnTo>
                <a:lnTo>
                  <a:pt x="205" y="165"/>
                </a:lnTo>
                <a:lnTo>
                  <a:pt x="188" y="160"/>
                </a:lnTo>
                <a:lnTo>
                  <a:pt x="171" y="160"/>
                </a:lnTo>
                <a:lnTo>
                  <a:pt x="152" y="165"/>
                </a:lnTo>
                <a:lnTo>
                  <a:pt x="135" y="176"/>
                </a:lnTo>
                <a:lnTo>
                  <a:pt x="117" y="192"/>
                </a:lnTo>
                <a:lnTo>
                  <a:pt x="108" y="198"/>
                </a:lnTo>
                <a:lnTo>
                  <a:pt x="105" y="204"/>
                </a:lnTo>
                <a:lnTo>
                  <a:pt x="105" y="208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51" name="Freeform 77"/>
          <p:cNvSpPr>
            <a:spLocks/>
          </p:cNvSpPr>
          <p:nvPr/>
        </p:nvSpPr>
        <p:spPr bwMode="auto">
          <a:xfrm rot="306148">
            <a:off x="3900550" y="4343955"/>
            <a:ext cx="49212" cy="66660"/>
          </a:xfrm>
          <a:custGeom>
            <a:avLst/>
            <a:gdLst/>
            <a:ahLst/>
            <a:cxnLst>
              <a:cxn ang="0">
                <a:pos x="99" y="192"/>
              </a:cxn>
              <a:cxn ang="0">
                <a:pos x="112" y="178"/>
              </a:cxn>
              <a:cxn ang="0">
                <a:pos x="127" y="157"/>
              </a:cxn>
              <a:cxn ang="0">
                <a:pos x="131" y="144"/>
              </a:cxn>
              <a:cxn ang="0">
                <a:pos x="141" y="124"/>
              </a:cxn>
              <a:cxn ang="0">
                <a:pos x="144" y="108"/>
              </a:cxn>
              <a:cxn ang="0">
                <a:pos x="150" y="72"/>
              </a:cxn>
              <a:cxn ang="0">
                <a:pos x="151" y="65"/>
              </a:cxn>
              <a:cxn ang="0">
                <a:pos x="150" y="51"/>
              </a:cxn>
              <a:cxn ang="0">
                <a:pos x="147" y="36"/>
              </a:cxn>
              <a:cxn ang="0">
                <a:pos x="141" y="24"/>
              </a:cxn>
              <a:cxn ang="0">
                <a:pos x="131" y="13"/>
              </a:cxn>
              <a:cxn ang="0">
                <a:pos x="121" y="4"/>
              </a:cxn>
              <a:cxn ang="0">
                <a:pos x="106" y="3"/>
              </a:cxn>
              <a:cxn ang="0">
                <a:pos x="89" y="0"/>
              </a:cxn>
              <a:cxn ang="0">
                <a:pos x="75" y="0"/>
              </a:cxn>
              <a:cxn ang="0">
                <a:pos x="55" y="4"/>
              </a:cxn>
              <a:cxn ang="0">
                <a:pos x="36" y="14"/>
              </a:cxn>
              <a:cxn ang="0">
                <a:pos x="20" y="30"/>
              </a:cxn>
              <a:cxn ang="0">
                <a:pos x="12" y="36"/>
              </a:cxn>
              <a:cxn ang="0">
                <a:pos x="8" y="42"/>
              </a:cxn>
              <a:cxn ang="0">
                <a:pos x="8" y="48"/>
              </a:cxn>
              <a:cxn ang="0">
                <a:pos x="2" y="67"/>
              </a:cxn>
              <a:cxn ang="0">
                <a:pos x="0" y="89"/>
              </a:cxn>
              <a:cxn ang="0">
                <a:pos x="6" y="114"/>
              </a:cxn>
              <a:cxn ang="0">
                <a:pos x="14" y="134"/>
              </a:cxn>
              <a:cxn ang="0">
                <a:pos x="29" y="152"/>
              </a:cxn>
              <a:cxn ang="0">
                <a:pos x="46" y="164"/>
              </a:cxn>
              <a:cxn ang="0">
                <a:pos x="73" y="177"/>
              </a:cxn>
              <a:cxn ang="0">
                <a:pos x="96" y="193"/>
              </a:cxn>
              <a:cxn ang="0">
                <a:pos x="99" y="192"/>
              </a:cxn>
            </a:cxnLst>
            <a:rect l="0" t="0" r="r" b="b"/>
            <a:pathLst>
              <a:path w="151" h="193">
                <a:moveTo>
                  <a:pt x="99" y="192"/>
                </a:moveTo>
                <a:lnTo>
                  <a:pt x="112" y="178"/>
                </a:lnTo>
                <a:lnTo>
                  <a:pt x="127" y="157"/>
                </a:lnTo>
                <a:lnTo>
                  <a:pt x="131" y="144"/>
                </a:lnTo>
                <a:lnTo>
                  <a:pt x="141" y="124"/>
                </a:lnTo>
                <a:lnTo>
                  <a:pt x="144" y="108"/>
                </a:lnTo>
                <a:lnTo>
                  <a:pt x="150" y="72"/>
                </a:lnTo>
                <a:lnTo>
                  <a:pt x="151" y="65"/>
                </a:lnTo>
                <a:lnTo>
                  <a:pt x="150" y="51"/>
                </a:lnTo>
                <a:lnTo>
                  <a:pt x="147" y="36"/>
                </a:lnTo>
                <a:lnTo>
                  <a:pt x="141" y="24"/>
                </a:lnTo>
                <a:lnTo>
                  <a:pt x="131" y="13"/>
                </a:lnTo>
                <a:lnTo>
                  <a:pt x="121" y="4"/>
                </a:lnTo>
                <a:lnTo>
                  <a:pt x="106" y="3"/>
                </a:lnTo>
                <a:lnTo>
                  <a:pt x="89" y="0"/>
                </a:lnTo>
                <a:lnTo>
                  <a:pt x="75" y="0"/>
                </a:lnTo>
                <a:lnTo>
                  <a:pt x="55" y="4"/>
                </a:lnTo>
                <a:lnTo>
                  <a:pt x="36" y="14"/>
                </a:lnTo>
                <a:lnTo>
                  <a:pt x="20" y="30"/>
                </a:lnTo>
                <a:lnTo>
                  <a:pt x="12" y="36"/>
                </a:lnTo>
                <a:lnTo>
                  <a:pt x="8" y="42"/>
                </a:lnTo>
                <a:lnTo>
                  <a:pt x="8" y="48"/>
                </a:lnTo>
                <a:lnTo>
                  <a:pt x="2" y="67"/>
                </a:lnTo>
                <a:lnTo>
                  <a:pt x="0" y="89"/>
                </a:lnTo>
                <a:lnTo>
                  <a:pt x="6" y="114"/>
                </a:lnTo>
                <a:lnTo>
                  <a:pt x="14" y="134"/>
                </a:lnTo>
                <a:lnTo>
                  <a:pt x="29" y="152"/>
                </a:lnTo>
                <a:lnTo>
                  <a:pt x="46" y="164"/>
                </a:lnTo>
                <a:lnTo>
                  <a:pt x="73" y="177"/>
                </a:lnTo>
                <a:lnTo>
                  <a:pt x="96" y="193"/>
                </a:lnTo>
                <a:lnTo>
                  <a:pt x="99" y="192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52" name="Freeform 78"/>
          <p:cNvSpPr>
            <a:spLocks/>
          </p:cNvSpPr>
          <p:nvPr/>
        </p:nvSpPr>
        <p:spPr bwMode="auto">
          <a:xfrm rot="306148">
            <a:off x="3929125" y="4383634"/>
            <a:ext cx="87312" cy="92054"/>
          </a:xfrm>
          <a:custGeom>
            <a:avLst/>
            <a:gdLst/>
            <a:ahLst/>
            <a:cxnLst>
              <a:cxn ang="0">
                <a:pos x="3" y="87"/>
              </a:cxn>
              <a:cxn ang="0">
                <a:pos x="16" y="72"/>
              </a:cxn>
              <a:cxn ang="0">
                <a:pos x="31" y="50"/>
              </a:cxn>
              <a:cxn ang="0">
                <a:pos x="37" y="38"/>
              </a:cxn>
              <a:cxn ang="0">
                <a:pos x="46" y="19"/>
              </a:cxn>
              <a:cxn ang="0">
                <a:pos x="48" y="2"/>
              </a:cxn>
              <a:cxn ang="0">
                <a:pos x="48" y="1"/>
              </a:cxn>
              <a:cxn ang="0">
                <a:pos x="55" y="13"/>
              </a:cxn>
              <a:cxn ang="0">
                <a:pos x="66" y="21"/>
              </a:cxn>
              <a:cxn ang="0">
                <a:pos x="84" y="25"/>
              </a:cxn>
              <a:cxn ang="0">
                <a:pos x="99" y="19"/>
              </a:cxn>
              <a:cxn ang="0">
                <a:pos x="118" y="3"/>
              </a:cxn>
              <a:cxn ang="0">
                <a:pos x="127" y="0"/>
              </a:cxn>
              <a:cxn ang="0">
                <a:pos x="137" y="1"/>
              </a:cxn>
              <a:cxn ang="0">
                <a:pos x="145" y="7"/>
              </a:cxn>
              <a:cxn ang="0">
                <a:pos x="151" y="17"/>
              </a:cxn>
              <a:cxn ang="0">
                <a:pos x="153" y="36"/>
              </a:cxn>
              <a:cxn ang="0">
                <a:pos x="151" y="44"/>
              </a:cxn>
              <a:cxn ang="0">
                <a:pos x="153" y="54"/>
              </a:cxn>
              <a:cxn ang="0">
                <a:pos x="157" y="62"/>
              </a:cxn>
              <a:cxn ang="0">
                <a:pos x="172" y="67"/>
              </a:cxn>
              <a:cxn ang="0">
                <a:pos x="183" y="64"/>
              </a:cxn>
              <a:cxn ang="0">
                <a:pos x="192" y="55"/>
              </a:cxn>
              <a:cxn ang="0">
                <a:pos x="200" y="50"/>
              </a:cxn>
              <a:cxn ang="0">
                <a:pos x="201" y="49"/>
              </a:cxn>
              <a:cxn ang="0">
                <a:pos x="197" y="49"/>
              </a:cxn>
              <a:cxn ang="0">
                <a:pos x="208" y="50"/>
              </a:cxn>
              <a:cxn ang="0">
                <a:pos x="215" y="55"/>
              </a:cxn>
              <a:cxn ang="0">
                <a:pos x="224" y="79"/>
              </a:cxn>
              <a:cxn ang="0">
                <a:pos x="226" y="95"/>
              </a:cxn>
              <a:cxn ang="0">
                <a:pos x="225" y="102"/>
              </a:cxn>
              <a:cxn ang="0">
                <a:pos x="221" y="120"/>
              </a:cxn>
              <a:cxn ang="0">
                <a:pos x="211" y="138"/>
              </a:cxn>
              <a:cxn ang="0">
                <a:pos x="208" y="155"/>
              </a:cxn>
              <a:cxn ang="0">
                <a:pos x="211" y="172"/>
              </a:cxn>
              <a:cxn ang="0">
                <a:pos x="226" y="181"/>
              </a:cxn>
              <a:cxn ang="0">
                <a:pos x="264" y="172"/>
              </a:cxn>
              <a:cxn ang="0">
                <a:pos x="272" y="190"/>
              </a:cxn>
              <a:cxn ang="0">
                <a:pos x="273" y="208"/>
              </a:cxn>
              <a:cxn ang="0">
                <a:pos x="273" y="219"/>
              </a:cxn>
              <a:cxn ang="0">
                <a:pos x="271" y="253"/>
              </a:cxn>
              <a:cxn ang="0">
                <a:pos x="267" y="269"/>
              </a:cxn>
              <a:cxn ang="0">
                <a:pos x="267" y="268"/>
              </a:cxn>
              <a:cxn ang="0">
                <a:pos x="242" y="251"/>
              </a:cxn>
              <a:cxn ang="0">
                <a:pos x="217" y="228"/>
              </a:cxn>
              <a:cxn ang="0">
                <a:pos x="185" y="194"/>
              </a:cxn>
              <a:cxn ang="0">
                <a:pos x="163" y="185"/>
              </a:cxn>
              <a:cxn ang="0">
                <a:pos x="139" y="181"/>
              </a:cxn>
              <a:cxn ang="0">
                <a:pos x="127" y="179"/>
              </a:cxn>
              <a:cxn ang="0">
                <a:pos x="113" y="178"/>
              </a:cxn>
              <a:cxn ang="0">
                <a:pos x="99" y="175"/>
              </a:cxn>
              <a:cxn ang="0">
                <a:pos x="89" y="161"/>
              </a:cxn>
              <a:cxn ang="0">
                <a:pos x="83" y="141"/>
              </a:cxn>
              <a:cxn ang="0">
                <a:pos x="58" y="120"/>
              </a:cxn>
              <a:cxn ang="0">
                <a:pos x="31" y="102"/>
              </a:cxn>
              <a:cxn ang="0">
                <a:pos x="0" y="88"/>
              </a:cxn>
              <a:cxn ang="0">
                <a:pos x="3" y="87"/>
              </a:cxn>
            </a:cxnLst>
            <a:rect l="0" t="0" r="r" b="b"/>
            <a:pathLst>
              <a:path w="273" h="269">
                <a:moveTo>
                  <a:pt x="3" y="87"/>
                </a:moveTo>
                <a:lnTo>
                  <a:pt x="16" y="72"/>
                </a:lnTo>
                <a:lnTo>
                  <a:pt x="31" y="50"/>
                </a:lnTo>
                <a:lnTo>
                  <a:pt x="37" y="38"/>
                </a:lnTo>
                <a:lnTo>
                  <a:pt x="46" y="19"/>
                </a:lnTo>
                <a:lnTo>
                  <a:pt x="48" y="2"/>
                </a:lnTo>
                <a:lnTo>
                  <a:pt x="48" y="1"/>
                </a:lnTo>
                <a:lnTo>
                  <a:pt x="55" y="13"/>
                </a:lnTo>
                <a:lnTo>
                  <a:pt x="66" y="21"/>
                </a:lnTo>
                <a:lnTo>
                  <a:pt x="84" y="25"/>
                </a:lnTo>
                <a:lnTo>
                  <a:pt x="99" y="19"/>
                </a:lnTo>
                <a:lnTo>
                  <a:pt x="118" y="3"/>
                </a:lnTo>
                <a:lnTo>
                  <a:pt x="127" y="0"/>
                </a:lnTo>
                <a:lnTo>
                  <a:pt x="137" y="1"/>
                </a:lnTo>
                <a:lnTo>
                  <a:pt x="145" y="7"/>
                </a:lnTo>
                <a:lnTo>
                  <a:pt x="151" y="17"/>
                </a:lnTo>
                <a:lnTo>
                  <a:pt x="153" y="36"/>
                </a:lnTo>
                <a:lnTo>
                  <a:pt x="151" y="44"/>
                </a:lnTo>
                <a:lnTo>
                  <a:pt x="153" y="54"/>
                </a:lnTo>
                <a:lnTo>
                  <a:pt x="157" y="62"/>
                </a:lnTo>
                <a:lnTo>
                  <a:pt x="172" y="67"/>
                </a:lnTo>
                <a:lnTo>
                  <a:pt x="183" y="64"/>
                </a:lnTo>
                <a:lnTo>
                  <a:pt x="192" y="55"/>
                </a:lnTo>
                <a:lnTo>
                  <a:pt x="200" y="50"/>
                </a:lnTo>
                <a:lnTo>
                  <a:pt x="201" y="49"/>
                </a:lnTo>
                <a:lnTo>
                  <a:pt x="197" y="49"/>
                </a:lnTo>
                <a:lnTo>
                  <a:pt x="208" y="50"/>
                </a:lnTo>
                <a:lnTo>
                  <a:pt x="215" y="55"/>
                </a:lnTo>
                <a:lnTo>
                  <a:pt x="224" y="79"/>
                </a:lnTo>
                <a:lnTo>
                  <a:pt x="226" y="95"/>
                </a:lnTo>
                <a:lnTo>
                  <a:pt x="225" y="102"/>
                </a:lnTo>
                <a:lnTo>
                  <a:pt x="221" y="120"/>
                </a:lnTo>
                <a:lnTo>
                  <a:pt x="211" y="138"/>
                </a:lnTo>
                <a:lnTo>
                  <a:pt x="208" y="155"/>
                </a:lnTo>
                <a:lnTo>
                  <a:pt x="211" y="172"/>
                </a:lnTo>
                <a:lnTo>
                  <a:pt x="226" y="181"/>
                </a:lnTo>
                <a:lnTo>
                  <a:pt x="264" y="172"/>
                </a:lnTo>
                <a:lnTo>
                  <a:pt x="272" y="190"/>
                </a:lnTo>
                <a:lnTo>
                  <a:pt x="273" y="208"/>
                </a:lnTo>
                <a:lnTo>
                  <a:pt x="273" y="219"/>
                </a:lnTo>
                <a:lnTo>
                  <a:pt x="271" y="253"/>
                </a:lnTo>
                <a:lnTo>
                  <a:pt x="267" y="269"/>
                </a:lnTo>
                <a:lnTo>
                  <a:pt x="267" y="268"/>
                </a:lnTo>
                <a:lnTo>
                  <a:pt x="242" y="251"/>
                </a:lnTo>
                <a:lnTo>
                  <a:pt x="217" y="228"/>
                </a:lnTo>
                <a:lnTo>
                  <a:pt x="185" y="194"/>
                </a:lnTo>
                <a:lnTo>
                  <a:pt x="163" y="185"/>
                </a:lnTo>
                <a:lnTo>
                  <a:pt x="139" y="181"/>
                </a:lnTo>
                <a:lnTo>
                  <a:pt x="127" y="179"/>
                </a:lnTo>
                <a:lnTo>
                  <a:pt x="113" y="178"/>
                </a:lnTo>
                <a:lnTo>
                  <a:pt x="99" y="175"/>
                </a:lnTo>
                <a:lnTo>
                  <a:pt x="89" y="161"/>
                </a:lnTo>
                <a:lnTo>
                  <a:pt x="83" y="141"/>
                </a:lnTo>
                <a:lnTo>
                  <a:pt x="58" y="120"/>
                </a:lnTo>
                <a:lnTo>
                  <a:pt x="31" y="102"/>
                </a:lnTo>
                <a:lnTo>
                  <a:pt x="0" y="88"/>
                </a:lnTo>
                <a:lnTo>
                  <a:pt x="3" y="87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Freeform 79"/>
          <p:cNvSpPr>
            <a:spLocks/>
          </p:cNvSpPr>
          <p:nvPr/>
        </p:nvSpPr>
        <p:spPr bwMode="auto">
          <a:xfrm rot="306148">
            <a:off x="4370451" y="4309038"/>
            <a:ext cx="179387" cy="249180"/>
          </a:xfrm>
          <a:custGeom>
            <a:avLst/>
            <a:gdLst/>
            <a:ahLst/>
            <a:cxnLst>
              <a:cxn ang="0">
                <a:pos x="12" y="513"/>
              </a:cxn>
              <a:cxn ang="0">
                <a:pos x="0" y="461"/>
              </a:cxn>
              <a:cxn ang="0">
                <a:pos x="15" y="442"/>
              </a:cxn>
              <a:cxn ang="0">
                <a:pos x="39" y="446"/>
              </a:cxn>
              <a:cxn ang="0">
                <a:pos x="69" y="437"/>
              </a:cxn>
              <a:cxn ang="0">
                <a:pos x="91" y="411"/>
              </a:cxn>
              <a:cxn ang="0">
                <a:pos x="116" y="353"/>
              </a:cxn>
              <a:cxn ang="0">
                <a:pos x="158" y="313"/>
              </a:cxn>
              <a:cxn ang="0">
                <a:pos x="232" y="263"/>
              </a:cxn>
              <a:cxn ang="0">
                <a:pos x="286" y="226"/>
              </a:cxn>
              <a:cxn ang="0">
                <a:pos x="313" y="163"/>
              </a:cxn>
              <a:cxn ang="0">
                <a:pos x="338" y="122"/>
              </a:cxn>
              <a:cxn ang="0">
                <a:pos x="379" y="77"/>
              </a:cxn>
              <a:cxn ang="0">
                <a:pos x="396" y="34"/>
              </a:cxn>
              <a:cxn ang="0">
                <a:pos x="396" y="0"/>
              </a:cxn>
              <a:cxn ang="0">
                <a:pos x="430" y="44"/>
              </a:cxn>
              <a:cxn ang="0">
                <a:pos x="462" y="79"/>
              </a:cxn>
              <a:cxn ang="0">
                <a:pos x="462" y="104"/>
              </a:cxn>
              <a:cxn ang="0">
                <a:pos x="435" y="175"/>
              </a:cxn>
              <a:cxn ang="0">
                <a:pos x="414" y="227"/>
              </a:cxn>
              <a:cxn ang="0">
                <a:pos x="437" y="245"/>
              </a:cxn>
              <a:cxn ang="0">
                <a:pos x="465" y="252"/>
              </a:cxn>
              <a:cxn ang="0">
                <a:pos x="489" y="278"/>
              </a:cxn>
              <a:cxn ang="0">
                <a:pos x="499" y="319"/>
              </a:cxn>
              <a:cxn ang="0">
                <a:pos x="489" y="350"/>
              </a:cxn>
              <a:cxn ang="0">
                <a:pos x="478" y="359"/>
              </a:cxn>
              <a:cxn ang="0">
                <a:pos x="440" y="401"/>
              </a:cxn>
              <a:cxn ang="0">
                <a:pos x="424" y="452"/>
              </a:cxn>
              <a:cxn ang="0">
                <a:pos x="428" y="491"/>
              </a:cxn>
              <a:cxn ang="0">
                <a:pos x="454" y="530"/>
              </a:cxn>
              <a:cxn ang="0">
                <a:pos x="483" y="549"/>
              </a:cxn>
              <a:cxn ang="0">
                <a:pos x="529" y="575"/>
              </a:cxn>
              <a:cxn ang="0">
                <a:pos x="541" y="593"/>
              </a:cxn>
              <a:cxn ang="0">
                <a:pos x="548" y="631"/>
              </a:cxn>
              <a:cxn ang="0">
                <a:pos x="544" y="679"/>
              </a:cxn>
              <a:cxn ang="0">
                <a:pos x="407" y="686"/>
              </a:cxn>
              <a:cxn ang="0">
                <a:pos x="359" y="697"/>
              </a:cxn>
              <a:cxn ang="0">
                <a:pos x="290" y="701"/>
              </a:cxn>
              <a:cxn ang="0">
                <a:pos x="185" y="705"/>
              </a:cxn>
              <a:cxn ang="0">
                <a:pos x="114" y="714"/>
              </a:cxn>
              <a:cxn ang="0">
                <a:pos x="114" y="674"/>
              </a:cxn>
              <a:cxn ang="0">
                <a:pos x="114" y="625"/>
              </a:cxn>
              <a:cxn ang="0">
                <a:pos x="111" y="609"/>
              </a:cxn>
              <a:cxn ang="0">
                <a:pos x="99" y="599"/>
              </a:cxn>
              <a:cxn ang="0">
                <a:pos x="69" y="600"/>
              </a:cxn>
              <a:cxn ang="0">
                <a:pos x="56" y="581"/>
              </a:cxn>
              <a:cxn ang="0">
                <a:pos x="44" y="565"/>
              </a:cxn>
              <a:cxn ang="0">
                <a:pos x="10" y="547"/>
              </a:cxn>
            </a:cxnLst>
            <a:rect l="0" t="0" r="r" b="b"/>
            <a:pathLst>
              <a:path w="548" h="714">
                <a:moveTo>
                  <a:pt x="10" y="543"/>
                </a:moveTo>
                <a:lnTo>
                  <a:pt x="12" y="513"/>
                </a:lnTo>
                <a:lnTo>
                  <a:pt x="7" y="476"/>
                </a:lnTo>
                <a:lnTo>
                  <a:pt x="0" y="461"/>
                </a:lnTo>
                <a:lnTo>
                  <a:pt x="3" y="448"/>
                </a:lnTo>
                <a:lnTo>
                  <a:pt x="15" y="442"/>
                </a:lnTo>
                <a:lnTo>
                  <a:pt x="23" y="442"/>
                </a:lnTo>
                <a:lnTo>
                  <a:pt x="39" y="446"/>
                </a:lnTo>
                <a:lnTo>
                  <a:pt x="52" y="444"/>
                </a:lnTo>
                <a:lnTo>
                  <a:pt x="69" y="437"/>
                </a:lnTo>
                <a:lnTo>
                  <a:pt x="83" y="427"/>
                </a:lnTo>
                <a:lnTo>
                  <a:pt x="91" y="411"/>
                </a:lnTo>
                <a:lnTo>
                  <a:pt x="103" y="373"/>
                </a:lnTo>
                <a:lnTo>
                  <a:pt x="116" y="353"/>
                </a:lnTo>
                <a:lnTo>
                  <a:pt x="132" y="337"/>
                </a:lnTo>
                <a:lnTo>
                  <a:pt x="158" y="313"/>
                </a:lnTo>
                <a:lnTo>
                  <a:pt x="179" y="300"/>
                </a:lnTo>
                <a:lnTo>
                  <a:pt x="232" y="263"/>
                </a:lnTo>
                <a:lnTo>
                  <a:pt x="261" y="246"/>
                </a:lnTo>
                <a:lnTo>
                  <a:pt x="286" y="226"/>
                </a:lnTo>
                <a:lnTo>
                  <a:pt x="297" y="211"/>
                </a:lnTo>
                <a:lnTo>
                  <a:pt x="313" y="163"/>
                </a:lnTo>
                <a:lnTo>
                  <a:pt x="320" y="147"/>
                </a:lnTo>
                <a:lnTo>
                  <a:pt x="338" y="122"/>
                </a:lnTo>
                <a:lnTo>
                  <a:pt x="364" y="98"/>
                </a:lnTo>
                <a:lnTo>
                  <a:pt x="379" y="77"/>
                </a:lnTo>
                <a:lnTo>
                  <a:pt x="391" y="53"/>
                </a:lnTo>
                <a:lnTo>
                  <a:pt x="396" y="34"/>
                </a:lnTo>
                <a:lnTo>
                  <a:pt x="398" y="0"/>
                </a:lnTo>
                <a:lnTo>
                  <a:pt x="396" y="0"/>
                </a:lnTo>
                <a:lnTo>
                  <a:pt x="413" y="23"/>
                </a:lnTo>
                <a:lnTo>
                  <a:pt x="430" y="44"/>
                </a:lnTo>
                <a:lnTo>
                  <a:pt x="446" y="56"/>
                </a:lnTo>
                <a:lnTo>
                  <a:pt x="462" y="79"/>
                </a:lnTo>
                <a:lnTo>
                  <a:pt x="463" y="87"/>
                </a:lnTo>
                <a:lnTo>
                  <a:pt x="462" y="104"/>
                </a:lnTo>
                <a:lnTo>
                  <a:pt x="451" y="139"/>
                </a:lnTo>
                <a:lnTo>
                  <a:pt x="435" y="175"/>
                </a:lnTo>
                <a:lnTo>
                  <a:pt x="419" y="209"/>
                </a:lnTo>
                <a:lnTo>
                  <a:pt x="414" y="227"/>
                </a:lnTo>
                <a:lnTo>
                  <a:pt x="423" y="240"/>
                </a:lnTo>
                <a:lnTo>
                  <a:pt x="437" y="245"/>
                </a:lnTo>
                <a:lnTo>
                  <a:pt x="453" y="250"/>
                </a:lnTo>
                <a:lnTo>
                  <a:pt x="465" y="252"/>
                </a:lnTo>
                <a:lnTo>
                  <a:pt x="478" y="262"/>
                </a:lnTo>
                <a:lnTo>
                  <a:pt x="489" y="278"/>
                </a:lnTo>
                <a:lnTo>
                  <a:pt x="499" y="300"/>
                </a:lnTo>
                <a:lnTo>
                  <a:pt x="499" y="319"/>
                </a:lnTo>
                <a:lnTo>
                  <a:pt x="489" y="349"/>
                </a:lnTo>
                <a:lnTo>
                  <a:pt x="489" y="350"/>
                </a:lnTo>
                <a:lnTo>
                  <a:pt x="480" y="356"/>
                </a:lnTo>
                <a:lnTo>
                  <a:pt x="478" y="359"/>
                </a:lnTo>
                <a:lnTo>
                  <a:pt x="458" y="376"/>
                </a:lnTo>
                <a:lnTo>
                  <a:pt x="440" y="401"/>
                </a:lnTo>
                <a:lnTo>
                  <a:pt x="428" y="419"/>
                </a:lnTo>
                <a:lnTo>
                  <a:pt x="424" y="452"/>
                </a:lnTo>
                <a:lnTo>
                  <a:pt x="423" y="476"/>
                </a:lnTo>
                <a:lnTo>
                  <a:pt x="428" y="491"/>
                </a:lnTo>
                <a:lnTo>
                  <a:pt x="434" y="506"/>
                </a:lnTo>
                <a:lnTo>
                  <a:pt x="454" y="530"/>
                </a:lnTo>
                <a:lnTo>
                  <a:pt x="478" y="548"/>
                </a:lnTo>
                <a:lnTo>
                  <a:pt x="483" y="549"/>
                </a:lnTo>
                <a:lnTo>
                  <a:pt x="521" y="565"/>
                </a:lnTo>
                <a:lnTo>
                  <a:pt x="529" y="575"/>
                </a:lnTo>
                <a:lnTo>
                  <a:pt x="541" y="596"/>
                </a:lnTo>
                <a:lnTo>
                  <a:pt x="541" y="593"/>
                </a:lnTo>
                <a:lnTo>
                  <a:pt x="548" y="618"/>
                </a:lnTo>
                <a:lnTo>
                  <a:pt x="548" y="631"/>
                </a:lnTo>
                <a:lnTo>
                  <a:pt x="548" y="650"/>
                </a:lnTo>
                <a:lnTo>
                  <a:pt x="544" y="679"/>
                </a:lnTo>
                <a:lnTo>
                  <a:pt x="452" y="681"/>
                </a:lnTo>
                <a:lnTo>
                  <a:pt x="407" y="686"/>
                </a:lnTo>
                <a:lnTo>
                  <a:pt x="360" y="694"/>
                </a:lnTo>
                <a:lnTo>
                  <a:pt x="359" y="697"/>
                </a:lnTo>
                <a:lnTo>
                  <a:pt x="336" y="697"/>
                </a:lnTo>
                <a:lnTo>
                  <a:pt x="290" y="701"/>
                </a:lnTo>
                <a:lnTo>
                  <a:pt x="219" y="708"/>
                </a:lnTo>
                <a:lnTo>
                  <a:pt x="185" y="705"/>
                </a:lnTo>
                <a:lnTo>
                  <a:pt x="167" y="709"/>
                </a:lnTo>
                <a:lnTo>
                  <a:pt x="114" y="714"/>
                </a:lnTo>
                <a:lnTo>
                  <a:pt x="117" y="709"/>
                </a:lnTo>
                <a:lnTo>
                  <a:pt x="114" y="674"/>
                </a:lnTo>
                <a:lnTo>
                  <a:pt x="109" y="652"/>
                </a:lnTo>
                <a:lnTo>
                  <a:pt x="114" y="625"/>
                </a:lnTo>
                <a:lnTo>
                  <a:pt x="111" y="616"/>
                </a:lnTo>
                <a:lnTo>
                  <a:pt x="111" y="609"/>
                </a:lnTo>
                <a:lnTo>
                  <a:pt x="109" y="599"/>
                </a:lnTo>
                <a:lnTo>
                  <a:pt x="99" y="599"/>
                </a:lnTo>
                <a:lnTo>
                  <a:pt x="85" y="603"/>
                </a:lnTo>
                <a:lnTo>
                  <a:pt x="69" y="600"/>
                </a:lnTo>
                <a:lnTo>
                  <a:pt x="59" y="593"/>
                </a:lnTo>
                <a:lnTo>
                  <a:pt x="56" y="581"/>
                </a:lnTo>
                <a:lnTo>
                  <a:pt x="57" y="565"/>
                </a:lnTo>
                <a:lnTo>
                  <a:pt x="44" y="565"/>
                </a:lnTo>
                <a:lnTo>
                  <a:pt x="28" y="559"/>
                </a:lnTo>
                <a:lnTo>
                  <a:pt x="10" y="547"/>
                </a:lnTo>
                <a:lnTo>
                  <a:pt x="10" y="543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54" name="Freeform 80"/>
          <p:cNvSpPr>
            <a:spLocks/>
          </p:cNvSpPr>
          <p:nvPr/>
        </p:nvSpPr>
        <p:spPr bwMode="auto">
          <a:xfrm rot="306148">
            <a:off x="4397438" y="4551870"/>
            <a:ext cx="34925" cy="31743"/>
          </a:xfrm>
          <a:custGeom>
            <a:avLst/>
            <a:gdLst/>
            <a:ahLst/>
            <a:cxnLst>
              <a:cxn ang="0">
                <a:pos x="0" y="84"/>
              </a:cxn>
              <a:cxn ang="0">
                <a:pos x="0" y="59"/>
              </a:cxn>
              <a:cxn ang="0">
                <a:pos x="0" y="39"/>
              </a:cxn>
              <a:cxn ang="0">
                <a:pos x="6" y="3"/>
              </a:cxn>
              <a:cxn ang="0">
                <a:pos x="2" y="7"/>
              </a:cxn>
              <a:cxn ang="0">
                <a:pos x="53" y="3"/>
              </a:cxn>
              <a:cxn ang="0">
                <a:pos x="71" y="0"/>
              </a:cxn>
              <a:cxn ang="0">
                <a:pos x="106" y="2"/>
              </a:cxn>
              <a:cxn ang="0">
                <a:pos x="108" y="31"/>
              </a:cxn>
              <a:cxn ang="0">
                <a:pos x="106" y="59"/>
              </a:cxn>
              <a:cxn ang="0">
                <a:pos x="101" y="66"/>
              </a:cxn>
              <a:cxn ang="0">
                <a:pos x="90" y="72"/>
              </a:cxn>
              <a:cxn ang="0">
                <a:pos x="2" y="90"/>
              </a:cxn>
              <a:cxn ang="0">
                <a:pos x="0" y="84"/>
              </a:cxn>
            </a:cxnLst>
            <a:rect l="0" t="0" r="r" b="b"/>
            <a:pathLst>
              <a:path w="108" h="90">
                <a:moveTo>
                  <a:pt x="0" y="84"/>
                </a:moveTo>
                <a:lnTo>
                  <a:pt x="0" y="59"/>
                </a:lnTo>
                <a:lnTo>
                  <a:pt x="0" y="39"/>
                </a:lnTo>
                <a:lnTo>
                  <a:pt x="6" y="3"/>
                </a:lnTo>
                <a:lnTo>
                  <a:pt x="2" y="7"/>
                </a:lnTo>
                <a:lnTo>
                  <a:pt x="53" y="3"/>
                </a:lnTo>
                <a:lnTo>
                  <a:pt x="71" y="0"/>
                </a:lnTo>
                <a:lnTo>
                  <a:pt x="106" y="2"/>
                </a:lnTo>
                <a:lnTo>
                  <a:pt x="108" y="31"/>
                </a:lnTo>
                <a:lnTo>
                  <a:pt x="106" y="59"/>
                </a:lnTo>
                <a:lnTo>
                  <a:pt x="101" y="66"/>
                </a:lnTo>
                <a:lnTo>
                  <a:pt x="90" y="72"/>
                </a:lnTo>
                <a:lnTo>
                  <a:pt x="2" y="90"/>
                </a:lnTo>
                <a:lnTo>
                  <a:pt x="0" y="84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55" name="Freeform 81"/>
          <p:cNvSpPr>
            <a:spLocks/>
          </p:cNvSpPr>
          <p:nvPr/>
        </p:nvSpPr>
        <p:spPr bwMode="auto">
          <a:xfrm rot="306148">
            <a:off x="4387913" y="4551870"/>
            <a:ext cx="125413" cy="139668"/>
          </a:xfrm>
          <a:custGeom>
            <a:avLst/>
            <a:gdLst/>
            <a:ahLst/>
            <a:cxnLst>
              <a:cxn ang="0">
                <a:pos x="102" y="395"/>
              </a:cxn>
              <a:cxn ang="0">
                <a:pos x="38" y="361"/>
              </a:cxn>
              <a:cxn ang="0">
                <a:pos x="20" y="332"/>
              </a:cxn>
              <a:cxn ang="0">
                <a:pos x="16" y="305"/>
              </a:cxn>
              <a:cxn ang="0">
                <a:pos x="24" y="280"/>
              </a:cxn>
              <a:cxn ang="0">
                <a:pos x="30" y="267"/>
              </a:cxn>
              <a:cxn ang="0">
                <a:pos x="5" y="232"/>
              </a:cxn>
              <a:cxn ang="0">
                <a:pos x="2" y="195"/>
              </a:cxn>
              <a:cxn ang="0">
                <a:pos x="24" y="171"/>
              </a:cxn>
              <a:cxn ang="0">
                <a:pos x="26" y="151"/>
              </a:cxn>
              <a:cxn ang="0">
                <a:pos x="7" y="95"/>
              </a:cxn>
              <a:cxn ang="0">
                <a:pos x="100" y="83"/>
              </a:cxn>
              <a:cxn ang="0">
                <a:pos x="116" y="70"/>
              </a:cxn>
              <a:cxn ang="0">
                <a:pos x="116" y="12"/>
              </a:cxn>
              <a:cxn ang="0">
                <a:pos x="232" y="0"/>
              </a:cxn>
              <a:cxn ang="0">
                <a:pos x="252" y="1"/>
              </a:cxn>
              <a:cxn ang="0">
                <a:pos x="272" y="25"/>
              </a:cxn>
              <a:cxn ang="0">
                <a:pos x="301" y="35"/>
              </a:cxn>
              <a:cxn ang="0">
                <a:pos x="331" y="18"/>
              </a:cxn>
              <a:cxn ang="0">
                <a:pos x="342" y="25"/>
              </a:cxn>
              <a:cxn ang="0">
                <a:pos x="339" y="57"/>
              </a:cxn>
              <a:cxn ang="0">
                <a:pos x="323" y="94"/>
              </a:cxn>
              <a:cxn ang="0">
                <a:pos x="366" y="198"/>
              </a:cxn>
              <a:cxn ang="0">
                <a:pos x="375" y="235"/>
              </a:cxn>
              <a:cxn ang="0">
                <a:pos x="372" y="285"/>
              </a:cxn>
              <a:cxn ang="0">
                <a:pos x="349" y="298"/>
              </a:cxn>
              <a:cxn ang="0">
                <a:pos x="305" y="296"/>
              </a:cxn>
              <a:cxn ang="0">
                <a:pos x="286" y="274"/>
              </a:cxn>
              <a:cxn ang="0">
                <a:pos x="257" y="255"/>
              </a:cxn>
              <a:cxn ang="0">
                <a:pos x="220" y="279"/>
              </a:cxn>
              <a:cxn ang="0">
                <a:pos x="211" y="308"/>
              </a:cxn>
              <a:cxn ang="0">
                <a:pos x="206" y="341"/>
              </a:cxn>
              <a:cxn ang="0">
                <a:pos x="199" y="375"/>
              </a:cxn>
              <a:cxn ang="0">
                <a:pos x="179" y="401"/>
              </a:cxn>
              <a:cxn ang="0">
                <a:pos x="139" y="398"/>
              </a:cxn>
              <a:cxn ang="0">
                <a:pos x="116" y="399"/>
              </a:cxn>
              <a:cxn ang="0">
                <a:pos x="111" y="398"/>
              </a:cxn>
            </a:cxnLst>
            <a:rect l="0" t="0" r="r" b="b"/>
            <a:pathLst>
              <a:path w="380" h="401">
                <a:moveTo>
                  <a:pt x="111" y="398"/>
                </a:moveTo>
                <a:lnTo>
                  <a:pt x="102" y="395"/>
                </a:lnTo>
                <a:lnTo>
                  <a:pt x="60" y="374"/>
                </a:lnTo>
                <a:lnTo>
                  <a:pt x="38" y="361"/>
                </a:lnTo>
                <a:lnTo>
                  <a:pt x="28" y="344"/>
                </a:lnTo>
                <a:lnTo>
                  <a:pt x="20" y="332"/>
                </a:lnTo>
                <a:lnTo>
                  <a:pt x="17" y="317"/>
                </a:lnTo>
                <a:lnTo>
                  <a:pt x="16" y="305"/>
                </a:lnTo>
                <a:lnTo>
                  <a:pt x="19" y="292"/>
                </a:lnTo>
                <a:lnTo>
                  <a:pt x="24" y="280"/>
                </a:lnTo>
                <a:lnTo>
                  <a:pt x="30" y="274"/>
                </a:lnTo>
                <a:lnTo>
                  <a:pt x="30" y="267"/>
                </a:lnTo>
                <a:lnTo>
                  <a:pt x="17" y="250"/>
                </a:lnTo>
                <a:lnTo>
                  <a:pt x="5" y="232"/>
                </a:lnTo>
                <a:lnTo>
                  <a:pt x="0" y="211"/>
                </a:lnTo>
                <a:lnTo>
                  <a:pt x="2" y="195"/>
                </a:lnTo>
                <a:lnTo>
                  <a:pt x="7" y="181"/>
                </a:lnTo>
                <a:lnTo>
                  <a:pt x="24" y="171"/>
                </a:lnTo>
                <a:lnTo>
                  <a:pt x="28" y="159"/>
                </a:lnTo>
                <a:lnTo>
                  <a:pt x="26" y="151"/>
                </a:lnTo>
                <a:lnTo>
                  <a:pt x="20" y="148"/>
                </a:lnTo>
                <a:lnTo>
                  <a:pt x="7" y="95"/>
                </a:lnTo>
                <a:lnTo>
                  <a:pt x="11" y="101"/>
                </a:lnTo>
                <a:lnTo>
                  <a:pt x="100" y="83"/>
                </a:lnTo>
                <a:lnTo>
                  <a:pt x="111" y="77"/>
                </a:lnTo>
                <a:lnTo>
                  <a:pt x="116" y="70"/>
                </a:lnTo>
                <a:lnTo>
                  <a:pt x="118" y="41"/>
                </a:lnTo>
                <a:lnTo>
                  <a:pt x="116" y="12"/>
                </a:lnTo>
                <a:lnTo>
                  <a:pt x="187" y="6"/>
                </a:lnTo>
                <a:lnTo>
                  <a:pt x="232" y="0"/>
                </a:lnTo>
                <a:lnTo>
                  <a:pt x="255" y="0"/>
                </a:lnTo>
                <a:lnTo>
                  <a:pt x="252" y="1"/>
                </a:lnTo>
                <a:lnTo>
                  <a:pt x="259" y="18"/>
                </a:lnTo>
                <a:lnTo>
                  <a:pt x="272" y="25"/>
                </a:lnTo>
                <a:lnTo>
                  <a:pt x="284" y="35"/>
                </a:lnTo>
                <a:lnTo>
                  <a:pt x="301" y="35"/>
                </a:lnTo>
                <a:lnTo>
                  <a:pt x="314" y="32"/>
                </a:lnTo>
                <a:lnTo>
                  <a:pt x="331" y="18"/>
                </a:lnTo>
                <a:lnTo>
                  <a:pt x="339" y="18"/>
                </a:lnTo>
                <a:lnTo>
                  <a:pt x="342" y="25"/>
                </a:lnTo>
                <a:lnTo>
                  <a:pt x="340" y="42"/>
                </a:lnTo>
                <a:lnTo>
                  <a:pt x="339" y="57"/>
                </a:lnTo>
                <a:lnTo>
                  <a:pt x="330" y="80"/>
                </a:lnTo>
                <a:lnTo>
                  <a:pt x="323" y="94"/>
                </a:lnTo>
                <a:lnTo>
                  <a:pt x="328" y="101"/>
                </a:lnTo>
                <a:lnTo>
                  <a:pt x="366" y="198"/>
                </a:lnTo>
                <a:lnTo>
                  <a:pt x="372" y="214"/>
                </a:lnTo>
                <a:lnTo>
                  <a:pt x="375" y="235"/>
                </a:lnTo>
                <a:lnTo>
                  <a:pt x="380" y="269"/>
                </a:lnTo>
                <a:lnTo>
                  <a:pt x="372" y="285"/>
                </a:lnTo>
                <a:lnTo>
                  <a:pt x="365" y="290"/>
                </a:lnTo>
                <a:lnTo>
                  <a:pt x="349" y="298"/>
                </a:lnTo>
                <a:lnTo>
                  <a:pt x="327" y="300"/>
                </a:lnTo>
                <a:lnTo>
                  <a:pt x="305" y="296"/>
                </a:lnTo>
                <a:lnTo>
                  <a:pt x="296" y="287"/>
                </a:lnTo>
                <a:lnTo>
                  <a:pt x="286" y="274"/>
                </a:lnTo>
                <a:lnTo>
                  <a:pt x="275" y="262"/>
                </a:lnTo>
                <a:lnTo>
                  <a:pt x="257" y="255"/>
                </a:lnTo>
                <a:lnTo>
                  <a:pt x="235" y="261"/>
                </a:lnTo>
                <a:lnTo>
                  <a:pt x="220" y="279"/>
                </a:lnTo>
                <a:lnTo>
                  <a:pt x="215" y="293"/>
                </a:lnTo>
                <a:lnTo>
                  <a:pt x="211" y="308"/>
                </a:lnTo>
                <a:lnTo>
                  <a:pt x="208" y="328"/>
                </a:lnTo>
                <a:lnTo>
                  <a:pt x="206" y="341"/>
                </a:lnTo>
                <a:lnTo>
                  <a:pt x="204" y="356"/>
                </a:lnTo>
                <a:lnTo>
                  <a:pt x="199" y="375"/>
                </a:lnTo>
                <a:lnTo>
                  <a:pt x="192" y="390"/>
                </a:lnTo>
                <a:lnTo>
                  <a:pt x="179" y="401"/>
                </a:lnTo>
                <a:lnTo>
                  <a:pt x="164" y="401"/>
                </a:lnTo>
                <a:lnTo>
                  <a:pt x="139" y="398"/>
                </a:lnTo>
                <a:lnTo>
                  <a:pt x="122" y="398"/>
                </a:lnTo>
                <a:lnTo>
                  <a:pt x="116" y="399"/>
                </a:lnTo>
                <a:lnTo>
                  <a:pt x="111" y="399"/>
                </a:lnTo>
                <a:lnTo>
                  <a:pt x="111" y="398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56" name="Freeform 82"/>
          <p:cNvSpPr>
            <a:spLocks/>
          </p:cNvSpPr>
          <p:nvPr/>
        </p:nvSpPr>
        <p:spPr bwMode="auto">
          <a:xfrm rot="306148">
            <a:off x="4508562" y="4342369"/>
            <a:ext cx="304800" cy="193630"/>
          </a:xfrm>
          <a:custGeom>
            <a:avLst/>
            <a:gdLst/>
            <a:ahLst/>
            <a:cxnLst>
              <a:cxn ang="0">
                <a:pos x="569" y="6"/>
              </a:cxn>
              <a:cxn ang="0">
                <a:pos x="525" y="26"/>
              </a:cxn>
              <a:cxn ang="0">
                <a:pos x="464" y="65"/>
              </a:cxn>
              <a:cxn ang="0">
                <a:pos x="441" y="117"/>
              </a:cxn>
              <a:cxn ang="0">
                <a:pos x="424" y="190"/>
              </a:cxn>
              <a:cxn ang="0">
                <a:pos x="386" y="205"/>
              </a:cxn>
              <a:cxn ang="0">
                <a:pos x="327" y="201"/>
              </a:cxn>
              <a:cxn ang="0">
                <a:pos x="295" y="208"/>
              </a:cxn>
              <a:cxn ang="0">
                <a:pos x="272" y="232"/>
              </a:cxn>
              <a:cxn ang="0">
                <a:pos x="220" y="263"/>
              </a:cxn>
              <a:cxn ang="0">
                <a:pos x="150" y="298"/>
              </a:cxn>
              <a:cxn ang="0">
                <a:pos x="65" y="313"/>
              </a:cxn>
              <a:cxn ang="0">
                <a:pos x="57" y="315"/>
              </a:cxn>
              <a:cxn ang="0">
                <a:pos x="35" y="335"/>
              </a:cxn>
              <a:cxn ang="0">
                <a:pos x="5" y="378"/>
              </a:cxn>
              <a:cxn ang="0">
                <a:pos x="0" y="435"/>
              </a:cxn>
              <a:cxn ang="0">
                <a:pos x="11" y="465"/>
              </a:cxn>
              <a:cxn ang="0">
                <a:pos x="54" y="507"/>
              </a:cxn>
              <a:cxn ang="0">
                <a:pos x="98" y="525"/>
              </a:cxn>
              <a:cxn ang="0">
                <a:pos x="118" y="555"/>
              </a:cxn>
              <a:cxn ang="0">
                <a:pos x="124" y="555"/>
              </a:cxn>
              <a:cxn ang="0">
                <a:pos x="228" y="518"/>
              </a:cxn>
              <a:cxn ang="0">
                <a:pos x="264" y="520"/>
              </a:cxn>
              <a:cxn ang="0">
                <a:pos x="299" y="518"/>
              </a:cxn>
              <a:cxn ang="0">
                <a:pos x="314" y="501"/>
              </a:cxn>
              <a:cxn ang="0">
                <a:pos x="326" y="465"/>
              </a:cxn>
              <a:cxn ang="0">
                <a:pos x="348" y="440"/>
              </a:cxn>
              <a:cxn ang="0">
                <a:pos x="384" y="429"/>
              </a:cxn>
              <a:cxn ang="0">
                <a:pos x="436" y="444"/>
              </a:cxn>
              <a:cxn ang="0">
                <a:pos x="478" y="469"/>
              </a:cxn>
              <a:cxn ang="0">
                <a:pos x="566" y="481"/>
              </a:cxn>
              <a:cxn ang="0">
                <a:pos x="601" y="464"/>
              </a:cxn>
              <a:cxn ang="0">
                <a:pos x="647" y="429"/>
              </a:cxn>
              <a:cxn ang="0">
                <a:pos x="674" y="431"/>
              </a:cxn>
              <a:cxn ang="0">
                <a:pos x="700" y="447"/>
              </a:cxn>
              <a:cxn ang="0">
                <a:pos x="723" y="447"/>
              </a:cxn>
              <a:cxn ang="0">
                <a:pos x="740" y="420"/>
              </a:cxn>
              <a:cxn ang="0">
                <a:pos x="772" y="385"/>
              </a:cxn>
              <a:cxn ang="0">
                <a:pos x="876" y="378"/>
              </a:cxn>
              <a:cxn ang="0">
                <a:pos x="927" y="364"/>
              </a:cxn>
              <a:cxn ang="0">
                <a:pos x="888" y="308"/>
              </a:cxn>
              <a:cxn ang="0">
                <a:pos x="856" y="292"/>
              </a:cxn>
              <a:cxn ang="0">
                <a:pos x="853" y="245"/>
              </a:cxn>
              <a:cxn ang="0">
                <a:pos x="821" y="252"/>
              </a:cxn>
              <a:cxn ang="0">
                <a:pos x="793" y="244"/>
              </a:cxn>
              <a:cxn ang="0">
                <a:pos x="781" y="227"/>
              </a:cxn>
              <a:cxn ang="0">
                <a:pos x="778" y="193"/>
              </a:cxn>
              <a:cxn ang="0">
                <a:pos x="744" y="174"/>
              </a:cxn>
              <a:cxn ang="0">
                <a:pos x="700" y="168"/>
              </a:cxn>
              <a:cxn ang="0">
                <a:pos x="680" y="140"/>
              </a:cxn>
              <a:cxn ang="0">
                <a:pos x="680" y="123"/>
              </a:cxn>
              <a:cxn ang="0">
                <a:pos x="680" y="77"/>
              </a:cxn>
              <a:cxn ang="0">
                <a:pos x="650" y="64"/>
              </a:cxn>
              <a:cxn ang="0">
                <a:pos x="619" y="59"/>
              </a:cxn>
              <a:cxn ang="0">
                <a:pos x="604" y="41"/>
              </a:cxn>
              <a:cxn ang="0">
                <a:pos x="610" y="9"/>
              </a:cxn>
              <a:cxn ang="0">
                <a:pos x="587" y="0"/>
              </a:cxn>
            </a:cxnLst>
            <a:rect l="0" t="0" r="r" b="b"/>
            <a:pathLst>
              <a:path w="931" h="558">
                <a:moveTo>
                  <a:pt x="587" y="1"/>
                </a:moveTo>
                <a:lnTo>
                  <a:pt x="569" y="6"/>
                </a:lnTo>
                <a:lnTo>
                  <a:pt x="553" y="12"/>
                </a:lnTo>
                <a:lnTo>
                  <a:pt x="525" y="26"/>
                </a:lnTo>
                <a:lnTo>
                  <a:pt x="479" y="48"/>
                </a:lnTo>
                <a:lnTo>
                  <a:pt x="464" y="65"/>
                </a:lnTo>
                <a:lnTo>
                  <a:pt x="456" y="81"/>
                </a:lnTo>
                <a:lnTo>
                  <a:pt x="441" y="117"/>
                </a:lnTo>
                <a:lnTo>
                  <a:pt x="430" y="163"/>
                </a:lnTo>
                <a:lnTo>
                  <a:pt x="424" y="190"/>
                </a:lnTo>
                <a:lnTo>
                  <a:pt x="407" y="202"/>
                </a:lnTo>
                <a:lnTo>
                  <a:pt x="386" y="205"/>
                </a:lnTo>
                <a:lnTo>
                  <a:pt x="360" y="203"/>
                </a:lnTo>
                <a:lnTo>
                  <a:pt x="327" y="201"/>
                </a:lnTo>
                <a:lnTo>
                  <a:pt x="310" y="203"/>
                </a:lnTo>
                <a:lnTo>
                  <a:pt x="295" y="208"/>
                </a:lnTo>
                <a:lnTo>
                  <a:pt x="284" y="216"/>
                </a:lnTo>
                <a:lnTo>
                  <a:pt x="272" y="232"/>
                </a:lnTo>
                <a:lnTo>
                  <a:pt x="258" y="250"/>
                </a:lnTo>
                <a:lnTo>
                  <a:pt x="220" y="263"/>
                </a:lnTo>
                <a:lnTo>
                  <a:pt x="206" y="272"/>
                </a:lnTo>
                <a:lnTo>
                  <a:pt x="150" y="298"/>
                </a:lnTo>
                <a:lnTo>
                  <a:pt x="103" y="309"/>
                </a:lnTo>
                <a:lnTo>
                  <a:pt x="65" y="313"/>
                </a:lnTo>
                <a:lnTo>
                  <a:pt x="66" y="309"/>
                </a:lnTo>
                <a:lnTo>
                  <a:pt x="57" y="315"/>
                </a:lnTo>
                <a:lnTo>
                  <a:pt x="54" y="319"/>
                </a:lnTo>
                <a:lnTo>
                  <a:pt x="35" y="335"/>
                </a:lnTo>
                <a:lnTo>
                  <a:pt x="16" y="360"/>
                </a:lnTo>
                <a:lnTo>
                  <a:pt x="5" y="378"/>
                </a:lnTo>
                <a:lnTo>
                  <a:pt x="0" y="412"/>
                </a:lnTo>
                <a:lnTo>
                  <a:pt x="0" y="435"/>
                </a:lnTo>
                <a:lnTo>
                  <a:pt x="5" y="450"/>
                </a:lnTo>
                <a:lnTo>
                  <a:pt x="11" y="465"/>
                </a:lnTo>
                <a:lnTo>
                  <a:pt x="31" y="489"/>
                </a:lnTo>
                <a:lnTo>
                  <a:pt x="54" y="507"/>
                </a:lnTo>
                <a:lnTo>
                  <a:pt x="60" y="508"/>
                </a:lnTo>
                <a:lnTo>
                  <a:pt x="98" y="525"/>
                </a:lnTo>
                <a:lnTo>
                  <a:pt x="106" y="534"/>
                </a:lnTo>
                <a:lnTo>
                  <a:pt x="118" y="555"/>
                </a:lnTo>
                <a:lnTo>
                  <a:pt x="117" y="558"/>
                </a:lnTo>
                <a:lnTo>
                  <a:pt x="124" y="555"/>
                </a:lnTo>
                <a:lnTo>
                  <a:pt x="157" y="542"/>
                </a:lnTo>
                <a:lnTo>
                  <a:pt x="228" y="518"/>
                </a:lnTo>
                <a:lnTo>
                  <a:pt x="245" y="516"/>
                </a:lnTo>
                <a:lnTo>
                  <a:pt x="264" y="520"/>
                </a:lnTo>
                <a:lnTo>
                  <a:pt x="281" y="523"/>
                </a:lnTo>
                <a:lnTo>
                  <a:pt x="299" y="518"/>
                </a:lnTo>
                <a:lnTo>
                  <a:pt x="299" y="518"/>
                </a:lnTo>
                <a:lnTo>
                  <a:pt x="314" y="501"/>
                </a:lnTo>
                <a:lnTo>
                  <a:pt x="321" y="487"/>
                </a:lnTo>
                <a:lnTo>
                  <a:pt x="326" y="465"/>
                </a:lnTo>
                <a:lnTo>
                  <a:pt x="337" y="449"/>
                </a:lnTo>
                <a:lnTo>
                  <a:pt x="348" y="440"/>
                </a:lnTo>
                <a:lnTo>
                  <a:pt x="359" y="434"/>
                </a:lnTo>
                <a:lnTo>
                  <a:pt x="384" y="429"/>
                </a:lnTo>
                <a:lnTo>
                  <a:pt x="411" y="429"/>
                </a:lnTo>
                <a:lnTo>
                  <a:pt x="436" y="444"/>
                </a:lnTo>
                <a:lnTo>
                  <a:pt x="456" y="456"/>
                </a:lnTo>
                <a:lnTo>
                  <a:pt x="478" y="469"/>
                </a:lnTo>
                <a:lnTo>
                  <a:pt x="554" y="482"/>
                </a:lnTo>
                <a:lnTo>
                  <a:pt x="566" y="481"/>
                </a:lnTo>
                <a:lnTo>
                  <a:pt x="590" y="472"/>
                </a:lnTo>
                <a:lnTo>
                  <a:pt x="601" y="464"/>
                </a:lnTo>
                <a:lnTo>
                  <a:pt x="626" y="440"/>
                </a:lnTo>
                <a:lnTo>
                  <a:pt x="647" y="429"/>
                </a:lnTo>
                <a:lnTo>
                  <a:pt x="661" y="428"/>
                </a:lnTo>
                <a:lnTo>
                  <a:pt x="674" y="431"/>
                </a:lnTo>
                <a:lnTo>
                  <a:pt x="682" y="438"/>
                </a:lnTo>
                <a:lnTo>
                  <a:pt x="700" y="447"/>
                </a:lnTo>
                <a:lnTo>
                  <a:pt x="712" y="449"/>
                </a:lnTo>
                <a:lnTo>
                  <a:pt x="723" y="447"/>
                </a:lnTo>
                <a:lnTo>
                  <a:pt x="734" y="430"/>
                </a:lnTo>
                <a:lnTo>
                  <a:pt x="740" y="420"/>
                </a:lnTo>
                <a:lnTo>
                  <a:pt x="750" y="403"/>
                </a:lnTo>
                <a:lnTo>
                  <a:pt x="772" y="385"/>
                </a:lnTo>
                <a:lnTo>
                  <a:pt x="789" y="379"/>
                </a:lnTo>
                <a:lnTo>
                  <a:pt x="876" y="378"/>
                </a:lnTo>
                <a:lnTo>
                  <a:pt x="931" y="383"/>
                </a:lnTo>
                <a:lnTo>
                  <a:pt x="927" y="364"/>
                </a:lnTo>
                <a:lnTo>
                  <a:pt x="906" y="331"/>
                </a:lnTo>
                <a:lnTo>
                  <a:pt x="888" y="308"/>
                </a:lnTo>
                <a:lnTo>
                  <a:pt x="866" y="303"/>
                </a:lnTo>
                <a:lnTo>
                  <a:pt x="856" y="292"/>
                </a:lnTo>
                <a:lnTo>
                  <a:pt x="857" y="271"/>
                </a:lnTo>
                <a:lnTo>
                  <a:pt x="853" y="245"/>
                </a:lnTo>
                <a:lnTo>
                  <a:pt x="837" y="249"/>
                </a:lnTo>
                <a:lnTo>
                  <a:pt x="821" y="252"/>
                </a:lnTo>
                <a:lnTo>
                  <a:pt x="809" y="251"/>
                </a:lnTo>
                <a:lnTo>
                  <a:pt x="793" y="244"/>
                </a:lnTo>
                <a:lnTo>
                  <a:pt x="787" y="236"/>
                </a:lnTo>
                <a:lnTo>
                  <a:pt x="781" y="227"/>
                </a:lnTo>
                <a:lnTo>
                  <a:pt x="780" y="211"/>
                </a:lnTo>
                <a:lnTo>
                  <a:pt x="778" y="193"/>
                </a:lnTo>
                <a:lnTo>
                  <a:pt x="763" y="180"/>
                </a:lnTo>
                <a:lnTo>
                  <a:pt x="744" y="174"/>
                </a:lnTo>
                <a:lnTo>
                  <a:pt x="712" y="170"/>
                </a:lnTo>
                <a:lnTo>
                  <a:pt x="700" y="168"/>
                </a:lnTo>
                <a:lnTo>
                  <a:pt x="683" y="157"/>
                </a:lnTo>
                <a:lnTo>
                  <a:pt x="680" y="140"/>
                </a:lnTo>
                <a:lnTo>
                  <a:pt x="677" y="135"/>
                </a:lnTo>
                <a:lnTo>
                  <a:pt x="680" y="123"/>
                </a:lnTo>
                <a:lnTo>
                  <a:pt x="682" y="105"/>
                </a:lnTo>
                <a:lnTo>
                  <a:pt x="680" y="77"/>
                </a:lnTo>
                <a:lnTo>
                  <a:pt x="667" y="65"/>
                </a:lnTo>
                <a:lnTo>
                  <a:pt x="650" y="64"/>
                </a:lnTo>
                <a:lnTo>
                  <a:pt x="638" y="64"/>
                </a:lnTo>
                <a:lnTo>
                  <a:pt x="619" y="59"/>
                </a:lnTo>
                <a:lnTo>
                  <a:pt x="605" y="48"/>
                </a:lnTo>
                <a:lnTo>
                  <a:pt x="604" y="41"/>
                </a:lnTo>
                <a:lnTo>
                  <a:pt x="604" y="27"/>
                </a:lnTo>
                <a:lnTo>
                  <a:pt x="610" y="9"/>
                </a:lnTo>
                <a:lnTo>
                  <a:pt x="606" y="1"/>
                </a:lnTo>
                <a:lnTo>
                  <a:pt x="587" y="0"/>
                </a:lnTo>
                <a:lnTo>
                  <a:pt x="587" y="1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57" name="Freeform 83"/>
          <p:cNvSpPr>
            <a:spLocks/>
          </p:cNvSpPr>
          <p:nvPr/>
        </p:nvSpPr>
        <p:spPr bwMode="auto">
          <a:xfrm rot="306148">
            <a:off x="4424425" y="4509017"/>
            <a:ext cx="169862" cy="239658"/>
          </a:xfrm>
          <a:custGeom>
            <a:avLst/>
            <a:gdLst/>
            <a:ahLst/>
            <a:cxnLst>
              <a:cxn ang="0">
                <a:pos x="132" y="653"/>
              </a:cxn>
              <a:cxn ang="0">
                <a:pos x="167" y="606"/>
              </a:cxn>
              <a:cxn ang="0">
                <a:pos x="202" y="581"/>
              </a:cxn>
              <a:cxn ang="0">
                <a:pos x="228" y="581"/>
              </a:cxn>
              <a:cxn ang="0">
                <a:pos x="272" y="604"/>
              </a:cxn>
              <a:cxn ang="0">
                <a:pos x="315" y="601"/>
              </a:cxn>
              <a:cxn ang="0">
                <a:pos x="346" y="568"/>
              </a:cxn>
              <a:cxn ang="0">
                <a:pos x="348" y="467"/>
              </a:cxn>
              <a:cxn ang="0">
                <a:pos x="360" y="437"/>
              </a:cxn>
              <a:cxn ang="0">
                <a:pos x="408" y="402"/>
              </a:cxn>
              <a:cxn ang="0">
                <a:pos x="435" y="375"/>
              </a:cxn>
              <a:cxn ang="0">
                <a:pos x="442" y="320"/>
              </a:cxn>
              <a:cxn ang="0">
                <a:pos x="457" y="231"/>
              </a:cxn>
              <a:cxn ang="0">
                <a:pos x="492" y="159"/>
              </a:cxn>
              <a:cxn ang="0">
                <a:pos x="513" y="87"/>
              </a:cxn>
              <a:cxn ang="0">
                <a:pos x="506" y="2"/>
              </a:cxn>
              <a:cxn ang="0">
                <a:pos x="472" y="4"/>
              </a:cxn>
              <a:cxn ang="0">
                <a:pos x="436" y="2"/>
              </a:cxn>
              <a:cxn ang="0">
                <a:pos x="332" y="39"/>
              </a:cxn>
              <a:cxn ang="0">
                <a:pos x="326" y="37"/>
              </a:cxn>
              <a:cxn ang="0">
                <a:pos x="332" y="76"/>
              </a:cxn>
              <a:cxn ang="0">
                <a:pos x="327" y="122"/>
              </a:cxn>
              <a:cxn ang="0">
                <a:pos x="191" y="129"/>
              </a:cxn>
              <a:cxn ang="0">
                <a:pos x="140" y="141"/>
              </a:cxn>
              <a:cxn ang="0">
                <a:pos x="160" y="165"/>
              </a:cxn>
              <a:cxn ang="0">
                <a:pos x="190" y="173"/>
              </a:cxn>
              <a:cxn ang="0">
                <a:pos x="219" y="158"/>
              </a:cxn>
              <a:cxn ang="0">
                <a:pos x="230" y="165"/>
              </a:cxn>
              <a:cxn ang="0">
                <a:pos x="227" y="195"/>
              </a:cxn>
              <a:cxn ang="0">
                <a:pos x="213" y="234"/>
              </a:cxn>
              <a:cxn ang="0">
                <a:pos x="254" y="336"/>
              </a:cxn>
              <a:cxn ang="0">
                <a:pos x="263" y="375"/>
              </a:cxn>
              <a:cxn ang="0">
                <a:pos x="260" y="423"/>
              </a:cxn>
              <a:cxn ang="0">
                <a:pos x="237" y="438"/>
              </a:cxn>
              <a:cxn ang="0">
                <a:pos x="193" y="434"/>
              </a:cxn>
              <a:cxn ang="0">
                <a:pos x="174" y="414"/>
              </a:cxn>
              <a:cxn ang="0">
                <a:pos x="146" y="394"/>
              </a:cxn>
              <a:cxn ang="0">
                <a:pos x="109" y="419"/>
              </a:cxn>
              <a:cxn ang="0">
                <a:pos x="99" y="447"/>
              </a:cxn>
              <a:cxn ang="0">
                <a:pos x="94" y="481"/>
              </a:cxn>
              <a:cxn ang="0">
                <a:pos x="87" y="515"/>
              </a:cxn>
              <a:cxn ang="0">
                <a:pos x="67" y="540"/>
              </a:cxn>
              <a:cxn ang="0">
                <a:pos x="28" y="538"/>
              </a:cxn>
              <a:cxn ang="0">
                <a:pos x="5" y="539"/>
              </a:cxn>
              <a:cxn ang="0">
                <a:pos x="0" y="538"/>
              </a:cxn>
              <a:cxn ang="0">
                <a:pos x="35" y="575"/>
              </a:cxn>
              <a:cxn ang="0">
                <a:pos x="44" y="603"/>
              </a:cxn>
              <a:cxn ang="0">
                <a:pos x="65" y="620"/>
              </a:cxn>
              <a:cxn ang="0">
                <a:pos x="93" y="645"/>
              </a:cxn>
              <a:cxn ang="0">
                <a:pos x="103" y="690"/>
              </a:cxn>
            </a:cxnLst>
            <a:rect l="0" t="0" r="r" b="b"/>
            <a:pathLst>
              <a:path w="517" h="690">
                <a:moveTo>
                  <a:pt x="103" y="690"/>
                </a:moveTo>
                <a:lnTo>
                  <a:pt x="132" y="653"/>
                </a:lnTo>
                <a:lnTo>
                  <a:pt x="150" y="629"/>
                </a:lnTo>
                <a:lnTo>
                  <a:pt x="167" y="606"/>
                </a:lnTo>
                <a:lnTo>
                  <a:pt x="184" y="592"/>
                </a:lnTo>
                <a:lnTo>
                  <a:pt x="202" y="581"/>
                </a:lnTo>
                <a:lnTo>
                  <a:pt x="218" y="579"/>
                </a:lnTo>
                <a:lnTo>
                  <a:pt x="228" y="581"/>
                </a:lnTo>
                <a:lnTo>
                  <a:pt x="245" y="591"/>
                </a:lnTo>
                <a:lnTo>
                  <a:pt x="272" y="604"/>
                </a:lnTo>
                <a:lnTo>
                  <a:pt x="289" y="604"/>
                </a:lnTo>
                <a:lnTo>
                  <a:pt x="315" y="601"/>
                </a:lnTo>
                <a:lnTo>
                  <a:pt x="332" y="587"/>
                </a:lnTo>
                <a:lnTo>
                  <a:pt x="346" y="568"/>
                </a:lnTo>
                <a:lnTo>
                  <a:pt x="353" y="539"/>
                </a:lnTo>
                <a:lnTo>
                  <a:pt x="348" y="467"/>
                </a:lnTo>
                <a:lnTo>
                  <a:pt x="353" y="447"/>
                </a:lnTo>
                <a:lnTo>
                  <a:pt x="360" y="437"/>
                </a:lnTo>
                <a:lnTo>
                  <a:pt x="376" y="427"/>
                </a:lnTo>
                <a:lnTo>
                  <a:pt x="408" y="402"/>
                </a:lnTo>
                <a:lnTo>
                  <a:pt x="424" y="391"/>
                </a:lnTo>
                <a:lnTo>
                  <a:pt x="435" y="375"/>
                </a:lnTo>
                <a:lnTo>
                  <a:pt x="442" y="355"/>
                </a:lnTo>
                <a:lnTo>
                  <a:pt x="442" y="320"/>
                </a:lnTo>
                <a:lnTo>
                  <a:pt x="446" y="286"/>
                </a:lnTo>
                <a:lnTo>
                  <a:pt x="457" y="231"/>
                </a:lnTo>
                <a:lnTo>
                  <a:pt x="474" y="192"/>
                </a:lnTo>
                <a:lnTo>
                  <a:pt x="492" y="159"/>
                </a:lnTo>
                <a:lnTo>
                  <a:pt x="506" y="126"/>
                </a:lnTo>
                <a:lnTo>
                  <a:pt x="513" y="87"/>
                </a:lnTo>
                <a:lnTo>
                  <a:pt x="517" y="54"/>
                </a:lnTo>
                <a:lnTo>
                  <a:pt x="506" y="2"/>
                </a:lnTo>
                <a:lnTo>
                  <a:pt x="489" y="7"/>
                </a:lnTo>
                <a:lnTo>
                  <a:pt x="472" y="4"/>
                </a:lnTo>
                <a:lnTo>
                  <a:pt x="453" y="0"/>
                </a:lnTo>
                <a:lnTo>
                  <a:pt x="436" y="2"/>
                </a:lnTo>
                <a:lnTo>
                  <a:pt x="365" y="26"/>
                </a:lnTo>
                <a:lnTo>
                  <a:pt x="332" y="39"/>
                </a:lnTo>
                <a:lnTo>
                  <a:pt x="325" y="42"/>
                </a:lnTo>
                <a:lnTo>
                  <a:pt x="326" y="37"/>
                </a:lnTo>
                <a:lnTo>
                  <a:pt x="333" y="61"/>
                </a:lnTo>
                <a:lnTo>
                  <a:pt x="332" y="76"/>
                </a:lnTo>
                <a:lnTo>
                  <a:pt x="332" y="93"/>
                </a:lnTo>
                <a:lnTo>
                  <a:pt x="327" y="122"/>
                </a:lnTo>
                <a:lnTo>
                  <a:pt x="237" y="125"/>
                </a:lnTo>
                <a:lnTo>
                  <a:pt x="191" y="129"/>
                </a:lnTo>
                <a:lnTo>
                  <a:pt x="145" y="137"/>
                </a:lnTo>
                <a:lnTo>
                  <a:pt x="140" y="141"/>
                </a:lnTo>
                <a:lnTo>
                  <a:pt x="147" y="158"/>
                </a:lnTo>
                <a:lnTo>
                  <a:pt x="160" y="165"/>
                </a:lnTo>
                <a:lnTo>
                  <a:pt x="172" y="173"/>
                </a:lnTo>
                <a:lnTo>
                  <a:pt x="190" y="173"/>
                </a:lnTo>
                <a:lnTo>
                  <a:pt x="202" y="172"/>
                </a:lnTo>
                <a:lnTo>
                  <a:pt x="219" y="158"/>
                </a:lnTo>
                <a:lnTo>
                  <a:pt x="227" y="158"/>
                </a:lnTo>
                <a:lnTo>
                  <a:pt x="230" y="165"/>
                </a:lnTo>
                <a:lnTo>
                  <a:pt x="228" y="182"/>
                </a:lnTo>
                <a:lnTo>
                  <a:pt x="227" y="195"/>
                </a:lnTo>
                <a:lnTo>
                  <a:pt x="218" y="219"/>
                </a:lnTo>
                <a:lnTo>
                  <a:pt x="213" y="234"/>
                </a:lnTo>
                <a:lnTo>
                  <a:pt x="218" y="241"/>
                </a:lnTo>
                <a:lnTo>
                  <a:pt x="254" y="336"/>
                </a:lnTo>
                <a:lnTo>
                  <a:pt x="261" y="353"/>
                </a:lnTo>
                <a:lnTo>
                  <a:pt x="263" y="375"/>
                </a:lnTo>
                <a:lnTo>
                  <a:pt x="268" y="409"/>
                </a:lnTo>
                <a:lnTo>
                  <a:pt x="260" y="423"/>
                </a:lnTo>
                <a:lnTo>
                  <a:pt x="253" y="429"/>
                </a:lnTo>
                <a:lnTo>
                  <a:pt x="237" y="438"/>
                </a:lnTo>
                <a:lnTo>
                  <a:pt x="215" y="440"/>
                </a:lnTo>
                <a:lnTo>
                  <a:pt x="193" y="434"/>
                </a:lnTo>
                <a:lnTo>
                  <a:pt x="185" y="427"/>
                </a:lnTo>
                <a:lnTo>
                  <a:pt x="174" y="414"/>
                </a:lnTo>
                <a:lnTo>
                  <a:pt x="163" y="402"/>
                </a:lnTo>
                <a:lnTo>
                  <a:pt x="146" y="394"/>
                </a:lnTo>
                <a:lnTo>
                  <a:pt x="123" y="400"/>
                </a:lnTo>
                <a:lnTo>
                  <a:pt x="109" y="419"/>
                </a:lnTo>
                <a:lnTo>
                  <a:pt x="104" y="433"/>
                </a:lnTo>
                <a:lnTo>
                  <a:pt x="99" y="447"/>
                </a:lnTo>
                <a:lnTo>
                  <a:pt x="96" y="467"/>
                </a:lnTo>
                <a:lnTo>
                  <a:pt x="94" y="481"/>
                </a:lnTo>
                <a:lnTo>
                  <a:pt x="93" y="496"/>
                </a:lnTo>
                <a:lnTo>
                  <a:pt x="87" y="515"/>
                </a:lnTo>
                <a:lnTo>
                  <a:pt x="80" y="530"/>
                </a:lnTo>
                <a:lnTo>
                  <a:pt x="67" y="540"/>
                </a:lnTo>
                <a:lnTo>
                  <a:pt x="52" y="540"/>
                </a:lnTo>
                <a:lnTo>
                  <a:pt x="28" y="538"/>
                </a:lnTo>
                <a:lnTo>
                  <a:pt x="10" y="538"/>
                </a:lnTo>
                <a:lnTo>
                  <a:pt x="5" y="539"/>
                </a:lnTo>
                <a:lnTo>
                  <a:pt x="0" y="539"/>
                </a:lnTo>
                <a:lnTo>
                  <a:pt x="0" y="538"/>
                </a:lnTo>
                <a:lnTo>
                  <a:pt x="25" y="559"/>
                </a:lnTo>
                <a:lnTo>
                  <a:pt x="35" y="575"/>
                </a:lnTo>
                <a:lnTo>
                  <a:pt x="40" y="590"/>
                </a:lnTo>
                <a:lnTo>
                  <a:pt x="44" y="603"/>
                </a:lnTo>
                <a:lnTo>
                  <a:pt x="52" y="613"/>
                </a:lnTo>
                <a:lnTo>
                  <a:pt x="65" y="620"/>
                </a:lnTo>
                <a:lnTo>
                  <a:pt x="80" y="626"/>
                </a:lnTo>
                <a:lnTo>
                  <a:pt x="93" y="645"/>
                </a:lnTo>
                <a:lnTo>
                  <a:pt x="100" y="683"/>
                </a:lnTo>
                <a:lnTo>
                  <a:pt x="103" y="69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58" name="Freeform 84"/>
          <p:cNvSpPr>
            <a:spLocks/>
          </p:cNvSpPr>
          <p:nvPr/>
        </p:nvSpPr>
        <p:spPr bwMode="auto">
          <a:xfrm rot="306148">
            <a:off x="4841937" y="4502669"/>
            <a:ext cx="115888" cy="136493"/>
          </a:xfrm>
          <a:custGeom>
            <a:avLst/>
            <a:gdLst/>
            <a:ahLst/>
            <a:cxnLst>
              <a:cxn ang="0">
                <a:pos x="0" y="395"/>
              </a:cxn>
              <a:cxn ang="0">
                <a:pos x="8" y="359"/>
              </a:cxn>
              <a:cxn ang="0">
                <a:pos x="10" y="336"/>
              </a:cxn>
              <a:cxn ang="0">
                <a:pos x="17" y="319"/>
              </a:cxn>
              <a:cxn ang="0">
                <a:pos x="22" y="305"/>
              </a:cxn>
              <a:cxn ang="0">
                <a:pos x="27" y="293"/>
              </a:cxn>
              <a:cxn ang="0">
                <a:pos x="40" y="272"/>
              </a:cxn>
              <a:cxn ang="0">
                <a:pos x="78" y="229"/>
              </a:cxn>
              <a:cxn ang="0">
                <a:pos x="93" y="204"/>
              </a:cxn>
              <a:cxn ang="0">
                <a:pos x="96" y="185"/>
              </a:cxn>
              <a:cxn ang="0">
                <a:pos x="95" y="178"/>
              </a:cxn>
              <a:cxn ang="0">
                <a:pos x="83" y="167"/>
              </a:cxn>
              <a:cxn ang="0">
                <a:pos x="69" y="161"/>
              </a:cxn>
              <a:cxn ang="0">
                <a:pos x="61" y="142"/>
              </a:cxn>
              <a:cxn ang="0">
                <a:pos x="56" y="120"/>
              </a:cxn>
              <a:cxn ang="0">
                <a:pos x="58" y="112"/>
              </a:cxn>
              <a:cxn ang="0">
                <a:pos x="61" y="105"/>
              </a:cxn>
              <a:cxn ang="0">
                <a:pos x="90" y="92"/>
              </a:cxn>
              <a:cxn ang="0">
                <a:pos x="99" y="77"/>
              </a:cxn>
              <a:cxn ang="0">
                <a:pos x="102" y="57"/>
              </a:cxn>
              <a:cxn ang="0">
                <a:pos x="102" y="56"/>
              </a:cxn>
              <a:cxn ang="0">
                <a:pos x="102" y="57"/>
              </a:cxn>
              <a:cxn ang="0">
                <a:pos x="120" y="62"/>
              </a:cxn>
              <a:cxn ang="0">
                <a:pos x="138" y="62"/>
              </a:cxn>
              <a:cxn ang="0">
                <a:pos x="156" y="60"/>
              </a:cxn>
              <a:cxn ang="0">
                <a:pos x="172" y="55"/>
              </a:cxn>
              <a:cxn ang="0">
                <a:pos x="191" y="47"/>
              </a:cxn>
              <a:cxn ang="0">
                <a:pos x="226" y="38"/>
              </a:cxn>
              <a:cxn ang="0">
                <a:pos x="260" y="26"/>
              </a:cxn>
              <a:cxn ang="0">
                <a:pos x="277" y="20"/>
              </a:cxn>
              <a:cxn ang="0">
                <a:pos x="311" y="1"/>
              </a:cxn>
              <a:cxn ang="0">
                <a:pos x="312" y="0"/>
              </a:cxn>
              <a:cxn ang="0">
                <a:pos x="312" y="54"/>
              </a:cxn>
              <a:cxn ang="0">
                <a:pos x="317" y="73"/>
              </a:cxn>
              <a:cxn ang="0">
                <a:pos x="342" y="132"/>
              </a:cxn>
              <a:cxn ang="0">
                <a:pos x="349" y="150"/>
              </a:cxn>
              <a:cxn ang="0">
                <a:pos x="357" y="177"/>
              </a:cxn>
              <a:cxn ang="0">
                <a:pos x="354" y="190"/>
              </a:cxn>
              <a:cxn ang="0">
                <a:pos x="343" y="200"/>
              </a:cxn>
              <a:cxn ang="0">
                <a:pos x="333" y="208"/>
              </a:cxn>
              <a:cxn ang="0">
                <a:pos x="302" y="222"/>
              </a:cxn>
              <a:cxn ang="0">
                <a:pos x="292" y="230"/>
              </a:cxn>
              <a:cxn ang="0">
                <a:pos x="289" y="239"/>
              </a:cxn>
              <a:cxn ang="0">
                <a:pos x="287" y="260"/>
              </a:cxn>
              <a:cxn ang="0">
                <a:pos x="292" y="282"/>
              </a:cxn>
              <a:cxn ang="0">
                <a:pos x="295" y="300"/>
              </a:cxn>
              <a:cxn ang="0">
                <a:pos x="295" y="321"/>
              </a:cxn>
              <a:cxn ang="0">
                <a:pos x="292" y="336"/>
              </a:cxn>
              <a:cxn ang="0">
                <a:pos x="282" y="370"/>
              </a:cxn>
              <a:cxn ang="0">
                <a:pos x="284" y="370"/>
              </a:cxn>
              <a:cxn ang="0">
                <a:pos x="284" y="369"/>
              </a:cxn>
              <a:cxn ang="0">
                <a:pos x="148" y="369"/>
              </a:cxn>
              <a:cxn ang="0">
                <a:pos x="72" y="369"/>
              </a:cxn>
              <a:cxn ang="0">
                <a:pos x="54" y="369"/>
              </a:cxn>
              <a:cxn ang="0">
                <a:pos x="17" y="376"/>
              </a:cxn>
              <a:cxn ang="0">
                <a:pos x="0" y="395"/>
              </a:cxn>
            </a:cxnLst>
            <a:rect l="0" t="0" r="r" b="b"/>
            <a:pathLst>
              <a:path w="357" h="395">
                <a:moveTo>
                  <a:pt x="0" y="395"/>
                </a:moveTo>
                <a:lnTo>
                  <a:pt x="8" y="359"/>
                </a:lnTo>
                <a:lnTo>
                  <a:pt x="10" y="336"/>
                </a:lnTo>
                <a:lnTo>
                  <a:pt x="17" y="319"/>
                </a:lnTo>
                <a:lnTo>
                  <a:pt x="22" y="305"/>
                </a:lnTo>
                <a:lnTo>
                  <a:pt x="27" y="293"/>
                </a:lnTo>
                <a:lnTo>
                  <a:pt x="40" y="272"/>
                </a:lnTo>
                <a:lnTo>
                  <a:pt x="78" y="229"/>
                </a:lnTo>
                <a:lnTo>
                  <a:pt x="93" y="204"/>
                </a:lnTo>
                <a:lnTo>
                  <a:pt x="96" y="185"/>
                </a:lnTo>
                <a:lnTo>
                  <a:pt x="95" y="178"/>
                </a:lnTo>
                <a:lnTo>
                  <a:pt x="83" y="167"/>
                </a:lnTo>
                <a:lnTo>
                  <a:pt x="69" y="161"/>
                </a:lnTo>
                <a:lnTo>
                  <a:pt x="61" y="142"/>
                </a:lnTo>
                <a:lnTo>
                  <a:pt x="56" y="120"/>
                </a:lnTo>
                <a:lnTo>
                  <a:pt x="58" y="112"/>
                </a:lnTo>
                <a:lnTo>
                  <a:pt x="61" y="105"/>
                </a:lnTo>
                <a:lnTo>
                  <a:pt x="90" y="92"/>
                </a:lnTo>
                <a:lnTo>
                  <a:pt x="99" y="77"/>
                </a:lnTo>
                <a:lnTo>
                  <a:pt x="102" y="57"/>
                </a:lnTo>
                <a:lnTo>
                  <a:pt x="102" y="56"/>
                </a:lnTo>
                <a:lnTo>
                  <a:pt x="102" y="57"/>
                </a:lnTo>
                <a:lnTo>
                  <a:pt x="120" y="62"/>
                </a:lnTo>
                <a:lnTo>
                  <a:pt x="138" y="62"/>
                </a:lnTo>
                <a:lnTo>
                  <a:pt x="156" y="60"/>
                </a:lnTo>
                <a:lnTo>
                  <a:pt x="172" y="55"/>
                </a:lnTo>
                <a:lnTo>
                  <a:pt x="191" y="47"/>
                </a:lnTo>
                <a:lnTo>
                  <a:pt x="226" y="38"/>
                </a:lnTo>
                <a:lnTo>
                  <a:pt x="260" y="26"/>
                </a:lnTo>
                <a:lnTo>
                  <a:pt x="277" y="20"/>
                </a:lnTo>
                <a:lnTo>
                  <a:pt x="311" y="1"/>
                </a:lnTo>
                <a:lnTo>
                  <a:pt x="312" y="0"/>
                </a:lnTo>
                <a:lnTo>
                  <a:pt x="312" y="54"/>
                </a:lnTo>
                <a:lnTo>
                  <a:pt x="317" y="73"/>
                </a:lnTo>
                <a:lnTo>
                  <a:pt x="342" y="132"/>
                </a:lnTo>
                <a:lnTo>
                  <a:pt x="349" y="150"/>
                </a:lnTo>
                <a:lnTo>
                  <a:pt x="357" y="177"/>
                </a:lnTo>
                <a:lnTo>
                  <a:pt x="354" y="190"/>
                </a:lnTo>
                <a:lnTo>
                  <a:pt x="343" y="200"/>
                </a:lnTo>
                <a:lnTo>
                  <a:pt x="333" y="208"/>
                </a:lnTo>
                <a:lnTo>
                  <a:pt x="302" y="222"/>
                </a:lnTo>
                <a:lnTo>
                  <a:pt x="292" y="230"/>
                </a:lnTo>
                <a:lnTo>
                  <a:pt x="289" y="239"/>
                </a:lnTo>
                <a:lnTo>
                  <a:pt x="287" y="260"/>
                </a:lnTo>
                <a:lnTo>
                  <a:pt x="292" y="282"/>
                </a:lnTo>
                <a:lnTo>
                  <a:pt x="295" y="300"/>
                </a:lnTo>
                <a:lnTo>
                  <a:pt x="295" y="321"/>
                </a:lnTo>
                <a:lnTo>
                  <a:pt x="292" y="336"/>
                </a:lnTo>
                <a:lnTo>
                  <a:pt x="282" y="370"/>
                </a:lnTo>
                <a:lnTo>
                  <a:pt x="284" y="370"/>
                </a:lnTo>
                <a:lnTo>
                  <a:pt x="284" y="369"/>
                </a:lnTo>
                <a:lnTo>
                  <a:pt x="148" y="369"/>
                </a:lnTo>
                <a:lnTo>
                  <a:pt x="72" y="369"/>
                </a:lnTo>
                <a:lnTo>
                  <a:pt x="54" y="369"/>
                </a:lnTo>
                <a:lnTo>
                  <a:pt x="17" y="376"/>
                </a:lnTo>
                <a:lnTo>
                  <a:pt x="0" y="395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Freeform 85"/>
          <p:cNvSpPr>
            <a:spLocks/>
          </p:cNvSpPr>
          <p:nvPr/>
        </p:nvSpPr>
        <p:spPr bwMode="auto">
          <a:xfrm rot="306148">
            <a:off x="4829238" y="4624878"/>
            <a:ext cx="41275" cy="69834"/>
          </a:xfrm>
          <a:custGeom>
            <a:avLst/>
            <a:gdLst/>
            <a:ahLst/>
            <a:cxnLst>
              <a:cxn ang="0">
                <a:pos x="0" y="196"/>
              </a:cxn>
              <a:cxn ang="0">
                <a:pos x="0" y="173"/>
              </a:cxn>
              <a:cxn ang="0">
                <a:pos x="0" y="150"/>
              </a:cxn>
              <a:cxn ang="0">
                <a:pos x="3" y="133"/>
              </a:cxn>
              <a:cxn ang="0">
                <a:pos x="6" y="75"/>
              </a:cxn>
              <a:cxn ang="0">
                <a:pos x="10" y="61"/>
              </a:cxn>
              <a:cxn ang="0">
                <a:pos x="13" y="38"/>
              </a:cxn>
              <a:cxn ang="0">
                <a:pos x="18" y="27"/>
              </a:cxn>
              <a:cxn ang="0">
                <a:pos x="34" y="8"/>
              </a:cxn>
              <a:cxn ang="0">
                <a:pos x="65" y="0"/>
              </a:cxn>
              <a:cxn ang="0">
                <a:pos x="90" y="0"/>
              </a:cxn>
              <a:cxn ang="0">
                <a:pos x="108" y="27"/>
              </a:cxn>
              <a:cxn ang="0">
                <a:pos x="117" y="60"/>
              </a:cxn>
              <a:cxn ang="0">
                <a:pos x="117" y="81"/>
              </a:cxn>
              <a:cxn ang="0">
                <a:pos x="122" y="119"/>
              </a:cxn>
              <a:cxn ang="0">
                <a:pos x="122" y="133"/>
              </a:cxn>
              <a:cxn ang="0">
                <a:pos x="125" y="168"/>
              </a:cxn>
              <a:cxn ang="0">
                <a:pos x="120" y="186"/>
              </a:cxn>
              <a:cxn ang="0">
                <a:pos x="108" y="200"/>
              </a:cxn>
              <a:cxn ang="0">
                <a:pos x="108" y="201"/>
              </a:cxn>
              <a:cxn ang="0">
                <a:pos x="97" y="191"/>
              </a:cxn>
              <a:cxn ang="0">
                <a:pos x="83" y="186"/>
              </a:cxn>
              <a:cxn ang="0">
                <a:pos x="77" y="185"/>
              </a:cxn>
              <a:cxn ang="0">
                <a:pos x="62" y="182"/>
              </a:cxn>
              <a:cxn ang="0">
                <a:pos x="62" y="168"/>
              </a:cxn>
              <a:cxn ang="0">
                <a:pos x="61" y="157"/>
              </a:cxn>
              <a:cxn ang="0">
                <a:pos x="55" y="150"/>
              </a:cxn>
              <a:cxn ang="0">
                <a:pos x="48" y="151"/>
              </a:cxn>
              <a:cxn ang="0">
                <a:pos x="46" y="168"/>
              </a:cxn>
              <a:cxn ang="0">
                <a:pos x="41" y="180"/>
              </a:cxn>
              <a:cxn ang="0">
                <a:pos x="24" y="191"/>
              </a:cxn>
              <a:cxn ang="0">
                <a:pos x="5" y="196"/>
              </a:cxn>
              <a:cxn ang="0">
                <a:pos x="0" y="196"/>
              </a:cxn>
            </a:cxnLst>
            <a:rect l="0" t="0" r="r" b="b"/>
            <a:pathLst>
              <a:path w="125" h="201">
                <a:moveTo>
                  <a:pt x="0" y="196"/>
                </a:moveTo>
                <a:lnTo>
                  <a:pt x="0" y="173"/>
                </a:lnTo>
                <a:lnTo>
                  <a:pt x="0" y="150"/>
                </a:lnTo>
                <a:lnTo>
                  <a:pt x="3" y="133"/>
                </a:lnTo>
                <a:lnTo>
                  <a:pt x="6" y="75"/>
                </a:lnTo>
                <a:lnTo>
                  <a:pt x="10" y="61"/>
                </a:lnTo>
                <a:lnTo>
                  <a:pt x="13" y="38"/>
                </a:lnTo>
                <a:lnTo>
                  <a:pt x="18" y="27"/>
                </a:lnTo>
                <a:lnTo>
                  <a:pt x="34" y="8"/>
                </a:lnTo>
                <a:lnTo>
                  <a:pt x="65" y="0"/>
                </a:lnTo>
                <a:lnTo>
                  <a:pt x="90" y="0"/>
                </a:lnTo>
                <a:lnTo>
                  <a:pt x="108" y="27"/>
                </a:lnTo>
                <a:lnTo>
                  <a:pt x="117" y="60"/>
                </a:lnTo>
                <a:lnTo>
                  <a:pt x="117" y="81"/>
                </a:lnTo>
                <a:lnTo>
                  <a:pt x="122" y="119"/>
                </a:lnTo>
                <a:lnTo>
                  <a:pt x="122" y="133"/>
                </a:lnTo>
                <a:lnTo>
                  <a:pt x="125" y="168"/>
                </a:lnTo>
                <a:lnTo>
                  <a:pt x="120" y="186"/>
                </a:lnTo>
                <a:lnTo>
                  <a:pt x="108" y="200"/>
                </a:lnTo>
                <a:lnTo>
                  <a:pt x="108" y="201"/>
                </a:lnTo>
                <a:lnTo>
                  <a:pt x="97" y="191"/>
                </a:lnTo>
                <a:lnTo>
                  <a:pt x="83" y="186"/>
                </a:lnTo>
                <a:lnTo>
                  <a:pt x="77" y="185"/>
                </a:lnTo>
                <a:lnTo>
                  <a:pt x="62" y="182"/>
                </a:lnTo>
                <a:lnTo>
                  <a:pt x="62" y="168"/>
                </a:lnTo>
                <a:lnTo>
                  <a:pt x="61" y="157"/>
                </a:lnTo>
                <a:lnTo>
                  <a:pt x="55" y="150"/>
                </a:lnTo>
                <a:lnTo>
                  <a:pt x="48" y="151"/>
                </a:lnTo>
                <a:lnTo>
                  <a:pt x="46" y="168"/>
                </a:lnTo>
                <a:lnTo>
                  <a:pt x="41" y="180"/>
                </a:lnTo>
                <a:lnTo>
                  <a:pt x="24" y="191"/>
                </a:lnTo>
                <a:lnTo>
                  <a:pt x="5" y="196"/>
                </a:lnTo>
                <a:lnTo>
                  <a:pt x="0" y="196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Freeform 86"/>
          <p:cNvSpPr>
            <a:spLocks/>
          </p:cNvSpPr>
          <p:nvPr/>
        </p:nvSpPr>
        <p:spPr bwMode="auto">
          <a:xfrm rot="306148">
            <a:off x="4827650" y="4678841"/>
            <a:ext cx="36512" cy="55549"/>
          </a:xfrm>
          <a:custGeom>
            <a:avLst/>
            <a:gdLst/>
            <a:ahLst/>
            <a:cxnLst>
              <a:cxn ang="0">
                <a:pos x="19" y="161"/>
              </a:cxn>
              <a:cxn ang="0">
                <a:pos x="12" y="143"/>
              </a:cxn>
              <a:cxn ang="0">
                <a:pos x="7" y="118"/>
              </a:cxn>
              <a:cxn ang="0">
                <a:pos x="2" y="85"/>
              </a:cxn>
              <a:cxn ang="0">
                <a:pos x="2" y="84"/>
              </a:cxn>
              <a:cxn ang="0">
                <a:pos x="0" y="45"/>
              </a:cxn>
              <a:cxn ang="0">
                <a:pos x="2" y="45"/>
              </a:cxn>
              <a:cxn ang="0">
                <a:pos x="21" y="41"/>
              </a:cxn>
              <a:cxn ang="0">
                <a:pos x="38" y="30"/>
              </a:cxn>
              <a:cxn ang="0">
                <a:pos x="44" y="18"/>
              </a:cxn>
              <a:cxn ang="0">
                <a:pos x="45" y="0"/>
              </a:cxn>
              <a:cxn ang="0">
                <a:pos x="53" y="0"/>
              </a:cxn>
              <a:cxn ang="0">
                <a:pos x="56" y="6"/>
              </a:cxn>
              <a:cxn ang="0">
                <a:pos x="58" y="18"/>
              </a:cxn>
              <a:cxn ang="0">
                <a:pos x="58" y="31"/>
              </a:cxn>
              <a:cxn ang="0">
                <a:pos x="74" y="35"/>
              </a:cxn>
              <a:cxn ang="0">
                <a:pos x="80" y="36"/>
              </a:cxn>
              <a:cxn ang="0">
                <a:pos x="95" y="41"/>
              </a:cxn>
              <a:cxn ang="0">
                <a:pos x="106" y="51"/>
              </a:cxn>
              <a:cxn ang="0">
                <a:pos x="106" y="49"/>
              </a:cxn>
              <a:cxn ang="0">
                <a:pos x="105" y="49"/>
              </a:cxn>
              <a:cxn ang="0">
                <a:pos x="112" y="67"/>
              </a:cxn>
              <a:cxn ang="0">
                <a:pos x="109" y="84"/>
              </a:cxn>
              <a:cxn ang="0">
                <a:pos x="101" y="105"/>
              </a:cxn>
              <a:cxn ang="0">
                <a:pos x="84" y="125"/>
              </a:cxn>
              <a:cxn ang="0">
                <a:pos x="60" y="142"/>
              </a:cxn>
              <a:cxn ang="0">
                <a:pos x="39" y="156"/>
              </a:cxn>
              <a:cxn ang="0">
                <a:pos x="21" y="163"/>
              </a:cxn>
              <a:cxn ang="0">
                <a:pos x="19" y="161"/>
              </a:cxn>
            </a:cxnLst>
            <a:rect l="0" t="0" r="r" b="b"/>
            <a:pathLst>
              <a:path w="112" h="163">
                <a:moveTo>
                  <a:pt x="19" y="161"/>
                </a:moveTo>
                <a:lnTo>
                  <a:pt x="12" y="143"/>
                </a:lnTo>
                <a:lnTo>
                  <a:pt x="7" y="118"/>
                </a:lnTo>
                <a:lnTo>
                  <a:pt x="2" y="85"/>
                </a:lnTo>
                <a:lnTo>
                  <a:pt x="2" y="84"/>
                </a:lnTo>
                <a:lnTo>
                  <a:pt x="0" y="45"/>
                </a:lnTo>
                <a:lnTo>
                  <a:pt x="2" y="45"/>
                </a:lnTo>
                <a:lnTo>
                  <a:pt x="21" y="41"/>
                </a:lnTo>
                <a:lnTo>
                  <a:pt x="38" y="30"/>
                </a:lnTo>
                <a:lnTo>
                  <a:pt x="44" y="18"/>
                </a:lnTo>
                <a:lnTo>
                  <a:pt x="45" y="0"/>
                </a:lnTo>
                <a:lnTo>
                  <a:pt x="53" y="0"/>
                </a:lnTo>
                <a:lnTo>
                  <a:pt x="56" y="6"/>
                </a:lnTo>
                <a:lnTo>
                  <a:pt x="58" y="18"/>
                </a:lnTo>
                <a:lnTo>
                  <a:pt x="58" y="31"/>
                </a:lnTo>
                <a:lnTo>
                  <a:pt x="74" y="35"/>
                </a:lnTo>
                <a:lnTo>
                  <a:pt x="80" y="36"/>
                </a:lnTo>
                <a:lnTo>
                  <a:pt x="95" y="41"/>
                </a:lnTo>
                <a:lnTo>
                  <a:pt x="106" y="51"/>
                </a:lnTo>
                <a:lnTo>
                  <a:pt x="106" y="49"/>
                </a:lnTo>
                <a:lnTo>
                  <a:pt x="105" y="49"/>
                </a:lnTo>
                <a:lnTo>
                  <a:pt x="112" y="67"/>
                </a:lnTo>
                <a:lnTo>
                  <a:pt x="109" y="84"/>
                </a:lnTo>
                <a:lnTo>
                  <a:pt x="101" y="105"/>
                </a:lnTo>
                <a:lnTo>
                  <a:pt x="84" y="125"/>
                </a:lnTo>
                <a:lnTo>
                  <a:pt x="60" y="142"/>
                </a:lnTo>
                <a:lnTo>
                  <a:pt x="39" y="156"/>
                </a:lnTo>
                <a:lnTo>
                  <a:pt x="21" y="163"/>
                </a:lnTo>
                <a:lnTo>
                  <a:pt x="19" y="161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Freeform 87"/>
          <p:cNvSpPr>
            <a:spLocks/>
          </p:cNvSpPr>
          <p:nvPr/>
        </p:nvSpPr>
        <p:spPr bwMode="auto">
          <a:xfrm rot="306148">
            <a:off x="4829237" y="4635987"/>
            <a:ext cx="236538" cy="268226"/>
          </a:xfrm>
          <a:custGeom>
            <a:avLst/>
            <a:gdLst/>
            <a:ahLst/>
            <a:cxnLst>
              <a:cxn ang="0">
                <a:pos x="709" y="701"/>
              </a:cxn>
              <a:cxn ang="0">
                <a:pos x="699" y="643"/>
              </a:cxn>
              <a:cxn ang="0">
                <a:pos x="682" y="597"/>
              </a:cxn>
              <a:cxn ang="0">
                <a:pos x="658" y="555"/>
              </a:cxn>
              <a:cxn ang="0">
                <a:pos x="664" y="515"/>
              </a:cxn>
              <a:cxn ang="0">
                <a:pos x="681" y="478"/>
              </a:cxn>
              <a:cxn ang="0">
                <a:pos x="673" y="449"/>
              </a:cxn>
              <a:cxn ang="0">
                <a:pos x="633" y="408"/>
              </a:cxn>
              <a:cxn ang="0">
                <a:pos x="629" y="360"/>
              </a:cxn>
              <a:cxn ang="0">
                <a:pos x="659" y="293"/>
              </a:cxn>
              <a:cxn ang="0">
                <a:pos x="663" y="278"/>
              </a:cxn>
              <a:cxn ang="0">
                <a:pos x="517" y="136"/>
              </a:cxn>
              <a:cxn ang="0">
                <a:pos x="472" y="87"/>
              </a:cxn>
              <a:cxn ang="0">
                <a:pos x="409" y="78"/>
              </a:cxn>
              <a:cxn ang="0">
                <a:pos x="360" y="57"/>
              </a:cxn>
              <a:cxn ang="0">
                <a:pos x="320" y="8"/>
              </a:cxn>
              <a:cxn ang="0">
                <a:pos x="273" y="1"/>
              </a:cxn>
              <a:cxn ang="0">
                <a:pos x="139" y="0"/>
              </a:cxn>
              <a:cxn ang="0">
                <a:pos x="70" y="0"/>
              </a:cxn>
              <a:cxn ang="0">
                <a:pos x="95" y="58"/>
              </a:cxn>
              <a:cxn ang="0">
                <a:pos x="100" y="117"/>
              </a:cxn>
              <a:cxn ang="0">
                <a:pos x="104" y="166"/>
              </a:cxn>
              <a:cxn ang="0">
                <a:pos x="87" y="198"/>
              </a:cxn>
              <a:cxn ang="0">
                <a:pos x="86" y="199"/>
              </a:cxn>
              <a:cxn ang="0">
                <a:pos x="90" y="234"/>
              </a:cxn>
              <a:cxn ang="0">
                <a:pos x="65" y="276"/>
              </a:cxn>
              <a:cxn ang="0">
                <a:pos x="20" y="308"/>
              </a:cxn>
              <a:cxn ang="0">
                <a:pos x="0" y="313"/>
              </a:cxn>
              <a:cxn ang="0">
                <a:pos x="40" y="424"/>
              </a:cxn>
              <a:cxn ang="0">
                <a:pos x="82" y="500"/>
              </a:cxn>
              <a:cxn ang="0">
                <a:pos x="110" y="545"/>
              </a:cxn>
              <a:cxn ang="0">
                <a:pos x="147" y="589"/>
              </a:cxn>
              <a:cxn ang="0">
                <a:pos x="185" y="619"/>
              </a:cxn>
              <a:cxn ang="0">
                <a:pos x="251" y="622"/>
              </a:cxn>
              <a:cxn ang="0">
                <a:pos x="314" y="613"/>
              </a:cxn>
              <a:cxn ang="0">
                <a:pos x="334" y="624"/>
              </a:cxn>
              <a:cxn ang="0">
                <a:pos x="338" y="655"/>
              </a:cxn>
              <a:cxn ang="0">
                <a:pos x="355" y="669"/>
              </a:cxn>
              <a:cxn ang="0">
                <a:pos x="390" y="679"/>
              </a:cxn>
              <a:cxn ang="0">
                <a:pos x="396" y="704"/>
              </a:cxn>
              <a:cxn ang="0">
                <a:pos x="391" y="751"/>
              </a:cxn>
              <a:cxn ang="0">
                <a:pos x="396" y="774"/>
              </a:cxn>
              <a:cxn ang="0">
                <a:pos x="438" y="752"/>
              </a:cxn>
              <a:cxn ang="0">
                <a:pos x="484" y="759"/>
              </a:cxn>
              <a:cxn ang="0">
                <a:pos x="534" y="774"/>
              </a:cxn>
              <a:cxn ang="0">
                <a:pos x="566" y="772"/>
              </a:cxn>
              <a:cxn ang="0">
                <a:pos x="583" y="734"/>
              </a:cxn>
              <a:cxn ang="0">
                <a:pos x="615" y="705"/>
              </a:cxn>
              <a:cxn ang="0">
                <a:pos x="639" y="706"/>
              </a:cxn>
              <a:cxn ang="0">
                <a:pos x="673" y="701"/>
              </a:cxn>
              <a:cxn ang="0">
                <a:pos x="703" y="689"/>
              </a:cxn>
              <a:cxn ang="0">
                <a:pos x="726" y="706"/>
              </a:cxn>
            </a:cxnLst>
            <a:rect l="0" t="0" r="r" b="b"/>
            <a:pathLst>
              <a:path w="726" h="778">
                <a:moveTo>
                  <a:pt x="726" y="706"/>
                </a:moveTo>
                <a:lnTo>
                  <a:pt x="709" y="701"/>
                </a:lnTo>
                <a:lnTo>
                  <a:pt x="705" y="686"/>
                </a:lnTo>
                <a:lnTo>
                  <a:pt x="699" y="643"/>
                </a:lnTo>
                <a:lnTo>
                  <a:pt x="694" y="619"/>
                </a:lnTo>
                <a:lnTo>
                  <a:pt x="682" y="597"/>
                </a:lnTo>
                <a:lnTo>
                  <a:pt x="668" y="573"/>
                </a:lnTo>
                <a:lnTo>
                  <a:pt x="658" y="555"/>
                </a:lnTo>
                <a:lnTo>
                  <a:pt x="658" y="536"/>
                </a:lnTo>
                <a:lnTo>
                  <a:pt x="664" y="515"/>
                </a:lnTo>
                <a:lnTo>
                  <a:pt x="677" y="497"/>
                </a:lnTo>
                <a:lnTo>
                  <a:pt x="681" y="478"/>
                </a:lnTo>
                <a:lnTo>
                  <a:pt x="681" y="468"/>
                </a:lnTo>
                <a:lnTo>
                  <a:pt x="673" y="449"/>
                </a:lnTo>
                <a:lnTo>
                  <a:pt x="651" y="430"/>
                </a:lnTo>
                <a:lnTo>
                  <a:pt x="633" y="408"/>
                </a:lnTo>
                <a:lnTo>
                  <a:pt x="623" y="386"/>
                </a:lnTo>
                <a:lnTo>
                  <a:pt x="629" y="360"/>
                </a:lnTo>
                <a:lnTo>
                  <a:pt x="647" y="326"/>
                </a:lnTo>
                <a:lnTo>
                  <a:pt x="659" y="293"/>
                </a:lnTo>
                <a:lnTo>
                  <a:pt x="669" y="280"/>
                </a:lnTo>
                <a:lnTo>
                  <a:pt x="663" y="278"/>
                </a:lnTo>
                <a:lnTo>
                  <a:pt x="577" y="201"/>
                </a:lnTo>
                <a:lnTo>
                  <a:pt x="517" y="136"/>
                </a:lnTo>
                <a:lnTo>
                  <a:pt x="483" y="93"/>
                </a:lnTo>
                <a:lnTo>
                  <a:pt x="472" y="87"/>
                </a:lnTo>
                <a:lnTo>
                  <a:pt x="454" y="81"/>
                </a:lnTo>
                <a:lnTo>
                  <a:pt x="409" y="78"/>
                </a:lnTo>
                <a:lnTo>
                  <a:pt x="380" y="70"/>
                </a:lnTo>
                <a:lnTo>
                  <a:pt x="360" y="57"/>
                </a:lnTo>
                <a:lnTo>
                  <a:pt x="343" y="28"/>
                </a:lnTo>
                <a:lnTo>
                  <a:pt x="320" y="8"/>
                </a:lnTo>
                <a:lnTo>
                  <a:pt x="290" y="0"/>
                </a:lnTo>
                <a:lnTo>
                  <a:pt x="273" y="1"/>
                </a:lnTo>
                <a:lnTo>
                  <a:pt x="275" y="0"/>
                </a:lnTo>
                <a:lnTo>
                  <a:pt x="139" y="0"/>
                </a:lnTo>
                <a:lnTo>
                  <a:pt x="63" y="0"/>
                </a:lnTo>
                <a:lnTo>
                  <a:pt x="70" y="0"/>
                </a:lnTo>
                <a:lnTo>
                  <a:pt x="87" y="25"/>
                </a:lnTo>
                <a:lnTo>
                  <a:pt x="95" y="58"/>
                </a:lnTo>
                <a:lnTo>
                  <a:pt x="95" y="81"/>
                </a:lnTo>
                <a:lnTo>
                  <a:pt x="100" y="117"/>
                </a:lnTo>
                <a:lnTo>
                  <a:pt x="100" y="131"/>
                </a:lnTo>
                <a:lnTo>
                  <a:pt x="104" y="166"/>
                </a:lnTo>
                <a:lnTo>
                  <a:pt x="98" y="185"/>
                </a:lnTo>
                <a:lnTo>
                  <a:pt x="87" y="198"/>
                </a:lnTo>
                <a:lnTo>
                  <a:pt x="88" y="198"/>
                </a:lnTo>
                <a:lnTo>
                  <a:pt x="86" y="199"/>
                </a:lnTo>
                <a:lnTo>
                  <a:pt x="93" y="217"/>
                </a:lnTo>
                <a:lnTo>
                  <a:pt x="90" y="234"/>
                </a:lnTo>
                <a:lnTo>
                  <a:pt x="82" y="256"/>
                </a:lnTo>
                <a:lnTo>
                  <a:pt x="65" y="276"/>
                </a:lnTo>
                <a:lnTo>
                  <a:pt x="41" y="293"/>
                </a:lnTo>
                <a:lnTo>
                  <a:pt x="20" y="308"/>
                </a:lnTo>
                <a:lnTo>
                  <a:pt x="1" y="314"/>
                </a:lnTo>
                <a:lnTo>
                  <a:pt x="0" y="313"/>
                </a:lnTo>
                <a:lnTo>
                  <a:pt x="13" y="356"/>
                </a:lnTo>
                <a:lnTo>
                  <a:pt x="40" y="424"/>
                </a:lnTo>
                <a:lnTo>
                  <a:pt x="71" y="483"/>
                </a:lnTo>
                <a:lnTo>
                  <a:pt x="82" y="500"/>
                </a:lnTo>
                <a:lnTo>
                  <a:pt x="109" y="550"/>
                </a:lnTo>
                <a:lnTo>
                  <a:pt x="110" y="545"/>
                </a:lnTo>
                <a:lnTo>
                  <a:pt x="127" y="567"/>
                </a:lnTo>
                <a:lnTo>
                  <a:pt x="147" y="589"/>
                </a:lnTo>
                <a:lnTo>
                  <a:pt x="163" y="601"/>
                </a:lnTo>
                <a:lnTo>
                  <a:pt x="185" y="619"/>
                </a:lnTo>
                <a:lnTo>
                  <a:pt x="208" y="625"/>
                </a:lnTo>
                <a:lnTo>
                  <a:pt x="251" y="622"/>
                </a:lnTo>
                <a:lnTo>
                  <a:pt x="286" y="618"/>
                </a:lnTo>
                <a:lnTo>
                  <a:pt x="314" y="613"/>
                </a:lnTo>
                <a:lnTo>
                  <a:pt x="328" y="616"/>
                </a:lnTo>
                <a:lnTo>
                  <a:pt x="334" y="624"/>
                </a:lnTo>
                <a:lnTo>
                  <a:pt x="332" y="640"/>
                </a:lnTo>
                <a:lnTo>
                  <a:pt x="338" y="655"/>
                </a:lnTo>
                <a:lnTo>
                  <a:pt x="347" y="664"/>
                </a:lnTo>
                <a:lnTo>
                  <a:pt x="355" y="669"/>
                </a:lnTo>
                <a:lnTo>
                  <a:pt x="376" y="669"/>
                </a:lnTo>
                <a:lnTo>
                  <a:pt x="390" y="679"/>
                </a:lnTo>
                <a:lnTo>
                  <a:pt x="396" y="690"/>
                </a:lnTo>
                <a:lnTo>
                  <a:pt x="396" y="704"/>
                </a:lnTo>
                <a:lnTo>
                  <a:pt x="394" y="719"/>
                </a:lnTo>
                <a:lnTo>
                  <a:pt x="391" y="751"/>
                </a:lnTo>
                <a:lnTo>
                  <a:pt x="391" y="775"/>
                </a:lnTo>
                <a:lnTo>
                  <a:pt x="396" y="774"/>
                </a:lnTo>
                <a:lnTo>
                  <a:pt x="412" y="757"/>
                </a:lnTo>
                <a:lnTo>
                  <a:pt x="438" y="752"/>
                </a:lnTo>
                <a:lnTo>
                  <a:pt x="462" y="751"/>
                </a:lnTo>
                <a:lnTo>
                  <a:pt x="484" y="759"/>
                </a:lnTo>
                <a:lnTo>
                  <a:pt x="513" y="771"/>
                </a:lnTo>
                <a:lnTo>
                  <a:pt x="534" y="774"/>
                </a:lnTo>
                <a:lnTo>
                  <a:pt x="552" y="778"/>
                </a:lnTo>
                <a:lnTo>
                  <a:pt x="566" y="772"/>
                </a:lnTo>
                <a:lnTo>
                  <a:pt x="575" y="757"/>
                </a:lnTo>
                <a:lnTo>
                  <a:pt x="583" y="734"/>
                </a:lnTo>
                <a:lnTo>
                  <a:pt x="601" y="711"/>
                </a:lnTo>
                <a:lnTo>
                  <a:pt x="615" y="705"/>
                </a:lnTo>
                <a:lnTo>
                  <a:pt x="628" y="705"/>
                </a:lnTo>
                <a:lnTo>
                  <a:pt x="639" y="706"/>
                </a:lnTo>
                <a:lnTo>
                  <a:pt x="655" y="716"/>
                </a:lnTo>
                <a:lnTo>
                  <a:pt x="673" y="701"/>
                </a:lnTo>
                <a:lnTo>
                  <a:pt x="688" y="694"/>
                </a:lnTo>
                <a:lnTo>
                  <a:pt x="703" y="689"/>
                </a:lnTo>
                <a:lnTo>
                  <a:pt x="706" y="688"/>
                </a:lnTo>
                <a:lnTo>
                  <a:pt x="726" y="706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62" name="Freeform 88"/>
          <p:cNvSpPr>
            <a:spLocks/>
          </p:cNvSpPr>
          <p:nvPr/>
        </p:nvSpPr>
        <p:spPr bwMode="auto">
          <a:xfrm rot="306148">
            <a:off x="4929251" y="4507431"/>
            <a:ext cx="192087" cy="231721"/>
          </a:xfrm>
          <a:custGeom>
            <a:avLst/>
            <a:gdLst/>
            <a:ahLst/>
            <a:cxnLst>
              <a:cxn ang="0">
                <a:pos x="588" y="377"/>
              </a:cxn>
              <a:cxn ang="0">
                <a:pos x="560" y="408"/>
              </a:cxn>
              <a:cxn ang="0">
                <a:pos x="542" y="445"/>
              </a:cxn>
              <a:cxn ang="0">
                <a:pos x="510" y="462"/>
              </a:cxn>
              <a:cxn ang="0">
                <a:pos x="478" y="494"/>
              </a:cxn>
              <a:cxn ang="0">
                <a:pos x="460" y="532"/>
              </a:cxn>
              <a:cxn ang="0">
                <a:pos x="446" y="581"/>
              </a:cxn>
              <a:cxn ang="0">
                <a:pos x="415" y="608"/>
              </a:cxn>
              <a:cxn ang="0">
                <a:pos x="400" y="639"/>
              </a:cxn>
              <a:cxn ang="0">
                <a:pos x="390" y="664"/>
              </a:cxn>
              <a:cxn ang="0">
                <a:pos x="243" y="523"/>
              </a:cxn>
              <a:cxn ang="0">
                <a:pos x="199" y="474"/>
              </a:cxn>
              <a:cxn ang="0">
                <a:pos x="136" y="466"/>
              </a:cxn>
              <a:cxn ang="0">
                <a:pos x="87" y="445"/>
              </a:cxn>
              <a:cxn ang="0">
                <a:pos x="47" y="396"/>
              </a:cxn>
              <a:cxn ang="0">
                <a:pos x="0" y="389"/>
              </a:cxn>
              <a:cxn ang="0">
                <a:pos x="0" y="389"/>
              </a:cxn>
              <a:cxn ang="0">
                <a:pos x="13" y="340"/>
              </a:cxn>
              <a:cxn ang="0">
                <a:pos x="10" y="300"/>
              </a:cxn>
              <a:cxn ang="0">
                <a:pos x="8" y="258"/>
              </a:cxn>
              <a:cxn ang="0">
                <a:pos x="20" y="239"/>
              </a:cxn>
              <a:cxn ang="0">
                <a:pos x="63" y="219"/>
              </a:cxn>
              <a:cxn ang="0">
                <a:pos x="75" y="195"/>
              </a:cxn>
              <a:cxn ang="0">
                <a:pos x="60" y="151"/>
              </a:cxn>
              <a:cxn ang="0">
                <a:pos x="31" y="72"/>
              </a:cxn>
              <a:cxn ang="0">
                <a:pos x="30" y="20"/>
              </a:cxn>
              <a:cxn ang="0">
                <a:pos x="66" y="4"/>
              </a:cxn>
              <a:cxn ang="0">
                <a:pos x="95" y="0"/>
              </a:cxn>
              <a:cxn ang="0">
                <a:pos x="134" y="12"/>
              </a:cxn>
              <a:cxn ang="0">
                <a:pos x="153" y="16"/>
              </a:cxn>
              <a:cxn ang="0">
                <a:pos x="205" y="23"/>
              </a:cxn>
              <a:cxn ang="0">
                <a:pos x="241" y="28"/>
              </a:cxn>
              <a:cxn ang="0">
                <a:pos x="274" y="32"/>
              </a:cxn>
              <a:cxn ang="0">
                <a:pos x="313" y="60"/>
              </a:cxn>
              <a:cxn ang="0">
                <a:pos x="344" y="66"/>
              </a:cxn>
              <a:cxn ang="0">
                <a:pos x="415" y="43"/>
              </a:cxn>
              <a:cxn ang="0">
                <a:pos x="448" y="12"/>
              </a:cxn>
              <a:cxn ang="0">
                <a:pos x="499" y="11"/>
              </a:cxn>
              <a:cxn ang="0">
                <a:pos x="554" y="21"/>
              </a:cxn>
              <a:cxn ang="0">
                <a:pos x="588" y="23"/>
              </a:cxn>
            </a:cxnLst>
            <a:rect l="0" t="0" r="r" b="b"/>
            <a:pathLst>
              <a:path w="589" h="668">
                <a:moveTo>
                  <a:pt x="589" y="377"/>
                </a:moveTo>
                <a:lnTo>
                  <a:pt x="588" y="377"/>
                </a:lnTo>
                <a:lnTo>
                  <a:pt x="577" y="388"/>
                </a:lnTo>
                <a:lnTo>
                  <a:pt x="560" y="408"/>
                </a:lnTo>
                <a:lnTo>
                  <a:pt x="554" y="430"/>
                </a:lnTo>
                <a:lnTo>
                  <a:pt x="542" y="445"/>
                </a:lnTo>
                <a:lnTo>
                  <a:pt x="535" y="451"/>
                </a:lnTo>
                <a:lnTo>
                  <a:pt x="510" y="462"/>
                </a:lnTo>
                <a:lnTo>
                  <a:pt x="488" y="481"/>
                </a:lnTo>
                <a:lnTo>
                  <a:pt x="478" y="494"/>
                </a:lnTo>
                <a:lnTo>
                  <a:pt x="468" y="509"/>
                </a:lnTo>
                <a:lnTo>
                  <a:pt x="460" y="532"/>
                </a:lnTo>
                <a:lnTo>
                  <a:pt x="455" y="559"/>
                </a:lnTo>
                <a:lnTo>
                  <a:pt x="446" y="581"/>
                </a:lnTo>
                <a:lnTo>
                  <a:pt x="432" y="596"/>
                </a:lnTo>
                <a:lnTo>
                  <a:pt x="415" y="608"/>
                </a:lnTo>
                <a:lnTo>
                  <a:pt x="400" y="614"/>
                </a:lnTo>
                <a:lnTo>
                  <a:pt x="400" y="639"/>
                </a:lnTo>
                <a:lnTo>
                  <a:pt x="395" y="668"/>
                </a:lnTo>
                <a:lnTo>
                  <a:pt x="390" y="664"/>
                </a:lnTo>
                <a:lnTo>
                  <a:pt x="303" y="589"/>
                </a:lnTo>
                <a:lnTo>
                  <a:pt x="243" y="523"/>
                </a:lnTo>
                <a:lnTo>
                  <a:pt x="210" y="481"/>
                </a:lnTo>
                <a:lnTo>
                  <a:pt x="199" y="474"/>
                </a:lnTo>
                <a:lnTo>
                  <a:pt x="181" y="469"/>
                </a:lnTo>
                <a:lnTo>
                  <a:pt x="136" y="466"/>
                </a:lnTo>
                <a:lnTo>
                  <a:pt x="107" y="457"/>
                </a:lnTo>
                <a:lnTo>
                  <a:pt x="87" y="445"/>
                </a:lnTo>
                <a:lnTo>
                  <a:pt x="70" y="416"/>
                </a:lnTo>
                <a:lnTo>
                  <a:pt x="47" y="396"/>
                </a:lnTo>
                <a:lnTo>
                  <a:pt x="17" y="387"/>
                </a:lnTo>
                <a:lnTo>
                  <a:pt x="0" y="389"/>
                </a:lnTo>
                <a:lnTo>
                  <a:pt x="2" y="389"/>
                </a:lnTo>
                <a:lnTo>
                  <a:pt x="0" y="389"/>
                </a:lnTo>
                <a:lnTo>
                  <a:pt x="10" y="354"/>
                </a:lnTo>
                <a:lnTo>
                  <a:pt x="13" y="340"/>
                </a:lnTo>
                <a:lnTo>
                  <a:pt x="14" y="319"/>
                </a:lnTo>
                <a:lnTo>
                  <a:pt x="10" y="300"/>
                </a:lnTo>
                <a:lnTo>
                  <a:pt x="5" y="279"/>
                </a:lnTo>
                <a:lnTo>
                  <a:pt x="8" y="258"/>
                </a:lnTo>
                <a:lnTo>
                  <a:pt x="10" y="249"/>
                </a:lnTo>
                <a:lnTo>
                  <a:pt x="20" y="239"/>
                </a:lnTo>
                <a:lnTo>
                  <a:pt x="51" y="227"/>
                </a:lnTo>
                <a:lnTo>
                  <a:pt x="63" y="219"/>
                </a:lnTo>
                <a:lnTo>
                  <a:pt x="72" y="209"/>
                </a:lnTo>
                <a:lnTo>
                  <a:pt x="75" y="195"/>
                </a:lnTo>
                <a:lnTo>
                  <a:pt x="67" y="168"/>
                </a:lnTo>
                <a:lnTo>
                  <a:pt x="60" y="151"/>
                </a:lnTo>
                <a:lnTo>
                  <a:pt x="36" y="92"/>
                </a:lnTo>
                <a:lnTo>
                  <a:pt x="31" y="72"/>
                </a:lnTo>
                <a:lnTo>
                  <a:pt x="31" y="19"/>
                </a:lnTo>
                <a:lnTo>
                  <a:pt x="30" y="20"/>
                </a:lnTo>
                <a:lnTo>
                  <a:pt x="47" y="10"/>
                </a:lnTo>
                <a:lnTo>
                  <a:pt x="66" y="4"/>
                </a:lnTo>
                <a:lnTo>
                  <a:pt x="81" y="3"/>
                </a:lnTo>
                <a:lnTo>
                  <a:pt x="95" y="0"/>
                </a:lnTo>
                <a:lnTo>
                  <a:pt x="118" y="8"/>
                </a:lnTo>
                <a:lnTo>
                  <a:pt x="134" y="12"/>
                </a:lnTo>
                <a:lnTo>
                  <a:pt x="152" y="17"/>
                </a:lnTo>
                <a:lnTo>
                  <a:pt x="153" y="16"/>
                </a:lnTo>
                <a:lnTo>
                  <a:pt x="187" y="21"/>
                </a:lnTo>
                <a:lnTo>
                  <a:pt x="205" y="23"/>
                </a:lnTo>
                <a:lnTo>
                  <a:pt x="222" y="26"/>
                </a:lnTo>
                <a:lnTo>
                  <a:pt x="241" y="28"/>
                </a:lnTo>
                <a:lnTo>
                  <a:pt x="258" y="29"/>
                </a:lnTo>
                <a:lnTo>
                  <a:pt x="274" y="32"/>
                </a:lnTo>
                <a:lnTo>
                  <a:pt x="299" y="52"/>
                </a:lnTo>
                <a:lnTo>
                  <a:pt x="313" y="60"/>
                </a:lnTo>
                <a:lnTo>
                  <a:pt x="328" y="63"/>
                </a:lnTo>
                <a:lnTo>
                  <a:pt x="344" y="66"/>
                </a:lnTo>
                <a:lnTo>
                  <a:pt x="396" y="56"/>
                </a:lnTo>
                <a:lnTo>
                  <a:pt x="415" y="43"/>
                </a:lnTo>
                <a:lnTo>
                  <a:pt x="431" y="29"/>
                </a:lnTo>
                <a:lnTo>
                  <a:pt x="448" y="12"/>
                </a:lnTo>
                <a:lnTo>
                  <a:pt x="466" y="4"/>
                </a:lnTo>
                <a:lnTo>
                  <a:pt x="499" y="11"/>
                </a:lnTo>
                <a:lnTo>
                  <a:pt x="522" y="14"/>
                </a:lnTo>
                <a:lnTo>
                  <a:pt x="554" y="21"/>
                </a:lnTo>
                <a:lnTo>
                  <a:pt x="588" y="27"/>
                </a:lnTo>
                <a:lnTo>
                  <a:pt x="588" y="23"/>
                </a:lnTo>
                <a:lnTo>
                  <a:pt x="589" y="377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63" name="Freeform 89"/>
          <p:cNvSpPr>
            <a:spLocks/>
          </p:cNvSpPr>
          <p:nvPr/>
        </p:nvSpPr>
        <p:spPr bwMode="auto">
          <a:xfrm rot="306148">
            <a:off x="5132450" y="4337607"/>
            <a:ext cx="163512" cy="319014"/>
          </a:xfrm>
          <a:custGeom>
            <a:avLst/>
            <a:gdLst/>
            <a:ahLst/>
            <a:cxnLst>
              <a:cxn ang="0">
                <a:pos x="10" y="908"/>
              </a:cxn>
              <a:cxn ang="0">
                <a:pos x="59" y="876"/>
              </a:cxn>
              <a:cxn ang="0">
                <a:pos x="80" y="823"/>
              </a:cxn>
              <a:cxn ang="0">
                <a:pos x="121" y="777"/>
              </a:cxn>
              <a:cxn ang="0">
                <a:pos x="128" y="745"/>
              </a:cxn>
              <a:cxn ang="0">
                <a:pos x="145" y="734"/>
              </a:cxn>
              <a:cxn ang="0">
                <a:pos x="202" y="719"/>
              </a:cxn>
              <a:cxn ang="0">
                <a:pos x="236" y="692"/>
              </a:cxn>
              <a:cxn ang="0">
                <a:pos x="294" y="619"/>
              </a:cxn>
              <a:cxn ang="0">
                <a:pos x="325" y="560"/>
              </a:cxn>
              <a:cxn ang="0">
                <a:pos x="332" y="509"/>
              </a:cxn>
              <a:cxn ang="0">
                <a:pos x="387" y="449"/>
              </a:cxn>
              <a:cxn ang="0">
                <a:pos x="411" y="411"/>
              </a:cxn>
              <a:cxn ang="0">
                <a:pos x="411" y="357"/>
              </a:cxn>
              <a:cxn ang="0">
                <a:pos x="435" y="292"/>
              </a:cxn>
              <a:cxn ang="0">
                <a:pos x="464" y="233"/>
              </a:cxn>
              <a:cxn ang="0">
                <a:pos x="492" y="183"/>
              </a:cxn>
              <a:cxn ang="0">
                <a:pos x="500" y="160"/>
              </a:cxn>
              <a:cxn ang="0">
                <a:pos x="492" y="125"/>
              </a:cxn>
              <a:cxn ang="0">
                <a:pos x="487" y="72"/>
              </a:cxn>
              <a:cxn ang="0">
                <a:pos x="500" y="34"/>
              </a:cxn>
              <a:cxn ang="0">
                <a:pos x="493" y="18"/>
              </a:cxn>
              <a:cxn ang="0">
                <a:pos x="474" y="8"/>
              </a:cxn>
              <a:cxn ang="0">
                <a:pos x="454" y="0"/>
              </a:cxn>
              <a:cxn ang="0">
                <a:pos x="432" y="6"/>
              </a:cxn>
              <a:cxn ang="0">
                <a:pos x="394" y="42"/>
              </a:cxn>
              <a:cxn ang="0">
                <a:pos x="345" y="53"/>
              </a:cxn>
              <a:cxn ang="0">
                <a:pos x="310" y="52"/>
              </a:cxn>
              <a:cxn ang="0">
                <a:pos x="280" y="59"/>
              </a:cxn>
              <a:cxn ang="0">
                <a:pos x="244" y="92"/>
              </a:cxn>
              <a:cxn ang="0">
                <a:pos x="208" y="99"/>
              </a:cxn>
              <a:cxn ang="0">
                <a:pos x="182" y="100"/>
              </a:cxn>
              <a:cxn ang="0">
                <a:pos x="146" y="117"/>
              </a:cxn>
              <a:cxn ang="0">
                <a:pos x="88" y="136"/>
              </a:cxn>
              <a:cxn ang="0">
                <a:pos x="60" y="119"/>
              </a:cxn>
              <a:cxn ang="0">
                <a:pos x="34" y="84"/>
              </a:cxn>
              <a:cxn ang="0">
                <a:pos x="16" y="102"/>
              </a:cxn>
              <a:cxn ang="0">
                <a:pos x="12" y="133"/>
              </a:cxn>
              <a:cxn ang="0">
                <a:pos x="27" y="160"/>
              </a:cxn>
              <a:cxn ang="0">
                <a:pos x="60" y="188"/>
              </a:cxn>
              <a:cxn ang="0">
                <a:pos x="138" y="223"/>
              </a:cxn>
              <a:cxn ang="0">
                <a:pos x="182" y="238"/>
              </a:cxn>
              <a:cxn ang="0">
                <a:pos x="257" y="255"/>
              </a:cxn>
              <a:cxn ang="0">
                <a:pos x="280" y="298"/>
              </a:cxn>
              <a:cxn ang="0">
                <a:pos x="265" y="360"/>
              </a:cxn>
              <a:cxn ang="0">
                <a:pos x="220" y="437"/>
              </a:cxn>
              <a:cxn ang="0">
                <a:pos x="204" y="449"/>
              </a:cxn>
              <a:cxn ang="0">
                <a:pos x="158" y="490"/>
              </a:cxn>
              <a:cxn ang="0">
                <a:pos x="106" y="535"/>
              </a:cxn>
              <a:cxn ang="0">
                <a:pos x="73" y="530"/>
              </a:cxn>
              <a:cxn ang="0">
                <a:pos x="18" y="554"/>
              </a:cxn>
              <a:cxn ang="0">
                <a:pos x="0" y="916"/>
              </a:cxn>
            </a:cxnLst>
            <a:rect l="0" t="0" r="r" b="b"/>
            <a:pathLst>
              <a:path w="500" h="916">
                <a:moveTo>
                  <a:pt x="0" y="916"/>
                </a:moveTo>
                <a:lnTo>
                  <a:pt x="10" y="908"/>
                </a:lnTo>
                <a:lnTo>
                  <a:pt x="40" y="889"/>
                </a:lnTo>
                <a:lnTo>
                  <a:pt x="59" y="876"/>
                </a:lnTo>
                <a:lnTo>
                  <a:pt x="68" y="858"/>
                </a:lnTo>
                <a:lnTo>
                  <a:pt x="80" y="823"/>
                </a:lnTo>
                <a:lnTo>
                  <a:pt x="99" y="794"/>
                </a:lnTo>
                <a:lnTo>
                  <a:pt x="121" y="777"/>
                </a:lnTo>
                <a:lnTo>
                  <a:pt x="123" y="768"/>
                </a:lnTo>
                <a:lnTo>
                  <a:pt x="128" y="745"/>
                </a:lnTo>
                <a:lnTo>
                  <a:pt x="133" y="737"/>
                </a:lnTo>
                <a:lnTo>
                  <a:pt x="145" y="734"/>
                </a:lnTo>
                <a:lnTo>
                  <a:pt x="179" y="727"/>
                </a:lnTo>
                <a:lnTo>
                  <a:pt x="202" y="719"/>
                </a:lnTo>
                <a:lnTo>
                  <a:pt x="214" y="708"/>
                </a:lnTo>
                <a:lnTo>
                  <a:pt x="236" y="692"/>
                </a:lnTo>
                <a:lnTo>
                  <a:pt x="263" y="656"/>
                </a:lnTo>
                <a:lnTo>
                  <a:pt x="294" y="619"/>
                </a:lnTo>
                <a:lnTo>
                  <a:pt x="313" y="589"/>
                </a:lnTo>
                <a:lnTo>
                  <a:pt x="325" y="560"/>
                </a:lnTo>
                <a:lnTo>
                  <a:pt x="330" y="529"/>
                </a:lnTo>
                <a:lnTo>
                  <a:pt x="332" y="509"/>
                </a:lnTo>
                <a:lnTo>
                  <a:pt x="353" y="481"/>
                </a:lnTo>
                <a:lnTo>
                  <a:pt x="387" y="449"/>
                </a:lnTo>
                <a:lnTo>
                  <a:pt x="401" y="437"/>
                </a:lnTo>
                <a:lnTo>
                  <a:pt x="411" y="411"/>
                </a:lnTo>
                <a:lnTo>
                  <a:pt x="409" y="386"/>
                </a:lnTo>
                <a:lnTo>
                  <a:pt x="411" y="357"/>
                </a:lnTo>
                <a:lnTo>
                  <a:pt x="422" y="325"/>
                </a:lnTo>
                <a:lnTo>
                  <a:pt x="435" y="292"/>
                </a:lnTo>
                <a:lnTo>
                  <a:pt x="448" y="263"/>
                </a:lnTo>
                <a:lnTo>
                  <a:pt x="464" y="233"/>
                </a:lnTo>
                <a:lnTo>
                  <a:pt x="476" y="207"/>
                </a:lnTo>
                <a:lnTo>
                  <a:pt x="492" y="183"/>
                </a:lnTo>
                <a:lnTo>
                  <a:pt x="498" y="174"/>
                </a:lnTo>
                <a:lnTo>
                  <a:pt x="500" y="160"/>
                </a:lnTo>
                <a:lnTo>
                  <a:pt x="498" y="150"/>
                </a:lnTo>
                <a:lnTo>
                  <a:pt x="492" y="125"/>
                </a:lnTo>
                <a:lnTo>
                  <a:pt x="487" y="102"/>
                </a:lnTo>
                <a:lnTo>
                  <a:pt x="487" y="72"/>
                </a:lnTo>
                <a:lnTo>
                  <a:pt x="495" y="44"/>
                </a:lnTo>
                <a:lnTo>
                  <a:pt x="500" y="34"/>
                </a:lnTo>
                <a:lnTo>
                  <a:pt x="500" y="26"/>
                </a:lnTo>
                <a:lnTo>
                  <a:pt x="493" y="18"/>
                </a:lnTo>
                <a:lnTo>
                  <a:pt x="486" y="13"/>
                </a:lnTo>
                <a:lnTo>
                  <a:pt x="474" y="8"/>
                </a:lnTo>
                <a:lnTo>
                  <a:pt x="467" y="3"/>
                </a:lnTo>
                <a:lnTo>
                  <a:pt x="454" y="0"/>
                </a:lnTo>
                <a:lnTo>
                  <a:pt x="443" y="0"/>
                </a:lnTo>
                <a:lnTo>
                  <a:pt x="432" y="6"/>
                </a:lnTo>
                <a:lnTo>
                  <a:pt x="411" y="29"/>
                </a:lnTo>
                <a:lnTo>
                  <a:pt x="394" y="42"/>
                </a:lnTo>
                <a:lnTo>
                  <a:pt x="367" y="53"/>
                </a:lnTo>
                <a:lnTo>
                  <a:pt x="345" y="53"/>
                </a:lnTo>
                <a:lnTo>
                  <a:pt x="324" y="52"/>
                </a:lnTo>
                <a:lnTo>
                  <a:pt x="310" y="52"/>
                </a:lnTo>
                <a:lnTo>
                  <a:pt x="294" y="55"/>
                </a:lnTo>
                <a:lnTo>
                  <a:pt x="280" y="59"/>
                </a:lnTo>
                <a:lnTo>
                  <a:pt x="259" y="73"/>
                </a:lnTo>
                <a:lnTo>
                  <a:pt x="244" y="92"/>
                </a:lnTo>
                <a:lnTo>
                  <a:pt x="220" y="101"/>
                </a:lnTo>
                <a:lnTo>
                  <a:pt x="208" y="99"/>
                </a:lnTo>
                <a:lnTo>
                  <a:pt x="196" y="99"/>
                </a:lnTo>
                <a:lnTo>
                  <a:pt x="182" y="100"/>
                </a:lnTo>
                <a:lnTo>
                  <a:pt x="162" y="107"/>
                </a:lnTo>
                <a:lnTo>
                  <a:pt x="146" y="117"/>
                </a:lnTo>
                <a:lnTo>
                  <a:pt x="117" y="129"/>
                </a:lnTo>
                <a:lnTo>
                  <a:pt x="88" y="136"/>
                </a:lnTo>
                <a:lnTo>
                  <a:pt x="74" y="130"/>
                </a:lnTo>
                <a:lnTo>
                  <a:pt x="60" y="119"/>
                </a:lnTo>
                <a:lnTo>
                  <a:pt x="40" y="94"/>
                </a:lnTo>
                <a:lnTo>
                  <a:pt x="34" y="84"/>
                </a:lnTo>
                <a:lnTo>
                  <a:pt x="25" y="90"/>
                </a:lnTo>
                <a:lnTo>
                  <a:pt x="16" y="102"/>
                </a:lnTo>
                <a:lnTo>
                  <a:pt x="11" y="113"/>
                </a:lnTo>
                <a:lnTo>
                  <a:pt x="12" y="133"/>
                </a:lnTo>
                <a:lnTo>
                  <a:pt x="18" y="150"/>
                </a:lnTo>
                <a:lnTo>
                  <a:pt x="27" y="160"/>
                </a:lnTo>
                <a:lnTo>
                  <a:pt x="45" y="177"/>
                </a:lnTo>
                <a:lnTo>
                  <a:pt x="60" y="188"/>
                </a:lnTo>
                <a:lnTo>
                  <a:pt x="77" y="199"/>
                </a:lnTo>
                <a:lnTo>
                  <a:pt x="138" y="223"/>
                </a:lnTo>
                <a:lnTo>
                  <a:pt x="152" y="229"/>
                </a:lnTo>
                <a:lnTo>
                  <a:pt x="182" y="238"/>
                </a:lnTo>
                <a:lnTo>
                  <a:pt x="222" y="244"/>
                </a:lnTo>
                <a:lnTo>
                  <a:pt x="257" y="255"/>
                </a:lnTo>
                <a:lnTo>
                  <a:pt x="271" y="269"/>
                </a:lnTo>
                <a:lnTo>
                  <a:pt x="280" y="298"/>
                </a:lnTo>
                <a:lnTo>
                  <a:pt x="277" y="327"/>
                </a:lnTo>
                <a:lnTo>
                  <a:pt x="265" y="360"/>
                </a:lnTo>
                <a:lnTo>
                  <a:pt x="242" y="403"/>
                </a:lnTo>
                <a:lnTo>
                  <a:pt x="220" y="437"/>
                </a:lnTo>
                <a:lnTo>
                  <a:pt x="208" y="445"/>
                </a:lnTo>
                <a:lnTo>
                  <a:pt x="204" y="449"/>
                </a:lnTo>
                <a:lnTo>
                  <a:pt x="179" y="457"/>
                </a:lnTo>
                <a:lnTo>
                  <a:pt x="158" y="490"/>
                </a:lnTo>
                <a:lnTo>
                  <a:pt x="134" y="516"/>
                </a:lnTo>
                <a:lnTo>
                  <a:pt x="106" y="535"/>
                </a:lnTo>
                <a:lnTo>
                  <a:pt x="86" y="531"/>
                </a:lnTo>
                <a:lnTo>
                  <a:pt x="73" y="530"/>
                </a:lnTo>
                <a:lnTo>
                  <a:pt x="35" y="545"/>
                </a:lnTo>
                <a:lnTo>
                  <a:pt x="18" y="554"/>
                </a:lnTo>
                <a:lnTo>
                  <a:pt x="1" y="560"/>
                </a:lnTo>
                <a:lnTo>
                  <a:pt x="0" y="916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64" name="Freeform 90"/>
          <p:cNvSpPr>
            <a:spLocks/>
          </p:cNvSpPr>
          <p:nvPr/>
        </p:nvSpPr>
        <p:spPr bwMode="auto">
          <a:xfrm rot="306148">
            <a:off x="4938775" y="4194765"/>
            <a:ext cx="296862" cy="339646"/>
          </a:xfrm>
          <a:custGeom>
            <a:avLst/>
            <a:gdLst/>
            <a:ahLst/>
            <a:cxnLst>
              <a:cxn ang="0">
                <a:pos x="252" y="8"/>
              </a:cxn>
              <a:cxn ang="0">
                <a:pos x="283" y="68"/>
              </a:cxn>
              <a:cxn ang="0">
                <a:pos x="335" y="165"/>
              </a:cxn>
              <a:cxn ang="0">
                <a:pos x="378" y="187"/>
              </a:cxn>
              <a:cxn ang="0">
                <a:pos x="436" y="202"/>
              </a:cxn>
              <a:cxn ang="0">
                <a:pos x="521" y="316"/>
              </a:cxn>
              <a:cxn ang="0">
                <a:pos x="591" y="375"/>
              </a:cxn>
              <a:cxn ang="0">
                <a:pos x="615" y="394"/>
              </a:cxn>
              <a:cxn ang="0">
                <a:pos x="579" y="426"/>
              </a:cxn>
              <a:cxn ang="0">
                <a:pos x="580" y="441"/>
              </a:cxn>
              <a:cxn ang="0">
                <a:pos x="574" y="444"/>
              </a:cxn>
              <a:cxn ang="0">
                <a:pos x="542" y="456"/>
              </a:cxn>
              <a:cxn ang="0">
                <a:pos x="525" y="505"/>
              </a:cxn>
              <a:cxn ang="0">
                <a:pos x="545" y="540"/>
              </a:cxn>
              <a:cxn ang="0">
                <a:pos x="586" y="556"/>
              </a:cxn>
              <a:cxn ang="0">
                <a:pos x="630" y="548"/>
              </a:cxn>
              <a:cxn ang="0">
                <a:pos x="655" y="537"/>
              </a:cxn>
              <a:cxn ang="0">
                <a:pos x="688" y="565"/>
              </a:cxn>
              <a:cxn ang="0">
                <a:pos x="766" y="601"/>
              </a:cxn>
              <a:cxn ang="0">
                <a:pos x="810" y="616"/>
              </a:cxn>
              <a:cxn ang="0">
                <a:pos x="885" y="633"/>
              </a:cxn>
              <a:cxn ang="0">
                <a:pos x="908" y="676"/>
              </a:cxn>
              <a:cxn ang="0">
                <a:pos x="893" y="738"/>
              </a:cxn>
              <a:cxn ang="0">
                <a:pos x="848" y="815"/>
              </a:cxn>
              <a:cxn ang="0">
                <a:pos x="832" y="826"/>
              </a:cxn>
              <a:cxn ang="0">
                <a:pos x="786" y="868"/>
              </a:cxn>
              <a:cxn ang="0">
                <a:pos x="734" y="913"/>
              </a:cxn>
              <a:cxn ang="0">
                <a:pos x="701" y="908"/>
              </a:cxn>
              <a:cxn ang="0">
                <a:pos x="646" y="932"/>
              </a:cxn>
              <a:cxn ang="0">
                <a:pos x="628" y="944"/>
              </a:cxn>
              <a:cxn ang="0">
                <a:pos x="562" y="929"/>
              </a:cxn>
              <a:cxn ang="0">
                <a:pos x="506" y="921"/>
              </a:cxn>
              <a:cxn ang="0">
                <a:pos x="471" y="945"/>
              </a:cxn>
              <a:cxn ang="0">
                <a:pos x="436" y="973"/>
              </a:cxn>
              <a:cxn ang="0">
                <a:pos x="368" y="979"/>
              </a:cxn>
              <a:cxn ang="0">
                <a:pos x="339" y="968"/>
              </a:cxn>
              <a:cxn ang="0">
                <a:pos x="298" y="945"/>
              </a:cxn>
              <a:cxn ang="0">
                <a:pos x="262" y="943"/>
              </a:cxn>
              <a:cxn ang="0">
                <a:pos x="227" y="938"/>
              </a:cxn>
              <a:cxn ang="0">
                <a:pos x="196" y="933"/>
              </a:cxn>
              <a:cxn ang="0">
                <a:pos x="191" y="899"/>
              </a:cxn>
              <a:cxn ang="0">
                <a:pos x="174" y="859"/>
              </a:cxn>
              <a:cxn ang="0">
                <a:pos x="134" y="837"/>
              </a:cxn>
              <a:cxn ang="0">
                <a:pos x="121" y="789"/>
              </a:cxn>
              <a:cxn ang="0">
                <a:pos x="110" y="769"/>
              </a:cxn>
              <a:cxn ang="0">
                <a:pos x="79" y="769"/>
              </a:cxn>
              <a:cxn ang="0">
                <a:pos x="30" y="760"/>
              </a:cxn>
              <a:cxn ang="0">
                <a:pos x="4" y="725"/>
              </a:cxn>
              <a:cxn ang="0">
                <a:pos x="1" y="694"/>
              </a:cxn>
              <a:cxn ang="0">
                <a:pos x="29" y="654"/>
              </a:cxn>
              <a:cxn ang="0">
                <a:pos x="50" y="599"/>
              </a:cxn>
              <a:cxn ang="0">
                <a:pos x="47" y="564"/>
              </a:cxn>
              <a:cxn ang="0">
                <a:pos x="60" y="513"/>
              </a:cxn>
              <a:cxn ang="0">
                <a:pos x="141" y="377"/>
              </a:cxn>
              <a:cxn ang="0">
                <a:pos x="185" y="280"/>
              </a:cxn>
              <a:cxn ang="0">
                <a:pos x="164" y="233"/>
              </a:cxn>
              <a:cxn ang="0">
                <a:pos x="143" y="182"/>
              </a:cxn>
              <a:cxn ang="0">
                <a:pos x="168" y="144"/>
              </a:cxn>
              <a:cxn ang="0">
                <a:pos x="197" y="105"/>
              </a:cxn>
              <a:cxn ang="0">
                <a:pos x="232" y="43"/>
              </a:cxn>
              <a:cxn ang="0">
                <a:pos x="246" y="0"/>
              </a:cxn>
            </a:cxnLst>
            <a:rect l="0" t="0" r="r" b="b"/>
            <a:pathLst>
              <a:path w="908" h="983">
                <a:moveTo>
                  <a:pt x="246" y="0"/>
                </a:moveTo>
                <a:lnTo>
                  <a:pt x="252" y="8"/>
                </a:lnTo>
                <a:lnTo>
                  <a:pt x="267" y="39"/>
                </a:lnTo>
                <a:lnTo>
                  <a:pt x="283" y="68"/>
                </a:lnTo>
                <a:lnTo>
                  <a:pt x="310" y="123"/>
                </a:lnTo>
                <a:lnTo>
                  <a:pt x="335" y="165"/>
                </a:lnTo>
                <a:lnTo>
                  <a:pt x="353" y="177"/>
                </a:lnTo>
                <a:lnTo>
                  <a:pt x="378" y="187"/>
                </a:lnTo>
                <a:lnTo>
                  <a:pt x="412" y="192"/>
                </a:lnTo>
                <a:lnTo>
                  <a:pt x="436" y="202"/>
                </a:lnTo>
                <a:lnTo>
                  <a:pt x="472" y="260"/>
                </a:lnTo>
                <a:lnTo>
                  <a:pt x="521" y="316"/>
                </a:lnTo>
                <a:lnTo>
                  <a:pt x="557" y="355"/>
                </a:lnTo>
                <a:lnTo>
                  <a:pt x="591" y="375"/>
                </a:lnTo>
                <a:lnTo>
                  <a:pt x="612" y="387"/>
                </a:lnTo>
                <a:lnTo>
                  <a:pt x="615" y="394"/>
                </a:lnTo>
                <a:lnTo>
                  <a:pt x="610" y="408"/>
                </a:lnTo>
                <a:lnTo>
                  <a:pt x="579" y="426"/>
                </a:lnTo>
                <a:lnTo>
                  <a:pt x="577" y="435"/>
                </a:lnTo>
                <a:lnTo>
                  <a:pt x="580" y="441"/>
                </a:lnTo>
                <a:lnTo>
                  <a:pt x="580" y="439"/>
                </a:lnTo>
                <a:lnTo>
                  <a:pt x="574" y="444"/>
                </a:lnTo>
                <a:lnTo>
                  <a:pt x="559" y="448"/>
                </a:lnTo>
                <a:lnTo>
                  <a:pt x="542" y="456"/>
                </a:lnTo>
                <a:lnTo>
                  <a:pt x="529" y="477"/>
                </a:lnTo>
                <a:lnTo>
                  <a:pt x="525" y="505"/>
                </a:lnTo>
                <a:lnTo>
                  <a:pt x="533" y="521"/>
                </a:lnTo>
                <a:lnTo>
                  <a:pt x="545" y="540"/>
                </a:lnTo>
                <a:lnTo>
                  <a:pt x="564" y="552"/>
                </a:lnTo>
                <a:lnTo>
                  <a:pt x="586" y="556"/>
                </a:lnTo>
                <a:lnTo>
                  <a:pt x="610" y="554"/>
                </a:lnTo>
                <a:lnTo>
                  <a:pt x="630" y="548"/>
                </a:lnTo>
                <a:lnTo>
                  <a:pt x="652" y="536"/>
                </a:lnTo>
                <a:lnTo>
                  <a:pt x="655" y="537"/>
                </a:lnTo>
                <a:lnTo>
                  <a:pt x="673" y="554"/>
                </a:lnTo>
                <a:lnTo>
                  <a:pt x="688" y="565"/>
                </a:lnTo>
                <a:lnTo>
                  <a:pt x="705" y="576"/>
                </a:lnTo>
                <a:lnTo>
                  <a:pt x="766" y="601"/>
                </a:lnTo>
                <a:lnTo>
                  <a:pt x="780" y="607"/>
                </a:lnTo>
                <a:lnTo>
                  <a:pt x="810" y="616"/>
                </a:lnTo>
                <a:lnTo>
                  <a:pt x="850" y="622"/>
                </a:lnTo>
                <a:lnTo>
                  <a:pt x="885" y="633"/>
                </a:lnTo>
                <a:lnTo>
                  <a:pt x="899" y="646"/>
                </a:lnTo>
                <a:lnTo>
                  <a:pt x="908" y="676"/>
                </a:lnTo>
                <a:lnTo>
                  <a:pt x="905" y="705"/>
                </a:lnTo>
                <a:lnTo>
                  <a:pt x="893" y="738"/>
                </a:lnTo>
                <a:lnTo>
                  <a:pt x="870" y="781"/>
                </a:lnTo>
                <a:lnTo>
                  <a:pt x="848" y="815"/>
                </a:lnTo>
                <a:lnTo>
                  <a:pt x="836" y="823"/>
                </a:lnTo>
                <a:lnTo>
                  <a:pt x="832" y="826"/>
                </a:lnTo>
                <a:lnTo>
                  <a:pt x="807" y="835"/>
                </a:lnTo>
                <a:lnTo>
                  <a:pt x="786" y="868"/>
                </a:lnTo>
                <a:lnTo>
                  <a:pt x="762" y="894"/>
                </a:lnTo>
                <a:lnTo>
                  <a:pt x="734" y="913"/>
                </a:lnTo>
                <a:lnTo>
                  <a:pt x="714" y="909"/>
                </a:lnTo>
                <a:lnTo>
                  <a:pt x="701" y="908"/>
                </a:lnTo>
                <a:lnTo>
                  <a:pt x="663" y="923"/>
                </a:lnTo>
                <a:lnTo>
                  <a:pt x="646" y="932"/>
                </a:lnTo>
                <a:lnTo>
                  <a:pt x="629" y="938"/>
                </a:lnTo>
                <a:lnTo>
                  <a:pt x="628" y="944"/>
                </a:lnTo>
                <a:lnTo>
                  <a:pt x="594" y="938"/>
                </a:lnTo>
                <a:lnTo>
                  <a:pt x="562" y="929"/>
                </a:lnTo>
                <a:lnTo>
                  <a:pt x="539" y="928"/>
                </a:lnTo>
                <a:lnTo>
                  <a:pt x="506" y="921"/>
                </a:lnTo>
                <a:lnTo>
                  <a:pt x="488" y="929"/>
                </a:lnTo>
                <a:lnTo>
                  <a:pt x="471" y="945"/>
                </a:lnTo>
                <a:lnTo>
                  <a:pt x="455" y="960"/>
                </a:lnTo>
                <a:lnTo>
                  <a:pt x="436" y="973"/>
                </a:lnTo>
                <a:lnTo>
                  <a:pt x="384" y="983"/>
                </a:lnTo>
                <a:lnTo>
                  <a:pt x="368" y="979"/>
                </a:lnTo>
                <a:lnTo>
                  <a:pt x="353" y="977"/>
                </a:lnTo>
                <a:lnTo>
                  <a:pt x="339" y="968"/>
                </a:lnTo>
                <a:lnTo>
                  <a:pt x="314" y="948"/>
                </a:lnTo>
                <a:lnTo>
                  <a:pt x="298" y="945"/>
                </a:lnTo>
                <a:lnTo>
                  <a:pt x="281" y="945"/>
                </a:lnTo>
                <a:lnTo>
                  <a:pt x="262" y="943"/>
                </a:lnTo>
                <a:lnTo>
                  <a:pt x="245" y="940"/>
                </a:lnTo>
                <a:lnTo>
                  <a:pt x="227" y="938"/>
                </a:lnTo>
                <a:lnTo>
                  <a:pt x="193" y="933"/>
                </a:lnTo>
                <a:lnTo>
                  <a:pt x="196" y="933"/>
                </a:lnTo>
                <a:lnTo>
                  <a:pt x="194" y="909"/>
                </a:lnTo>
                <a:lnTo>
                  <a:pt x="191" y="899"/>
                </a:lnTo>
                <a:lnTo>
                  <a:pt x="185" y="873"/>
                </a:lnTo>
                <a:lnTo>
                  <a:pt x="174" y="859"/>
                </a:lnTo>
                <a:lnTo>
                  <a:pt x="149" y="849"/>
                </a:lnTo>
                <a:lnTo>
                  <a:pt x="134" y="837"/>
                </a:lnTo>
                <a:lnTo>
                  <a:pt x="124" y="815"/>
                </a:lnTo>
                <a:lnTo>
                  <a:pt x="121" y="789"/>
                </a:lnTo>
                <a:lnTo>
                  <a:pt x="118" y="774"/>
                </a:lnTo>
                <a:lnTo>
                  <a:pt x="110" y="769"/>
                </a:lnTo>
                <a:lnTo>
                  <a:pt x="98" y="767"/>
                </a:lnTo>
                <a:lnTo>
                  <a:pt x="79" y="769"/>
                </a:lnTo>
                <a:lnTo>
                  <a:pt x="53" y="764"/>
                </a:lnTo>
                <a:lnTo>
                  <a:pt x="30" y="760"/>
                </a:lnTo>
                <a:lnTo>
                  <a:pt x="16" y="750"/>
                </a:lnTo>
                <a:lnTo>
                  <a:pt x="4" y="725"/>
                </a:lnTo>
                <a:lnTo>
                  <a:pt x="0" y="710"/>
                </a:lnTo>
                <a:lnTo>
                  <a:pt x="1" y="694"/>
                </a:lnTo>
                <a:lnTo>
                  <a:pt x="16" y="675"/>
                </a:lnTo>
                <a:lnTo>
                  <a:pt x="29" y="654"/>
                </a:lnTo>
                <a:lnTo>
                  <a:pt x="50" y="616"/>
                </a:lnTo>
                <a:lnTo>
                  <a:pt x="50" y="599"/>
                </a:lnTo>
                <a:lnTo>
                  <a:pt x="48" y="581"/>
                </a:lnTo>
                <a:lnTo>
                  <a:pt x="47" y="564"/>
                </a:lnTo>
                <a:lnTo>
                  <a:pt x="45" y="548"/>
                </a:lnTo>
                <a:lnTo>
                  <a:pt x="60" y="513"/>
                </a:lnTo>
                <a:lnTo>
                  <a:pt x="97" y="459"/>
                </a:lnTo>
                <a:lnTo>
                  <a:pt x="141" y="377"/>
                </a:lnTo>
                <a:lnTo>
                  <a:pt x="180" y="317"/>
                </a:lnTo>
                <a:lnTo>
                  <a:pt x="185" y="280"/>
                </a:lnTo>
                <a:lnTo>
                  <a:pt x="174" y="250"/>
                </a:lnTo>
                <a:lnTo>
                  <a:pt x="164" y="233"/>
                </a:lnTo>
                <a:lnTo>
                  <a:pt x="143" y="196"/>
                </a:lnTo>
                <a:lnTo>
                  <a:pt x="143" y="182"/>
                </a:lnTo>
                <a:lnTo>
                  <a:pt x="143" y="173"/>
                </a:lnTo>
                <a:lnTo>
                  <a:pt x="168" y="144"/>
                </a:lnTo>
                <a:lnTo>
                  <a:pt x="185" y="121"/>
                </a:lnTo>
                <a:lnTo>
                  <a:pt x="197" y="105"/>
                </a:lnTo>
                <a:lnTo>
                  <a:pt x="211" y="83"/>
                </a:lnTo>
                <a:lnTo>
                  <a:pt x="232" y="43"/>
                </a:lnTo>
                <a:lnTo>
                  <a:pt x="245" y="10"/>
                </a:lnTo>
                <a:lnTo>
                  <a:pt x="246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65" name="Freeform 91"/>
          <p:cNvSpPr>
            <a:spLocks/>
          </p:cNvSpPr>
          <p:nvPr/>
        </p:nvSpPr>
        <p:spPr bwMode="auto">
          <a:xfrm rot="306148">
            <a:off x="5111812" y="4353478"/>
            <a:ext cx="44450" cy="39679"/>
          </a:xfrm>
          <a:custGeom>
            <a:avLst/>
            <a:gdLst/>
            <a:ahLst/>
            <a:cxnLst>
              <a:cxn ang="0">
                <a:pos x="54" y="1"/>
              </a:cxn>
              <a:cxn ang="0">
                <a:pos x="69" y="0"/>
              </a:cxn>
              <a:cxn ang="0">
                <a:pos x="81" y="0"/>
              </a:cxn>
              <a:cxn ang="0">
                <a:pos x="94" y="2"/>
              </a:cxn>
              <a:cxn ang="0">
                <a:pos x="105" y="3"/>
              </a:cxn>
              <a:cxn ang="0">
                <a:pos x="112" y="8"/>
              </a:cxn>
              <a:cxn ang="0">
                <a:pos x="128" y="14"/>
              </a:cxn>
              <a:cxn ang="0">
                <a:pos x="134" y="22"/>
              </a:cxn>
              <a:cxn ang="0">
                <a:pos x="127" y="26"/>
              </a:cxn>
              <a:cxn ang="0">
                <a:pos x="117" y="40"/>
              </a:cxn>
              <a:cxn ang="0">
                <a:pos x="112" y="52"/>
              </a:cxn>
              <a:cxn ang="0">
                <a:pos x="112" y="69"/>
              </a:cxn>
              <a:cxn ang="0">
                <a:pos x="118" y="87"/>
              </a:cxn>
              <a:cxn ang="0">
                <a:pos x="128" y="96"/>
              </a:cxn>
              <a:cxn ang="0">
                <a:pos x="125" y="94"/>
              </a:cxn>
              <a:cxn ang="0">
                <a:pos x="102" y="107"/>
              </a:cxn>
              <a:cxn ang="0">
                <a:pos x="83" y="113"/>
              </a:cxn>
              <a:cxn ang="0">
                <a:pos x="60" y="114"/>
              </a:cxn>
              <a:cxn ang="0">
                <a:pos x="38" y="110"/>
              </a:cxn>
              <a:cxn ang="0">
                <a:pos x="19" y="98"/>
              </a:cxn>
              <a:cxn ang="0">
                <a:pos x="6" y="81"/>
              </a:cxn>
              <a:cxn ang="0">
                <a:pos x="0" y="64"/>
              </a:cxn>
              <a:cxn ang="0">
                <a:pos x="2" y="36"/>
              </a:cxn>
              <a:cxn ang="0">
                <a:pos x="17" y="17"/>
              </a:cxn>
              <a:cxn ang="0">
                <a:pos x="34" y="7"/>
              </a:cxn>
              <a:cxn ang="0">
                <a:pos x="47" y="3"/>
              </a:cxn>
              <a:cxn ang="0">
                <a:pos x="54" y="0"/>
              </a:cxn>
              <a:cxn ang="0">
                <a:pos x="54" y="1"/>
              </a:cxn>
            </a:cxnLst>
            <a:rect l="0" t="0" r="r" b="b"/>
            <a:pathLst>
              <a:path w="134" h="114">
                <a:moveTo>
                  <a:pt x="54" y="1"/>
                </a:moveTo>
                <a:lnTo>
                  <a:pt x="69" y="0"/>
                </a:lnTo>
                <a:lnTo>
                  <a:pt x="81" y="0"/>
                </a:lnTo>
                <a:lnTo>
                  <a:pt x="94" y="2"/>
                </a:lnTo>
                <a:lnTo>
                  <a:pt x="105" y="3"/>
                </a:lnTo>
                <a:lnTo>
                  <a:pt x="112" y="8"/>
                </a:lnTo>
                <a:lnTo>
                  <a:pt x="128" y="14"/>
                </a:lnTo>
                <a:lnTo>
                  <a:pt x="134" y="22"/>
                </a:lnTo>
                <a:lnTo>
                  <a:pt x="127" y="26"/>
                </a:lnTo>
                <a:lnTo>
                  <a:pt x="117" y="40"/>
                </a:lnTo>
                <a:lnTo>
                  <a:pt x="112" y="52"/>
                </a:lnTo>
                <a:lnTo>
                  <a:pt x="112" y="69"/>
                </a:lnTo>
                <a:lnTo>
                  <a:pt x="118" y="87"/>
                </a:lnTo>
                <a:lnTo>
                  <a:pt x="128" y="96"/>
                </a:lnTo>
                <a:lnTo>
                  <a:pt x="125" y="94"/>
                </a:lnTo>
                <a:lnTo>
                  <a:pt x="102" y="107"/>
                </a:lnTo>
                <a:lnTo>
                  <a:pt x="83" y="113"/>
                </a:lnTo>
                <a:lnTo>
                  <a:pt x="60" y="114"/>
                </a:lnTo>
                <a:lnTo>
                  <a:pt x="38" y="110"/>
                </a:lnTo>
                <a:lnTo>
                  <a:pt x="19" y="98"/>
                </a:lnTo>
                <a:lnTo>
                  <a:pt x="6" y="81"/>
                </a:lnTo>
                <a:lnTo>
                  <a:pt x="0" y="64"/>
                </a:lnTo>
                <a:lnTo>
                  <a:pt x="2" y="36"/>
                </a:lnTo>
                <a:lnTo>
                  <a:pt x="17" y="17"/>
                </a:lnTo>
                <a:lnTo>
                  <a:pt x="34" y="7"/>
                </a:lnTo>
                <a:lnTo>
                  <a:pt x="47" y="3"/>
                </a:lnTo>
                <a:lnTo>
                  <a:pt x="54" y="0"/>
                </a:lnTo>
                <a:lnTo>
                  <a:pt x="54" y="1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66" name="Freeform 92"/>
          <p:cNvSpPr>
            <a:spLocks/>
          </p:cNvSpPr>
          <p:nvPr/>
        </p:nvSpPr>
        <p:spPr bwMode="auto">
          <a:xfrm rot="306148">
            <a:off x="4894326" y="4847077"/>
            <a:ext cx="65087" cy="168236"/>
          </a:xfrm>
          <a:custGeom>
            <a:avLst/>
            <a:gdLst/>
            <a:ahLst/>
            <a:cxnLst>
              <a:cxn ang="0">
                <a:pos x="21" y="335"/>
              </a:cxn>
              <a:cxn ang="0">
                <a:pos x="46" y="340"/>
              </a:cxn>
              <a:cxn ang="0">
                <a:pos x="66" y="350"/>
              </a:cxn>
              <a:cxn ang="0">
                <a:pos x="71" y="356"/>
              </a:cxn>
              <a:cxn ang="0">
                <a:pos x="74" y="377"/>
              </a:cxn>
              <a:cxn ang="0">
                <a:pos x="75" y="395"/>
              </a:cxn>
              <a:cxn ang="0">
                <a:pos x="73" y="414"/>
              </a:cxn>
              <a:cxn ang="0">
                <a:pos x="73" y="442"/>
              </a:cxn>
              <a:cxn ang="0">
                <a:pos x="81" y="465"/>
              </a:cxn>
              <a:cxn ang="0">
                <a:pos x="98" y="479"/>
              </a:cxn>
              <a:cxn ang="0">
                <a:pos x="116" y="485"/>
              </a:cxn>
              <a:cxn ang="0">
                <a:pos x="138" y="484"/>
              </a:cxn>
              <a:cxn ang="0">
                <a:pos x="150" y="479"/>
              </a:cxn>
              <a:cxn ang="0">
                <a:pos x="167" y="461"/>
              </a:cxn>
              <a:cxn ang="0">
                <a:pos x="178" y="447"/>
              </a:cxn>
              <a:cxn ang="0">
                <a:pos x="186" y="428"/>
              </a:cxn>
              <a:cxn ang="0">
                <a:pos x="193" y="410"/>
              </a:cxn>
              <a:cxn ang="0">
                <a:pos x="202" y="385"/>
              </a:cxn>
              <a:cxn ang="0">
                <a:pos x="201" y="370"/>
              </a:cxn>
              <a:cxn ang="0">
                <a:pos x="183" y="338"/>
              </a:cxn>
              <a:cxn ang="0">
                <a:pos x="170" y="316"/>
              </a:cxn>
              <a:cxn ang="0">
                <a:pos x="148" y="280"/>
              </a:cxn>
              <a:cxn ang="0">
                <a:pos x="142" y="247"/>
              </a:cxn>
              <a:cxn ang="0">
                <a:pos x="138" y="228"/>
              </a:cxn>
              <a:cxn ang="0">
                <a:pos x="136" y="206"/>
              </a:cxn>
              <a:cxn ang="0">
                <a:pos x="137" y="186"/>
              </a:cxn>
              <a:cxn ang="0">
                <a:pos x="144" y="162"/>
              </a:cxn>
              <a:cxn ang="0">
                <a:pos x="143" y="162"/>
              </a:cxn>
              <a:cxn ang="0">
                <a:pos x="143" y="136"/>
              </a:cxn>
              <a:cxn ang="0">
                <a:pos x="147" y="106"/>
              </a:cxn>
              <a:cxn ang="0">
                <a:pos x="148" y="90"/>
              </a:cxn>
              <a:cxn ang="0">
                <a:pos x="148" y="77"/>
              </a:cxn>
              <a:cxn ang="0">
                <a:pos x="142" y="66"/>
              </a:cxn>
              <a:cxn ang="0">
                <a:pos x="129" y="55"/>
              </a:cxn>
              <a:cxn ang="0">
                <a:pos x="108" y="55"/>
              </a:cxn>
              <a:cxn ang="0">
                <a:pos x="98" y="51"/>
              </a:cxn>
              <a:cxn ang="0">
                <a:pos x="90" y="42"/>
              </a:cxn>
              <a:cxn ang="0">
                <a:pos x="85" y="26"/>
              </a:cxn>
              <a:cxn ang="0">
                <a:pos x="87" y="11"/>
              </a:cxn>
              <a:cxn ang="0">
                <a:pos x="81" y="2"/>
              </a:cxn>
              <a:cxn ang="0">
                <a:pos x="66" y="0"/>
              </a:cxn>
              <a:cxn ang="0">
                <a:pos x="38" y="5"/>
              </a:cxn>
              <a:cxn ang="0">
                <a:pos x="44" y="4"/>
              </a:cxn>
              <a:cxn ang="0">
                <a:pos x="29" y="36"/>
              </a:cxn>
              <a:cxn ang="0">
                <a:pos x="22" y="75"/>
              </a:cxn>
              <a:cxn ang="0">
                <a:pos x="21" y="104"/>
              </a:cxn>
              <a:cxn ang="0">
                <a:pos x="27" y="140"/>
              </a:cxn>
              <a:cxn ang="0">
                <a:pos x="43" y="164"/>
              </a:cxn>
              <a:cxn ang="0">
                <a:pos x="46" y="180"/>
              </a:cxn>
              <a:cxn ang="0">
                <a:pos x="43" y="209"/>
              </a:cxn>
              <a:cxn ang="0">
                <a:pos x="29" y="228"/>
              </a:cxn>
              <a:cxn ang="0">
                <a:pos x="10" y="252"/>
              </a:cxn>
              <a:cxn ang="0">
                <a:pos x="3" y="267"/>
              </a:cxn>
              <a:cxn ang="0">
                <a:pos x="0" y="291"/>
              </a:cxn>
              <a:cxn ang="0">
                <a:pos x="5" y="314"/>
              </a:cxn>
              <a:cxn ang="0">
                <a:pos x="22" y="340"/>
              </a:cxn>
              <a:cxn ang="0">
                <a:pos x="21" y="335"/>
              </a:cxn>
            </a:cxnLst>
            <a:rect l="0" t="0" r="r" b="b"/>
            <a:pathLst>
              <a:path w="202" h="485">
                <a:moveTo>
                  <a:pt x="21" y="335"/>
                </a:moveTo>
                <a:lnTo>
                  <a:pt x="46" y="340"/>
                </a:lnTo>
                <a:lnTo>
                  <a:pt x="66" y="350"/>
                </a:lnTo>
                <a:lnTo>
                  <a:pt x="71" y="356"/>
                </a:lnTo>
                <a:lnTo>
                  <a:pt x="74" y="377"/>
                </a:lnTo>
                <a:lnTo>
                  <a:pt x="75" y="395"/>
                </a:lnTo>
                <a:lnTo>
                  <a:pt x="73" y="414"/>
                </a:lnTo>
                <a:lnTo>
                  <a:pt x="73" y="442"/>
                </a:lnTo>
                <a:lnTo>
                  <a:pt x="81" y="465"/>
                </a:lnTo>
                <a:lnTo>
                  <a:pt x="98" y="479"/>
                </a:lnTo>
                <a:lnTo>
                  <a:pt x="116" y="485"/>
                </a:lnTo>
                <a:lnTo>
                  <a:pt x="138" y="484"/>
                </a:lnTo>
                <a:lnTo>
                  <a:pt x="150" y="479"/>
                </a:lnTo>
                <a:lnTo>
                  <a:pt x="167" y="461"/>
                </a:lnTo>
                <a:lnTo>
                  <a:pt x="178" y="447"/>
                </a:lnTo>
                <a:lnTo>
                  <a:pt x="186" y="428"/>
                </a:lnTo>
                <a:lnTo>
                  <a:pt x="193" y="410"/>
                </a:lnTo>
                <a:lnTo>
                  <a:pt x="202" y="385"/>
                </a:lnTo>
                <a:lnTo>
                  <a:pt x="201" y="370"/>
                </a:lnTo>
                <a:lnTo>
                  <a:pt x="183" y="338"/>
                </a:lnTo>
                <a:lnTo>
                  <a:pt x="170" y="316"/>
                </a:lnTo>
                <a:lnTo>
                  <a:pt x="148" y="280"/>
                </a:lnTo>
                <a:lnTo>
                  <a:pt x="142" y="247"/>
                </a:lnTo>
                <a:lnTo>
                  <a:pt x="138" y="228"/>
                </a:lnTo>
                <a:lnTo>
                  <a:pt x="136" y="206"/>
                </a:lnTo>
                <a:lnTo>
                  <a:pt x="137" y="186"/>
                </a:lnTo>
                <a:lnTo>
                  <a:pt x="144" y="162"/>
                </a:lnTo>
                <a:lnTo>
                  <a:pt x="143" y="162"/>
                </a:lnTo>
                <a:lnTo>
                  <a:pt x="143" y="136"/>
                </a:lnTo>
                <a:lnTo>
                  <a:pt x="147" y="106"/>
                </a:lnTo>
                <a:lnTo>
                  <a:pt x="148" y="90"/>
                </a:lnTo>
                <a:lnTo>
                  <a:pt x="148" y="77"/>
                </a:lnTo>
                <a:lnTo>
                  <a:pt x="142" y="66"/>
                </a:lnTo>
                <a:lnTo>
                  <a:pt x="129" y="55"/>
                </a:lnTo>
                <a:lnTo>
                  <a:pt x="108" y="55"/>
                </a:lnTo>
                <a:lnTo>
                  <a:pt x="98" y="51"/>
                </a:lnTo>
                <a:lnTo>
                  <a:pt x="90" y="42"/>
                </a:lnTo>
                <a:lnTo>
                  <a:pt x="85" y="26"/>
                </a:lnTo>
                <a:lnTo>
                  <a:pt x="87" y="11"/>
                </a:lnTo>
                <a:lnTo>
                  <a:pt x="81" y="2"/>
                </a:lnTo>
                <a:lnTo>
                  <a:pt x="66" y="0"/>
                </a:lnTo>
                <a:lnTo>
                  <a:pt x="38" y="5"/>
                </a:lnTo>
                <a:lnTo>
                  <a:pt x="44" y="4"/>
                </a:lnTo>
                <a:lnTo>
                  <a:pt x="29" y="36"/>
                </a:lnTo>
                <a:lnTo>
                  <a:pt x="22" y="75"/>
                </a:lnTo>
                <a:lnTo>
                  <a:pt x="21" y="104"/>
                </a:lnTo>
                <a:lnTo>
                  <a:pt x="27" y="140"/>
                </a:lnTo>
                <a:lnTo>
                  <a:pt x="43" y="164"/>
                </a:lnTo>
                <a:lnTo>
                  <a:pt x="46" y="180"/>
                </a:lnTo>
                <a:lnTo>
                  <a:pt x="43" y="209"/>
                </a:lnTo>
                <a:lnTo>
                  <a:pt x="29" y="228"/>
                </a:lnTo>
                <a:lnTo>
                  <a:pt x="10" y="252"/>
                </a:lnTo>
                <a:lnTo>
                  <a:pt x="3" y="267"/>
                </a:lnTo>
                <a:lnTo>
                  <a:pt x="0" y="291"/>
                </a:lnTo>
                <a:lnTo>
                  <a:pt x="5" y="314"/>
                </a:lnTo>
                <a:lnTo>
                  <a:pt x="22" y="340"/>
                </a:lnTo>
                <a:lnTo>
                  <a:pt x="21" y="335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67" name="Freeform 94"/>
          <p:cNvSpPr>
            <a:spLocks/>
          </p:cNvSpPr>
          <p:nvPr/>
        </p:nvSpPr>
        <p:spPr bwMode="auto">
          <a:xfrm rot="306148">
            <a:off x="4730813" y="4985157"/>
            <a:ext cx="168275" cy="184107"/>
          </a:xfrm>
          <a:custGeom>
            <a:avLst/>
            <a:gdLst/>
            <a:ahLst/>
            <a:cxnLst>
              <a:cxn ang="0">
                <a:pos x="11" y="240"/>
              </a:cxn>
              <a:cxn ang="0">
                <a:pos x="45" y="233"/>
              </a:cxn>
              <a:cxn ang="0">
                <a:pos x="95" y="226"/>
              </a:cxn>
              <a:cxn ang="0">
                <a:pos x="133" y="169"/>
              </a:cxn>
              <a:cxn ang="0">
                <a:pos x="185" y="157"/>
              </a:cxn>
              <a:cxn ang="0">
                <a:pos x="202" y="136"/>
              </a:cxn>
              <a:cxn ang="0">
                <a:pos x="214" y="104"/>
              </a:cxn>
              <a:cxn ang="0">
                <a:pos x="254" y="58"/>
              </a:cxn>
              <a:cxn ang="0">
                <a:pos x="291" y="30"/>
              </a:cxn>
              <a:cxn ang="0">
                <a:pos x="335" y="3"/>
              </a:cxn>
              <a:cxn ang="0">
                <a:pos x="376" y="0"/>
              </a:cxn>
              <a:cxn ang="0">
                <a:pos x="394" y="2"/>
              </a:cxn>
              <a:cxn ang="0">
                <a:pos x="489" y="77"/>
              </a:cxn>
              <a:cxn ang="0">
                <a:pos x="513" y="121"/>
              </a:cxn>
              <a:cxn ang="0">
                <a:pos x="513" y="156"/>
              </a:cxn>
              <a:cxn ang="0">
                <a:pos x="484" y="216"/>
              </a:cxn>
              <a:cxn ang="0">
                <a:pos x="481" y="262"/>
              </a:cxn>
              <a:cxn ang="0">
                <a:pos x="489" y="294"/>
              </a:cxn>
              <a:cxn ang="0">
                <a:pos x="474" y="345"/>
              </a:cxn>
              <a:cxn ang="0">
                <a:pos x="414" y="419"/>
              </a:cxn>
              <a:cxn ang="0">
                <a:pos x="371" y="474"/>
              </a:cxn>
              <a:cxn ang="0">
                <a:pos x="365" y="526"/>
              </a:cxn>
              <a:cxn ang="0">
                <a:pos x="332" y="521"/>
              </a:cxn>
              <a:cxn ang="0">
                <a:pos x="278" y="524"/>
              </a:cxn>
              <a:cxn ang="0">
                <a:pos x="230" y="512"/>
              </a:cxn>
              <a:cxn ang="0">
                <a:pos x="230" y="514"/>
              </a:cxn>
              <a:cxn ang="0">
                <a:pos x="202" y="484"/>
              </a:cxn>
              <a:cxn ang="0">
                <a:pos x="168" y="446"/>
              </a:cxn>
              <a:cxn ang="0">
                <a:pos x="152" y="408"/>
              </a:cxn>
              <a:cxn ang="0">
                <a:pos x="118" y="392"/>
              </a:cxn>
              <a:cxn ang="0">
                <a:pos x="82" y="392"/>
              </a:cxn>
              <a:cxn ang="0">
                <a:pos x="68" y="381"/>
              </a:cxn>
              <a:cxn ang="0">
                <a:pos x="65" y="358"/>
              </a:cxn>
              <a:cxn ang="0">
                <a:pos x="52" y="321"/>
              </a:cxn>
              <a:cxn ang="0">
                <a:pos x="28" y="288"/>
              </a:cxn>
              <a:cxn ang="0">
                <a:pos x="0" y="255"/>
              </a:cxn>
            </a:cxnLst>
            <a:rect l="0" t="0" r="r" b="b"/>
            <a:pathLst>
              <a:path w="518" h="529">
                <a:moveTo>
                  <a:pt x="0" y="252"/>
                </a:moveTo>
                <a:lnTo>
                  <a:pt x="11" y="240"/>
                </a:lnTo>
                <a:lnTo>
                  <a:pt x="22" y="234"/>
                </a:lnTo>
                <a:lnTo>
                  <a:pt x="45" y="233"/>
                </a:lnTo>
                <a:lnTo>
                  <a:pt x="82" y="230"/>
                </a:lnTo>
                <a:lnTo>
                  <a:pt x="95" y="226"/>
                </a:lnTo>
                <a:lnTo>
                  <a:pt x="105" y="217"/>
                </a:lnTo>
                <a:lnTo>
                  <a:pt x="133" y="169"/>
                </a:lnTo>
                <a:lnTo>
                  <a:pt x="158" y="164"/>
                </a:lnTo>
                <a:lnTo>
                  <a:pt x="185" y="157"/>
                </a:lnTo>
                <a:lnTo>
                  <a:pt x="196" y="143"/>
                </a:lnTo>
                <a:lnTo>
                  <a:pt x="202" y="136"/>
                </a:lnTo>
                <a:lnTo>
                  <a:pt x="204" y="122"/>
                </a:lnTo>
                <a:lnTo>
                  <a:pt x="214" y="104"/>
                </a:lnTo>
                <a:lnTo>
                  <a:pt x="228" y="82"/>
                </a:lnTo>
                <a:lnTo>
                  <a:pt x="254" y="58"/>
                </a:lnTo>
                <a:lnTo>
                  <a:pt x="272" y="49"/>
                </a:lnTo>
                <a:lnTo>
                  <a:pt x="291" y="30"/>
                </a:lnTo>
                <a:lnTo>
                  <a:pt x="313" y="17"/>
                </a:lnTo>
                <a:lnTo>
                  <a:pt x="335" y="3"/>
                </a:lnTo>
                <a:lnTo>
                  <a:pt x="352" y="0"/>
                </a:lnTo>
                <a:lnTo>
                  <a:pt x="376" y="0"/>
                </a:lnTo>
                <a:lnTo>
                  <a:pt x="391" y="2"/>
                </a:lnTo>
                <a:lnTo>
                  <a:pt x="394" y="2"/>
                </a:lnTo>
                <a:lnTo>
                  <a:pt x="446" y="47"/>
                </a:lnTo>
                <a:lnTo>
                  <a:pt x="489" y="77"/>
                </a:lnTo>
                <a:lnTo>
                  <a:pt x="506" y="99"/>
                </a:lnTo>
                <a:lnTo>
                  <a:pt x="513" y="121"/>
                </a:lnTo>
                <a:lnTo>
                  <a:pt x="518" y="136"/>
                </a:lnTo>
                <a:lnTo>
                  <a:pt x="513" y="156"/>
                </a:lnTo>
                <a:lnTo>
                  <a:pt x="496" y="189"/>
                </a:lnTo>
                <a:lnTo>
                  <a:pt x="484" y="216"/>
                </a:lnTo>
                <a:lnTo>
                  <a:pt x="474" y="239"/>
                </a:lnTo>
                <a:lnTo>
                  <a:pt x="481" y="262"/>
                </a:lnTo>
                <a:lnTo>
                  <a:pt x="484" y="277"/>
                </a:lnTo>
                <a:lnTo>
                  <a:pt x="489" y="294"/>
                </a:lnTo>
                <a:lnTo>
                  <a:pt x="489" y="308"/>
                </a:lnTo>
                <a:lnTo>
                  <a:pt x="474" y="345"/>
                </a:lnTo>
                <a:lnTo>
                  <a:pt x="446" y="381"/>
                </a:lnTo>
                <a:lnTo>
                  <a:pt x="414" y="419"/>
                </a:lnTo>
                <a:lnTo>
                  <a:pt x="387" y="449"/>
                </a:lnTo>
                <a:lnTo>
                  <a:pt x="371" y="474"/>
                </a:lnTo>
                <a:lnTo>
                  <a:pt x="365" y="524"/>
                </a:lnTo>
                <a:lnTo>
                  <a:pt x="365" y="526"/>
                </a:lnTo>
                <a:lnTo>
                  <a:pt x="359" y="524"/>
                </a:lnTo>
                <a:lnTo>
                  <a:pt x="332" y="521"/>
                </a:lnTo>
                <a:lnTo>
                  <a:pt x="312" y="529"/>
                </a:lnTo>
                <a:lnTo>
                  <a:pt x="278" y="524"/>
                </a:lnTo>
                <a:lnTo>
                  <a:pt x="254" y="515"/>
                </a:lnTo>
                <a:lnTo>
                  <a:pt x="230" y="512"/>
                </a:lnTo>
                <a:lnTo>
                  <a:pt x="224" y="512"/>
                </a:lnTo>
                <a:lnTo>
                  <a:pt x="230" y="514"/>
                </a:lnTo>
                <a:lnTo>
                  <a:pt x="209" y="489"/>
                </a:lnTo>
                <a:lnTo>
                  <a:pt x="202" y="484"/>
                </a:lnTo>
                <a:lnTo>
                  <a:pt x="175" y="456"/>
                </a:lnTo>
                <a:lnTo>
                  <a:pt x="168" y="446"/>
                </a:lnTo>
                <a:lnTo>
                  <a:pt x="158" y="422"/>
                </a:lnTo>
                <a:lnTo>
                  <a:pt x="152" y="408"/>
                </a:lnTo>
                <a:lnTo>
                  <a:pt x="137" y="392"/>
                </a:lnTo>
                <a:lnTo>
                  <a:pt x="118" y="392"/>
                </a:lnTo>
                <a:lnTo>
                  <a:pt x="100" y="392"/>
                </a:lnTo>
                <a:lnTo>
                  <a:pt x="82" y="392"/>
                </a:lnTo>
                <a:lnTo>
                  <a:pt x="71" y="390"/>
                </a:lnTo>
                <a:lnTo>
                  <a:pt x="68" y="381"/>
                </a:lnTo>
                <a:lnTo>
                  <a:pt x="64" y="374"/>
                </a:lnTo>
                <a:lnTo>
                  <a:pt x="65" y="358"/>
                </a:lnTo>
                <a:lnTo>
                  <a:pt x="65" y="340"/>
                </a:lnTo>
                <a:lnTo>
                  <a:pt x="52" y="321"/>
                </a:lnTo>
                <a:lnTo>
                  <a:pt x="39" y="299"/>
                </a:lnTo>
                <a:lnTo>
                  <a:pt x="28" y="288"/>
                </a:lnTo>
                <a:lnTo>
                  <a:pt x="11" y="269"/>
                </a:lnTo>
                <a:lnTo>
                  <a:pt x="0" y="255"/>
                </a:lnTo>
                <a:lnTo>
                  <a:pt x="0" y="252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68" name="Freeform 95"/>
          <p:cNvSpPr>
            <a:spLocks/>
          </p:cNvSpPr>
          <p:nvPr/>
        </p:nvSpPr>
        <p:spPr bwMode="auto">
          <a:xfrm rot="306148">
            <a:off x="4848288" y="4875645"/>
            <a:ext cx="207963" cy="404718"/>
          </a:xfrm>
          <a:custGeom>
            <a:avLst/>
            <a:gdLst/>
            <a:ahLst/>
            <a:cxnLst>
              <a:cxn ang="0">
                <a:pos x="150" y="1111"/>
              </a:cxn>
              <a:cxn ang="0">
                <a:pos x="219" y="1051"/>
              </a:cxn>
              <a:cxn ang="0">
                <a:pos x="273" y="994"/>
              </a:cxn>
              <a:cxn ang="0">
                <a:pos x="253" y="957"/>
              </a:cxn>
              <a:cxn ang="0">
                <a:pos x="255" y="782"/>
              </a:cxn>
              <a:cxn ang="0">
                <a:pos x="212" y="741"/>
              </a:cxn>
              <a:cxn ang="0">
                <a:pos x="260" y="703"/>
              </a:cxn>
              <a:cxn ang="0">
                <a:pos x="318" y="658"/>
              </a:cxn>
              <a:cxn ang="0">
                <a:pos x="349" y="586"/>
              </a:cxn>
              <a:cxn ang="0">
                <a:pos x="424" y="533"/>
              </a:cxn>
              <a:cxn ang="0">
                <a:pos x="549" y="475"/>
              </a:cxn>
              <a:cxn ang="0">
                <a:pos x="619" y="391"/>
              </a:cxn>
              <a:cxn ang="0">
                <a:pos x="636" y="326"/>
              </a:cxn>
              <a:cxn ang="0">
                <a:pos x="614" y="256"/>
              </a:cxn>
              <a:cxn ang="0">
                <a:pos x="604" y="224"/>
              </a:cxn>
              <a:cxn ang="0">
                <a:pos x="626" y="174"/>
              </a:cxn>
              <a:cxn ang="0">
                <a:pos x="605" y="112"/>
              </a:cxn>
              <a:cxn ang="0">
                <a:pos x="621" y="20"/>
              </a:cxn>
              <a:cxn ang="0">
                <a:pos x="585" y="18"/>
              </a:cxn>
              <a:cxn ang="0">
                <a:pos x="547" y="6"/>
              </a:cxn>
              <a:cxn ang="0">
                <a:pos x="498" y="18"/>
              </a:cxn>
              <a:cxn ang="0">
                <a:pos x="460" y="23"/>
              </a:cxn>
              <a:cxn ang="0">
                <a:pos x="425" y="85"/>
              </a:cxn>
              <a:cxn ang="0">
                <a:pos x="372" y="83"/>
              </a:cxn>
              <a:cxn ang="0">
                <a:pos x="297" y="65"/>
              </a:cxn>
              <a:cxn ang="0">
                <a:pos x="250" y="87"/>
              </a:cxn>
              <a:cxn ang="0">
                <a:pos x="244" y="153"/>
              </a:cxn>
              <a:cxn ang="0">
                <a:pos x="277" y="242"/>
              </a:cxn>
              <a:cxn ang="0">
                <a:pos x="309" y="310"/>
              </a:cxn>
              <a:cxn ang="0">
                <a:pos x="284" y="373"/>
              </a:cxn>
              <a:cxn ang="0">
                <a:pos x="244" y="409"/>
              </a:cxn>
              <a:cxn ang="0">
                <a:pos x="189" y="391"/>
              </a:cxn>
              <a:cxn ang="0">
                <a:pos x="181" y="321"/>
              </a:cxn>
              <a:cxn ang="0">
                <a:pos x="172" y="276"/>
              </a:cxn>
              <a:cxn ang="0">
                <a:pos x="125" y="260"/>
              </a:cxn>
              <a:cxn ang="0">
                <a:pos x="74" y="269"/>
              </a:cxn>
              <a:cxn ang="0">
                <a:pos x="26" y="299"/>
              </a:cxn>
              <a:cxn ang="0">
                <a:pos x="28" y="356"/>
              </a:cxn>
              <a:cxn ang="0">
                <a:pos x="128" y="434"/>
              </a:cxn>
              <a:cxn ang="0">
                <a:pos x="157" y="492"/>
              </a:cxn>
              <a:cxn ang="0">
                <a:pos x="125" y="572"/>
              </a:cxn>
              <a:cxn ang="0">
                <a:pos x="125" y="635"/>
              </a:cxn>
              <a:cxn ang="0">
                <a:pos x="113" y="701"/>
              </a:cxn>
              <a:cxn ang="0">
                <a:pos x="26" y="805"/>
              </a:cxn>
              <a:cxn ang="0">
                <a:pos x="4" y="886"/>
              </a:cxn>
              <a:cxn ang="0">
                <a:pos x="6" y="970"/>
              </a:cxn>
              <a:cxn ang="0">
                <a:pos x="39" y="1069"/>
              </a:cxn>
              <a:cxn ang="0">
                <a:pos x="50" y="1133"/>
              </a:cxn>
              <a:cxn ang="0">
                <a:pos x="86" y="1168"/>
              </a:cxn>
            </a:cxnLst>
            <a:rect l="0" t="0" r="r" b="b"/>
            <a:pathLst>
              <a:path w="636" h="1168">
                <a:moveTo>
                  <a:pt x="90" y="1159"/>
                </a:moveTo>
                <a:lnTo>
                  <a:pt x="103" y="1143"/>
                </a:lnTo>
                <a:lnTo>
                  <a:pt x="150" y="1111"/>
                </a:lnTo>
                <a:lnTo>
                  <a:pt x="179" y="1091"/>
                </a:lnTo>
                <a:lnTo>
                  <a:pt x="202" y="1069"/>
                </a:lnTo>
                <a:lnTo>
                  <a:pt x="219" y="1051"/>
                </a:lnTo>
                <a:lnTo>
                  <a:pt x="241" y="1033"/>
                </a:lnTo>
                <a:lnTo>
                  <a:pt x="268" y="1004"/>
                </a:lnTo>
                <a:lnTo>
                  <a:pt x="273" y="994"/>
                </a:lnTo>
                <a:lnTo>
                  <a:pt x="268" y="990"/>
                </a:lnTo>
                <a:lnTo>
                  <a:pt x="260" y="982"/>
                </a:lnTo>
                <a:lnTo>
                  <a:pt x="253" y="957"/>
                </a:lnTo>
                <a:lnTo>
                  <a:pt x="264" y="834"/>
                </a:lnTo>
                <a:lnTo>
                  <a:pt x="262" y="804"/>
                </a:lnTo>
                <a:lnTo>
                  <a:pt x="255" y="782"/>
                </a:lnTo>
                <a:lnTo>
                  <a:pt x="243" y="772"/>
                </a:lnTo>
                <a:lnTo>
                  <a:pt x="216" y="758"/>
                </a:lnTo>
                <a:lnTo>
                  <a:pt x="212" y="741"/>
                </a:lnTo>
                <a:lnTo>
                  <a:pt x="218" y="728"/>
                </a:lnTo>
                <a:lnTo>
                  <a:pt x="235" y="714"/>
                </a:lnTo>
                <a:lnTo>
                  <a:pt x="260" y="703"/>
                </a:lnTo>
                <a:lnTo>
                  <a:pt x="280" y="691"/>
                </a:lnTo>
                <a:lnTo>
                  <a:pt x="301" y="677"/>
                </a:lnTo>
                <a:lnTo>
                  <a:pt x="318" y="658"/>
                </a:lnTo>
                <a:lnTo>
                  <a:pt x="340" y="629"/>
                </a:lnTo>
                <a:lnTo>
                  <a:pt x="348" y="608"/>
                </a:lnTo>
                <a:lnTo>
                  <a:pt x="349" y="586"/>
                </a:lnTo>
                <a:lnTo>
                  <a:pt x="355" y="572"/>
                </a:lnTo>
                <a:lnTo>
                  <a:pt x="375" y="553"/>
                </a:lnTo>
                <a:lnTo>
                  <a:pt x="424" y="533"/>
                </a:lnTo>
                <a:lnTo>
                  <a:pt x="456" y="524"/>
                </a:lnTo>
                <a:lnTo>
                  <a:pt x="510" y="499"/>
                </a:lnTo>
                <a:lnTo>
                  <a:pt x="549" y="475"/>
                </a:lnTo>
                <a:lnTo>
                  <a:pt x="591" y="437"/>
                </a:lnTo>
                <a:lnTo>
                  <a:pt x="609" y="411"/>
                </a:lnTo>
                <a:lnTo>
                  <a:pt x="619" y="391"/>
                </a:lnTo>
                <a:lnTo>
                  <a:pt x="629" y="364"/>
                </a:lnTo>
                <a:lnTo>
                  <a:pt x="633" y="339"/>
                </a:lnTo>
                <a:lnTo>
                  <a:pt x="636" y="326"/>
                </a:lnTo>
                <a:lnTo>
                  <a:pt x="633" y="305"/>
                </a:lnTo>
                <a:lnTo>
                  <a:pt x="626" y="276"/>
                </a:lnTo>
                <a:lnTo>
                  <a:pt x="614" y="256"/>
                </a:lnTo>
                <a:lnTo>
                  <a:pt x="604" y="247"/>
                </a:lnTo>
                <a:lnTo>
                  <a:pt x="598" y="234"/>
                </a:lnTo>
                <a:lnTo>
                  <a:pt x="604" y="224"/>
                </a:lnTo>
                <a:lnTo>
                  <a:pt x="622" y="206"/>
                </a:lnTo>
                <a:lnTo>
                  <a:pt x="633" y="188"/>
                </a:lnTo>
                <a:lnTo>
                  <a:pt x="626" y="174"/>
                </a:lnTo>
                <a:lnTo>
                  <a:pt x="610" y="157"/>
                </a:lnTo>
                <a:lnTo>
                  <a:pt x="604" y="133"/>
                </a:lnTo>
                <a:lnTo>
                  <a:pt x="605" y="112"/>
                </a:lnTo>
                <a:lnTo>
                  <a:pt x="609" y="83"/>
                </a:lnTo>
                <a:lnTo>
                  <a:pt x="617" y="59"/>
                </a:lnTo>
                <a:lnTo>
                  <a:pt x="621" y="20"/>
                </a:lnTo>
                <a:lnTo>
                  <a:pt x="620" y="14"/>
                </a:lnTo>
                <a:lnTo>
                  <a:pt x="604" y="17"/>
                </a:lnTo>
                <a:lnTo>
                  <a:pt x="585" y="18"/>
                </a:lnTo>
                <a:lnTo>
                  <a:pt x="565" y="0"/>
                </a:lnTo>
                <a:lnTo>
                  <a:pt x="561" y="1"/>
                </a:lnTo>
                <a:lnTo>
                  <a:pt x="547" y="6"/>
                </a:lnTo>
                <a:lnTo>
                  <a:pt x="532" y="14"/>
                </a:lnTo>
                <a:lnTo>
                  <a:pt x="514" y="27"/>
                </a:lnTo>
                <a:lnTo>
                  <a:pt x="498" y="18"/>
                </a:lnTo>
                <a:lnTo>
                  <a:pt x="487" y="17"/>
                </a:lnTo>
                <a:lnTo>
                  <a:pt x="474" y="17"/>
                </a:lnTo>
                <a:lnTo>
                  <a:pt x="460" y="23"/>
                </a:lnTo>
                <a:lnTo>
                  <a:pt x="442" y="46"/>
                </a:lnTo>
                <a:lnTo>
                  <a:pt x="434" y="70"/>
                </a:lnTo>
                <a:lnTo>
                  <a:pt x="425" y="85"/>
                </a:lnTo>
                <a:lnTo>
                  <a:pt x="411" y="91"/>
                </a:lnTo>
                <a:lnTo>
                  <a:pt x="392" y="87"/>
                </a:lnTo>
                <a:lnTo>
                  <a:pt x="372" y="83"/>
                </a:lnTo>
                <a:lnTo>
                  <a:pt x="342" y="71"/>
                </a:lnTo>
                <a:lnTo>
                  <a:pt x="320" y="64"/>
                </a:lnTo>
                <a:lnTo>
                  <a:pt x="297" y="65"/>
                </a:lnTo>
                <a:lnTo>
                  <a:pt x="271" y="70"/>
                </a:lnTo>
                <a:lnTo>
                  <a:pt x="255" y="87"/>
                </a:lnTo>
                <a:lnTo>
                  <a:pt x="250" y="87"/>
                </a:lnTo>
                <a:lnTo>
                  <a:pt x="244" y="111"/>
                </a:lnTo>
                <a:lnTo>
                  <a:pt x="242" y="131"/>
                </a:lnTo>
                <a:lnTo>
                  <a:pt x="244" y="153"/>
                </a:lnTo>
                <a:lnTo>
                  <a:pt x="248" y="174"/>
                </a:lnTo>
                <a:lnTo>
                  <a:pt x="255" y="206"/>
                </a:lnTo>
                <a:lnTo>
                  <a:pt x="277" y="242"/>
                </a:lnTo>
                <a:lnTo>
                  <a:pt x="289" y="263"/>
                </a:lnTo>
                <a:lnTo>
                  <a:pt x="307" y="297"/>
                </a:lnTo>
                <a:lnTo>
                  <a:pt x="309" y="310"/>
                </a:lnTo>
                <a:lnTo>
                  <a:pt x="299" y="337"/>
                </a:lnTo>
                <a:lnTo>
                  <a:pt x="294" y="353"/>
                </a:lnTo>
                <a:lnTo>
                  <a:pt x="284" y="373"/>
                </a:lnTo>
                <a:lnTo>
                  <a:pt x="273" y="386"/>
                </a:lnTo>
                <a:lnTo>
                  <a:pt x="256" y="404"/>
                </a:lnTo>
                <a:lnTo>
                  <a:pt x="244" y="409"/>
                </a:lnTo>
                <a:lnTo>
                  <a:pt x="222" y="411"/>
                </a:lnTo>
                <a:lnTo>
                  <a:pt x="206" y="405"/>
                </a:lnTo>
                <a:lnTo>
                  <a:pt x="189" y="391"/>
                </a:lnTo>
                <a:lnTo>
                  <a:pt x="179" y="368"/>
                </a:lnTo>
                <a:lnTo>
                  <a:pt x="179" y="339"/>
                </a:lnTo>
                <a:lnTo>
                  <a:pt x="181" y="321"/>
                </a:lnTo>
                <a:lnTo>
                  <a:pt x="180" y="303"/>
                </a:lnTo>
                <a:lnTo>
                  <a:pt x="178" y="282"/>
                </a:lnTo>
                <a:lnTo>
                  <a:pt x="172" y="276"/>
                </a:lnTo>
                <a:lnTo>
                  <a:pt x="152" y="265"/>
                </a:lnTo>
                <a:lnTo>
                  <a:pt x="127" y="260"/>
                </a:lnTo>
                <a:lnTo>
                  <a:pt x="125" y="260"/>
                </a:lnTo>
                <a:lnTo>
                  <a:pt x="111" y="263"/>
                </a:lnTo>
                <a:lnTo>
                  <a:pt x="99" y="266"/>
                </a:lnTo>
                <a:lnTo>
                  <a:pt x="74" y="269"/>
                </a:lnTo>
                <a:lnTo>
                  <a:pt x="59" y="273"/>
                </a:lnTo>
                <a:lnTo>
                  <a:pt x="35" y="287"/>
                </a:lnTo>
                <a:lnTo>
                  <a:pt x="26" y="299"/>
                </a:lnTo>
                <a:lnTo>
                  <a:pt x="22" y="309"/>
                </a:lnTo>
                <a:lnTo>
                  <a:pt x="20" y="326"/>
                </a:lnTo>
                <a:lnTo>
                  <a:pt x="28" y="356"/>
                </a:lnTo>
                <a:lnTo>
                  <a:pt x="33" y="358"/>
                </a:lnTo>
                <a:lnTo>
                  <a:pt x="86" y="403"/>
                </a:lnTo>
                <a:lnTo>
                  <a:pt x="128" y="434"/>
                </a:lnTo>
                <a:lnTo>
                  <a:pt x="146" y="456"/>
                </a:lnTo>
                <a:lnTo>
                  <a:pt x="152" y="478"/>
                </a:lnTo>
                <a:lnTo>
                  <a:pt x="157" y="492"/>
                </a:lnTo>
                <a:lnTo>
                  <a:pt x="152" y="512"/>
                </a:lnTo>
                <a:lnTo>
                  <a:pt x="135" y="545"/>
                </a:lnTo>
                <a:lnTo>
                  <a:pt x="125" y="572"/>
                </a:lnTo>
                <a:lnTo>
                  <a:pt x="114" y="595"/>
                </a:lnTo>
                <a:lnTo>
                  <a:pt x="120" y="619"/>
                </a:lnTo>
                <a:lnTo>
                  <a:pt x="125" y="635"/>
                </a:lnTo>
                <a:lnTo>
                  <a:pt x="129" y="652"/>
                </a:lnTo>
                <a:lnTo>
                  <a:pt x="129" y="664"/>
                </a:lnTo>
                <a:lnTo>
                  <a:pt x="113" y="701"/>
                </a:lnTo>
                <a:lnTo>
                  <a:pt x="86" y="738"/>
                </a:lnTo>
                <a:lnTo>
                  <a:pt x="55" y="776"/>
                </a:lnTo>
                <a:lnTo>
                  <a:pt x="26" y="805"/>
                </a:lnTo>
                <a:lnTo>
                  <a:pt x="10" y="831"/>
                </a:lnTo>
                <a:lnTo>
                  <a:pt x="5" y="880"/>
                </a:lnTo>
                <a:lnTo>
                  <a:pt x="4" y="886"/>
                </a:lnTo>
                <a:lnTo>
                  <a:pt x="1" y="905"/>
                </a:lnTo>
                <a:lnTo>
                  <a:pt x="0" y="932"/>
                </a:lnTo>
                <a:lnTo>
                  <a:pt x="6" y="970"/>
                </a:lnTo>
                <a:lnTo>
                  <a:pt x="21" y="1020"/>
                </a:lnTo>
                <a:lnTo>
                  <a:pt x="27" y="1040"/>
                </a:lnTo>
                <a:lnTo>
                  <a:pt x="39" y="1069"/>
                </a:lnTo>
                <a:lnTo>
                  <a:pt x="49" y="1093"/>
                </a:lnTo>
                <a:lnTo>
                  <a:pt x="55" y="1116"/>
                </a:lnTo>
                <a:lnTo>
                  <a:pt x="50" y="1133"/>
                </a:lnTo>
                <a:lnTo>
                  <a:pt x="35" y="1143"/>
                </a:lnTo>
                <a:lnTo>
                  <a:pt x="33" y="1151"/>
                </a:lnTo>
                <a:lnTo>
                  <a:pt x="86" y="1168"/>
                </a:lnTo>
                <a:lnTo>
                  <a:pt x="90" y="1159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69" name="Freeform 96"/>
          <p:cNvSpPr>
            <a:spLocks/>
          </p:cNvSpPr>
          <p:nvPr/>
        </p:nvSpPr>
        <p:spPr bwMode="auto">
          <a:xfrm rot="306148">
            <a:off x="4610163" y="5059753"/>
            <a:ext cx="187325" cy="219024"/>
          </a:xfrm>
          <a:custGeom>
            <a:avLst/>
            <a:gdLst/>
            <a:ahLst/>
            <a:cxnLst>
              <a:cxn ang="0">
                <a:pos x="52" y="630"/>
              </a:cxn>
              <a:cxn ang="0">
                <a:pos x="85" y="626"/>
              </a:cxn>
              <a:cxn ang="0">
                <a:pos x="122" y="608"/>
              </a:cxn>
              <a:cxn ang="0">
                <a:pos x="137" y="577"/>
              </a:cxn>
              <a:cxn ang="0">
                <a:pos x="170" y="519"/>
              </a:cxn>
              <a:cxn ang="0">
                <a:pos x="210" y="498"/>
              </a:cxn>
              <a:cxn ang="0">
                <a:pos x="277" y="511"/>
              </a:cxn>
              <a:cxn ang="0">
                <a:pos x="316" y="521"/>
              </a:cxn>
              <a:cxn ang="0">
                <a:pos x="358" y="513"/>
              </a:cxn>
              <a:cxn ang="0">
                <a:pos x="383" y="478"/>
              </a:cxn>
              <a:cxn ang="0">
                <a:pos x="415" y="428"/>
              </a:cxn>
              <a:cxn ang="0">
                <a:pos x="485" y="340"/>
              </a:cxn>
              <a:cxn ang="0">
                <a:pos x="552" y="287"/>
              </a:cxn>
              <a:cxn ang="0">
                <a:pos x="575" y="270"/>
              </a:cxn>
              <a:cxn ang="0">
                <a:pos x="546" y="240"/>
              </a:cxn>
              <a:cxn ang="0">
                <a:pos x="513" y="202"/>
              </a:cxn>
              <a:cxn ang="0">
                <a:pos x="497" y="164"/>
              </a:cxn>
              <a:cxn ang="0">
                <a:pos x="463" y="148"/>
              </a:cxn>
              <a:cxn ang="0">
                <a:pos x="427" y="148"/>
              </a:cxn>
              <a:cxn ang="0">
                <a:pos x="413" y="138"/>
              </a:cxn>
              <a:cxn ang="0">
                <a:pos x="409" y="114"/>
              </a:cxn>
              <a:cxn ang="0">
                <a:pos x="397" y="77"/>
              </a:cxn>
              <a:cxn ang="0">
                <a:pos x="373" y="44"/>
              </a:cxn>
              <a:cxn ang="0">
                <a:pos x="344" y="11"/>
              </a:cxn>
              <a:cxn ang="0">
                <a:pos x="333" y="11"/>
              </a:cxn>
              <a:cxn ang="0">
                <a:pos x="300" y="8"/>
              </a:cxn>
              <a:cxn ang="0">
                <a:pos x="265" y="13"/>
              </a:cxn>
              <a:cxn ang="0">
                <a:pos x="217" y="37"/>
              </a:cxn>
              <a:cxn ang="0">
                <a:pos x="181" y="19"/>
              </a:cxn>
              <a:cxn ang="0">
                <a:pos x="102" y="48"/>
              </a:cxn>
              <a:cxn ang="0">
                <a:pos x="43" y="68"/>
              </a:cxn>
              <a:cxn ang="0">
                <a:pos x="0" y="262"/>
              </a:cxn>
              <a:cxn ang="0">
                <a:pos x="11" y="606"/>
              </a:cxn>
              <a:cxn ang="0">
                <a:pos x="25" y="625"/>
              </a:cxn>
              <a:cxn ang="0">
                <a:pos x="35" y="630"/>
              </a:cxn>
            </a:cxnLst>
            <a:rect l="0" t="0" r="r" b="b"/>
            <a:pathLst>
              <a:path w="575" h="630">
                <a:moveTo>
                  <a:pt x="35" y="630"/>
                </a:moveTo>
                <a:lnTo>
                  <a:pt x="52" y="630"/>
                </a:lnTo>
                <a:lnTo>
                  <a:pt x="72" y="629"/>
                </a:lnTo>
                <a:lnTo>
                  <a:pt x="85" y="626"/>
                </a:lnTo>
                <a:lnTo>
                  <a:pt x="108" y="616"/>
                </a:lnTo>
                <a:lnTo>
                  <a:pt x="122" y="608"/>
                </a:lnTo>
                <a:lnTo>
                  <a:pt x="133" y="588"/>
                </a:lnTo>
                <a:lnTo>
                  <a:pt x="137" y="577"/>
                </a:lnTo>
                <a:lnTo>
                  <a:pt x="159" y="536"/>
                </a:lnTo>
                <a:lnTo>
                  <a:pt x="170" y="519"/>
                </a:lnTo>
                <a:lnTo>
                  <a:pt x="189" y="504"/>
                </a:lnTo>
                <a:lnTo>
                  <a:pt x="210" y="498"/>
                </a:lnTo>
                <a:lnTo>
                  <a:pt x="234" y="497"/>
                </a:lnTo>
                <a:lnTo>
                  <a:pt x="277" y="511"/>
                </a:lnTo>
                <a:lnTo>
                  <a:pt x="296" y="521"/>
                </a:lnTo>
                <a:lnTo>
                  <a:pt x="316" y="521"/>
                </a:lnTo>
                <a:lnTo>
                  <a:pt x="331" y="524"/>
                </a:lnTo>
                <a:lnTo>
                  <a:pt x="358" y="513"/>
                </a:lnTo>
                <a:lnTo>
                  <a:pt x="376" y="490"/>
                </a:lnTo>
                <a:lnTo>
                  <a:pt x="383" y="478"/>
                </a:lnTo>
                <a:lnTo>
                  <a:pt x="399" y="449"/>
                </a:lnTo>
                <a:lnTo>
                  <a:pt x="415" y="428"/>
                </a:lnTo>
                <a:lnTo>
                  <a:pt x="442" y="393"/>
                </a:lnTo>
                <a:lnTo>
                  <a:pt x="485" y="340"/>
                </a:lnTo>
                <a:lnTo>
                  <a:pt x="524" y="310"/>
                </a:lnTo>
                <a:lnTo>
                  <a:pt x="552" y="287"/>
                </a:lnTo>
                <a:lnTo>
                  <a:pt x="569" y="269"/>
                </a:lnTo>
                <a:lnTo>
                  <a:pt x="575" y="270"/>
                </a:lnTo>
                <a:lnTo>
                  <a:pt x="554" y="245"/>
                </a:lnTo>
                <a:lnTo>
                  <a:pt x="546" y="240"/>
                </a:lnTo>
                <a:lnTo>
                  <a:pt x="520" y="212"/>
                </a:lnTo>
                <a:lnTo>
                  <a:pt x="513" y="202"/>
                </a:lnTo>
                <a:lnTo>
                  <a:pt x="503" y="178"/>
                </a:lnTo>
                <a:lnTo>
                  <a:pt x="497" y="164"/>
                </a:lnTo>
                <a:lnTo>
                  <a:pt x="482" y="149"/>
                </a:lnTo>
                <a:lnTo>
                  <a:pt x="463" y="148"/>
                </a:lnTo>
                <a:lnTo>
                  <a:pt x="445" y="148"/>
                </a:lnTo>
                <a:lnTo>
                  <a:pt x="427" y="148"/>
                </a:lnTo>
                <a:lnTo>
                  <a:pt x="415" y="146"/>
                </a:lnTo>
                <a:lnTo>
                  <a:pt x="413" y="138"/>
                </a:lnTo>
                <a:lnTo>
                  <a:pt x="409" y="130"/>
                </a:lnTo>
                <a:lnTo>
                  <a:pt x="409" y="114"/>
                </a:lnTo>
                <a:lnTo>
                  <a:pt x="409" y="96"/>
                </a:lnTo>
                <a:lnTo>
                  <a:pt x="397" y="77"/>
                </a:lnTo>
                <a:lnTo>
                  <a:pt x="383" y="55"/>
                </a:lnTo>
                <a:lnTo>
                  <a:pt x="373" y="44"/>
                </a:lnTo>
                <a:lnTo>
                  <a:pt x="355" y="25"/>
                </a:lnTo>
                <a:lnTo>
                  <a:pt x="344" y="11"/>
                </a:lnTo>
                <a:lnTo>
                  <a:pt x="344" y="8"/>
                </a:lnTo>
                <a:lnTo>
                  <a:pt x="333" y="11"/>
                </a:lnTo>
                <a:lnTo>
                  <a:pt x="316" y="11"/>
                </a:lnTo>
                <a:lnTo>
                  <a:pt x="300" y="8"/>
                </a:lnTo>
                <a:lnTo>
                  <a:pt x="285" y="0"/>
                </a:lnTo>
                <a:lnTo>
                  <a:pt x="265" y="13"/>
                </a:lnTo>
                <a:lnTo>
                  <a:pt x="230" y="35"/>
                </a:lnTo>
                <a:lnTo>
                  <a:pt x="217" y="37"/>
                </a:lnTo>
                <a:lnTo>
                  <a:pt x="198" y="29"/>
                </a:lnTo>
                <a:lnTo>
                  <a:pt x="181" y="19"/>
                </a:lnTo>
                <a:lnTo>
                  <a:pt x="143" y="35"/>
                </a:lnTo>
                <a:lnTo>
                  <a:pt x="102" y="48"/>
                </a:lnTo>
                <a:lnTo>
                  <a:pt x="75" y="59"/>
                </a:lnTo>
                <a:lnTo>
                  <a:pt x="43" y="68"/>
                </a:lnTo>
                <a:lnTo>
                  <a:pt x="46" y="262"/>
                </a:lnTo>
                <a:lnTo>
                  <a:pt x="0" y="262"/>
                </a:lnTo>
                <a:lnTo>
                  <a:pt x="7" y="588"/>
                </a:lnTo>
                <a:lnTo>
                  <a:pt x="11" y="606"/>
                </a:lnTo>
                <a:lnTo>
                  <a:pt x="18" y="616"/>
                </a:lnTo>
                <a:lnTo>
                  <a:pt x="25" y="625"/>
                </a:lnTo>
                <a:lnTo>
                  <a:pt x="32" y="630"/>
                </a:lnTo>
                <a:lnTo>
                  <a:pt x="35" y="63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70" name="Freeform 97"/>
          <p:cNvSpPr>
            <a:spLocks/>
          </p:cNvSpPr>
          <p:nvPr/>
        </p:nvSpPr>
        <p:spPr bwMode="auto">
          <a:xfrm rot="306148">
            <a:off x="4446650" y="4726455"/>
            <a:ext cx="19050" cy="25394"/>
          </a:xfrm>
          <a:custGeom>
            <a:avLst/>
            <a:gdLst/>
            <a:ahLst/>
            <a:cxnLst>
              <a:cxn ang="0">
                <a:pos x="3" y="75"/>
              </a:cxn>
              <a:cxn ang="0">
                <a:pos x="33" y="62"/>
              </a:cxn>
              <a:cxn ang="0">
                <a:pos x="49" y="50"/>
              </a:cxn>
              <a:cxn ang="0">
                <a:pos x="51" y="38"/>
              </a:cxn>
              <a:cxn ang="0">
                <a:pos x="49" y="22"/>
              </a:cxn>
              <a:cxn ang="0">
                <a:pos x="44" y="0"/>
              </a:cxn>
              <a:cxn ang="0">
                <a:pos x="0" y="52"/>
              </a:cxn>
              <a:cxn ang="0">
                <a:pos x="3" y="67"/>
              </a:cxn>
              <a:cxn ang="0">
                <a:pos x="3" y="75"/>
              </a:cxn>
            </a:cxnLst>
            <a:rect l="0" t="0" r="r" b="b"/>
            <a:pathLst>
              <a:path w="51" h="75">
                <a:moveTo>
                  <a:pt x="3" y="75"/>
                </a:moveTo>
                <a:lnTo>
                  <a:pt x="33" y="62"/>
                </a:lnTo>
                <a:lnTo>
                  <a:pt x="49" y="50"/>
                </a:lnTo>
                <a:lnTo>
                  <a:pt x="51" y="38"/>
                </a:lnTo>
                <a:lnTo>
                  <a:pt x="49" y="22"/>
                </a:lnTo>
                <a:lnTo>
                  <a:pt x="44" y="0"/>
                </a:lnTo>
                <a:lnTo>
                  <a:pt x="0" y="52"/>
                </a:lnTo>
                <a:lnTo>
                  <a:pt x="3" y="67"/>
                </a:lnTo>
                <a:lnTo>
                  <a:pt x="3" y="75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71" name="Freeform 98"/>
          <p:cNvSpPr>
            <a:spLocks/>
          </p:cNvSpPr>
          <p:nvPr/>
        </p:nvSpPr>
        <p:spPr bwMode="auto">
          <a:xfrm rot="306148">
            <a:off x="4437125" y="4758197"/>
            <a:ext cx="258762" cy="290445"/>
          </a:xfrm>
          <a:custGeom>
            <a:avLst/>
            <a:gdLst/>
            <a:ahLst/>
            <a:cxnLst>
              <a:cxn ang="0">
                <a:pos x="730" y="763"/>
              </a:cxn>
              <a:cxn ang="0">
                <a:pos x="664" y="700"/>
              </a:cxn>
              <a:cxn ang="0">
                <a:pos x="655" y="602"/>
              </a:cxn>
              <a:cxn ang="0">
                <a:pos x="690" y="492"/>
              </a:cxn>
              <a:cxn ang="0">
                <a:pos x="781" y="474"/>
              </a:cxn>
              <a:cxn ang="0">
                <a:pos x="780" y="334"/>
              </a:cxn>
              <a:cxn ang="0">
                <a:pos x="641" y="335"/>
              </a:cxn>
              <a:cxn ang="0">
                <a:pos x="617" y="302"/>
              </a:cxn>
              <a:cxn ang="0">
                <a:pos x="650" y="267"/>
              </a:cxn>
              <a:cxn ang="0">
                <a:pos x="656" y="215"/>
              </a:cxn>
              <a:cxn ang="0">
                <a:pos x="632" y="159"/>
              </a:cxn>
              <a:cxn ang="0">
                <a:pos x="637" y="98"/>
              </a:cxn>
              <a:cxn ang="0">
                <a:pos x="616" y="72"/>
              </a:cxn>
              <a:cxn ang="0">
                <a:pos x="563" y="94"/>
              </a:cxn>
              <a:cxn ang="0">
                <a:pos x="512" y="61"/>
              </a:cxn>
              <a:cxn ang="0">
                <a:pos x="501" y="90"/>
              </a:cxn>
              <a:cxn ang="0">
                <a:pos x="511" y="145"/>
              </a:cxn>
              <a:cxn ang="0">
                <a:pos x="376" y="164"/>
              </a:cxn>
              <a:cxn ang="0">
                <a:pos x="316" y="145"/>
              </a:cxn>
              <a:cxn ang="0">
                <a:pos x="284" y="82"/>
              </a:cxn>
              <a:cxn ang="0">
                <a:pos x="238" y="2"/>
              </a:cxn>
              <a:cxn ang="0">
                <a:pos x="108" y="19"/>
              </a:cxn>
              <a:cxn ang="0">
                <a:pos x="7" y="52"/>
              </a:cxn>
              <a:cxn ang="0">
                <a:pos x="71" y="149"/>
              </a:cxn>
              <a:cxn ang="0">
                <a:pos x="99" y="219"/>
              </a:cxn>
              <a:cxn ang="0">
                <a:pos x="75" y="273"/>
              </a:cxn>
              <a:cxn ang="0">
                <a:pos x="129" y="366"/>
              </a:cxn>
              <a:cxn ang="0">
                <a:pos x="137" y="449"/>
              </a:cxn>
              <a:cxn ang="0">
                <a:pos x="99" y="509"/>
              </a:cxn>
              <a:cxn ang="0">
                <a:pos x="69" y="568"/>
              </a:cxn>
              <a:cxn ang="0">
                <a:pos x="47" y="699"/>
              </a:cxn>
              <a:cxn ang="0">
                <a:pos x="6" y="752"/>
              </a:cxn>
              <a:cxn ang="0">
                <a:pos x="22" y="787"/>
              </a:cxn>
              <a:cxn ang="0">
                <a:pos x="76" y="769"/>
              </a:cxn>
              <a:cxn ang="0">
                <a:pos x="118" y="754"/>
              </a:cxn>
              <a:cxn ang="0">
                <a:pos x="143" y="802"/>
              </a:cxn>
              <a:cxn ang="0">
                <a:pos x="197" y="799"/>
              </a:cxn>
              <a:cxn ang="0">
                <a:pos x="295" y="752"/>
              </a:cxn>
              <a:cxn ang="0">
                <a:pos x="387" y="764"/>
              </a:cxn>
              <a:cxn ang="0">
                <a:pos x="457" y="766"/>
              </a:cxn>
              <a:cxn ang="0">
                <a:pos x="487" y="786"/>
              </a:cxn>
              <a:cxn ang="0">
                <a:pos x="579" y="825"/>
              </a:cxn>
              <a:cxn ang="0">
                <a:pos x="652" y="836"/>
              </a:cxn>
            </a:cxnLst>
            <a:rect l="0" t="0" r="r" b="b"/>
            <a:pathLst>
              <a:path w="790" h="837">
                <a:moveTo>
                  <a:pt x="790" y="788"/>
                </a:moveTo>
                <a:lnTo>
                  <a:pt x="754" y="775"/>
                </a:lnTo>
                <a:lnTo>
                  <a:pt x="730" y="763"/>
                </a:lnTo>
                <a:lnTo>
                  <a:pt x="703" y="739"/>
                </a:lnTo>
                <a:lnTo>
                  <a:pt x="682" y="723"/>
                </a:lnTo>
                <a:lnTo>
                  <a:pt x="664" y="700"/>
                </a:lnTo>
                <a:lnTo>
                  <a:pt x="658" y="691"/>
                </a:lnTo>
                <a:lnTo>
                  <a:pt x="657" y="642"/>
                </a:lnTo>
                <a:lnTo>
                  <a:pt x="655" y="602"/>
                </a:lnTo>
                <a:lnTo>
                  <a:pt x="652" y="538"/>
                </a:lnTo>
                <a:lnTo>
                  <a:pt x="650" y="489"/>
                </a:lnTo>
                <a:lnTo>
                  <a:pt x="690" y="492"/>
                </a:lnTo>
                <a:lnTo>
                  <a:pt x="720" y="489"/>
                </a:lnTo>
                <a:lnTo>
                  <a:pt x="756" y="484"/>
                </a:lnTo>
                <a:lnTo>
                  <a:pt x="781" y="474"/>
                </a:lnTo>
                <a:lnTo>
                  <a:pt x="781" y="439"/>
                </a:lnTo>
                <a:lnTo>
                  <a:pt x="781" y="405"/>
                </a:lnTo>
                <a:lnTo>
                  <a:pt x="780" y="334"/>
                </a:lnTo>
                <a:lnTo>
                  <a:pt x="780" y="334"/>
                </a:lnTo>
                <a:lnTo>
                  <a:pt x="708" y="338"/>
                </a:lnTo>
                <a:lnTo>
                  <a:pt x="641" y="335"/>
                </a:lnTo>
                <a:lnTo>
                  <a:pt x="626" y="327"/>
                </a:lnTo>
                <a:lnTo>
                  <a:pt x="620" y="315"/>
                </a:lnTo>
                <a:lnTo>
                  <a:pt x="617" y="302"/>
                </a:lnTo>
                <a:lnTo>
                  <a:pt x="623" y="285"/>
                </a:lnTo>
                <a:lnTo>
                  <a:pt x="634" y="277"/>
                </a:lnTo>
                <a:lnTo>
                  <a:pt x="650" y="267"/>
                </a:lnTo>
                <a:lnTo>
                  <a:pt x="659" y="254"/>
                </a:lnTo>
                <a:lnTo>
                  <a:pt x="664" y="234"/>
                </a:lnTo>
                <a:lnTo>
                  <a:pt x="656" y="215"/>
                </a:lnTo>
                <a:lnTo>
                  <a:pt x="651" y="197"/>
                </a:lnTo>
                <a:lnTo>
                  <a:pt x="637" y="177"/>
                </a:lnTo>
                <a:lnTo>
                  <a:pt x="632" y="159"/>
                </a:lnTo>
                <a:lnTo>
                  <a:pt x="629" y="135"/>
                </a:lnTo>
                <a:lnTo>
                  <a:pt x="632" y="111"/>
                </a:lnTo>
                <a:lnTo>
                  <a:pt x="637" y="98"/>
                </a:lnTo>
                <a:lnTo>
                  <a:pt x="637" y="90"/>
                </a:lnTo>
                <a:lnTo>
                  <a:pt x="626" y="77"/>
                </a:lnTo>
                <a:lnTo>
                  <a:pt x="616" y="72"/>
                </a:lnTo>
                <a:lnTo>
                  <a:pt x="586" y="93"/>
                </a:lnTo>
                <a:lnTo>
                  <a:pt x="571" y="95"/>
                </a:lnTo>
                <a:lnTo>
                  <a:pt x="563" y="94"/>
                </a:lnTo>
                <a:lnTo>
                  <a:pt x="545" y="84"/>
                </a:lnTo>
                <a:lnTo>
                  <a:pt x="530" y="70"/>
                </a:lnTo>
                <a:lnTo>
                  <a:pt x="512" y="61"/>
                </a:lnTo>
                <a:lnTo>
                  <a:pt x="501" y="63"/>
                </a:lnTo>
                <a:lnTo>
                  <a:pt x="495" y="76"/>
                </a:lnTo>
                <a:lnTo>
                  <a:pt x="501" y="90"/>
                </a:lnTo>
                <a:lnTo>
                  <a:pt x="512" y="112"/>
                </a:lnTo>
                <a:lnTo>
                  <a:pt x="515" y="128"/>
                </a:lnTo>
                <a:lnTo>
                  <a:pt x="511" y="145"/>
                </a:lnTo>
                <a:lnTo>
                  <a:pt x="499" y="158"/>
                </a:lnTo>
                <a:lnTo>
                  <a:pt x="426" y="166"/>
                </a:lnTo>
                <a:lnTo>
                  <a:pt x="376" y="164"/>
                </a:lnTo>
                <a:lnTo>
                  <a:pt x="359" y="165"/>
                </a:lnTo>
                <a:lnTo>
                  <a:pt x="329" y="153"/>
                </a:lnTo>
                <a:lnTo>
                  <a:pt x="316" y="145"/>
                </a:lnTo>
                <a:lnTo>
                  <a:pt x="301" y="122"/>
                </a:lnTo>
                <a:lnTo>
                  <a:pt x="292" y="102"/>
                </a:lnTo>
                <a:lnTo>
                  <a:pt x="284" y="82"/>
                </a:lnTo>
                <a:lnTo>
                  <a:pt x="257" y="19"/>
                </a:lnTo>
                <a:lnTo>
                  <a:pt x="245" y="6"/>
                </a:lnTo>
                <a:lnTo>
                  <a:pt x="238" y="2"/>
                </a:lnTo>
                <a:lnTo>
                  <a:pt x="221" y="0"/>
                </a:lnTo>
                <a:lnTo>
                  <a:pt x="181" y="6"/>
                </a:lnTo>
                <a:lnTo>
                  <a:pt x="108" y="19"/>
                </a:lnTo>
                <a:lnTo>
                  <a:pt x="27" y="32"/>
                </a:lnTo>
                <a:lnTo>
                  <a:pt x="0" y="36"/>
                </a:lnTo>
                <a:lnTo>
                  <a:pt x="7" y="52"/>
                </a:lnTo>
                <a:lnTo>
                  <a:pt x="23" y="76"/>
                </a:lnTo>
                <a:lnTo>
                  <a:pt x="41" y="105"/>
                </a:lnTo>
                <a:lnTo>
                  <a:pt x="71" y="149"/>
                </a:lnTo>
                <a:lnTo>
                  <a:pt x="93" y="182"/>
                </a:lnTo>
                <a:lnTo>
                  <a:pt x="101" y="201"/>
                </a:lnTo>
                <a:lnTo>
                  <a:pt x="99" y="219"/>
                </a:lnTo>
                <a:lnTo>
                  <a:pt x="75" y="240"/>
                </a:lnTo>
                <a:lnTo>
                  <a:pt x="73" y="253"/>
                </a:lnTo>
                <a:lnTo>
                  <a:pt x="75" y="273"/>
                </a:lnTo>
                <a:lnTo>
                  <a:pt x="91" y="302"/>
                </a:lnTo>
                <a:lnTo>
                  <a:pt x="111" y="327"/>
                </a:lnTo>
                <a:lnTo>
                  <a:pt x="129" y="366"/>
                </a:lnTo>
                <a:lnTo>
                  <a:pt x="139" y="394"/>
                </a:lnTo>
                <a:lnTo>
                  <a:pt x="140" y="425"/>
                </a:lnTo>
                <a:lnTo>
                  <a:pt x="137" y="449"/>
                </a:lnTo>
                <a:lnTo>
                  <a:pt x="126" y="484"/>
                </a:lnTo>
                <a:lnTo>
                  <a:pt x="112" y="497"/>
                </a:lnTo>
                <a:lnTo>
                  <a:pt x="99" y="509"/>
                </a:lnTo>
                <a:lnTo>
                  <a:pt x="82" y="519"/>
                </a:lnTo>
                <a:lnTo>
                  <a:pt x="70" y="536"/>
                </a:lnTo>
                <a:lnTo>
                  <a:pt x="69" y="568"/>
                </a:lnTo>
                <a:lnTo>
                  <a:pt x="64" y="606"/>
                </a:lnTo>
                <a:lnTo>
                  <a:pt x="60" y="666"/>
                </a:lnTo>
                <a:lnTo>
                  <a:pt x="47" y="699"/>
                </a:lnTo>
                <a:lnTo>
                  <a:pt x="31" y="720"/>
                </a:lnTo>
                <a:lnTo>
                  <a:pt x="8" y="742"/>
                </a:lnTo>
                <a:lnTo>
                  <a:pt x="6" y="752"/>
                </a:lnTo>
                <a:lnTo>
                  <a:pt x="6" y="761"/>
                </a:lnTo>
                <a:lnTo>
                  <a:pt x="19" y="787"/>
                </a:lnTo>
                <a:lnTo>
                  <a:pt x="22" y="787"/>
                </a:lnTo>
                <a:lnTo>
                  <a:pt x="39" y="787"/>
                </a:lnTo>
                <a:lnTo>
                  <a:pt x="57" y="780"/>
                </a:lnTo>
                <a:lnTo>
                  <a:pt x="76" y="769"/>
                </a:lnTo>
                <a:lnTo>
                  <a:pt x="93" y="754"/>
                </a:lnTo>
                <a:lnTo>
                  <a:pt x="108" y="752"/>
                </a:lnTo>
                <a:lnTo>
                  <a:pt x="118" y="754"/>
                </a:lnTo>
                <a:lnTo>
                  <a:pt x="126" y="769"/>
                </a:lnTo>
                <a:lnTo>
                  <a:pt x="126" y="786"/>
                </a:lnTo>
                <a:lnTo>
                  <a:pt x="143" y="802"/>
                </a:lnTo>
                <a:lnTo>
                  <a:pt x="162" y="806"/>
                </a:lnTo>
                <a:lnTo>
                  <a:pt x="181" y="805"/>
                </a:lnTo>
                <a:lnTo>
                  <a:pt x="197" y="799"/>
                </a:lnTo>
                <a:lnTo>
                  <a:pt x="231" y="783"/>
                </a:lnTo>
                <a:lnTo>
                  <a:pt x="262" y="764"/>
                </a:lnTo>
                <a:lnTo>
                  <a:pt x="295" y="752"/>
                </a:lnTo>
                <a:lnTo>
                  <a:pt x="327" y="747"/>
                </a:lnTo>
                <a:lnTo>
                  <a:pt x="360" y="752"/>
                </a:lnTo>
                <a:lnTo>
                  <a:pt x="387" y="764"/>
                </a:lnTo>
                <a:lnTo>
                  <a:pt x="424" y="775"/>
                </a:lnTo>
                <a:lnTo>
                  <a:pt x="455" y="780"/>
                </a:lnTo>
                <a:lnTo>
                  <a:pt x="457" y="766"/>
                </a:lnTo>
                <a:lnTo>
                  <a:pt x="464" y="757"/>
                </a:lnTo>
                <a:lnTo>
                  <a:pt x="472" y="764"/>
                </a:lnTo>
                <a:lnTo>
                  <a:pt x="487" y="786"/>
                </a:lnTo>
                <a:lnTo>
                  <a:pt x="511" y="805"/>
                </a:lnTo>
                <a:lnTo>
                  <a:pt x="547" y="815"/>
                </a:lnTo>
                <a:lnTo>
                  <a:pt x="579" y="825"/>
                </a:lnTo>
                <a:lnTo>
                  <a:pt x="594" y="829"/>
                </a:lnTo>
                <a:lnTo>
                  <a:pt x="626" y="837"/>
                </a:lnTo>
                <a:lnTo>
                  <a:pt x="652" y="836"/>
                </a:lnTo>
                <a:lnTo>
                  <a:pt x="790" y="788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72" name="Freeform 100"/>
          <p:cNvSpPr>
            <a:spLocks/>
          </p:cNvSpPr>
          <p:nvPr/>
        </p:nvSpPr>
        <p:spPr bwMode="auto">
          <a:xfrm rot="306148">
            <a:off x="4746688" y="5307345"/>
            <a:ext cx="47625" cy="49201"/>
          </a:xfrm>
          <a:custGeom>
            <a:avLst/>
            <a:gdLst/>
            <a:ahLst/>
            <a:cxnLst>
              <a:cxn ang="0">
                <a:pos x="69" y="35"/>
              </a:cxn>
              <a:cxn ang="0">
                <a:pos x="50" y="45"/>
              </a:cxn>
              <a:cxn ang="0">
                <a:pos x="30" y="58"/>
              </a:cxn>
              <a:cxn ang="0">
                <a:pos x="12" y="75"/>
              </a:cxn>
              <a:cxn ang="0">
                <a:pos x="6" y="84"/>
              </a:cxn>
              <a:cxn ang="0">
                <a:pos x="1" y="98"/>
              </a:cxn>
              <a:cxn ang="0">
                <a:pos x="0" y="109"/>
              </a:cxn>
              <a:cxn ang="0">
                <a:pos x="3" y="123"/>
              </a:cxn>
              <a:cxn ang="0">
                <a:pos x="16" y="138"/>
              </a:cxn>
              <a:cxn ang="0">
                <a:pos x="33" y="146"/>
              </a:cxn>
              <a:cxn ang="0">
                <a:pos x="45" y="146"/>
              </a:cxn>
              <a:cxn ang="0">
                <a:pos x="49" y="146"/>
              </a:cxn>
              <a:cxn ang="0">
                <a:pos x="67" y="145"/>
              </a:cxn>
              <a:cxn ang="0">
                <a:pos x="100" y="133"/>
              </a:cxn>
              <a:cxn ang="0">
                <a:pos x="117" y="122"/>
              </a:cxn>
              <a:cxn ang="0">
                <a:pos x="134" y="109"/>
              </a:cxn>
              <a:cxn ang="0">
                <a:pos x="142" y="92"/>
              </a:cxn>
              <a:cxn ang="0">
                <a:pos x="150" y="72"/>
              </a:cxn>
              <a:cxn ang="0">
                <a:pos x="150" y="55"/>
              </a:cxn>
              <a:cxn ang="0">
                <a:pos x="150" y="39"/>
              </a:cxn>
              <a:cxn ang="0">
                <a:pos x="146" y="19"/>
              </a:cxn>
              <a:cxn ang="0">
                <a:pos x="132" y="4"/>
              </a:cxn>
              <a:cxn ang="0">
                <a:pos x="116" y="0"/>
              </a:cxn>
              <a:cxn ang="0">
                <a:pos x="98" y="8"/>
              </a:cxn>
              <a:cxn ang="0">
                <a:pos x="87" y="18"/>
              </a:cxn>
              <a:cxn ang="0">
                <a:pos x="73" y="31"/>
              </a:cxn>
              <a:cxn ang="0">
                <a:pos x="69" y="35"/>
              </a:cxn>
            </a:cxnLst>
            <a:rect l="0" t="0" r="r" b="b"/>
            <a:pathLst>
              <a:path w="150" h="146">
                <a:moveTo>
                  <a:pt x="69" y="35"/>
                </a:moveTo>
                <a:lnTo>
                  <a:pt x="50" y="45"/>
                </a:lnTo>
                <a:lnTo>
                  <a:pt x="30" y="58"/>
                </a:lnTo>
                <a:lnTo>
                  <a:pt x="12" y="75"/>
                </a:lnTo>
                <a:lnTo>
                  <a:pt x="6" y="84"/>
                </a:lnTo>
                <a:lnTo>
                  <a:pt x="1" y="98"/>
                </a:lnTo>
                <a:lnTo>
                  <a:pt x="0" y="109"/>
                </a:lnTo>
                <a:lnTo>
                  <a:pt x="3" y="123"/>
                </a:lnTo>
                <a:lnTo>
                  <a:pt x="16" y="138"/>
                </a:lnTo>
                <a:lnTo>
                  <a:pt x="33" y="146"/>
                </a:lnTo>
                <a:lnTo>
                  <a:pt x="45" y="146"/>
                </a:lnTo>
                <a:lnTo>
                  <a:pt x="49" y="146"/>
                </a:lnTo>
                <a:lnTo>
                  <a:pt x="67" y="145"/>
                </a:lnTo>
                <a:lnTo>
                  <a:pt x="100" y="133"/>
                </a:lnTo>
                <a:lnTo>
                  <a:pt x="117" y="122"/>
                </a:lnTo>
                <a:lnTo>
                  <a:pt x="134" y="109"/>
                </a:lnTo>
                <a:lnTo>
                  <a:pt x="142" y="92"/>
                </a:lnTo>
                <a:lnTo>
                  <a:pt x="150" y="72"/>
                </a:lnTo>
                <a:lnTo>
                  <a:pt x="150" y="55"/>
                </a:lnTo>
                <a:lnTo>
                  <a:pt x="150" y="39"/>
                </a:lnTo>
                <a:lnTo>
                  <a:pt x="146" y="19"/>
                </a:lnTo>
                <a:lnTo>
                  <a:pt x="132" y="4"/>
                </a:lnTo>
                <a:lnTo>
                  <a:pt x="116" y="0"/>
                </a:lnTo>
                <a:lnTo>
                  <a:pt x="98" y="8"/>
                </a:lnTo>
                <a:lnTo>
                  <a:pt x="87" y="18"/>
                </a:lnTo>
                <a:lnTo>
                  <a:pt x="73" y="31"/>
                </a:lnTo>
                <a:lnTo>
                  <a:pt x="69" y="35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73" name="Freeform 103"/>
          <p:cNvSpPr>
            <a:spLocks/>
          </p:cNvSpPr>
          <p:nvPr/>
        </p:nvSpPr>
        <p:spPr bwMode="auto">
          <a:xfrm rot="306148">
            <a:off x="4454588" y="4474100"/>
            <a:ext cx="415925" cy="452333"/>
          </a:xfrm>
          <a:custGeom>
            <a:avLst/>
            <a:gdLst/>
            <a:ahLst/>
            <a:cxnLst>
              <a:cxn ang="0">
                <a:pos x="251" y="848"/>
              </a:cxn>
              <a:cxn ang="0">
                <a:pos x="335" y="995"/>
              </a:cxn>
              <a:cxn ang="0">
                <a:pos x="505" y="1000"/>
              </a:cxn>
              <a:cxn ang="0">
                <a:pos x="507" y="932"/>
              </a:cxn>
              <a:cxn ang="0">
                <a:pos x="536" y="912"/>
              </a:cxn>
              <a:cxn ang="0">
                <a:pos x="592" y="935"/>
              </a:cxn>
              <a:cxn ang="0">
                <a:pos x="643" y="940"/>
              </a:cxn>
              <a:cxn ang="0">
                <a:pos x="644" y="1019"/>
              </a:cxn>
              <a:cxn ang="0">
                <a:pos x="667" y="1096"/>
              </a:cxn>
              <a:cxn ang="0">
                <a:pos x="623" y="1144"/>
              </a:cxn>
              <a:cxn ang="0">
                <a:pos x="714" y="1180"/>
              </a:cxn>
              <a:cxn ang="0">
                <a:pos x="843" y="1156"/>
              </a:cxn>
              <a:cxn ang="0">
                <a:pos x="961" y="1191"/>
              </a:cxn>
              <a:cxn ang="0">
                <a:pos x="1058" y="1176"/>
              </a:cxn>
              <a:cxn ang="0">
                <a:pos x="1140" y="1258"/>
              </a:cxn>
              <a:cxn ang="0">
                <a:pos x="1227" y="1300"/>
              </a:cxn>
              <a:cxn ang="0">
                <a:pos x="1239" y="1256"/>
              </a:cxn>
              <a:cxn ang="0">
                <a:pos x="1178" y="1232"/>
              </a:cxn>
              <a:cxn ang="0">
                <a:pos x="1153" y="1166"/>
              </a:cxn>
              <a:cxn ang="0">
                <a:pos x="1153" y="1069"/>
              </a:cxn>
              <a:cxn ang="0">
                <a:pos x="1083" y="1052"/>
              </a:cxn>
              <a:cxn ang="0">
                <a:pos x="1114" y="1004"/>
              </a:cxn>
              <a:cxn ang="0">
                <a:pos x="1147" y="947"/>
              </a:cxn>
              <a:cxn ang="0">
                <a:pos x="1271" y="937"/>
              </a:cxn>
              <a:cxn ang="0">
                <a:pos x="1175" y="743"/>
              </a:cxn>
              <a:cxn ang="0">
                <a:pos x="1140" y="580"/>
              </a:cxn>
              <a:cxn ang="0">
                <a:pos x="1140" y="519"/>
              </a:cxn>
              <a:cxn ang="0">
                <a:pos x="1162" y="378"/>
              </a:cxn>
              <a:cxn ang="0">
                <a:pos x="1195" y="290"/>
              </a:cxn>
              <a:cxn ang="0">
                <a:pos x="1249" y="196"/>
              </a:cxn>
              <a:cxn ang="0">
                <a:pos x="1210" y="138"/>
              </a:cxn>
              <a:cxn ang="0">
                <a:pos x="1254" y="95"/>
              </a:cxn>
              <a:cxn ang="0">
                <a:pos x="1233" y="67"/>
              </a:cxn>
              <a:cxn ang="0">
                <a:pos x="1153" y="4"/>
              </a:cxn>
              <a:cxn ang="0">
                <a:pos x="1035" y="9"/>
              </a:cxn>
              <a:cxn ang="0">
                <a:pos x="855" y="29"/>
              </a:cxn>
              <a:cxn ang="0">
                <a:pos x="804" y="73"/>
              </a:cxn>
              <a:cxn ang="0">
                <a:pos x="751" y="55"/>
              </a:cxn>
              <a:cxn ang="0">
                <a:pos x="658" y="108"/>
              </a:cxn>
              <a:cxn ang="0">
                <a:pos x="515" y="56"/>
              </a:cxn>
              <a:cxn ang="0">
                <a:pos x="430" y="91"/>
              </a:cxn>
              <a:cxn ang="0">
                <a:pos x="414" y="196"/>
              </a:cxn>
              <a:cxn ang="0">
                <a:pos x="370" y="334"/>
              </a:cxn>
              <a:cxn ang="0">
                <a:pos x="339" y="498"/>
              </a:cxn>
              <a:cxn ang="0">
                <a:pos x="272" y="569"/>
              </a:cxn>
              <a:cxn ang="0">
                <a:pos x="249" y="682"/>
              </a:cxn>
              <a:cxn ang="0">
                <a:pos x="186" y="748"/>
              </a:cxn>
              <a:cxn ang="0">
                <a:pos x="114" y="721"/>
              </a:cxn>
              <a:cxn ang="0">
                <a:pos x="47" y="818"/>
              </a:cxn>
              <a:cxn ang="0">
                <a:pos x="7" y="878"/>
              </a:cxn>
            </a:cxnLst>
            <a:rect l="0" t="0" r="r" b="b"/>
            <a:pathLst>
              <a:path w="1273" h="1304">
                <a:moveTo>
                  <a:pt x="7" y="878"/>
                </a:moveTo>
                <a:lnTo>
                  <a:pt x="227" y="842"/>
                </a:lnTo>
                <a:lnTo>
                  <a:pt x="244" y="845"/>
                </a:lnTo>
                <a:lnTo>
                  <a:pt x="251" y="848"/>
                </a:lnTo>
                <a:lnTo>
                  <a:pt x="263" y="861"/>
                </a:lnTo>
                <a:lnTo>
                  <a:pt x="307" y="964"/>
                </a:lnTo>
                <a:lnTo>
                  <a:pt x="324" y="987"/>
                </a:lnTo>
                <a:lnTo>
                  <a:pt x="335" y="995"/>
                </a:lnTo>
                <a:lnTo>
                  <a:pt x="365" y="1007"/>
                </a:lnTo>
                <a:lnTo>
                  <a:pt x="383" y="1006"/>
                </a:lnTo>
                <a:lnTo>
                  <a:pt x="432" y="1008"/>
                </a:lnTo>
                <a:lnTo>
                  <a:pt x="505" y="1000"/>
                </a:lnTo>
                <a:lnTo>
                  <a:pt x="517" y="987"/>
                </a:lnTo>
                <a:lnTo>
                  <a:pt x="521" y="970"/>
                </a:lnTo>
                <a:lnTo>
                  <a:pt x="518" y="954"/>
                </a:lnTo>
                <a:lnTo>
                  <a:pt x="507" y="932"/>
                </a:lnTo>
                <a:lnTo>
                  <a:pt x="501" y="918"/>
                </a:lnTo>
                <a:lnTo>
                  <a:pt x="508" y="905"/>
                </a:lnTo>
                <a:lnTo>
                  <a:pt x="519" y="903"/>
                </a:lnTo>
                <a:lnTo>
                  <a:pt x="536" y="912"/>
                </a:lnTo>
                <a:lnTo>
                  <a:pt x="552" y="926"/>
                </a:lnTo>
                <a:lnTo>
                  <a:pt x="569" y="936"/>
                </a:lnTo>
                <a:lnTo>
                  <a:pt x="579" y="937"/>
                </a:lnTo>
                <a:lnTo>
                  <a:pt x="592" y="935"/>
                </a:lnTo>
                <a:lnTo>
                  <a:pt x="623" y="914"/>
                </a:lnTo>
                <a:lnTo>
                  <a:pt x="633" y="919"/>
                </a:lnTo>
                <a:lnTo>
                  <a:pt x="643" y="932"/>
                </a:lnTo>
                <a:lnTo>
                  <a:pt x="643" y="940"/>
                </a:lnTo>
                <a:lnTo>
                  <a:pt x="639" y="954"/>
                </a:lnTo>
                <a:lnTo>
                  <a:pt x="635" y="977"/>
                </a:lnTo>
                <a:lnTo>
                  <a:pt x="639" y="1001"/>
                </a:lnTo>
                <a:lnTo>
                  <a:pt x="644" y="1019"/>
                </a:lnTo>
                <a:lnTo>
                  <a:pt x="657" y="1039"/>
                </a:lnTo>
                <a:lnTo>
                  <a:pt x="662" y="1057"/>
                </a:lnTo>
                <a:lnTo>
                  <a:pt x="670" y="1076"/>
                </a:lnTo>
                <a:lnTo>
                  <a:pt x="667" y="1096"/>
                </a:lnTo>
                <a:lnTo>
                  <a:pt x="656" y="1109"/>
                </a:lnTo>
                <a:lnTo>
                  <a:pt x="640" y="1119"/>
                </a:lnTo>
                <a:lnTo>
                  <a:pt x="629" y="1127"/>
                </a:lnTo>
                <a:lnTo>
                  <a:pt x="623" y="1144"/>
                </a:lnTo>
                <a:lnTo>
                  <a:pt x="626" y="1157"/>
                </a:lnTo>
                <a:lnTo>
                  <a:pt x="632" y="1169"/>
                </a:lnTo>
                <a:lnTo>
                  <a:pt x="647" y="1177"/>
                </a:lnTo>
                <a:lnTo>
                  <a:pt x="714" y="1180"/>
                </a:lnTo>
                <a:lnTo>
                  <a:pt x="786" y="1177"/>
                </a:lnTo>
                <a:lnTo>
                  <a:pt x="786" y="1176"/>
                </a:lnTo>
                <a:lnTo>
                  <a:pt x="813" y="1162"/>
                </a:lnTo>
                <a:lnTo>
                  <a:pt x="843" y="1156"/>
                </a:lnTo>
                <a:lnTo>
                  <a:pt x="874" y="1157"/>
                </a:lnTo>
                <a:lnTo>
                  <a:pt x="899" y="1164"/>
                </a:lnTo>
                <a:lnTo>
                  <a:pt x="942" y="1182"/>
                </a:lnTo>
                <a:lnTo>
                  <a:pt x="961" y="1191"/>
                </a:lnTo>
                <a:lnTo>
                  <a:pt x="975" y="1191"/>
                </a:lnTo>
                <a:lnTo>
                  <a:pt x="1013" y="1183"/>
                </a:lnTo>
                <a:lnTo>
                  <a:pt x="1042" y="1173"/>
                </a:lnTo>
                <a:lnTo>
                  <a:pt x="1058" y="1176"/>
                </a:lnTo>
                <a:lnTo>
                  <a:pt x="1075" y="1185"/>
                </a:lnTo>
                <a:lnTo>
                  <a:pt x="1095" y="1208"/>
                </a:lnTo>
                <a:lnTo>
                  <a:pt x="1112" y="1228"/>
                </a:lnTo>
                <a:lnTo>
                  <a:pt x="1140" y="1258"/>
                </a:lnTo>
                <a:lnTo>
                  <a:pt x="1178" y="1291"/>
                </a:lnTo>
                <a:lnTo>
                  <a:pt x="1191" y="1299"/>
                </a:lnTo>
                <a:lnTo>
                  <a:pt x="1211" y="1304"/>
                </a:lnTo>
                <a:lnTo>
                  <a:pt x="1227" y="1300"/>
                </a:lnTo>
                <a:lnTo>
                  <a:pt x="1238" y="1291"/>
                </a:lnTo>
                <a:lnTo>
                  <a:pt x="1240" y="1279"/>
                </a:lnTo>
                <a:lnTo>
                  <a:pt x="1243" y="1264"/>
                </a:lnTo>
                <a:lnTo>
                  <a:pt x="1239" y="1256"/>
                </a:lnTo>
                <a:lnTo>
                  <a:pt x="1238" y="1253"/>
                </a:lnTo>
                <a:lnTo>
                  <a:pt x="1220" y="1247"/>
                </a:lnTo>
                <a:lnTo>
                  <a:pt x="1205" y="1241"/>
                </a:lnTo>
                <a:lnTo>
                  <a:pt x="1178" y="1232"/>
                </a:lnTo>
                <a:lnTo>
                  <a:pt x="1158" y="1217"/>
                </a:lnTo>
                <a:lnTo>
                  <a:pt x="1153" y="1204"/>
                </a:lnTo>
                <a:lnTo>
                  <a:pt x="1162" y="1176"/>
                </a:lnTo>
                <a:lnTo>
                  <a:pt x="1153" y="1166"/>
                </a:lnTo>
                <a:lnTo>
                  <a:pt x="1147" y="1160"/>
                </a:lnTo>
                <a:lnTo>
                  <a:pt x="1145" y="1144"/>
                </a:lnTo>
                <a:lnTo>
                  <a:pt x="1156" y="1075"/>
                </a:lnTo>
                <a:lnTo>
                  <a:pt x="1153" y="1069"/>
                </a:lnTo>
                <a:lnTo>
                  <a:pt x="1140" y="1069"/>
                </a:lnTo>
                <a:lnTo>
                  <a:pt x="1121" y="1069"/>
                </a:lnTo>
                <a:lnTo>
                  <a:pt x="1095" y="1060"/>
                </a:lnTo>
                <a:lnTo>
                  <a:pt x="1083" y="1052"/>
                </a:lnTo>
                <a:lnTo>
                  <a:pt x="1080" y="1041"/>
                </a:lnTo>
                <a:lnTo>
                  <a:pt x="1081" y="1030"/>
                </a:lnTo>
                <a:lnTo>
                  <a:pt x="1089" y="1018"/>
                </a:lnTo>
                <a:lnTo>
                  <a:pt x="1114" y="1004"/>
                </a:lnTo>
                <a:lnTo>
                  <a:pt x="1126" y="988"/>
                </a:lnTo>
                <a:lnTo>
                  <a:pt x="1133" y="978"/>
                </a:lnTo>
                <a:lnTo>
                  <a:pt x="1135" y="950"/>
                </a:lnTo>
                <a:lnTo>
                  <a:pt x="1147" y="947"/>
                </a:lnTo>
                <a:lnTo>
                  <a:pt x="1167" y="943"/>
                </a:lnTo>
                <a:lnTo>
                  <a:pt x="1220" y="944"/>
                </a:lnTo>
                <a:lnTo>
                  <a:pt x="1273" y="938"/>
                </a:lnTo>
                <a:lnTo>
                  <a:pt x="1271" y="937"/>
                </a:lnTo>
                <a:lnTo>
                  <a:pt x="1243" y="888"/>
                </a:lnTo>
                <a:lnTo>
                  <a:pt x="1233" y="870"/>
                </a:lnTo>
                <a:lnTo>
                  <a:pt x="1202" y="810"/>
                </a:lnTo>
                <a:lnTo>
                  <a:pt x="1175" y="743"/>
                </a:lnTo>
                <a:lnTo>
                  <a:pt x="1162" y="699"/>
                </a:lnTo>
                <a:lnTo>
                  <a:pt x="1149" y="656"/>
                </a:lnTo>
                <a:lnTo>
                  <a:pt x="1145" y="622"/>
                </a:lnTo>
                <a:lnTo>
                  <a:pt x="1140" y="580"/>
                </a:lnTo>
                <a:lnTo>
                  <a:pt x="1140" y="582"/>
                </a:lnTo>
                <a:lnTo>
                  <a:pt x="1139" y="561"/>
                </a:lnTo>
                <a:lnTo>
                  <a:pt x="1139" y="542"/>
                </a:lnTo>
                <a:lnTo>
                  <a:pt x="1140" y="519"/>
                </a:lnTo>
                <a:lnTo>
                  <a:pt x="1145" y="462"/>
                </a:lnTo>
                <a:lnTo>
                  <a:pt x="1149" y="447"/>
                </a:lnTo>
                <a:lnTo>
                  <a:pt x="1152" y="425"/>
                </a:lnTo>
                <a:lnTo>
                  <a:pt x="1162" y="378"/>
                </a:lnTo>
                <a:lnTo>
                  <a:pt x="1163" y="355"/>
                </a:lnTo>
                <a:lnTo>
                  <a:pt x="1170" y="337"/>
                </a:lnTo>
                <a:lnTo>
                  <a:pt x="1180" y="311"/>
                </a:lnTo>
                <a:lnTo>
                  <a:pt x="1195" y="290"/>
                </a:lnTo>
                <a:lnTo>
                  <a:pt x="1232" y="247"/>
                </a:lnTo>
                <a:lnTo>
                  <a:pt x="1248" y="221"/>
                </a:lnTo>
                <a:lnTo>
                  <a:pt x="1249" y="203"/>
                </a:lnTo>
                <a:lnTo>
                  <a:pt x="1249" y="196"/>
                </a:lnTo>
                <a:lnTo>
                  <a:pt x="1236" y="185"/>
                </a:lnTo>
                <a:lnTo>
                  <a:pt x="1222" y="179"/>
                </a:lnTo>
                <a:lnTo>
                  <a:pt x="1214" y="160"/>
                </a:lnTo>
                <a:lnTo>
                  <a:pt x="1210" y="138"/>
                </a:lnTo>
                <a:lnTo>
                  <a:pt x="1211" y="130"/>
                </a:lnTo>
                <a:lnTo>
                  <a:pt x="1215" y="122"/>
                </a:lnTo>
                <a:lnTo>
                  <a:pt x="1243" y="111"/>
                </a:lnTo>
                <a:lnTo>
                  <a:pt x="1254" y="95"/>
                </a:lnTo>
                <a:lnTo>
                  <a:pt x="1255" y="75"/>
                </a:lnTo>
                <a:lnTo>
                  <a:pt x="1255" y="74"/>
                </a:lnTo>
                <a:lnTo>
                  <a:pt x="1255" y="75"/>
                </a:lnTo>
                <a:lnTo>
                  <a:pt x="1233" y="67"/>
                </a:lnTo>
                <a:lnTo>
                  <a:pt x="1205" y="51"/>
                </a:lnTo>
                <a:lnTo>
                  <a:pt x="1186" y="38"/>
                </a:lnTo>
                <a:lnTo>
                  <a:pt x="1167" y="19"/>
                </a:lnTo>
                <a:lnTo>
                  <a:pt x="1153" y="4"/>
                </a:lnTo>
                <a:lnTo>
                  <a:pt x="1133" y="0"/>
                </a:lnTo>
                <a:lnTo>
                  <a:pt x="1102" y="4"/>
                </a:lnTo>
                <a:lnTo>
                  <a:pt x="1063" y="9"/>
                </a:lnTo>
                <a:lnTo>
                  <a:pt x="1035" y="9"/>
                </a:lnTo>
                <a:lnTo>
                  <a:pt x="980" y="4"/>
                </a:lnTo>
                <a:lnTo>
                  <a:pt x="893" y="6"/>
                </a:lnTo>
                <a:lnTo>
                  <a:pt x="876" y="12"/>
                </a:lnTo>
                <a:lnTo>
                  <a:pt x="855" y="29"/>
                </a:lnTo>
                <a:lnTo>
                  <a:pt x="839" y="57"/>
                </a:lnTo>
                <a:lnTo>
                  <a:pt x="829" y="73"/>
                </a:lnTo>
                <a:lnTo>
                  <a:pt x="816" y="75"/>
                </a:lnTo>
                <a:lnTo>
                  <a:pt x="804" y="73"/>
                </a:lnTo>
                <a:lnTo>
                  <a:pt x="786" y="64"/>
                </a:lnTo>
                <a:lnTo>
                  <a:pt x="779" y="57"/>
                </a:lnTo>
                <a:lnTo>
                  <a:pt x="765" y="54"/>
                </a:lnTo>
                <a:lnTo>
                  <a:pt x="751" y="55"/>
                </a:lnTo>
                <a:lnTo>
                  <a:pt x="730" y="66"/>
                </a:lnTo>
                <a:lnTo>
                  <a:pt x="694" y="99"/>
                </a:lnTo>
                <a:lnTo>
                  <a:pt x="672" y="107"/>
                </a:lnTo>
                <a:lnTo>
                  <a:pt x="658" y="108"/>
                </a:lnTo>
                <a:lnTo>
                  <a:pt x="582" y="95"/>
                </a:lnTo>
                <a:lnTo>
                  <a:pt x="560" y="84"/>
                </a:lnTo>
                <a:lnTo>
                  <a:pt x="541" y="72"/>
                </a:lnTo>
                <a:lnTo>
                  <a:pt x="515" y="56"/>
                </a:lnTo>
                <a:lnTo>
                  <a:pt x="488" y="55"/>
                </a:lnTo>
                <a:lnTo>
                  <a:pt x="463" y="61"/>
                </a:lnTo>
                <a:lnTo>
                  <a:pt x="453" y="66"/>
                </a:lnTo>
                <a:lnTo>
                  <a:pt x="430" y="91"/>
                </a:lnTo>
                <a:lnTo>
                  <a:pt x="426" y="113"/>
                </a:lnTo>
                <a:lnTo>
                  <a:pt x="418" y="127"/>
                </a:lnTo>
                <a:lnTo>
                  <a:pt x="403" y="144"/>
                </a:lnTo>
                <a:lnTo>
                  <a:pt x="414" y="196"/>
                </a:lnTo>
                <a:lnTo>
                  <a:pt x="411" y="229"/>
                </a:lnTo>
                <a:lnTo>
                  <a:pt x="402" y="268"/>
                </a:lnTo>
                <a:lnTo>
                  <a:pt x="389" y="301"/>
                </a:lnTo>
                <a:lnTo>
                  <a:pt x="370" y="334"/>
                </a:lnTo>
                <a:lnTo>
                  <a:pt x="353" y="373"/>
                </a:lnTo>
                <a:lnTo>
                  <a:pt x="343" y="428"/>
                </a:lnTo>
                <a:lnTo>
                  <a:pt x="339" y="462"/>
                </a:lnTo>
                <a:lnTo>
                  <a:pt x="339" y="498"/>
                </a:lnTo>
                <a:lnTo>
                  <a:pt x="331" y="517"/>
                </a:lnTo>
                <a:lnTo>
                  <a:pt x="321" y="534"/>
                </a:lnTo>
                <a:lnTo>
                  <a:pt x="304" y="544"/>
                </a:lnTo>
                <a:lnTo>
                  <a:pt x="272" y="569"/>
                </a:lnTo>
                <a:lnTo>
                  <a:pt x="257" y="579"/>
                </a:lnTo>
                <a:lnTo>
                  <a:pt x="249" y="589"/>
                </a:lnTo>
                <a:lnTo>
                  <a:pt x="245" y="610"/>
                </a:lnTo>
                <a:lnTo>
                  <a:pt x="249" y="682"/>
                </a:lnTo>
                <a:lnTo>
                  <a:pt x="242" y="710"/>
                </a:lnTo>
                <a:lnTo>
                  <a:pt x="229" y="731"/>
                </a:lnTo>
                <a:lnTo>
                  <a:pt x="211" y="743"/>
                </a:lnTo>
                <a:lnTo>
                  <a:pt x="186" y="748"/>
                </a:lnTo>
                <a:lnTo>
                  <a:pt x="169" y="748"/>
                </a:lnTo>
                <a:lnTo>
                  <a:pt x="143" y="733"/>
                </a:lnTo>
                <a:lnTo>
                  <a:pt x="124" y="725"/>
                </a:lnTo>
                <a:lnTo>
                  <a:pt x="114" y="721"/>
                </a:lnTo>
                <a:lnTo>
                  <a:pt x="99" y="725"/>
                </a:lnTo>
                <a:lnTo>
                  <a:pt x="80" y="734"/>
                </a:lnTo>
                <a:lnTo>
                  <a:pt x="40" y="778"/>
                </a:lnTo>
                <a:lnTo>
                  <a:pt x="47" y="818"/>
                </a:lnTo>
                <a:lnTo>
                  <a:pt x="45" y="831"/>
                </a:lnTo>
                <a:lnTo>
                  <a:pt x="29" y="843"/>
                </a:lnTo>
                <a:lnTo>
                  <a:pt x="0" y="856"/>
                </a:lnTo>
                <a:lnTo>
                  <a:pt x="7" y="878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74" name="Freeform 104"/>
          <p:cNvSpPr>
            <a:spLocks/>
          </p:cNvSpPr>
          <p:nvPr/>
        </p:nvSpPr>
        <p:spPr bwMode="auto">
          <a:xfrm>
            <a:off x="4800662" y="3326604"/>
            <a:ext cx="77788" cy="98402"/>
          </a:xfrm>
          <a:custGeom>
            <a:avLst/>
            <a:gdLst/>
            <a:ahLst/>
            <a:cxnLst>
              <a:cxn ang="0">
                <a:pos x="0" y="21"/>
              </a:cxn>
              <a:cxn ang="0">
                <a:pos x="32" y="8"/>
              </a:cxn>
              <a:cxn ang="0">
                <a:pos x="62" y="0"/>
              </a:cxn>
              <a:cxn ang="0">
                <a:pos x="83" y="11"/>
              </a:cxn>
              <a:cxn ang="0">
                <a:pos x="103" y="19"/>
              </a:cxn>
              <a:cxn ang="0">
                <a:pos x="124" y="37"/>
              </a:cxn>
              <a:cxn ang="0">
                <a:pos x="153" y="46"/>
              </a:cxn>
              <a:cxn ang="0">
                <a:pos x="161" y="71"/>
              </a:cxn>
              <a:cxn ang="0">
                <a:pos x="189" y="89"/>
              </a:cxn>
              <a:cxn ang="0">
                <a:pos x="143" y="113"/>
              </a:cxn>
              <a:cxn ang="0">
                <a:pos x="129" y="162"/>
              </a:cxn>
              <a:cxn ang="0">
                <a:pos x="119" y="172"/>
              </a:cxn>
              <a:cxn ang="0">
                <a:pos x="107" y="202"/>
              </a:cxn>
              <a:cxn ang="0">
                <a:pos x="101" y="219"/>
              </a:cxn>
              <a:cxn ang="0">
                <a:pos x="86" y="229"/>
              </a:cxn>
              <a:cxn ang="0">
                <a:pos x="86" y="187"/>
              </a:cxn>
              <a:cxn ang="0">
                <a:pos x="92" y="171"/>
              </a:cxn>
              <a:cxn ang="0">
                <a:pos x="86" y="123"/>
              </a:cxn>
              <a:cxn ang="0">
                <a:pos x="73" y="113"/>
              </a:cxn>
              <a:cxn ang="0">
                <a:pos x="25" y="25"/>
              </a:cxn>
              <a:cxn ang="0">
                <a:pos x="0" y="21"/>
              </a:cxn>
            </a:cxnLst>
            <a:rect l="0" t="0" r="r" b="b"/>
            <a:pathLst>
              <a:path w="189" h="229">
                <a:moveTo>
                  <a:pt x="0" y="21"/>
                </a:moveTo>
                <a:lnTo>
                  <a:pt x="32" y="8"/>
                </a:lnTo>
                <a:lnTo>
                  <a:pt x="62" y="0"/>
                </a:lnTo>
                <a:lnTo>
                  <a:pt x="83" y="11"/>
                </a:lnTo>
                <a:lnTo>
                  <a:pt x="103" y="19"/>
                </a:lnTo>
                <a:lnTo>
                  <a:pt x="124" y="37"/>
                </a:lnTo>
                <a:lnTo>
                  <a:pt x="153" y="46"/>
                </a:lnTo>
                <a:lnTo>
                  <a:pt x="161" y="71"/>
                </a:lnTo>
                <a:lnTo>
                  <a:pt x="189" y="89"/>
                </a:lnTo>
                <a:lnTo>
                  <a:pt x="143" y="113"/>
                </a:lnTo>
                <a:lnTo>
                  <a:pt x="129" y="162"/>
                </a:lnTo>
                <a:lnTo>
                  <a:pt x="119" y="172"/>
                </a:lnTo>
                <a:lnTo>
                  <a:pt x="107" y="202"/>
                </a:lnTo>
                <a:lnTo>
                  <a:pt x="101" y="219"/>
                </a:lnTo>
                <a:lnTo>
                  <a:pt x="86" y="229"/>
                </a:lnTo>
                <a:lnTo>
                  <a:pt x="86" y="187"/>
                </a:lnTo>
                <a:lnTo>
                  <a:pt x="92" y="171"/>
                </a:lnTo>
                <a:lnTo>
                  <a:pt x="86" y="123"/>
                </a:lnTo>
                <a:lnTo>
                  <a:pt x="73" y="113"/>
                </a:lnTo>
                <a:lnTo>
                  <a:pt x="25" y="25"/>
                </a:lnTo>
                <a:lnTo>
                  <a:pt x="0" y="21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75" name="Freeform 105"/>
          <p:cNvSpPr>
            <a:spLocks/>
          </p:cNvSpPr>
          <p:nvPr/>
        </p:nvSpPr>
        <p:spPr bwMode="auto">
          <a:xfrm>
            <a:off x="6144513" y="3430334"/>
            <a:ext cx="579330" cy="291339"/>
          </a:xfrm>
          <a:custGeom>
            <a:avLst/>
            <a:gdLst/>
            <a:ahLst/>
            <a:cxnLst>
              <a:cxn ang="0">
                <a:pos x="20" y="215"/>
              </a:cxn>
              <a:cxn ang="0">
                <a:pos x="85" y="245"/>
              </a:cxn>
              <a:cxn ang="0">
                <a:pos x="98" y="294"/>
              </a:cxn>
              <a:cxn ang="0">
                <a:pos x="73" y="364"/>
              </a:cxn>
              <a:cxn ang="0">
                <a:pos x="111" y="396"/>
              </a:cxn>
              <a:cxn ang="0">
                <a:pos x="150" y="403"/>
              </a:cxn>
              <a:cxn ang="0">
                <a:pos x="176" y="387"/>
              </a:cxn>
              <a:cxn ang="0">
                <a:pos x="290" y="515"/>
              </a:cxn>
              <a:cxn ang="0">
                <a:pos x="347" y="569"/>
              </a:cxn>
              <a:cxn ang="0">
                <a:pos x="386" y="569"/>
              </a:cxn>
              <a:cxn ang="0">
                <a:pos x="434" y="624"/>
              </a:cxn>
              <a:cxn ang="0">
                <a:pos x="657" y="622"/>
              </a:cxn>
              <a:cxn ang="0">
                <a:pos x="756" y="616"/>
              </a:cxn>
              <a:cxn ang="0">
                <a:pos x="773" y="673"/>
              </a:cxn>
              <a:cxn ang="0">
                <a:pos x="853" y="673"/>
              </a:cxn>
              <a:cxn ang="0">
                <a:pos x="1007" y="637"/>
              </a:cxn>
              <a:cxn ang="0">
                <a:pos x="1068" y="618"/>
              </a:cxn>
              <a:cxn ang="0">
                <a:pos x="1068" y="548"/>
              </a:cxn>
              <a:cxn ang="0">
                <a:pos x="1079" y="508"/>
              </a:cxn>
              <a:cxn ang="0">
                <a:pos x="1108" y="505"/>
              </a:cxn>
              <a:cxn ang="0">
                <a:pos x="1134" y="482"/>
              </a:cxn>
              <a:cxn ang="0">
                <a:pos x="1193" y="497"/>
              </a:cxn>
              <a:cxn ang="0">
                <a:pos x="1214" y="429"/>
              </a:cxn>
              <a:cxn ang="0">
                <a:pos x="1269" y="419"/>
              </a:cxn>
              <a:cxn ang="0">
                <a:pos x="1331" y="345"/>
              </a:cxn>
              <a:cxn ang="0">
                <a:pos x="1382" y="345"/>
              </a:cxn>
              <a:cxn ang="0">
                <a:pos x="1419" y="324"/>
              </a:cxn>
              <a:cxn ang="0">
                <a:pos x="1393" y="299"/>
              </a:cxn>
              <a:cxn ang="0">
                <a:pos x="1374" y="298"/>
              </a:cxn>
              <a:cxn ang="0">
                <a:pos x="1367" y="267"/>
              </a:cxn>
              <a:cxn ang="0">
                <a:pos x="1298" y="282"/>
              </a:cxn>
              <a:cxn ang="0">
                <a:pos x="1267" y="274"/>
              </a:cxn>
              <a:cxn ang="0">
                <a:pos x="1255" y="259"/>
              </a:cxn>
              <a:cxn ang="0">
                <a:pos x="1269" y="214"/>
              </a:cxn>
              <a:cxn ang="0">
                <a:pos x="1271" y="153"/>
              </a:cxn>
              <a:cxn ang="0">
                <a:pos x="731" y="127"/>
              </a:cxn>
              <a:cxn ang="0">
                <a:pos x="578" y="0"/>
              </a:cxn>
              <a:cxn ang="0">
                <a:pos x="521" y="151"/>
              </a:cxn>
              <a:cxn ang="0">
                <a:pos x="220" y="83"/>
              </a:cxn>
              <a:cxn ang="0">
                <a:pos x="0" y="179"/>
              </a:cxn>
              <a:cxn ang="0">
                <a:pos x="20" y="215"/>
              </a:cxn>
            </a:cxnLst>
            <a:rect l="0" t="0" r="r" b="b"/>
            <a:pathLst>
              <a:path w="1419" h="673">
                <a:moveTo>
                  <a:pt x="20" y="215"/>
                </a:moveTo>
                <a:lnTo>
                  <a:pt x="85" y="245"/>
                </a:lnTo>
                <a:lnTo>
                  <a:pt x="98" y="294"/>
                </a:lnTo>
                <a:lnTo>
                  <a:pt x="73" y="364"/>
                </a:lnTo>
                <a:lnTo>
                  <a:pt x="111" y="396"/>
                </a:lnTo>
                <a:lnTo>
                  <a:pt x="150" y="403"/>
                </a:lnTo>
                <a:lnTo>
                  <a:pt x="176" y="387"/>
                </a:lnTo>
                <a:lnTo>
                  <a:pt x="290" y="515"/>
                </a:lnTo>
                <a:lnTo>
                  <a:pt x="347" y="569"/>
                </a:lnTo>
                <a:lnTo>
                  <a:pt x="386" y="569"/>
                </a:lnTo>
                <a:lnTo>
                  <a:pt x="434" y="624"/>
                </a:lnTo>
                <a:lnTo>
                  <a:pt x="657" y="622"/>
                </a:lnTo>
                <a:lnTo>
                  <a:pt x="756" y="616"/>
                </a:lnTo>
                <a:lnTo>
                  <a:pt x="773" y="673"/>
                </a:lnTo>
                <a:lnTo>
                  <a:pt x="853" y="673"/>
                </a:lnTo>
                <a:lnTo>
                  <a:pt x="1007" y="637"/>
                </a:lnTo>
                <a:lnTo>
                  <a:pt x="1068" y="618"/>
                </a:lnTo>
                <a:lnTo>
                  <a:pt x="1068" y="548"/>
                </a:lnTo>
                <a:lnTo>
                  <a:pt x="1079" y="508"/>
                </a:lnTo>
                <a:lnTo>
                  <a:pt x="1108" y="505"/>
                </a:lnTo>
                <a:lnTo>
                  <a:pt x="1134" y="482"/>
                </a:lnTo>
                <a:lnTo>
                  <a:pt x="1193" y="497"/>
                </a:lnTo>
                <a:lnTo>
                  <a:pt x="1214" y="429"/>
                </a:lnTo>
                <a:lnTo>
                  <a:pt x="1269" y="419"/>
                </a:lnTo>
                <a:lnTo>
                  <a:pt x="1331" y="345"/>
                </a:lnTo>
                <a:lnTo>
                  <a:pt x="1382" y="345"/>
                </a:lnTo>
                <a:lnTo>
                  <a:pt x="1419" y="324"/>
                </a:lnTo>
                <a:lnTo>
                  <a:pt x="1393" y="299"/>
                </a:lnTo>
                <a:lnTo>
                  <a:pt x="1374" y="298"/>
                </a:lnTo>
                <a:lnTo>
                  <a:pt x="1367" y="267"/>
                </a:lnTo>
                <a:lnTo>
                  <a:pt x="1298" y="282"/>
                </a:lnTo>
                <a:lnTo>
                  <a:pt x="1267" y="274"/>
                </a:lnTo>
                <a:lnTo>
                  <a:pt x="1255" y="259"/>
                </a:lnTo>
                <a:lnTo>
                  <a:pt x="1269" y="214"/>
                </a:lnTo>
                <a:lnTo>
                  <a:pt x="1271" y="153"/>
                </a:lnTo>
                <a:lnTo>
                  <a:pt x="731" y="127"/>
                </a:lnTo>
                <a:lnTo>
                  <a:pt x="578" y="0"/>
                </a:lnTo>
                <a:lnTo>
                  <a:pt x="521" y="151"/>
                </a:lnTo>
                <a:lnTo>
                  <a:pt x="220" y="83"/>
                </a:lnTo>
                <a:lnTo>
                  <a:pt x="0" y="179"/>
                </a:lnTo>
                <a:lnTo>
                  <a:pt x="20" y="215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76" name="Freeform 107"/>
          <p:cNvSpPr>
            <a:spLocks/>
          </p:cNvSpPr>
          <p:nvPr/>
        </p:nvSpPr>
        <p:spPr bwMode="auto">
          <a:xfrm>
            <a:off x="5786500" y="3509124"/>
            <a:ext cx="214312" cy="187282"/>
          </a:xfrm>
          <a:custGeom>
            <a:avLst/>
            <a:gdLst/>
            <a:ahLst/>
            <a:cxnLst>
              <a:cxn ang="0">
                <a:pos x="525" y="99"/>
              </a:cxn>
              <a:cxn ang="0">
                <a:pos x="494" y="90"/>
              </a:cxn>
              <a:cxn ang="0">
                <a:pos x="487" y="73"/>
              </a:cxn>
              <a:cxn ang="0">
                <a:pos x="477" y="69"/>
              </a:cxn>
              <a:cxn ang="0">
                <a:pos x="474" y="44"/>
              </a:cxn>
              <a:cxn ang="0">
                <a:pos x="461" y="24"/>
              </a:cxn>
              <a:cxn ang="0">
                <a:pos x="451" y="24"/>
              </a:cxn>
              <a:cxn ang="0">
                <a:pos x="426" y="42"/>
              </a:cxn>
              <a:cxn ang="0">
                <a:pos x="304" y="27"/>
              </a:cxn>
              <a:cxn ang="0">
                <a:pos x="299" y="16"/>
              </a:cxn>
              <a:cxn ang="0">
                <a:pos x="283" y="5"/>
              </a:cxn>
              <a:cxn ang="0">
                <a:pos x="276" y="0"/>
              </a:cxn>
              <a:cxn ang="0">
                <a:pos x="234" y="38"/>
              </a:cxn>
              <a:cxn ang="0">
                <a:pos x="188" y="36"/>
              </a:cxn>
              <a:cxn ang="0">
                <a:pos x="156" y="68"/>
              </a:cxn>
              <a:cxn ang="0">
                <a:pos x="104" y="80"/>
              </a:cxn>
              <a:cxn ang="0">
                <a:pos x="138" y="106"/>
              </a:cxn>
              <a:cxn ang="0">
                <a:pos x="90" y="151"/>
              </a:cxn>
              <a:cxn ang="0">
                <a:pos x="148" y="159"/>
              </a:cxn>
              <a:cxn ang="0">
                <a:pos x="195" y="200"/>
              </a:cxn>
              <a:cxn ang="0">
                <a:pos x="158" y="206"/>
              </a:cxn>
              <a:cxn ang="0">
                <a:pos x="124" y="225"/>
              </a:cxn>
              <a:cxn ang="0">
                <a:pos x="78" y="231"/>
              </a:cxn>
              <a:cxn ang="0">
                <a:pos x="78" y="254"/>
              </a:cxn>
              <a:cxn ang="0">
                <a:pos x="53" y="262"/>
              </a:cxn>
              <a:cxn ang="0">
                <a:pos x="14" y="291"/>
              </a:cxn>
              <a:cxn ang="0">
                <a:pos x="0" y="414"/>
              </a:cxn>
              <a:cxn ang="0">
                <a:pos x="79" y="431"/>
              </a:cxn>
              <a:cxn ang="0">
                <a:pos x="174" y="404"/>
              </a:cxn>
              <a:cxn ang="0">
                <a:pos x="353" y="264"/>
              </a:cxn>
              <a:cxn ang="0">
                <a:pos x="525" y="99"/>
              </a:cxn>
            </a:cxnLst>
            <a:rect l="0" t="0" r="r" b="b"/>
            <a:pathLst>
              <a:path w="525" h="431">
                <a:moveTo>
                  <a:pt x="525" y="99"/>
                </a:moveTo>
                <a:lnTo>
                  <a:pt x="494" y="90"/>
                </a:lnTo>
                <a:lnTo>
                  <a:pt x="487" y="73"/>
                </a:lnTo>
                <a:lnTo>
                  <a:pt x="477" y="69"/>
                </a:lnTo>
                <a:lnTo>
                  <a:pt x="474" y="44"/>
                </a:lnTo>
                <a:lnTo>
                  <a:pt x="461" y="24"/>
                </a:lnTo>
                <a:lnTo>
                  <a:pt x="451" y="24"/>
                </a:lnTo>
                <a:lnTo>
                  <a:pt x="426" y="42"/>
                </a:lnTo>
                <a:lnTo>
                  <a:pt x="304" y="27"/>
                </a:lnTo>
                <a:lnTo>
                  <a:pt x="299" y="16"/>
                </a:lnTo>
                <a:lnTo>
                  <a:pt x="283" y="5"/>
                </a:lnTo>
                <a:lnTo>
                  <a:pt x="276" y="0"/>
                </a:lnTo>
                <a:lnTo>
                  <a:pt x="234" y="38"/>
                </a:lnTo>
                <a:lnTo>
                  <a:pt x="188" y="36"/>
                </a:lnTo>
                <a:lnTo>
                  <a:pt x="156" y="68"/>
                </a:lnTo>
                <a:lnTo>
                  <a:pt x="104" y="80"/>
                </a:lnTo>
                <a:lnTo>
                  <a:pt x="138" y="106"/>
                </a:lnTo>
                <a:lnTo>
                  <a:pt x="90" y="151"/>
                </a:lnTo>
                <a:lnTo>
                  <a:pt x="148" y="159"/>
                </a:lnTo>
                <a:lnTo>
                  <a:pt x="195" y="200"/>
                </a:lnTo>
                <a:lnTo>
                  <a:pt x="158" y="206"/>
                </a:lnTo>
                <a:lnTo>
                  <a:pt x="124" y="225"/>
                </a:lnTo>
                <a:lnTo>
                  <a:pt x="78" y="231"/>
                </a:lnTo>
                <a:lnTo>
                  <a:pt x="78" y="254"/>
                </a:lnTo>
                <a:lnTo>
                  <a:pt x="53" y="262"/>
                </a:lnTo>
                <a:lnTo>
                  <a:pt x="14" y="291"/>
                </a:lnTo>
                <a:lnTo>
                  <a:pt x="0" y="414"/>
                </a:lnTo>
                <a:lnTo>
                  <a:pt x="79" y="431"/>
                </a:lnTo>
                <a:lnTo>
                  <a:pt x="174" y="404"/>
                </a:lnTo>
                <a:lnTo>
                  <a:pt x="353" y="264"/>
                </a:lnTo>
                <a:lnTo>
                  <a:pt x="525" y="99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77" name="Freeform 108"/>
          <p:cNvSpPr>
            <a:spLocks/>
          </p:cNvSpPr>
          <p:nvPr/>
        </p:nvSpPr>
        <p:spPr bwMode="auto">
          <a:xfrm>
            <a:off x="5454713" y="3288512"/>
            <a:ext cx="411163" cy="468204"/>
          </a:xfrm>
          <a:custGeom>
            <a:avLst/>
            <a:gdLst/>
            <a:ahLst/>
            <a:cxnLst>
              <a:cxn ang="0">
                <a:pos x="953" y="613"/>
              </a:cxn>
              <a:cxn ang="0">
                <a:pos x="963" y="666"/>
              </a:cxn>
              <a:cxn ang="0">
                <a:pos x="973" y="713"/>
              </a:cxn>
              <a:cxn ang="0">
                <a:pos x="893" y="738"/>
              </a:cxn>
              <a:cxn ang="0">
                <a:pos x="817" y="743"/>
              </a:cxn>
              <a:cxn ang="0">
                <a:pos x="758" y="775"/>
              </a:cxn>
              <a:cxn ang="0">
                <a:pos x="774" y="894"/>
              </a:cxn>
              <a:cxn ang="0">
                <a:pos x="711" y="1069"/>
              </a:cxn>
              <a:cxn ang="0">
                <a:pos x="658" y="1021"/>
              </a:cxn>
              <a:cxn ang="0">
                <a:pos x="658" y="911"/>
              </a:cxn>
              <a:cxn ang="0">
                <a:pos x="527" y="866"/>
              </a:cxn>
              <a:cxn ang="0">
                <a:pos x="404" y="784"/>
              </a:cxn>
              <a:cxn ang="0">
                <a:pos x="356" y="707"/>
              </a:cxn>
              <a:cxn ang="0">
                <a:pos x="272" y="652"/>
              </a:cxn>
              <a:cxn ang="0">
                <a:pos x="230" y="587"/>
              </a:cxn>
              <a:cxn ang="0">
                <a:pos x="204" y="527"/>
              </a:cxn>
              <a:cxn ang="0">
                <a:pos x="177" y="463"/>
              </a:cxn>
              <a:cxn ang="0">
                <a:pos x="110" y="431"/>
              </a:cxn>
              <a:cxn ang="0">
                <a:pos x="84" y="438"/>
              </a:cxn>
              <a:cxn ang="0">
                <a:pos x="27" y="500"/>
              </a:cxn>
              <a:cxn ang="0">
                <a:pos x="193" y="0"/>
              </a:cxn>
              <a:cxn ang="0">
                <a:pos x="182" y="37"/>
              </a:cxn>
              <a:cxn ang="0">
                <a:pos x="162" y="89"/>
              </a:cxn>
              <a:cxn ang="0">
                <a:pos x="138" y="181"/>
              </a:cxn>
              <a:cxn ang="0">
                <a:pos x="178" y="249"/>
              </a:cxn>
              <a:cxn ang="0">
                <a:pos x="230" y="264"/>
              </a:cxn>
              <a:cxn ang="0">
                <a:pos x="306" y="260"/>
              </a:cxn>
              <a:cxn ang="0">
                <a:pos x="425" y="266"/>
              </a:cxn>
              <a:cxn ang="0">
                <a:pos x="524" y="305"/>
              </a:cxn>
              <a:cxn ang="0">
                <a:pos x="610" y="376"/>
              </a:cxn>
              <a:cxn ang="0">
                <a:pos x="669" y="448"/>
              </a:cxn>
              <a:cxn ang="0">
                <a:pos x="652" y="606"/>
              </a:cxn>
              <a:cxn ang="0">
                <a:pos x="761" y="645"/>
              </a:cxn>
              <a:cxn ang="0">
                <a:pos x="856" y="634"/>
              </a:cxn>
              <a:cxn ang="0">
                <a:pos x="919" y="587"/>
              </a:cxn>
            </a:cxnLst>
            <a:rect l="0" t="0" r="r" b="b"/>
            <a:pathLst>
              <a:path w="1010" h="1079">
                <a:moveTo>
                  <a:pt x="919" y="587"/>
                </a:moveTo>
                <a:lnTo>
                  <a:pt x="953" y="613"/>
                </a:lnTo>
                <a:lnTo>
                  <a:pt x="905" y="658"/>
                </a:lnTo>
                <a:lnTo>
                  <a:pt x="963" y="666"/>
                </a:lnTo>
                <a:lnTo>
                  <a:pt x="1010" y="707"/>
                </a:lnTo>
                <a:lnTo>
                  <a:pt x="973" y="713"/>
                </a:lnTo>
                <a:lnTo>
                  <a:pt x="938" y="732"/>
                </a:lnTo>
                <a:lnTo>
                  <a:pt x="893" y="738"/>
                </a:lnTo>
                <a:lnTo>
                  <a:pt x="857" y="713"/>
                </a:lnTo>
                <a:lnTo>
                  <a:pt x="817" y="743"/>
                </a:lnTo>
                <a:lnTo>
                  <a:pt x="790" y="733"/>
                </a:lnTo>
                <a:lnTo>
                  <a:pt x="758" y="775"/>
                </a:lnTo>
                <a:lnTo>
                  <a:pt x="773" y="824"/>
                </a:lnTo>
                <a:lnTo>
                  <a:pt x="774" y="894"/>
                </a:lnTo>
                <a:lnTo>
                  <a:pt x="764" y="1002"/>
                </a:lnTo>
                <a:lnTo>
                  <a:pt x="711" y="1069"/>
                </a:lnTo>
                <a:lnTo>
                  <a:pt x="669" y="1079"/>
                </a:lnTo>
                <a:lnTo>
                  <a:pt x="658" y="1021"/>
                </a:lnTo>
                <a:lnTo>
                  <a:pt x="676" y="951"/>
                </a:lnTo>
                <a:lnTo>
                  <a:pt x="658" y="911"/>
                </a:lnTo>
                <a:lnTo>
                  <a:pt x="615" y="900"/>
                </a:lnTo>
                <a:lnTo>
                  <a:pt x="527" y="866"/>
                </a:lnTo>
                <a:lnTo>
                  <a:pt x="447" y="822"/>
                </a:lnTo>
                <a:lnTo>
                  <a:pt x="404" y="784"/>
                </a:lnTo>
                <a:lnTo>
                  <a:pt x="368" y="760"/>
                </a:lnTo>
                <a:lnTo>
                  <a:pt x="356" y="707"/>
                </a:lnTo>
                <a:lnTo>
                  <a:pt x="324" y="665"/>
                </a:lnTo>
                <a:lnTo>
                  <a:pt x="272" y="652"/>
                </a:lnTo>
                <a:lnTo>
                  <a:pt x="241" y="622"/>
                </a:lnTo>
                <a:lnTo>
                  <a:pt x="230" y="587"/>
                </a:lnTo>
                <a:lnTo>
                  <a:pt x="247" y="545"/>
                </a:lnTo>
                <a:lnTo>
                  <a:pt x="204" y="527"/>
                </a:lnTo>
                <a:lnTo>
                  <a:pt x="208" y="476"/>
                </a:lnTo>
                <a:lnTo>
                  <a:pt x="177" y="463"/>
                </a:lnTo>
                <a:lnTo>
                  <a:pt x="156" y="439"/>
                </a:lnTo>
                <a:lnTo>
                  <a:pt x="110" y="431"/>
                </a:lnTo>
                <a:lnTo>
                  <a:pt x="110" y="458"/>
                </a:lnTo>
                <a:lnTo>
                  <a:pt x="84" y="438"/>
                </a:lnTo>
                <a:lnTo>
                  <a:pt x="56" y="476"/>
                </a:lnTo>
                <a:lnTo>
                  <a:pt x="27" y="500"/>
                </a:lnTo>
                <a:lnTo>
                  <a:pt x="0" y="105"/>
                </a:lnTo>
                <a:lnTo>
                  <a:pt x="193" y="0"/>
                </a:lnTo>
                <a:lnTo>
                  <a:pt x="193" y="13"/>
                </a:lnTo>
                <a:lnTo>
                  <a:pt x="182" y="37"/>
                </a:lnTo>
                <a:lnTo>
                  <a:pt x="162" y="49"/>
                </a:lnTo>
                <a:lnTo>
                  <a:pt x="162" y="89"/>
                </a:lnTo>
                <a:lnTo>
                  <a:pt x="156" y="129"/>
                </a:lnTo>
                <a:lnTo>
                  <a:pt x="138" y="181"/>
                </a:lnTo>
                <a:lnTo>
                  <a:pt x="166" y="247"/>
                </a:lnTo>
                <a:lnTo>
                  <a:pt x="178" y="249"/>
                </a:lnTo>
                <a:lnTo>
                  <a:pt x="193" y="247"/>
                </a:lnTo>
                <a:lnTo>
                  <a:pt x="230" y="264"/>
                </a:lnTo>
                <a:lnTo>
                  <a:pt x="257" y="274"/>
                </a:lnTo>
                <a:lnTo>
                  <a:pt x="306" y="260"/>
                </a:lnTo>
                <a:lnTo>
                  <a:pt x="324" y="233"/>
                </a:lnTo>
                <a:lnTo>
                  <a:pt x="425" y="266"/>
                </a:lnTo>
                <a:lnTo>
                  <a:pt x="469" y="266"/>
                </a:lnTo>
                <a:lnTo>
                  <a:pt x="524" y="305"/>
                </a:lnTo>
                <a:lnTo>
                  <a:pt x="600" y="337"/>
                </a:lnTo>
                <a:lnTo>
                  <a:pt x="610" y="376"/>
                </a:lnTo>
                <a:lnTo>
                  <a:pt x="642" y="453"/>
                </a:lnTo>
                <a:lnTo>
                  <a:pt x="669" y="448"/>
                </a:lnTo>
                <a:lnTo>
                  <a:pt x="659" y="537"/>
                </a:lnTo>
                <a:lnTo>
                  <a:pt x="652" y="606"/>
                </a:lnTo>
                <a:lnTo>
                  <a:pt x="698" y="649"/>
                </a:lnTo>
                <a:lnTo>
                  <a:pt x="761" y="645"/>
                </a:lnTo>
                <a:lnTo>
                  <a:pt x="814" y="664"/>
                </a:lnTo>
                <a:lnTo>
                  <a:pt x="856" y="634"/>
                </a:lnTo>
                <a:lnTo>
                  <a:pt x="887" y="615"/>
                </a:lnTo>
                <a:lnTo>
                  <a:pt x="919" y="587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78" name="Freeform 109"/>
          <p:cNvSpPr>
            <a:spLocks/>
          </p:cNvSpPr>
          <p:nvPr/>
        </p:nvSpPr>
        <p:spPr bwMode="auto">
          <a:xfrm>
            <a:off x="5354700" y="3437704"/>
            <a:ext cx="374650" cy="326949"/>
          </a:xfrm>
          <a:custGeom>
            <a:avLst/>
            <a:gdLst/>
            <a:ahLst/>
            <a:cxnLst>
              <a:cxn ang="0">
                <a:pos x="900" y="680"/>
              </a:cxn>
              <a:cxn ang="0">
                <a:pos x="917" y="611"/>
              </a:cxn>
              <a:cxn ang="0">
                <a:pos x="900" y="570"/>
              </a:cxn>
              <a:cxn ang="0">
                <a:pos x="857" y="559"/>
              </a:cxn>
              <a:cxn ang="0">
                <a:pos x="770" y="526"/>
              </a:cxn>
              <a:cxn ang="0">
                <a:pos x="689" y="481"/>
              </a:cxn>
              <a:cxn ang="0">
                <a:pos x="646" y="443"/>
              </a:cxn>
              <a:cxn ang="0">
                <a:pos x="611" y="420"/>
              </a:cxn>
              <a:cxn ang="0">
                <a:pos x="597" y="366"/>
              </a:cxn>
              <a:cxn ang="0">
                <a:pos x="565" y="325"/>
              </a:cxn>
              <a:cxn ang="0">
                <a:pos x="513" y="311"/>
              </a:cxn>
              <a:cxn ang="0">
                <a:pos x="482" y="283"/>
              </a:cxn>
              <a:cxn ang="0">
                <a:pos x="472" y="247"/>
              </a:cxn>
              <a:cxn ang="0">
                <a:pos x="490" y="205"/>
              </a:cxn>
              <a:cxn ang="0">
                <a:pos x="445" y="186"/>
              </a:cxn>
              <a:cxn ang="0">
                <a:pos x="449" y="136"/>
              </a:cxn>
              <a:cxn ang="0">
                <a:pos x="418" y="122"/>
              </a:cxn>
              <a:cxn ang="0">
                <a:pos x="399" y="99"/>
              </a:cxn>
              <a:cxn ang="0">
                <a:pos x="353" y="90"/>
              </a:cxn>
              <a:cxn ang="0">
                <a:pos x="353" y="117"/>
              </a:cxn>
              <a:cxn ang="0">
                <a:pos x="326" y="97"/>
              </a:cxn>
              <a:cxn ang="0">
                <a:pos x="297" y="136"/>
              </a:cxn>
              <a:cxn ang="0">
                <a:pos x="270" y="159"/>
              </a:cxn>
              <a:cxn ang="0">
                <a:pos x="232" y="152"/>
              </a:cxn>
              <a:cxn ang="0">
                <a:pos x="227" y="84"/>
              </a:cxn>
              <a:cxn ang="0">
                <a:pos x="174" y="49"/>
              </a:cxn>
              <a:cxn ang="0">
                <a:pos x="144" y="13"/>
              </a:cxn>
              <a:cxn ang="0">
                <a:pos x="99" y="0"/>
              </a:cxn>
              <a:cxn ang="0">
                <a:pos x="44" y="17"/>
              </a:cxn>
              <a:cxn ang="0">
                <a:pos x="0" y="79"/>
              </a:cxn>
              <a:cxn ang="0">
                <a:pos x="16" y="104"/>
              </a:cxn>
              <a:cxn ang="0">
                <a:pos x="47" y="42"/>
              </a:cxn>
              <a:cxn ang="0">
                <a:pos x="99" y="46"/>
              </a:cxn>
              <a:cxn ang="0">
                <a:pos x="126" y="75"/>
              </a:cxn>
              <a:cxn ang="0">
                <a:pos x="174" y="99"/>
              </a:cxn>
              <a:cxn ang="0">
                <a:pos x="152" y="138"/>
              </a:cxn>
              <a:cxn ang="0">
                <a:pos x="91" y="159"/>
              </a:cxn>
              <a:cxn ang="0">
                <a:pos x="62" y="185"/>
              </a:cxn>
              <a:cxn ang="0">
                <a:pos x="2" y="157"/>
              </a:cxn>
              <a:cxn ang="0">
                <a:pos x="29" y="283"/>
              </a:cxn>
              <a:cxn ang="0">
                <a:pos x="69" y="279"/>
              </a:cxn>
              <a:cxn ang="0">
                <a:pos x="75" y="315"/>
              </a:cxn>
              <a:cxn ang="0">
                <a:pos x="109" y="332"/>
              </a:cxn>
              <a:cxn ang="0">
                <a:pos x="50" y="338"/>
              </a:cxn>
              <a:cxn ang="0">
                <a:pos x="29" y="384"/>
              </a:cxn>
              <a:cxn ang="0">
                <a:pos x="123" y="438"/>
              </a:cxn>
              <a:cxn ang="0">
                <a:pos x="112" y="530"/>
              </a:cxn>
              <a:cxn ang="0">
                <a:pos x="134" y="616"/>
              </a:cxn>
              <a:cxn ang="0">
                <a:pos x="174" y="605"/>
              </a:cxn>
              <a:cxn ang="0">
                <a:pos x="341" y="748"/>
              </a:cxn>
              <a:cxn ang="0">
                <a:pos x="362" y="728"/>
              </a:cxn>
              <a:cxn ang="0">
                <a:pos x="547" y="759"/>
              </a:cxn>
              <a:cxn ang="0">
                <a:pos x="647" y="684"/>
              </a:cxn>
              <a:cxn ang="0">
                <a:pos x="845" y="686"/>
              </a:cxn>
              <a:cxn ang="0">
                <a:pos x="884" y="647"/>
              </a:cxn>
              <a:cxn ang="0">
                <a:pos x="900" y="680"/>
              </a:cxn>
            </a:cxnLst>
            <a:rect l="0" t="0" r="r" b="b"/>
            <a:pathLst>
              <a:path w="917" h="759">
                <a:moveTo>
                  <a:pt x="900" y="680"/>
                </a:moveTo>
                <a:lnTo>
                  <a:pt x="917" y="611"/>
                </a:lnTo>
                <a:lnTo>
                  <a:pt x="900" y="570"/>
                </a:lnTo>
                <a:lnTo>
                  <a:pt x="857" y="559"/>
                </a:lnTo>
                <a:lnTo>
                  <a:pt x="770" y="526"/>
                </a:lnTo>
                <a:lnTo>
                  <a:pt x="689" y="481"/>
                </a:lnTo>
                <a:lnTo>
                  <a:pt x="646" y="443"/>
                </a:lnTo>
                <a:lnTo>
                  <a:pt x="611" y="420"/>
                </a:lnTo>
                <a:lnTo>
                  <a:pt x="597" y="366"/>
                </a:lnTo>
                <a:lnTo>
                  <a:pt x="565" y="325"/>
                </a:lnTo>
                <a:lnTo>
                  <a:pt x="513" y="311"/>
                </a:lnTo>
                <a:lnTo>
                  <a:pt x="482" y="283"/>
                </a:lnTo>
                <a:lnTo>
                  <a:pt x="472" y="247"/>
                </a:lnTo>
                <a:lnTo>
                  <a:pt x="490" y="205"/>
                </a:lnTo>
                <a:lnTo>
                  <a:pt x="445" y="186"/>
                </a:lnTo>
                <a:lnTo>
                  <a:pt x="449" y="136"/>
                </a:lnTo>
                <a:lnTo>
                  <a:pt x="418" y="122"/>
                </a:lnTo>
                <a:lnTo>
                  <a:pt x="399" y="99"/>
                </a:lnTo>
                <a:lnTo>
                  <a:pt x="353" y="90"/>
                </a:lnTo>
                <a:lnTo>
                  <a:pt x="353" y="117"/>
                </a:lnTo>
                <a:lnTo>
                  <a:pt x="326" y="97"/>
                </a:lnTo>
                <a:lnTo>
                  <a:pt x="297" y="136"/>
                </a:lnTo>
                <a:lnTo>
                  <a:pt x="270" y="159"/>
                </a:lnTo>
                <a:lnTo>
                  <a:pt x="232" y="152"/>
                </a:lnTo>
                <a:lnTo>
                  <a:pt x="227" y="84"/>
                </a:lnTo>
                <a:lnTo>
                  <a:pt x="174" y="49"/>
                </a:lnTo>
                <a:lnTo>
                  <a:pt x="144" y="13"/>
                </a:lnTo>
                <a:lnTo>
                  <a:pt x="99" y="0"/>
                </a:lnTo>
                <a:lnTo>
                  <a:pt x="44" y="17"/>
                </a:lnTo>
                <a:lnTo>
                  <a:pt x="0" y="79"/>
                </a:lnTo>
                <a:lnTo>
                  <a:pt x="16" y="104"/>
                </a:lnTo>
                <a:lnTo>
                  <a:pt x="47" y="42"/>
                </a:lnTo>
                <a:lnTo>
                  <a:pt x="99" y="46"/>
                </a:lnTo>
                <a:lnTo>
                  <a:pt x="126" y="75"/>
                </a:lnTo>
                <a:lnTo>
                  <a:pt x="174" y="99"/>
                </a:lnTo>
                <a:lnTo>
                  <a:pt x="152" y="138"/>
                </a:lnTo>
                <a:lnTo>
                  <a:pt x="91" y="159"/>
                </a:lnTo>
                <a:lnTo>
                  <a:pt x="62" y="185"/>
                </a:lnTo>
                <a:lnTo>
                  <a:pt x="2" y="157"/>
                </a:lnTo>
                <a:lnTo>
                  <a:pt x="29" y="283"/>
                </a:lnTo>
                <a:lnTo>
                  <a:pt x="69" y="279"/>
                </a:lnTo>
                <a:lnTo>
                  <a:pt x="75" y="315"/>
                </a:lnTo>
                <a:lnTo>
                  <a:pt x="109" y="332"/>
                </a:lnTo>
                <a:lnTo>
                  <a:pt x="50" y="338"/>
                </a:lnTo>
                <a:lnTo>
                  <a:pt x="29" y="384"/>
                </a:lnTo>
                <a:lnTo>
                  <a:pt x="123" y="438"/>
                </a:lnTo>
                <a:lnTo>
                  <a:pt x="112" y="530"/>
                </a:lnTo>
                <a:lnTo>
                  <a:pt x="134" y="616"/>
                </a:lnTo>
                <a:lnTo>
                  <a:pt x="174" y="605"/>
                </a:lnTo>
                <a:lnTo>
                  <a:pt x="341" y="748"/>
                </a:lnTo>
                <a:lnTo>
                  <a:pt x="362" y="728"/>
                </a:lnTo>
                <a:lnTo>
                  <a:pt x="547" y="759"/>
                </a:lnTo>
                <a:lnTo>
                  <a:pt x="647" y="684"/>
                </a:lnTo>
                <a:lnTo>
                  <a:pt x="845" y="686"/>
                </a:lnTo>
                <a:lnTo>
                  <a:pt x="884" y="647"/>
                </a:lnTo>
                <a:lnTo>
                  <a:pt x="900" y="68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79" name="Freeform 111"/>
          <p:cNvSpPr>
            <a:spLocks/>
          </p:cNvSpPr>
          <p:nvPr/>
        </p:nvSpPr>
        <p:spPr bwMode="auto">
          <a:xfrm>
            <a:off x="5116575" y="3567848"/>
            <a:ext cx="95250" cy="95228"/>
          </a:xfrm>
          <a:custGeom>
            <a:avLst/>
            <a:gdLst/>
            <a:ahLst/>
            <a:cxnLst>
              <a:cxn ang="0">
                <a:pos x="232" y="188"/>
              </a:cxn>
              <a:cxn ang="0">
                <a:pos x="218" y="171"/>
              </a:cxn>
              <a:cxn ang="0">
                <a:pos x="218" y="141"/>
              </a:cxn>
              <a:cxn ang="0">
                <a:pos x="192" y="141"/>
              </a:cxn>
              <a:cxn ang="0">
                <a:pos x="174" y="59"/>
              </a:cxn>
              <a:cxn ang="0">
                <a:pos x="149" y="43"/>
              </a:cxn>
              <a:cxn ang="0">
                <a:pos x="163" y="17"/>
              </a:cxn>
              <a:cxn ang="0">
                <a:pos x="116" y="28"/>
              </a:cxn>
              <a:cxn ang="0">
                <a:pos x="87" y="0"/>
              </a:cxn>
              <a:cxn ang="0">
                <a:pos x="53" y="17"/>
              </a:cxn>
              <a:cxn ang="0">
                <a:pos x="0" y="28"/>
              </a:cxn>
              <a:cxn ang="0">
                <a:pos x="107" y="146"/>
              </a:cxn>
              <a:cxn ang="0">
                <a:pos x="115" y="153"/>
              </a:cxn>
              <a:cxn ang="0">
                <a:pos x="160" y="151"/>
              </a:cxn>
              <a:cxn ang="0">
                <a:pos x="171" y="159"/>
              </a:cxn>
              <a:cxn ang="0">
                <a:pos x="198" y="189"/>
              </a:cxn>
              <a:cxn ang="0">
                <a:pos x="222" y="220"/>
              </a:cxn>
              <a:cxn ang="0">
                <a:pos x="232" y="188"/>
              </a:cxn>
            </a:cxnLst>
            <a:rect l="0" t="0" r="r" b="b"/>
            <a:pathLst>
              <a:path w="232" h="220">
                <a:moveTo>
                  <a:pt x="232" y="188"/>
                </a:moveTo>
                <a:lnTo>
                  <a:pt x="218" y="171"/>
                </a:lnTo>
                <a:lnTo>
                  <a:pt x="218" y="141"/>
                </a:lnTo>
                <a:lnTo>
                  <a:pt x="192" y="141"/>
                </a:lnTo>
                <a:lnTo>
                  <a:pt x="174" y="59"/>
                </a:lnTo>
                <a:lnTo>
                  <a:pt x="149" y="43"/>
                </a:lnTo>
                <a:lnTo>
                  <a:pt x="163" y="17"/>
                </a:lnTo>
                <a:lnTo>
                  <a:pt x="116" y="28"/>
                </a:lnTo>
                <a:lnTo>
                  <a:pt x="87" y="0"/>
                </a:lnTo>
                <a:lnTo>
                  <a:pt x="53" y="17"/>
                </a:lnTo>
                <a:lnTo>
                  <a:pt x="0" y="28"/>
                </a:lnTo>
                <a:lnTo>
                  <a:pt x="107" y="146"/>
                </a:lnTo>
                <a:lnTo>
                  <a:pt x="115" y="153"/>
                </a:lnTo>
                <a:lnTo>
                  <a:pt x="160" y="151"/>
                </a:lnTo>
                <a:lnTo>
                  <a:pt x="171" y="159"/>
                </a:lnTo>
                <a:lnTo>
                  <a:pt x="198" y="189"/>
                </a:lnTo>
                <a:lnTo>
                  <a:pt x="222" y="220"/>
                </a:lnTo>
                <a:lnTo>
                  <a:pt x="232" y="188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80" name="Freeform 112"/>
          <p:cNvSpPr>
            <a:spLocks/>
          </p:cNvSpPr>
          <p:nvPr/>
        </p:nvSpPr>
        <p:spPr bwMode="auto">
          <a:xfrm>
            <a:off x="5103876" y="3496427"/>
            <a:ext cx="117475" cy="80944"/>
          </a:xfrm>
          <a:custGeom>
            <a:avLst/>
            <a:gdLst/>
            <a:ahLst/>
            <a:cxnLst>
              <a:cxn ang="0">
                <a:pos x="62" y="0"/>
              </a:cxn>
              <a:cxn ang="0">
                <a:pos x="93" y="49"/>
              </a:cxn>
              <a:cxn ang="0">
                <a:pos x="88" y="98"/>
              </a:cxn>
              <a:cxn ang="0">
                <a:pos x="29" y="123"/>
              </a:cxn>
              <a:cxn ang="0">
                <a:pos x="0" y="160"/>
              </a:cxn>
              <a:cxn ang="0">
                <a:pos x="32" y="188"/>
              </a:cxn>
              <a:cxn ang="0">
                <a:pos x="87" y="180"/>
              </a:cxn>
              <a:cxn ang="0">
                <a:pos x="121" y="160"/>
              </a:cxn>
              <a:cxn ang="0">
                <a:pos x="150" y="188"/>
              </a:cxn>
              <a:cxn ang="0">
                <a:pos x="197" y="180"/>
              </a:cxn>
              <a:cxn ang="0">
                <a:pos x="250" y="160"/>
              </a:cxn>
              <a:cxn ang="0">
                <a:pos x="286" y="168"/>
              </a:cxn>
              <a:cxn ang="0">
                <a:pos x="289" y="156"/>
              </a:cxn>
              <a:cxn ang="0">
                <a:pos x="246" y="123"/>
              </a:cxn>
              <a:cxn ang="0">
                <a:pos x="262" y="109"/>
              </a:cxn>
              <a:cxn ang="0">
                <a:pos x="259" y="100"/>
              </a:cxn>
              <a:cxn ang="0">
                <a:pos x="232" y="86"/>
              </a:cxn>
              <a:cxn ang="0">
                <a:pos x="246" y="68"/>
              </a:cxn>
              <a:cxn ang="0">
                <a:pos x="204" y="56"/>
              </a:cxn>
              <a:cxn ang="0">
                <a:pos x="197" y="66"/>
              </a:cxn>
              <a:cxn ang="0">
                <a:pos x="168" y="29"/>
              </a:cxn>
              <a:cxn ang="0">
                <a:pos x="125" y="22"/>
              </a:cxn>
              <a:cxn ang="0">
                <a:pos x="88" y="0"/>
              </a:cxn>
              <a:cxn ang="0">
                <a:pos x="62" y="0"/>
              </a:cxn>
            </a:cxnLst>
            <a:rect l="0" t="0" r="r" b="b"/>
            <a:pathLst>
              <a:path w="289" h="188">
                <a:moveTo>
                  <a:pt x="62" y="0"/>
                </a:moveTo>
                <a:lnTo>
                  <a:pt x="93" y="49"/>
                </a:lnTo>
                <a:lnTo>
                  <a:pt x="88" y="98"/>
                </a:lnTo>
                <a:lnTo>
                  <a:pt x="29" y="123"/>
                </a:lnTo>
                <a:lnTo>
                  <a:pt x="0" y="160"/>
                </a:lnTo>
                <a:lnTo>
                  <a:pt x="32" y="188"/>
                </a:lnTo>
                <a:lnTo>
                  <a:pt x="87" y="180"/>
                </a:lnTo>
                <a:lnTo>
                  <a:pt x="121" y="160"/>
                </a:lnTo>
                <a:lnTo>
                  <a:pt x="150" y="188"/>
                </a:lnTo>
                <a:lnTo>
                  <a:pt x="197" y="180"/>
                </a:lnTo>
                <a:lnTo>
                  <a:pt x="250" y="160"/>
                </a:lnTo>
                <a:lnTo>
                  <a:pt x="286" y="168"/>
                </a:lnTo>
                <a:lnTo>
                  <a:pt x="289" y="156"/>
                </a:lnTo>
                <a:lnTo>
                  <a:pt x="246" y="123"/>
                </a:lnTo>
                <a:lnTo>
                  <a:pt x="262" y="109"/>
                </a:lnTo>
                <a:lnTo>
                  <a:pt x="259" y="100"/>
                </a:lnTo>
                <a:lnTo>
                  <a:pt x="232" y="86"/>
                </a:lnTo>
                <a:lnTo>
                  <a:pt x="246" y="68"/>
                </a:lnTo>
                <a:lnTo>
                  <a:pt x="204" y="56"/>
                </a:lnTo>
                <a:lnTo>
                  <a:pt x="197" y="66"/>
                </a:lnTo>
                <a:lnTo>
                  <a:pt x="168" y="29"/>
                </a:lnTo>
                <a:lnTo>
                  <a:pt x="125" y="22"/>
                </a:lnTo>
                <a:lnTo>
                  <a:pt x="88" y="0"/>
                </a:lnTo>
                <a:lnTo>
                  <a:pt x="62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81" name="Freeform 113"/>
          <p:cNvSpPr>
            <a:spLocks/>
          </p:cNvSpPr>
          <p:nvPr/>
        </p:nvSpPr>
        <p:spPr bwMode="auto">
          <a:xfrm>
            <a:off x="4772087" y="3529757"/>
            <a:ext cx="88900" cy="61898"/>
          </a:xfrm>
          <a:custGeom>
            <a:avLst/>
            <a:gdLst/>
            <a:ahLst/>
            <a:cxnLst>
              <a:cxn ang="0">
                <a:pos x="34" y="87"/>
              </a:cxn>
              <a:cxn ang="0">
                <a:pos x="38" y="59"/>
              </a:cxn>
              <a:cxn ang="0">
                <a:pos x="67" y="47"/>
              </a:cxn>
              <a:cxn ang="0">
                <a:pos x="50" y="26"/>
              </a:cxn>
              <a:cxn ang="0">
                <a:pos x="114" y="0"/>
              </a:cxn>
              <a:cxn ang="0">
                <a:pos x="114" y="0"/>
              </a:cxn>
              <a:cxn ang="0">
                <a:pos x="195" y="85"/>
              </a:cxn>
              <a:cxn ang="0">
                <a:pos x="214" y="86"/>
              </a:cxn>
              <a:cxn ang="0">
                <a:pos x="207" y="99"/>
              </a:cxn>
              <a:cxn ang="0">
                <a:pos x="186" y="94"/>
              </a:cxn>
              <a:cxn ang="0">
                <a:pos x="155" y="99"/>
              </a:cxn>
              <a:cxn ang="0">
                <a:pos x="84" y="88"/>
              </a:cxn>
              <a:cxn ang="0">
                <a:pos x="48" y="117"/>
              </a:cxn>
              <a:cxn ang="0">
                <a:pos x="27" y="125"/>
              </a:cxn>
              <a:cxn ang="0">
                <a:pos x="7" y="145"/>
              </a:cxn>
              <a:cxn ang="0">
                <a:pos x="7" y="125"/>
              </a:cxn>
              <a:cxn ang="0">
                <a:pos x="0" y="108"/>
              </a:cxn>
              <a:cxn ang="0">
                <a:pos x="34" y="87"/>
              </a:cxn>
            </a:cxnLst>
            <a:rect l="0" t="0" r="r" b="b"/>
            <a:pathLst>
              <a:path w="214" h="145">
                <a:moveTo>
                  <a:pt x="34" y="87"/>
                </a:moveTo>
                <a:lnTo>
                  <a:pt x="38" y="59"/>
                </a:lnTo>
                <a:lnTo>
                  <a:pt x="67" y="47"/>
                </a:lnTo>
                <a:lnTo>
                  <a:pt x="50" y="26"/>
                </a:lnTo>
                <a:lnTo>
                  <a:pt x="114" y="0"/>
                </a:lnTo>
                <a:lnTo>
                  <a:pt x="114" y="0"/>
                </a:lnTo>
                <a:lnTo>
                  <a:pt x="195" y="85"/>
                </a:lnTo>
                <a:lnTo>
                  <a:pt x="214" y="86"/>
                </a:lnTo>
                <a:lnTo>
                  <a:pt x="207" y="99"/>
                </a:lnTo>
                <a:lnTo>
                  <a:pt x="186" y="94"/>
                </a:lnTo>
                <a:lnTo>
                  <a:pt x="155" y="99"/>
                </a:lnTo>
                <a:lnTo>
                  <a:pt x="84" y="88"/>
                </a:lnTo>
                <a:lnTo>
                  <a:pt x="48" y="117"/>
                </a:lnTo>
                <a:lnTo>
                  <a:pt x="27" y="125"/>
                </a:lnTo>
                <a:lnTo>
                  <a:pt x="7" y="145"/>
                </a:lnTo>
                <a:lnTo>
                  <a:pt x="7" y="125"/>
                </a:lnTo>
                <a:lnTo>
                  <a:pt x="0" y="108"/>
                </a:lnTo>
                <a:lnTo>
                  <a:pt x="34" y="87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82" name="Freeform 115"/>
          <p:cNvSpPr>
            <a:spLocks/>
          </p:cNvSpPr>
          <p:nvPr/>
        </p:nvSpPr>
        <p:spPr bwMode="auto">
          <a:xfrm>
            <a:off x="4748275" y="3042507"/>
            <a:ext cx="215900" cy="212676"/>
          </a:xfrm>
          <a:custGeom>
            <a:avLst/>
            <a:gdLst/>
            <a:ahLst/>
            <a:cxnLst>
              <a:cxn ang="0">
                <a:pos x="530" y="410"/>
              </a:cxn>
              <a:cxn ang="0">
                <a:pos x="525" y="393"/>
              </a:cxn>
              <a:cxn ang="0">
                <a:pos x="502" y="370"/>
              </a:cxn>
              <a:cxn ang="0">
                <a:pos x="497" y="349"/>
              </a:cxn>
              <a:cxn ang="0">
                <a:pos x="480" y="305"/>
              </a:cxn>
              <a:cxn ang="0">
                <a:pos x="502" y="298"/>
              </a:cxn>
              <a:cxn ang="0">
                <a:pos x="514" y="266"/>
              </a:cxn>
              <a:cxn ang="0">
                <a:pos x="466" y="238"/>
              </a:cxn>
              <a:cxn ang="0">
                <a:pos x="427" y="213"/>
              </a:cxn>
              <a:cxn ang="0">
                <a:pos x="423" y="178"/>
              </a:cxn>
              <a:cxn ang="0">
                <a:pos x="370" y="135"/>
              </a:cxn>
              <a:cxn ang="0">
                <a:pos x="370" y="120"/>
              </a:cxn>
              <a:cxn ang="0">
                <a:pos x="335" y="93"/>
              </a:cxn>
              <a:cxn ang="0">
                <a:pos x="293" y="91"/>
              </a:cxn>
              <a:cxn ang="0">
                <a:pos x="293" y="67"/>
              </a:cxn>
              <a:cxn ang="0">
                <a:pos x="267" y="39"/>
              </a:cxn>
              <a:cxn ang="0">
                <a:pos x="232" y="33"/>
              </a:cxn>
              <a:cxn ang="0">
                <a:pos x="211" y="0"/>
              </a:cxn>
              <a:cxn ang="0">
                <a:pos x="164" y="25"/>
              </a:cxn>
              <a:cxn ang="0">
                <a:pos x="154" y="46"/>
              </a:cxn>
              <a:cxn ang="0">
                <a:pos x="170" y="98"/>
              </a:cxn>
              <a:cxn ang="0">
                <a:pos x="135" y="131"/>
              </a:cxn>
              <a:cxn ang="0">
                <a:pos x="111" y="161"/>
              </a:cxn>
              <a:cxn ang="0">
                <a:pos x="108" y="213"/>
              </a:cxn>
              <a:cxn ang="0">
                <a:pos x="72" y="210"/>
              </a:cxn>
              <a:cxn ang="0">
                <a:pos x="59" y="241"/>
              </a:cxn>
              <a:cxn ang="0">
                <a:pos x="7" y="252"/>
              </a:cxn>
              <a:cxn ang="0">
                <a:pos x="0" y="371"/>
              </a:cxn>
              <a:cxn ang="0">
                <a:pos x="27" y="456"/>
              </a:cxn>
              <a:cxn ang="0">
                <a:pos x="53" y="455"/>
              </a:cxn>
              <a:cxn ang="0">
                <a:pos x="59" y="430"/>
              </a:cxn>
              <a:cxn ang="0">
                <a:pos x="113" y="425"/>
              </a:cxn>
              <a:cxn ang="0">
                <a:pos x="177" y="434"/>
              </a:cxn>
              <a:cxn ang="0">
                <a:pos x="242" y="455"/>
              </a:cxn>
              <a:cxn ang="0">
                <a:pos x="275" y="471"/>
              </a:cxn>
              <a:cxn ang="0">
                <a:pos x="313" y="462"/>
              </a:cxn>
              <a:cxn ang="0">
                <a:pos x="343" y="476"/>
              </a:cxn>
              <a:cxn ang="0">
                <a:pos x="376" y="492"/>
              </a:cxn>
              <a:cxn ang="0">
                <a:pos x="414" y="478"/>
              </a:cxn>
              <a:cxn ang="0">
                <a:pos x="438" y="492"/>
              </a:cxn>
              <a:cxn ang="0">
                <a:pos x="464" y="480"/>
              </a:cxn>
              <a:cxn ang="0">
                <a:pos x="467" y="437"/>
              </a:cxn>
              <a:cxn ang="0">
                <a:pos x="497" y="415"/>
              </a:cxn>
              <a:cxn ang="0">
                <a:pos x="530" y="410"/>
              </a:cxn>
            </a:cxnLst>
            <a:rect l="0" t="0" r="r" b="b"/>
            <a:pathLst>
              <a:path w="530" h="492">
                <a:moveTo>
                  <a:pt x="530" y="410"/>
                </a:moveTo>
                <a:lnTo>
                  <a:pt x="525" y="393"/>
                </a:lnTo>
                <a:lnTo>
                  <a:pt x="502" y="370"/>
                </a:lnTo>
                <a:lnTo>
                  <a:pt x="497" y="349"/>
                </a:lnTo>
                <a:lnTo>
                  <a:pt x="480" y="305"/>
                </a:lnTo>
                <a:lnTo>
                  <a:pt x="502" y="298"/>
                </a:lnTo>
                <a:lnTo>
                  <a:pt x="514" y="266"/>
                </a:lnTo>
                <a:lnTo>
                  <a:pt x="466" y="238"/>
                </a:lnTo>
                <a:lnTo>
                  <a:pt x="427" y="213"/>
                </a:lnTo>
                <a:lnTo>
                  <a:pt x="423" y="178"/>
                </a:lnTo>
                <a:lnTo>
                  <a:pt x="370" y="135"/>
                </a:lnTo>
                <a:lnTo>
                  <a:pt x="370" y="120"/>
                </a:lnTo>
                <a:lnTo>
                  <a:pt x="335" y="93"/>
                </a:lnTo>
                <a:lnTo>
                  <a:pt x="293" y="91"/>
                </a:lnTo>
                <a:lnTo>
                  <a:pt x="293" y="67"/>
                </a:lnTo>
                <a:lnTo>
                  <a:pt x="267" y="39"/>
                </a:lnTo>
                <a:lnTo>
                  <a:pt x="232" y="33"/>
                </a:lnTo>
                <a:lnTo>
                  <a:pt x="211" y="0"/>
                </a:lnTo>
                <a:lnTo>
                  <a:pt x="164" y="25"/>
                </a:lnTo>
                <a:lnTo>
                  <a:pt x="154" y="46"/>
                </a:lnTo>
                <a:lnTo>
                  <a:pt x="170" y="98"/>
                </a:lnTo>
                <a:lnTo>
                  <a:pt x="135" y="131"/>
                </a:lnTo>
                <a:lnTo>
                  <a:pt x="111" y="161"/>
                </a:lnTo>
                <a:lnTo>
                  <a:pt x="108" y="213"/>
                </a:lnTo>
                <a:lnTo>
                  <a:pt x="72" y="210"/>
                </a:lnTo>
                <a:lnTo>
                  <a:pt x="59" y="241"/>
                </a:lnTo>
                <a:lnTo>
                  <a:pt x="7" y="252"/>
                </a:lnTo>
                <a:lnTo>
                  <a:pt x="0" y="371"/>
                </a:lnTo>
                <a:lnTo>
                  <a:pt x="27" y="456"/>
                </a:lnTo>
                <a:lnTo>
                  <a:pt x="53" y="455"/>
                </a:lnTo>
                <a:lnTo>
                  <a:pt x="59" y="430"/>
                </a:lnTo>
                <a:lnTo>
                  <a:pt x="113" y="425"/>
                </a:lnTo>
                <a:lnTo>
                  <a:pt x="177" y="434"/>
                </a:lnTo>
                <a:lnTo>
                  <a:pt x="242" y="455"/>
                </a:lnTo>
                <a:lnTo>
                  <a:pt x="275" y="471"/>
                </a:lnTo>
                <a:lnTo>
                  <a:pt x="313" y="462"/>
                </a:lnTo>
                <a:lnTo>
                  <a:pt x="343" y="476"/>
                </a:lnTo>
                <a:lnTo>
                  <a:pt x="376" y="492"/>
                </a:lnTo>
                <a:lnTo>
                  <a:pt x="414" y="478"/>
                </a:lnTo>
                <a:lnTo>
                  <a:pt x="438" y="492"/>
                </a:lnTo>
                <a:lnTo>
                  <a:pt x="464" y="480"/>
                </a:lnTo>
                <a:lnTo>
                  <a:pt x="467" y="437"/>
                </a:lnTo>
                <a:lnTo>
                  <a:pt x="497" y="415"/>
                </a:lnTo>
                <a:lnTo>
                  <a:pt x="530" y="41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83" name="Freeform 116"/>
          <p:cNvSpPr>
            <a:spLocks/>
          </p:cNvSpPr>
          <p:nvPr/>
        </p:nvSpPr>
        <p:spPr bwMode="auto">
          <a:xfrm>
            <a:off x="4768913" y="3532932"/>
            <a:ext cx="390525" cy="193630"/>
          </a:xfrm>
          <a:custGeom>
            <a:avLst/>
            <a:gdLst/>
            <a:ahLst/>
            <a:cxnLst>
              <a:cxn ang="0">
                <a:pos x="240" y="76"/>
              </a:cxn>
              <a:cxn ang="0">
                <a:pos x="310" y="31"/>
              </a:cxn>
              <a:cxn ang="0">
                <a:pos x="486" y="4"/>
              </a:cxn>
              <a:cxn ang="0">
                <a:pos x="563" y="36"/>
              </a:cxn>
              <a:cxn ang="0">
                <a:pos x="698" y="85"/>
              </a:cxn>
              <a:cxn ang="0">
                <a:pos x="815" y="73"/>
              </a:cxn>
              <a:cxn ang="0">
                <a:pos x="955" y="223"/>
              </a:cxn>
              <a:cxn ang="0">
                <a:pos x="923" y="326"/>
              </a:cxn>
              <a:cxn ang="0">
                <a:pos x="924" y="437"/>
              </a:cxn>
              <a:cxn ang="0">
                <a:pos x="816" y="423"/>
              </a:cxn>
              <a:cxn ang="0">
                <a:pos x="732" y="432"/>
              </a:cxn>
              <a:cxn ang="0">
                <a:pos x="551" y="402"/>
              </a:cxn>
              <a:cxn ang="0">
                <a:pos x="508" y="432"/>
              </a:cxn>
              <a:cxn ang="0">
                <a:pos x="499" y="387"/>
              </a:cxn>
              <a:cxn ang="0">
                <a:pos x="400" y="401"/>
              </a:cxn>
              <a:cxn ang="0">
                <a:pos x="336" y="383"/>
              </a:cxn>
              <a:cxn ang="0">
                <a:pos x="272" y="366"/>
              </a:cxn>
              <a:cxn ang="0">
                <a:pos x="240" y="354"/>
              </a:cxn>
              <a:cxn ang="0">
                <a:pos x="231" y="381"/>
              </a:cxn>
              <a:cxn ang="0">
                <a:pos x="195" y="389"/>
              </a:cxn>
              <a:cxn ang="0">
                <a:pos x="156" y="363"/>
              </a:cxn>
              <a:cxn ang="0">
                <a:pos x="109" y="374"/>
              </a:cxn>
              <a:cxn ang="0">
                <a:pos x="111" y="352"/>
              </a:cxn>
              <a:cxn ang="0">
                <a:pos x="79" y="334"/>
              </a:cxn>
              <a:cxn ang="0">
                <a:pos x="63" y="287"/>
              </a:cxn>
              <a:cxn ang="0">
                <a:pos x="24" y="271"/>
              </a:cxn>
              <a:cxn ang="0">
                <a:pos x="0" y="271"/>
              </a:cxn>
              <a:cxn ang="0">
                <a:pos x="24" y="247"/>
              </a:cxn>
              <a:cxn ang="0">
                <a:pos x="41" y="207"/>
              </a:cxn>
              <a:cxn ang="0">
                <a:pos x="7" y="179"/>
              </a:cxn>
              <a:cxn ang="0">
                <a:pos x="52" y="132"/>
              </a:cxn>
              <a:cxn ang="0">
                <a:pos x="173" y="131"/>
              </a:cxn>
              <a:cxn ang="0">
                <a:pos x="226" y="128"/>
              </a:cxn>
              <a:cxn ang="0">
                <a:pos x="232" y="123"/>
              </a:cxn>
              <a:cxn ang="0">
                <a:pos x="262" y="100"/>
              </a:cxn>
              <a:cxn ang="0">
                <a:pos x="236" y="94"/>
              </a:cxn>
            </a:cxnLst>
            <a:rect l="0" t="0" r="r" b="b"/>
            <a:pathLst>
              <a:path w="955" h="447">
                <a:moveTo>
                  <a:pt x="223" y="78"/>
                </a:moveTo>
                <a:lnTo>
                  <a:pt x="240" y="76"/>
                </a:lnTo>
                <a:lnTo>
                  <a:pt x="253" y="53"/>
                </a:lnTo>
                <a:lnTo>
                  <a:pt x="310" y="31"/>
                </a:lnTo>
                <a:lnTo>
                  <a:pt x="333" y="0"/>
                </a:lnTo>
                <a:lnTo>
                  <a:pt x="486" y="4"/>
                </a:lnTo>
                <a:lnTo>
                  <a:pt x="486" y="36"/>
                </a:lnTo>
                <a:lnTo>
                  <a:pt x="563" y="36"/>
                </a:lnTo>
                <a:lnTo>
                  <a:pt x="587" y="80"/>
                </a:lnTo>
                <a:lnTo>
                  <a:pt x="698" y="85"/>
                </a:lnTo>
                <a:lnTo>
                  <a:pt x="768" y="94"/>
                </a:lnTo>
                <a:lnTo>
                  <a:pt x="815" y="73"/>
                </a:lnTo>
                <a:lnTo>
                  <a:pt x="847" y="102"/>
                </a:lnTo>
                <a:lnTo>
                  <a:pt x="955" y="223"/>
                </a:lnTo>
                <a:lnTo>
                  <a:pt x="914" y="275"/>
                </a:lnTo>
                <a:lnTo>
                  <a:pt x="923" y="326"/>
                </a:lnTo>
                <a:lnTo>
                  <a:pt x="951" y="366"/>
                </a:lnTo>
                <a:lnTo>
                  <a:pt x="924" y="437"/>
                </a:lnTo>
                <a:lnTo>
                  <a:pt x="863" y="437"/>
                </a:lnTo>
                <a:lnTo>
                  <a:pt x="816" y="423"/>
                </a:lnTo>
                <a:lnTo>
                  <a:pt x="768" y="447"/>
                </a:lnTo>
                <a:lnTo>
                  <a:pt x="732" y="432"/>
                </a:lnTo>
                <a:lnTo>
                  <a:pt x="636" y="447"/>
                </a:lnTo>
                <a:lnTo>
                  <a:pt x="551" y="402"/>
                </a:lnTo>
                <a:lnTo>
                  <a:pt x="520" y="447"/>
                </a:lnTo>
                <a:lnTo>
                  <a:pt x="508" y="432"/>
                </a:lnTo>
                <a:lnTo>
                  <a:pt x="526" y="402"/>
                </a:lnTo>
                <a:lnTo>
                  <a:pt x="499" y="387"/>
                </a:lnTo>
                <a:lnTo>
                  <a:pt x="454" y="381"/>
                </a:lnTo>
                <a:lnTo>
                  <a:pt x="400" y="401"/>
                </a:lnTo>
                <a:lnTo>
                  <a:pt x="362" y="397"/>
                </a:lnTo>
                <a:lnTo>
                  <a:pt x="336" y="383"/>
                </a:lnTo>
                <a:lnTo>
                  <a:pt x="293" y="366"/>
                </a:lnTo>
                <a:lnTo>
                  <a:pt x="272" y="366"/>
                </a:lnTo>
                <a:lnTo>
                  <a:pt x="263" y="354"/>
                </a:lnTo>
                <a:lnTo>
                  <a:pt x="240" y="354"/>
                </a:lnTo>
                <a:lnTo>
                  <a:pt x="240" y="368"/>
                </a:lnTo>
                <a:lnTo>
                  <a:pt x="231" y="381"/>
                </a:lnTo>
                <a:lnTo>
                  <a:pt x="216" y="381"/>
                </a:lnTo>
                <a:lnTo>
                  <a:pt x="195" y="389"/>
                </a:lnTo>
                <a:lnTo>
                  <a:pt x="172" y="387"/>
                </a:lnTo>
                <a:lnTo>
                  <a:pt x="156" y="363"/>
                </a:lnTo>
                <a:lnTo>
                  <a:pt x="121" y="360"/>
                </a:lnTo>
                <a:lnTo>
                  <a:pt x="109" y="374"/>
                </a:lnTo>
                <a:lnTo>
                  <a:pt x="91" y="360"/>
                </a:lnTo>
                <a:lnTo>
                  <a:pt x="111" y="352"/>
                </a:lnTo>
                <a:lnTo>
                  <a:pt x="109" y="336"/>
                </a:lnTo>
                <a:lnTo>
                  <a:pt x="79" y="334"/>
                </a:lnTo>
                <a:lnTo>
                  <a:pt x="48" y="303"/>
                </a:lnTo>
                <a:lnTo>
                  <a:pt x="63" y="287"/>
                </a:lnTo>
                <a:lnTo>
                  <a:pt x="46" y="284"/>
                </a:lnTo>
                <a:lnTo>
                  <a:pt x="24" y="271"/>
                </a:lnTo>
                <a:lnTo>
                  <a:pt x="14" y="279"/>
                </a:lnTo>
                <a:lnTo>
                  <a:pt x="0" y="271"/>
                </a:lnTo>
                <a:lnTo>
                  <a:pt x="0" y="247"/>
                </a:lnTo>
                <a:lnTo>
                  <a:pt x="24" y="247"/>
                </a:lnTo>
                <a:lnTo>
                  <a:pt x="28" y="219"/>
                </a:lnTo>
                <a:lnTo>
                  <a:pt x="41" y="207"/>
                </a:lnTo>
                <a:lnTo>
                  <a:pt x="26" y="207"/>
                </a:lnTo>
                <a:lnTo>
                  <a:pt x="7" y="179"/>
                </a:lnTo>
                <a:lnTo>
                  <a:pt x="11" y="152"/>
                </a:lnTo>
                <a:lnTo>
                  <a:pt x="52" y="132"/>
                </a:lnTo>
                <a:lnTo>
                  <a:pt x="125" y="125"/>
                </a:lnTo>
                <a:lnTo>
                  <a:pt x="173" y="131"/>
                </a:lnTo>
                <a:lnTo>
                  <a:pt x="212" y="129"/>
                </a:lnTo>
                <a:lnTo>
                  <a:pt x="226" y="128"/>
                </a:lnTo>
                <a:lnTo>
                  <a:pt x="257" y="128"/>
                </a:lnTo>
                <a:lnTo>
                  <a:pt x="232" y="123"/>
                </a:lnTo>
                <a:lnTo>
                  <a:pt x="240" y="111"/>
                </a:lnTo>
                <a:lnTo>
                  <a:pt x="262" y="100"/>
                </a:lnTo>
                <a:lnTo>
                  <a:pt x="269" y="87"/>
                </a:lnTo>
                <a:lnTo>
                  <a:pt x="236" y="94"/>
                </a:lnTo>
                <a:lnTo>
                  <a:pt x="223" y="78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84" name="Freeform 117"/>
          <p:cNvSpPr>
            <a:spLocks/>
          </p:cNvSpPr>
          <p:nvPr/>
        </p:nvSpPr>
        <p:spPr bwMode="auto">
          <a:xfrm>
            <a:off x="5286437" y="2406067"/>
            <a:ext cx="50800" cy="57137"/>
          </a:xfrm>
          <a:custGeom>
            <a:avLst/>
            <a:gdLst/>
            <a:ahLst/>
            <a:cxnLst>
              <a:cxn ang="0">
                <a:pos x="125" y="67"/>
              </a:cxn>
              <a:cxn ang="0">
                <a:pos x="71" y="0"/>
              </a:cxn>
              <a:cxn ang="0">
                <a:pos x="25" y="24"/>
              </a:cxn>
              <a:cxn ang="0">
                <a:pos x="0" y="81"/>
              </a:cxn>
              <a:cxn ang="0">
                <a:pos x="0" y="133"/>
              </a:cxn>
              <a:cxn ang="0">
                <a:pos x="44" y="133"/>
              </a:cxn>
              <a:cxn ang="0">
                <a:pos x="57" y="92"/>
              </a:cxn>
              <a:cxn ang="0">
                <a:pos x="125" y="67"/>
              </a:cxn>
            </a:cxnLst>
            <a:rect l="0" t="0" r="r" b="b"/>
            <a:pathLst>
              <a:path w="125" h="133">
                <a:moveTo>
                  <a:pt x="125" y="67"/>
                </a:moveTo>
                <a:lnTo>
                  <a:pt x="71" y="0"/>
                </a:lnTo>
                <a:lnTo>
                  <a:pt x="25" y="24"/>
                </a:lnTo>
                <a:lnTo>
                  <a:pt x="0" y="81"/>
                </a:lnTo>
                <a:lnTo>
                  <a:pt x="0" y="133"/>
                </a:lnTo>
                <a:lnTo>
                  <a:pt x="44" y="133"/>
                </a:lnTo>
                <a:lnTo>
                  <a:pt x="57" y="92"/>
                </a:lnTo>
                <a:lnTo>
                  <a:pt x="125" y="67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85" name="Freeform 118"/>
          <p:cNvSpPr>
            <a:spLocks/>
          </p:cNvSpPr>
          <p:nvPr/>
        </p:nvSpPr>
        <p:spPr bwMode="auto">
          <a:xfrm>
            <a:off x="5370576" y="1861680"/>
            <a:ext cx="401637" cy="506296"/>
          </a:xfrm>
          <a:custGeom>
            <a:avLst/>
            <a:gdLst/>
            <a:ahLst/>
            <a:cxnLst>
              <a:cxn ang="0">
                <a:pos x="984" y="15"/>
              </a:cxn>
              <a:cxn ang="0">
                <a:pos x="924" y="107"/>
              </a:cxn>
              <a:cxn ang="0">
                <a:pos x="716" y="253"/>
              </a:cxn>
              <a:cxn ang="0">
                <a:pos x="666" y="243"/>
              </a:cxn>
              <a:cxn ang="0">
                <a:pos x="485" y="422"/>
              </a:cxn>
              <a:cxn ang="0">
                <a:pos x="403" y="475"/>
              </a:cxn>
              <a:cxn ang="0">
                <a:pos x="403" y="564"/>
              </a:cxn>
              <a:cxn ang="0">
                <a:pos x="336" y="574"/>
              </a:cxn>
              <a:cxn ang="0">
                <a:pos x="305" y="682"/>
              </a:cxn>
              <a:cxn ang="0">
                <a:pos x="269" y="770"/>
              </a:cxn>
              <a:cxn ang="0">
                <a:pos x="187" y="816"/>
              </a:cxn>
              <a:cxn ang="0">
                <a:pos x="211" y="873"/>
              </a:cxn>
              <a:cxn ang="0">
                <a:pos x="205" y="971"/>
              </a:cxn>
              <a:cxn ang="0">
                <a:pos x="223" y="1054"/>
              </a:cxn>
              <a:cxn ang="0">
                <a:pos x="223" y="1086"/>
              </a:cxn>
              <a:cxn ang="0">
                <a:pos x="266" y="1105"/>
              </a:cxn>
              <a:cxn ang="0">
                <a:pos x="282" y="1131"/>
              </a:cxn>
              <a:cxn ang="0">
                <a:pos x="282" y="1163"/>
              </a:cxn>
              <a:cxn ang="0">
                <a:pos x="260" y="1152"/>
              </a:cxn>
              <a:cxn ang="0">
                <a:pos x="260" y="1169"/>
              </a:cxn>
              <a:cxn ang="0">
                <a:pos x="200" y="1169"/>
              </a:cxn>
              <a:cxn ang="0">
                <a:pos x="137" y="1105"/>
              </a:cxn>
              <a:cxn ang="0">
                <a:pos x="63" y="1105"/>
              </a:cxn>
              <a:cxn ang="0">
                <a:pos x="63" y="1053"/>
              </a:cxn>
              <a:cxn ang="0">
                <a:pos x="42" y="1033"/>
              </a:cxn>
              <a:cxn ang="0">
                <a:pos x="42" y="1001"/>
              </a:cxn>
              <a:cxn ang="0">
                <a:pos x="0" y="1011"/>
              </a:cxn>
              <a:cxn ang="0">
                <a:pos x="0" y="943"/>
              </a:cxn>
              <a:cxn ang="0">
                <a:pos x="14" y="936"/>
              </a:cxn>
              <a:cxn ang="0">
                <a:pos x="14" y="901"/>
              </a:cxn>
              <a:cxn ang="0">
                <a:pos x="44" y="858"/>
              </a:cxn>
              <a:cxn ang="0">
                <a:pos x="34" y="839"/>
              </a:cxn>
              <a:cxn ang="0">
                <a:pos x="34" y="811"/>
              </a:cxn>
              <a:cxn ang="0">
                <a:pos x="68" y="786"/>
              </a:cxn>
              <a:cxn ang="0">
                <a:pos x="86" y="756"/>
              </a:cxn>
              <a:cxn ang="0">
                <a:pos x="122" y="702"/>
              </a:cxn>
              <a:cxn ang="0">
                <a:pos x="102" y="682"/>
              </a:cxn>
              <a:cxn ang="0">
                <a:pos x="115" y="574"/>
              </a:cxn>
              <a:cxn ang="0">
                <a:pos x="244" y="450"/>
              </a:cxn>
              <a:cxn ang="0">
                <a:pos x="244" y="400"/>
              </a:cxn>
              <a:cxn ang="0">
                <a:pos x="319" y="288"/>
              </a:cxn>
              <a:cxn ang="0">
                <a:pos x="384" y="272"/>
              </a:cxn>
              <a:cxn ang="0">
                <a:pos x="473" y="162"/>
              </a:cxn>
              <a:cxn ang="0">
                <a:pos x="539" y="165"/>
              </a:cxn>
              <a:cxn ang="0">
                <a:pos x="554" y="133"/>
              </a:cxn>
              <a:cxn ang="0">
                <a:pos x="650" y="148"/>
              </a:cxn>
              <a:cxn ang="0">
                <a:pos x="707" y="101"/>
              </a:cxn>
              <a:cxn ang="0">
                <a:pos x="753" y="101"/>
              </a:cxn>
              <a:cxn ang="0">
                <a:pos x="771" y="94"/>
              </a:cxn>
              <a:cxn ang="0">
                <a:pos x="771" y="37"/>
              </a:cxn>
              <a:cxn ang="0">
                <a:pos x="786" y="7"/>
              </a:cxn>
              <a:cxn ang="0">
                <a:pos x="947" y="0"/>
              </a:cxn>
              <a:cxn ang="0">
                <a:pos x="984" y="15"/>
              </a:cxn>
            </a:cxnLst>
            <a:rect l="0" t="0" r="r" b="b"/>
            <a:pathLst>
              <a:path w="984" h="1169">
                <a:moveTo>
                  <a:pt x="984" y="15"/>
                </a:moveTo>
                <a:lnTo>
                  <a:pt x="924" y="107"/>
                </a:lnTo>
                <a:lnTo>
                  <a:pt x="716" y="253"/>
                </a:lnTo>
                <a:lnTo>
                  <a:pt x="666" y="243"/>
                </a:lnTo>
                <a:lnTo>
                  <a:pt x="485" y="422"/>
                </a:lnTo>
                <a:lnTo>
                  <a:pt x="403" y="475"/>
                </a:lnTo>
                <a:lnTo>
                  <a:pt x="403" y="564"/>
                </a:lnTo>
                <a:lnTo>
                  <a:pt x="336" y="574"/>
                </a:lnTo>
                <a:lnTo>
                  <a:pt x="305" y="682"/>
                </a:lnTo>
                <a:lnTo>
                  <a:pt x="269" y="770"/>
                </a:lnTo>
                <a:lnTo>
                  <a:pt x="187" y="816"/>
                </a:lnTo>
                <a:lnTo>
                  <a:pt x="211" y="873"/>
                </a:lnTo>
                <a:lnTo>
                  <a:pt x="205" y="971"/>
                </a:lnTo>
                <a:lnTo>
                  <a:pt x="223" y="1054"/>
                </a:lnTo>
                <a:lnTo>
                  <a:pt x="223" y="1086"/>
                </a:lnTo>
                <a:lnTo>
                  <a:pt x="266" y="1105"/>
                </a:lnTo>
                <a:lnTo>
                  <a:pt x="282" y="1131"/>
                </a:lnTo>
                <a:lnTo>
                  <a:pt x="282" y="1163"/>
                </a:lnTo>
                <a:lnTo>
                  <a:pt x="260" y="1152"/>
                </a:lnTo>
                <a:lnTo>
                  <a:pt x="260" y="1169"/>
                </a:lnTo>
                <a:lnTo>
                  <a:pt x="200" y="1169"/>
                </a:lnTo>
                <a:lnTo>
                  <a:pt x="137" y="1105"/>
                </a:lnTo>
                <a:lnTo>
                  <a:pt x="63" y="1105"/>
                </a:lnTo>
                <a:lnTo>
                  <a:pt x="63" y="1053"/>
                </a:lnTo>
                <a:lnTo>
                  <a:pt x="42" y="1033"/>
                </a:lnTo>
                <a:lnTo>
                  <a:pt x="42" y="1001"/>
                </a:lnTo>
                <a:lnTo>
                  <a:pt x="0" y="1011"/>
                </a:lnTo>
                <a:lnTo>
                  <a:pt x="0" y="943"/>
                </a:lnTo>
                <a:lnTo>
                  <a:pt x="14" y="936"/>
                </a:lnTo>
                <a:lnTo>
                  <a:pt x="14" y="901"/>
                </a:lnTo>
                <a:lnTo>
                  <a:pt x="44" y="858"/>
                </a:lnTo>
                <a:lnTo>
                  <a:pt x="34" y="839"/>
                </a:lnTo>
                <a:lnTo>
                  <a:pt x="34" y="811"/>
                </a:lnTo>
                <a:lnTo>
                  <a:pt x="68" y="786"/>
                </a:lnTo>
                <a:lnTo>
                  <a:pt x="86" y="756"/>
                </a:lnTo>
                <a:lnTo>
                  <a:pt x="122" y="702"/>
                </a:lnTo>
                <a:lnTo>
                  <a:pt x="102" y="682"/>
                </a:lnTo>
                <a:lnTo>
                  <a:pt x="115" y="574"/>
                </a:lnTo>
                <a:lnTo>
                  <a:pt x="244" y="450"/>
                </a:lnTo>
                <a:lnTo>
                  <a:pt x="244" y="400"/>
                </a:lnTo>
                <a:lnTo>
                  <a:pt x="319" y="288"/>
                </a:lnTo>
                <a:lnTo>
                  <a:pt x="384" y="272"/>
                </a:lnTo>
                <a:lnTo>
                  <a:pt x="473" y="162"/>
                </a:lnTo>
                <a:lnTo>
                  <a:pt x="539" y="165"/>
                </a:lnTo>
                <a:lnTo>
                  <a:pt x="554" y="133"/>
                </a:lnTo>
                <a:lnTo>
                  <a:pt x="650" y="148"/>
                </a:lnTo>
                <a:lnTo>
                  <a:pt x="707" y="101"/>
                </a:lnTo>
                <a:lnTo>
                  <a:pt x="753" y="101"/>
                </a:lnTo>
                <a:lnTo>
                  <a:pt x="771" y="94"/>
                </a:lnTo>
                <a:lnTo>
                  <a:pt x="771" y="37"/>
                </a:lnTo>
                <a:lnTo>
                  <a:pt x="786" y="7"/>
                </a:lnTo>
                <a:lnTo>
                  <a:pt x="947" y="0"/>
                </a:lnTo>
                <a:lnTo>
                  <a:pt x="984" y="15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86" name="Freeform 119"/>
          <p:cNvSpPr>
            <a:spLocks/>
          </p:cNvSpPr>
          <p:nvPr/>
        </p:nvSpPr>
        <p:spPr bwMode="auto">
          <a:xfrm>
            <a:off x="5756337" y="2164823"/>
            <a:ext cx="39688" cy="30155"/>
          </a:xfrm>
          <a:custGeom>
            <a:avLst/>
            <a:gdLst/>
            <a:ahLst/>
            <a:cxnLst>
              <a:cxn ang="0">
                <a:pos x="0" y="21"/>
              </a:cxn>
              <a:cxn ang="0">
                <a:pos x="35" y="70"/>
              </a:cxn>
              <a:cxn ang="0">
                <a:pos x="97" y="60"/>
              </a:cxn>
              <a:cxn ang="0">
                <a:pos x="97" y="0"/>
              </a:cxn>
              <a:cxn ang="0">
                <a:pos x="0" y="21"/>
              </a:cxn>
            </a:cxnLst>
            <a:rect l="0" t="0" r="r" b="b"/>
            <a:pathLst>
              <a:path w="97" h="70">
                <a:moveTo>
                  <a:pt x="0" y="21"/>
                </a:moveTo>
                <a:lnTo>
                  <a:pt x="35" y="70"/>
                </a:lnTo>
                <a:lnTo>
                  <a:pt x="97" y="60"/>
                </a:lnTo>
                <a:lnTo>
                  <a:pt x="97" y="0"/>
                </a:lnTo>
                <a:lnTo>
                  <a:pt x="0" y="21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87" name="Freeform 120"/>
          <p:cNvSpPr>
            <a:spLocks/>
          </p:cNvSpPr>
          <p:nvPr/>
        </p:nvSpPr>
        <p:spPr bwMode="auto">
          <a:xfrm>
            <a:off x="5916676" y="2193391"/>
            <a:ext cx="22225" cy="30155"/>
          </a:xfrm>
          <a:custGeom>
            <a:avLst/>
            <a:gdLst/>
            <a:ahLst/>
            <a:cxnLst>
              <a:cxn ang="0">
                <a:pos x="55" y="26"/>
              </a:cxn>
              <a:cxn ang="0">
                <a:pos x="5" y="67"/>
              </a:cxn>
              <a:cxn ang="0">
                <a:pos x="0" y="38"/>
              </a:cxn>
              <a:cxn ang="0">
                <a:pos x="33" y="0"/>
              </a:cxn>
              <a:cxn ang="0">
                <a:pos x="42" y="9"/>
              </a:cxn>
              <a:cxn ang="0">
                <a:pos x="55" y="26"/>
              </a:cxn>
            </a:cxnLst>
            <a:rect l="0" t="0" r="r" b="b"/>
            <a:pathLst>
              <a:path w="55" h="67">
                <a:moveTo>
                  <a:pt x="55" y="26"/>
                </a:moveTo>
                <a:lnTo>
                  <a:pt x="5" y="67"/>
                </a:lnTo>
                <a:lnTo>
                  <a:pt x="0" y="38"/>
                </a:lnTo>
                <a:lnTo>
                  <a:pt x="33" y="0"/>
                </a:lnTo>
                <a:lnTo>
                  <a:pt x="42" y="9"/>
                </a:lnTo>
                <a:lnTo>
                  <a:pt x="55" y="26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88" name="Freeform 121"/>
          <p:cNvSpPr>
            <a:spLocks/>
          </p:cNvSpPr>
          <p:nvPr/>
        </p:nvSpPr>
        <p:spPr bwMode="auto">
          <a:xfrm>
            <a:off x="6188137" y="1783911"/>
            <a:ext cx="26988" cy="30155"/>
          </a:xfrm>
          <a:custGeom>
            <a:avLst/>
            <a:gdLst/>
            <a:ahLst/>
            <a:cxnLst>
              <a:cxn ang="0">
                <a:pos x="62" y="0"/>
              </a:cxn>
              <a:cxn ang="0">
                <a:pos x="62" y="33"/>
              </a:cxn>
              <a:cxn ang="0">
                <a:pos x="31" y="67"/>
              </a:cxn>
              <a:cxn ang="0">
                <a:pos x="14" y="64"/>
              </a:cxn>
              <a:cxn ang="0">
                <a:pos x="14" y="21"/>
              </a:cxn>
              <a:cxn ang="0">
                <a:pos x="0" y="0"/>
              </a:cxn>
              <a:cxn ang="0">
                <a:pos x="62" y="0"/>
              </a:cxn>
            </a:cxnLst>
            <a:rect l="0" t="0" r="r" b="b"/>
            <a:pathLst>
              <a:path w="62" h="67">
                <a:moveTo>
                  <a:pt x="62" y="0"/>
                </a:moveTo>
                <a:lnTo>
                  <a:pt x="62" y="33"/>
                </a:lnTo>
                <a:lnTo>
                  <a:pt x="31" y="67"/>
                </a:lnTo>
                <a:lnTo>
                  <a:pt x="14" y="64"/>
                </a:lnTo>
                <a:lnTo>
                  <a:pt x="14" y="21"/>
                </a:lnTo>
                <a:lnTo>
                  <a:pt x="0" y="0"/>
                </a:lnTo>
                <a:lnTo>
                  <a:pt x="62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89" name="Freeform 122"/>
          <p:cNvSpPr>
            <a:spLocks/>
          </p:cNvSpPr>
          <p:nvPr/>
        </p:nvSpPr>
        <p:spPr bwMode="auto">
          <a:xfrm>
            <a:off x="6194488" y="1698206"/>
            <a:ext cx="60325" cy="73008"/>
          </a:xfrm>
          <a:custGeom>
            <a:avLst/>
            <a:gdLst>
              <a:gd name="T0" fmla="*/ 2147483647 w 147"/>
              <a:gd name="T1" fmla="*/ 2147483647 h 167"/>
              <a:gd name="T2" fmla="*/ 2147483647 w 147"/>
              <a:gd name="T3" fmla="*/ 0 h 167"/>
              <a:gd name="T4" fmla="*/ 0 w 147"/>
              <a:gd name="T5" fmla="*/ 2147483647 h 167"/>
              <a:gd name="T6" fmla="*/ 2147483647 w 147"/>
              <a:gd name="T7" fmla="*/ 2147483647 h 167"/>
              <a:gd name="T8" fmla="*/ 2147483647 w 147"/>
              <a:gd name="T9" fmla="*/ 2147483647 h 167"/>
              <a:gd name="T10" fmla="*/ 2147483647 w 147"/>
              <a:gd name="T11" fmla="*/ 2147483647 h 167"/>
              <a:gd name="T12" fmla="*/ 2147483647 w 147"/>
              <a:gd name="T13" fmla="*/ 2147483647 h 167"/>
              <a:gd name="T14" fmla="*/ 2147483647 w 147"/>
              <a:gd name="T15" fmla="*/ 2147483647 h 167"/>
              <a:gd name="T16" fmla="*/ 2147483647 w 147"/>
              <a:gd name="T17" fmla="*/ 2147483647 h 167"/>
              <a:gd name="T18" fmla="*/ 2147483647 w 147"/>
              <a:gd name="T19" fmla="*/ 2147483647 h 167"/>
              <a:gd name="T20" fmla="*/ 2147483647 w 147"/>
              <a:gd name="T21" fmla="*/ 2147483647 h 167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47"/>
              <a:gd name="T34" fmla="*/ 0 h 167"/>
              <a:gd name="T35" fmla="*/ 147 w 147"/>
              <a:gd name="T36" fmla="*/ 167 h 167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47" h="167">
                <a:moveTo>
                  <a:pt x="101" y="53"/>
                </a:moveTo>
                <a:lnTo>
                  <a:pt x="60" y="0"/>
                </a:lnTo>
                <a:lnTo>
                  <a:pt x="0" y="84"/>
                </a:lnTo>
                <a:lnTo>
                  <a:pt x="15" y="118"/>
                </a:lnTo>
                <a:lnTo>
                  <a:pt x="18" y="149"/>
                </a:lnTo>
                <a:lnTo>
                  <a:pt x="53" y="167"/>
                </a:lnTo>
                <a:lnTo>
                  <a:pt x="91" y="146"/>
                </a:lnTo>
                <a:lnTo>
                  <a:pt x="129" y="146"/>
                </a:lnTo>
                <a:lnTo>
                  <a:pt x="129" y="118"/>
                </a:lnTo>
                <a:lnTo>
                  <a:pt x="147" y="53"/>
                </a:lnTo>
                <a:lnTo>
                  <a:pt x="101" y="53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90" name="Freeform 123"/>
          <p:cNvSpPr>
            <a:spLocks/>
          </p:cNvSpPr>
          <p:nvPr/>
        </p:nvSpPr>
        <p:spPr bwMode="auto">
          <a:xfrm>
            <a:off x="6234175" y="1758517"/>
            <a:ext cx="101600" cy="87292"/>
          </a:xfrm>
          <a:custGeom>
            <a:avLst/>
            <a:gdLst>
              <a:gd name="T0" fmla="*/ 2147483647 w 245"/>
              <a:gd name="T1" fmla="*/ 2147483647 h 202"/>
              <a:gd name="T2" fmla="*/ 2147483647 w 245"/>
              <a:gd name="T3" fmla="*/ 2147483647 h 202"/>
              <a:gd name="T4" fmla="*/ 2147483647 w 245"/>
              <a:gd name="T5" fmla="*/ 2147483647 h 202"/>
              <a:gd name="T6" fmla="*/ 0 w 245"/>
              <a:gd name="T7" fmla="*/ 2147483647 h 202"/>
              <a:gd name="T8" fmla="*/ 2147483647 w 245"/>
              <a:gd name="T9" fmla="*/ 2147483647 h 202"/>
              <a:gd name="T10" fmla="*/ 2147483647 w 245"/>
              <a:gd name="T11" fmla="*/ 2147483647 h 202"/>
              <a:gd name="T12" fmla="*/ 2147483647 w 245"/>
              <a:gd name="T13" fmla="*/ 0 h 202"/>
              <a:gd name="T14" fmla="*/ 2147483647 w 245"/>
              <a:gd name="T15" fmla="*/ 2147483647 h 202"/>
              <a:gd name="T16" fmla="*/ 2147483647 w 245"/>
              <a:gd name="T17" fmla="*/ 2147483647 h 202"/>
              <a:gd name="T18" fmla="*/ 2147483647 w 245"/>
              <a:gd name="T19" fmla="*/ 2147483647 h 202"/>
              <a:gd name="T20" fmla="*/ 2147483647 w 245"/>
              <a:gd name="T21" fmla="*/ 2147483647 h 202"/>
              <a:gd name="T22" fmla="*/ 2147483647 w 245"/>
              <a:gd name="T23" fmla="*/ 2147483647 h 202"/>
              <a:gd name="T24" fmla="*/ 2147483647 w 245"/>
              <a:gd name="T25" fmla="*/ 2147483647 h 20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5"/>
              <a:gd name="T40" fmla="*/ 0 h 202"/>
              <a:gd name="T41" fmla="*/ 245 w 245"/>
              <a:gd name="T42" fmla="*/ 202 h 202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5" h="202">
                <a:moveTo>
                  <a:pt x="208" y="202"/>
                </a:moveTo>
                <a:lnTo>
                  <a:pt x="85" y="164"/>
                </a:lnTo>
                <a:lnTo>
                  <a:pt x="48" y="105"/>
                </a:lnTo>
                <a:lnTo>
                  <a:pt x="0" y="105"/>
                </a:lnTo>
                <a:lnTo>
                  <a:pt x="34" y="75"/>
                </a:lnTo>
                <a:lnTo>
                  <a:pt x="16" y="29"/>
                </a:lnTo>
                <a:lnTo>
                  <a:pt x="101" y="0"/>
                </a:lnTo>
                <a:lnTo>
                  <a:pt x="121" y="52"/>
                </a:lnTo>
                <a:lnTo>
                  <a:pt x="136" y="4"/>
                </a:lnTo>
                <a:lnTo>
                  <a:pt x="175" y="28"/>
                </a:lnTo>
                <a:lnTo>
                  <a:pt x="201" y="137"/>
                </a:lnTo>
                <a:lnTo>
                  <a:pt x="245" y="180"/>
                </a:lnTo>
                <a:lnTo>
                  <a:pt x="208" y="202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91" name="Freeform 124"/>
          <p:cNvSpPr>
            <a:spLocks/>
          </p:cNvSpPr>
          <p:nvPr/>
        </p:nvSpPr>
        <p:spPr bwMode="auto">
          <a:xfrm>
            <a:off x="6353237" y="1783911"/>
            <a:ext cx="76200" cy="104751"/>
          </a:xfrm>
          <a:custGeom>
            <a:avLst/>
            <a:gdLst/>
            <a:ahLst/>
            <a:cxnLst>
              <a:cxn ang="0">
                <a:pos x="21" y="238"/>
              </a:cxn>
              <a:cxn ang="0">
                <a:pos x="84" y="214"/>
              </a:cxn>
              <a:cxn ang="0">
                <a:pos x="77" y="182"/>
              </a:cxn>
              <a:cxn ang="0">
                <a:pos x="186" y="141"/>
              </a:cxn>
              <a:cxn ang="0">
                <a:pos x="178" y="89"/>
              </a:cxn>
              <a:cxn ang="0">
                <a:pos x="157" y="89"/>
              </a:cxn>
              <a:cxn ang="0">
                <a:pos x="110" y="56"/>
              </a:cxn>
              <a:cxn ang="0">
                <a:pos x="120" y="27"/>
              </a:cxn>
              <a:cxn ang="0">
                <a:pos x="93" y="8"/>
              </a:cxn>
              <a:cxn ang="0">
                <a:pos x="80" y="48"/>
              </a:cxn>
              <a:cxn ang="0">
                <a:pos x="63" y="48"/>
              </a:cxn>
              <a:cxn ang="0">
                <a:pos x="63" y="0"/>
              </a:cxn>
              <a:cxn ang="0">
                <a:pos x="36" y="0"/>
              </a:cxn>
              <a:cxn ang="0">
                <a:pos x="0" y="149"/>
              </a:cxn>
              <a:cxn ang="0">
                <a:pos x="21" y="238"/>
              </a:cxn>
            </a:cxnLst>
            <a:rect l="0" t="0" r="r" b="b"/>
            <a:pathLst>
              <a:path w="186" h="238">
                <a:moveTo>
                  <a:pt x="21" y="238"/>
                </a:moveTo>
                <a:lnTo>
                  <a:pt x="84" y="214"/>
                </a:lnTo>
                <a:lnTo>
                  <a:pt x="77" y="182"/>
                </a:lnTo>
                <a:lnTo>
                  <a:pt x="186" y="141"/>
                </a:lnTo>
                <a:lnTo>
                  <a:pt x="178" y="89"/>
                </a:lnTo>
                <a:lnTo>
                  <a:pt x="157" y="89"/>
                </a:lnTo>
                <a:lnTo>
                  <a:pt x="110" y="56"/>
                </a:lnTo>
                <a:lnTo>
                  <a:pt x="120" y="27"/>
                </a:lnTo>
                <a:lnTo>
                  <a:pt x="93" y="8"/>
                </a:lnTo>
                <a:lnTo>
                  <a:pt x="80" y="48"/>
                </a:lnTo>
                <a:lnTo>
                  <a:pt x="63" y="48"/>
                </a:lnTo>
                <a:lnTo>
                  <a:pt x="63" y="0"/>
                </a:lnTo>
                <a:lnTo>
                  <a:pt x="36" y="0"/>
                </a:lnTo>
                <a:lnTo>
                  <a:pt x="0" y="149"/>
                </a:lnTo>
                <a:lnTo>
                  <a:pt x="21" y="238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92" name="Freeform 125"/>
          <p:cNvSpPr>
            <a:spLocks/>
          </p:cNvSpPr>
          <p:nvPr/>
        </p:nvSpPr>
        <p:spPr bwMode="auto">
          <a:xfrm>
            <a:off x="6648513" y="2129906"/>
            <a:ext cx="34925" cy="31743"/>
          </a:xfrm>
          <a:custGeom>
            <a:avLst/>
            <a:gdLst/>
            <a:ahLst/>
            <a:cxnLst>
              <a:cxn ang="0">
                <a:pos x="10" y="12"/>
              </a:cxn>
              <a:cxn ang="0">
                <a:pos x="0" y="73"/>
              </a:cxn>
              <a:cxn ang="0">
                <a:pos x="44" y="73"/>
              </a:cxn>
              <a:cxn ang="0">
                <a:pos x="87" y="41"/>
              </a:cxn>
              <a:cxn ang="0">
                <a:pos x="87" y="25"/>
              </a:cxn>
              <a:cxn ang="0">
                <a:pos x="29" y="0"/>
              </a:cxn>
              <a:cxn ang="0">
                <a:pos x="10" y="12"/>
              </a:cxn>
            </a:cxnLst>
            <a:rect l="0" t="0" r="r" b="b"/>
            <a:pathLst>
              <a:path w="87" h="73">
                <a:moveTo>
                  <a:pt x="10" y="12"/>
                </a:moveTo>
                <a:lnTo>
                  <a:pt x="0" y="73"/>
                </a:lnTo>
                <a:lnTo>
                  <a:pt x="44" y="73"/>
                </a:lnTo>
                <a:lnTo>
                  <a:pt x="87" y="41"/>
                </a:lnTo>
                <a:lnTo>
                  <a:pt x="87" y="25"/>
                </a:lnTo>
                <a:lnTo>
                  <a:pt x="29" y="0"/>
                </a:lnTo>
                <a:lnTo>
                  <a:pt x="10" y="12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93" name="Freeform 126"/>
          <p:cNvSpPr>
            <a:spLocks/>
          </p:cNvSpPr>
          <p:nvPr/>
        </p:nvSpPr>
        <p:spPr bwMode="auto">
          <a:xfrm>
            <a:off x="7150162" y="2052136"/>
            <a:ext cx="12700" cy="53963"/>
          </a:xfrm>
          <a:custGeom>
            <a:avLst/>
            <a:gdLst/>
            <a:ahLst/>
            <a:cxnLst>
              <a:cxn ang="0">
                <a:pos x="32" y="10"/>
              </a:cxn>
              <a:cxn ang="0">
                <a:pos x="32" y="124"/>
              </a:cxn>
              <a:cxn ang="0">
                <a:pos x="0" y="61"/>
              </a:cxn>
              <a:cxn ang="0">
                <a:pos x="0" y="0"/>
              </a:cxn>
              <a:cxn ang="0">
                <a:pos x="32" y="10"/>
              </a:cxn>
            </a:cxnLst>
            <a:rect l="0" t="0" r="r" b="b"/>
            <a:pathLst>
              <a:path w="32" h="124">
                <a:moveTo>
                  <a:pt x="32" y="10"/>
                </a:moveTo>
                <a:lnTo>
                  <a:pt x="32" y="124"/>
                </a:lnTo>
                <a:lnTo>
                  <a:pt x="0" y="61"/>
                </a:lnTo>
                <a:lnTo>
                  <a:pt x="0" y="0"/>
                </a:lnTo>
                <a:lnTo>
                  <a:pt x="32" y="1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94" name="Freeform 127"/>
          <p:cNvSpPr>
            <a:spLocks/>
          </p:cNvSpPr>
          <p:nvPr/>
        </p:nvSpPr>
        <p:spPr bwMode="auto">
          <a:xfrm>
            <a:off x="7177150" y="2018806"/>
            <a:ext cx="184150" cy="139668"/>
          </a:xfrm>
          <a:custGeom>
            <a:avLst/>
            <a:gdLst/>
            <a:ahLst/>
            <a:cxnLst>
              <a:cxn ang="0">
                <a:pos x="295" y="302"/>
              </a:cxn>
              <a:cxn ang="0">
                <a:pos x="433" y="234"/>
              </a:cxn>
              <a:cxn ang="0">
                <a:pos x="454" y="165"/>
              </a:cxn>
              <a:cxn ang="0">
                <a:pos x="433" y="107"/>
              </a:cxn>
              <a:cxn ang="0">
                <a:pos x="369" y="57"/>
              </a:cxn>
              <a:cxn ang="0">
                <a:pos x="316" y="77"/>
              </a:cxn>
              <a:cxn ang="0">
                <a:pos x="274" y="23"/>
              </a:cxn>
              <a:cxn ang="0">
                <a:pos x="223" y="57"/>
              </a:cxn>
              <a:cxn ang="0">
                <a:pos x="223" y="142"/>
              </a:cxn>
              <a:cxn ang="0">
                <a:pos x="181" y="102"/>
              </a:cxn>
              <a:cxn ang="0">
                <a:pos x="181" y="40"/>
              </a:cxn>
              <a:cxn ang="0">
                <a:pos x="157" y="40"/>
              </a:cxn>
              <a:cxn ang="0">
                <a:pos x="126" y="0"/>
              </a:cxn>
              <a:cxn ang="0">
                <a:pos x="36" y="30"/>
              </a:cxn>
              <a:cxn ang="0">
                <a:pos x="32" y="165"/>
              </a:cxn>
              <a:cxn ang="0">
                <a:pos x="0" y="165"/>
              </a:cxn>
              <a:cxn ang="0">
                <a:pos x="36" y="265"/>
              </a:cxn>
              <a:cxn ang="0">
                <a:pos x="100" y="324"/>
              </a:cxn>
              <a:cxn ang="0">
                <a:pos x="126" y="265"/>
              </a:cxn>
              <a:cxn ang="0">
                <a:pos x="174" y="309"/>
              </a:cxn>
              <a:cxn ang="0">
                <a:pos x="254" y="265"/>
              </a:cxn>
              <a:cxn ang="0">
                <a:pos x="295" y="302"/>
              </a:cxn>
            </a:cxnLst>
            <a:rect l="0" t="0" r="r" b="b"/>
            <a:pathLst>
              <a:path w="454" h="324">
                <a:moveTo>
                  <a:pt x="295" y="302"/>
                </a:moveTo>
                <a:lnTo>
                  <a:pt x="433" y="234"/>
                </a:lnTo>
                <a:lnTo>
                  <a:pt x="454" y="165"/>
                </a:lnTo>
                <a:lnTo>
                  <a:pt x="433" y="107"/>
                </a:lnTo>
                <a:lnTo>
                  <a:pt x="369" y="57"/>
                </a:lnTo>
                <a:lnTo>
                  <a:pt x="316" y="77"/>
                </a:lnTo>
                <a:lnTo>
                  <a:pt x="274" y="23"/>
                </a:lnTo>
                <a:lnTo>
                  <a:pt x="223" y="57"/>
                </a:lnTo>
                <a:lnTo>
                  <a:pt x="223" y="142"/>
                </a:lnTo>
                <a:lnTo>
                  <a:pt x="181" y="102"/>
                </a:lnTo>
                <a:lnTo>
                  <a:pt x="181" y="40"/>
                </a:lnTo>
                <a:lnTo>
                  <a:pt x="157" y="40"/>
                </a:lnTo>
                <a:lnTo>
                  <a:pt x="126" y="0"/>
                </a:lnTo>
                <a:lnTo>
                  <a:pt x="36" y="30"/>
                </a:lnTo>
                <a:lnTo>
                  <a:pt x="32" y="165"/>
                </a:lnTo>
                <a:lnTo>
                  <a:pt x="0" y="165"/>
                </a:lnTo>
                <a:lnTo>
                  <a:pt x="36" y="265"/>
                </a:lnTo>
                <a:lnTo>
                  <a:pt x="100" y="324"/>
                </a:lnTo>
                <a:lnTo>
                  <a:pt x="126" y="265"/>
                </a:lnTo>
                <a:lnTo>
                  <a:pt x="174" y="309"/>
                </a:lnTo>
                <a:lnTo>
                  <a:pt x="254" y="265"/>
                </a:lnTo>
                <a:lnTo>
                  <a:pt x="295" y="302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95" name="Freeform 128"/>
          <p:cNvSpPr>
            <a:spLocks/>
          </p:cNvSpPr>
          <p:nvPr/>
        </p:nvSpPr>
        <p:spPr bwMode="auto">
          <a:xfrm>
            <a:off x="7250176" y="2180694"/>
            <a:ext cx="22225" cy="23806"/>
          </a:xfrm>
          <a:custGeom>
            <a:avLst/>
            <a:gdLst/>
            <a:ahLst/>
            <a:cxnLst>
              <a:cxn ang="0">
                <a:pos x="0" y="56"/>
              </a:cxn>
              <a:cxn ang="0">
                <a:pos x="56" y="41"/>
              </a:cxn>
              <a:cxn ang="0">
                <a:pos x="44" y="0"/>
              </a:cxn>
              <a:cxn ang="0">
                <a:pos x="0" y="0"/>
              </a:cxn>
              <a:cxn ang="0">
                <a:pos x="0" y="56"/>
              </a:cxn>
            </a:cxnLst>
            <a:rect l="0" t="0" r="r" b="b"/>
            <a:pathLst>
              <a:path w="56" h="56">
                <a:moveTo>
                  <a:pt x="0" y="56"/>
                </a:moveTo>
                <a:lnTo>
                  <a:pt x="56" y="41"/>
                </a:lnTo>
                <a:lnTo>
                  <a:pt x="44" y="0"/>
                </a:lnTo>
                <a:lnTo>
                  <a:pt x="0" y="0"/>
                </a:lnTo>
                <a:lnTo>
                  <a:pt x="0" y="56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96" name="Freeform 129"/>
          <p:cNvSpPr>
            <a:spLocks/>
          </p:cNvSpPr>
          <p:nvPr/>
        </p:nvSpPr>
        <p:spPr bwMode="auto">
          <a:xfrm>
            <a:off x="7235888" y="2218786"/>
            <a:ext cx="79375" cy="60311"/>
          </a:xfrm>
          <a:custGeom>
            <a:avLst/>
            <a:gdLst/>
            <a:ahLst/>
            <a:cxnLst>
              <a:cxn ang="0">
                <a:pos x="0" y="89"/>
              </a:cxn>
              <a:cxn ang="0">
                <a:pos x="35" y="71"/>
              </a:cxn>
              <a:cxn ang="0">
                <a:pos x="57" y="0"/>
              </a:cxn>
              <a:cxn ang="0">
                <a:pos x="144" y="7"/>
              </a:cxn>
              <a:cxn ang="0">
                <a:pos x="193" y="89"/>
              </a:cxn>
              <a:cxn ang="0">
                <a:pos x="193" y="121"/>
              </a:cxn>
              <a:cxn ang="0">
                <a:pos x="176" y="138"/>
              </a:cxn>
              <a:cxn ang="0">
                <a:pos x="0" y="89"/>
              </a:cxn>
            </a:cxnLst>
            <a:rect l="0" t="0" r="r" b="b"/>
            <a:pathLst>
              <a:path w="193" h="138">
                <a:moveTo>
                  <a:pt x="0" y="89"/>
                </a:moveTo>
                <a:lnTo>
                  <a:pt x="35" y="71"/>
                </a:lnTo>
                <a:lnTo>
                  <a:pt x="57" y="0"/>
                </a:lnTo>
                <a:lnTo>
                  <a:pt x="144" y="7"/>
                </a:lnTo>
                <a:lnTo>
                  <a:pt x="193" y="89"/>
                </a:lnTo>
                <a:lnTo>
                  <a:pt x="193" y="121"/>
                </a:lnTo>
                <a:lnTo>
                  <a:pt x="176" y="138"/>
                </a:lnTo>
                <a:lnTo>
                  <a:pt x="0" y="89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97" name="Freeform 130"/>
          <p:cNvSpPr>
            <a:spLocks/>
          </p:cNvSpPr>
          <p:nvPr/>
        </p:nvSpPr>
        <p:spPr bwMode="auto">
          <a:xfrm>
            <a:off x="7835963" y="2531450"/>
            <a:ext cx="23813" cy="34917"/>
          </a:xfrm>
          <a:custGeom>
            <a:avLst/>
            <a:gdLst/>
            <a:ahLst/>
            <a:cxnLst>
              <a:cxn ang="0">
                <a:pos x="59" y="80"/>
              </a:cxn>
              <a:cxn ang="0">
                <a:pos x="59" y="24"/>
              </a:cxn>
              <a:cxn ang="0">
                <a:pos x="0" y="0"/>
              </a:cxn>
              <a:cxn ang="0">
                <a:pos x="0" y="61"/>
              </a:cxn>
              <a:cxn ang="0">
                <a:pos x="59" y="80"/>
              </a:cxn>
            </a:cxnLst>
            <a:rect l="0" t="0" r="r" b="b"/>
            <a:pathLst>
              <a:path w="59" h="80">
                <a:moveTo>
                  <a:pt x="59" y="80"/>
                </a:moveTo>
                <a:lnTo>
                  <a:pt x="59" y="24"/>
                </a:lnTo>
                <a:lnTo>
                  <a:pt x="0" y="0"/>
                </a:lnTo>
                <a:lnTo>
                  <a:pt x="0" y="61"/>
                </a:lnTo>
                <a:lnTo>
                  <a:pt x="59" y="8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98" name="Freeform 131"/>
          <p:cNvSpPr>
            <a:spLocks/>
          </p:cNvSpPr>
          <p:nvPr/>
        </p:nvSpPr>
        <p:spPr bwMode="auto">
          <a:xfrm>
            <a:off x="8051862" y="2444158"/>
            <a:ext cx="77788" cy="49201"/>
          </a:xfrm>
          <a:custGeom>
            <a:avLst/>
            <a:gdLst/>
            <a:ahLst/>
            <a:cxnLst>
              <a:cxn ang="0">
                <a:pos x="121" y="0"/>
              </a:cxn>
              <a:cxn ang="0">
                <a:pos x="91" y="47"/>
              </a:cxn>
              <a:cxn ang="0">
                <a:pos x="33" y="47"/>
              </a:cxn>
              <a:cxn ang="0">
                <a:pos x="0" y="65"/>
              </a:cxn>
              <a:cxn ang="0">
                <a:pos x="0" y="119"/>
              </a:cxn>
              <a:cxn ang="0">
                <a:pos x="53" y="119"/>
              </a:cxn>
              <a:cxn ang="0">
                <a:pos x="156" y="111"/>
              </a:cxn>
              <a:cxn ang="0">
                <a:pos x="189" y="56"/>
              </a:cxn>
              <a:cxn ang="0">
                <a:pos x="189" y="40"/>
              </a:cxn>
              <a:cxn ang="0">
                <a:pos x="162" y="0"/>
              </a:cxn>
              <a:cxn ang="0">
                <a:pos x="121" y="0"/>
              </a:cxn>
            </a:cxnLst>
            <a:rect l="0" t="0" r="r" b="b"/>
            <a:pathLst>
              <a:path w="189" h="119">
                <a:moveTo>
                  <a:pt x="121" y="0"/>
                </a:moveTo>
                <a:lnTo>
                  <a:pt x="91" y="47"/>
                </a:lnTo>
                <a:lnTo>
                  <a:pt x="33" y="47"/>
                </a:lnTo>
                <a:lnTo>
                  <a:pt x="0" y="65"/>
                </a:lnTo>
                <a:lnTo>
                  <a:pt x="0" y="119"/>
                </a:lnTo>
                <a:lnTo>
                  <a:pt x="53" y="119"/>
                </a:lnTo>
                <a:lnTo>
                  <a:pt x="156" y="111"/>
                </a:lnTo>
                <a:lnTo>
                  <a:pt x="189" y="56"/>
                </a:lnTo>
                <a:lnTo>
                  <a:pt x="189" y="40"/>
                </a:lnTo>
                <a:lnTo>
                  <a:pt x="162" y="0"/>
                </a:lnTo>
                <a:lnTo>
                  <a:pt x="121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99" name="Freeform 132"/>
          <p:cNvSpPr>
            <a:spLocks/>
          </p:cNvSpPr>
          <p:nvPr/>
        </p:nvSpPr>
        <p:spPr bwMode="auto">
          <a:xfrm>
            <a:off x="7512112" y="3404373"/>
            <a:ext cx="20638" cy="26982"/>
          </a:xfrm>
          <a:custGeom>
            <a:avLst/>
            <a:gdLst/>
            <a:ahLst/>
            <a:cxnLst>
              <a:cxn ang="0">
                <a:pos x="43" y="0"/>
              </a:cxn>
              <a:cxn ang="0">
                <a:pos x="26" y="0"/>
              </a:cxn>
              <a:cxn ang="0">
                <a:pos x="0" y="28"/>
              </a:cxn>
              <a:cxn ang="0">
                <a:pos x="26" y="63"/>
              </a:cxn>
              <a:cxn ang="0">
                <a:pos x="51" y="25"/>
              </a:cxn>
              <a:cxn ang="0">
                <a:pos x="43" y="0"/>
              </a:cxn>
            </a:cxnLst>
            <a:rect l="0" t="0" r="r" b="b"/>
            <a:pathLst>
              <a:path w="51" h="63">
                <a:moveTo>
                  <a:pt x="43" y="0"/>
                </a:moveTo>
                <a:lnTo>
                  <a:pt x="26" y="0"/>
                </a:lnTo>
                <a:lnTo>
                  <a:pt x="0" y="28"/>
                </a:lnTo>
                <a:lnTo>
                  <a:pt x="26" y="63"/>
                </a:lnTo>
                <a:lnTo>
                  <a:pt x="51" y="25"/>
                </a:lnTo>
                <a:lnTo>
                  <a:pt x="43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00" name="Freeform 133"/>
          <p:cNvSpPr>
            <a:spLocks/>
          </p:cNvSpPr>
          <p:nvPr/>
        </p:nvSpPr>
        <p:spPr bwMode="auto">
          <a:xfrm>
            <a:off x="7218426" y="3252008"/>
            <a:ext cx="58737" cy="292032"/>
          </a:xfrm>
          <a:custGeom>
            <a:avLst/>
            <a:gdLst/>
            <a:ahLst/>
            <a:cxnLst>
              <a:cxn ang="0">
                <a:pos x="83" y="0"/>
              </a:cxn>
              <a:cxn ang="0">
                <a:pos x="67" y="113"/>
              </a:cxn>
              <a:cxn ang="0">
                <a:pos x="43" y="133"/>
              </a:cxn>
              <a:cxn ang="0">
                <a:pos x="19" y="257"/>
              </a:cxn>
              <a:cxn ang="0">
                <a:pos x="26" y="291"/>
              </a:cxn>
              <a:cxn ang="0">
                <a:pos x="8" y="418"/>
              </a:cxn>
              <a:cxn ang="0">
                <a:pos x="8" y="546"/>
              </a:cxn>
              <a:cxn ang="0">
                <a:pos x="0" y="605"/>
              </a:cxn>
              <a:cxn ang="0">
                <a:pos x="8" y="671"/>
              </a:cxn>
              <a:cxn ang="0">
                <a:pos x="38" y="629"/>
              </a:cxn>
              <a:cxn ang="0">
                <a:pos x="78" y="675"/>
              </a:cxn>
              <a:cxn ang="0">
                <a:pos x="70" y="569"/>
              </a:cxn>
              <a:cxn ang="0">
                <a:pos x="51" y="523"/>
              </a:cxn>
              <a:cxn ang="0">
                <a:pos x="51" y="460"/>
              </a:cxn>
              <a:cxn ang="0">
                <a:pos x="76" y="418"/>
              </a:cxn>
              <a:cxn ang="0">
                <a:pos x="109" y="426"/>
              </a:cxn>
              <a:cxn ang="0">
                <a:pos x="144" y="460"/>
              </a:cxn>
              <a:cxn ang="0">
                <a:pos x="135" y="351"/>
              </a:cxn>
              <a:cxn ang="0">
                <a:pos x="84" y="212"/>
              </a:cxn>
              <a:cxn ang="0">
                <a:pos x="84" y="185"/>
              </a:cxn>
              <a:cxn ang="0">
                <a:pos x="115" y="146"/>
              </a:cxn>
              <a:cxn ang="0">
                <a:pos x="99" y="102"/>
              </a:cxn>
              <a:cxn ang="0">
                <a:pos x="99" y="17"/>
              </a:cxn>
              <a:cxn ang="0">
                <a:pos x="83" y="0"/>
              </a:cxn>
            </a:cxnLst>
            <a:rect l="0" t="0" r="r" b="b"/>
            <a:pathLst>
              <a:path w="144" h="675">
                <a:moveTo>
                  <a:pt x="83" y="0"/>
                </a:moveTo>
                <a:lnTo>
                  <a:pt x="67" y="113"/>
                </a:lnTo>
                <a:lnTo>
                  <a:pt x="43" y="133"/>
                </a:lnTo>
                <a:lnTo>
                  <a:pt x="19" y="257"/>
                </a:lnTo>
                <a:lnTo>
                  <a:pt x="26" y="291"/>
                </a:lnTo>
                <a:lnTo>
                  <a:pt x="8" y="418"/>
                </a:lnTo>
                <a:lnTo>
                  <a:pt x="8" y="546"/>
                </a:lnTo>
                <a:lnTo>
                  <a:pt x="0" y="605"/>
                </a:lnTo>
                <a:lnTo>
                  <a:pt x="8" y="671"/>
                </a:lnTo>
                <a:lnTo>
                  <a:pt x="38" y="629"/>
                </a:lnTo>
                <a:lnTo>
                  <a:pt x="78" y="675"/>
                </a:lnTo>
                <a:lnTo>
                  <a:pt x="70" y="569"/>
                </a:lnTo>
                <a:lnTo>
                  <a:pt x="51" y="523"/>
                </a:lnTo>
                <a:lnTo>
                  <a:pt x="51" y="460"/>
                </a:lnTo>
                <a:lnTo>
                  <a:pt x="76" y="418"/>
                </a:lnTo>
                <a:lnTo>
                  <a:pt x="109" y="426"/>
                </a:lnTo>
                <a:lnTo>
                  <a:pt x="144" y="460"/>
                </a:lnTo>
                <a:lnTo>
                  <a:pt x="135" y="351"/>
                </a:lnTo>
                <a:lnTo>
                  <a:pt x="84" y="212"/>
                </a:lnTo>
                <a:lnTo>
                  <a:pt x="84" y="185"/>
                </a:lnTo>
                <a:lnTo>
                  <a:pt x="115" y="146"/>
                </a:lnTo>
                <a:lnTo>
                  <a:pt x="99" y="102"/>
                </a:lnTo>
                <a:lnTo>
                  <a:pt x="99" y="17"/>
                </a:lnTo>
                <a:lnTo>
                  <a:pt x="83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01" name="Freeform 134"/>
          <p:cNvSpPr>
            <a:spLocks/>
          </p:cNvSpPr>
          <p:nvPr/>
        </p:nvSpPr>
        <p:spPr bwMode="auto">
          <a:xfrm>
            <a:off x="7432738" y="3518646"/>
            <a:ext cx="15875" cy="14285"/>
          </a:xfrm>
          <a:custGeom>
            <a:avLst/>
            <a:gdLst/>
            <a:ahLst/>
            <a:cxnLst>
              <a:cxn ang="0">
                <a:pos x="0" y="23"/>
              </a:cxn>
              <a:cxn ang="0">
                <a:pos x="11" y="33"/>
              </a:cxn>
              <a:cxn ang="0">
                <a:pos x="39" y="5"/>
              </a:cxn>
              <a:cxn ang="0">
                <a:pos x="25" y="0"/>
              </a:cxn>
              <a:cxn ang="0">
                <a:pos x="0" y="23"/>
              </a:cxn>
            </a:cxnLst>
            <a:rect l="0" t="0" r="r" b="b"/>
            <a:pathLst>
              <a:path w="39" h="33">
                <a:moveTo>
                  <a:pt x="0" y="23"/>
                </a:moveTo>
                <a:lnTo>
                  <a:pt x="11" y="33"/>
                </a:lnTo>
                <a:lnTo>
                  <a:pt x="39" y="5"/>
                </a:lnTo>
                <a:lnTo>
                  <a:pt x="25" y="0"/>
                </a:lnTo>
                <a:lnTo>
                  <a:pt x="0" y="23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02" name="Freeform 135"/>
          <p:cNvSpPr>
            <a:spLocks/>
          </p:cNvSpPr>
          <p:nvPr/>
        </p:nvSpPr>
        <p:spPr bwMode="auto">
          <a:xfrm>
            <a:off x="7381938" y="3553564"/>
            <a:ext cx="22225" cy="17459"/>
          </a:xfrm>
          <a:custGeom>
            <a:avLst/>
            <a:gdLst/>
            <a:ahLst/>
            <a:cxnLst>
              <a:cxn ang="0">
                <a:pos x="0" y="20"/>
              </a:cxn>
              <a:cxn ang="0">
                <a:pos x="20" y="41"/>
              </a:cxn>
              <a:cxn ang="0">
                <a:pos x="53" y="4"/>
              </a:cxn>
              <a:cxn ang="0">
                <a:pos x="33" y="0"/>
              </a:cxn>
              <a:cxn ang="0">
                <a:pos x="0" y="20"/>
              </a:cxn>
            </a:cxnLst>
            <a:rect l="0" t="0" r="r" b="b"/>
            <a:pathLst>
              <a:path w="53" h="41">
                <a:moveTo>
                  <a:pt x="0" y="20"/>
                </a:moveTo>
                <a:lnTo>
                  <a:pt x="20" y="41"/>
                </a:lnTo>
                <a:lnTo>
                  <a:pt x="53" y="4"/>
                </a:lnTo>
                <a:lnTo>
                  <a:pt x="33" y="0"/>
                </a:lnTo>
                <a:lnTo>
                  <a:pt x="0" y="2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03" name="Freeform 136"/>
          <p:cNvSpPr>
            <a:spLocks/>
          </p:cNvSpPr>
          <p:nvPr/>
        </p:nvSpPr>
        <p:spPr bwMode="auto">
          <a:xfrm>
            <a:off x="7347013" y="3569434"/>
            <a:ext cx="22225" cy="26982"/>
          </a:xfrm>
          <a:custGeom>
            <a:avLst/>
            <a:gdLst/>
            <a:ahLst/>
            <a:cxnLst>
              <a:cxn ang="0">
                <a:pos x="3" y="62"/>
              </a:cxn>
              <a:cxn ang="0">
                <a:pos x="51" y="14"/>
              </a:cxn>
              <a:cxn ang="0">
                <a:pos x="38" y="0"/>
              </a:cxn>
              <a:cxn ang="0">
                <a:pos x="0" y="29"/>
              </a:cxn>
              <a:cxn ang="0">
                <a:pos x="3" y="62"/>
              </a:cxn>
            </a:cxnLst>
            <a:rect l="0" t="0" r="r" b="b"/>
            <a:pathLst>
              <a:path w="51" h="62">
                <a:moveTo>
                  <a:pt x="3" y="62"/>
                </a:moveTo>
                <a:lnTo>
                  <a:pt x="51" y="14"/>
                </a:lnTo>
                <a:lnTo>
                  <a:pt x="38" y="0"/>
                </a:lnTo>
                <a:lnTo>
                  <a:pt x="0" y="29"/>
                </a:lnTo>
                <a:lnTo>
                  <a:pt x="3" y="62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04" name="Freeform 137"/>
          <p:cNvSpPr>
            <a:spLocks/>
          </p:cNvSpPr>
          <p:nvPr/>
        </p:nvSpPr>
        <p:spPr bwMode="auto">
          <a:xfrm>
            <a:off x="7323201" y="3596416"/>
            <a:ext cx="14287" cy="11109"/>
          </a:xfrm>
          <a:custGeom>
            <a:avLst/>
            <a:gdLst/>
            <a:ahLst/>
            <a:cxnLst>
              <a:cxn ang="0">
                <a:pos x="15" y="0"/>
              </a:cxn>
              <a:cxn ang="0">
                <a:pos x="0" y="25"/>
              </a:cxn>
              <a:cxn ang="0">
                <a:pos x="33" y="25"/>
              </a:cxn>
              <a:cxn ang="0">
                <a:pos x="15" y="0"/>
              </a:cxn>
            </a:cxnLst>
            <a:rect l="0" t="0" r="r" b="b"/>
            <a:pathLst>
              <a:path w="33" h="25">
                <a:moveTo>
                  <a:pt x="15" y="0"/>
                </a:moveTo>
                <a:lnTo>
                  <a:pt x="0" y="25"/>
                </a:lnTo>
                <a:lnTo>
                  <a:pt x="33" y="25"/>
                </a:lnTo>
                <a:lnTo>
                  <a:pt x="15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05" name="Freeform 138"/>
          <p:cNvSpPr>
            <a:spLocks/>
          </p:cNvSpPr>
          <p:nvPr/>
        </p:nvSpPr>
        <p:spPr bwMode="auto">
          <a:xfrm>
            <a:off x="7181913" y="3569434"/>
            <a:ext cx="131763" cy="107925"/>
          </a:xfrm>
          <a:custGeom>
            <a:avLst/>
            <a:gdLst/>
            <a:ahLst/>
            <a:cxnLst>
              <a:cxn ang="0">
                <a:pos x="33" y="233"/>
              </a:cxn>
              <a:cxn ang="0">
                <a:pos x="84" y="222"/>
              </a:cxn>
              <a:cxn ang="0">
                <a:pos x="58" y="198"/>
              </a:cxn>
              <a:cxn ang="0">
                <a:pos x="84" y="185"/>
              </a:cxn>
              <a:cxn ang="0">
                <a:pos x="109" y="206"/>
              </a:cxn>
              <a:cxn ang="0">
                <a:pos x="124" y="233"/>
              </a:cxn>
              <a:cxn ang="0">
                <a:pos x="151" y="252"/>
              </a:cxn>
              <a:cxn ang="0">
                <a:pos x="189" y="233"/>
              </a:cxn>
              <a:cxn ang="0">
                <a:pos x="189" y="200"/>
              </a:cxn>
              <a:cxn ang="0">
                <a:pos x="260" y="173"/>
              </a:cxn>
              <a:cxn ang="0">
                <a:pos x="252" y="138"/>
              </a:cxn>
              <a:cxn ang="0">
                <a:pos x="258" y="105"/>
              </a:cxn>
              <a:cxn ang="0">
                <a:pos x="324" y="88"/>
              </a:cxn>
              <a:cxn ang="0">
                <a:pos x="324" y="71"/>
              </a:cxn>
              <a:cxn ang="0">
                <a:pos x="187" y="78"/>
              </a:cxn>
              <a:cxn ang="0">
                <a:pos x="129" y="17"/>
              </a:cxn>
              <a:cxn ang="0">
                <a:pos x="88" y="0"/>
              </a:cxn>
              <a:cxn ang="0">
                <a:pos x="88" y="38"/>
              </a:cxn>
              <a:cxn ang="0">
                <a:pos x="58" y="150"/>
              </a:cxn>
              <a:cxn ang="0">
                <a:pos x="30" y="124"/>
              </a:cxn>
              <a:cxn ang="0">
                <a:pos x="17" y="155"/>
              </a:cxn>
              <a:cxn ang="0">
                <a:pos x="0" y="171"/>
              </a:cxn>
              <a:cxn ang="0">
                <a:pos x="33" y="233"/>
              </a:cxn>
            </a:cxnLst>
            <a:rect l="0" t="0" r="r" b="b"/>
            <a:pathLst>
              <a:path w="324" h="252">
                <a:moveTo>
                  <a:pt x="33" y="233"/>
                </a:moveTo>
                <a:lnTo>
                  <a:pt x="84" y="222"/>
                </a:lnTo>
                <a:lnTo>
                  <a:pt x="58" y="198"/>
                </a:lnTo>
                <a:lnTo>
                  <a:pt x="84" y="185"/>
                </a:lnTo>
                <a:lnTo>
                  <a:pt x="109" y="206"/>
                </a:lnTo>
                <a:lnTo>
                  <a:pt x="124" y="233"/>
                </a:lnTo>
                <a:lnTo>
                  <a:pt x="151" y="252"/>
                </a:lnTo>
                <a:lnTo>
                  <a:pt x="189" y="233"/>
                </a:lnTo>
                <a:lnTo>
                  <a:pt x="189" y="200"/>
                </a:lnTo>
                <a:lnTo>
                  <a:pt x="260" y="173"/>
                </a:lnTo>
                <a:lnTo>
                  <a:pt x="252" y="138"/>
                </a:lnTo>
                <a:lnTo>
                  <a:pt x="258" y="105"/>
                </a:lnTo>
                <a:lnTo>
                  <a:pt x="324" y="88"/>
                </a:lnTo>
                <a:lnTo>
                  <a:pt x="324" y="71"/>
                </a:lnTo>
                <a:lnTo>
                  <a:pt x="187" y="78"/>
                </a:lnTo>
                <a:lnTo>
                  <a:pt x="129" y="17"/>
                </a:lnTo>
                <a:lnTo>
                  <a:pt x="88" y="0"/>
                </a:lnTo>
                <a:lnTo>
                  <a:pt x="88" y="38"/>
                </a:lnTo>
                <a:lnTo>
                  <a:pt x="58" y="150"/>
                </a:lnTo>
                <a:lnTo>
                  <a:pt x="30" y="124"/>
                </a:lnTo>
                <a:lnTo>
                  <a:pt x="17" y="155"/>
                </a:lnTo>
                <a:lnTo>
                  <a:pt x="0" y="171"/>
                </a:lnTo>
                <a:lnTo>
                  <a:pt x="33" y="233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06" name="Freeform 139"/>
          <p:cNvSpPr>
            <a:spLocks/>
          </p:cNvSpPr>
          <p:nvPr/>
        </p:nvSpPr>
        <p:spPr bwMode="auto">
          <a:xfrm>
            <a:off x="6940612" y="3691645"/>
            <a:ext cx="279400" cy="274573"/>
          </a:xfrm>
          <a:custGeom>
            <a:avLst/>
            <a:gdLst/>
            <a:ahLst/>
            <a:cxnLst>
              <a:cxn ang="0">
                <a:pos x="344" y="339"/>
              </a:cxn>
              <a:cxn ang="0">
                <a:pos x="236" y="339"/>
              </a:cxn>
              <a:cxn ang="0">
                <a:pos x="160" y="367"/>
              </a:cxn>
              <a:cxn ang="0">
                <a:pos x="68" y="446"/>
              </a:cxn>
              <a:cxn ang="0">
                <a:pos x="0" y="480"/>
              </a:cxn>
              <a:cxn ang="0">
                <a:pos x="5" y="542"/>
              </a:cxn>
              <a:cxn ang="0">
                <a:pos x="48" y="502"/>
              </a:cxn>
              <a:cxn ang="0">
                <a:pos x="69" y="516"/>
              </a:cxn>
              <a:cxn ang="0">
                <a:pos x="31" y="604"/>
              </a:cxn>
              <a:cxn ang="0">
                <a:pos x="68" y="604"/>
              </a:cxn>
              <a:cxn ang="0">
                <a:pos x="71" y="632"/>
              </a:cxn>
              <a:cxn ang="0">
                <a:pos x="117" y="564"/>
              </a:cxn>
              <a:cxn ang="0">
                <a:pos x="139" y="495"/>
              </a:cxn>
              <a:cxn ang="0">
                <a:pos x="128" y="463"/>
              </a:cxn>
              <a:cxn ang="0">
                <a:pos x="182" y="420"/>
              </a:cxn>
              <a:cxn ang="0">
                <a:pos x="160" y="508"/>
              </a:cxn>
              <a:cxn ang="0">
                <a:pos x="226" y="488"/>
              </a:cxn>
              <a:cxn ang="0">
                <a:pos x="263" y="501"/>
              </a:cxn>
              <a:cxn ang="0">
                <a:pos x="287" y="474"/>
              </a:cxn>
              <a:cxn ang="0">
                <a:pos x="275" y="428"/>
              </a:cxn>
              <a:cxn ang="0">
                <a:pos x="275" y="399"/>
              </a:cxn>
              <a:cxn ang="0">
                <a:pos x="306" y="411"/>
              </a:cxn>
              <a:cxn ang="0">
                <a:pos x="306" y="480"/>
              </a:cxn>
              <a:cxn ang="0">
                <a:pos x="344" y="502"/>
              </a:cxn>
              <a:cxn ang="0">
                <a:pos x="364" y="459"/>
              </a:cxn>
              <a:cxn ang="0">
                <a:pos x="411" y="459"/>
              </a:cxn>
              <a:cxn ang="0">
                <a:pos x="418" y="420"/>
              </a:cxn>
              <a:cxn ang="0">
                <a:pos x="471" y="437"/>
              </a:cxn>
              <a:cxn ang="0">
                <a:pos x="505" y="411"/>
              </a:cxn>
              <a:cxn ang="0">
                <a:pos x="550" y="383"/>
              </a:cxn>
              <a:cxn ang="0">
                <a:pos x="570" y="405"/>
              </a:cxn>
              <a:cxn ang="0">
                <a:pos x="601" y="411"/>
              </a:cxn>
              <a:cxn ang="0">
                <a:pos x="623" y="359"/>
              </a:cxn>
              <a:cxn ang="0">
                <a:pos x="623" y="246"/>
              </a:cxn>
              <a:cxn ang="0">
                <a:pos x="684" y="135"/>
              </a:cxn>
              <a:cxn ang="0">
                <a:pos x="687" y="80"/>
              </a:cxn>
              <a:cxn ang="0">
                <a:pos x="653" y="51"/>
              </a:cxn>
              <a:cxn ang="0">
                <a:pos x="660" y="0"/>
              </a:cxn>
              <a:cxn ang="0">
                <a:pos x="642" y="0"/>
              </a:cxn>
              <a:cxn ang="0">
                <a:pos x="628" y="25"/>
              </a:cxn>
              <a:cxn ang="0">
                <a:pos x="591" y="15"/>
              </a:cxn>
              <a:cxn ang="0">
                <a:pos x="563" y="34"/>
              </a:cxn>
              <a:cxn ang="0">
                <a:pos x="575" y="151"/>
              </a:cxn>
              <a:cxn ang="0">
                <a:pos x="482" y="253"/>
              </a:cxn>
              <a:cxn ang="0">
                <a:pos x="432" y="284"/>
              </a:cxn>
              <a:cxn ang="0">
                <a:pos x="416" y="274"/>
              </a:cxn>
              <a:cxn ang="0">
                <a:pos x="416" y="241"/>
              </a:cxn>
              <a:cxn ang="0">
                <a:pos x="392" y="246"/>
              </a:cxn>
              <a:cxn ang="0">
                <a:pos x="344" y="339"/>
              </a:cxn>
            </a:cxnLst>
            <a:rect l="0" t="0" r="r" b="b"/>
            <a:pathLst>
              <a:path w="687" h="632">
                <a:moveTo>
                  <a:pt x="344" y="339"/>
                </a:moveTo>
                <a:lnTo>
                  <a:pt x="236" y="339"/>
                </a:lnTo>
                <a:lnTo>
                  <a:pt x="160" y="367"/>
                </a:lnTo>
                <a:lnTo>
                  <a:pt x="68" y="446"/>
                </a:lnTo>
                <a:lnTo>
                  <a:pt x="0" y="480"/>
                </a:lnTo>
                <a:lnTo>
                  <a:pt x="5" y="542"/>
                </a:lnTo>
                <a:lnTo>
                  <a:pt x="48" y="502"/>
                </a:lnTo>
                <a:lnTo>
                  <a:pt x="69" y="516"/>
                </a:lnTo>
                <a:lnTo>
                  <a:pt x="31" y="604"/>
                </a:lnTo>
                <a:lnTo>
                  <a:pt x="68" y="604"/>
                </a:lnTo>
                <a:lnTo>
                  <a:pt x="71" y="632"/>
                </a:lnTo>
                <a:lnTo>
                  <a:pt x="117" y="564"/>
                </a:lnTo>
                <a:lnTo>
                  <a:pt x="139" y="495"/>
                </a:lnTo>
                <a:lnTo>
                  <a:pt x="128" y="463"/>
                </a:lnTo>
                <a:lnTo>
                  <a:pt x="182" y="420"/>
                </a:lnTo>
                <a:lnTo>
                  <a:pt x="160" y="508"/>
                </a:lnTo>
                <a:lnTo>
                  <a:pt x="226" y="488"/>
                </a:lnTo>
                <a:lnTo>
                  <a:pt x="263" y="501"/>
                </a:lnTo>
                <a:lnTo>
                  <a:pt x="287" y="474"/>
                </a:lnTo>
                <a:lnTo>
                  <a:pt x="275" y="428"/>
                </a:lnTo>
                <a:lnTo>
                  <a:pt x="275" y="399"/>
                </a:lnTo>
                <a:lnTo>
                  <a:pt x="306" y="411"/>
                </a:lnTo>
                <a:lnTo>
                  <a:pt x="306" y="480"/>
                </a:lnTo>
                <a:lnTo>
                  <a:pt x="344" y="502"/>
                </a:lnTo>
                <a:lnTo>
                  <a:pt x="364" y="459"/>
                </a:lnTo>
                <a:lnTo>
                  <a:pt x="411" y="459"/>
                </a:lnTo>
                <a:lnTo>
                  <a:pt x="418" y="420"/>
                </a:lnTo>
                <a:lnTo>
                  <a:pt x="471" y="437"/>
                </a:lnTo>
                <a:lnTo>
                  <a:pt x="505" y="411"/>
                </a:lnTo>
                <a:lnTo>
                  <a:pt x="550" y="383"/>
                </a:lnTo>
                <a:lnTo>
                  <a:pt x="570" y="405"/>
                </a:lnTo>
                <a:lnTo>
                  <a:pt x="601" y="411"/>
                </a:lnTo>
                <a:lnTo>
                  <a:pt x="623" y="359"/>
                </a:lnTo>
                <a:lnTo>
                  <a:pt x="623" y="246"/>
                </a:lnTo>
                <a:lnTo>
                  <a:pt x="684" y="135"/>
                </a:lnTo>
                <a:lnTo>
                  <a:pt x="687" y="80"/>
                </a:lnTo>
                <a:lnTo>
                  <a:pt x="653" y="51"/>
                </a:lnTo>
                <a:lnTo>
                  <a:pt x="660" y="0"/>
                </a:lnTo>
                <a:lnTo>
                  <a:pt x="642" y="0"/>
                </a:lnTo>
                <a:lnTo>
                  <a:pt x="628" y="25"/>
                </a:lnTo>
                <a:lnTo>
                  <a:pt x="591" y="15"/>
                </a:lnTo>
                <a:lnTo>
                  <a:pt x="563" y="34"/>
                </a:lnTo>
                <a:lnTo>
                  <a:pt x="575" y="151"/>
                </a:lnTo>
                <a:lnTo>
                  <a:pt x="482" y="253"/>
                </a:lnTo>
                <a:lnTo>
                  <a:pt x="432" y="284"/>
                </a:lnTo>
                <a:lnTo>
                  <a:pt x="416" y="274"/>
                </a:lnTo>
                <a:lnTo>
                  <a:pt x="416" y="241"/>
                </a:lnTo>
                <a:lnTo>
                  <a:pt x="392" y="246"/>
                </a:lnTo>
                <a:lnTo>
                  <a:pt x="344" y="339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07" name="Freeform 140"/>
          <p:cNvSpPr>
            <a:spLocks/>
          </p:cNvSpPr>
          <p:nvPr/>
        </p:nvSpPr>
        <p:spPr bwMode="auto">
          <a:xfrm>
            <a:off x="4895913" y="3723387"/>
            <a:ext cx="49213" cy="26981"/>
          </a:xfrm>
          <a:custGeom>
            <a:avLst/>
            <a:gdLst/>
            <a:ahLst/>
            <a:cxnLst>
              <a:cxn ang="0">
                <a:pos x="32" y="2"/>
              </a:cxn>
              <a:cxn ang="0">
                <a:pos x="21" y="22"/>
              </a:cxn>
              <a:cxn ang="0">
                <a:pos x="0" y="39"/>
              </a:cxn>
              <a:cxn ang="0">
                <a:pos x="10" y="62"/>
              </a:cxn>
              <a:cxn ang="0">
                <a:pos x="54" y="47"/>
              </a:cxn>
              <a:cxn ang="0">
                <a:pos x="66" y="27"/>
              </a:cxn>
              <a:cxn ang="0">
                <a:pos x="123" y="0"/>
              </a:cxn>
              <a:cxn ang="0">
                <a:pos x="80" y="11"/>
              </a:cxn>
              <a:cxn ang="0">
                <a:pos x="32" y="2"/>
              </a:cxn>
            </a:cxnLst>
            <a:rect l="0" t="0" r="r" b="b"/>
            <a:pathLst>
              <a:path w="123" h="62">
                <a:moveTo>
                  <a:pt x="32" y="2"/>
                </a:moveTo>
                <a:lnTo>
                  <a:pt x="21" y="22"/>
                </a:lnTo>
                <a:lnTo>
                  <a:pt x="0" y="39"/>
                </a:lnTo>
                <a:lnTo>
                  <a:pt x="10" y="62"/>
                </a:lnTo>
                <a:lnTo>
                  <a:pt x="54" y="47"/>
                </a:lnTo>
                <a:lnTo>
                  <a:pt x="66" y="27"/>
                </a:lnTo>
                <a:lnTo>
                  <a:pt x="123" y="0"/>
                </a:lnTo>
                <a:lnTo>
                  <a:pt x="80" y="11"/>
                </a:lnTo>
                <a:lnTo>
                  <a:pt x="32" y="2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08" name="Freeform 141"/>
          <p:cNvSpPr>
            <a:spLocks/>
          </p:cNvSpPr>
          <p:nvPr/>
        </p:nvSpPr>
        <p:spPr bwMode="auto">
          <a:xfrm>
            <a:off x="4965762" y="3707516"/>
            <a:ext cx="115888" cy="101576"/>
          </a:xfrm>
          <a:custGeom>
            <a:avLst/>
            <a:gdLst/>
            <a:ahLst/>
            <a:cxnLst>
              <a:cxn ang="0">
                <a:pos x="4" y="231"/>
              </a:cxn>
              <a:cxn ang="0">
                <a:pos x="53" y="231"/>
              </a:cxn>
              <a:cxn ang="0">
                <a:pos x="168" y="209"/>
              </a:cxn>
              <a:cxn ang="0">
                <a:pos x="254" y="153"/>
              </a:cxn>
              <a:cxn ang="0">
                <a:pos x="251" y="89"/>
              </a:cxn>
              <a:cxn ang="0">
                <a:pos x="284" y="46"/>
              </a:cxn>
              <a:cxn ang="0">
                <a:pos x="248" y="31"/>
              </a:cxn>
              <a:cxn ang="0">
                <a:pos x="152" y="46"/>
              </a:cxn>
              <a:cxn ang="0">
                <a:pos x="68" y="0"/>
              </a:cxn>
              <a:cxn ang="0">
                <a:pos x="38" y="46"/>
              </a:cxn>
              <a:cxn ang="0">
                <a:pos x="35" y="90"/>
              </a:cxn>
              <a:cxn ang="0">
                <a:pos x="16" y="129"/>
              </a:cxn>
              <a:cxn ang="0">
                <a:pos x="47" y="136"/>
              </a:cxn>
              <a:cxn ang="0">
                <a:pos x="38" y="153"/>
              </a:cxn>
              <a:cxn ang="0">
                <a:pos x="0" y="191"/>
              </a:cxn>
              <a:cxn ang="0">
                <a:pos x="4" y="231"/>
              </a:cxn>
            </a:cxnLst>
            <a:rect l="0" t="0" r="r" b="b"/>
            <a:pathLst>
              <a:path w="284" h="231">
                <a:moveTo>
                  <a:pt x="4" y="231"/>
                </a:moveTo>
                <a:lnTo>
                  <a:pt x="53" y="231"/>
                </a:lnTo>
                <a:lnTo>
                  <a:pt x="168" y="209"/>
                </a:lnTo>
                <a:lnTo>
                  <a:pt x="254" y="153"/>
                </a:lnTo>
                <a:lnTo>
                  <a:pt x="251" y="89"/>
                </a:lnTo>
                <a:lnTo>
                  <a:pt x="284" y="46"/>
                </a:lnTo>
                <a:lnTo>
                  <a:pt x="248" y="31"/>
                </a:lnTo>
                <a:lnTo>
                  <a:pt x="152" y="46"/>
                </a:lnTo>
                <a:lnTo>
                  <a:pt x="68" y="0"/>
                </a:lnTo>
                <a:lnTo>
                  <a:pt x="38" y="46"/>
                </a:lnTo>
                <a:lnTo>
                  <a:pt x="35" y="90"/>
                </a:lnTo>
                <a:lnTo>
                  <a:pt x="16" y="129"/>
                </a:lnTo>
                <a:lnTo>
                  <a:pt x="47" y="136"/>
                </a:lnTo>
                <a:lnTo>
                  <a:pt x="38" y="153"/>
                </a:lnTo>
                <a:lnTo>
                  <a:pt x="0" y="191"/>
                </a:lnTo>
                <a:lnTo>
                  <a:pt x="4" y="231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09" name="Freeform 142"/>
          <p:cNvSpPr>
            <a:spLocks/>
          </p:cNvSpPr>
          <p:nvPr/>
        </p:nvSpPr>
        <p:spPr bwMode="auto">
          <a:xfrm>
            <a:off x="4959412" y="3763065"/>
            <a:ext cx="26988" cy="28568"/>
          </a:xfrm>
          <a:custGeom>
            <a:avLst/>
            <a:gdLst/>
            <a:ahLst/>
            <a:cxnLst>
              <a:cxn ang="0">
                <a:pos x="33" y="0"/>
              </a:cxn>
              <a:cxn ang="0">
                <a:pos x="0" y="54"/>
              </a:cxn>
              <a:cxn ang="0">
                <a:pos x="18" y="62"/>
              </a:cxn>
              <a:cxn ang="0">
                <a:pos x="54" y="26"/>
              </a:cxn>
              <a:cxn ang="0">
                <a:pos x="64" y="8"/>
              </a:cxn>
              <a:cxn ang="0">
                <a:pos x="33" y="0"/>
              </a:cxn>
            </a:cxnLst>
            <a:rect l="0" t="0" r="r" b="b"/>
            <a:pathLst>
              <a:path w="64" h="62">
                <a:moveTo>
                  <a:pt x="33" y="0"/>
                </a:moveTo>
                <a:lnTo>
                  <a:pt x="0" y="54"/>
                </a:lnTo>
                <a:lnTo>
                  <a:pt x="18" y="62"/>
                </a:lnTo>
                <a:lnTo>
                  <a:pt x="54" y="26"/>
                </a:lnTo>
                <a:lnTo>
                  <a:pt x="64" y="8"/>
                </a:lnTo>
                <a:lnTo>
                  <a:pt x="33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10" name="Freeform 143"/>
          <p:cNvSpPr>
            <a:spLocks/>
          </p:cNvSpPr>
          <p:nvPr/>
        </p:nvSpPr>
        <p:spPr bwMode="auto">
          <a:xfrm>
            <a:off x="4934012" y="3790047"/>
            <a:ext cx="33338" cy="98402"/>
          </a:xfrm>
          <a:custGeom>
            <a:avLst/>
            <a:gdLst/>
            <a:ahLst/>
            <a:cxnLst>
              <a:cxn ang="0">
                <a:pos x="27" y="83"/>
              </a:cxn>
              <a:cxn ang="0">
                <a:pos x="65" y="0"/>
              </a:cxn>
              <a:cxn ang="0">
                <a:pos x="83" y="8"/>
              </a:cxn>
              <a:cxn ang="0">
                <a:pos x="85" y="47"/>
              </a:cxn>
              <a:cxn ang="0">
                <a:pos x="57" y="108"/>
              </a:cxn>
              <a:cxn ang="0">
                <a:pos x="62" y="129"/>
              </a:cxn>
              <a:cxn ang="0">
                <a:pos x="49" y="230"/>
              </a:cxn>
              <a:cxn ang="0">
                <a:pos x="0" y="114"/>
              </a:cxn>
              <a:cxn ang="0">
                <a:pos x="27" y="83"/>
              </a:cxn>
            </a:cxnLst>
            <a:rect l="0" t="0" r="r" b="b"/>
            <a:pathLst>
              <a:path w="85" h="230">
                <a:moveTo>
                  <a:pt x="27" y="83"/>
                </a:moveTo>
                <a:lnTo>
                  <a:pt x="65" y="0"/>
                </a:lnTo>
                <a:lnTo>
                  <a:pt x="83" y="8"/>
                </a:lnTo>
                <a:lnTo>
                  <a:pt x="85" y="47"/>
                </a:lnTo>
                <a:lnTo>
                  <a:pt x="57" y="108"/>
                </a:lnTo>
                <a:lnTo>
                  <a:pt x="62" y="129"/>
                </a:lnTo>
                <a:lnTo>
                  <a:pt x="49" y="230"/>
                </a:lnTo>
                <a:lnTo>
                  <a:pt x="0" y="114"/>
                </a:lnTo>
                <a:lnTo>
                  <a:pt x="27" y="83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11" name="Freeform 144"/>
          <p:cNvSpPr>
            <a:spLocks/>
          </p:cNvSpPr>
          <p:nvPr/>
        </p:nvSpPr>
        <p:spPr bwMode="auto">
          <a:xfrm>
            <a:off x="4953063" y="3799569"/>
            <a:ext cx="85725" cy="99989"/>
          </a:xfrm>
          <a:custGeom>
            <a:avLst/>
            <a:gdLst/>
            <a:ahLst/>
            <a:cxnLst>
              <a:cxn ang="0">
                <a:pos x="37" y="22"/>
              </a:cxn>
              <a:cxn ang="0">
                <a:pos x="87" y="22"/>
              </a:cxn>
              <a:cxn ang="0">
                <a:pos x="200" y="0"/>
              </a:cxn>
              <a:cxn ang="0">
                <a:pos x="205" y="76"/>
              </a:cxn>
              <a:cxn ang="0">
                <a:pos x="174" y="94"/>
              </a:cxn>
              <a:cxn ang="0">
                <a:pos x="87" y="85"/>
              </a:cxn>
              <a:cxn ang="0">
                <a:pos x="98" y="115"/>
              </a:cxn>
              <a:cxn ang="0">
                <a:pos x="116" y="149"/>
              </a:cxn>
              <a:cxn ang="0">
                <a:pos x="34" y="233"/>
              </a:cxn>
              <a:cxn ang="0">
                <a:pos x="0" y="208"/>
              </a:cxn>
              <a:cxn ang="0">
                <a:pos x="0" y="205"/>
              </a:cxn>
              <a:cxn ang="0">
                <a:pos x="14" y="106"/>
              </a:cxn>
              <a:cxn ang="0">
                <a:pos x="8" y="82"/>
              </a:cxn>
              <a:cxn ang="0">
                <a:pos x="37" y="22"/>
              </a:cxn>
            </a:cxnLst>
            <a:rect l="0" t="0" r="r" b="b"/>
            <a:pathLst>
              <a:path w="205" h="233">
                <a:moveTo>
                  <a:pt x="37" y="22"/>
                </a:moveTo>
                <a:lnTo>
                  <a:pt x="87" y="22"/>
                </a:lnTo>
                <a:lnTo>
                  <a:pt x="200" y="0"/>
                </a:lnTo>
                <a:lnTo>
                  <a:pt x="205" y="76"/>
                </a:lnTo>
                <a:lnTo>
                  <a:pt x="174" y="94"/>
                </a:lnTo>
                <a:lnTo>
                  <a:pt x="87" y="85"/>
                </a:lnTo>
                <a:lnTo>
                  <a:pt x="98" y="115"/>
                </a:lnTo>
                <a:lnTo>
                  <a:pt x="116" y="149"/>
                </a:lnTo>
                <a:lnTo>
                  <a:pt x="34" y="233"/>
                </a:lnTo>
                <a:lnTo>
                  <a:pt x="0" y="208"/>
                </a:lnTo>
                <a:lnTo>
                  <a:pt x="0" y="205"/>
                </a:lnTo>
                <a:lnTo>
                  <a:pt x="14" y="106"/>
                </a:lnTo>
                <a:lnTo>
                  <a:pt x="8" y="82"/>
                </a:lnTo>
                <a:lnTo>
                  <a:pt x="37" y="22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12" name="Freeform 145"/>
          <p:cNvSpPr>
            <a:spLocks/>
          </p:cNvSpPr>
          <p:nvPr/>
        </p:nvSpPr>
        <p:spPr bwMode="auto">
          <a:xfrm>
            <a:off x="4889562" y="3837661"/>
            <a:ext cx="63500" cy="93640"/>
          </a:xfrm>
          <a:custGeom>
            <a:avLst/>
            <a:gdLst/>
            <a:ahLst/>
            <a:cxnLst>
              <a:cxn ang="0">
                <a:pos x="126" y="195"/>
              </a:cxn>
              <a:cxn ang="0">
                <a:pos x="107" y="213"/>
              </a:cxn>
              <a:cxn ang="0">
                <a:pos x="83" y="217"/>
              </a:cxn>
              <a:cxn ang="0">
                <a:pos x="66" y="192"/>
              </a:cxn>
              <a:cxn ang="0">
                <a:pos x="0" y="27"/>
              </a:cxn>
              <a:cxn ang="0">
                <a:pos x="19" y="9"/>
              </a:cxn>
              <a:cxn ang="0">
                <a:pos x="71" y="9"/>
              </a:cxn>
              <a:cxn ang="0">
                <a:pos x="106" y="0"/>
              </a:cxn>
              <a:cxn ang="0">
                <a:pos x="155" y="117"/>
              </a:cxn>
              <a:cxn ang="0">
                <a:pos x="155" y="119"/>
              </a:cxn>
              <a:cxn ang="0">
                <a:pos x="126" y="195"/>
              </a:cxn>
            </a:cxnLst>
            <a:rect l="0" t="0" r="r" b="b"/>
            <a:pathLst>
              <a:path w="155" h="217">
                <a:moveTo>
                  <a:pt x="126" y="195"/>
                </a:moveTo>
                <a:lnTo>
                  <a:pt x="107" y="213"/>
                </a:lnTo>
                <a:lnTo>
                  <a:pt x="83" y="217"/>
                </a:lnTo>
                <a:lnTo>
                  <a:pt x="66" y="192"/>
                </a:lnTo>
                <a:lnTo>
                  <a:pt x="0" y="27"/>
                </a:lnTo>
                <a:lnTo>
                  <a:pt x="19" y="9"/>
                </a:lnTo>
                <a:lnTo>
                  <a:pt x="71" y="9"/>
                </a:lnTo>
                <a:lnTo>
                  <a:pt x="106" y="0"/>
                </a:lnTo>
                <a:lnTo>
                  <a:pt x="155" y="117"/>
                </a:lnTo>
                <a:lnTo>
                  <a:pt x="155" y="119"/>
                </a:lnTo>
                <a:lnTo>
                  <a:pt x="126" y="195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13" name="Freeform 146"/>
          <p:cNvSpPr>
            <a:spLocks/>
          </p:cNvSpPr>
          <p:nvPr/>
        </p:nvSpPr>
        <p:spPr bwMode="auto">
          <a:xfrm>
            <a:off x="5034025" y="3717039"/>
            <a:ext cx="190500" cy="211088"/>
          </a:xfrm>
          <a:custGeom>
            <a:avLst/>
            <a:gdLst/>
            <a:ahLst/>
            <a:cxnLst>
              <a:cxn ang="0">
                <a:pos x="464" y="402"/>
              </a:cxn>
              <a:cxn ang="0">
                <a:pos x="464" y="438"/>
              </a:cxn>
              <a:cxn ang="0">
                <a:pos x="401" y="438"/>
              </a:cxn>
              <a:cxn ang="0">
                <a:pos x="384" y="489"/>
              </a:cxn>
              <a:cxn ang="0">
                <a:pos x="273" y="455"/>
              </a:cxn>
              <a:cxn ang="0">
                <a:pos x="225" y="471"/>
              </a:cxn>
              <a:cxn ang="0">
                <a:pos x="191" y="438"/>
              </a:cxn>
              <a:cxn ang="0">
                <a:pos x="192" y="384"/>
              </a:cxn>
              <a:cxn ang="0">
                <a:pos x="157" y="376"/>
              </a:cxn>
              <a:cxn ang="0">
                <a:pos x="91" y="376"/>
              </a:cxn>
              <a:cxn ang="0">
                <a:pos x="5" y="265"/>
              </a:cxn>
              <a:cxn ang="0">
                <a:pos x="0" y="189"/>
              </a:cxn>
              <a:cxn ang="0">
                <a:pos x="88" y="134"/>
              </a:cxn>
              <a:cxn ang="0">
                <a:pos x="85" y="68"/>
              </a:cxn>
              <a:cxn ang="0">
                <a:pos x="117" y="23"/>
              </a:cxn>
              <a:cxn ang="0">
                <a:pos x="165" y="0"/>
              </a:cxn>
              <a:cxn ang="0">
                <a:pos x="212" y="13"/>
              </a:cxn>
              <a:cxn ang="0">
                <a:pos x="273" y="13"/>
              </a:cxn>
              <a:cxn ang="0">
                <a:pos x="273" y="47"/>
              </a:cxn>
              <a:cxn ang="0">
                <a:pos x="311" y="78"/>
              </a:cxn>
              <a:cxn ang="0">
                <a:pos x="325" y="123"/>
              </a:cxn>
              <a:cxn ang="0">
                <a:pos x="295" y="150"/>
              </a:cxn>
              <a:cxn ang="0">
                <a:pos x="295" y="197"/>
              </a:cxn>
              <a:cxn ang="0">
                <a:pos x="311" y="215"/>
              </a:cxn>
              <a:cxn ang="0">
                <a:pos x="347" y="210"/>
              </a:cxn>
              <a:cxn ang="0">
                <a:pos x="347" y="252"/>
              </a:cxn>
              <a:cxn ang="0">
                <a:pos x="359" y="266"/>
              </a:cxn>
              <a:cxn ang="0">
                <a:pos x="412" y="266"/>
              </a:cxn>
              <a:cxn ang="0">
                <a:pos x="412" y="343"/>
              </a:cxn>
              <a:cxn ang="0">
                <a:pos x="444" y="369"/>
              </a:cxn>
              <a:cxn ang="0">
                <a:pos x="464" y="402"/>
              </a:cxn>
            </a:cxnLst>
            <a:rect l="0" t="0" r="r" b="b"/>
            <a:pathLst>
              <a:path w="464" h="489">
                <a:moveTo>
                  <a:pt x="464" y="402"/>
                </a:moveTo>
                <a:lnTo>
                  <a:pt x="464" y="438"/>
                </a:lnTo>
                <a:lnTo>
                  <a:pt x="401" y="438"/>
                </a:lnTo>
                <a:lnTo>
                  <a:pt x="384" y="489"/>
                </a:lnTo>
                <a:lnTo>
                  <a:pt x="273" y="455"/>
                </a:lnTo>
                <a:lnTo>
                  <a:pt x="225" y="471"/>
                </a:lnTo>
                <a:lnTo>
                  <a:pt x="191" y="438"/>
                </a:lnTo>
                <a:lnTo>
                  <a:pt x="192" y="384"/>
                </a:lnTo>
                <a:lnTo>
                  <a:pt x="157" y="376"/>
                </a:lnTo>
                <a:lnTo>
                  <a:pt x="91" y="376"/>
                </a:lnTo>
                <a:lnTo>
                  <a:pt x="5" y="265"/>
                </a:lnTo>
                <a:lnTo>
                  <a:pt x="0" y="189"/>
                </a:lnTo>
                <a:lnTo>
                  <a:pt x="88" y="134"/>
                </a:lnTo>
                <a:lnTo>
                  <a:pt x="85" y="68"/>
                </a:lnTo>
                <a:lnTo>
                  <a:pt x="117" y="23"/>
                </a:lnTo>
                <a:lnTo>
                  <a:pt x="165" y="0"/>
                </a:lnTo>
                <a:lnTo>
                  <a:pt x="212" y="13"/>
                </a:lnTo>
                <a:lnTo>
                  <a:pt x="273" y="13"/>
                </a:lnTo>
                <a:lnTo>
                  <a:pt x="273" y="47"/>
                </a:lnTo>
                <a:lnTo>
                  <a:pt x="311" y="78"/>
                </a:lnTo>
                <a:lnTo>
                  <a:pt x="325" y="123"/>
                </a:lnTo>
                <a:lnTo>
                  <a:pt x="295" y="150"/>
                </a:lnTo>
                <a:lnTo>
                  <a:pt x="295" y="197"/>
                </a:lnTo>
                <a:lnTo>
                  <a:pt x="311" y="215"/>
                </a:lnTo>
                <a:lnTo>
                  <a:pt x="347" y="210"/>
                </a:lnTo>
                <a:lnTo>
                  <a:pt x="347" y="252"/>
                </a:lnTo>
                <a:lnTo>
                  <a:pt x="359" y="266"/>
                </a:lnTo>
                <a:lnTo>
                  <a:pt x="412" y="266"/>
                </a:lnTo>
                <a:lnTo>
                  <a:pt x="412" y="343"/>
                </a:lnTo>
                <a:lnTo>
                  <a:pt x="444" y="369"/>
                </a:lnTo>
                <a:lnTo>
                  <a:pt x="464" y="402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14" name="Freeform 147"/>
          <p:cNvSpPr>
            <a:spLocks/>
          </p:cNvSpPr>
          <p:nvPr/>
        </p:nvSpPr>
        <p:spPr bwMode="auto">
          <a:xfrm>
            <a:off x="5191188" y="3907494"/>
            <a:ext cx="41275" cy="31743"/>
          </a:xfrm>
          <a:custGeom>
            <a:avLst/>
            <a:gdLst/>
            <a:ahLst/>
            <a:cxnLst>
              <a:cxn ang="0">
                <a:pos x="100" y="71"/>
              </a:cxn>
              <a:cxn ang="0">
                <a:pos x="0" y="49"/>
              </a:cxn>
              <a:cxn ang="0">
                <a:pos x="17" y="0"/>
              </a:cxn>
              <a:cxn ang="0">
                <a:pos x="80" y="0"/>
              </a:cxn>
              <a:cxn ang="0">
                <a:pos x="67" y="13"/>
              </a:cxn>
              <a:cxn ang="0">
                <a:pos x="76" y="34"/>
              </a:cxn>
              <a:cxn ang="0">
                <a:pos x="100" y="71"/>
              </a:cxn>
            </a:cxnLst>
            <a:rect l="0" t="0" r="r" b="b"/>
            <a:pathLst>
              <a:path w="100" h="71">
                <a:moveTo>
                  <a:pt x="100" y="71"/>
                </a:moveTo>
                <a:lnTo>
                  <a:pt x="0" y="49"/>
                </a:lnTo>
                <a:lnTo>
                  <a:pt x="17" y="0"/>
                </a:lnTo>
                <a:lnTo>
                  <a:pt x="80" y="0"/>
                </a:lnTo>
                <a:lnTo>
                  <a:pt x="67" y="13"/>
                </a:lnTo>
                <a:lnTo>
                  <a:pt x="76" y="34"/>
                </a:lnTo>
                <a:lnTo>
                  <a:pt x="100" y="71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15" name="Freeform 149"/>
          <p:cNvSpPr>
            <a:spLocks/>
          </p:cNvSpPr>
          <p:nvPr/>
        </p:nvSpPr>
        <p:spPr bwMode="auto">
          <a:xfrm>
            <a:off x="5280088" y="3985263"/>
            <a:ext cx="23813" cy="44440"/>
          </a:xfrm>
          <a:custGeom>
            <a:avLst/>
            <a:gdLst/>
            <a:ahLst/>
            <a:cxnLst>
              <a:cxn ang="0">
                <a:pos x="0" y="93"/>
              </a:cxn>
              <a:cxn ang="0">
                <a:pos x="19" y="77"/>
              </a:cxn>
              <a:cxn ang="0">
                <a:pos x="20" y="20"/>
              </a:cxn>
              <a:cxn ang="0">
                <a:pos x="33" y="0"/>
              </a:cxn>
              <a:cxn ang="0">
                <a:pos x="50" y="2"/>
              </a:cxn>
              <a:cxn ang="0">
                <a:pos x="57" y="54"/>
              </a:cxn>
              <a:cxn ang="0">
                <a:pos x="19" y="106"/>
              </a:cxn>
              <a:cxn ang="0">
                <a:pos x="0" y="93"/>
              </a:cxn>
            </a:cxnLst>
            <a:rect l="0" t="0" r="r" b="b"/>
            <a:pathLst>
              <a:path w="57" h="106">
                <a:moveTo>
                  <a:pt x="0" y="93"/>
                </a:moveTo>
                <a:lnTo>
                  <a:pt x="19" y="77"/>
                </a:lnTo>
                <a:lnTo>
                  <a:pt x="20" y="20"/>
                </a:lnTo>
                <a:lnTo>
                  <a:pt x="33" y="0"/>
                </a:lnTo>
                <a:lnTo>
                  <a:pt x="50" y="2"/>
                </a:lnTo>
                <a:lnTo>
                  <a:pt x="57" y="54"/>
                </a:lnTo>
                <a:lnTo>
                  <a:pt x="19" y="106"/>
                </a:lnTo>
                <a:lnTo>
                  <a:pt x="0" y="93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16" name="Freeform 150"/>
          <p:cNvSpPr>
            <a:spLocks/>
          </p:cNvSpPr>
          <p:nvPr/>
        </p:nvSpPr>
        <p:spPr bwMode="auto">
          <a:xfrm>
            <a:off x="5257862" y="3986851"/>
            <a:ext cx="147638" cy="76182"/>
          </a:xfrm>
          <a:custGeom>
            <a:avLst/>
            <a:gdLst/>
            <a:ahLst/>
            <a:cxnLst>
              <a:cxn ang="0">
                <a:pos x="357" y="13"/>
              </a:cxn>
              <a:cxn ang="0">
                <a:pos x="320" y="0"/>
              </a:cxn>
              <a:cxn ang="0">
                <a:pos x="266" y="60"/>
              </a:cxn>
              <a:cxn ang="0">
                <a:pos x="231" y="70"/>
              </a:cxn>
              <a:cxn ang="0">
                <a:pos x="199" y="108"/>
              </a:cxn>
              <a:cxn ang="0">
                <a:pos x="84" y="100"/>
              </a:cxn>
              <a:cxn ang="0">
                <a:pos x="69" y="102"/>
              </a:cxn>
              <a:cxn ang="0">
                <a:pos x="0" y="124"/>
              </a:cxn>
              <a:cxn ang="0">
                <a:pos x="4" y="165"/>
              </a:cxn>
              <a:cxn ang="0">
                <a:pos x="130" y="177"/>
              </a:cxn>
              <a:cxn ang="0">
                <a:pos x="212" y="148"/>
              </a:cxn>
              <a:cxn ang="0">
                <a:pos x="253" y="124"/>
              </a:cxn>
              <a:cxn ang="0">
                <a:pos x="337" y="75"/>
              </a:cxn>
              <a:cxn ang="0">
                <a:pos x="357" y="13"/>
              </a:cxn>
            </a:cxnLst>
            <a:rect l="0" t="0" r="r" b="b"/>
            <a:pathLst>
              <a:path w="357" h="177">
                <a:moveTo>
                  <a:pt x="357" y="13"/>
                </a:moveTo>
                <a:lnTo>
                  <a:pt x="320" y="0"/>
                </a:lnTo>
                <a:lnTo>
                  <a:pt x="266" y="60"/>
                </a:lnTo>
                <a:lnTo>
                  <a:pt x="231" y="70"/>
                </a:lnTo>
                <a:lnTo>
                  <a:pt x="199" y="108"/>
                </a:lnTo>
                <a:lnTo>
                  <a:pt x="84" y="100"/>
                </a:lnTo>
                <a:lnTo>
                  <a:pt x="69" y="102"/>
                </a:lnTo>
                <a:lnTo>
                  <a:pt x="0" y="124"/>
                </a:lnTo>
                <a:lnTo>
                  <a:pt x="4" y="165"/>
                </a:lnTo>
                <a:lnTo>
                  <a:pt x="130" y="177"/>
                </a:lnTo>
                <a:lnTo>
                  <a:pt x="212" y="148"/>
                </a:lnTo>
                <a:lnTo>
                  <a:pt x="253" y="124"/>
                </a:lnTo>
                <a:lnTo>
                  <a:pt x="337" y="75"/>
                </a:lnTo>
                <a:lnTo>
                  <a:pt x="357" y="13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17" name="Freeform 151"/>
          <p:cNvSpPr>
            <a:spLocks/>
          </p:cNvSpPr>
          <p:nvPr/>
        </p:nvSpPr>
        <p:spPr bwMode="auto">
          <a:xfrm>
            <a:off x="5300725" y="4018594"/>
            <a:ext cx="165100" cy="192043"/>
          </a:xfrm>
          <a:custGeom>
            <a:avLst/>
            <a:gdLst/>
            <a:ahLst/>
            <a:cxnLst>
              <a:cxn ang="0">
                <a:pos x="235" y="0"/>
              </a:cxn>
              <a:cxn ang="0">
                <a:pos x="151" y="50"/>
              </a:cxn>
              <a:cxn ang="0">
                <a:pos x="170" y="164"/>
              </a:cxn>
              <a:cxn ang="0">
                <a:pos x="118" y="251"/>
              </a:cxn>
              <a:cxn ang="0">
                <a:pos x="0" y="338"/>
              </a:cxn>
              <a:cxn ang="0">
                <a:pos x="44" y="443"/>
              </a:cxn>
              <a:cxn ang="0">
                <a:pos x="108" y="421"/>
              </a:cxn>
              <a:cxn ang="0">
                <a:pos x="206" y="413"/>
              </a:cxn>
              <a:cxn ang="0">
                <a:pos x="221" y="374"/>
              </a:cxn>
              <a:cxn ang="0">
                <a:pos x="269" y="370"/>
              </a:cxn>
              <a:cxn ang="0">
                <a:pos x="269" y="341"/>
              </a:cxn>
              <a:cxn ang="0">
                <a:pos x="292" y="341"/>
              </a:cxn>
              <a:cxn ang="0">
                <a:pos x="286" y="302"/>
              </a:cxn>
              <a:cxn ang="0">
                <a:pos x="403" y="202"/>
              </a:cxn>
              <a:cxn ang="0">
                <a:pos x="406" y="175"/>
              </a:cxn>
              <a:cxn ang="0">
                <a:pos x="319" y="64"/>
              </a:cxn>
              <a:cxn ang="0">
                <a:pos x="254" y="64"/>
              </a:cxn>
              <a:cxn ang="0">
                <a:pos x="235" y="0"/>
              </a:cxn>
            </a:cxnLst>
            <a:rect l="0" t="0" r="r" b="b"/>
            <a:pathLst>
              <a:path w="406" h="443">
                <a:moveTo>
                  <a:pt x="235" y="0"/>
                </a:moveTo>
                <a:lnTo>
                  <a:pt x="151" y="50"/>
                </a:lnTo>
                <a:lnTo>
                  <a:pt x="170" y="164"/>
                </a:lnTo>
                <a:lnTo>
                  <a:pt x="118" y="251"/>
                </a:lnTo>
                <a:lnTo>
                  <a:pt x="0" y="338"/>
                </a:lnTo>
                <a:lnTo>
                  <a:pt x="44" y="443"/>
                </a:lnTo>
                <a:lnTo>
                  <a:pt x="108" y="421"/>
                </a:lnTo>
                <a:lnTo>
                  <a:pt x="206" y="413"/>
                </a:lnTo>
                <a:lnTo>
                  <a:pt x="221" y="374"/>
                </a:lnTo>
                <a:lnTo>
                  <a:pt x="269" y="370"/>
                </a:lnTo>
                <a:lnTo>
                  <a:pt x="269" y="341"/>
                </a:lnTo>
                <a:lnTo>
                  <a:pt x="292" y="341"/>
                </a:lnTo>
                <a:lnTo>
                  <a:pt x="286" y="302"/>
                </a:lnTo>
                <a:lnTo>
                  <a:pt x="403" y="202"/>
                </a:lnTo>
                <a:lnTo>
                  <a:pt x="406" y="175"/>
                </a:lnTo>
                <a:lnTo>
                  <a:pt x="319" y="64"/>
                </a:lnTo>
                <a:lnTo>
                  <a:pt x="254" y="64"/>
                </a:lnTo>
                <a:lnTo>
                  <a:pt x="235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18" name="Freeform 152"/>
          <p:cNvSpPr>
            <a:spLocks/>
          </p:cNvSpPr>
          <p:nvPr/>
        </p:nvSpPr>
        <p:spPr bwMode="auto">
          <a:xfrm>
            <a:off x="5473762" y="3717039"/>
            <a:ext cx="303213" cy="211088"/>
          </a:xfrm>
          <a:custGeom>
            <a:avLst/>
            <a:gdLst/>
            <a:ahLst/>
            <a:cxnLst>
              <a:cxn ang="0">
                <a:pos x="34" y="489"/>
              </a:cxn>
              <a:cxn ang="0">
                <a:pos x="34" y="468"/>
              </a:cxn>
              <a:cxn ang="0">
                <a:pos x="83" y="424"/>
              </a:cxn>
              <a:cxn ang="0">
                <a:pos x="83" y="384"/>
              </a:cxn>
              <a:cxn ang="0">
                <a:pos x="47" y="384"/>
              </a:cxn>
              <a:cxn ang="0">
                <a:pos x="0" y="313"/>
              </a:cxn>
              <a:cxn ang="0">
                <a:pos x="41" y="281"/>
              </a:cxn>
              <a:cxn ang="0">
                <a:pos x="47" y="255"/>
              </a:cxn>
              <a:cxn ang="0">
                <a:pos x="8" y="221"/>
              </a:cxn>
              <a:cxn ang="0">
                <a:pos x="47" y="189"/>
              </a:cxn>
              <a:cxn ang="0">
                <a:pos x="51" y="101"/>
              </a:cxn>
              <a:cxn ang="0">
                <a:pos x="72" y="81"/>
              </a:cxn>
              <a:cxn ang="0">
                <a:pos x="257" y="112"/>
              </a:cxn>
              <a:cxn ang="0">
                <a:pos x="357" y="37"/>
              </a:cxn>
              <a:cxn ang="0">
                <a:pos x="556" y="39"/>
              </a:cxn>
              <a:cxn ang="0">
                <a:pos x="594" y="0"/>
              </a:cxn>
              <a:cxn ang="0">
                <a:pos x="610" y="33"/>
              </a:cxn>
              <a:cxn ang="0">
                <a:pos x="621" y="91"/>
              </a:cxn>
              <a:cxn ang="0">
                <a:pos x="663" y="81"/>
              </a:cxn>
              <a:cxn ang="0">
                <a:pos x="742" y="59"/>
              </a:cxn>
              <a:cxn ang="0">
                <a:pos x="744" y="91"/>
              </a:cxn>
              <a:cxn ang="0">
                <a:pos x="694" y="96"/>
              </a:cxn>
              <a:cxn ang="0">
                <a:pos x="625" y="132"/>
              </a:cxn>
              <a:cxn ang="0">
                <a:pos x="627" y="176"/>
              </a:cxn>
              <a:cxn ang="0">
                <a:pos x="584" y="227"/>
              </a:cxn>
              <a:cxn ang="0">
                <a:pos x="570" y="211"/>
              </a:cxn>
              <a:cxn ang="0">
                <a:pos x="541" y="229"/>
              </a:cxn>
              <a:cxn ang="0">
                <a:pos x="552" y="259"/>
              </a:cxn>
              <a:cxn ang="0">
                <a:pos x="531" y="308"/>
              </a:cxn>
              <a:cxn ang="0">
                <a:pos x="507" y="308"/>
              </a:cxn>
              <a:cxn ang="0">
                <a:pos x="490" y="358"/>
              </a:cxn>
              <a:cxn ang="0">
                <a:pos x="456" y="332"/>
              </a:cxn>
              <a:cxn ang="0">
                <a:pos x="406" y="378"/>
              </a:cxn>
              <a:cxn ang="0">
                <a:pos x="361" y="343"/>
              </a:cxn>
              <a:cxn ang="0">
                <a:pos x="308" y="426"/>
              </a:cxn>
              <a:cxn ang="0">
                <a:pos x="226" y="468"/>
              </a:cxn>
              <a:cxn ang="0">
                <a:pos x="119" y="489"/>
              </a:cxn>
              <a:cxn ang="0">
                <a:pos x="34" y="489"/>
              </a:cxn>
            </a:cxnLst>
            <a:rect l="0" t="0" r="r" b="b"/>
            <a:pathLst>
              <a:path w="744" h="489">
                <a:moveTo>
                  <a:pt x="34" y="489"/>
                </a:moveTo>
                <a:lnTo>
                  <a:pt x="34" y="468"/>
                </a:lnTo>
                <a:lnTo>
                  <a:pt x="83" y="424"/>
                </a:lnTo>
                <a:lnTo>
                  <a:pt x="83" y="384"/>
                </a:lnTo>
                <a:lnTo>
                  <a:pt x="47" y="384"/>
                </a:lnTo>
                <a:lnTo>
                  <a:pt x="0" y="313"/>
                </a:lnTo>
                <a:lnTo>
                  <a:pt x="41" y="281"/>
                </a:lnTo>
                <a:lnTo>
                  <a:pt x="47" y="255"/>
                </a:lnTo>
                <a:lnTo>
                  <a:pt x="8" y="221"/>
                </a:lnTo>
                <a:lnTo>
                  <a:pt x="47" y="189"/>
                </a:lnTo>
                <a:lnTo>
                  <a:pt x="51" y="101"/>
                </a:lnTo>
                <a:lnTo>
                  <a:pt x="72" y="81"/>
                </a:lnTo>
                <a:lnTo>
                  <a:pt x="257" y="112"/>
                </a:lnTo>
                <a:lnTo>
                  <a:pt x="357" y="37"/>
                </a:lnTo>
                <a:lnTo>
                  <a:pt x="556" y="39"/>
                </a:lnTo>
                <a:lnTo>
                  <a:pt x="594" y="0"/>
                </a:lnTo>
                <a:lnTo>
                  <a:pt x="610" y="33"/>
                </a:lnTo>
                <a:lnTo>
                  <a:pt x="621" y="91"/>
                </a:lnTo>
                <a:lnTo>
                  <a:pt x="663" y="81"/>
                </a:lnTo>
                <a:lnTo>
                  <a:pt x="742" y="59"/>
                </a:lnTo>
                <a:lnTo>
                  <a:pt x="744" y="91"/>
                </a:lnTo>
                <a:lnTo>
                  <a:pt x="694" y="96"/>
                </a:lnTo>
                <a:lnTo>
                  <a:pt x="625" y="132"/>
                </a:lnTo>
                <a:lnTo>
                  <a:pt x="627" y="176"/>
                </a:lnTo>
                <a:lnTo>
                  <a:pt x="584" y="227"/>
                </a:lnTo>
                <a:lnTo>
                  <a:pt x="570" y="211"/>
                </a:lnTo>
                <a:lnTo>
                  <a:pt x="541" y="229"/>
                </a:lnTo>
                <a:lnTo>
                  <a:pt x="552" y="259"/>
                </a:lnTo>
                <a:lnTo>
                  <a:pt x="531" y="308"/>
                </a:lnTo>
                <a:lnTo>
                  <a:pt x="507" y="308"/>
                </a:lnTo>
                <a:lnTo>
                  <a:pt x="490" y="358"/>
                </a:lnTo>
                <a:lnTo>
                  <a:pt x="456" y="332"/>
                </a:lnTo>
                <a:lnTo>
                  <a:pt x="406" y="378"/>
                </a:lnTo>
                <a:lnTo>
                  <a:pt x="361" y="343"/>
                </a:lnTo>
                <a:lnTo>
                  <a:pt x="308" y="426"/>
                </a:lnTo>
                <a:lnTo>
                  <a:pt x="226" y="468"/>
                </a:lnTo>
                <a:lnTo>
                  <a:pt x="119" y="489"/>
                </a:lnTo>
                <a:lnTo>
                  <a:pt x="34" y="489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19" name="Freeform 153"/>
          <p:cNvSpPr>
            <a:spLocks/>
          </p:cNvSpPr>
          <p:nvPr/>
        </p:nvSpPr>
        <p:spPr bwMode="auto">
          <a:xfrm>
            <a:off x="5486462" y="3756716"/>
            <a:ext cx="342900" cy="299969"/>
          </a:xfrm>
          <a:custGeom>
            <a:avLst/>
            <a:gdLst/>
            <a:ahLst/>
            <a:cxnLst>
              <a:cxn ang="0">
                <a:pos x="42" y="568"/>
              </a:cxn>
              <a:cxn ang="0">
                <a:pos x="101" y="568"/>
              </a:cxn>
              <a:cxn ang="0">
                <a:pos x="126" y="557"/>
              </a:cxn>
              <a:cxn ang="0">
                <a:pos x="98" y="518"/>
              </a:cxn>
              <a:cxn ang="0">
                <a:pos x="77" y="467"/>
              </a:cxn>
              <a:cxn ang="0">
                <a:pos x="17" y="460"/>
              </a:cxn>
              <a:cxn ang="0">
                <a:pos x="8" y="435"/>
              </a:cxn>
              <a:cxn ang="0">
                <a:pos x="0" y="397"/>
              </a:cxn>
              <a:cxn ang="0">
                <a:pos x="85" y="397"/>
              </a:cxn>
              <a:cxn ang="0">
                <a:pos x="193" y="377"/>
              </a:cxn>
              <a:cxn ang="0">
                <a:pos x="274" y="335"/>
              </a:cxn>
              <a:cxn ang="0">
                <a:pos x="327" y="252"/>
              </a:cxn>
              <a:cxn ang="0">
                <a:pos x="373" y="287"/>
              </a:cxn>
              <a:cxn ang="0">
                <a:pos x="424" y="241"/>
              </a:cxn>
              <a:cxn ang="0">
                <a:pos x="457" y="267"/>
              </a:cxn>
              <a:cxn ang="0">
                <a:pos x="473" y="218"/>
              </a:cxn>
              <a:cxn ang="0">
                <a:pos x="498" y="218"/>
              </a:cxn>
              <a:cxn ang="0">
                <a:pos x="519" y="168"/>
              </a:cxn>
              <a:cxn ang="0">
                <a:pos x="508" y="139"/>
              </a:cxn>
              <a:cxn ang="0">
                <a:pos x="536" y="120"/>
              </a:cxn>
              <a:cxn ang="0">
                <a:pos x="551" y="136"/>
              </a:cxn>
              <a:cxn ang="0">
                <a:pos x="594" y="86"/>
              </a:cxn>
              <a:cxn ang="0">
                <a:pos x="592" y="41"/>
              </a:cxn>
              <a:cxn ang="0">
                <a:pos x="661" y="4"/>
              </a:cxn>
              <a:cxn ang="0">
                <a:pos x="710" y="0"/>
              </a:cxn>
              <a:cxn ang="0">
                <a:pos x="813" y="60"/>
              </a:cxn>
              <a:cxn ang="0">
                <a:pos x="841" y="107"/>
              </a:cxn>
              <a:cxn ang="0">
                <a:pos x="768" y="114"/>
              </a:cxn>
              <a:cxn ang="0">
                <a:pos x="743" y="139"/>
              </a:cxn>
              <a:cxn ang="0">
                <a:pos x="743" y="223"/>
              </a:cxn>
              <a:cxn ang="0">
                <a:pos x="795" y="258"/>
              </a:cxn>
              <a:cxn ang="0">
                <a:pos x="759" y="266"/>
              </a:cxn>
              <a:cxn ang="0">
                <a:pos x="729" y="312"/>
              </a:cxn>
              <a:cxn ang="0">
                <a:pos x="755" y="340"/>
              </a:cxn>
              <a:cxn ang="0">
                <a:pos x="736" y="365"/>
              </a:cxn>
              <a:cxn ang="0">
                <a:pos x="679" y="377"/>
              </a:cxn>
              <a:cxn ang="0">
                <a:pos x="646" y="388"/>
              </a:cxn>
              <a:cxn ang="0">
                <a:pos x="646" y="441"/>
              </a:cxn>
              <a:cxn ang="0">
                <a:pos x="598" y="441"/>
              </a:cxn>
              <a:cxn ang="0">
                <a:pos x="598" y="477"/>
              </a:cxn>
              <a:cxn ang="0">
                <a:pos x="495" y="484"/>
              </a:cxn>
              <a:cxn ang="0">
                <a:pos x="503" y="504"/>
              </a:cxn>
              <a:cxn ang="0">
                <a:pos x="458" y="504"/>
              </a:cxn>
              <a:cxn ang="0">
                <a:pos x="458" y="558"/>
              </a:cxn>
              <a:cxn ang="0">
                <a:pos x="495" y="561"/>
              </a:cxn>
              <a:cxn ang="0">
                <a:pos x="498" y="584"/>
              </a:cxn>
              <a:cxn ang="0">
                <a:pos x="531" y="593"/>
              </a:cxn>
              <a:cxn ang="0">
                <a:pos x="542" y="650"/>
              </a:cxn>
              <a:cxn ang="0">
                <a:pos x="536" y="682"/>
              </a:cxn>
              <a:cxn ang="0">
                <a:pos x="511" y="640"/>
              </a:cxn>
              <a:cxn ang="0">
                <a:pos x="452" y="640"/>
              </a:cxn>
              <a:cxn ang="0">
                <a:pos x="388" y="693"/>
              </a:cxn>
              <a:cxn ang="0">
                <a:pos x="352" y="673"/>
              </a:cxn>
              <a:cxn ang="0">
                <a:pos x="330" y="683"/>
              </a:cxn>
              <a:cxn ang="0">
                <a:pos x="320" y="656"/>
              </a:cxn>
              <a:cxn ang="0">
                <a:pos x="304" y="666"/>
              </a:cxn>
              <a:cxn ang="0">
                <a:pos x="304" y="648"/>
              </a:cxn>
              <a:cxn ang="0">
                <a:pos x="243" y="607"/>
              </a:cxn>
              <a:cxn ang="0">
                <a:pos x="114" y="607"/>
              </a:cxn>
              <a:cxn ang="0">
                <a:pos x="74" y="635"/>
              </a:cxn>
              <a:cxn ang="0">
                <a:pos x="34" y="620"/>
              </a:cxn>
              <a:cxn ang="0">
                <a:pos x="42" y="568"/>
              </a:cxn>
            </a:cxnLst>
            <a:rect l="0" t="0" r="r" b="b"/>
            <a:pathLst>
              <a:path w="841" h="693">
                <a:moveTo>
                  <a:pt x="42" y="568"/>
                </a:moveTo>
                <a:lnTo>
                  <a:pt x="101" y="568"/>
                </a:lnTo>
                <a:lnTo>
                  <a:pt x="126" y="557"/>
                </a:lnTo>
                <a:lnTo>
                  <a:pt x="98" y="518"/>
                </a:lnTo>
                <a:lnTo>
                  <a:pt x="77" y="467"/>
                </a:lnTo>
                <a:lnTo>
                  <a:pt x="17" y="460"/>
                </a:lnTo>
                <a:lnTo>
                  <a:pt x="8" y="435"/>
                </a:lnTo>
                <a:lnTo>
                  <a:pt x="0" y="397"/>
                </a:lnTo>
                <a:lnTo>
                  <a:pt x="85" y="397"/>
                </a:lnTo>
                <a:lnTo>
                  <a:pt x="193" y="377"/>
                </a:lnTo>
                <a:lnTo>
                  <a:pt x="274" y="335"/>
                </a:lnTo>
                <a:lnTo>
                  <a:pt x="327" y="252"/>
                </a:lnTo>
                <a:lnTo>
                  <a:pt x="373" y="287"/>
                </a:lnTo>
                <a:lnTo>
                  <a:pt x="424" y="241"/>
                </a:lnTo>
                <a:lnTo>
                  <a:pt x="457" y="267"/>
                </a:lnTo>
                <a:lnTo>
                  <a:pt x="473" y="218"/>
                </a:lnTo>
                <a:lnTo>
                  <a:pt x="498" y="218"/>
                </a:lnTo>
                <a:lnTo>
                  <a:pt x="519" y="168"/>
                </a:lnTo>
                <a:lnTo>
                  <a:pt x="508" y="139"/>
                </a:lnTo>
                <a:lnTo>
                  <a:pt x="536" y="120"/>
                </a:lnTo>
                <a:lnTo>
                  <a:pt x="551" y="136"/>
                </a:lnTo>
                <a:lnTo>
                  <a:pt x="594" y="86"/>
                </a:lnTo>
                <a:lnTo>
                  <a:pt x="592" y="41"/>
                </a:lnTo>
                <a:lnTo>
                  <a:pt x="661" y="4"/>
                </a:lnTo>
                <a:lnTo>
                  <a:pt x="710" y="0"/>
                </a:lnTo>
                <a:lnTo>
                  <a:pt x="813" y="60"/>
                </a:lnTo>
                <a:lnTo>
                  <a:pt x="841" y="107"/>
                </a:lnTo>
                <a:lnTo>
                  <a:pt x="768" y="114"/>
                </a:lnTo>
                <a:lnTo>
                  <a:pt x="743" y="139"/>
                </a:lnTo>
                <a:lnTo>
                  <a:pt x="743" y="223"/>
                </a:lnTo>
                <a:lnTo>
                  <a:pt x="795" y="258"/>
                </a:lnTo>
                <a:lnTo>
                  <a:pt x="759" y="266"/>
                </a:lnTo>
                <a:lnTo>
                  <a:pt x="729" y="312"/>
                </a:lnTo>
                <a:lnTo>
                  <a:pt x="755" y="340"/>
                </a:lnTo>
                <a:lnTo>
                  <a:pt x="736" y="365"/>
                </a:lnTo>
                <a:lnTo>
                  <a:pt x="679" y="377"/>
                </a:lnTo>
                <a:lnTo>
                  <a:pt x="646" y="388"/>
                </a:lnTo>
                <a:lnTo>
                  <a:pt x="646" y="441"/>
                </a:lnTo>
                <a:lnTo>
                  <a:pt x="598" y="441"/>
                </a:lnTo>
                <a:lnTo>
                  <a:pt x="598" y="477"/>
                </a:lnTo>
                <a:lnTo>
                  <a:pt x="495" y="484"/>
                </a:lnTo>
                <a:lnTo>
                  <a:pt x="503" y="504"/>
                </a:lnTo>
                <a:lnTo>
                  <a:pt x="458" y="504"/>
                </a:lnTo>
                <a:lnTo>
                  <a:pt x="458" y="558"/>
                </a:lnTo>
                <a:lnTo>
                  <a:pt x="495" y="561"/>
                </a:lnTo>
                <a:lnTo>
                  <a:pt x="498" y="584"/>
                </a:lnTo>
                <a:lnTo>
                  <a:pt x="531" y="593"/>
                </a:lnTo>
                <a:lnTo>
                  <a:pt x="542" y="650"/>
                </a:lnTo>
                <a:lnTo>
                  <a:pt x="536" y="682"/>
                </a:lnTo>
                <a:lnTo>
                  <a:pt x="511" y="640"/>
                </a:lnTo>
                <a:lnTo>
                  <a:pt x="452" y="640"/>
                </a:lnTo>
                <a:lnTo>
                  <a:pt x="388" y="693"/>
                </a:lnTo>
                <a:lnTo>
                  <a:pt x="352" y="673"/>
                </a:lnTo>
                <a:lnTo>
                  <a:pt x="330" y="683"/>
                </a:lnTo>
                <a:lnTo>
                  <a:pt x="320" y="656"/>
                </a:lnTo>
                <a:lnTo>
                  <a:pt x="304" y="666"/>
                </a:lnTo>
                <a:lnTo>
                  <a:pt x="304" y="648"/>
                </a:lnTo>
                <a:lnTo>
                  <a:pt x="243" y="607"/>
                </a:lnTo>
                <a:lnTo>
                  <a:pt x="114" y="607"/>
                </a:lnTo>
                <a:lnTo>
                  <a:pt x="74" y="635"/>
                </a:lnTo>
                <a:lnTo>
                  <a:pt x="34" y="620"/>
                </a:lnTo>
                <a:lnTo>
                  <a:pt x="42" y="568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20" name="Freeform 155"/>
          <p:cNvSpPr>
            <a:spLocks/>
          </p:cNvSpPr>
          <p:nvPr/>
        </p:nvSpPr>
        <p:spPr bwMode="auto">
          <a:xfrm>
            <a:off x="5867463" y="4412203"/>
            <a:ext cx="55563" cy="90466"/>
          </a:xfrm>
          <a:custGeom>
            <a:avLst/>
            <a:gdLst/>
            <a:ahLst/>
            <a:cxnLst>
              <a:cxn ang="0">
                <a:pos x="32" y="0"/>
              </a:cxn>
              <a:cxn ang="0">
                <a:pos x="0" y="108"/>
              </a:cxn>
              <a:cxn ang="0">
                <a:pos x="0" y="157"/>
              </a:cxn>
              <a:cxn ang="0">
                <a:pos x="38" y="209"/>
              </a:cxn>
              <a:cxn ang="0">
                <a:pos x="62" y="209"/>
              </a:cxn>
              <a:cxn ang="0">
                <a:pos x="135" y="123"/>
              </a:cxn>
              <a:cxn ang="0">
                <a:pos x="112" y="94"/>
              </a:cxn>
              <a:cxn ang="0">
                <a:pos x="102" y="41"/>
              </a:cxn>
              <a:cxn ang="0">
                <a:pos x="32" y="0"/>
              </a:cxn>
            </a:cxnLst>
            <a:rect l="0" t="0" r="r" b="b"/>
            <a:pathLst>
              <a:path w="135" h="209">
                <a:moveTo>
                  <a:pt x="32" y="0"/>
                </a:moveTo>
                <a:lnTo>
                  <a:pt x="0" y="108"/>
                </a:lnTo>
                <a:lnTo>
                  <a:pt x="0" y="157"/>
                </a:lnTo>
                <a:lnTo>
                  <a:pt x="38" y="209"/>
                </a:lnTo>
                <a:lnTo>
                  <a:pt x="62" y="209"/>
                </a:lnTo>
                <a:lnTo>
                  <a:pt x="135" y="123"/>
                </a:lnTo>
                <a:lnTo>
                  <a:pt x="112" y="94"/>
                </a:lnTo>
                <a:lnTo>
                  <a:pt x="102" y="41"/>
                </a:lnTo>
                <a:lnTo>
                  <a:pt x="32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21" name="Freeform 157"/>
          <p:cNvSpPr>
            <a:spLocks/>
          </p:cNvSpPr>
          <p:nvPr/>
        </p:nvSpPr>
        <p:spPr bwMode="auto">
          <a:xfrm>
            <a:off x="6831075" y="3596416"/>
            <a:ext cx="177800" cy="177759"/>
          </a:xfrm>
          <a:custGeom>
            <a:avLst/>
            <a:gdLst/>
            <a:ahLst/>
            <a:cxnLst>
              <a:cxn ang="0">
                <a:pos x="437" y="75"/>
              </a:cxn>
              <a:cxn ang="0">
                <a:pos x="418" y="97"/>
              </a:cxn>
              <a:cxn ang="0">
                <a:pos x="382" y="118"/>
              </a:cxn>
              <a:cxn ang="0">
                <a:pos x="321" y="166"/>
              </a:cxn>
              <a:cxn ang="0">
                <a:pos x="321" y="199"/>
              </a:cxn>
              <a:cxn ang="0">
                <a:pos x="250" y="272"/>
              </a:cxn>
              <a:cxn ang="0">
                <a:pos x="222" y="272"/>
              </a:cxn>
              <a:cxn ang="0">
                <a:pos x="200" y="286"/>
              </a:cxn>
              <a:cxn ang="0">
                <a:pos x="200" y="314"/>
              </a:cxn>
              <a:cxn ang="0">
                <a:pos x="245" y="372"/>
              </a:cxn>
              <a:cxn ang="0">
                <a:pos x="184" y="372"/>
              </a:cxn>
              <a:cxn ang="0">
                <a:pos x="117" y="392"/>
              </a:cxn>
              <a:cxn ang="0">
                <a:pos x="87" y="406"/>
              </a:cxn>
              <a:cxn ang="0">
                <a:pos x="43" y="365"/>
              </a:cxn>
              <a:cxn ang="0">
                <a:pos x="87" y="340"/>
              </a:cxn>
              <a:cxn ang="0">
                <a:pos x="87" y="309"/>
              </a:cxn>
              <a:cxn ang="0">
                <a:pos x="64" y="290"/>
              </a:cxn>
              <a:cxn ang="0">
                <a:pos x="0" y="272"/>
              </a:cxn>
              <a:cxn ang="0">
                <a:pos x="8" y="222"/>
              </a:cxn>
              <a:cxn ang="0">
                <a:pos x="50" y="222"/>
              </a:cxn>
              <a:cxn ang="0">
                <a:pos x="85" y="170"/>
              </a:cxn>
              <a:cxn ang="0">
                <a:pos x="173" y="171"/>
              </a:cxn>
              <a:cxn ang="0">
                <a:pos x="173" y="137"/>
              </a:cxn>
              <a:cxn ang="0">
                <a:pos x="207" y="109"/>
              </a:cxn>
              <a:cxn ang="0">
                <a:pos x="250" y="111"/>
              </a:cxn>
              <a:cxn ang="0">
                <a:pos x="270" y="35"/>
              </a:cxn>
              <a:cxn ang="0">
                <a:pos x="269" y="0"/>
              </a:cxn>
              <a:cxn ang="0">
                <a:pos x="437" y="75"/>
              </a:cxn>
            </a:cxnLst>
            <a:rect l="0" t="0" r="r" b="b"/>
            <a:pathLst>
              <a:path w="437" h="406">
                <a:moveTo>
                  <a:pt x="437" y="75"/>
                </a:moveTo>
                <a:lnTo>
                  <a:pt x="418" y="97"/>
                </a:lnTo>
                <a:lnTo>
                  <a:pt x="382" y="118"/>
                </a:lnTo>
                <a:lnTo>
                  <a:pt x="321" y="166"/>
                </a:lnTo>
                <a:lnTo>
                  <a:pt x="321" y="199"/>
                </a:lnTo>
                <a:lnTo>
                  <a:pt x="250" y="272"/>
                </a:lnTo>
                <a:lnTo>
                  <a:pt x="222" y="272"/>
                </a:lnTo>
                <a:lnTo>
                  <a:pt x="200" y="286"/>
                </a:lnTo>
                <a:lnTo>
                  <a:pt x="200" y="314"/>
                </a:lnTo>
                <a:lnTo>
                  <a:pt x="245" y="372"/>
                </a:lnTo>
                <a:lnTo>
                  <a:pt x="184" y="372"/>
                </a:lnTo>
                <a:lnTo>
                  <a:pt x="117" y="392"/>
                </a:lnTo>
                <a:lnTo>
                  <a:pt x="87" y="406"/>
                </a:lnTo>
                <a:lnTo>
                  <a:pt x="43" y="365"/>
                </a:lnTo>
                <a:lnTo>
                  <a:pt x="87" y="340"/>
                </a:lnTo>
                <a:lnTo>
                  <a:pt x="87" y="309"/>
                </a:lnTo>
                <a:lnTo>
                  <a:pt x="64" y="290"/>
                </a:lnTo>
                <a:lnTo>
                  <a:pt x="0" y="272"/>
                </a:lnTo>
                <a:lnTo>
                  <a:pt x="8" y="222"/>
                </a:lnTo>
                <a:lnTo>
                  <a:pt x="50" y="222"/>
                </a:lnTo>
                <a:lnTo>
                  <a:pt x="85" y="170"/>
                </a:lnTo>
                <a:lnTo>
                  <a:pt x="173" y="171"/>
                </a:lnTo>
                <a:lnTo>
                  <a:pt x="173" y="137"/>
                </a:lnTo>
                <a:lnTo>
                  <a:pt x="207" y="109"/>
                </a:lnTo>
                <a:lnTo>
                  <a:pt x="250" y="111"/>
                </a:lnTo>
                <a:lnTo>
                  <a:pt x="270" y="35"/>
                </a:lnTo>
                <a:lnTo>
                  <a:pt x="269" y="0"/>
                </a:lnTo>
                <a:lnTo>
                  <a:pt x="437" y="75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22" name="Freeform 158"/>
          <p:cNvSpPr>
            <a:spLocks/>
          </p:cNvSpPr>
          <p:nvPr/>
        </p:nvSpPr>
        <p:spPr bwMode="auto">
          <a:xfrm>
            <a:off x="6878700" y="3758304"/>
            <a:ext cx="68262" cy="112686"/>
          </a:xfrm>
          <a:custGeom>
            <a:avLst/>
            <a:gdLst/>
            <a:ahLst/>
            <a:cxnLst>
              <a:cxn ang="0">
                <a:pos x="127" y="0"/>
              </a:cxn>
              <a:cxn ang="0">
                <a:pos x="166" y="58"/>
              </a:cxn>
              <a:cxn ang="0">
                <a:pos x="166" y="168"/>
              </a:cxn>
              <a:cxn ang="0">
                <a:pos x="107" y="215"/>
              </a:cxn>
              <a:cxn ang="0">
                <a:pos x="75" y="252"/>
              </a:cxn>
              <a:cxn ang="0">
                <a:pos x="58" y="246"/>
              </a:cxn>
              <a:cxn ang="0">
                <a:pos x="2" y="257"/>
              </a:cxn>
              <a:cxn ang="0">
                <a:pos x="0" y="203"/>
              </a:cxn>
              <a:cxn ang="0">
                <a:pos x="14" y="140"/>
              </a:cxn>
              <a:cxn ang="0">
                <a:pos x="2" y="108"/>
              </a:cxn>
              <a:cxn ang="0">
                <a:pos x="9" y="67"/>
              </a:cxn>
              <a:cxn ang="0">
                <a:pos x="43" y="61"/>
              </a:cxn>
              <a:cxn ang="0">
                <a:pos x="0" y="20"/>
              </a:cxn>
              <a:cxn ang="0">
                <a:pos x="68" y="0"/>
              </a:cxn>
              <a:cxn ang="0">
                <a:pos x="127" y="0"/>
              </a:cxn>
            </a:cxnLst>
            <a:rect l="0" t="0" r="r" b="b"/>
            <a:pathLst>
              <a:path w="166" h="257">
                <a:moveTo>
                  <a:pt x="127" y="0"/>
                </a:moveTo>
                <a:lnTo>
                  <a:pt x="166" y="58"/>
                </a:lnTo>
                <a:lnTo>
                  <a:pt x="166" y="168"/>
                </a:lnTo>
                <a:lnTo>
                  <a:pt x="107" y="215"/>
                </a:lnTo>
                <a:lnTo>
                  <a:pt x="75" y="252"/>
                </a:lnTo>
                <a:lnTo>
                  <a:pt x="58" y="246"/>
                </a:lnTo>
                <a:lnTo>
                  <a:pt x="2" y="257"/>
                </a:lnTo>
                <a:lnTo>
                  <a:pt x="0" y="203"/>
                </a:lnTo>
                <a:lnTo>
                  <a:pt x="14" y="140"/>
                </a:lnTo>
                <a:lnTo>
                  <a:pt x="2" y="108"/>
                </a:lnTo>
                <a:lnTo>
                  <a:pt x="9" y="67"/>
                </a:lnTo>
                <a:lnTo>
                  <a:pt x="43" y="61"/>
                </a:lnTo>
                <a:lnTo>
                  <a:pt x="0" y="20"/>
                </a:lnTo>
                <a:lnTo>
                  <a:pt x="68" y="0"/>
                </a:lnTo>
                <a:lnTo>
                  <a:pt x="127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23" name="Freeform 159"/>
          <p:cNvSpPr>
            <a:spLocks/>
          </p:cNvSpPr>
          <p:nvPr/>
        </p:nvSpPr>
        <p:spPr bwMode="auto">
          <a:xfrm>
            <a:off x="5894450" y="3929714"/>
            <a:ext cx="163512" cy="87292"/>
          </a:xfrm>
          <a:custGeom>
            <a:avLst/>
            <a:gdLst/>
            <a:ahLst/>
            <a:cxnLst>
              <a:cxn ang="0">
                <a:pos x="46" y="0"/>
              </a:cxn>
              <a:cxn ang="0">
                <a:pos x="153" y="0"/>
              </a:cxn>
              <a:cxn ang="0">
                <a:pos x="158" y="49"/>
              </a:cxn>
              <a:cxn ang="0">
                <a:pos x="246" y="61"/>
              </a:cxn>
              <a:cxn ang="0">
                <a:pos x="246" y="100"/>
              </a:cxn>
              <a:cxn ang="0">
                <a:pos x="266" y="105"/>
              </a:cxn>
              <a:cxn ang="0">
                <a:pos x="290" y="126"/>
              </a:cxn>
              <a:cxn ang="0">
                <a:pos x="335" y="105"/>
              </a:cxn>
              <a:cxn ang="0">
                <a:pos x="400" y="134"/>
              </a:cxn>
              <a:cxn ang="0">
                <a:pos x="378" y="198"/>
              </a:cxn>
              <a:cxn ang="0">
                <a:pos x="330" y="202"/>
              </a:cxn>
              <a:cxn ang="0">
                <a:pos x="277" y="192"/>
              </a:cxn>
              <a:cxn ang="0">
                <a:pos x="213" y="192"/>
              </a:cxn>
              <a:cxn ang="0">
                <a:pos x="196" y="150"/>
              </a:cxn>
              <a:cxn ang="0">
                <a:pos x="168" y="131"/>
              </a:cxn>
              <a:cxn ang="0">
                <a:pos x="92" y="139"/>
              </a:cxn>
              <a:cxn ang="0">
                <a:pos x="19" y="89"/>
              </a:cxn>
              <a:cxn ang="0">
                <a:pos x="0" y="55"/>
              </a:cxn>
              <a:cxn ang="0">
                <a:pos x="46" y="0"/>
              </a:cxn>
            </a:cxnLst>
            <a:rect l="0" t="0" r="r" b="b"/>
            <a:pathLst>
              <a:path w="400" h="202">
                <a:moveTo>
                  <a:pt x="46" y="0"/>
                </a:moveTo>
                <a:lnTo>
                  <a:pt x="153" y="0"/>
                </a:lnTo>
                <a:lnTo>
                  <a:pt x="158" y="49"/>
                </a:lnTo>
                <a:lnTo>
                  <a:pt x="246" y="61"/>
                </a:lnTo>
                <a:lnTo>
                  <a:pt x="246" y="100"/>
                </a:lnTo>
                <a:lnTo>
                  <a:pt x="266" y="105"/>
                </a:lnTo>
                <a:lnTo>
                  <a:pt x="290" y="126"/>
                </a:lnTo>
                <a:lnTo>
                  <a:pt x="335" y="105"/>
                </a:lnTo>
                <a:lnTo>
                  <a:pt x="400" y="134"/>
                </a:lnTo>
                <a:lnTo>
                  <a:pt x="378" y="198"/>
                </a:lnTo>
                <a:lnTo>
                  <a:pt x="330" y="202"/>
                </a:lnTo>
                <a:lnTo>
                  <a:pt x="277" y="192"/>
                </a:lnTo>
                <a:lnTo>
                  <a:pt x="213" y="192"/>
                </a:lnTo>
                <a:lnTo>
                  <a:pt x="196" y="150"/>
                </a:lnTo>
                <a:lnTo>
                  <a:pt x="168" y="131"/>
                </a:lnTo>
                <a:lnTo>
                  <a:pt x="92" y="139"/>
                </a:lnTo>
                <a:lnTo>
                  <a:pt x="19" y="89"/>
                </a:lnTo>
                <a:lnTo>
                  <a:pt x="0" y="55"/>
                </a:lnTo>
                <a:lnTo>
                  <a:pt x="46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24" name="Freeform 160"/>
          <p:cNvSpPr>
            <a:spLocks/>
          </p:cNvSpPr>
          <p:nvPr/>
        </p:nvSpPr>
        <p:spPr bwMode="auto">
          <a:xfrm>
            <a:off x="6075425" y="3972566"/>
            <a:ext cx="74612" cy="52376"/>
          </a:xfrm>
          <a:custGeom>
            <a:avLst/>
            <a:gdLst/>
            <a:ahLst/>
            <a:cxnLst>
              <a:cxn ang="0">
                <a:pos x="128" y="119"/>
              </a:cxn>
              <a:cxn ang="0">
                <a:pos x="80" y="81"/>
              </a:cxn>
              <a:cxn ang="0">
                <a:pos x="38" y="102"/>
              </a:cxn>
              <a:cxn ang="0">
                <a:pos x="0" y="87"/>
              </a:cxn>
              <a:cxn ang="0">
                <a:pos x="0" y="36"/>
              </a:cxn>
              <a:cxn ang="0">
                <a:pos x="87" y="0"/>
              </a:cxn>
              <a:cxn ang="0">
                <a:pos x="179" y="41"/>
              </a:cxn>
              <a:cxn ang="0">
                <a:pos x="179" y="81"/>
              </a:cxn>
              <a:cxn ang="0">
                <a:pos x="128" y="119"/>
              </a:cxn>
            </a:cxnLst>
            <a:rect l="0" t="0" r="r" b="b"/>
            <a:pathLst>
              <a:path w="179" h="119">
                <a:moveTo>
                  <a:pt x="128" y="119"/>
                </a:moveTo>
                <a:lnTo>
                  <a:pt x="80" y="81"/>
                </a:lnTo>
                <a:lnTo>
                  <a:pt x="38" y="102"/>
                </a:lnTo>
                <a:lnTo>
                  <a:pt x="0" y="87"/>
                </a:lnTo>
                <a:lnTo>
                  <a:pt x="0" y="36"/>
                </a:lnTo>
                <a:lnTo>
                  <a:pt x="87" y="0"/>
                </a:lnTo>
                <a:lnTo>
                  <a:pt x="179" y="41"/>
                </a:lnTo>
                <a:lnTo>
                  <a:pt x="179" y="81"/>
                </a:lnTo>
                <a:lnTo>
                  <a:pt x="128" y="119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25" name="Freeform 161"/>
          <p:cNvSpPr>
            <a:spLocks/>
          </p:cNvSpPr>
          <p:nvPr/>
        </p:nvSpPr>
        <p:spPr bwMode="auto">
          <a:xfrm>
            <a:off x="6165913" y="3980502"/>
            <a:ext cx="150813" cy="411067"/>
          </a:xfrm>
          <a:custGeom>
            <a:avLst/>
            <a:gdLst/>
            <a:ahLst/>
            <a:cxnLst>
              <a:cxn ang="0">
                <a:pos x="0" y="480"/>
              </a:cxn>
              <a:cxn ang="0">
                <a:pos x="0" y="405"/>
              </a:cxn>
              <a:cxn ang="0">
                <a:pos x="31" y="374"/>
              </a:cxn>
              <a:cxn ang="0">
                <a:pos x="44" y="261"/>
              </a:cxn>
              <a:cxn ang="0">
                <a:pos x="12" y="226"/>
              </a:cxn>
              <a:cxn ang="0">
                <a:pos x="92" y="195"/>
              </a:cxn>
              <a:cxn ang="0">
                <a:pos x="81" y="134"/>
              </a:cxn>
              <a:cxn ang="0">
                <a:pos x="144" y="70"/>
              </a:cxn>
              <a:cxn ang="0">
                <a:pos x="205" y="70"/>
              </a:cxn>
              <a:cxn ang="0">
                <a:pos x="212" y="14"/>
              </a:cxn>
              <a:cxn ang="0">
                <a:pos x="296" y="0"/>
              </a:cxn>
              <a:cxn ang="0">
                <a:pos x="333" y="131"/>
              </a:cxn>
              <a:cxn ang="0">
                <a:pos x="252" y="190"/>
              </a:cxn>
              <a:cxn ang="0">
                <a:pos x="243" y="268"/>
              </a:cxn>
              <a:cxn ang="0">
                <a:pos x="305" y="277"/>
              </a:cxn>
              <a:cxn ang="0">
                <a:pos x="360" y="298"/>
              </a:cxn>
              <a:cxn ang="0">
                <a:pos x="347" y="356"/>
              </a:cxn>
              <a:cxn ang="0">
                <a:pos x="338" y="384"/>
              </a:cxn>
              <a:cxn ang="0">
                <a:pos x="373" y="384"/>
              </a:cxn>
              <a:cxn ang="0">
                <a:pos x="373" y="410"/>
              </a:cxn>
              <a:cxn ang="0">
                <a:pos x="360" y="478"/>
              </a:cxn>
              <a:cxn ang="0">
                <a:pos x="326" y="478"/>
              </a:cxn>
              <a:cxn ang="0">
                <a:pos x="326" y="511"/>
              </a:cxn>
              <a:cxn ang="0">
                <a:pos x="289" y="504"/>
              </a:cxn>
              <a:cxn ang="0">
                <a:pos x="237" y="535"/>
              </a:cxn>
              <a:cxn ang="0">
                <a:pos x="221" y="615"/>
              </a:cxn>
              <a:cxn ang="0">
                <a:pos x="248" y="640"/>
              </a:cxn>
              <a:cxn ang="0">
                <a:pos x="248" y="677"/>
              </a:cxn>
              <a:cxn ang="0">
                <a:pos x="270" y="704"/>
              </a:cxn>
              <a:cxn ang="0">
                <a:pos x="270" y="840"/>
              </a:cxn>
              <a:cxn ang="0">
                <a:pos x="281" y="840"/>
              </a:cxn>
              <a:cxn ang="0">
                <a:pos x="313" y="909"/>
              </a:cxn>
              <a:cxn ang="0">
                <a:pos x="258" y="946"/>
              </a:cxn>
              <a:cxn ang="0">
                <a:pos x="217" y="849"/>
              </a:cxn>
              <a:cxn ang="0">
                <a:pos x="217" y="727"/>
              </a:cxn>
              <a:cxn ang="0">
                <a:pos x="189" y="677"/>
              </a:cxn>
              <a:cxn ang="0">
                <a:pos x="154" y="677"/>
              </a:cxn>
              <a:cxn ang="0">
                <a:pos x="127" y="704"/>
              </a:cxn>
              <a:cxn ang="0">
                <a:pos x="100" y="677"/>
              </a:cxn>
              <a:cxn ang="0">
                <a:pos x="90" y="714"/>
              </a:cxn>
              <a:cxn ang="0">
                <a:pos x="47" y="677"/>
              </a:cxn>
              <a:cxn ang="0">
                <a:pos x="59" y="550"/>
              </a:cxn>
              <a:cxn ang="0">
                <a:pos x="0" y="480"/>
              </a:cxn>
            </a:cxnLst>
            <a:rect l="0" t="0" r="r" b="b"/>
            <a:pathLst>
              <a:path w="373" h="946">
                <a:moveTo>
                  <a:pt x="0" y="480"/>
                </a:moveTo>
                <a:lnTo>
                  <a:pt x="0" y="405"/>
                </a:lnTo>
                <a:lnTo>
                  <a:pt x="31" y="374"/>
                </a:lnTo>
                <a:lnTo>
                  <a:pt x="44" y="261"/>
                </a:lnTo>
                <a:lnTo>
                  <a:pt x="12" y="226"/>
                </a:lnTo>
                <a:lnTo>
                  <a:pt x="92" y="195"/>
                </a:lnTo>
                <a:lnTo>
                  <a:pt x="81" y="134"/>
                </a:lnTo>
                <a:lnTo>
                  <a:pt x="144" y="70"/>
                </a:lnTo>
                <a:lnTo>
                  <a:pt x="205" y="70"/>
                </a:lnTo>
                <a:lnTo>
                  <a:pt x="212" y="14"/>
                </a:lnTo>
                <a:lnTo>
                  <a:pt x="296" y="0"/>
                </a:lnTo>
                <a:lnTo>
                  <a:pt x="333" y="131"/>
                </a:lnTo>
                <a:lnTo>
                  <a:pt x="252" y="190"/>
                </a:lnTo>
                <a:lnTo>
                  <a:pt x="243" y="268"/>
                </a:lnTo>
                <a:lnTo>
                  <a:pt x="305" y="277"/>
                </a:lnTo>
                <a:lnTo>
                  <a:pt x="360" y="298"/>
                </a:lnTo>
                <a:lnTo>
                  <a:pt x="347" y="356"/>
                </a:lnTo>
                <a:lnTo>
                  <a:pt x="338" y="384"/>
                </a:lnTo>
                <a:lnTo>
                  <a:pt x="373" y="384"/>
                </a:lnTo>
                <a:lnTo>
                  <a:pt x="373" y="410"/>
                </a:lnTo>
                <a:lnTo>
                  <a:pt x="360" y="478"/>
                </a:lnTo>
                <a:lnTo>
                  <a:pt x="326" y="478"/>
                </a:lnTo>
                <a:lnTo>
                  <a:pt x="326" y="511"/>
                </a:lnTo>
                <a:lnTo>
                  <a:pt x="289" y="504"/>
                </a:lnTo>
                <a:lnTo>
                  <a:pt x="237" y="535"/>
                </a:lnTo>
                <a:lnTo>
                  <a:pt x="221" y="615"/>
                </a:lnTo>
                <a:lnTo>
                  <a:pt x="248" y="640"/>
                </a:lnTo>
                <a:lnTo>
                  <a:pt x="248" y="677"/>
                </a:lnTo>
                <a:lnTo>
                  <a:pt x="270" y="704"/>
                </a:lnTo>
                <a:lnTo>
                  <a:pt x="270" y="840"/>
                </a:lnTo>
                <a:lnTo>
                  <a:pt x="281" y="840"/>
                </a:lnTo>
                <a:lnTo>
                  <a:pt x="313" y="909"/>
                </a:lnTo>
                <a:lnTo>
                  <a:pt x="258" y="946"/>
                </a:lnTo>
                <a:lnTo>
                  <a:pt x="217" y="849"/>
                </a:lnTo>
                <a:lnTo>
                  <a:pt x="217" y="727"/>
                </a:lnTo>
                <a:lnTo>
                  <a:pt x="189" y="677"/>
                </a:lnTo>
                <a:lnTo>
                  <a:pt x="154" y="677"/>
                </a:lnTo>
                <a:lnTo>
                  <a:pt x="127" y="704"/>
                </a:lnTo>
                <a:lnTo>
                  <a:pt x="100" y="677"/>
                </a:lnTo>
                <a:lnTo>
                  <a:pt x="90" y="714"/>
                </a:lnTo>
                <a:lnTo>
                  <a:pt x="47" y="677"/>
                </a:lnTo>
                <a:lnTo>
                  <a:pt x="59" y="550"/>
                </a:lnTo>
                <a:lnTo>
                  <a:pt x="0" y="48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26" name="Freeform 162"/>
          <p:cNvSpPr>
            <a:spLocks/>
          </p:cNvSpPr>
          <p:nvPr/>
        </p:nvSpPr>
        <p:spPr bwMode="auto">
          <a:xfrm>
            <a:off x="6254813" y="4188416"/>
            <a:ext cx="163513" cy="342821"/>
          </a:xfrm>
          <a:custGeom>
            <a:avLst/>
            <a:gdLst/>
            <a:ahLst/>
            <a:cxnLst>
              <a:cxn ang="0">
                <a:pos x="133" y="793"/>
              </a:cxn>
              <a:cxn ang="0">
                <a:pos x="133" y="759"/>
              </a:cxn>
              <a:cxn ang="0">
                <a:pos x="170" y="759"/>
              </a:cxn>
              <a:cxn ang="0">
                <a:pos x="193" y="743"/>
              </a:cxn>
              <a:cxn ang="0">
                <a:pos x="230" y="748"/>
              </a:cxn>
              <a:cxn ang="0">
                <a:pos x="148" y="656"/>
              </a:cxn>
              <a:cxn ang="0">
                <a:pos x="126" y="674"/>
              </a:cxn>
              <a:cxn ang="0">
                <a:pos x="126" y="592"/>
              </a:cxn>
              <a:cxn ang="0">
                <a:pos x="78" y="576"/>
              </a:cxn>
              <a:cxn ang="0">
                <a:pos x="78" y="523"/>
              </a:cxn>
              <a:cxn ang="0">
                <a:pos x="109" y="469"/>
              </a:cxn>
              <a:cxn ang="0">
                <a:pos x="131" y="430"/>
              </a:cxn>
              <a:cxn ang="0">
                <a:pos x="103" y="371"/>
              </a:cxn>
              <a:cxn ang="0">
                <a:pos x="133" y="352"/>
              </a:cxn>
              <a:cxn ang="0">
                <a:pos x="162" y="408"/>
              </a:cxn>
              <a:cxn ang="0">
                <a:pos x="213" y="423"/>
              </a:cxn>
              <a:cxn ang="0">
                <a:pos x="180" y="382"/>
              </a:cxn>
              <a:cxn ang="0">
                <a:pos x="283" y="318"/>
              </a:cxn>
              <a:cxn ang="0">
                <a:pos x="311" y="361"/>
              </a:cxn>
              <a:cxn ang="0">
                <a:pos x="400" y="318"/>
              </a:cxn>
              <a:cxn ang="0">
                <a:pos x="400" y="260"/>
              </a:cxn>
              <a:cxn ang="0">
                <a:pos x="351" y="242"/>
              </a:cxn>
              <a:cxn ang="0">
                <a:pos x="351" y="155"/>
              </a:cxn>
              <a:cxn ang="0">
                <a:pos x="296" y="106"/>
              </a:cxn>
              <a:cxn ang="0">
                <a:pos x="277" y="137"/>
              </a:cxn>
              <a:cxn ang="0">
                <a:pos x="193" y="129"/>
              </a:cxn>
              <a:cxn ang="0">
                <a:pos x="148" y="113"/>
              </a:cxn>
              <a:cxn ang="0">
                <a:pos x="164" y="57"/>
              </a:cxn>
              <a:cxn ang="0">
                <a:pos x="140" y="26"/>
              </a:cxn>
              <a:cxn ang="0">
                <a:pos x="140" y="0"/>
              </a:cxn>
              <a:cxn ang="0">
                <a:pos x="105" y="0"/>
              </a:cxn>
              <a:cxn ang="0">
                <a:pos x="105" y="33"/>
              </a:cxn>
              <a:cxn ang="0">
                <a:pos x="68" y="26"/>
              </a:cxn>
              <a:cxn ang="0">
                <a:pos x="16" y="57"/>
              </a:cxn>
              <a:cxn ang="0">
                <a:pos x="0" y="137"/>
              </a:cxn>
              <a:cxn ang="0">
                <a:pos x="27" y="161"/>
              </a:cxn>
              <a:cxn ang="0">
                <a:pos x="27" y="198"/>
              </a:cxn>
              <a:cxn ang="0">
                <a:pos x="49" y="225"/>
              </a:cxn>
              <a:cxn ang="0">
                <a:pos x="49" y="361"/>
              </a:cxn>
              <a:cxn ang="0">
                <a:pos x="61" y="361"/>
              </a:cxn>
              <a:cxn ang="0">
                <a:pos x="94" y="430"/>
              </a:cxn>
              <a:cxn ang="0">
                <a:pos x="37" y="467"/>
              </a:cxn>
              <a:cxn ang="0">
                <a:pos x="28" y="582"/>
              </a:cxn>
              <a:cxn ang="0">
                <a:pos x="6" y="623"/>
              </a:cxn>
              <a:cxn ang="0">
                <a:pos x="6" y="666"/>
              </a:cxn>
              <a:cxn ang="0">
                <a:pos x="51" y="666"/>
              </a:cxn>
              <a:cxn ang="0">
                <a:pos x="51" y="695"/>
              </a:cxn>
              <a:cxn ang="0">
                <a:pos x="133" y="793"/>
              </a:cxn>
            </a:cxnLst>
            <a:rect l="0" t="0" r="r" b="b"/>
            <a:pathLst>
              <a:path w="400" h="793">
                <a:moveTo>
                  <a:pt x="133" y="793"/>
                </a:moveTo>
                <a:lnTo>
                  <a:pt x="133" y="759"/>
                </a:lnTo>
                <a:lnTo>
                  <a:pt x="170" y="759"/>
                </a:lnTo>
                <a:lnTo>
                  <a:pt x="193" y="743"/>
                </a:lnTo>
                <a:lnTo>
                  <a:pt x="230" y="748"/>
                </a:lnTo>
                <a:lnTo>
                  <a:pt x="148" y="656"/>
                </a:lnTo>
                <a:lnTo>
                  <a:pt x="126" y="674"/>
                </a:lnTo>
                <a:lnTo>
                  <a:pt x="126" y="592"/>
                </a:lnTo>
                <a:lnTo>
                  <a:pt x="78" y="576"/>
                </a:lnTo>
                <a:lnTo>
                  <a:pt x="78" y="523"/>
                </a:lnTo>
                <a:lnTo>
                  <a:pt x="109" y="469"/>
                </a:lnTo>
                <a:lnTo>
                  <a:pt x="131" y="430"/>
                </a:lnTo>
                <a:lnTo>
                  <a:pt x="103" y="371"/>
                </a:lnTo>
                <a:lnTo>
                  <a:pt x="133" y="352"/>
                </a:lnTo>
                <a:lnTo>
                  <a:pt x="162" y="408"/>
                </a:lnTo>
                <a:lnTo>
                  <a:pt x="213" y="423"/>
                </a:lnTo>
                <a:lnTo>
                  <a:pt x="180" y="382"/>
                </a:lnTo>
                <a:lnTo>
                  <a:pt x="283" y="318"/>
                </a:lnTo>
                <a:lnTo>
                  <a:pt x="311" y="361"/>
                </a:lnTo>
                <a:lnTo>
                  <a:pt x="400" y="318"/>
                </a:lnTo>
                <a:lnTo>
                  <a:pt x="400" y="260"/>
                </a:lnTo>
                <a:lnTo>
                  <a:pt x="351" y="242"/>
                </a:lnTo>
                <a:lnTo>
                  <a:pt x="351" y="155"/>
                </a:lnTo>
                <a:lnTo>
                  <a:pt x="296" y="106"/>
                </a:lnTo>
                <a:lnTo>
                  <a:pt x="277" y="137"/>
                </a:lnTo>
                <a:lnTo>
                  <a:pt x="193" y="129"/>
                </a:lnTo>
                <a:lnTo>
                  <a:pt x="148" y="113"/>
                </a:lnTo>
                <a:lnTo>
                  <a:pt x="164" y="57"/>
                </a:lnTo>
                <a:lnTo>
                  <a:pt x="140" y="26"/>
                </a:lnTo>
                <a:lnTo>
                  <a:pt x="140" y="0"/>
                </a:lnTo>
                <a:lnTo>
                  <a:pt x="105" y="0"/>
                </a:lnTo>
                <a:lnTo>
                  <a:pt x="105" y="33"/>
                </a:lnTo>
                <a:lnTo>
                  <a:pt x="68" y="26"/>
                </a:lnTo>
                <a:lnTo>
                  <a:pt x="16" y="57"/>
                </a:lnTo>
                <a:lnTo>
                  <a:pt x="0" y="137"/>
                </a:lnTo>
                <a:lnTo>
                  <a:pt x="27" y="161"/>
                </a:lnTo>
                <a:lnTo>
                  <a:pt x="27" y="198"/>
                </a:lnTo>
                <a:lnTo>
                  <a:pt x="49" y="225"/>
                </a:lnTo>
                <a:lnTo>
                  <a:pt x="49" y="361"/>
                </a:lnTo>
                <a:lnTo>
                  <a:pt x="61" y="361"/>
                </a:lnTo>
                <a:lnTo>
                  <a:pt x="94" y="430"/>
                </a:lnTo>
                <a:lnTo>
                  <a:pt x="37" y="467"/>
                </a:lnTo>
                <a:lnTo>
                  <a:pt x="28" y="582"/>
                </a:lnTo>
                <a:lnTo>
                  <a:pt x="6" y="623"/>
                </a:lnTo>
                <a:lnTo>
                  <a:pt x="6" y="666"/>
                </a:lnTo>
                <a:lnTo>
                  <a:pt x="51" y="666"/>
                </a:lnTo>
                <a:lnTo>
                  <a:pt x="51" y="695"/>
                </a:lnTo>
                <a:lnTo>
                  <a:pt x="133" y="793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27" name="Freeform 163"/>
          <p:cNvSpPr>
            <a:spLocks/>
          </p:cNvSpPr>
          <p:nvPr/>
        </p:nvSpPr>
        <p:spPr bwMode="auto">
          <a:xfrm>
            <a:off x="6308787" y="4510605"/>
            <a:ext cx="69850" cy="106337"/>
          </a:xfrm>
          <a:custGeom>
            <a:avLst/>
            <a:gdLst/>
            <a:ahLst/>
            <a:cxnLst>
              <a:cxn ang="0">
                <a:pos x="0" y="51"/>
              </a:cxn>
              <a:cxn ang="0">
                <a:pos x="0" y="17"/>
              </a:cxn>
              <a:cxn ang="0">
                <a:pos x="37" y="17"/>
              </a:cxn>
              <a:cxn ang="0">
                <a:pos x="59" y="0"/>
              </a:cxn>
              <a:cxn ang="0">
                <a:pos x="94" y="5"/>
              </a:cxn>
              <a:cxn ang="0">
                <a:pos x="142" y="51"/>
              </a:cxn>
              <a:cxn ang="0">
                <a:pos x="142" y="169"/>
              </a:cxn>
              <a:cxn ang="0">
                <a:pos x="159" y="209"/>
              </a:cxn>
              <a:cxn ang="0">
                <a:pos x="165" y="246"/>
              </a:cxn>
              <a:cxn ang="0">
                <a:pos x="130" y="246"/>
              </a:cxn>
              <a:cxn ang="0">
                <a:pos x="51" y="165"/>
              </a:cxn>
              <a:cxn ang="0">
                <a:pos x="21" y="96"/>
              </a:cxn>
              <a:cxn ang="0">
                <a:pos x="0" y="51"/>
              </a:cxn>
            </a:cxnLst>
            <a:rect l="0" t="0" r="r" b="b"/>
            <a:pathLst>
              <a:path w="165" h="246">
                <a:moveTo>
                  <a:pt x="0" y="51"/>
                </a:moveTo>
                <a:lnTo>
                  <a:pt x="0" y="17"/>
                </a:lnTo>
                <a:lnTo>
                  <a:pt x="37" y="17"/>
                </a:lnTo>
                <a:lnTo>
                  <a:pt x="59" y="0"/>
                </a:lnTo>
                <a:lnTo>
                  <a:pt x="94" y="5"/>
                </a:lnTo>
                <a:lnTo>
                  <a:pt x="142" y="51"/>
                </a:lnTo>
                <a:lnTo>
                  <a:pt x="142" y="169"/>
                </a:lnTo>
                <a:lnTo>
                  <a:pt x="159" y="209"/>
                </a:lnTo>
                <a:lnTo>
                  <a:pt x="165" y="246"/>
                </a:lnTo>
                <a:lnTo>
                  <a:pt x="130" y="246"/>
                </a:lnTo>
                <a:lnTo>
                  <a:pt x="51" y="165"/>
                </a:lnTo>
                <a:lnTo>
                  <a:pt x="21" y="96"/>
                </a:lnTo>
                <a:lnTo>
                  <a:pt x="0" y="51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28" name="Freeform 164"/>
          <p:cNvSpPr>
            <a:spLocks/>
          </p:cNvSpPr>
          <p:nvPr/>
        </p:nvSpPr>
        <p:spPr bwMode="auto">
          <a:xfrm>
            <a:off x="6311962" y="4156674"/>
            <a:ext cx="153988" cy="195218"/>
          </a:xfrm>
          <a:custGeom>
            <a:avLst/>
            <a:gdLst/>
            <a:ahLst/>
            <a:cxnLst>
              <a:cxn ang="0">
                <a:pos x="0" y="73"/>
              </a:cxn>
              <a:cxn ang="0">
                <a:pos x="0" y="99"/>
              </a:cxn>
              <a:cxn ang="0">
                <a:pos x="25" y="130"/>
              </a:cxn>
              <a:cxn ang="0">
                <a:pos x="9" y="187"/>
              </a:cxn>
              <a:cxn ang="0">
                <a:pos x="53" y="203"/>
              </a:cxn>
              <a:cxn ang="0">
                <a:pos x="137" y="210"/>
              </a:cxn>
              <a:cxn ang="0">
                <a:pos x="157" y="179"/>
              </a:cxn>
              <a:cxn ang="0">
                <a:pos x="210" y="230"/>
              </a:cxn>
              <a:cxn ang="0">
                <a:pos x="210" y="315"/>
              </a:cxn>
              <a:cxn ang="0">
                <a:pos x="261" y="334"/>
              </a:cxn>
              <a:cxn ang="0">
                <a:pos x="261" y="392"/>
              </a:cxn>
              <a:cxn ang="0">
                <a:pos x="284" y="424"/>
              </a:cxn>
              <a:cxn ang="0">
                <a:pos x="284" y="451"/>
              </a:cxn>
              <a:cxn ang="0">
                <a:pos x="334" y="430"/>
              </a:cxn>
              <a:cxn ang="0">
                <a:pos x="365" y="402"/>
              </a:cxn>
              <a:cxn ang="0">
                <a:pos x="375" y="360"/>
              </a:cxn>
              <a:cxn ang="0">
                <a:pos x="334" y="334"/>
              </a:cxn>
              <a:cxn ang="0">
                <a:pos x="303" y="248"/>
              </a:cxn>
              <a:cxn ang="0">
                <a:pos x="220" y="193"/>
              </a:cxn>
              <a:cxn ang="0">
                <a:pos x="207" y="151"/>
              </a:cxn>
              <a:cxn ang="0">
                <a:pos x="172" y="130"/>
              </a:cxn>
              <a:cxn ang="0">
                <a:pos x="172" y="107"/>
              </a:cxn>
              <a:cxn ang="0">
                <a:pos x="210" y="73"/>
              </a:cxn>
              <a:cxn ang="0">
                <a:pos x="199" y="57"/>
              </a:cxn>
              <a:cxn ang="0">
                <a:pos x="137" y="57"/>
              </a:cxn>
              <a:cxn ang="0">
                <a:pos x="131" y="19"/>
              </a:cxn>
              <a:cxn ang="0">
                <a:pos x="84" y="0"/>
              </a:cxn>
              <a:cxn ang="0">
                <a:pos x="41" y="21"/>
              </a:cxn>
              <a:cxn ang="0">
                <a:pos x="13" y="5"/>
              </a:cxn>
              <a:cxn ang="0">
                <a:pos x="0" y="73"/>
              </a:cxn>
            </a:cxnLst>
            <a:rect l="0" t="0" r="r" b="b"/>
            <a:pathLst>
              <a:path w="375" h="451">
                <a:moveTo>
                  <a:pt x="0" y="73"/>
                </a:moveTo>
                <a:lnTo>
                  <a:pt x="0" y="99"/>
                </a:lnTo>
                <a:lnTo>
                  <a:pt x="25" y="130"/>
                </a:lnTo>
                <a:lnTo>
                  <a:pt x="9" y="187"/>
                </a:lnTo>
                <a:lnTo>
                  <a:pt x="53" y="203"/>
                </a:lnTo>
                <a:lnTo>
                  <a:pt x="137" y="210"/>
                </a:lnTo>
                <a:lnTo>
                  <a:pt x="157" y="179"/>
                </a:lnTo>
                <a:lnTo>
                  <a:pt x="210" y="230"/>
                </a:lnTo>
                <a:lnTo>
                  <a:pt x="210" y="315"/>
                </a:lnTo>
                <a:lnTo>
                  <a:pt x="261" y="334"/>
                </a:lnTo>
                <a:lnTo>
                  <a:pt x="261" y="392"/>
                </a:lnTo>
                <a:lnTo>
                  <a:pt x="284" y="424"/>
                </a:lnTo>
                <a:lnTo>
                  <a:pt x="284" y="451"/>
                </a:lnTo>
                <a:lnTo>
                  <a:pt x="334" y="430"/>
                </a:lnTo>
                <a:lnTo>
                  <a:pt x="365" y="402"/>
                </a:lnTo>
                <a:lnTo>
                  <a:pt x="375" y="360"/>
                </a:lnTo>
                <a:lnTo>
                  <a:pt x="334" y="334"/>
                </a:lnTo>
                <a:lnTo>
                  <a:pt x="303" y="248"/>
                </a:lnTo>
                <a:lnTo>
                  <a:pt x="220" y="193"/>
                </a:lnTo>
                <a:lnTo>
                  <a:pt x="207" y="151"/>
                </a:lnTo>
                <a:lnTo>
                  <a:pt x="172" y="130"/>
                </a:lnTo>
                <a:lnTo>
                  <a:pt x="172" y="107"/>
                </a:lnTo>
                <a:lnTo>
                  <a:pt x="210" y="73"/>
                </a:lnTo>
                <a:lnTo>
                  <a:pt x="199" y="57"/>
                </a:lnTo>
                <a:lnTo>
                  <a:pt x="137" y="57"/>
                </a:lnTo>
                <a:lnTo>
                  <a:pt x="131" y="19"/>
                </a:lnTo>
                <a:lnTo>
                  <a:pt x="84" y="0"/>
                </a:lnTo>
                <a:lnTo>
                  <a:pt x="41" y="21"/>
                </a:lnTo>
                <a:lnTo>
                  <a:pt x="13" y="5"/>
                </a:lnTo>
                <a:lnTo>
                  <a:pt x="0" y="73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29" name="Freeform 165"/>
          <p:cNvSpPr>
            <a:spLocks/>
          </p:cNvSpPr>
          <p:nvPr/>
        </p:nvSpPr>
        <p:spPr bwMode="auto">
          <a:xfrm>
            <a:off x="6329425" y="4326497"/>
            <a:ext cx="120650" cy="96815"/>
          </a:xfrm>
          <a:custGeom>
            <a:avLst/>
            <a:gdLst/>
            <a:ahLst/>
            <a:cxnLst>
              <a:cxn ang="0">
                <a:pos x="220" y="0"/>
              </a:cxn>
              <a:cxn ang="0">
                <a:pos x="243" y="35"/>
              </a:cxn>
              <a:cxn ang="0">
                <a:pos x="243" y="62"/>
              </a:cxn>
              <a:cxn ang="0">
                <a:pos x="292" y="40"/>
              </a:cxn>
              <a:cxn ang="0">
                <a:pos x="295" y="89"/>
              </a:cxn>
              <a:cxn ang="0">
                <a:pos x="258" y="143"/>
              </a:cxn>
              <a:cxn ang="0">
                <a:pos x="221" y="143"/>
              </a:cxn>
              <a:cxn ang="0">
                <a:pos x="221" y="182"/>
              </a:cxn>
              <a:cxn ang="0">
                <a:pos x="183" y="182"/>
              </a:cxn>
              <a:cxn ang="0">
                <a:pos x="173" y="226"/>
              </a:cxn>
              <a:cxn ang="0">
                <a:pos x="89" y="191"/>
              </a:cxn>
              <a:cxn ang="0">
                <a:pos x="30" y="107"/>
              </a:cxn>
              <a:cxn ang="0">
                <a:pos x="0" y="68"/>
              </a:cxn>
              <a:cxn ang="0">
                <a:pos x="101" y="2"/>
              </a:cxn>
              <a:cxn ang="0">
                <a:pos x="131" y="45"/>
              </a:cxn>
              <a:cxn ang="0">
                <a:pos x="220" y="0"/>
              </a:cxn>
            </a:cxnLst>
            <a:rect l="0" t="0" r="r" b="b"/>
            <a:pathLst>
              <a:path w="295" h="226">
                <a:moveTo>
                  <a:pt x="220" y="0"/>
                </a:moveTo>
                <a:lnTo>
                  <a:pt x="243" y="35"/>
                </a:lnTo>
                <a:lnTo>
                  <a:pt x="243" y="62"/>
                </a:lnTo>
                <a:lnTo>
                  <a:pt x="292" y="40"/>
                </a:lnTo>
                <a:lnTo>
                  <a:pt x="295" y="89"/>
                </a:lnTo>
                <a:lnTo>
                  <a:pt x="258" y="143"/>
                </a:lnTo>
                <a:lnTo>
                  <a:pt x="221" y="143"/>
                </a:lnTo>
                <a:lnTo>
                  <a:pt x="221" y="182"/>
                </a:lnTo>
                <a:lnTo>
                  <a:pt x="183" y="182"/>
                </a:lnTo>
                <a:lnTo>
                  <a:pt x="173" y="226"/>
                </a:lnTo>
                <a:lnTo>
                  <a:pt x="89" y="191"/>
                </a:lnTo>
                <a:lnTo>
                  <a:pt x="30" y="107"/>
                </a:lnTo>
                <a:lnTo>
                  <a:pt x="0" y="68"/>
                </a:lnTo>
                <a:lnTo>
                  <a:pt x="101" y="2"/>
                </a:lnTo>
                <a:lnTo>
                  <a:pt x="131" y="45"/>
                </a:lnTo>
                <a:lnTo>
                  <a:pt x="220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30" name="Freeform 166"/>
          <p:cNvSpPr>
            <a:spLocks/>
          </p:cNvSpPr>
          <p:nvPr/>
        </p:nvSpPr>
        <p:spPr bwMode="auto">
          <a:xfrm>
            <a:off x="6346887" y="4120170"/>
            <a:ext cx="153988" cy="347582"/>
          </a:xfrm>
          <a:custGeom>
            <a:avLst/>
            <a:gdLst/>
            <a:ahLst/>
            <a:cxnLst>
              <a:cxn ang="0">
                <a:pos x="130" y="700"/>
              </a:cxn>
              <a:cxn ang="0">
                <a:pos x="98" y="781"/>
              </a:cxn>
              <a:cxn ang="0">
                <a:pos x="130" y="800"/>
              </a:cxn>
              <a:cxn ang="0">
                <a:pos x="261" y="699"/>
              </a:cxn>
              <a:cxn ang="0">
                <a:pos x="345" y="664"/>
              </a:cxn>
              <a:cxn ang="0">
                <a:pos x="375" y="605"/>
              </a:cxn>
              <a:cxn ang="0">
                <a:pos x="375" y="511"/>
              </a:cxn>
              <a:cxn ang="0">
                <a:pos x="363" y="483"/>
              </a:cxn>
              <a:cxn ang="0">
                <a:pos x="302" y="384"/>
              </a:cxn>
              <a:cxn ang="0">
                <a:pos x="247" y="309"/>
              </a:cxn>
              <a:cxn ang="0">
                <a:pos x="207" y="274"/>
              </a:cxn>
              <a:cxn ang="0">
                <a:pos x="207" y="204"/>
              </a:cxn>
              <a:cxn ang="0">
                <a:pos x="291" y="117"/>
              </a:cxn>
              <a:cxn ang="0">
                <a:pos x="270" y="104"/>
              </a:cxn>
              <a:cxn ang="0">
                <a:pos x="239" y="104"/>
              </a:cxn>
              <a:cxn ang="0">
                <a:pos x="255" y="31"/>
              </a:cxn>
              <a:cxn ang="0">
                <a:pos x="223" y="0"/>
              </a:cxn>
              <a:cxn ang="0">
                <a:pos x="115" y="0"/>
              </a:cxn>
              <a:cxn ang="0">
                <a:pos x="114" y="47"/>
              </a:cxn>
              <a:cxn ang="0">
                <a:pos x="0" y="47"/>
              </a:cxn>
              <a:cxn ang="0">
                <a:pos x="0" y="83"/>
              </a:cxn>
              <a:cxn ang="0">
                <a:pos x="47" y="100"/>
              </a:cxn>
              <a:cxn ang="0">
                <a:pos x="53" y="138"/>
              </a:cxn>
              <a:cxn ang="0">
                <a:pos x="115" y="138"/>
              </a:cxn>
              <a:cxn ang="0">
                <a:pos x="128" y="155"/>
              </a:cxn>
              <a:cxn ang="0">
                <a:pos x="88" y="189"/>
              </a:cxn>
              <a:cxn ang="0">
                <a:pos x="88" y="212"/>
              </a:cxn>
              <a:cxn ang="0">
                <a:pos x="123" y="233"/>
              </a:cxn>
              <a:cxn ang="0">
                <a:pos x="136" y="274"/>
              </a:cxn>
              <a:cxn ang="0">
                <a:pos x="219" y="331"/>
              </a:cxn>
              <a:cxn ang="0">
                <a:pos x="250" y="416"/>
              </a:cxn>
              <a:cxn ang="0">
                <a:pos x="291" y="442"/>
              </a:cxn>
              <a:cxn ang="0">
                <a:pos x="281" y="484"/>
              </a:cxn>
              <a:cxn ang="0">
                <a:pos x="250" y="512"/>
              </a:cxn>
              <a:cxn ang="0">
                <a:pos x="252" y="562"/>
              </a:cxn>
              <a:cxn ang="0">
                <a:pos x="215" y="617"/>
              </a:cxn>
              <a:cxn ang="0">
                <a:pos x="178" y="617"/>
              </a:cxn>
              <a:cxn ang="0">
                <a:pos x="178" y="657"/>
              </a:cxn>
              <a:cxn ang="0">
                <a:pos x="140" y="657"/>
              </a:cxn>
              <a:cxn ang="0">
                <a:pos x="130" y="700"/>
              </a:cxn>
            </a:cxnLst>
            <a:rect l="0" t="0" r="r" b="b"/>
            <a:pathLst>
              <a:path w="375" h="800">
                <a:moveTo>
                  <a:pt x="130" y="700"/>
                </a:moveTo>
                <a:lnTo>
                  <a:pt x="98" y="781"/>
                </a:lnTo>
                <a:lnTo>
                  <a:pt x="130" y="800"/>
                </a:lnTo>
                <a:lnTo>
                  <a:pt x="261" y="699"/>
                </a:lnTo>
                <a:lnTo>
                  <a:pt x="345" y="664"/>
                </a:lnTo>
                <a:lnTo>
                  <a:pt x="375" y="605"/>
                </a:lnTo>
                <a:lnTo>
                  <a:pt x="375" y="511"/>
                </a:lnTo>
                <a:lnTo>
                  <a:pt x="363" y="483"/>
                </a:lnTo>
                <a:lnTo>
                  <a:pt x="302" y="384"/>
                </a:lnTo>
                <a:lnTo>
                  <a:pt x="247" y="309"/>
                </a:lnTo>
                <a:lnTo>
                  <a:pt x="207" y="274"/>
                </a:lnTo>
                <a:lnTo>
                  <a:pt x="207" y="204"/>
                </a:lnTo>
                <a:lnTo>
                  <a:pt x="291" y="117"/>
                </a:lnTo>
                <a:lnTo>
                  <a:pt x="270" y="104"/>
                </a:lnTo>
                <a:lnTo>
                  <a:pt x="239" y="104"/>
                </a:lnTo>
                <a:lnTo>
                  <a:pt x="255" y="31"/>
                </a:lnTo>
                <a:lnTo>
                  <a:pt x="223" y="0"/>
                </a:lnTo>
                <a:lnTo>
                  <a:pt x="115" y="0"/>
                </a:lnTo>
                <a:lnTo>
                  <a:pt x="114" y="47"/>
                </a:lnTo>
                <a:lnTo>
                  <a:pt x="0" y="47"/>
                </a:lnTo>
                <a:lnTo>
                  <a:pt x="0" y="83"/>
                </a:lnTo>
                <a:lnTo>
                  <a:pt x="47" y="100"/>
                </a:lnTo>
                <a:lnTo>
                  <a:pt x="53" y="138"/>
                </a:lnTo>
                <a:lnTo>
                  <a:pt x="115" y="138"/>
                </a:lnTo>
                <a:lnTo>
                  <a:pt x="128" y="155"/>
                </a:lnTo>
                <a:lnTo>
                  <a:pt x="88" y="189"/>
                </a:lnTo>
                <a:lnTo>
                  <a:pt x="88" y="212"/>
                </a:lnTo>
                <a:lnTo>
                  <a:pt x="123" y="233"/>
                </a:lnTo>
                <a:lnTo>
                  <a:pt x="136" y="274"/>
                </a:lnTo>
                <a:lnTo>
                  <a:pt x="219" y="331"/>
                </a:lnTo>
                <a:lnTo>
                  <a:pt x="250" y="416"/>
                </a:lnTo>
                <a:lnTo>
                  <a:pt x="291" y="442"/>
                </a:lnTo>
                <a:lnTo>
                  <a:pt x="281" y="484"/>
                </a:lnTo>
                <a:lnTo>
                  <a:pt x="250" y="512"/>
                </a:lnTo>
                <a:lnTo>
                  <a:pt x="252" y="562"/>
                </a:lnTo>
                <a:lnTo>
                  <a:pt x="215" y="617"/>
                </a:lnTo>
                <a:lnTo>
                  <a:pt x="178" y="617"/>
                </a:lnTo>
                <a:lnTo>
                  <a:pt x="178" y="657"/>
                </a:lnTo>
                <a:lnTo>
                  <a:pt x="140" y="657"/>
                </a:lnTo>
                <a:lnTo>
                  <a:pt x="130" y="70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31" name="Freeform 167"/>
          <p:cNvSpPr>
            <a:spLocks/>
          </p:cNvSpPr>
          <p:nvPr/>
        </p:nvSpPr>
        <p:spPr bwMode="auto">
          <a:xfrm>
            <a:off x="6191312" y="4512191"/>
            <a:ext cx="236538" cy="279335"/>
          </a:xfrm>
          <a:custGeom>
            <a:avLst/>
            <a:gdLst>
              <a:gd name="T0" fmla="*/ 2147483647 w 579"/>
              <a:gd name="T1" fmla="*/ 2147483647 h 645"/>
              <a:gd name="T2" fmla="*/ 2147483647 w 579"/>
              <a:gd name="T3" fmla="*/ 2147483647 h 645"/>
              <a:gd name="T4" fmla="*/ 2147483647 w 579"/>
              <a:gd name="T5" fmla="*/ 2147483647 h 645"/>
              <a:gd name="T6" fmla="*/ 2147483647 w 579"/>
              <a:gd name="T7" fmla="*/ 2147483647 h 645"/>
              <a:gd name="T8" fmla="*/ 2147483647 w 579"/>
              <a:gd name="T9" fmla="*/ 2147483647 h 645"/>
              <a:gd name="T10" fmla="*/ 2147483647 w 579"/>
              <a:gd name="T11" fmla="*/ 2147483647 h 645"/>
              <a:gd name="T12" fmla="*/ 2147483647 w 579"/>
              <a:gd name="T13" fmla="*/ 2147483647 h 645"/>
              <a:gd name="T14" fmla="*/ 0 w 579"/>
              <a:gd name="T15" fmla="*/ 0 h 645"/>
              <a:gd name="T16" fmla="*/ 2147483647 w 579"/>
              <a:gd name="T17" fmla="*/ 2147483647 h 645"/>
              <a:gd name="T18" fmla="*/ 2147483647 w 579"/>
              <a:gd name="T19" fmla="*/ 2147483647 h 645"/>
              <a:gd name="T20" fmla="*/ 2147483647 w 579"/>
              <a:gd name="T21" fmla="*/ 2147483647 h 645"/>
              <a:gd name="T22" fmla="*/ 2147483647 w 579"/>
              <a:gd name="T23" fmla="*/ 2147483647 h 645"/>
              <a:gd name="T24" fmla="*/ 2147483647 w 579"/>
              <a:gd name="T25" fmla="*/ 2147483647 h 645"/>
              <a:gd name="T26" fmla="*/ 2147483647 w 579"/>
              <a:gd name="T27" fmla="*/ 2147483647 h 645"/>
              <a:gd name="T28" fmla="*/ 2147483647 w 579"/>
              <a:gd name="T29" fmla="*/ 2147483647 h 645"/>
              <a:gd name="T30" fmla="*/ 2147483647 w 579"/>
              <a:gd name="T31" fmla="*/ 2147483647 h 645"/>
              <a:gd name="T32" fmla="*/ 2147483647 w 579"/>
              <a:gd name="T33" fmla="*/ 2147483647 h 645"/>
              <a:gd name="T34" fmla="*/ 2147483647 w 579"/>
              <a:gd name="T35" fmla="*/ 2147483647 h 645"/>
              <a:gd name="T36" fmla="*/ 2147483647 w 579"/>
              <a:gd name="T37" fmla="*/ 2147483647 h 645"/>
              <a:gd name="T38" fmla="*/ 2147483647 w 579"/>
              <a:gd name="T39" fmla="*/ 2147483647 h 645"/>
              <a:gd name="T40" fmla="*/ 2147483647 w 579"/>
              <a:gd name="T41" fmla="*/ 2147483647 h 645"/>
              <a:gd name="T42" fmla="*/ 2147483647 w 579"/>
              <a:gd name="T43" fmla="*/ 2147483647 h 645"/>
              <a:gd name="T44" fmla="*/ 2147483647 w 579"/>
              <a:gd name="T45" fmla="*/ 2147483647 h 645"/>
              <a:gd name="T46" fmla="*/ 2147483647 w 579"/>
              <a:gd name="T47" fmla="*/ 2147483647 h 645"/>
              <a:gd name="T48" fmla="*/ 2147483647 w 579"/>
              <a:gd name="T49" fmla="*/ 2147483647 h 645"/>
              <a:gd name="T50" fmla="*/ 2147483647 w 579"/>
              <a:gd name="T51" fmla="*/ 2147483647 h 645"/>
              <a:gd name="T52" fmla="*/ 2147483647 w 579"/>
              <a:gd name="T53" fmla="*/ 2147483647 h 645"/>
              <a:gd name="T54" fmla="*/ 2147483647 w 579"/>
              <a:gd name="T55" fmla="*/ 2147483647 h 645"/>
              <a:gd name="T56" fmla="*/ 2147483647 w 579"/>
              <a:gd name="T57" fmla="*/ 2147483647 h 645"/>
              <a:gd name="T58" fmla="*/ 2147483647 w 579"/>
              <a:gd name="T59" fmla="*/ 2147483647 h 645"/>
              <a:gd name="T60" fmla="*/ 2147483647 w 579"/>
              <a:gd name="T61" fmla="*/ 2147483647 h 645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w 579"/>
              <a:gd name="T94" fmla="*/ 0 h 645"/>
              <a:gd name="T95" fmla="*/ 579 w 579"/>
              <a:gd name="T96" fmla="*/ 645 h 645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T93" t="T94" r="T95" b="T96"/>
            <a:pathLst>
              <a:path w="579" h="645">
                <a:moveTo>
                  <a:pt x="411" y="282"/>
                </a:moveTo>
                <a:lnTo>
                  <a:pt x="377" y="263"/>
                </a:lnTo>
                <a:lnTo>
                  <a:pt x="329" y="184"/>
                </a:lnTo>
                <a:lnTo>
                  <a:pt x="279" y="191"/>
                </a:lnTo>
                <a:lnTo>
                  <a:pt x="138" y="23"/>
                </a:lnTo>
                <a:lnTo>
                  <a:pt x="62" y="29"/>
                </a:lnTo>
                <a:lnTo>
                  <a:pt x="34" y="8"/>
                </a:lnTo>
                <a:lnTo>
                  <a:pt x="0" y="0"/>
                </a:lnTo>
                <a:lnTo>
                  <a:pt x="34" y="75"/>
                </a:lnTo>
                <a:lnTo>
                  <a:pt x="95" y="117"/>
                </a:lnTo>
                <a:lnTo>
                  <a:pt x="238" y="350"/>
                </a:lnTo>
                <a:lnTo>
                  <a:pt x="238" y="406"/>
                </a:lnTo>
                <a:lnTo>
                  <a:pt x="272" y="471"/>
                </a:lnTo>
                <a:lnTo>
                  <a:pt x="349" y="537"/>
                </a:lnTo>
                <a:lnTo>
                  <a:pt x="349" y="582"/>
                </a:lnTo>
                <a:lnTo>
                  <a:pt x="396" y="597"/>
                </a:lnTo>
                <a:lnTo>
                  <a:pt x="431" y="645"/>
                </a:lnTo>
                <a:lnTo>
                  <a:pt x="499" y="637"/>
                </a:lnTo>
                <a:lnTo>
                  <a:pt x="525" y="645"/>
                </a:lnTo>
                <a:lnTo>
                  <a:pt x="546" y="645"/>
                </a:lnTo>
                <a:lnTo>
                  <a:pt x="537" y="595"/>
                </a:lnTo>
                <a:lnTo>
                  <a:pt x="546" y="575"/>
                </a:lnTo>
                <a:lnTo>
                  <a:pt x="546" y="524"/>
                </a:lnTo>
                <a:lnTo>
                  <a:pt x="579" y="527"/>
                </a:lnTo>
                <a:lnTo>
                  <a:pt x="579" y="471"/>
                </a:lnTo>
                <a:lnTo>
                  <a:pt x="552" y="438"/>
                </a:lnTo>
                <a:lnTo>
                  <a:pt x="494" y="451"/>
                </a:lnTo>
                <a:lnTo>
                  <a:pt x="464" y="410"/>
                </a:lnTo>
                <a:lnTo>
                  <a:pt x="424" y="385"/>
                </a:lnTo>
                <a:lnTo>
                  <a:pt x="405" y="350"/>
                </a:lnTo>
                <a:lnTo>
                  <a:pt x="411" y="282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32" name="Freeform 168"/>
          <p:cNvSpPr>
            <a:spLocks/>
          </p:cNvSpPr>
          <p:nvPr/>
        </p:nvSpPr>
        <p:spPr bwMode="auto">
          <a:xfrm>
            <a:off x="6446900" y="4720106"/>
            <a:ext cx="19050" cy="19046"/>
          </a:xfrm>
          <a:custGeom>
            <a:avLst/>
            <a:gdLst/>
            <a:ahLst/>
            <a:cxnLst>
              <a:cxn ang="0">
                <a:pos x="33" y="0"/>
              </a:cxn>
              <a:cxn ang="0">
                <a:pos x="46" y="47"/>
              </a:cxn>
              <a:cxn ang="0">
                <a:pos x="0" y="47"/>
              </a:cxn>
              <a:cxn ang="0">
                <a:pos x="7" y="17"/>
              </a:cxn>
              <a:cxn ang="0">
                <a:pos x="33" y="0"/>
              </a:cxn>
            </a:cxnLst>
            <a:rect l="0" t="0" r="r" b="b"/>
            <a:pathLst>
              <a:path w="46" h="47">
                <a:moveTo>
                  <a:pt x="33" y="0"/>
                </a:moveTo>
                <a:lnTo>
                  <a:pt x="46" y="47"/>
                </a:lnTo>
                <a:lnTo>
                  <a:pt x="0" y="47"/>
                </a:lnTo>
                <a:lnTo>
                  <a:pt x="7" y="17"/>
                </a:lnTo>
                <a:lnTo>
                  <a:pt x="33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33" name="Freeform 169"/>
          <p:cNvSpPr>
            <a:spLocks/>
          </p:cNvSpPr>
          <p:nvPr/>
        </p:nvSpPr>
        <p:spPr bwMode="auto">
          <a:xfrm>
            <a:off x="6400862" y="4797875"/>
            <a:ext cx="204788" cy="66660"/>
          </a:xfrm>
          <a:custGeom>
            <a:avLst/>
            <a:gdLst>
              <a:gd name="T0" fmla="*/ 2147483647 w 505"/>
              <a:gd name="T1" fmla="*/ 2147483647 h 152"/>
              <a:gd name="T2" fmla="*/ 2147483647 w 505"/>
              <a:gd name="T3" fmla="*/ 2147483647 h 152"/>
              <a:gd name="T4" fmla="*/ 2147483647 w 505"/>
              <a:gd name="T5" fmla="*/ 2147483647 h 152"/>
              <a:gd name="T6" fmla="*/ 2147483647 w 505"/>
              <a:gd name="T7" fmla="*/ 2147483647 h 152"/>
              <a:gd name="T8" fmla="*/ 2147483647 w 505"/>
              <a:gd name="T9" fmla="*/ 2147483647 h 152"/>
              <a:gd name="T10" fmla="*/ 2147483647 w 505"/>
              <a:gd name="T11" fmla="*/ 2147483647 h 152"/>
              <a:gd name="T12" fmla="*/ 2147483647 w 505"/>
              <a:gd name="T13" fmla="*/ 2147483647 h 152"/>
              <a:gd name="T14" fmla="*/ 2147483647 w 505"/>
              <a:gd name="T15" fmla="*/ 2147483647 h 152"/>
              <a:gd name="T16" fmla="*/ 2147483647 w 505"/>
              <a:gd name="T17" fmla="*/ 2147483647 h 152"/>
              <a:gd name="T18" fmla="*/ 2147483647 w 505"/>
              <a:gd name="T19" fmla="*/ 2147483647 h 152"/>
              <a:gd name="T20" fmla="*/ 2147483647 w 505"/>
              <a:gd name="T21" fmla="*/ 2147483647 h 152"/>
              <a:gd name="T22" fmla="*/ 2147483647 w 505"/>
              <a:gd name="T23" fmla="*/ 2147483647 h 152"/>
              <a:gd name="T24" fmla="*/ 2147483647 w 505"/>
              <a:gd name="T25" fmla="*/ 2147483647 h 152"/>
              <a:gd name="T26" fmla="*/ 2147483647 w 505"/>
              <a:gd name="T27" fmla="*/ 0 h 152"/>
              <a:gd name="T28" fmla="*/ 2147483647 w 505"/>
              <a:gd name="T29" fmla="*/ 2147483647 h 152"/>
              <a:gd name="T30" fmla="*/ 0 w 505"/>
              <a:gd name="T31" fmla="*/ 2147483647 h 152"/>
              <a:gd name="T32" fmla="*/ 2147483647 w 505"/>
              <a:gd name="T33" fmla="*/ 2147483647 h 152"/>
              <a:gd name="T34" fmla="*/ 2147483647 w 505"/>
              <a:gd name="T35" fmla="*/ 2147483647 h 152"/>
              <a:gd name="T36" fmla="*/ 2147483647 w 505"/>
              <a:gd name="T37" fmla="*/ 2147483647 h 152"/>
              <a:gd name="T38" fmla="*/ 2147483647 w 505"/>
              <a:gd name="T39" fmla="*/ 2147483647 h 152"/>
              <a:gd name="T40" fmla="*/ 2147483647 w 505"/>
              <a:gd name="T41" fmla="*/ 2147483647 h 152"/>
              <a:gd name="T42" fmla="*/ 2147483647 w 505"/>
              <a:gd name="T43" fmla="*/ 2147483647 h 152"/>
              <a:gd name="T44" fmla="*/ 2147483647 w 505"/>
              <a:gd name="T45" fmla="*/ 2147483647 h 152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w 505"/>
              <a:gd name="T70" fmla="*/ 0 h 152"/>
              <a:gd name="T71" fmla="*/ 505 w 505"/>
              <a:gd name="T72" fmla="*/ 152 h 152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T69" t="T70" r="T71" b="T72"/>
            <a:pathLst>
              <a:path w="505" h="152">
                <a:moveTo>
                  <a:pt x="505" y="152"/>
                </a:moveTo>
                <a:lnTo>
                  <a:pt x="505" y="122"/>
                </a:lnTo>
                <a:lnTo>
                  <a:pt x="485" y="92"/>
                </a:lnTo>
                <a:lnTo>
                  <a:pt x="437" y="103"/>
                </a:lnTo>
                <a:lnTo>
                  <a:pt x="431" y="47"/>
                </a:lnTo>
                <a:lnTo>
                  <a:pt x="416" y="47"/>
                </a:lnTo>
                <a:lnTo>
                  <a:pt x="407" y="61"/>
                </a:lnTo>
                <a:lnTo>
                  <a:pt x="380" y="61"/>
                </a:lnTo>
                <a:lnTo>
                  <a:pt x="364" y="73"/>
                </a:lnTo>
                <a:lnTo>
                  <a:pt x="270" y="25"/>
                </a:lnTo>
                <a:lnTo>
                  <a:pt x="252" y="47"/>
                </a:lnTo>
                <a:lnTo>
                  <a:pt x="199" y="51"/>
                </a:lnTo>
                <a:lnTo>
                  <a:pt x="109" y="8"/>
                </a:lnTo>
                <a:lnTo>
                  <a:pt x="38" y="0"/>
                </a:lnTo>
                <a:lnTo>
                  <a:pt x="27" y="2"/>
                </a:lnTo>
                <a:lnTo>
                  <a:pt x="0" y="40"/>
                </a:lnTo>
                <a:lnTo>
                  <a:pt x="108" y="103"/>
                </a:lnTo>
                <a:lnTo>
                  <a:pt x="190" y="85"/>
                </a:lnTo>
                <a:lnTo>
                  <a:pt x="221" y="122"/>
                </a:lnTo>
                <a:lnTo>
                  <a:pt x="364" y="122"/>
                </a:lnTo>
                <a:lnTo>
                  <a:pt x="453" y="148"/>
                </a:lnTo>
                <a:lnTo>
                  <a:pt x="453" y="136"/>
                </a:lnTo>
                <a:lnTo>
                  <a:pt x="505" y="152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34" name="Freeform 170"/>
          <p:cNvSpPr>
            <a:spLocks/>
          </p:cNvSpPr>
          <p:nvPr/>
        </p:nvSpPr>
        <p:spPr bwMode="auto">
          <a:xfrm>
            <a:off x="6605650" y="4851838"/>
            <a:ext cx="239712" cy="28568"/>
          </a:xfrm>
          <a:custGeom>
            <a:avLst/>
            <a:gdLst>
              <a:gd name="T0" fmla="*/ 2147483647 w 585"/>
              <a:gd name="T1" fmla="*/ 2147483647 h 67"/>
              <a:gd name="T2" fmla="*/ 2147483647 w 585"/>
              <a:gd name="T3" fmla="*/ 2147483647 h 67"/>
              <a:gd name="T4" fmla="*/ 2147483647 w 585"/>
              <a:gd name="T5" fmla="*/ 2147483647 h 67"/>
              <a:gd name="T6" fmla="*/ 2147483647 w 585"/>
              <a:gd name="T7" fmla="*/ 2147483647 h 67"/>
              <a:gd name="T8" fmla="*/ 2147483647 w 585"/>
              <a:gd name="T9" fmla="*/ 2147483647 h 67"/>
              <a:gd name="T10" fmla="*/ 2147483647 w 585"/>
              <a:gd name="T11" fmla="*/ 2147483647 h 67"/>
              <a:gd name="T12" fmla="*/ 2147483647 w 585"/>
              <a:gd name="T13" fmla="*/ 2147483647 h 67"/>
              <a:gd name="T14" fmla="*/ 2147483647 w 585"/>
              <a:gd name="T15" fmla="*/ 0 h 67"/>
              <a:gd name="T16" fmla="*/ 2147483647 w 585"/>
              <a:gd name="T17" fmla="*/ 0 h 67"/>
              <a:gd name="T18" fmla="*/ 2147483647 w 585"/>
              <a:gd name="T19" fmla="*/ 2147483647 h 67"/>
              <a:gd name="T20" fmla="*/ 2147483647 w 585"/>
              <a:gd name="T21" fmla="*/ 2147483647 h 67"/>
              <a:gd name="T22" fmla="*/ 2147483647 w 585"/>
              <a:gd name="T23" fmla="*/ 2147483647 h 67"/>
              <a:gd name="T24" fmla="*/ 2147483647 w 585"/>
              <a:gd name="T25" fmla="*/ 2147483647 h 67"/>
              <a:gd name="T26" fmla="*/ 2147483647 w 585"/>
              <a:gd name="T27" fmla="*/ 2147483647 h 67"/>
              <a:gd name="T28" fmla="*/ 2147483647 w 585"/>
              <a:gd name="T29" fmla="*/ 2147483647 h 67"/>
              <a:gd name="T30" fmla="*/ 0 w 585"/>
              <a:gd name="T31" fmla="*/ 2147483647 h 67"/>
              <a:gd name="T32" fmla="*/ 0 w 585"/>
              <a:gd name="T33" fmla="*/ 0 h 67"/>
              <a:gd name="T34" fmla="*/ 2147483647 w 585"/>
              <a:gd name="T35" fmla="*/ 2147483647 h 67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585"/>
              <a:gd name="T55" fmla="*/ 0 h 67"/>
              <a:gd name="T56" fmla="*/ 585 w 585"/>
              <a:gd name="T57" fmla="*/ 67 h 67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585" h="67">
                <a:moveTo>
                  <a:pt x="101" y="12"/>
                </a:moveTo>
                <a:lnTo>
                  <a:pt x="138" y="21"/>
                </a:lnTo>
                <a:lnTo>
                  <a:pt x="201" y="1"/>
                </a:lnTo>
                <a:lnTo>
                  <a:pt x="284" y="21"/>
                </a:lnTo>
                <a:lnTo>
                  <a:pt x="349" y="27"/>
                </a:lnTo>
                <a:lnTo>
                  <a:pt x="433" y="21"/>
                </a:lnTo>
                <a:lnTo>
                  <a:pt x="496" y="27"/>
                </a:lnTo>
                <a:lnTo>
                  <a:pt x="507" y="0"/>
                </a:lnTo>
                <a:lnTo>
                  <a:pt x="585" y="0"/>
                </a:lnTo>
                <a:lnTo>
                  <a:pt x="545" y="29"/>
                </a:lnTo>
                <a:lnTo>
                  <a:pt x="452" y="55"/>
                </a:lnTo>
                <a:lnTo>
                  <a:pt x="369" y="67"/>
                </a:lnTo>
                <a:lnTo>
                  <a:pt x="259" y="57"/>
                </a:lnTo>
                <a:lnTo>
                  <a:pt x="123" y="55"/>
                </a:lnTo>
                <a:lnTo>
                  <a:pt x="45" y="64"/>
                </a:lnTo>
                <a:lnTo>
                  <a:pt x="0" y="27"/>
                </a:lnTo>
                <a:lnTo>
                  <a:pt x="0" y="0"/>
                </a:lnTo>
                <a:lnTo>
                  <a:pt x="101" y="12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35" name="Freeform 171"/>
          <p:cNvSpPr>
            <a:spLocks/>
          </p:cNvSpPr>
          <p:nvPr/>
        </p:nvSpPr>
        <p:spPr bwMode="auto">
          <a:xfrm>
            <a:off x="6688200" y="4883581"/>
            <a:ext cx="36512" cy="23807"/>
          </a:xfrm>
          <a:custGeom>
            <a:avLst/>
            <a:gdLst>
              <a:gd name="T0" fmla="*/ 0 w 90"/>
              <a:gd name="T1" fmla="*/ 2147483647 h 55"/>
              <a:gd name="T2" fmla="*/ 2147483647 w 90"/>
              <a:gd name="T3" fmla="*/ 0 h 55"/>
              <a:gd name="T4" fmla="*/ 2147483647 w 90"/>
              <a:gd name="T5" fmla="*/ 2147483647 h 55"/>
              <a:gd name="T6" fmla="*/ 2147483647 w 90"/>
              <a:gd name="T7" fmla="*/ 2147483647 h 55"/>
              <a:gd name="T8" fmla="*/ 2147483647 w 90"/>
              <a:gd name="T9" fmla="*/ 2147483647 h 55"/>
              <a:gd name="T10" fmla="*/ 2147483647 w 90"/>
              <a:gd name="T11" fmla="*/ 2147483647 h 55"/>
              <a:gd name="T12" fmla="*/ 2147483647 w 90"/>
              <a:gd name="T13" fmla="*/ 2147483647 h 55"/>
              <a:gd name="T14" fmla="*/ 0 w 90"/>
              <a:gd name="T15" fmla="*/ 2147483647 h 5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90"/>
              <a:gd name="T25" fmla="*/ 0 h 55"/>
              <a:gd name="T26" fmla="*/ 90 w 90"/>
              <a:gd name="T27" fmla="*/ 55 h 55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90" h="55">
                <a:moveTo>
                  <a:pt x="0" y="3"/>
                </a:moveTo>
                <a:lnTo>
                  <a:pt x="20" y="0"/>
                </a:lnTo>
                <a:lnTo>
                  <a:pt x="74" y="21"/>
                </a:lnTo>
                <a:lnTo>
                  <a:pt x="90" y="43"/>
                </a:lnTo>
                <a:lnTo>
                  <a:pt x="74" y="55"/>
                </a:lnTo>
                <a:lnTo>
                  <a:pt x="45" y="55"/>
                </a:lnTo>
                <a:lnTo>
                  <a:pt x="9" y="27"/>
                </a:lnTo>
                <a:lnTo>
                  <a:pt x="0" y="3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36" name="Freeform 172"/>
          <p:cNvSpPr>
            <a:spLocks/>
          </p:cNvSpPr>
          <p:nvPr/>
        </p:nvSpPr>
        <p:spPr bwMode="auto">
          <a:xfrm>
            <a:off x="6773926" y="4872471"/>
            <a:ext cx="77787" cy="36504"/>
          </a:xfrm>
          <a:custGeom>
            <a:avLst/>
            <a:gdLst/>
            <a:ahLst/>
            <a:cxnLst>
              <a:cxn ang="0">
                <a:pos x="107" y="5"/>
              </a:cxn>
              <a:cxn ang="0">
                <a:pos x="99" y="25"/>
              </a:cxn>
              <a:cxn ang="0">
                <a:pos x="51" y="25"/>
              </a:cxn>
              <a:cxn ang="0">
                <a:pos x="0" y="70"/>
              </a:cxn>
              <a:cxn ang="0">
                <a:pos x="34" y="87"/>
              </a:cxn>
              <a:cxn ang="0">
                <a:pos x="159" y="36"/>
              </a:cxn>
              <a:cxn ang="0">
                <a:pos x="189" y="0"/>
              </a:cxn>
              <a:cxn ang="0">
                <a:pos x="107" y="5"/>
              </a:cxn>
            </a:cxnLst>
            <a:rect l="0" t="0" r="r" b="b"/>
            <a:pathLst>
              <a:path w="189" h="87">
                <a:moveTo>
                  <a:pt x="107" y="5"/>
                </a:moveTo>
                <a:lnTo>
                  <a:pt x="99" y="25"/>
                </a:lnTo>
                <a:lnTo>
                  <a:pt x="51" y="25"/>
                </a:lnTo>
                <a:lnTo>
                  <a:pt x="0" y="70"/>
                </a:lnTo>
                <a:lnTo>
                  <a:pt x="34" y="87"/>
                </a:lnTo>
                <a:lnTo>
                  <a:pt x="159" y="36"/>
                </a:lnTo>
                <a:lnTo>
                  <a:pt x="189" y="0"/>
                </a:lnTo>
                <a:lnTo>
                  <a:pt x="107" y="5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37" name="Freeform 173"/>
          <p:cNvSpPr>
            <a:spLocks/>
          </p:cNvSpPr>
          <p:nvPr/>
        </p:nvSpPr>
        <p:spPr bwMode="auto">
          <a:xfrm>
            <a:off x="6575488" y="4545522"/>
            <a:ext cx="42863" cy="38091"/>
          </a:xfrm>
          <a:custGeom>
            <a:avLst/>
            <a:gdLst/>
            <a:ahLst/>
            <a:cxnLst>
              <a:cxn ang="0">
                <a:pos x="0" y="75"/>
              </a:cxn>
              <a:cxn ang="0">
                <a:pos x="46" y="88"/>
              </a:cxn>
              <a:cxn ang="0">
                <a:pos x="61" y="66"/>
              </a:cxn>
              <a:cxn ang="0">
                <a:pos x="102" y="75"/>
              </a:cxn>
              <a:cxn ang="0">
                <a:pos x="102" y="0"/>
              </a:cxn>
              <a:cxn ang="0">
                <a:pos x="55" y="15"/>
              </a:cxn>
              <a:cxn ang="0">
                <a:pos x="0" y="75"/>
              </a:cxn>
            </a:cxnLst>
            <a:rect l="0" t="0" r="r" b="b"/>
            <a:pathLst>
              <a:path w="102" h="88">
                <a:moveTo>
                  <a:pt x="0" y="75"/>
                </a:moveTo>
                <a:lnTo>
                  <a:pt x="46" y="88"/>
                </a:lnTo>
                <a:lnTo>
                  <a:pt x="61" y="66"/>
                </a:lnTo>
                <a:lnTo>
                  <a:pt x="102" y="75"/>
                </a:lnTo>
                <a:lnTo>
                  <a:pt x="102" y="0"/>
                </a:lnTo>
                <a:lnTo>
                  <a:pt x="55" y="15"/>
                </a:lnTo>
                <a:lnTo>
                  <a:pt x="0" y="75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38" name="Freeform 174"/>
          <p:cNvSpPr>
            <a:spLocks/>
          </p:cNvSpPr>
          <p:nvPr/>
        </p:nvSpPr>
        <p:spPr bwMode="auto">
          <a:xfrm>
            <a:off x="6470712" y="4516953"/>
            <a:ext cx="223838" cy="131731"/>
          </a:xfrm>
          <a:custGeom>
            <a:avLst/>
            <a:gdLst/>
            <a:ahLst/>
            <a:cxnLst>
              <a:cxn ang="0">
                <a:pos x="358" y="65"/>
              </a:cxn>
              <a:cxn ang="0">
                <a:pos x="422" y="0"/>
              </a:cxn>
              <a:cxn ang="0">
                <a:pos x="452" y="0"/>
              </a:cxn>
              <a:cxn ang="0">
                <a:pos x="483" y="38"/>
              </a:cxn>
              <a:cxn ang="0">
                <a:pos x="539" y="38"/>
              </a:cxn>
              <a:cxn ang="0">
                <a:pos x="550" y="56"/>
              </a:cxn>
              <a:cxn ang="0">
                <a:pos x="543" y="88"/>
              </a:cxn>
              <a:cxn ang="0">
                <a:pos x="475" y="141"/>
              </a:cxn>
              <a:cxn ang="0">
                <a:pos x="407" y="133"/>
              </a:cxn>
              <a:cxn ang="0">
                <a:pos x="396" y="166"/>
              </a:cxn>
              <a:cxn ang="0">
                <a:pos x="358" y="173"/>
              </a:cxn>
              <a:cxn ang="0">
                <a:pos x="358" y="216"/>
              </a:cxn>
              <a:cxn ang="0">
                <a:pos x="302" y="225"/>
              </a:cxn>
              <a:cxn ang="0">
                <a:pos x="283" y="267"/>
              </a:cxn>
              <a:cxn ang="0">
                <a:pos x="255" y="268"/>
              </a:cxn>
              <a:cxn ang="0">
                <a:pos x="220" y="293"/>
              </a:cxn>
              <a:cxn ang="0">
                <a:pos x="187" y="272"/>
              </a:cxn>
              <a:cxn ang="0">
                <a:pos x="136" y="306"/>
              </a:cxn>
              <a:cxn ang="0">
                <a:pos x="47" y="306"/>
              </a:cxn>
              <a:cxn ang="0">
                <a:pos x="0" y="257"/>
              </a:cxn>
              <a:cxn ang="0">
                <a:pos x="16" y="238"/>
              </a:cxn>
              <a:cxn ang="0">
                <a:pos x="81" y="264"/>
              </a:cxn>
              <a:cxn ang="0">
                <a:pos x="105" y="243"/>
              </a:cxn>
              <a:cxn ang="0">
                <a:pos x="136" y="172"/>
              </a:cxn>
              <a:cxn ang="0">
                <a:pos x="220" y="170"/>
              </a:cxn>
              <a:cxn ang="0">
                <a:pos x="255" y="141"/>
              </a:cxn>
              <a:cxn ang="0">
                <a:pos x="302" y="154"/>
              </a:cxn>
              <a:cxn ang="0">
                <a:pos x="317" y="127"/>
              </a:cxn>
              <a:cxn ang="0">
                <a:pos x="358" y="141"/>
              </a:cxn>
              <a:cxn ang="0">
                <a:pos x="358" y="65"/>
              </a:cxn>
            </a:cxnLst>
            <a:rect l="0" t="0" r="r" b="b"/>
            <a:pathLst>
              <a:path w="550" h="306">
                <a:moveTo>
                  <a:pt x="358" y="65"/>
                </a:moveTo>
                <a:lnTo>
                  <a:pt x="422" y="0"/>
                </a:lnTo>
                <a:lnTo>
                  <a:pt x="452" y="0"/>
                </a:lnTo>
                <a:lnTo>
                  <a:pt x="483" y="38"/>
                </a:lnTo>
                <a:lnTo>
                  <a:pt x="539" y="38"/>
                </a:lnTo>
                <a:lnTo>
                  <a:pt x="550" y="56"/>
                </a:lnTo>
                <a:lnTo>
                  <a:pt x="543" y="88"/>
                </a:lnTo>
                <a:lnTo>
                  <a:pt x="475" y="141"/>
                </a:lnTo>
                <a:lnTo>
                  <a:pt x="407" y="133"/>
                </a:lnTo>
                <a:lnTo>
                  <a:pt x="396" y="166"/>
                </a:lnTo>
                <a:lnTo>
                  <a:pt x="358" y="173"/>
                </a:lnTo>
                <a:lnTo>
                  <a:pt x="358" y="216"/>
                </a:lnTo>
                <a:lnTo>
                  <a:pt x="302" y="225"/>
                </a:lnTo>
                <a:lnTo>
                  <a:pt x="283" y="267"/>
                </a:lnTo>
                <a:lnTo>
                  <a:pt x="255" y="268"/>
                </a:lnTo>
                <a:lnTo>
                  <a:pt x="220" y="293"/>
                </a:lnTo>
                <a:lnTo>
                  <a:pt x="187" y="272"/>
                </a:lnTo>
                <a:lnTo>
                  <a:pt x="136" y="306"/>
                </a:lnTo>
                <a:lnTo>
                  <a:pt x="47" y="306"/>
                </a:lnTo>
                <a:lnTo>
                  <a:pt x="0" y="257"/>
                </a:lnTo>
                <a:lnTo>
                  <a:pt x="16" y="238"/>
                </a:lnTo>
                <a:lnTo>
                  <a:pt x="81" y="264"/>
                </a:lnTo>
                <a:lnTo>
                  <a:pt x="105" y="243"/>
                </a:lnTo>
                <a:lnTo>
                  <a:pt x="136" y="172"/>
                </a:lnTo>
                <a:lnTo>
                  <a:pt x="220" y="170"/>
                </a:lnTo>
                <a:lnTo>
                  <a:pt x="255" y="141"/>
                </a:lnTo>
                <a:lnTo>
                  <a:pt x="302" y="154"/>
                </a:lnTo>
                <a:lnTo>
                  <a:pt x="317" y="127"/>
                </a:lnTo>
                <a:lnTo>
                  <a:pt x="358" y="141"/>
                </a:lnTo>
                <a:lnTo>
                  <a:pt x="358" y="65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39" name="Freeform 175"/>
          <p:cNvSpPr>
            <a:spLocks/>
          </p:cNvSpPr>
          <p:nvPr/>
        </p:nvSpPr>
        <p:spPr bwMode="auto">
          <a:xfrm>
            <a:off x="6470713" y="4574090"/>
            <a:ext cx="212725" cy="185694"/>
          </a:xfrm>
          <a:custGeom>
            <a:avLst/>
            <a:gdLst>
              <a:gd name="T0" fmla="*/ 0 w 519"/>
              <a:gd name="T1" fmla="*/ 2147483647 h 429"/>
              <a:gd name="T2" fmla="*/ 2147483647 w 519"/>
              <a:gd name="T3" fmla="*/ 2147483647 h 429"/>
              <a:gd name="T4" fmla="*/ 2147483647 w 519"/>
              <a:gd name="T5" fmla="*/ 2147483647 h 429"/>
              <a:gd name="T6" fmla="*/ 2147483647 w 519"/>
              <a:gd name="T7" fmla="*/ 2147483647 h 429"/>
              <a:gd name="T8" fmla="*/ 2147483647 w 519"/>
              <a:gd name="T9" fmla="*/ 2147483647 h 429"/>
              <a:gd name="T10" fmla="*/ 2147483647 w 519"/>
              <a:gd name="T11" fmla="*/ 2147483647 h 429"/>
              <a:gd name="T12" fmla="*/ 2147483647 w 519"/>
              <a:gd name="T13" fmla="*/ 2147483647 h 429"/>
              <a:gd name="T14" fmla="*/ 2147483647 w 519"/>
              <a:gd name="T15" fmla="*/ 2147483647 h 429"/>
              <a:gd name="T16" fmla="*/ 2147483647 w 519"/>
              <a:gd name="T17" fmla="*/ 2147483647 h 429"/>
              <a:gd name="T18" fmla="*/ 2147483647 w 519"/>
              <a:gd name="T19" fmla="*/ 2147483647 h 429"/>
              <a:gd name="T20" fmla="*/ 2147483647 w 519"/>
              <a:gd name="T21" fmla="*/ 2147483647 h 429"/>
              <a:gd name="T22" fmla="*/ 2147483647 w 519"/>
              <a:gd name="T23" fmla="*/ 2147483647 h 429"/>
              <a:gd name="T24" fmla="*/ 2147483647 w 519"/>
              <a:gd name="T25" fmla="*/ 2147483647 h 429"/>
              <a:gd name="T26" fmla="*/ 2147483647 w 519"/>
              <a:gd name="T27" fmla="*/ 2147483647 h 429"/>
              <a:gd name="T28" fmla="*/ 2147483647 w 519"/>
              <a:gd name="T29" fmla="*/ 2147483647 h 429"/>
              <a:gd name="T30" fmla="*/ 2147483647 w 519"/>
              <a:gd name="T31" fmla="*/ 2147483647 h 429"/>
              <a:gd name="T32" fmla="*/ 2147483647 w 519"/>
              <a:gd name="T33" fmla="*/ 2147483647 h 429"/>
              <a:gd name="T34" fmla="*/ 2147483647 w 519"/>
              <a:gd name="T35" fmla="*/ 2147483647 h 429"/>
              <a:gd name="T36" fmla="*/ 2147483647 w 519"/>
              <a:gd name="T37" fmla="*/ 2147483647 h 429"/>
              <a:gd name="T38" fmla="*/ 2147483647 w 519"/>
              <a:gd name="T39" fmla="*/ 0 h 429"/>
              <a:gd name="T40" fmla="*/ 2147483647 w 519"/>
              <a:gd name="T41" fmla="*/ 2147483647 h 429"/>
              <a:gd name="T42" fmla="*/ 2147483647 w 519"/>
              <a:gd name="T43" fmla="*/ 2147483647 h 429"/>
              <a:gd name="T44" fmla="*/ 2147483647 w 519"/>
              <a:gd name="T45" fmla="*/ 2147483647 h 429"/>
              <a:gd name="T46" fmla="*/ 2147483647 w 519"/>
              <a:gd name="T47" fmla="*/ 2147483647 h 429"/>
              <a:gd name="T48" fmla="*/ 2147483647 w 519"/>
              <a:gd name="T49" fmla="*/ 2147483647 h 429"/>
              <a:gd name="T50" fmla="*/ 2147483647 w 519"/>
              <a:gd name="T51" fmla="*/ 2147483647 h 429"/>
              <a:gd name="T52" fmla="*/ 2147483647 w 519"/>
              <a:gd name="T53" fmla="*/ 2147483647 h 429"/>
              <a:gd name="T54" fmla="*/ 2147483647 w 519"/>
              <a:gd name="T55" fmla="*/ 2147483647 h 429"/>
              <a:gd name="T56" fmla="*/ 2147483647 w 519"/>
              <a:gd name="T57" fmla="*/ 2147483647 h 429"/>
              <a:gd name="T58" fmla="*/ 2147483647 w 519"/>
              <a:gd name="T59" fmla="*/ 2147483647 h 429"/>
              <a:gd name="T60" fmla="*/ 0 w 519"/>
              <a:gd name="T61" fmla="*/ 2147483647 h 429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w 519"/>
              <a:gd name="T94" fmla="*/ 0 h 429"/>
              <a:gd name="T95" fmla="*/ 519 w 519"/>
              <a:gd name="T96" fmla="*/ 429 h 429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T93" t="T94" r="T95" b="T96"/>
            <a:pathLst>
              <a:path w="519" h="429">
                <a:moveTo>
                  <a:pt x="0" y="124"/>
                </a:moveTo>
                <a:lnTo>
                  <a:pt x="16" y="272"/>
                </a:lnTo>
                <a:lnTo>
                  <a:pt x="35" y="272"/>
                </a:lnTo>
                <a:lnTo>
                  <a:pt x="87" y="365"/>
                </a:lnTo>
                <a:lnTo>
                  <a:pt x="175" y="361"/>
                </a:lnTo>
                <a:lnTo>
                  <a:pt x="292" y="382"/>
                </a:lnTo>
                <a:lnTo>
                  <a:pt x="305" y="429"/>
                </a:lnTo>
                <a:lnTo>
                  <a:pt x="385" y="410"/>
                </a:lnTo>
                <a:lnTo>
                  <a:pt x="406" y="350"/>
                </a:lnTo>
                <a:lnTo>
                  <a:pt x="396" y="308"/>
                </a:lnTo>
                <a:lnTo>
                  <a:pt x="461" y="262"/>
                </a:lnTo>
                <a:lnTo>
                  <a:pt x="461" y="210"/>
                </a:lnTo>
                <a:lnTo>
                  <a:pt x="475" y="191"/>
                </a:lnTo>
                <a:lnTo>
                  <a:pt x="519" y="191"/>
                </a:lnTo>
                <a:lnTo>
                  <a:pt x="519" y="152"/>
                </a:lnTo>
                <a:lnTo>
                  <a:pt x="486" y="134"/>
                </a:lnTo>
                <a:lnTo>
                  <a:pt x="486" y="120"/>
                </a:lnTo>
                <a:lnTo>
                  <a:pt x="475" y="104"/>
                </a:lnTo>
                <a:lnTo>
                  <a:pt x="475" y="8"/>
                </a:lnTo>
                <a:lnTo>
                  <a:pt x="407" y="0"/>
                </a:lnTo>
                <a:lnTo>
                  <a:pt x="396" y="33"/>
                </a:lnTo>
                <a:lnTo>
                  <a:pt x="358" y="41"/>
                </a:lnTo>
                <a:lnTo>
                  <a:pt x="358" y="83"/>
                </a:lnTo>
                <a:lnTo>
                  <a:pt x="302" y="92"/>
                </a:lnTo>
                <a:lnTo>
                  <a:pt x="282" y="134"/>
                </a:lnTo>
                <a:lnTo>
                  <a:pt x="255" y="135"/>
                </a:lnTo>
                <a:lnTo>
                  <a:pt x="217" y="160"/>
                </a:lnTo>
                <a:lnTo>
                  <a:pt x="186" y="139"/>
                </a:lnTo>
                <a:lnTo>
                  <a:pt x="134" y="173"/>
                </a:lnTo>
                <a:lnTo>
                  <a:pt x="47" y="173"/>
                </a:lnTo>
                <a:lnTo>
                  <a:pt x="0" y="124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40" name="Freeform 176"/>
          <p:cNvSpPr>
            <a:spLocks/>
          </p:cNvSpPr>
          <p:nvPr/>
        </p:nvSpPr>
        <p:spPr bwMode="auto">
          <a:xfrm>
            <a:off x="6485000" y="4210636"/>
            <a:ext cx="55562" cy="39679"/>
          </a:xfrm>
          <a:custGeom>
            <a:avLst/>
            <a:gdLst/>
            <a:ahLst/>
            <a:cxnLst>
              <a:cxn ang="0">
                <a:pos x="48" y="0"/>
              </a:cxn>
              <a:cxn ang="0">
                <a:pos x="0" y="26"/>
              </a:cxn>
              <a:cxn ang="0">
                <a:pos x="19" y="92"/>
              </a:cxn>
              <a:cxn ang="0">
                <a:pos x="68" y="92"/>
              </a:cxn>
              <a:cxn ang="0">
                <a:pos x="74" y="60"/>
              </a:cxn>
              <a:cxn ang="0">
                <a:pos x="135" y="32"/>
              </a:cxn>
              <a:cxn ang="0">
                <a:pos x="127" y="16"/>
              </a:cxn>
              <a:cxn ang="0">
                <a:pos x="48" y="0"/>
              </a:cxn>
            </a:cxnLst>
            <a:rect l="0" t="0" r="r" b="b"/>
            <a:pathLst>
              <a:path w="135" h="92">
                <a:moveTo>
                  <a:pt x="48" y="0"/>
                </a:moveTo>
                <a:lnTo>
                  <a:pt x="0" y="26"/>
                </a:lnTo>
                <a:lnTo>
                  <a:pt x="19" y="92"/>
                </a:lnTo>
                <a:lnTo>
                  <a:pt x="68" y="92"/>
                </a:lnTo>
                <a:lnTo>
                  <a:pt x="74" y="60"/>
                </a:lnTo>
                <a:lnTo>
                  <a:pt x="135" y="32"/>
                </a:lnTo>
                <a:lnTo>
                  <a:pt x="127" y="16"/>
                </a:lnTo>
                <a:lnTo>
                  <a:pt x="48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41" name="Freeform 177"/>
          <p:cNvSpPr>
            <a:spLocks/>
          </p:cNvSpPr>
          <p:nvPr/>
        </p:nvSpPr>
        <p:spPr bwMode="auto">
          <a:xfrm>
            <a:off x="6732651" y="4096363"/>
            <a:ext cx="39687" cy="92054"/>
          </a:xfrm>
          <a:custGeom>
            <a:avLst/>
            <a:gdLst/>
            <a:ahLst/>
            <a:cxnLst>
              <a:cxn ang="0">
                <a:pos x="59" y="7"/>
              </a:cxn>
              <a:cxn ang="0">
                <a:pos x="29" y="52"/>
              </a:cxn>
              <a:cxn ang="0">
                <a:pos x="0" y="131"/>
              </a:cxn>
              <a:cxn ang="0">
                <a:pos x="17" y="159"/>
              </a:cxn>
              <a:cxn ang="0">
                <a:pos x="17" y="211"/>
              </a:cxn>
              <a:cxn ang="0">
                <a:pos x="49" y="124"/>
              </a:cxn>
              <a:cxn ang="0">
                <a:pos x="100" y="102"/>
              </a:cxn>
              <a:cxn ang="0">
                <a:pos x="81" y="30"/>
              </a:cxn>
              <a:cxn ang="0">
                <a:pos x="97" y="0"/>
              </a:cxn>
              <a:cxn ang="0">
                <a:pos x="59" y="7"/>
              </a:cxn>
            </a:cxnLst>
            <a:rect l="0" t="0" r="r" b="b"/>
            <a:pathLst>
              <a:path w="100" h="211">
                <a:moveTo>
                  <a:pt x="59" y="7"/>
                </a:moveTo>
                <a:lnTo>
                  <a:pt x="29" y="52"/>
                </a:lnTo>
                <a:lnTo>
                  <a:pt x="0" y="131"/>
                </a:lnTo>
                <a:lnTo>
                  <a:pt x="17" y="159"/>
                </a:lnTo>
                <a:lnTo>
                  <a:pt x="17" y="211"/>
                </a:lnTo>
                <a:lnTo>
                  <a:pt x="49" y="124"/>
                </a:lnTo>
                <a:lnTo>
                  <a:pt x="100" y="102"/>
                </a:lnTo>
                <a:lnTo>
                  <a:pt x="81" y="30"/>
                </a:lnTo>
                <a:lnTo>
                  <a:pt x="97" y="0"/>
                </a:lnTo>
                <a:lnTo>
                  <a:pt x="59" y="7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42" name="Freeform 178"/>
          <p:cNvSpPr>
            <a:spLocks/>
          </p:cNvSpPr>
          <p:nvPr/>
        </p:nvSpPr>
        <p:spPr bwMode="auto">
          <a:xfrm>
            <a:off x="6718363" y="4253489"/>
            <a:ext cx="131763" cy="296793"/>
          </a:xfrm>
          <a:custGeom>
            <a:avLst/>
            <a:gdLst/>
            <a:ahLst/>
            <a:cxnLst>
              <a:cxn ang="0">
                <a:pos x="138" y="0"/>
              </a:cxn>
              <a:cxn ang="0">
                <a:pos x="56" y="0"/>
              </a:cxn>
              <a:cxn ang="0">
                <a:pos x="30" y="37"/>
              </a:cxn>
              <a:cxn ang="0">
                <a:pos x="24" y="73"/>
              </a:cxn>
              <a:cxn ang="0">
                <a:pos x="0" y="70"/>
              </a:cxn>
              <a:cxn ang="0">
                <a:pos x="25" y="110"/>
              </a:cxn>
              <a:cxn ang="0">
                <a:pos x="9" y="183"/>
              </a:cxn>
              <a:cxn ang="0">
                <a:pos x="18" y="202"/>
              </a:cxn>
              <a:cxn ang="0">
                <a:pos x="37" y="296"/>
              </a:cxn>
              <a:cxn ang="0">
                <a:pos x="67" y="329"/>
              </a:cxn>
              <a:cxn ang="0">
                <a:pos x="86" y="306"/>
              </a:cxn>
              <a:cxn ang="0">
                <a:pos x="115" y="332"/>
              </a:cxn>
              <a:cxn ang="0">
                <a:pos x="138" y="302"/>
              </a:cxn>
              <a:cxn ang="0">
                <a:pos x="181" y="327"/>
              </a:cxn>
              <a:cxn ang="0">
                <a:pos x="175" y="359"/>
              </a:cxn>
              <a:cxn ang="0">
                <a:pos x="187" y="391"/>
              </a:cxn>
              <a:cxn ang="0">
                <a:pos x="171" y="391"/>
              </a:cxn>
              <a:cxn ang="0">
                <a:pos x="126" y="359"/>
              </a:cxn>
              <a:cxn ang="0">
                <a:pos x="108" y="406"/>
              </a:cxn>
              <a:cxn ang="0">
                <a:pos x="131" y="415"/>
              </a:cxn>
              <a:cxn ang="0">
                <a:pos x="115" y="427"/>
              </a:cxn>
              <a:cxn ang="0">
                <a:pos x="146" y="446"/>
              </a:cxn>
              <a:cxn ang="0">
                <a:pos x="138" y="470"/>
              </a:cxn>
              <a:cxn ang="0">
                <a:pos x="151" y="510"/>
              </a:cxn>
              <a:cxn ang="0">
                <a:pos x="188" y="462"/>
              </a:cxn>
              <a:cxn ang="0">
                <a:pos x="203" y="477"/>
              </a:cxn>
              <a:cxn ang="0">
                <a:pos x="226" y="467"/>
              </a:cxn>
              <a:cxn ang="0">
                <a:pos x="255" y="483"/>
              </a:cxn>
              <a:cxn ang="0">
                <a:pos x="255" y="514"/>
              </a:cxn>
              <a:cxn ang="0">
                <a:pos x="230" y="500"/>
              </a:cxn>
              <a:cxn ang="0">
                <a:pos x="226" y="528"/>
              </a:cxn>
              <a:cxn ang="0">
                <a:pos x="226" y="542"/>
              </a:cxn>
              <a:cxn ang="0">
                <a:pos x="207" y="557"/>
              </a:cxn>
              <a:cxn ang="0">
                <a:pos x="204" y="631"/>
              </a:cxn>
              <a:cxn ang="0">
                <a:pos x="286" y="686"/>
              </a:cxn>
              <a:cxn ang="0">
                <a:pos x="294" y="649"/>
              </a:cxn>
              <a:cxn ang="0">
                <a:pos x="323" y="659"/>
              </a:cxn>
              <a:cxn ang="0">
                <a:pos x="323" y="514"/>
              </a:cxn>
              <a:cxn ang="0">
                <a:pos x="293" y="500"/>
              </a:cxn>
              <a:cxn ang="0">
                <a:pos x="293" y="459"/>
              </a:cxn>
              <a:cxn ang="0">
                <a:pos x="266" y="443"/>
              </a:cxn>
              <a:cxn ang="0">
                <a:pos x="281" y="415"/>
              </a:cxn>
              <a:cxn ang="0">
                <a:pos x="308" y="415"/>
              </a:cxn>
              <a:cxn ang="0">
                <a:pos x="300" y="356"/>
              </a:cxn>
              <a:cxn ang="0">
                <a:pos x="273" y="322"/>
              </a:cxn>
              <a:cxn ang="0">
                <a:pos x="226" y="315"/>
              </a:cxn>
              <a:cxn ang="0">
                <a:pos x="215" y="253"/>
              </a:cxn>
              <a:cxn ang="0">
                <a:pos x="192" y="225"/>
              </a:cxn>
              <a:cxn ang="0">
                <a:pos x="162" y="212"/>
              </a:cxn>
              <a:cxn ang="0">
                <a:pos x="126" y="238"/>
              </a:cxn>
              <a:cxn ang="0">
                <a:pos x="88" y="152"/>
              </a:cxn>
              <a:cxn ang="0">
                <a:pos x="103" y="133"/>
              </a:cxn>
              <a:cxn ang="0">
                <a:pos x="138" y="130"/>
              </a:cxn>
              <a:cxn ang="0">
                <a:pos x="150" y="80"/>
              </a:cxn>
              <a:cxn ang="0">
                <a:pos x="138" y="46"/>
              </a:cxn>
              <a:cxn ang="0">
                <a:pos x="138" y="0"/>
              </a:cxn>
            </a:cxnLst>
            <a:rect l="0" t="0" r="r" b="b"/>
            <a:pathLst>
              <a:path w="323" h="686">
                <a:moveTo>
                  <a:pt x="138" y="0"/>
                </a:moveTo>
                <a:lnTo>
                  <a:pt x="56" y="0"/>
                </a:lnTo>
                <a:lnTo>
                  <a:pt x="30" y="37"/>
                </a:lnTo>
                <a:lnTo>
                  <a:pt x="24" y="73"/>
                </a:lnTo>
                <a:lnTo>
                  <a:pt x="0" y="70"/>
                </a:lnTo>
                <a:lnTo>
                  <a:pt x="25" y="110"/>
                </a:lnTo>
                <a:lnTo>
                  <a:pt x="9" y="183"/>
                </a:lnTo>
                <a:lnTo>
                  <a:pt x="18" y="202"/>
                </a:lnTo>
                <a:lnTo>
                  <a:pt x="37" y="296"/>
                </a:lnTo>
                <a:lnTo>
                  <a:pt x="67" y="329"/>
                </a:lnTo>
                <a:lnTo>
                  <a:pt x="86" y="306"/>
                </a:lnTo>
                <a:lnTo>
                  <a:pt x="115" y="332"/>
                </a:lnTo>
                <a:lnTo>
                  <a:pt x="138" y="302"/>
                </a:lnTo>
                <a:lnTo>
                  <a:pt x="181" y="327"/>
                </a:lnTo>
                <a:lnTo>
                  <a:pt x="175" y="359"/>
                </a:lnTo>
                <a:lnTo>
                  <a:pt x="187" y="391"/>
                </a:lnTo>
                <a:lnTo>
                  <a:pt x="171" y="391"/>
                </a:lnTo>
                <a:lnTo>
                  <a:pt x="126" y="359"/>
                </a:lnTo>
                <a:lnTo>
                  <a:pt x="108" y="406"/>
                </a:lnTo>
                <a:lnTo>
                  <a:pt x="131" y="415"/>
                </a:lnTo>
                <a:lnTo>
                  <a:pt x="115" y="427"/>
                </a:lnTo>
                <a:lnTo>
                  <a:pt x="146" y="446"/>
                </a:lnTo>
                <a:lnTo>
                  <a:pt x="138" y="470"/>
                </a:lnTo>
                <a:lnTo>
                  <a:pt x="151" y="510"/>
                </a:lnTo>
                <a:lnTo>
                  <a:pt x="188" y="462"/>
                </a:lnTo>
                <a:lnTo>
                  <a:pt x="203" y="477"/>
                </a:lnTo>
                <a:lnTo>
                  <a:pt x="226" y="467"/>
                </a:lnTo>
                <a:lnTo>
                  <a:pt x="255" y="483"/>
                </a:lnTo>
                <a:lnTo>
                  <a:pt x="255" y="514"/>
                </a:lnTo>
                <a:lnTo>
                  <a:pt x="230" y="500"/>
                </a:lnTo>
                <a:lnTo>
                  <a:pt x="226" y="528"/>
                </a:lnTo>
                <a:lnTo>
                  <a:pt x="226" y="542"/>
                </a:lnTo>
                <a:lnTo>
                  <a:pt x="207" y="557"/>
                </a:lnTo>
                <a:lnTo>
                  <a:pt x="204" y="631"/>
                </a:lnTo>
                <a:lnTo>
                  <a:pt x="286" y="686"/>
                </a:lnTo>
                <a:lnTo>
                  <a:pt x="294" y="649"/>
                </a:lnTo>
                <a:lnTo>
                  <a:pt x="323" y="659"/>
                </a:lnTo>
                <a:lnTo>
                  <a:pt x="323" y="514"/>
                </a:lnTo>
                <a:lnTo>
                  <a:pt x="293" y="500"/>
                </a:lnTo>
                <a:lnTo>
                  <a:pt x="293" y="459"/>
                </a:lnTo>
                <a:lnTo>
                  <a:pt x="266" y="443"/>
                </a:lnTo>
                <a:lnTo>
                  <a:pt x="281" y="415"/>
                </a:lnTo>
                <a:lnTo>
                  <a:pt x="308" y="415"/>
                </a:lnTo>
                <a:lnTo>
                  <a:pt x="300" y="356"/>
                </a:lnTo>
                <a:lnTo>
                  <a:pt x="273" y="322"/>
                </a:lnTo>
                <a:lnTo>
                  <a:pt x="226" y="315"/>
                </a:lnTo>
                <a:lnTo>
                  <a:pt x="215" y="253"/>
                </a:lnTo>
                <a:lnTo>
                  <a:pt x="192" y="225"/>
                </a:lnTo>
                <a:lnTo>
                  <a:pt x="162" y="212"/>
                </a:lnTo>
                <a:lnTo>
                  <a:pt x="126" y="238"/>
                </a:lnTo>
                <a:lnTo>
                  <a:pt x="88" y="152"/>
                </a:lnTo>
                <a:lnTo>
                  <a:pt x="103" y="133"/>
                </a:lnTo>
                <a:lnTo>
                  <a:pt x="138" y="130"/>
                </a:lnTo>
                <a:lnTo>
                  <a:pt x="150" y="80"/>
                </a:lnTo>
                <a:lnTo>
                  <a:pt x="138" y="46"/>
                </a:lnTo>
                <a:lnTo>
                  <a:pt x="138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43" name="Freeform 179"/>
          <p:cNvSpPr>
            <a:spLocks/>
          </p:cNvSpPr>
          <p:nvPr/>
        </p:nvSpPr>
        <p:spPr bwMode="auto">
          <a:xfrm>
            <a:off x="6654863" y="4415377"/>
            <a:ext cx="55563" cy="68246"/>
          </a:xfrm>
          <a:custGeom>
            <a:avLst/>
            <a:gdLst/>
            <a:ahLst/>
            <a:cxnLst>
              <a:cxn ang="0">
                <a:pos x="136" y="0"/>
              </a:cxn>
              <a:cxn ang="0">
                <a:pos x="119" y="0"/>
              </a:cxn>
              <a:cxn ang="0">
                <a:pos x="60" y="59"/>
              </a:cxn>
              <a:cxn ang="0">
                <a:pos x="0" y="140"/>
              </a:cxn>
              <a:cxn ang="0">
                <a:pos x="25" y="155"/>
              </a:cxn>
              <a:cxn ang="0">
                <a:pos x="60" y="134"/>
              </a:cxn>
              <a:cxn ang="0">
                <a:pos x="68" y="98"/>
              </a:cxn>
              <a:cxn ang="0">
                <a:pos x="108" y="80"/>
              </a:cxn>
              <a:cxn ang="0">
                <a:pos x="136" y="37"/>
              </a:cxn>
              <a:cxn ang="0">
                <a:pos x="136" y="0"/>
              </a:cxn>
            </a:cxnLst>
            <a:rect l="0" t="0" r="r" b="b"/>
            <a:pathLst>
              <a:path w="136" h="155">
                <a:moveTo>
                  <a:pt x="136" y="0"/>
                </a:moveTo>
                <a:lnTo>
                  <a:pt x="119" y="0"/>
                </a:lnTo>
                <a:lnTo>
                  <a:pt x="60" y="59"/>
                </a:lnTo>
                <a:lnTo>
                  <a:pt x="0" y="140"/>
                </a:lnTo>
                <a:lnTo>
                  <a:pt x="25" y="155"/>
                </a:lnTo>
                <a:lnTo>
                  <a:pt x="60" y="134"/>
                </a:lnTo>
                <a:lnTo>
                  <a:pt x="68" y="98"/>
                </a:lnTo>
                <a:lnTo>
                  <a:pt x="108" y="80"/>
                </a:lnTo>
                <a:lnTo>
                  <a:pt x="136" y="37"/>
                </a:lnTo>
                <a:lnTo>
                  <a:pt x="136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44" name="Freeform 180"/>
          <p:cNvSpPr>
            <a:spLocks/>
          </p:cNvSpPr>
          <p:nvPr/>
        </p:nvSpPr>
        <p:spPr bwMode="auto">
          <a:xfrm>
            <a:off x="6712013" y="4391569"/>
            <a:ext cx="17463" cy="7936"/>
          </a:xfrm>
          <a:custGeom>
            <a:avLst/>
            <a:gdLst/>
            <a:ahLst/>
            <a:cxnLst>
              <a:cxn ang="0">
                <a:pos x="37" y="0"/>
              </a:cxn>
              <a:cxn ang="0">
                <a:pos x="0" y="0"/>
              </a:cxn>
              <a:cxn ang="0">
                <a:pos x="22" y="22"/>
              </a:cxn>
              <a:cxn ang="0">
                <a:pos x="37" y="22"/>
              </a:cxn>
              <a:cxn ang="0">
                <a:pos x="37" y="0"/>
              </a:cxn>
            </a:cxnLst>
            <a:rect l="0" t="0" r="r" b="b"/>
            <a:pathLst>
              <a:path w="37" h="22">
                <a:moveTo>
                  <a:pt x="37" y="0"/>
                </a:moveTo>
                <a:lnTo>
                  <a:pt x="0" y="0"/>
                </a:lnTo>
                <a:lnTo>
                  <a:pt x="22" y="22"/>
                </a:lnTo>
                <a:lnTo>
                  <a:pt x="37" y="22"/>
                </a:lnTo>
                <a:lnTo>
                  <a:pt x="37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45" name="Freeform 181"/>
          <p:cNvSpPr>
            <a:spLocks/>
          </p:cNvSpPr>
          <p:nvPr/>
        </p:nvSpPr>
        <p:spPr bwMode="auto">
          <a:xfrm>
            <a:off x="6753287" y="4483623"/>
            <a:ext cx="47625" cy="49202"/>
          </a:xfrm>
          <a:custGeom>
            <a:avLst/>
            <a:gdLst/>
            <a:ahLst/>
            <a:cxnLst>
              <a:cxn ang="0">
                <a:pos x="101" y="0"/>
              </a:cxn>
              <a:cxn ang="0">
                <a:pos x="68" y="0"/>
              </a:cxn>
              <a:cxn ang="0">
                <a:pos x="17" y="35"/>
              </a:cxn>
              <a:cxn ang="0">
                <a:pos x="5" y="75"/>
              </a:cxn>
              <a:cxn ang="0">
                <a:pos x="0" y="116"/>
              </a:cxn>
              <a:cxn ang="0">
                <a:pos x="56" y="89"/>
              </a:cxn>
              <a:cxn ang="0">
                <a:pos x="56" y="55"/>
              </a:cxn>
              <a:cxn ang="0">
                <a:pos x="79" y="62"/>
              </a:cxn>
              <a:cxn ang="0">
                <a:pos x="116" y="17"/>
              </a:cxn>
              <a:cxn ang="0">
                <a:pos x="101" y="0"/>
              </a:cxn>
            </a:cxnLst>
            <a:rect l="0" t="0" r="r" b="b"/>
            <a:pathLst>
              <a:path w="116" h="116">
                <a:moveTo>
                  <a:pt x="101" y="0"/>
                </a:moveTo>
                <a:lnTo>
                  <a:pt x="68" y="0"/>
                </a:lnTo>
                <a:lnTo>
                  <a:pt x="17" y="35"/>
                </a:lnTo>
                <a:lnTo>
                  <a:pt x="5" y="75"/>
                </a:lnTo>
                <a:lnTo>
                  <a:pt x="0" y="116"/>
                </a:lnTo>
                <a:lnTo>
                  <a:pt x="56" y="89"/>
                </a:lnTo>
                <a:lnTo>
                  <a:pt x="56" y="55"/>
                </a:lnTo>
                <a:lnTo>
                  <a:pt x="79" y="62"/>
                </a:lnTo>
                <a:lnTo>
                  <a:pt x="116" y="17"/>
                </a:lnTo>
                <a:lnTo>
                  <a:pt x="101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46" name="Freeform 182"/>
          <p:cNvSpPr>
            <a:spLocks/>
          </p:cNvSpPr>
          <p:nvPr/>
        </p:nvSpPr>
        <p:spPr bwMode="auto">
          <a:xfrm>
            <a:off x="6683438" y="4637575"/>
            <a:ext cx="131763" cy="158713"/>
          </a:xfrm>
          <a:custGeom>
            <a:avLst/>
            <a:gdLst>
              <a:gd name="T0" fmla="*/ 2147483647 w 323"/>
              <a:gd name="T1" fmla="*/ 2147483647 h 368"/>
              <a:gd name="T2" fmla="*/ 2147483647 w 323"/>
              <a:gd name="T3" fmla="*/ 0 h 368"/>
              <a:gd name="T4" fmla="*/ 2147483647 w 323"/>
              <a:gd name="T5" fmla="*/ 2147483647 h 368"/>
              <a:gd name="T6" fmla="*/ 2147483647 w 323"/>
              <a:gd name="T7" fmla="*/ 2147483647 h 368"/>
              <a:gd name="T8" fmla="*/ 2147483647 w 323"/>
              <a:gd name="T9" fmla="*/ 2147483647 h 368"/>
              <a:gd name="T10" fmla="*/ 2147483647 w 323"/>
              <a:gd name="T11" fmla="*/ 2147483647 h 368"/>
              <a:gd name="T12" fmla="*/ 2147483647 w 323"/>
              <a:gd name="T13" fmla="*/ 2147483647 h 368"/>
              <a:gd name="T14" fmla="*/ 2147483647 w 323"/>
              <a:gd name="T15" fmla="*/ 2147483647 h 368"/>
              <a:gd name="T16" fmla="*/ 2147483647 w 323"/>
              <a:gd name="T17" fmla="*/ 2147483647 h 368"/>
              <a:gd name="T18" fmla="*/ 2147483647 w 323"/>
              <a:gd name="T19" fmla="*/ 2147483647 h 368"/>
              <a:gd name="T20" fmla="*/ 2147483647 w 323"/>
              <a:gd name="T21" fmla="*/ 2147483647 h 368"/>
              <a:gd name="T22" fmla="*/ 2147483647 w 323"/>
              <a:gd name="T23" fmla="*/ 2147483647 h 368"/>
              <a:gd name="T24" fmla="*/ 2147483647 w 323"/>
              <a:gd name="T25" fmla="*/ 2147483647 h 368"/>
              <a:gd name="T26" fmla="*/ 2147483647 w 323"/>
              <a:gd name="T27" fmla="*/ 2147483647 h 368"/>
              <a:gd name="T28" fmla="*/ 2147483647 w 323"/>
              <a:gd name="T29" fmla="*/ 2147483647 h 368"/>
              <a:gd name="T30" fmla="*/ 2147483647 w 323"/>
              <a:gd name="T31" fmla="*/ 2147483647 h 368"/>
              <a:gd name="T32" fmla="*/ 2147483647 w 323"/>
              <a:gd name="T33" fmla="*/ 2147483647 h 368"/>
              <a:gd name="T34" fmla="*/ 2147483647 w 323"/>
              <a:gd name="T35" fmla="*/ 2147483647 h 368"/>
              <a:gd name="T36" fmla="*/ 2147483647 w 323"/>
              <a:gd name="T37" fmla="*/ 2147483647 h 368"/>
              <a:gd name="T38" fmla="*/ 2147483647 w 323"/>
              <a:gd name="T39" fmla="*/ 2147483647 h 368"/>
              <a:gd name="T40" fmla="*/ 2147483647 w 323"/>
              <a:gd name="T41" fmla="*/ 2147483647 h 368"/>
              <a:gd name="T42" fmla="*/ 2147483647 w 323"/>
              <a:gd name="T43" fmla="*/ 2147483647 h 368"/>
              <a:gd name="T44" fmla="*/ 2147483647 w 323"/>
              <a:gd name="T45" fmla="*/ 2147483647 h 368"/>
              <a:gd name="T46" fmla="*/ 2147483647 w 323"/>
              <a:gd name="T47" fmla="*/ 2147483647 h 368"/>
              <a:gd name="T48" fmla="*/ 2147483647 w 323"/>
              <a:gd name="T49" fmla="*/ 2147483647 h 368"/>
              <a:gd name="T50" fmla="*/ 2147483647 w 323"/>
              <a:gd name="T51" fmla="*/ 2147483647 h 368"/>
              <a:gd name="T52" fmla="*/ 2147483647 w 323"/>
              <a:gd name="T53" fmla="*/ 2147483647 h 368"/>
              <a:gd name="T54" fmla="*/ 2147483647 w 323"/>
              <a:gd name="T55" fmla="*/ 2147483647 h 368"/>
              <a:gd name="T56" fmla="*/ 0 w 323"/>
              <a:gd name="T57" fmla="*/ 2147483647 h 368"/>
              <a:gd name="T58" fmla="*/ 2147483647 w 323"/>
              <a:gd name="T59" fmla="*/ 2147483647 h 368"/>
              <a:gd name="T60" fmla="*/ 2147483647 w 323"/>
              <a:gd name="T61" fmla="*/ 2147483647 h 368"/>
              <a:gd name="T62" fmla="*/ 2147483647 w 323"/>
              <a:gd name="T63" fmla="*/ 2147483647 h 368"/>
              <a:gd name="T64" fmla="*/ 2147483647 w 323"/>
              <a:gd name="T65" fmla="*/ 2147483647 h 368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323"/>
              <a:gd name="T100" fmla="*/ 0 h 368"/>
              <a:gd name="T101" fmla="*/ 323 w 323"/>
              <a:gd name="T102" fmla="*/ 368 h 368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323" h="368">
                <a:moveTo>
                  <a:pt x="278" y="47"/>
                </a:moveTo>
                <a:lnTo>
                  <a:pt x="319" y="0"/>
                </a:lnTo>
                <a:lnTo>
                  <a:pt x="323" y="40"/>
                </a:lnTo>
                <a:lnTo>
                  <a:pt x="303" y="70"/>
                </a:lnTo>
                <a:lnTo>
                  <a:pt x="255" y="80"/>
                </a:lnTo>
                <a:lnTo>
                  <a:pt x="210" y="80"/>
                </a:lnTo>
                <a:lnTo>
                  <a:pt x="98" y="47"/>
                </a:lnTo>
                <a:lnTo>
                  <a:pt x="74" y="83"/>
                </a:lnTo>
                <a:lnTo>
                  <a:pt x="74" y="136"/>
                </a:lnTo>
                <a:lnTo>
                  <a:pt x="183" y="116"/>
                </a:lnTo>
                <a:lnTo>
                  <a:pt x="210" y="124"/>
                </a:lnTo>
                <a:lnTo>
                  <a:pt x="220" y="164"/>
                </a:lnTo>
                <a:lnTo>
                  <a:pt x="195" y="183"/>
                </a:lnTo>
                <a:lnTo>
                  <a:pt x="188" y="163"/>
                </a:lnTo>
                <a:lnTo>
                  <a:pt x="158" y="173"/>
                </a:lnTo>
                <a:lnTo>
                  <a:pt x="176" y="216"/>
                </a:lnTo>
                <a:lnTo>
                  <a:pt x="176" y="248"/>
                </a:lnTo>
                <a:lnTo>
                  <a:pt x="221" y="285"/>
                </a:lnTo>
                <a:lnTo>
                  <a:pt x="221" y="368"/>
                </a:lnTo>
                <a:lnTo>
                  <a:pt x="136" y="357"/>
                </a:lnTo>
                <a:lnTo>
                  <a:pt x="136" y="340"/>
                </a:lnTo>
                <a:lnTo>
                  <a:pt x="117" y="325"/>
                </a:lnTo>
                <a:lnTo>
                  <a:pt x="124" y="301"/>
                </a:lnTo>
                <a:lnTo>
                  <a:pt x="98" y="242"/>
                </a:lnTo>
                <a:lnTo>
                  <a:pt x="71" y="248"/>
                </a:lnTo>
                <a:lnTo>
                  <a:pt x="71" y="368"/>
                </a:lnTo>
                <a:lnTo>
                  <a:pt x="21" y="368"/>
                </a:lnTo>
                <a:lnTo>
                  <a:pt x="36" y="267"/>
                </a:lnTo>
                <a:lnTo>
                  <a:pt x="0" y="242"/>
                </a:lnTo>
                <a:lnTo>
                  <a:pt x="36" y="156"/>
                </a:lnTo>
                <a:lnTo>
                  <a:pt x="36" y="76"/>
                </a:lnTo>
                <a:lnTo>
                  <a:pt x="87" y="22"/>
                </a:lnTo>
                <a:lnTo>
                  <a:pt x="278" y="47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47" name="Freeform 183"/>
          <p:cNvSpPr>
            <a:spLocks/>
          </p:cNvSpPr>
          <p:nvPr/>
        </p:nvSpPr>
        <p:spPr bwMode="auto">
          <a:xfrm>
            <a:off x="6829488" y="4739152"/>
            <a:ext cx="22225" cy="12697"/>
          </a:xfrm>
          <a:custGeom>
            <a:avLst/>
            <a:gdLst>
              <a:gd name="T0" fmla="*/ 2147483647 w 53"/>
              <a:gd name="T1" fmla="*/ 0 h 27"/>
              <a:gd name="T2" fmla="*/ 0 w 53"/>
              <a:gd name="T3" fmla="*/ 2147483647 h 27"/>
              <a:gd name="T4" fmla="*/ 0 w 53"/>
              <a:gd name="T5" fmla="*/ 2147483647 h 27"/>
              <a:gd name="T6" fmla="*/ 2147483647 w 53"/>
              <a:gd name="T7" fmla="*/ 2147483647 h 27"/>
              <a:gd name="T8" fmla="*/ 2147483647 w 53"/>
              <a:gd name="T9" fmla="*/ 2147483647 h 27"/>
              <a:gd name="T10" fmla="*/ 2147483647 w 53"/>
              <a:gd name="T11" fmla="*/ 0 h 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3"/>
              <a:gd name="T19" fmla="*/ 0 h 27"/>
              <a:gd name="T20" fmla="*/ 53 w 53"/>
              <a:gd name="T21" fmla="*/ 27 h 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3" h="27">
                <a:moveTo>
                  <a:pt x="22" y="0"/>
                </a:moveTo>
                <a:lnTo>
                  <a:pt x="0" y="17"/>
                </a:lnTo>
                <a:lnTo>
                  <a:pt x="0" y="27"/>
                </a:lnTo>
                <a:lnTo>
                  <a:pt x="53" y="27"/>
                </a:lnTo>
                <a:lnTo>
                  <a:pt x="53" y="17"/>
                </a:lnTo>
                <a:lnTo>
                  <a:pt x="22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48" name="Freeform 184"/>
          <p:cNvSpPr>
            <a:spLocks/>
          </p:cNvSpPr>
          <p:nvPr/>
        </p:nvSpPr>
        <p:spPr bwMode="auto">
          <a:xfrm>
            <a:off x="6864412" y="4637576"/>
            <a:ext cx="25400" cy="47614"/>
          </a:xfrm>
          <a:custGeom>
            <a:avLst/>
            <a:gdLst>
              <a:gd name="T0" fmla="*/ 2147483647 w 65"/>
              <a:gd name="T1" fmla="*/ 0 h 112"/>
              <a:gd name="T2" fmla="*/ 0 w 65"/>
              <a:gd name="T3" fmla="*/ 2147483647 h 112"/>
              <a:gd name="T4" fmla="*/ 2147483647 w 65"/>
              <a:gd name="T5" fmla="*/ 2147483647 h 112"/>
              <a:gd name="T6" fmla="*/ 2147483647 w 65"/>
              <a:gd name="T7" fmla="*/ 2147483647 h 112"/>
              <a:gd name="T8" fmla="*/ 2147483647 w 65"/>
              <a:gd name="T9" fmla="*/ 2147483647 h 112"/>
              <a:gd name="T10" fmla="*/ 2147483647 w 65"/>
              <a:gd name="T11" fmla="*/ 2147483647 h 112"/>
              <a:gd name="T12" fmla="*/ 2147483647 w 65"/>
              <a:gd name="T13" fmla="*/ 2147483647 h 112"/>
              <a:gd name="T14" fmla="*/ 2147483647 w 65"/>
              <a:gd name="T15" fmla="*/ 2147483647 h 112"/>
              <a:gd name="T16" fmla="*/ 2147483647 w 65"/>
              <a:gd name="T17" fmla="*/ 2147483647 h 112"/>
              <a:gd name="T18" fmla="*/ 2147483647 w 65"/>
              <a:gd name="T19" fmla="*/ 2147483647 h 112"/>
              <a:gd name="T20" fmla="*/ 2147483647 w 65"/>
              <a:gd name="T21" fmla="*/ 0 h 11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65"/>
              <a:gd name="T34" fmla="*/ 0 h 112"/>
              <a:gd name="T35" fmla="*/ 65 w 65"/>
              <a:gd name="T36" fmla="*/ 112 h 11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65" h="112">
                <a:moveTo>
                  <a:pt x="36" y="0"/>
                </a:moveTo>
                <a:lnTo>
                  <a:pt x="0" y="37"/>
                </a:lnTo>
                <a:lnTo>
                  <a:pt x="4" y="96"/>
                </a:lnTo>
                <a:lnTo>
                  <a:pt x="15" y="112"/>
                </a:lnTo>
                <a:lnTo>
                  <a:pt x="44" y="112"/>
                </a:lnTo>
                <a:lnTo>
                  <a:pt x="65" y="83"/>
                </a:lnTo>
                <a:lnTo>
                  <a:pt x="53" y="65"/>
                </a:lnTo>
                <a:lnTo>
                  <a:pt x="65" y="53"/>
                </a:lnTo>
                <a:lnTo>
                  <a:pt x="65" y="21"/>
                </a:lnTo>
                <a:lnTo>
                  <a:pt x="44" y="21"/>
                </a:lnTo>
                <a:lnTo>
                  <a:pt x="36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49" name="Freeform 185"/>
          <p:cNvSpPr>
            <a:spLocks/>
          </p:cNvSpPr>
          <p:nvPr/>
        </p:nvSpPr>
        <p:spPr bwMode="auto">
          <a:xfrm>
            <a:off x="6994588" y="4662969"/>
            <a:ext cx="55563" cy="25394"/>
          </a:xfrm>
          <a:custGeom>
            <a:avLst/>
            <a:gdLst>
              <a:gd name="T0" fmla="*/ 0 w 133"/>
              <a:gd name="T1" fmla="*/ 2147483647 h 57"/>
              <a:gd name="T2" fmla="*/ 2147483647 w 133"/>
              <a:gd name="T3" fmla="*/ 2147483647 h 57"/>
              <a:gd name="T4" fmla="*/ 2147483647 w 133"/>
              <a:gd name="T5" fmla="*/ 2147483647 h 57"/>
              <a:gd name="T6" fmla="*/ 2147483647 w 133"/>
              <a:gd name="T7" fmla="*/ 2147483647 h 57"/>
              <a:gd name="T8" fmla="*/ 2147483647 w 133"/>
              <a:gd name="T9" fmla="*/ 0 h 57"/>
              <a:gd name="T10" fmla="*/ 0 w 133"/>
              <a:gd name="T11" fmla="*/ 2147483647 h 57"/>
              <a:gd name="T12" fmla="*/ 0 w 133"/>
              <a:gd name="T13" fmla="*/ 2147483647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3"/>
              <a:gd name="T22" fmla="*/ 0 h 57"/>
              <a:gd name="T23" fmla="*/ 133 w 133"/>
              <a:gd name="T24" fmla="*/ 57 h 5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3" h="57">
                <a:moveTo>
                  <a:pt x="0" y="21"/>
                </a:moveTo>
                <a:lnTo>
                  <a:pt x="80" y="34"/>
                </a:lnTo>
                <a:lnTo>
                  <a:pt x="116" y="57"/>
                </a:lnTo>
                <a:lnTo>
                  <a:pt x="133" y="21"/>
                </a:lnTo>
                <a:lnTo>
                  <a:pt x="105" y="0"/>
                </a:lnTo>
                <a:lnTo>
                  <a:pt x="0" y="4"/>
                </a:lnTo>
                <a:lnTo>
                  <a:pt x="0" y="21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50" name="Freeform 186"/>
          <p:cNvSpPr>
            <a:spLocks/>
          </p:cNvSpPr>
          <p:nvPr/>
        </p:nvSpPr>
        <p:spPr bwMode="auto">
          <a:xfrm>
            <a:off x="5513451" y="2383847"/>
            <a:ext cx="28575" cy="31743"/>
          </a:xfrm>
          <a:custGeom>
            <a:avLst/>
            <a:gdLst/>
            <a:ahLst/>
            <a:cxnLst>
              <a:cxn ang="0">
                <a:pos x="75" y="62"/>
              </a:cxn>
              <a:cxn ang="0">
                <a:pos x="53" y="70"/>
              </a:cxn>
              <a:cxn ang="0">
                <a:pos x="26" y="52"/>
              </a:cxn>
              <a:cxn ang="0">
                <a:pos x="0" y="35"/>
              </a:cxn>
              <a:cxn ang="0">
                <a:pos x="8" y="0"/>
              </a:cxn>
              <a:cxn ang="0">
                <a:pos x="53" y="24"/>
              </a:cxn>
              <a:cxn ang="0">
                <a:pos x="75" y="62"/>
              </a:cxn>
            </a:cxnLst>
            <a:rect l="0" t="0" r="r" b="b"/>
            <a:pathLst>
              <a:path w="75" h="70">
                <a:moveTo>
                  <a:pt x="75" y="62"/>
                </a:moveTo>
                <a:lnTo>
                  <a:pt x="53" y="70"/>
                </a:lnTo>
                <a:lnTo>
                  <a:pt x="26" y="52"/>
                </a:lnTo>
                <a:lnTo>
                  <a:pt x="0" y="35"/>
                </a:lnTo>
                <a:lnTo>
                  <a:pt x="8" y="0"/>
                </a:lnTo>
                <a:lnTo>
                  <a:pt x="53" y="24"/>
                </a:lnTo>
                <a:lnTo>
                  <a:pt x="75" y="62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51" name="Freeform 187"/>
          <p:cNvSpPr>
            <a:spLocks/>
          </p:cNvSpPr>
          <p:nvPr/>
        </p:nvSpPr>
        <p:spPr bwMode="auto">
          <a:xfrm>
            <a:off x="5176900" y="3542454"/>
            <a:ext cx="125412" cy="179345"/>
          </a:xfrm>
          <a:custGeom>
            <a:avLst/>
            <a:gdLst/>
            <a:ahLst/>
            <a:cxnLst>
              <a:cxn ang="0">
                <a:pos x="242" y="7"/>
              </a:cxn>
              <a:cxn ang="0">
                <a:pos x="223" y="18"/>
              </a:cxn>
              <a:cxn ang="0">
                <a:pos x="210" y="31"/>
              </a:cxn>
              <a:cxn ang="0">
                <a:pos x="193" y="31"/>
              </a:cxn>
              <a:cxn ang="0">
                <a:pos x="158" y="47"/>
              </a:cxn>
              <a:cxn ang="0">
                <a:pos x="132" y="23"/>
              </a:cxn>
              <a:cxn ang="0">
                <a:pos x="79" y="0"/>
              </a:cxn>
              <a:cxn ang="0">
                <a:pos x="63" y="12"/>
              </a:cxn>
              <a:cxn ang="0">
                <a:pos x="106" y="47"/>
              </a:cxn>
              <a:cxn ang="0">
                <a:pos x="104" y="59"/>
              </a:cxn>
              <a:cxn ang="0">
                <a:pos x="67" y="52"/>
              </a:cxn>
              <a:cxn ang="0">
                <a:pos x="15" y="70"/>
              </a:cxn>
              <a:cxn ang="0">
                <a:pos x="0" y="94"/>
              </a:cxn>
              <a:cxn ang="0">
                <a:pos x="26" y="112"/>
              </a:cxn>
              <a:cxn ang="0">
                <a:pos x="43" y="195"/>
              </a:cxn>
              <a:cxn ang="0">
                <a:pos x="69" y="195"/>
              </a:cxn>
              <a:cxn ang="0">
                <a:pos x="69" y="223"/>
              </a:cxn>
              <a:cxn ang="0">
                <a:pos x="84" y="242"/>
              </a:cxn>
              <a:cxn ang="0">
                <a:pos x="122" y="213"/>
              </a:cxn>
              <a:cxn ang="0">
                <a:pos x="154" y="257"/>
              </a:cxn>
              <a:cxn ang="0">
                <a:pos x="199" y="270"/>
              </a:cxn>
              <a:cxn ang="0">
                <a:pos x="173" y="343"/>
              </a:cxn>
              <a:cxn ang="0">
                <a:pos x="283" y="413"/>
              </a:cxn>
              <a:cxn ang="0">
                <a:pos x="252" y="306"/>
              </a:cxn>
              <a:cxn ang="0">
                <a:pos x="257" y="240"/>
              </a:cxn>
              <a:cxn ang="0">
                <a:pos x="275" y="174"/>
              </a:cxn>
              <a:cxn ang="0">
                <a:pos x="306" y="158"/>
              </a:cxn>
              <a:cxn ang="0">
                <a:pos x="288" y="138"/>
              </a:cxn>
              <a:cxn ang="0">
                <a:pos x="253" y="18"/>
              </a:cxn>
              <a:cxn ang="0">
                <a:pos x="242" y="7"/>
              </a:cxn>
            </a:cxnLst>
            <a:rect l="0" t="0" r="r" b="b"/>
            <a:pathLst>
              <a:path w="306" h="413">
                <a:moveTo>
                  <a:pt x="242" y="7"/>
                </a:moveTo>
                <a:lnTo>
                  <a:pt x="223" y="18"/>
                </a:lnTo>
                <a:lnTo>
                  <a:pt x="210" y="31"/>
                </a:lnTo>
                <a:lnTo>
                  <a:pt x="193" y="31"/>
                </a:lnTo>
                <a:lnTo>
                  <a:pt x="158" y="47"/>
                </a:lnTo>
                <a:lnTo>
                  <a:pt x="132" y="23"/>
                </a:lnTo>
                <a:lnTo>
                  <a:pt x="79" y="0"/>
                </a:lnTo>
                <a:lnTo>
                  <a:pt x="63" y="12"/>
                </a:lnTo>
                <a:lnTo>
                  <a:pt x="106" y="47"/>
                </a:lnTo>
                <a:lnTo>
                  <a:pt x="104" y="59"/>
                </a:lnTo>
                <a:lnTo>
                  <a:pt x="67" y="52"/>
                </a:lnTo>
                <a:lnTo>
                  <a:pt x="15" y="70"/>
                </a:lnTo>
                <a:lnTo>
                  <a:pt x="0" y="94"/>
                </a:lnTo>
                <a:lnTo>
                  <a:pt x="26" y="112"/>
                </a:lnTo>
                <a:lnTo>
                  <a:pt x="43" y="195"/>
                </a:lnTo>
                <a:lnTo>
                  <a:pt x="69" y="195"/>
                </a:lnTo>
                <a:lnTo>
                  <a:pt x="69" y="223"/>
                </a:lnTo>
                <a:lnTo>
                  <a:pt x="84" y="242"/>
                </a:lnTo>
                <a:lnTo>
                  <a:pt x="122" y="213"/>
                </a:lnTo>
                <a:lnTo>
                  <a:pt x="154" y="257"/>
                </a:lnTo>
                <a:lnTo>
                  <a:pt x="199" y="270"/>
                </a:lnTo>
                <a:lnTo>
                  <a:pt x="173" y="343"/>
                </a:lnTo>
                <a:lnTo>
                  <a:pt x="283" y="413"/>
                </a:lnTo>
                <a:lnTo>
                  <a:pt x="252" y="306"/>
                </a:lnTo>
                <a:lnTo>
                  <a:pt x="257" y="240"/>
                </a:lnTo>
                <a:lnTo>
                  <a:pt x="275" y="174"/>
                </a:lnTo>
                <a:lnTo>
                  <a:pt x="306" y="158"/>
                </a:lnTo>
                <a:lnTo>
                  <a:pt x="288" y="138"/>
                </a:lnTo>
                <a:lnTo>
                  <a:pt x="253" y="18"/>
                </a:lnTo>
                <a:lnTo>
                  <a:pt x="242" y="7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52" name="Freeform 188"/>
          <p:cNvSpPr>
            <a:spLocks/>
          </p:cNvSpPr>
          <p:nvPr/>
        </p:nvSpPr>
        <p:spPr bwMode="auto">
          <a:xfrm>
            <a:off x="5162613" y="3632920"/>
            <a:ext cx="42863" cy="36505"/>
          </a:xfrm>
          <a:custGeom>
            <a:avLst/>
            <a:gdLst/>
            <a:ahLst/>
            <a:cxnLst>
              <a:cxn ang="0">
                <a:pos x="108" y="69"/>
              </a:cxn>
              <a:cxn ang="0">
                <a:pos x="89" y="46"/>
              </a:cxn>
              <a:cxn ang="0">
                <a:pos x="84" y="39"/>
              </a:cxn>
              <a:cxn ang="0">
                <a:pos x="56" y="9"/>
              </a:cxn>
              <a:cxn ang="0">
                <a:pos x="46" y="0"/>
              </a:cxn>
              <a:cxn ang="0">
                <a:pos x="0" y="3"/>
              </a:cxn>
              <a:cxn ang="0">
                <a:pos x="104" y="85"/>
              </a:cxn>
              <a:cxn ang="0">
                <a:pos x="108" y="69"/>
              </a:cxn>
            </a:cxnLst>
            <a:rect l="0" t="0" r="r" b="b"/>
            <a:pathLst>
              <a:path w="108" h="85">
                <a:moveTo>
                  <a:pt x="108" y="69"/>
                </a:moveTo>
                <a:lnTo>
                  <a:pt x="89" y="46"/>
                </a:lnTo>
                <a:lnTo>
                  <a:pt x="84" y="39"/>
                </a:lnTo>
                <a:lnTo>
                  <a:pt x="56" y="9"/>
                </a:lnTo>
                <a:lnTo>
                  <a:pt x="46" y="0"/>
                </a:lnTo>
                <a:lnTo>
                  <a:pt x="0" y="3"/>
                </a:lnTo>
                <a:lnTo>
                  <a:pt x="104" y="85"/>
                </a:lnTo>
                <a:lnTo>
                  <a:pt x="108" y="69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53" name="Freeform 189"/>
          <p:cNvSpPr>
            <a:spLocks/>
          </p:cNvSpPr>
          <p:nvPr/>
        </p:nvSpPr>
        <p:spPr bwMode="auto">
          <a:xfrm>
            <a:off x="5743637" y="3598003"/>
            <a:ext cx="120650" cy="184107"/>
          </a:xfrm>
          <a:custGeom>
            <a:avLst/>
            <a:gdLst/>
            <a:ahLst/>
            <a:cxnLst>
              <a:cxn ang="0">
                <a:pos x="278" y="196"/>
              </a:cxn>
              <a:cxn ang="0">
                <a:pos x="245" y="299"/>
              </a:cxn>
              <a:cxn ang="0">
                <a:pos x="293" y="359"/>
              </a:cxn>
              <a:cxn ang="0">
                <a:pos x="183" y="423"/>
              </a:cxn>
              <a:cxn ang="0">
                <a:pos x="81" y="364"/>
              </a:cxn>
              <a:cxn ang="0">
                <a:pos x="79" y="332"/>
              </a:cxn>
              <a:cxn ang="0">
                <a:pos x="0" y="354"/>
              </a:cxn>
              <a:cxn ang="0">
                <a:pos x="53" y="288"/>
              </a:cxn>
              <a:cxn ang="0">
                <a:pos x="63" y="179"/>
              </a:cxn>
              <a:cxn ang="0">
                <a:pos x="62" y="110"/>
              </a:cxn>
              <a:cxn ang="0">
                <a:pos x="47" y="60"/>
              </a:cxn>
              <a:cxn ang="0">
                <a:pos x="79" y="19"/>
              </a:cxn>
              <a:cxn ang="0">
                <a:pos x="106" y="30"/>
              </a:cxn>
              <a:cxn ang="0">
                <a:pos x="146" y="0"/>
              </a:cxn>
              <a:cxn ang="0">
                <a:pos x="182" y="23"/>
              </a:cxn>
              <a:cxn ang="0">
                <a:pos x="182" y="47"/>
              </a:cxn>
              <a:cxn ang="0">
                <a:pos x="157" y="54"/>
              </a:cxn>
              <a:cxn ang="0">
                <a:pos x="118" y="84"/>
              </a:cxn>
              <a:cxn ang="0">
                <a:pos x="115" y="123"/>
              </a:cxn>
              <a:cxn ang="0">
                <a:pos x="104" y="206"/>
              </a:cxn>
              <a:cxn ang="0">
                <a:pos x="183" y="224"/>
              </a:cxn>
              <a:cxn ang="0">
                <a:pos x="278" y="196"/>
              </a:cxn>
            </a:cxnLst>
            <a:rect l="0" t="0" r="r" b="b"/>
            <a:pathLst>
              <a:path w="293" h="423">
                <a:moveTo>
                  <a:pt x="278" y="196"/>
                </a:moveTo>
                <a:lnTo>
                  <a:pt x="245" y="299"/>
                </a:lnTo>
                <a:lnTo>
                  <a:pt x="293" y="359"/>
                </a:lnTo>
                <a:lnTo>
                  <a:pt x="183" y="423"/>
                </a:lnTo>
                <a:lnTo>
                  <a:pt x="81" y="364"/>
                </a:lnTo>
                <a:lnTo>
                  <a:pt x="79" y="332"/>
                </a:lnTo>
                <a:lnTo>
                  <a:pt x="0" y="354"/>
                </a:lnTo>
                <a:lnTo>
                  <a:pt x="53" y="288"/>
                </a:lnTo>
                <a:lnTo>
                  <a:pt x="63" y="179"/>
                </a:lnTo>
                <a:lnTo>
                  <a:pt x="62" y="110"/>
                </a:lnTo>
                <a:lnTo>
                  <a:pt x="47" y="60"/>
                </a:lnTo>
                <a:lnTo>
                  <a:pt x="79" y="19"/>
                </a:lnTo>
                <a:lnTo>
                  <a:pt x="106" y="30"/>
                </a:lnTo>
                <a:lnTo>
                  <a:pt x="146" y="0"/>
                </a:lnTo>
                <a:lnTo>
                  <a:pt x="182" y="23"/>
                </a:lnTo>
                <a:lnTo>
                  <a:pt x="182" y="47"/>
                </a:lnTo>
                <a:lnTo>
                  <a:pt x="157" y="54"/>
                </a:lnTo>
                <a:lnTo>
                  <a:pt x="118" y="84"/>
                </a:lnTo>
                <a:lnTo>
                  <a:pt x="115" y="123"/>
                </a:lnTo>
                <a:lnTo>
                  <a:pt x="104" y="206"/>
                </a:lnTo>
                <a:lnTo>
                  <a:pt x="183" y="224"/>
                </a:lnTo>
                <a:lnTo>
                  <a:pt x="278" y="196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54" name="Freeform 193"/>
          <p:cNvSpPr>
            <a:spLocks/>
          </p:cNvSpPr>
          <p:nvPr/>
        </p:nvSpPr>
        <p:spPr bwMode="auto">
          <a:xfrm>
            <a:off x="5095937" y="4166197"/>
            <a:ext cx="222250" cy="130145"/>
          </a:xfrm>
          <a:custGeom>
            <a:avLst/>
            <a:gdLst/>
            <a:ahLst/>
            <a:cxnLst>
              <a:cxn ang="0">
                <a:pos x="299" y="74"/>
              </a:cxn>
              <a:cxn ang="0">
                <a:pos x="332" y="26"/>
              </a:cxn>
              <a:cxn ang="0">
                <a:pos x="385" y="4"/>
              </a:cxn>
              <a:cxn ang="0">
                <a:pos x="501" y="0"/>
              </a:cxn>
              <a:cxn ang="0">
                <a:pos x="547" y="104"/>
              </a:cxn>
              <a:cxn ang="0">
                <a:pos x="472" y="205"/>
              </a:cxn>
              <a:cxn ang="0">
                <a:pos x="382" y="205"/>
              </a:cxn>
              <a:cxn ang="0">
                <a:pos x="325" y="255"/>
              </a:cxn>
              <a:cxn ang="0">
                <a:pos x="272" y="287"/>
              </a:cxn>
              <a:cxn ang="0">
                <a:pos x="146" y="287"/>
              </a:cxn>
              <a:cxn ang="0">
                <a:pos x="73" y="302"/>
              </a:cxn>
              <a:cxn ang="0">
                <a:pos x="45" y="287"/>
              </a:cxn>
              <a:cxn ang="0">
                <a:pos x="0" y="154"/>
              </a:cxn>
              <a:cxn ang="0">
                <a:pos x="24" y="128"/>
              </a:cxn>
              <a:cxn ang="0">
                <a:pos x="38" y="41"/>
              </a:cxn>
              <a:cxn ang="0">
                <a:pos x="103" y="61"/>
              </a:cxn>
              <a:cxn ang="0">
                <a:pos x="108" y="105"/>
              </a:cxn>
              <a:cxn ang="0">
                <a:pos x="145" y="141"/>
              </a:cxn>
              <a:cxn ang="0">
                <a:pos x="146" y="165"/>
              </a:cxn>
              <a:cxn ang="0">
                <a:pos x="299" y="74"/>
              </a:cxn>
            </a:cxnLst>
            <a:rect l="0" t="0" r="r" b="b"/>
            <a:pathLst>
              <a:path w="547" h="302">
                <a:moveTo>
                  <a:pt x="299" y="74"/>
                </a:moveTo>
                <a:lnTo>
                  <a:pt x="332" y="26"/>
                </a:lnTo>
                <a:lnTo>
                  <a:pt x="385" y="4"/>
                </a:lnTo>
                <a:lnTo>
                  <a:pt x="501" y="0"/>
                </a:lnTo>
                <a:lnTo>
                  <a:pt x="547" y="104"/>
                </a:lnTo>
                <a:lnTo>
                  <a:pt x="472" y="205"/>
                </a:lnTo>
                <a:lnTo>
                  <a:pt x="382" y="205"/>
                </a:lnTo>
                <a:lnTo>
                  <a:pt x="325" y="255"/>
                </a:lnTo>
                <a:lnTo>
                  <a:pt x="272" y="287"/>
                </a:lnTo>
                <a:lnTo>
                  <a:pt x="146" y="287"/>
                </a:lnTo>
                <a:lnTo>
                  <a:pt x="73" y="302"/>
                </a:lnTo>
                <a:lnTo>
                  <a:pt x="45" y="287"/>
                </a:lnTo>
                <a:lnTo>
                  <a:pt x="0" y="154"/>
                </a:lnTo>
                <a:lnTo>
                  <a:pt x="24" y="128"/>
                </a:lnTo>
                <a:lnTo>
                  <a:pt x="38" y="41"/>
                </a:lnTo>
                <a:lnTo>
                  <a:pt x="103" y="61"/>
                </a:lnTo>
                <a:lnTo>
                  <a:pt x="108" y="105"/>
                </a:lnTo>
                <a:lnTo>
                  <a:pt x="145" y="141"/>
                </a:lnTo>
                <a:lnTo>
                  <a:pt x="146" y="165"/>
                </a:lnTo>
                <a:lnTo>
                  <a:pt x="299" y="74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55" name="Freeform 194"/>
          <p:cNvSpPr>
            <a:spLocks/>
          </p:cNvSpPr>
          <p:nvPr/>
        </p:nvSpPr>
        <p:spPr bwMode="auto">
          <a:xfrm>
            <a:off x="6061138" y="4021768"/>
            <a:ext cx="106363" cy="168236"/>
          </a:xfrm>
          <a:custGeom>
            <a:avLst/>
            <a:gdLst/>
            <a:ahLst/>
            <a:cxnLst>
              <a:cxn ang="0">
                <a:pos x="6" y="238"/>
              </a:cxn>
              <a:cxn ang="0">
                <a:pos x="0" y="121"/>
              </a:cxn>
              <a:cxn ang="0">
                <a:pos x="29" y="69"/>
              </a:cxn>
              <a:cxn ang="0">
                <a:pos x="0" y="47"/>
              </a:cxn>
              <a:cxn ang="0">
                <a:pos x="0" y="7"/>
              </a:cxn>
              <a:cxn ang="0">
                <a:pos x="34" y="0"/>
              </a:cxn>
              <a:cxn ang="0">
                <a:pos x="58" y="38"/>
              </a:cxn>
              <a:cxn ang="0">
                <a:pos x="105" y="28"/>
              </a:cxn>
              <a:cxn ang="0">
                <a:pos x="108" y="34"/>
              </a:cxn>
              <a:cxn ang="0">
                <a:pos x="85" y="75"/>
              </a:cxn>
              <a:cxn ang="0">
                <a:pos x="106" y="90"/>
              </a:cxn>
              <a:cxn ang="0">
                <a:pos x="142" y="90"/>
              </a:cxn>
              <a:cxn ang="0">
                <a:pos x="212" y="80"/>
              </a:cxn>
              <a:cxn ang="0">
                <a:pos x="236" y="100"/>
              </a:cxn>
              <a:cxn ang="0">
                <a:pos x="236" y="113"/>
              </a:cxn>
              <a:cxn ang="0">
                <a:pos x="186" y="121"/>
              </a:cxn>
              <a:cxn ang="0">
                <a:pos x="176" y="171"/>
              </a:cxn>
              <a:cxn ang="0">
                <a:pos x="189" y="201"/>
              </a:cxn>
              <a:cxn ang="0">
                <a:pos x="225" y="175"/>
              </a:cxn>
              <a:cxn ang="0">
                <a:pos x="262" y="202"/>
              </a:cxn>
              <a:cxn ang="0">
                <a:pos x="258" y="385"/>
              </a:cxn>
              <a:cxn ang="0">
                <a:pos x="189" y="333"/>
              </a:cxn>
              <a:cxn ang="0">
                <a:pos x="203" y="307"/>
              </a:cxn>
              <a:cxn ang="0">
                <a:pos x="166" y="255"/>
              </a:cxn>
              <a:cxn ang="0">
                <a:pos x="142" y="255"/>
              </a:cxn>
              <a:cxn ang="0">
                <a:pos x="122" y="286"/>
              </a:cxn>
              <a:cxn ang="0">
                <a:pos x="23" y="279"/>
              </a:cxn>
              <a:cxn ang="0">
                <a:pos x="6" y="238"/>
              </a:cxn>
            </a:cxnLst>
            <a:rect l="0" t="0" r="r" b="b"/>
            <a:pathLst>
              <a:path w="262" h="385">
                <a:moveTo>
                  <a:pt x="6" y="238"/>
                </a:moveTo>
                <a:lnTo>
                  <a:pt x="0" y="121"/>
                </a:lnTo>
                <a:lnTo>
                  <a:pt x="29" y="69"/>
                </a:lnTo>
                <a:lnTo>
                  <a:pt x="0" y="47"/>
                </a:lnTo>
                <a:lnTo>
                  <a:pt x="0" y="7"/>
                </a:lnTo>
                <a:lnTo>
                  <a:pt x="34" y="0"/>
                </a:lnTo>
                <a:lnTo>
                  <a:pt x="58" y="38"/>
                </a:lnTo>
                <a:lnTo>
                  <a:pt x="105" y="28"/>
                </a:lnTo>
                <a:lnTo>
                  <a:pt x="108" y="34"/>
                </a:lnTo>
                <a:lnTo>
                  <a:pt x="85" y="75"/>
                </a:lnTo>
                <a:lnTo>
                  <a:pt x="106" y="90"/>
                </a:lnTo>
                <a:lnTo>
                  <a:pt x="142" y="90"/>
                </a:lnTo>
                <a:lnTo>
                  <a:pt x="212" y="80"/>
                </a:lnTo>
                <a:lnTo>
                  <a:pt x="236" y="100"/>
                </a:lnTo>
                <a:lnTo>
                  <a:pt x="236" y="113"/>
                </a:lnTo>
                <a:lnTo>
                  <a:pt x="186" y="121"/>
                </a:lnTo>
                <a:lnTo>
                  <a:pt x="176" y="171"/>
                </a:lnTo>
                <a:lnTo>
                  <a:pt x="189" y="201"/>
                </a:lnTo>
                <a:lnTo>
                  <a:pt x="225" y="175"/>
                </a:lnTo>
                <a:lnTo>
                  <a:pt x="262" y="202"/>
                </a:lnTo>
                <a:lnTo>
                  <a:pt x="258" y="385"/>
                </a:lnTo>
                <a:lnTo>
                  <a:pt x="189" y="333"/>
                </a:lnTo>
                <a:lnTo>
                  <a:pt x="203" y="307"/>
                </a:lnTo>
                <a:lnTo>
                  <a:pt x="166" y="255"/>
                </a:lnTo>
                <a:lnTo>
                  <a:pt x="142" y="255"/>
                </a:lnTo>
                <a:lnTo>
                  <a:pt x="122" y="286"/>
                </a:lnTo>
                <a:lnTo>
                  <a:pt x="23" y="279"/>
                </a:lnTo>
                <a:lnTo>
                  <a:pt x="6" y="238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56" name="Freeform 196"/>
          <p:cNvSpPr>
            <a:spLocks/>
          </p:cNvSpPr>
          <p:nvPr/>
        </p:nvSpPr>
        <p:spPr bwMode="auto">
          <a:xfrm>
            <a:off x="4703826" y="2977434"/>
            <a:ext cx="134937" cy="87292"/>
          </a:xfrm>
          <a:custGeom>
            <a:avLst/>
            <a:gdLst/>
            <a:ahLst/>
            <a:cxnLst>
              <a:cxn ang="0">
                <a:pos x="313" y="11"/>
              </a:cxn>
              <a:cxn ang="0">
                <a:pos x="376" y="0"/>
              </a:cxn>
              <a:cxn ang="0">
                <a:pos x="442" y="61"/>
              </a:cxn>
              <a:cxn ang="0">
                <a:pos x="496" y="81"/>
              </a:cxn>
              <a:cxn ang="0">
                <a:pos x="518" y="177"/>
              </a:cxn>
              <a:cxn ang="0">
                <a:pos x="546" y="251"/>
              </a:cxn>
              <a:cxn ang="0">
                <a:pos x="475" y="294"/>
              </a:cxn>
              <a:cxn ang="0">
                <a:pos x="457" y="328"/>
              </a:cxn>
              <a:cxn ang="0">
                <a:pos x="423" y="307"/>
              </a:cxn>
              <a:cxn ang="0">
                <a:pos x="412" y="276"/>
              </a:cxn>
              <a:cxn ang="0">
                <a:pos x="351" y="261"/>
              </a:cxn>
              <a:cxn ang="0">
                <a:pos x="316" y="238"/>
              </a:cxn>
              <a:cxn ang="0">
                <a:pos x="264" y="254"/>
              </a:cxn>
              <a:cxn ang="0">
                <a:pos x="196" y="261"/>
              </a:cxn>
              <a:cxn ang="0">
                <a:pos x="109" y="244"/>
              </a:cxn>
              <a:cxn ang="0">
                <a:pos x="0" y="272"/>
              </a:cxn>
              <a:cxn ang="0">
                <a:pos x="25" y="141"/>
              </a:cxn>
              <a:cxn ang="0">
                <a:pos x="102" y="33"/>
              </a:cxn>
              <a:cxn ang="0">
                <a:pos x="163" y="39"/>
              </a:cxn>
              <a:cxn ang="0">
                <a:pos x="194" y="33"/>
              </a:cxn>
              <a:cxn ang="0">
                <a:pos x="203" y="73"/>
              </a:cxn>
              <a:cxn ang="0">
                <a:pos x="242" y="96"/>
              </a:cxn>
              <a:cxn ang="0">
                <a:pos x="246" y="162"/>
              </a:cxn>
              <a:cxn ang="0">
                <a:pos x="302" y="121"/>
              </a:cxn>
              <a:cxn ang="0">
                <a:pos x="313" y="11"/>
              </a:cxn>
            </a:cxnLst>
            <a:rect l="0" t="0" r="r" b="b"/>
            <a:pathLst>
              <a:path w="546" h="328">
                <a:moveTo>
                  <a:pt x="313" y="11"/>
                </a:moveTo>
                <a:lnTo>
                  <a:pt x="376" y="0"/>
                </a:lnTo>
                <a:lnTo>
                  <a:pt x="442" y="61"/>
                </a:lnTo>
                <a:lnTo>
                  <a:pt x="496" y="81"/>
                </a:lnTo>
                <a:lnTo>
                  <a:pt x="518" y="177"/>
                </a:lnTo>
                <a:lnTo>
                  <a:pt x="546" y="251"/>
                </a:lnTo>
                <a:lnTo>
                  <a:pt x="475" y="294"/>
                </a:lnTo>
                <a:lnTo>
                  <a:pt x="457" y="328"/>
                </a:lnTo>
                <a:lnTo>
                  <a:pt x="423" y="307"/>
                </a:lnTo>
                <a:lnTo>
                  <a:pt x="412" y="276"/>
                </a:lnTo>
                <a:lnTo>
                  <a:pt x="351" y="261"/>
                </a:lnTo>
                <a:lnTo>
                  <a:pt x="316" y="238"/>
                </a:lnTo>
                <a:lnTo>
                  <a:pt x="264" y="254"/>
                </a:lnTo>
                <a:lnTo>
                  <a:pt x="196" y="261"/>
                </a:lnTo>
                <a:lnTo>
                  <a:pt x="109" y="244"/>
                </a:lnTo>
                <a:lnTo>
                  <a:pt x="0" y="272"/>
                </a:lnTo>
                <a:lnTo>
                  <a:pt x="25" y="141"/>
                </a:lnTo>
                <a:lnTo>
                  <a:pt x="102" y="33"/>
                </a:lnTo>
                <a:lnTo>
                  <a:pt x="163" y="39"/>
                </a:lnTo>
                <a:lnTo>
                  <a:pt x="194" y="33"/>
                </a:lnTo>
                <a:lnTo>
                  <a:pt x="203" y="73"/>
                </a:lnTo>
                <a:lnTo>
                  <a:pt x="242" y="96"/>
                </a:lnTo>
                <a:lnTo>
                  <a:pt x="246" y="162"/>
                </a:lnTo>
                <a:lnTo>
                  <a:pt x="302" y="121"/>
                </a:lnTo>
                <a:lnTo>
                  <a:pt x="313" y="11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57" name="Freeform 199"/>
          <p:cNvSpPr>
            <a:spLocks/>
          </p:cNvSpPr>
          <p:nvPr/>
        </p:nvSpPr>
        <p:spPr bwMode="auto">
          <a:xfrm>
            <a:off x="4772087" y="2288619"/>
            <a:ext cx="33338" cy="23806"/>
          </a:xfrm>
          <a:custGeom>
            <a:avLst/>
            <a:gdLst/>
            <a:ahLst/>
            <a:cxnLst>
              <a:cxn ang="0">
                <a:pos x="90" y="86"/>
              </a:cxn>
              <a:cxn ang="0">
                <a:pos x="0" y="79"/>
              </a:cxn>
              <a:cxn ang="0">
                <a:pos x="3" y="20"/>
              </a:cxn>
              <a:cxn ang="0">
                <a:pos x="128" y="0"/>
              </a:cxn>
              <a:cxn ang="0">
                <a:pos x="90" y="86"/>
              </a:cxn>
            </a:cxnLst>
            <a:rect l="0" t="0" r="r" b="b"/>
            <a:pathLst>
              <a:path w="128" h="86">
                <a:moveTo>
                  <a:pt x="90" y="86"/>
                </a:moveTo>
                <a:lnTo>
                  <a:pt x="0" y="79"/>
                </a:lnTo>
                <a:lnTo>
                  <a:pt x="3" y="20"/>
                </a:lnTo>
                <a:lnTo>
                  <a:pt x="128" y="0"/>
                </a:lnTo>
                <a:lnTo>
                  <a:pt x="90" y="86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58" name="Freeform 200"/>
          <p:cNvSpPr>
            <a:spLocks/>
          </p:cNvSpPr>
          <p:nvPr/>
        </p:nvSpPr>
        <p:spPr bwMode="auto">
          <a:xfrm>
            <a:off x="4654612" y="2361627"/>
            <a:ext cx="31750" cy="44440"/>
          </a:xfrm>
          <a:custGeom>
            <a:avLst/>
            <a:gdLst/>
            <a:ahLst/>
            <a:cxnLst>
              <a:cxn ang="0">
                <a:pos x="129" y="50"/>
              </a:cxn>
              <a:cxn ang="0">
                <a:pos x="56" y="162"/>
              </a:cxn>
              <a:cxn ang="0">
                <a:pos x="0" y="157"/>
              </a:cxn>
              <a:cxn ang="0">
                <a:pos x="17" y="119"/>
              </a:cxn>
              <a:cxn ang="0">
                <a:pos x="17" y="73"/>
              </a:cxn>
              <a:cxn ang="0">
                <a:pos x="68" y="50"/>
              </a:cxn>
              <a:cxn ang="0">
                <a:pos x="98" y="0"/>
              </a:cxn>
              <a:cxn ang="0">
                <a:pos x="129" y="50"/>
              </a:cxn>
            </a:cxnLst>
            <a:rect l="0" t="0" r="r" b="b"/>
            <a:pathLst>
              <a:path w="129" h="162">
                <a:moveTo>
                  <a:pt x="129" y="50"/>
                </a:moveTo>
                <a:lnTo>
                  <a:pt x="56" y="162"/>
                </a:lnTo>
                <a:lnTo>
                  <a:pt x="0" y="157"/>
                </a:lnTo>
                <a:lnTo>
                  <a:pt x="17" y="119"/>
                </a:lnTo>
                <a:lnTo>
                  <a:pt x="17" y="73"/>
                </a:lnTo>
                <a:lnTo>
                  <a:pt x="68" y="50"/>
                </a:lnTo>
                <a:lnTo>
                  <a:pt x="98" y="0"/>
                </a:lnTo>
                <a:lnTo>
                  <a:pt x="129" y="5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59" name="Freeform 201"/>
          <p:cNvSpPr>
            <a:spLocks/>
          </p:cNvSpPr>
          <p:nvPr/>
        </p:nvSpPr>
        <p:spPr bwMode="auto">
          <a:xfrm>
            <a:off x="4618101" y="2404479"/>
            <a:ext cx="28575" cy="33330"/>
          </a:xfrm>
          <a:custGeom>
            <a:avLst/>
            <a:gdLst/>
            <a:ahLst/>
            <a:cxnLst>
              <a:cxn ang="0">
                <a:pos x="80" y="45"/>
              </a:cxn>
              <a:cxn ang="0">
                <a:pos x="113" y="42"/>
              </a:cxn>
              <a:cxn ang="0">
                <a:pos x="98" y="72"/>
              </a:cxn>
              <a:cxn ang="0">
                <a:pos x="44" y="132"/>
              </a:cxn>
              <a:cxn ang="0">
                <a:pos x="0" y="95"/>
              </a:cxn>
              <a:cxn ang="0">
                <a:pos x="50" y="49"/>
              </a:cxn>
              <a:cxn ang="0">
                <a:pos x="50" y="30"/>
              </a:cxn>
              <a:cxn ang="0">
                <a:pos x="80" y="0"/>
              </a:cxn>
              <a:cxn ang="0">
                <a:pos x="80" y="45"/>
              </a:cxn>
            </a:cxnLst>
            <a:rect l="0" t="0" r="r" b="b"/>
            <a:pathLst>
              <a:path w="113" h="132">
                <a:moveTo>
                  <a:pt x="80" y="45"/>
                </a:moveTo>
                <a:lnTo>
                  <a:pt x="113" y="42"/>
                </a:lnTo>
                <a:lnTo>
                  <a:pt x="98" y="72"/>
                </a:lnTo>
                <a:lnTo>
                  <a:pt x="44" y="132"/>
                </a:lnTo>
                <a:lnTo>
                  <a:pt x="0" y="95"/>
                </a:lnTo>
                <a:lnTo>
                  <a:pt x="50" y="49"/>
                </a:lnTo>
                <a:lnTo>
                  <a:pt x="50" y="30"/>
                </a:lnTo>
                <a:lnTo>
                  <a:pt x="80" y="0"/>
                </a:lnTo>
                <a:lnTo>
                  <a:pt x="80" y="45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60" name="Freeform 203"/>
          <p:cNvSpPr>
            <a:spLocks/>
          </p:cNvSpPr>
          <p:nvPr/>
        </p:nvSpPr>
        <p:spPr bwMode="auto">
          <a:xfrm>
            <a:off x="4610162" y="2994893"/>
            <a:ext cx="19050" cy="46027"/>
          </a:xfrm>
          <a:custGeom>
            <a:avLst/>
            <a:gdLst/>
            <a:ahLst/>
            <a:cxnLst>
              <a:cxn ang="0">
                <a:pos x="75" y="0"/>
              </a:cxn>
              <a:cxn ang="0">
                <a:pos x="3" y="108"/>
              </a:cxn>
              <a:cxn ang="0">
                <a:pos x="0" y="169"/>
              </a:cxn>
              <a:cxn ang="0">
                <a:pos x="65" y="113"/>
              </a:cxn>
              <a:cxn ang="0">
                <a:pos x="75" y="0"/>
              </a:cxn>
            </a:cxnLst>
            <a:rect l="0" t="0" r="r" b="b"/>
            <a:pathLst>
              <a:path w="75" h="169">
                <a:moveTo>
                  <a:pt x="75" y="0"/>
                </a:moveTo>
                <a:lnTo>
                  <a:pt x="3" y="108"/>
                </a:lnTo>
                <a:lnTo>
                  <a:pt x="0" y="169"/>
                </a:lnTo>
                <a:lnTo>
                  <a:pt x="65" y="113"/>
                </a:lnTo>
                <a:lnTo>
                  <a:pt x="75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61" name="Freeform 204"/>
          <p:cNvSpPr>
            <a:spLocks/>
          </p:cNvSpPr>
          <p:nvPr/>
        </p:nvSpPr>
        <p:spPr bwMode="auto">
          <a:xfrm>
            <a:off x="4641912" y="2971086"/>
            <a:ext cx="25400" cy="42852"/>
          </a:xfrm>
          <a:custGeom>
            <a:avLst/>
            <a:gdLst/>
            <a:ahLst/>
            <a:cxnLst>
              <a:cxn ang="0">
                <a:pos x="100" y="3"/>
              </a:cxn>
              <a:cxn ang="0">
                <a:pos x="55" y="0"/>
              </a:cxn>
              <a:cxn ang="0">
                <a:pos x="0" y="93"/>
              </a:cxn>
              <a:cxn ang="0">
                <a:pos x="33" y="113"/>
              </a:cxn>
              <a:cxn ang="0">
                <a:pos x="30" y="167"/>
              </a:cxn>
              <a:cxn ang="0">
                <a:pos x="92" y="113"/>
              </a:cxn>
              <a:cxn ang="0">
                <a:pos x="100" y="3"/>
              </a:cxn>
            </a:cxnLst>
            <a:rect l="0" t="0" r="r" b="b"/>
            <a:pathLst>
              <a:path w="100" h="167">
                <a:moveTo>
                  <a:pt x="100" y="3"/>
                </a:moveTo>
                <a:lnTo>
                  <a:pt x="55" y="0"/>
                </a:lnTo>
                <a:lnTo>
                  <a:pt x="0" y="93"/>
                </a:lnTo>
                <a:lnTo>
                  <a:pt x="33" y="113"/>
                </a:lnTo>
                <a:lnTo>
                  <a:pt x="30" y="167"/>
                </a:lnTo>
                <a:lnTo>
                  <a:pt x="92" y="113"/>
                </a:lnTo>
                <a:lnTo>
                  <a:pt x="100" y="3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62" name="Freeform 207"/>
          <p:cNvSpPr>
            <a:spLocks/>
          </p:cNvSpPr>
          <p:nvPr/>
        </p:nvSpPr>
        <p:spPr bwMode="auto">
          <a:xfrm>
            <a:off x="4499037" y="3034572"/>
            <a:ext cx="25400" cy="46026"/>
          </a:xfrm>
          <a:custGeom>
            <a:avLst/>
            <a:gdLst/>
            <a:ahLst/>
            <a:cxnLst>
              <a:cxn ang="0">
                <a:pos x="0" y="101"/>
              </a:cxn>
              <a:cxn ang="0">
                <a:pos x="14" y="135"/>
              </a:cxn>
              <a:cxn ang="0">
                <a:pos x="36" y="149"/>
              </a:cxn>
              <a:cxn ang="0">
                <a:pos x="53" y="149"/>
              </a:cxn>
              <a:cxn ang="0">
                <a:pos x="64" y="174"/>
              </a:cxn>
              <a:cxn ang="0">
                <a:pos x="77" y="174"/>
              </a:cxn>
              <a:cxn ang="0">
                <a:pos x="91" y="141"/>
              </a:cxn>
              <a:cxn ang="0">
                <a:pos x="83" y="93"/>
              </a:cxn>
              <a:cxn ang="0">
                <a:pos x="95" y="76"/>
              </a:cxn>
              <a:cxn ang="0">
                <a:pos x="98" y="36"/>
              </a:cxn>
              <a:cxn ang="0">
                <a:pos x="88" y="8"/>
              </a:cxn>
              <a:cxn ang="0">
                <a:pos x="8" y="0"/>
              </a:cxn>
              <a:cxn ang="0">
                <a:pos x="0" y="101"/>
              </a:cxn>
            </a:cxnLst>
            <a:rect l="0" t="0" r="r" b="b"/>
            <a:pathLst>
              <a:path w="98" h="174">
                <a:moveTo>
                  <a:pt x="0" y="101"/>
                </a:moveTo>
                <a:lnTo>
                  <a:pt x="14" y="135"/>
                </a:lnTo>
                <a:lnTo>
                  <a:pt x="36" y="149"/>
                </a:lnTo>
                <a:lnTo>
                  <a:pt x="53" y="149"/>
                </a:lnTo>
                <a:lnTo>
                  <a:pt x="64" y="174"/>
                </a:lnTo>
                <a:lnTo>
                  <a:pt x="77" y="174"/>
                </a:lnTo>
                <a:lnTo>
                  <a:pt x="91" y="141"/>
                </a:lnTo>
                <a:lnTo>
                  <a:pt x="83" y="93"/>
                </a:lnTo>
                <a:lnTo>
                  <a:pt x="95" y="76"/>
                </a:lnTo>
                <a:lnTo>
                  <a:pt x="98" y="36"/>
                </a:lnTo>
                <a:lnTo>
                  <a:pt x="88" y="8"/>
                </a:lnTo>
                <a:lnTo>
                  <a:pt x="8" y="0"/>
                </a:lnTo>
                <a:lnTo>
                  <a:pt x="0" y="101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63" name="Freeform 208"/>
          <p:cNvSpPr>
            <a:spLocks/>
          </p:cNvSpPr>
          <p:nvPr/>
        </p:nvSpPr>
        <p:spPr bwMode="auto">
          <a:xfrm>
            <a:off x="4467288" y="3045681"/>
            <a:ext cx="22225" cy="15871"/>
          </a:xfrm>
          <a:custGeom>
            <a:avLst/>
            <a:gdLst/>
            <a:ahLst/>
            <a:cxnLst>
              <a:cxn ang="0">
                <a:pos x="97" y="60"/>
              </a:cxn>
              <a:cxn ang="0">
                <a:pos x="32" y="60"/>
              </a:cxn>
              <a:cxn ang="0">
                <a:pos x="0" y="49"/>
              </a:cxn>
              <a:cxn ang="0">
                <a:pos x="7" y="22"/>
              </a:cxn>
              <a:cxn ang="0">
                <a:pos x="32" y="0"/>
              </a:cxn>
              <a:cxn ang="0">
                <a:pos x="68" y="22"/>
              </a:cxn>
              <a:cxn ang="0">
                <a:pos x="95" y="22"/>
              </a:cxn>
              <a:cxn ang="0">
                <a:pos x="97" y="60"/>
              </a:cxn>
            </a:cxnLst>
            <a:rect l="0" t="0" r="r" b="b"/>
            <a:pathLst>
              <a:path w="97" h="60">
                <a:moveTo>
                  <a:pt x="97" y="60"/>
                </a:moveTo>
                <a:lnTo>
                  <a:pt x="32" y="60"/>
                </a:lnTo>
                <a:lnTo>
                  <a:pt x="0" y="49"/>
                </a:lnTo>
                <a:lnTo>
                  <a:pt x="7" y="22"/>
                </a:lnTo>
                <a:lnTo>
                  <a:pt x="32" y="0"/>
                </a:lnTo>
                <a:lnTo>
                  <a:pt x="68" y="22"/>
                </a:lnTo>
                <a:lnTo>
                  <a:pt x="95" y="22"/>
                </a:lnTo>
                <a:lnTo>
                  <a:pt x="97" y="6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64" name="Freeform 209"/>
          <p:cNvSpPr>
            <a:spLocks/>
          </p:cNvSpPr>
          <p:nvPr/>
        </p:nvSpPr>
        <p:spPr bwMode="auto">
          <a:xfrm>
            <a:off x="4432363" y="2961563"/>
            <a:ext cx="60325" cy="119034"/>
          </a:xfrm>
          <a:custGeom>
            <a:avLst/>
            <a:gdLst/>
            <a:ahLst/>
            <a:cxnLst>
              <a:cxn ang="0">
                <a:pos x="119" y="441"/>
              </a:cxn>
              <a:cxn ang="0">
                <a:pos x="89" y="447"/>
              </a:cxn>
              <a:cxn ang="0">
                <a:pos x="49" y="447"/>
              </a:cxn>
              <a:cxn ang="0">
                <a:pos x="43" y="411"/>
              </a:cxn>
              <a:cxn ang="0">
                <a:pos x="0" y="338"/>
              </a:cxn>
              <a:cxn ang="0">
                <a:pos x="9" y="200"/>
              </a:cxn>
              <a:cxn ang="0">
                <a:pos x="46" y="200"/>
              </a:cxn>
              <a:cxn ang="0">
                <a:pos x="89" y="200"/>
              </a:cxn>
              <a:cxn ang="0">
                <a:pos x="110" y="221"/>
              </a:cxn>
              <a:cxn ang="0">
                <a:pos x="131" y="218"/>
              </a:cxn>
              <a:cxn ang="0">
                <a:pos x="134" y="189"/>
              </a:cxn>
              <a:cxn ang="0">
                <a:pos x="127" y="171"/>
              </a:cxn>
              <a:cxn ang="0">
                <a:pos x="39" y="165"/>
              </a:cxn>
              <a:cxn ang="0">
                <a:pos x="67" y="104"/>
              </a:cxn>
              <a:cxn ang="0">
                <a:pos x="134" y="104"/>
              </a:cxn>
              <a:cxn ang="0">
                <a:pos x="159" y="31"/>
              </a:cxn>
              <a:cxn ang="0">
                <a:pos x="209" y="13"/>
              </a:cxn>
              <a:cxn ang="0">
                <a:pos x="230" y="0"/>
              </a:cxn>
              <a:cxn ang="0">
                <a:pos x="220" y="27"/>
              </a:cxn>
              <a:cxn ang="0">
                <a:pos x="221" y="92"/>
              </a:cxn>
              <a:cxn ang="0">
                <a:pos x="205" y="137"/>
              </a:cxn>
              <a:cxn ang="0">
                <a:pos x="107" y="126"/>
              </a:cxn>
              <a:cxn ang="0">
                <a:pos x="105" y="155"/>
              </a:cxn>
              <a:cxn ang="0">
                <a:pos x="177" y="146"/>
              </a:cxn>
              <a:cxn ang="0">
                <a:pos x="212" y="155"/>
              </a:cxn>
              <a:cxn ang="0">
                <a:pos x="209" y="180"/>
              </a:cxn>
              <a:cxn ang="0">
                <a:pos x="244" y="180"/>
              </a:cxn>
              <a:cxn ang="0">
                <a:pos x="238" y="214"/>
              </a:cxn>
              <a:cxn ang="0">
                <a:pos x="212" y="206"/>
              </a:cxn>
              <a:cxn ang="0">
                <a:pos x="205" y="263"/>
              </a:cxn>
              <a:cxn ang="0">
                <a:pos x="123" y="310"/>
              </a:cxn>
              <a:cxn ang="0">
                <a:pos x="119" y="441"/>
              </a:cxn>
            </a:cxnLst>
            <a:rect l="0" t="0" r="r" b="b"/>
            <a:pathLst>
              <a:path w="244" h="447">
                <a:moveTo>
                  <a:pt x="119" y="441"/>
                </a:moveTo>
                <a:lnTo>
                  <a:pt x="89" y="447"/>
                </a:lnTo>
                <a:lnTo>
                  <a:pt x="49" y="447"/>
                </a:lnTo>
                <a:lnTo>
                  <a:pt x="43" y="411"/>
                </a:lnTo>
                <a:lnTo>
                  <a:pt x="0" y="338"/>
                </a:lnTo>
                <a:lnTo>
                  <a:pt x="9" y="200"/>
                </a:lnTo>
                <a:lnTo>
                  <a:pt x="46" y="200"/>
                </a:lnTo>
                <a:lnTo>
                  <a:pt x="89" y="200"/>
                </a:lnTo>
                <a:lnTo>
                  <a:pt x="110" y="221"/>
                </a:lnTo>
                <a:lnTo>
                  <a:pt x="131" y="218"/>
                </a:lnTo>
                <a:lnTo>
                  <a:pt x="134" y="189"/>
                </a:lnTo>
                <a:lnTo>
                  <a:pt x="127" y="171"/>
                </a:lnTo>
                <a:lnTo>
                  <a:pt x="39" y="165"/>
                </a:lnTo>
                <a:lnTo>
                  <a:pt x="67" y="104"/>
                </a:lnTo>
                <a:lnTo>
                  <a:pt x="134" y="104"/>
                </a:lnTo>
                <a:lnTo>
                  <a:pt x="159" y="31"/>
                </a:lnTo>
                <a:lnTo>
                  <a:pt x="209" y="13"/>
                </a:lnTo>
                <a:lnTo>
                  <a:pt x="230" y="0"/>
                </a:lnTo>
                <a:lnTo>
                  <a:pt x="220" y="27"/>
                </a:lnTo>
                <a:lnTo>
                  <a:pt x="221" y="92"/>
                </a:lnTo>
                <a:lnTo>
                  <a:pt x="205" y="137"/>
                </a:lnTo>
                <a:lnTo>
                  <a:pt x="107" y="126"/>
                </a:lnTo>
                <a:lnTo>
                  <a:pt x="105" y="155"/>
                </a:lnTo>
                <a:lnTo>
                  <a:pt x="177" y="146"/>
                </a:lnTo>
                <a:lnTo>
                  <a:pt x="212" y="155"/>
                </a:lnTo>
                <a:lnTo>
                  <a:pt x="209" y="180"/>
                </a:lnTo>
                <a:lnTo>
                  <a:pt x="244" y="180"/>
                </a:lnTo>
                <a:lnTo>
                  <a:pt x="238" y="214"/>
                </a:lnTo>
                <a:lnTo>
                  <a:pt x="212" y="206"/>
                </a:lnTo>
                <a:lnTo>
                  <a:pt x="205" y="263"/>
                </a:lnTo>
                <a:lnTo>
                  <a:pt x="123" y="310"/>
                </a:lnTo>
                <a:lnTo>
                  <a:pt x="119" y="441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65" name="Freeform 210"/>
          <p:cNvSpPr>
            <a:spLocks/>
          </p:cNvSpPr>
          <p:nvPr/>
        </p:nvSpPr>
        <p:spPr bwMode="auto">
          <a:xfrm>
            <a:off x="4319650" y="3126625"/>
            <a:ext cx="88900" cy="87292"/>
          </a:xfrm>
          <a:custGeom>
            <a:avLst/>
            <a:gdLst/>
            <a:ahLst/>
            <a:cxnLst>
              <a:cxn ang="0">
                <a:pos x="243" y="325"/>
              </a:cxn>
              <a:cxn ang="0">
                <a:pos x="257" y="295"/>
              </a:cxn>
              <a:cxn ang="0">
                <a:pos x="247" y="266"/>
              </a:cxn>
              <a:cxn ang="0">
                <a:pos x="249" y="233"/>
              </a:cxn>
              <a:cxn ang="0">
                <a:pos x="261" y="223"/>
              </a:cxn>
              <a:cxn ang="0">
                <a:pos x="304" y="233"/>
              </a:cxn>
              <a:cxn ang="0">
                <a:pos x="325" y="226"/>
              </a:cxn>
              <a:cxn ang="0">
                <a:pos x="329" y="183"/>
              </a:cxn>
              <a:cxn ang="0">
                <a:pos x="359" y="141"/>
              </a:cxn>
              <a:cxn ang="0">
                <a:pos x="349" y="116"/>
              </a:cxn>
              <a:cxn ang="0">
                <a:pos x="356" y="47"/>
              </a:cxn>
              <a:cxn ang="0">
                <a:pos x="338" y="12"/>
              </a:cxn>
              <a:cxn ang="0">
                <a:pos x="286" y="18"/>
              </a:cxn>
              <a:cxn ang="0">
                <a:pos x="232" y="0"/>
              </a:cxn>
              <a:cxn ang="0">
                <a:pos x="199" y="18"/>
              </a:cxn>
              <a:cxn ang="0">
                <a:pos x="194" y="92"/>
              </a:cxn>
              <a:cxn ang="0">
                <a:pos x="212" y="116"/>
              </a:cxn>
              <a:cxn ang="0">
                <a:pos x="188" y="138"/>
              </a:cxn>
              <a:cxn ang="0">
                <a:pos x="167" y="135"/>
              </a:cxn>
              <a:cxn ang="0">
                <a:pos x="156" y="107"/>
              </a:cxn>
              <a:cxn ang="0">
                <a:pos x="167" y="47"/>
              </a:cxn>
              <a:cxn ang="0">
                <a:pos x="120" y="25"/>
              </a:cxn>
              <a:cxn ang="0">
                <a:pos x="100" y="50"/>
              </a:cxn>
              <a:cxn ang="0">
                <a:pos x="105" y="103"/>
              </a:cxn>
              <a:cxn ang="0">
                <a:pos x="68" y="141"/>
              </a:cxn>
              <a:cxn ang="0">
                <a:pos x="61" y="178"/>
              </a:cxn>
              <a:cxn ang="0">
                <a:pos x="46" y="198"/>
              </a:cxn>
              <a:cxn ang="0">
                <a:pos x="0" y="241"/>
              </a:cxn>
              <a:cxn ang="0">
                <a:pos x="100" y="255"/>
              </a:cxn>
              <a:cxn ang="0">
                <a:pos x="131" y="226"/>
              </a:cxn>
              <a:cxn ang="0">
                <a:pos x="175" y="233"/>
              </a:cxn>
              <a:cxn ang="0">
                <a:pos x="181" y="266"/>
              </a:cxn>
              <a:cxn ang="0">
                <a:pos x="215" y="273"/>
              </a:cxn>
              <a:cxn ang="0">
                <a:pos x="212" y="307"/>
              </a:cxn>
              <a:cxn ang="0">
                <a:pos x="243" y="325"/>
              </a:cxn>
            </a:cxnLst>
            <a:rect l="0" t="0" r="r" b="b"/>
            <a:pathLst>
              <a:path w="359" h="325">
                <a:moveTo>
                  <a:pt x="243" y="325"/>
                </a:moveTo>
                <a:lnTo>
                  <a:pt x="257" y="295"/>
                </a:lnTo>
                <a:lnTo>
                  <a:pt x="247" y="266"/>
                </a:lnTo>
                <a:lnTo>
                  <a:pt x="249" y="233"/>
                </a:lnTo>
                <a:lnTo>
                  <a:pt x="261" y="223"/>
                </a:lnTo>
                <a:lnTo>
                  <a:pt x="304" y="233"/>
                </a:lnTo>
                <a:lnTo>
                  <a:pt x="325" y="226"/>
                </a:lnTo>
                <a:lnTo>
                  <a:pt x="329" y="183"/>
                </a:lnTo>
                <a:lnTo>
                  <a:pt x="359" y="141"/>
                </a:lnTo>
                <a:lnTo>
                  <a:pt x="349" y="116"/>
                </a:lnTo>
                <a:lnTo>
                  <a:pt x="356" y="47"/>
                </a:lnTo>
                <a:lnTo>
                  <a:pt x="338" y="12"/>
                </a:lnTo>
                <a:lnTo>
                  <a:pt x="286" y="18"/>
                </a:lnTo>
                <a:lnTo>
                  <a:pt x="232" y="0"/>
                </a:lnTo>
                <a:lnTo>
                  <a:pt x="199" y="18"/>
                </a:lnTo>
                <a:lnTo>
                  <a:pt x="194" y="92"/>
                </a:lnTo>
                <a:lnTo>
                  <a:pt x="212" y="116"/>
                </a:lnTo>
                <a:lnTo>
                  <a:pt x="188" y="138"/>
                </a:lnTo>
                <a:lnTo>
                  <a:pt x="167" y="135"/>
                </a:lnTo>
                <a:lnTo>
                  <a:pt x="156" y="107"/>
                </a:lnTo>
                <a:lnTo>
                  <a:pt x="167" y="47"/>
                </a:lnTo>
                <a:lnTo>
                  <a:pt x="120" y="25"/>
                </a:lnTo>
                <a:lnTo>
                  <a:pt x="100" y="50"/>
                </a:lnTo>
                <a:lnTo>
                  <a:pt x="105" y="103"/>
                </a:lnTo>
                <a:lnTo>
                  <a:pt x="68" y="141"/>
                </a:lnTo>
                <a:lnTo>
                  <a:pt x="61" y="178"/>
                </a:lnTo>
                <a:lnTo>
                  <a:pt x="46" y="198"/>
                </a:lnTo>
                <a:lnTo>
                  <a:pt x="0" y="241"/>
                </a:lnTo>
                <a:lnTo>
                  <a:pt x="100" y="255"/>
                </a:lnTo>
                <a:lnTo>
                  <a:pt x="131" y="226"/>
                </a:lnTo>
                <a:lnTo>
                  <a:pt x="175" y="233"/>
                </a:lnTo>
                <a:lnTo>
                  <a:pt x="181" y="266"/>
                </a:lnTo>
                <a:lnTo>
                  <a:pt x="215" y="273"/>
                </a:lnTo>
                <a:lnTo>
                  <a:pt x="212" y="307"/>
                </a:lnTo>
                <a:lnTo>
                  <a:pt x="243" y="325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66" name="Freeform 211"/>
          <p:cNvSpPr>
            <a:spLocks/>
          </p:cNvSpPr>
          <p:nvPr/>
        </p:nvSpPr>
        <p:spPr bwMode="auto">
          <a:xfrm>
            <a:off x="4300601" y="3185349"/>
            <a:ext cx="84137" cy="74596"/>
          </a:xfrm>
          <a:custGeom>
            <a:avLst/>
            <a:gdLst/>
            <a:ahLst/>
            <a:cxnLst>
              <a:cxn ang="0">
                <a:pos x="316" y="99"/>
              </a:cxn>
              <a:cxn ang="0">
                <a:pos x="312" y="135"/>
              </a:cxn>
              <a:cxn ang="0">
                <a:pos x="337" y="155"/>
              </a:cxn>
              <a:cxn ang="0">
                <a:pos x="334" y="179"/>
              </a:cxn>
              <a:cxn ang="0">
                <a:pos x="302" y="197"/>
              </a:cxn>
              <a:cxn ang="0">
                <a:pos x="302" y="215"/>
              </a:cxn>
              <a:cxn ang="0">
                <a:pos x="272" y="232"/>
              </a:cxn>
              <a:cxn ang="0">
                <a:pos x="258" y="244"/>
              </a:cxn>
              <a:cxn ang="0">
                <a:pos x="254" y="275"/>
              </a:cxn>
              <a:cxn ang="0">
                <a:pos x="215" y="269"/>
              </a:cxn>
              <a:cxn ang="0">
                <a:pos x="200" y="244"/>
              </a:cxn>
              <a:cxn ang="0">
                <a:pos x="200" y="215"/>
              </a:cxn>
              <a:cxn ang="0">
                <a:pos x="141" y="232"/>
              </a:cxn>
              <a:cxn ang="0">
                <a:pos x="126" y="222"/>
              </a:cxn>
              <a:cxn ang="0">
                <a:pos x="134" y="180"/>
              </a:cxn>
              <a:cxn ang="0">
                <a:pos x="80" y="173"/>
              </a:cxn>
              <a:cxn ang="0">
                <a:pos x="62" y="142"/>
              </a:cxn>
              <a:cxn ang="0">
                <a:pos x="67" y="121"/>
              </a:cxn>
              <a:cxn ang="0">
                <a:pos x="52" y="106"/>
              </a:cxn>
              <a:cxn ang="0">
                <a:pos x="14" y="83"/>
              </a:cxn>
              <a:cxn ang="0">
                <a:pos x="0" y="41"/>
              </a:cxn>
              <a:cxn ang="0">
                <a:pos x="18" y="40"/>
              </a:cxn>
              <a:cxn ang="0">
                <a:pos x="32" y="40"/>
              </a:cxn>
              <a:cxn ang="0">
                <a:pos x="73" y="15"/>
              </a:cxn>
              <a:cxn ang="0">
                <a:pos x="173" y="29"/>
              </a:cxn>
              <a:cxn ang="0">
                <a:pos x="204" y="0"/>
              </a:cxn>
              <a:cxn ang="0">
                <a:pos x="248" y="7"/>
              </a:cxn>
              <a:cxn ang="0">
                <a:pos x="254" y="40"/>
              </a:cxn>
              <a:cxn ang="0">
                <a:pos x="288" y="47"/>
              </a:cxn>
              <a:cxn ang="0">
                <a:pos x="285" y="81"/>
              </a:cxn>
              <a:cxn ang="0">
                <a:pos x="316" y="99"/>
              </a:cxn>
            </a:cxnLst>
            <a:rect l="0" t="0" r="r" b="b"/>
            <a:pathLst>
              <a:path w="337" h="275">
                <a:moveTo>
                  <a:pt x="316" y="99"/>
                </a:moveTo>
                <a:lnTo>
                  <a:pt x="312" y="135"/>
                </a:lnTo>
                <a:lnTo>
                  <a:pt x="337" y="155"/>
                </a:lnTo>
                <a:lnTo>
                  <a:pt x="334" y="179"/>
                </a:lnTo>
                <a:lnTo>
                  <a:pt x="302" y="197"/>
                </a:lnTo>
                <a:lnTo>
                  <a:pt x="302" y="215"/>
                </a:lnTo>
                <a:lnTo>
                  <a:pt x="272" y="232"/>
                </a:lnTo>
                <a:lnTo>
                  <a:pt x="258" y="244"/>
                </a:lnTo>
                <a:lnTo>
                  <a:pt x="254" y="275"/>
                </a:lnTo>
                <a:lnTo>
                  <a:pt x="215" y="269"/>
                </a:lnTo>
                <a:lnTo>
                  <a:pt x="200" y="244"/>
                </a:lnTo>
                <a:lnTo>
                  <a:pt x="200" y="215"/>
                </a:lnTo>
                <a:lnTo>
                  <a:pt x="141" y="232"/>
                </a:lnTo>
                <a:lnTo>
                  <a:pt x="126" y="222"/>
                </a:lnTo>
                <a:lnTo>
                  <a:pt x="134" y="180"/>
                </a:lnTo>
                <a:lnTo>
                  <a:pt x="80" y="173"/>
                </a:lnTo>
                <a:lnTo>
                  <a:pt x="62" y="142"/>
                </a:lnTo>
                <a:lnTo>
                  <a:pt x="67" y="121"/>
                </a:lnTo>
                <a:lnTo>
                  <a:pt x="52" y="106"/>
                </a:lnTo>
                <a:lnTo>
                  <a:pt x="14" y="83"/>
                </a:lnTo>
                <a:lnTo>
                  <a:pt x="0" y="41"/>
                </a:lnTo>
                <a:lnTo>
                  <a:pt x="18" y="40"/>
                </a:lnTo>
                <a:lnTo>
                  <a:pt x="32" y="40"/>
                </a:lnTo>
                <a:lnTo>
                  <a:pt x="73" y="15"/>
                </a:lnTo>
                <a:lnTo>
                  <a:pt x="173" y="29"/>
                </a:lnTo>
                <a:lnTo>
                  <a:pt x="204" y="0"/>
                </a:lnTo>
                <a:lnTo>
                  <a:pt x="248" y="7"/>
                </a:lnTo>
                <a:lnTo>
                  <a:pt x="254" y="40"/>
                </a:lnTo>
                <a:lnTo>
                  <a:pt x="288" y="47"/>
                </a:lnTo>
                <a:lnTo>
                  <a:pt x="285" y="81"/>
                </a:lnTo>
                <a:lnTo>
                  <a:pt x="316" y="99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67" name="Freeform 212"/>
          <p:cNvSpPr>
            <a:spLocks/>
          </p:cNvSpPr>
          <p:nvPr/>
        </p:nvSpPr>
        <p:spPr bwMode="auto">
          <a:xfrm>
            <a:off x="4364101" y="3242486"/>
            <a:ext cx="14287" cy="23807"/>
          </a:xfrm>
          <a:custGeom>
            <a:avLst/>
            <a:gdLst/>
            <a:ahLst/>
            <a:cxnLst>
              <a:cxn ang="0">
                <a:pos x="0" y="60"/>
              </a:cxn>
              <a:cxn ang="0">
                <a:pos x="31" y="66"/>
              </a:cxn>
              <a:cxn ang="0">
                <a:pos x="62" y="83"/>
              </a:cxn>
              <a:cxn ang="0">
                <a:pos x="48" y="29"/>
              </a:cxn>
              <a:cxn ang="0">
                <a:pos x="48" y="0"/>
              </a:cxn>
              <a:cxn ang="0">
                <a:pos x="18" y="18"/>
              </a:cxn>
              <a:cxn ang="0">
                <a:pos x="4" y="29"/>
              </a:cxn>
              <a:cxn ang="0">
                <a:pos x="0" y="60"/>
              </a:cxn>
            </a:cxnLst>
            <a:rect l="0" t="0" r="r" b="b"/>
            <a:pathLst>
              <a:path w="62" h="83">
                <a:moveTo>
                  <a:pt x="0" y="60"/>
                </a:moveTo>
                <a:lnTo>
                  <a:pt x="31" y="66"/>
                </a:lnTo>
                <a:lnTo>
                  <a:pt x="62" y="83"/>
                </a:lnTo>
                <a:lnTo>
                  <a:pt x="48" y="29"/>
                </a:lnTo>
                <a:lnTo>
                  <a:pt x="48" y="0"/>
                </a:lnTo>
                <a:lnTo>
                  <a:pt x="18" y="18"/>
                </a:lnTo>
                <a:lnTo>
                  <a:pt x="4" y="29"/>
                </a:lnTo>
                <a:lnTo>
                  <a:pt x="0" y="6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68" name="Freeform 214"/>
          <p:cNvSpPr>
            <a:spLocks/>
          </p:cNvSpPr>
          <p:nvPr/>
        </p:nvSpPr>
        <p:spPr bwMode="auto">
          <a:xfrm>
            <a:off x="4446650" y="3298036"/>
            <a:ext cx="163512" cy="90466"/>
          </a:xfrm>
          <a:custGeom>
            <a:avLst/>
            <a:gdLst/>
            <a:ahLst/>
            <a:cxnLst>
              <a:cxn ang="0">
                <a:pos x="422" y="36"/>
              </a:cxn>
              <a:cxn ang="0">
                <a:pos x="454" y="0"/>
              </a:cxn>
              <a:cxn ang="0">
                <a:pos x="483" y="11"/>
              </a:cxn>
              <a:cxn ang="0">
                <a:pos x="527" y="43"/>
              </a:cxn>
              <a:cxn ang="0">
                <a:pos x="592" y="50"/>
              </a:cxn>
              <a:cxn ang="0">
                <a:pos x="655" y="127"/>
              </a:cxn>
              <a:cxn ang="0">
                <a:pos x="652" y="169"/>
              </a:cxn>
              <a:cxn ang="0">
                <a:pos x="607" y="165"/>
              </a:cxn>
              <a:cxn ang="0">
                <a:pos x="592" y="181"/>
              </a:cxn>
              <a:cxn ang="0">
                <a:pos x="592" y="214"/>
              </a:cxn>
              <a:cxn ang="0">
                <a:pos x="570" y="242"/>
              </a:cxn>
              <a:cxn ang="0">
                <a:pos x="600" y="267"/>
              </a:cxn>
              <a:cxn ang="0">
                <a:pos x="602" y="279"/>
              </a:cxn>
              <a:cxn ang="0">
                <a:pos x="570" y="310"/>
              </a:cxn>
              <a:cxn ang="0">
                <a:pos x="472" y="307"/>
              </a:cxn>
              <a:cxn ang="0">
                <a:pos x="450" y="342"/>
              </a:cxn>
              <a:cxn ang="0">
                <a:pos x="378" y="325"/>
              </a:cxn>
              <a:cxn ang="0">
                <a:pos x="341" y="297"/>
              </a:cxn>
              <a:cxn ang="0">
                <a:pos x="296" y="304"/>
              </a:cxn>
              <a:cxn ang="0">
                <a:pos x="254" y="279"/>
              </a:cxn>
              <a:cxn ang="0">
                <a:pos x="236" y="239"/>
              </a:cxn>
              <a:cxn ang="0">
                <a:pos x="163" y="224"/>
              </a:cxn>
              <a:cxn ang="0">
                <a:pos x="135" y="242"/>
              </a:cxn>
              <a:cxn ang="0">
                <a:pos x="99" y="232"/>
              </a:cxn>
              <a:cxn ang="0">
                <a:pos x="56" y="229"/>
              </a:cxn>
              <a:cxn ang="0">
                <a:pos x="43" y="199"/>
              </a:cxn>
              <a:cxn ang="0">
                <a:pos x="0" y="145"/>
              </a:cxn>
              <a:cxn ang="0">
                <a:pos x="28" y="141"/>
              </a:cxn>
              <a:cxn ang="0">
                <a:pos x="50" y="145"/>
              </a:cxn>
              <a:cxn ang="0">
                <a:pos x="85" y="151"/>
              </a:cxn>
              <a:cxn ang="0">
                <a:pos x="110" y="141"/>
              </a:cxn>
              <a:cxn ang="0">
                <a:pos x="135" y="181"/>
              </a:cxn>
              <a:cxn ang="0">
                <a:pos x="202" y="174"/>
              </a:cxn>
              <a:cxn ang="0">
                <a:pos x="211" y="151"/>
              </a:cxn>
              <a:cxn ang="0">
                <a:pos x="251" y="151"/>
              </a:cxn>
              <a:cxn ang="0">
                <a:pos x="268" y="175"/>
              </a:cxn>
              <a:cxn ang="0">
                <a:pos x="281" y="181"/>
              </a:cxn>
              <a:cxn ang="0">
                <a:pos x="296" y="149"/>
              </a:cxn>
              <a:cxn ang="0">
                <a:pos x="299" y="102"/>
              </a:cxn>
              <a:cxn ang="0">
                <a:pos x="279" y="80"/>
              </a:cxn>
              <a:cxn ang="0">
                <a:pos x="281" y="68"/>
              </a:cxn>
              <a:cxn ang="0">
                <a:pos x="306" y="28"/>
              </a:cxn>
              <a:cxn ang="0">
                <a:pos x="328" y="36"/>
              </a:cxn>
              <a:cxn ang="0">
                <a:pos x="364" y="36"/>
              </a:cxn>
              <a:cxn ang="0">
                <a:pos x="378" y="31"/>
              </a:cxn>
              <a:cxn ang="0">
                <a:pos x="422" y="36"/>
              </a:cxn>
            </a:cxnLst>
            <a:rect l="0" t="0" r="r" b="b"/>
            <a:pathLst>
              <a:path w="655" h="342">
                <a:moveTo>
                  <a:pt x="422" y="36"/>
                </a:moveTo>
                <a:lnTo>
                  <a:pt x="454" y="0"/>
                </a:lnTo>
                <a:lnTo>
                  <a:pt x="483" y="11"/>
                </a:lnTo>
                <a:lnTo>
                  <a:pt x="527" y="43"/>
                </a:lnTo>
                <a:lnTo>
                  <a:pt x="592" y="50"/>
                </a:lnTo>
                <a:lnTo>
                  <a:pt x="655" y="127"/>
                </a:lnTo>
                <a:lnTo>
                  <a:pt x="652" y="169"/>
                </a:lnTo>
                <a:lnTo>
                  <a:pt x="607" y="165"/>
                </a:lnTo>
                <a:lnTo>
                  <a:pt x="592" y="181"/>
                </a:lnTo>
                <a:lnTo>
                  <a:pt x="592" y="214"/>
                </a:lnTo>
                <a:lnTo>
                  <a:pt x="570" y="242"/>
                </a:lnTo>
                <a:lnTo>
                  <a:pt x="600" y="267"/>
                </a:lnTo>
                <a:lnTo>
                  <a:pt x="602" y="279"/>
                </a:lnTo>
                <a:lnTo>
                  <a:pt x="570" y="310"/>
                </a:lnTo>
                <a:lnTo>
                  <a:pt x="472" y="307"/>
                </a:lnTo>
                <a:lnTo>
                  <a:pt x="450" y="342"/>
                </a:lnTo>
                <a:lnTo>
                  <a:pt x="378" y="325"/>
                </a:lnTo>
                <a:lnTo>
                  <a:pt x="341" y="297"/>
                </a:lnTo>
                <a:lnTo>
                  <a:pt x="296" y="304"/>
                </a:lnTo>
                <a:lnTo>
                  <a:pt x="254" y="279"/>
                </a:lnTo>
                <a:lnTo>
                  <a:pt x="236" y="239"/>
                </a:lnTo>
                <a:lnTo>
                  <a:pt x="163" y="224"/>
                </a:lnTo>
                <a:lnTo>
                  <a:pt x="135" y="242"/>
                </a:lnTo>
                <a:lnTo>
                  <a:pt x="99" y="232"/>
                </a:lnTo>
                <a:lnTo>
                  <a:pt x="56" y="229"/>
                </a:lnTo>
                <a:lnTo>
                  <a:pt x="43" y="199"/>
                </a:lnTo>
                <a:lnTo>
                  <a:pt x="0" y="145"/>
                </a:lnTo>
                <a:lnTo>
                  <a:pt x="28" y="141"/>
                </a:lnTo>
                <a:lnTo>
                  <a:pt x="50" y="145"/>
                </a:lnTo>
                <a:lnTo>
                  <a:pt x="85" y="151"/>
                </a:lnTo>
                <a:lnTo>
                  <a:pt x="110" y="141"/>
                </a:lnTo>
                <a:lnTo>
                  <a:pt x="135" y="181"/>
                </a:lnTo>
                <a:lnTo>
                  <a:pt x="202" y="174"/>
                </a:lnTo>
                <a:lnTo>
                  <a:pt x="211" y="151"/>
                </a:lnTo>
                <a:lnTo>
                  <a:pt x="251" y="151"/>
                </a:lnTo>
                <a:lnTo>
                  <a:pt x="268" y="175"/>
                </a:lnTo>
                <a:lnTo>
                  <a:pt x="281" y="181"/>
                </a:lnTo>
                <a:lnTo>
                  <a:pt x="296" y="149"/>
                </a:lnTo>
                <a:lnTo>
                  <a:pt x="299" y="102"/>
                </a:lnTo>
                <a:lnTo>
                  <a:pt x="279" y="80"/>
                </a:lnTo>
                <a:lnTo>
                  <a:pt x="281" y="68"/>
                </a:lnTo>
                <a:lnTo>
                  <a:pt x="306" y="28"/>
                </a:lnTo>
                <a:lnTo>
                  <a:pt x="328" y="36"/>
                </a:lnTo>
                <a:lnTo>
                  <a:pt x="364" y="36"/>
                </a:lnTo>
                <a:lnTo>
                  <a:pt x="378" y="31"/>
                </a:lnTo>
                <a:lnTo>
                  <a:pt x="422" y="36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69" name="Freeform 215"/>
          <p:cNvSpPr>
            <a:spLocks/>
          </p:cNvSpPr>
          <p:nvPr/>
        </p:nvSpPr>
        <p:spPr bwMode="auto">
          <a:xfrm>
            <a:off x="4368862" y="3326604"/>
            <a:ext cx="96838" cy="58723"/>
          </a:xfrm>
          <a:custGeom>
            <a:avLst/>
            <a:gdLst/>
            <a:ahLst/>
            <a:cxnLst>
              <a:cxn ang="0">
                <a:pos x="96" y="15"/>
              </a:cxn>
              <a:cxn ang="0">
                <a:pos x="71" y="49"/>
              </a:cxn>
              <a:cxn ang="0">
                <a:pos x="22" y="67"/>
              </a:cxn>
              <a:cxn ang="0">
                <a:pos x="0" y="193"/>
              </a:cxn>
              <a:cxn ang="0">
                <a:pos x="18" y="200"/>
              </a:cxn>
              <a:cxn ang="0">
                <a:pos x="48" y="171"/>
              </a:cxn>
              <a:cxn ang="0">
                <a:pos x="96" y="193"/>
              </a:cxn>
              <a:cxn ang="0">
                <a:pos x="106" y="214"/>
              </a:cxn>
              <a:cxn ang="0">
                <a:pos x="176" y="206"/>
              </a:cxn>
              <a:cxn ang="0">
                <a:pos x="195" y="178"/>
              </a:cxn>
              <a:cxn ang="0">
                <a:pos x="210" y="178"/>
              </a:cxn>
              <a:cxn ang="0">
                <a:pos x="216" y="221"/>
              </a:cxn>
              <a:cxn ang="0">
                <a:pos x="289" y="214"/>
              </a:cxn>
              <a:cxn ang="0">
                <a:pos x="293" y="178"/>
              </a:cxn>
              <a:cxn ang="0">
                <a:pos x="317" y="182"/>
              </a:cxn>
              <a:cxn ang="0">
                <a:pos x="345" y="210"/>
              </a:cxn>
              <a:cxn ang="0">
                <a:pos x="369" y="206"/>
              </a:cxn>
              <a:cxn ang="0">
                <a:pos x="357" y="178"/>
              </a:cxn>
              <a:cxn ang="0">
                <a:pos x="384" y="168"/>
              </a:cxn>
              <a:cxn ang="0">
                <a:pos x="373" y="125"/>
              </a:cxn>
              <a:cxn ang="0">
                <a:pos x="360" y="98"/>
              </a:cxn>
              <a:cxn ang="0">
                <a:pos x="317" y="43"/>
              </a:cxn>
              <a:cxn ang="0">
                <a:pos x="293" y="30"/>
              </a:cxn>
              <a:cxn ang="0">
                <a:pos x="252" y="25"/>
              </a:cxn>
              <a:cxn ang="0">
                <a:pos x="240" y="0"/>
              </a:cxn>
              <a:cxn ang="0">
                <a:pos x="195" y="15"/>
              </a:cxn>
              <a:cxn ang="0">
                <a:pos x="152" y="8"/>
              </a:cxn>
              <a:cxn ang="0">
                <a:pos x="96" y="15"/>
              </a:cxn>
            </a:cxnLst>
            <a:rect l="0" t="0" r="r" b="b"/>
            <a:pathLst>
              <a:path w="384" h="221">
                <a:moveTo>
                  <a:pt x="96" y="15"/>
                </a:moveTo>
                <a:lnTo>
                  <a:pt x="71" y="49"/>
                </a:lnTo>
                <a:lnTo>
                  <a:pt x="22" y="67"/>
                </a:lnTo>
                <a:lnTo>
                  <a:pt x="0" y="193"/>
                </a:lnTo>
                <a:lnTo>
                  <a:pt x="18" y="200"/>
                </a:lnTo>
                <a:lnTo>
                  <a:pt x="48" y="171"/>
                </a:lnTo>
                <a:lnTo>
                  <a:pt x="96" y="193"/>
                </a:lnTo>
                <a:lnTo>
                  <a:pt x="106" y="214"/>
                </a:lnTo>
                <a:lnTo>
                  <a:pt x="176" y="206"/>
                </a:lnTo>
                <a:lnTo>
                  <a:pt x="195" y="178"/>
                </a:lnTo>
                <a:lnTo>
                  <a:pt x="210" y="178"/>
                </a:lnTo>
                <a:lnTo>
                  <a:pt x="216" y="221"/>
                </a:lnTo>
                <a:lnTo>
                  <a:pt x="289" y="214"/>
                </a:lnTo>
                <a:lnTo>
                  <a:pt x="293" y="178"/>
                </a:lnTo>
                <a:lnTo>
                  <a:pt x="317" y="182"/>
                </a:lnTo>
                <a:lnTo>
                  <a:pt x="345" y="210"/>
                </a:lnTo>
                <a:lnTo>
                  <a:pt x="369" y="206"/>
                </a:lnTo>
                <a:lnTo>
                  <a:pt x="357" y="178"/>
                </a:lnTo>
                <a:lnTo>
                  <a:pt x="384" y="168"/>
                </a:lnTo>
                <a:lnTo>
                  <a:pt x="373" y="125"/>
                </a:lnTo>
                <a:lnTo>
                  <a:pt x="360" y="98"/>
                </a:lnTo>
                <a:lnTo>
                  <a:pt x="317" y="43"/>
                </a:lnTo>
                <a:lnTo>
                  <a:pt x="293" y="30"/>
                </a:lnTo>
                <a:lnTo>
                  <a:pt x="252" y="25"/>
                </a:lnTo>
                <a:lnTo>
                  <a:pt x="240" y="0"/>
                </a:lnTo>
                <a:lnTo>
                  <a:pt x="195" y="15"/>
                </a:lnTo>
                <a:lnTo>
                  <a:pt x="152" y="8"/>
                </a:lnTo>
                <a:lnTo>
                  <a:pt x="96" y="15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70" name="Freeform 218"/>
          <p:cNvSpPr>
            <a:spLocks/>
          </p:cNvSpPr>
          <p:nvPr/>
        </p:nvSpPr>
        <p:spPr bwMode="auto">
          <a:xfrm>
            <a:off x="4637150" y="3505949"/>
            <a:ext cx="44450" cy="88879"/>
          </a:xfrm>
          <a:custGeom>
            <a:avLst/>
            <a:gdLst/>
            <a:ahLst/>
            <a:cxnLst>
              <a:cxn ang="0">
                <a:pos x="79" y="309"/>
              </a:cxn>
              <a:cxn ang="0">
                <a:pos x="140" y="315"/>
              </a:cxn>
              <a:cxn ang="0">
                <a:pos x="185" y="245"/>
              </a:cxn>
              <a:cxn ang="0">
                <a:pos x="170" y="217"/>
              </a:cxn>
              <a:cxn ang="0">
                <a:pos x="136" y="167"/>
              </a:cxn>
              <a:cxn ang="0">
                <a:pos x="158" y="68"/>
              </a:cxn>
              <a:cxn ang="0">
                <a:pos x="126" y="14"/>
              </a:cxn>
              <a:cxn ang="0">
                <a:pos x="57" y="0"/>
              </a:cxn>
              <a:cxn ang="0">
                <a:pos x="57" y="47"/>
              </a:cxn>
              <a:cxn ang="0">
                <a:pos x="27" y="57"/>
              </a:cxn>
              <a:cxn ang="0">
                <a:pos x="25" y="110"/>
              </a:cxn>
              <a:cxn ang="0">
                <a:pos x="40" y="128"/>
              </a:cxn>
              <a:cxn ang="0">
                <a:pos x="25" y="142"/>
              </a:cxn>
              <a:cxn ang="0">
                <a:pos x="0" y="226"/>
              </a:cxn>
              <a:cxn ang="0">
                <a:pos x="15" y="245"/>
              </a:cxn>
              <a:cxn ang="0">
                <a:pos x="10" y="294"/>
              </a:cxn>
              <a:cxn ang="0">
                <a:pos x="60" y="329"/>
              </a:cxn>
              <a:cxn ang="0">
                <a:pos x="79" y="309"/>
              </a:cxn>
            </a:cxnLst>
            <a:rect l="0" t="0" r="r" b="b"/>
            <a:pathLst>
              <a:path w="185" h="329">
                <a:moveTo>
                  <a:pt x="79" y="309"/>
                </a:moveTo>
                <a:lnTo>
                  <a:pt x="140" y="315"/>
                </a:lnTo>
                <a:lnTo>
                  <a:pt x="185" y="245"/>
                </a:lnTo>
                <a:lnTo>
                  <a:pt x="170" y="217"/>
                </a:lnTo>
                <a:lnTo>
                  <a:pt x="136" y="167"/>
                </a:lnTo>
                <a:lnTo>
                  <a:pt x="158" y="68"/>
                </a:lnTo>
                <a:lnTo>
                  <a:pt x="126" y="14"/>
                </a:lnTo>
                <a:lnTo>
                  <a:pt x="57" y="0"/>
                </a:lnTo>
                <a:lnTo>
                  <a:pt x="57" y="47"/>
                </a:lnTo>
                <a:lnTo>
                  <a:pt x="27" y="57"/>
                </a:lnTo>
                <a:lnTo>
                  <a:pt x="25" y="110"/>
                </a:lnTo>
                <a:lnTo>
                  <a:pt x="40" y="128"/>
                </a:lnTo>
                <a:lnTo>
                  <a:pt x="25" y="142"/>
                </a:lnTo>
                <a:lnTo>
                  <a:pt x="0" y="226"/>
                </a:lnTo>
                <a:lnTo>
                  <a:pt x="15" y="245"/>
                </a:lnTo>
                <a:lnTo>
                  <a:pt x="10" y="294"/>
                </a:lnTo>
                <a:lnTo>
                  <a:pt x="60" y="329"/>
                </a:lnTo>
                <a:lnTo>
                  <a:pt x="79" y="309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71" name="Freeform 219"/>
          <p:cNvSpPr>
            <a:spLocks/>
          </p:cNvSpPr>
          <p:nvPr/>
        </p:nvSpPr>
        <p:spPr bwMode="auto">
          <a:xfrm>
            <a:off x="4651437" y="3540866"/>
            <a:ext cx="153988" cy="157127"/>
          </a:xfrm>
          <a:custGeom>
            <a:avLst/>
            <a:gdLst/>
            <a:ahLst/>
            <a:cxnLst>
              <a:cxn ang="0">
                <a:pos x="621" y="50"/>
              </a:cxn>
              <a:cxn ang="0">
                <a:pos x="565" y="120"/>
              </a:cxn>
              <a:cxn ang="0">
                <a:pos x="487" y="141"/>
              </a:cxn>
              <a:cxn ang="0">
                <a:pos x="379" y="103"/>
              </a:cxn>
              <a:cxn ang="0">
                <a:pos x="366" y="184"/>
              </a:cxn>
              <a:cxn ang="0">
                <a:pos x="269" y="184"/>
              </a:cxn>
              <a:cxn ang="0">
                <a:pos x="234" y="153"/>
              </a:cxn>
              <a:cxn ang="0">
                <a:pos x="336" y="239"/>
              </a:cxn>
              <a:cxn ang="0">
                <a:pos x="293" y="297"/>
              </a:cxn>
              <a:cxn ang="0">
                <a:pos x="361" y="353"/>
              </a:cxn>
              <a:cxn ang="0">
                <a:pos x="373" y="447"/>
              </a:cxn>
              <a:cxn ang="0">
                <a:pos x="276" y="315"/>
              </a:cxn>
              <a:cxn ang="0">
                <a:pos x="280" y="371"/>
              </a:cxn>
              <a:cxn ang="0">
                <a:pos x="361" y="463"/>
              </a:cxn>
              <a:cxn ang="0">
                <a:pos x="276" y="472"/>
              </a:cxn>
              <a:cxn ang="0">
                <a:pos x="234" y="504"/>
              </a:cxn>
              <a:cxn ang="0">
                <a:pos x="254" y="567"/>
              </a:cxn>
              <a:cxn ang="0">
                <a:pos x="209" y="585"/>
              </a:cxn>
              <a:cxn ang="0">
                <a:pos x="166" y="483"/>
              </a:cxn>
              <a:cxn ang="0">
                <a:pos x="127" y="529"/>
              </a:cxn>
              <a:cxn ang="0">
                <a:pos x="96" y="428"/>
              </a:cxn>
              <a:cxn ang="0">
                <a:pos x="85" y="378"/>
              </a:cxn>
              <a:cxn ang="0">
                <a:pos x="211" y="430"/>
              </a:cxn>
              <a:cxn ang="0">
                <a:pos x="211" y="381"/>
              </a:cxn>
              <a:cxn ang="0">
                <a:pos x="30" y="276"/>
              </a:cxn>
              <a:cxn ang="0">
                <a:pos x="0" y="198"/>
              </a:cxn>
              <a:cxn ang="0">
                <a:pos x="82" y="184"/>
              </a:cxn>
              <a:cxn ang="0">
                <a:pos x="112" y="86"/>
              </a:cxn>
              <a:cxn ang="0">
                <a:pos x="162" y="74"/>
              </a:cxn>
              <a:cxn ang="0">
                <a:pos x="226" y="22"/>
              </a:cxn>
              <a:cxn ang="0">
                <a:pos x="282" y="40"/>
              </a:cxn>
              <a:cxn ang="0">
                <a:pos x="426" y="40"/>
              </a:cxn>
              <a:cxn ang="0">
                <a:pos x="568" y="61"/>
              </a:cxn>
              <a:cxn ang="0">
                <a:pos x="593" y="15"/>
              </a:cxn>
            </a:cxnLst>
            <a:rect l="0" t="0" r="r" b="b"/>
            <a:pathLst>
              <a:path w="621" h="585">
                <a:moveTo>
                  <a:pt x="593" y="15"/>
                </a:moveTo>
                <a:lnTo>
                  <a:pt x="621" y="50"/>
                </a:lnTo>
                <a:lnTo>
                  <a:pt x="572" y="74"/>
                </a:lnTo>
                <a:lnTo>
                  <a:pt x="565" y="120"/>
                </a:lnTo>
                <a:lnTo>
                  <a:pt x="511" y="153"/>
                </a:lnTo>
                <a:lnTo>
                  <a:pt x="487" y="141"/>
                </a:lnTo>
                <a:lnTo>
                  <a:pt x="455" y="114"/>
                </a:lnTo>
                <a:lnTo>
                  <a:pt x="379" y="103"/>
                </a:lnTo>
                <a:lnTo>
                  <a:pt x="356" y="141"/>
                </a:lnTo>
                <a:lnTo>
                  <a:pt x="366" y="184"/>
                </a:lnTo>
                <a:lnTo>
                  <a:pt x="332" y="215"/>
                </a:lnTo>
                <a:lnTo>
                  <a:pt x="269" y="184"/>
                </a:lnTo>
                <a:lnTo>
                  <a:pt x="269" y="129"/>
                </a:lnTo>
                <a:lnTo>
                  <a:pt x="234" y="153"/>
                </a:lnTo>
                <a:lnTo>
                  <a:pt x="244" y="208"/>
                </a:lnTo>
                <a:lnTo>
                  <a:pt x="336" y="239"/>
                </a:lnTo>
                <a:lnTo>
                  <a:pt x="332" y="297"/>
                </a:lnTo>
                <a:lnTo>
                  <a:pt x="293" y="297"/>
                </a:lnTo>
                <a:lnTo>
                  <a:pt x="361" y="331"/>
                </a:lnTo>
                <a:lnTo>
                  <a:pt x="361" y="353"/>
                </a:lnTo>
                <a:lnTo>
                  <a:pt x="398" y="438"/>
                </a:lnTo>
                <a:lnTo>
                  <a:pt x="373" y="447"/>
                </a:lnTo>
                <a:lnTo>
                  <a:pt x="348" y="378"/>
                </a:lnTo>
                <a:lnTo>
                  <a:pt x="276" y="315"/>
                </a:lnTo>
                <a:lnTo>
                  <a:pt x="237" y="311"/>
                </a:lnTo>
                <a:lnTo>
                  <a:pt x="280" y="371"/>
                </a:lnTo>
                <a:lnTo>
                  <a:pt x="329" y="374"/>
                </a:lnTo>
                <a:lnTo>
                  <a:pt x="361" y="463"/>
                </a:lnTo>
                <a:lnTo>
                  <a:pt x="276" y="454"/>
                </a:lnTo>
                <a:lnTo>
                  <a:pt x="276" y="472"/>
                </a:lnTo>
                <a:lnTo>
                  <a:pt x="229" y="465"/>
                </a:lnTo>
                <a:lnTo>
                  <a:pt x="234" y="504"/>
                </a:lnTo>
                <a:lnTo>
                  <a:pt x="251" y="526"/>
                </a:lnTo>
                <a:lnTo>
                  <a:pt x="254" y="567"/>
                </a:lnTo>
                <a:lnTo>
                  <a:pt x="229" y="553"/>
                </a:lnTo>
                <a:lnTo>
                  <a:pt x="209" y="585"/>
                </a:lnTo>
                <a:lnTo>
                  <a:pt x="176" y="497"/>
                </a:lnTo>
                <a:lnTo>
                  <a:pt x="166" y="483"/>
                </a:lnTo>
                <a:lnTo>
                  <a:pt x="155" y="546"/>
                </a:lnTo>
                <a:lnTo>
                  <a:pt x="127" y="529"/>
                </a:lnTo>
                <a:lnTo>
                  <a:pt x="121" y="470"/>
                </a:lnTo>
                <a:lnTo>
                  <a:pt x="96" y="428"/>
                </a:lnTo>
                <a:lnTo>
                  <a:pt x="78" y="418"/>
                </a:lnTo>
                <a:lnTo>
                  <a:pt x="85" y="378"/>
                </a:lnTo>
                <a:lnTo>
                  <a:pt x="194" y="403"/>
                </a:lnTo>
                <a:lnTo>
                  <a:pt x="211" y="430"/>
                </a:lnTo>
                <a:lnTo>
                  <a:pt x="265" y="389"/>
                </a:lnTo>
                <a:lnTo>
                  <a:pt x="211" y="381"/>
                </a:lnTo>
                <a:lnTo>
                  <a:pt x="72" y="349"/>
                </a:lnTo>
                <a:lnTo>
                  <a:pt x="30" y="276"/>
                </a:lnTo>
                <a:lnTo>
                  <a:pt x="8" y="272"/>
                </a:lnTo>
                <a:lnTo>
                  <a:pt x="0" y="198"/>
                </a:lnTo>
                <a:lnTo>
                  <a:pt x="18" y="178"/>
                </a:lnTo>
                <a:lnTo>
                  <a:pt x="82" y="184"/>
                </a:lnTo>
                <a:lnTo>
                  <a:pt x="127" y="114"/>
                </a:lnTo>
                <a:lnTo>
                  <a:pt x="112" y="86"/>
                </a:lnTo>
                <a:lnTo>
                  <a:pt x="143" y="90"/>
                </a:lnTo>
                <a:lnTo>
                  <a:pt x="162" y="74"/>
                </a:lnTo>
                <a:lnTo>
                  <a:pt x="222" y="68"/>
                </a:lnTo>
                <a:lnTo>
                  <a:pt x="226" y="22"/>
                </a:lnTo>
                <a:lnTo>
                  <a:pt x="254" y="0"/>
                </a:lnTo>
                <a:lnTo>
                  <a:pt x="282" y="40"/>
                </a:lnTo>
                <a:lnTo>
                  <a:pt x="391" y="50"/>
                </a:lnTo>
                <a:lnTo>
                  <a:pt x="426" y="40"/>
                </a:lnTo>
                <a:lnTo>
                  <a:pt x="462" y="50"/>
                </a:lnTo>
                <a:lnTo>
                  <a:pt x="568" y="61"/>
                </a:lnTo>
                <a:lnTo>
                  <a:pt x="572" y="15"/>
                </a:lnTo>
                <a:lnTo>
                  <a:pt x="593" y="15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72" name="Freeform 220"/>
          <p:cNvSpPr>
            <a:spLocks/>
          </p:cNvSpPr>
          <p:nvPr/>
        </p:nvSpPr>
        <p:spPr bwMode="auto">
          <a:xfrm>
            <a:off x="4718112" y="3712277"/>
            <a:ext cx="63500" cy="33330"/>
          </a:xfrm>
          <a:custGeom>
            <a:avLst/>
            <a:gdLst/>
            <a:ahLst/>
            <a:cxnLst>
              <a:cxn ang="0">
                <a:pos x="256" y="59"/>
              </a:cxn>
              <a:cxn ang="0">
                <a:pos x="211" y="55"/>
              </a:cxn>
              <a:cxn ang="0">
                <a:pos x="183" y="32"/>
              </a:cxn>
              <a:cxn ang="0">
                <a:pos x="76" y="23"/>
              </a:cxn>
              <a:cxn ang="0">
                <a:pos x="50" y="0"/>
              </a:cxn>
              <a:cxn ang="0">
                <a:pos x="0" y="23"/>
              </a:cxn>
              <a:cxn ang="0">
                <a:pos x="10" y="62"/>
              </a:cxn>
              <a:cxn ang="0">
                <a:pos x="50" y="54"/>
              </a:cxn>
              <a:cxn ang="0">
                <a:pos x="100" y="121"/>
              </a:cxn>
              <a:cxn ang="0">
                <a:pos x="149" y="125"/>
              </a:cxn>
              <a:cxn ang="0">
                <a:pos x="190" y="83"/>
              </a:cxn>
              <a:cxn ang="0">
                <a:pos x="236" y="87"/>
              </a:cxn>
              <a:cxn ang="0">
                <a:pos x="256" y="71"/>
              </a:cxn>
              <a:cxn ang="0">
                <a:pos x="256" y="59"/>
              </a:cxn>
            </a:cxnLst>
            <a:rect l="0" t="0" r="r" b="b"/>
            <a:pathLst>
              <a:path w="256" h="125">
                <a:moveTo>
                  <a:pt x="256" y="59"/>
                </a:moveTo>
                <a:lnTo>
                  <a:pt x="211" y="55"/>
                </a:lnTo>
                <a:lnTo>
                  <a:pt x="183" y="32"/>
                </a:lnTo>
                <a:lnTo>
                  <a:pt x="76" y="23"/>
                </a:lnTo>
                <a:lnTo>
                  <a:pt x="50" y="0"/>
                </a:lnTo>
                <a:lnTo>
                  <a:pt x="0" y="23"/>
                </a:lnTo>
                <a:lnTo>
                  <a:pt x="10" y="62"/>
                </a:lnTo>
                <a:lnTo>
                  <a:pt x="50" y="54"/>
                </a:lnTo>
                <a:lnTo>
                  <a:pt x="100" y="121"/>
                </a:lnTo>
                <a:lnTo>
                  <a:pt x="149" y="125"/>
                </a:lnTo>
                <a:lnTo>
                  <a:pt x="190" y="83"/>
                </a:lnTo>
                <a:lnTo>
                  <a:pt x="236" y="87"/>
                </a:lnTo>
                <a:lnTo>
                  <a:pt x="256" y="71"/>
                </a:lnTo>
                <a:lnTo>
                  <a:pt x="256" y="59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73" name="Freeform 222"/>
          <p:cNvSpPr>
            <a:spLocks/>
          </p:cNvSpPr>
          <p:nvPr/>
        </p:nvSpPr>
        <p:spPr bwMode="auto">
          <a:xfrm>
            <a:off x="4487926" y="3629746"/>
            <a:ext cx="60325" cy="42853"/>
          </a:xfrm>
          <a:custGeom>
            <a:avLst/>
            <a:gdLst/>
            <a:ahLst/>
            <a:cxnLst>
              <a:cxn ang="0">
                <a:pos x="244" y="16"/>
              </a:cxn>
              <a:cxn ang="0">
                <a:pos x="236" y="165"/>
              </a:cxn>
              <a:cxn ang="0">
                <a:pos x="181" y="162"/>
              </a:cxn>
              <a:cxn ang="0">
                <a:pos x="161" y="126"/>
              </a:cxn>
              <a:cxn ang="0">
                <a:pos x="108" y="122"/>
              </a:cxn>
              <a:cxn ang="0">
                <a:pos x="54" y="55"/>
              </a:cxn>
              <a:cxn ang="0">
                <a:pos x="0" y="22"/>
              </a:cxn>
              <a:cxn ang="0">
                <a:pos x="18" y="0"/>
              </a:cxn>
              <a:cxn ang="0">
                <a:pos x="69" y="4"/>
              </a:cxn>
              <a:cxn ang="0">
                <a:pos x="94" y="0"/>
              </a:cxn>
              <a:cxn ang="0">
                <a:pos x="154" y="16"/>
              </a:cxn>
              <a:cxn ang="0">
                <a:pos x="175" y="4"/>
              </a:cxn>
              <a:cxn ang="0">
                <a:pos x="218" y="16"/>
              </a:cxn>
              <a:cxn ang="0">
                <a:pos x="221" y="0"/>
              </a:cxn>
              <a:cxn ang="0">
                <a:pos x="244" y="16"/>
              </a:cxn>
            </a:cxnLst>
            <a:rect l="0" t="0" r="r" b="b"/>
            <a:pathLst>
              <a:path w="244" h="165">
                <a:moveTo>
                  <a:pt x="244" y="16"/>
                </a:moveTo>
                <a:lnTo>
                  <a:pt x="236" y="165"/>
                </a:lnTo>
                <a:lnTo>
                  <a:pt x="181" y="162"/>
                </a:lnTo>
                <a:lnTo>
                  <a:pt x="161" y="126"/>
                </a:lnTo>
                <a:lnTo>
                  <a:pt x="108" y="122"/>
                </a:lnTo>
                <a:lnTo>
                  <a:pt x="54" y="55"/>
                </a:lnTo>
                <a:lnTo>
                  <a:pt x="0" y="22"/>
                </a:lnTo>
                <a:lnTo>
                  <a:pt x="18" y="0"/>
                </a:lnTo>
                <a:lnTo>
                  <a:pt x="69" y="4"/>
                </a:lnTo>
                <a:lnTo>
                  <a:pt x="94" y="0"/>
                </a:lnTo>
                <a:lnTo>
                  <a:pt x="154" y="16"/>
                </a:lnTo>
                <a:lnTo>
                  <a:pt x="175" y="4"/>
                </a:lnTo>
                <a:lnTo>
                  <a:pt x="218" y="16"/>
                </a:lnTo>
                <a:lnTo>
                  <a:pt x="221" y="0"/>
                </a:lnTo>
                <a:lnTo>
                  <a:pt x="244" y="16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74" name="Freeform 223"/>
          <p:cNvSpPr>
            <a:spLocks/>
          </p:cNvSpPr>
          <p:nvPr/>
        </p:nvSpPr>
        <p:spPr bwMode="auto">
          <a:xfrm>
            <a:off x="4395851" y="3534518"/>
            <a:ext cx="39687" cy="73008"/>
          </a:xfrm>
          <a:custGeom>
            <a:avLst/>
            <a:gdLst/>
            <a:ahLst/>
            <a:cxnLst>
              <a:cxn ang="0">
                <a:pos x="134" y="0"/>
              </a:cxn>
              <a:cxn ang="0">
                <a:pos x="114" y="0"/>
              </a:cxn>
              <a:cxn ang="0">
                <a:pos x="78" y="31"/>
              </a:cxn>
              <a:cxn ang="0">
                <a:pos x="40" y="24"/>
              </a:cxn>
              <a:cxn ang="0">
                <a:pos x="24" y="42"/>
              </a:cxn>
              <a:cxn ang="0">
                <a:pos x="32" y="143"/>
              </a:cxn>
              <a:cxn ang="0">
                <a:pos x="0" y="168"/>
              </a:cxn>
              <a:cxn ang="0">
                <a:pos x="24" y="260"/>
              </a:cxn>
              <a:cxn ang="0">
                <a:pos x="66" y="270"/>
              </a:cxn>
              <a:cxn ang="0">
                <a:pos x="98" y="235"/>
              </a:cxn>
              <a:cxn ang="0">
                <a:pos x="128" y="242"/>
              </a:cxn>
              <a:cxn ang="0">
                <a:pos x="153" y="197"/>
              </a:cxn>
              <a:cxn ang="0">
                <a:pos x="139" y="141"/>
              </a:cxn>
              <a:cxn ang="0">
                <a:pos x="146" y="113"/>
              </a:cxn>
              <a:cxn ang="0">
                <a:pos x="134" y="82"/>
              </a:cxn>
              <a:cxn ang="0">
                <a:pos x="158" y="56"/>
              </a:cxn>
              <a:cxn ang="0">
                <a:pos x="134" y="0"/>
              </a:cxn>
            </a:cxnLst>
            <a:rect l="0" t="0" r="r" b="b"/>
            <a:pathLst>
              <a:path w="158" h="270">
                <a:moveTo>
                  <a:pt x="134" y="0"/>
                </a:moveTo>
                <a:lnTo>
                  <a:pt x="114" y="0"/>
                </a:lnTo>
                <a:lnTo>
                  <a:pt x="78" y="31"/>
                </a:lnTo>
                <a:lnTo>
                  <a:pt x="40" y="24"/>
                </a:lnTo>
                <a:lnTo>
                  <a:pt x="24" y="42"/>
                </a:lnTo>
                <a:lnTo>
                  <a:pt x="32" y="143"/>
                </a:lnTo>
                <a:lnTo>
                  <a:pt x="0" y="168"/>
                </a:lnTo>
                <a:lnTo>
                  <a:pt x="24" y="260"/>
                </a:lnTo>
                <a:lnTo>
                  <a:pt x="66" y="270"/>
                </a:lnTo>
                <a:lnTo>
                  <a:pt x="98" y="235"/>
                </a:lnTo>
                <a:lnTo>
                  <a:pt x="128" y="242"/>
                </a:lnTo>
                <a:lnTo>
                  <a:pt x="153" y="197"/>
                </a:lnTo>
                <a:lnTo>
                  <a:pt x="139" y="141"/>
                </a:lnTo>
                <a:lnTo>
                  <a:pt x="146" y="113"/>
                </a:lnTo>
                <a:lnTo>
                  <a:pt x="134" y="82"/>
                </a:lnTo>
                <a:lnTo>
                  <a:pt x="158" y="56"/>
                </a:lnTo>
                <a:lnTo>
                  <a:pt x="134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75" name="Freeform 224"/>
          <p:cNvSpPr>
            <a:spLocks/>
          </p:cNvSpPr>
          <p:nvPr/>
        </p:nvSpPr>
        <p:spPr bwMode="auto">
          <a:xfrm>
            <a:off x="4413312" y="3485317"/>
            <a:ext cx="19050" cy="44440"/>
          </a:xfrm>
          <a:custGeom>
            <a:avLst/>
            <a:gdLst/>
            <a:ahLst/>
            <a:cxnLst>
              <a:cxn ang="0">
                <a:pos x="78" y="0"/>
              </a:cxn>
              <a:cxn ang="0">
                <a:pos x="55" y="0"/>
              </a:cxn>
              <a:cxn ang="0">
                <a:pos x="52" y="28"/>
              </a:cxn>
              <a:cxn ang="0">
                <a:pos x="5" y="67"/>
              </a:cxn>
              <a:cxn ang="0">
                <a:pos x="0" y="110"/>
              </a:cxn>
              <a:cxn ang="0">
                <a:pos x="31" y="160"/>
              </a:cxn>
              <a:cxn ang="0">
                <a:pos x="46" y="160"/>
              </a:cxn>
              <a:cxn ang="0">
                <a:pos x="60" y="149"/>
              </a:cxn>
              <a:cxn ang="0">
                <a:pos x="66" y="99"/>
              </a:cxn>
              <a:cxn ang="0">
                <a:pos x="84" y="92"/>
              </a:cxn>
              <a:cxn ang="0">
                <a:pos x="78" y="0"/>
              </a:cxn>
            </a:cxnLst>
            <a:rect l="0" t="0" r="r" b="b"/>
            <a:pathLst>
              <a:path w="84" h="160">
                <a:moveTo>
                  <a:pt x="78" y="0"/>
                </a:moveTo>
                <a:lnTo>
                  <a:pt x="55" y="0"/>
                </a:lnTo>
                <a:lnTo>
                  <a:pt x="52" y="28"/>
                </a:lnTo>
                <a:lnTo>
                  <a:pt x="5" y="67"/>
                </a:lnTo>
                <a:lnTo>
                  <a:pt x="0" y="110"/>
                </a:lnTo>
                <a:lnTo>
                  <a:pt x="31" y="160"/>
                </a:lnTo>
                <a:lnTo>
                  <a:pt x="46" y="160"/>
                </a:lnTo>
                <a:lnTo>
                  <a:pt x="60" y="149"/>
                </a:lnTo>
                <a:lnTo>
                  <a:pt x="66" y="99"/>
                </a:lnTo>
                <a:lnTo>
                  <a:pt x="84" y="92"/>
                </a:lnTo>
                <a:lnTo>
                  <a:pt x="78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76" name="Freeform 228"/>
          <p:cNvSpPr>
            <a:spLocks/>
          </p:cNvSpPr>
          <p:nvPr/>
        </p:nvSpPr>
        <p:spPr bwMode="auto">
          <a:xfrm>
            <a:off x="4122801" y="3032984"/>
            <a:ext cx="168275" cy="201566"/>
          </a:xfrm>
          <a:custGeom>
            <a:avLst/>
            <a:gdLst/>
            <a:ahLst/>
            <a:cxnLst>
              <a:cxn ang="0">
                <a:pos x="307" y="539"/>
              </a:cxn>
              <a:cxn ang="0">
                <a:pos x="290" y="508"/>
              </a:cxn>
              <a:cxn ang="0">
                <a:pos x="304" y="478"/>
              </a:cxn>
              <a:cxn ang="0">
                <a:pos x="304" y="441"/>
              </a:cxn>
              <a:cxn ang="0">
                <a:pos x="279" y="447"/>
              </a:cxn>
              <a:cxn ang="0">
                <a:pos x="288" y="388"/>
              </a:cxn>
              <a:cxn ang="0">
                <a:pos x="260" y="364"/>
              </a:cxn>
              <a:cxn ang="0">
                <a:pos x="290" y="333"/>
              </a:cxn>
              <a:cxn ang="0">
                <a:pos x="272" y="318"/>
              </a:cxn>
              <a:cxn ang="0">
                <a:pos x="275" y="265"/>
              </a:cxn>
              <a:cxn ang="0">
                <a:pos x="288" y="177"/>
              </a:cxn>
              <a:cxn ang="0">
                <a:pos x="250" y="204"/>
              </a:cxn>
              <a:cxn ang="0">
                <a:pos x="236" y="112"/>
              </a:cxn>
              <a:cxn ang="0">
                <a:pos x="360" y="50"/>
              </a:cxn>
              <a:cxn ang="0">
                <a:pos x="389" y="0"/>
              </a:cxn>
              <a:cxn ang="0">
                <a:pos x="420" y="40"/>
              </a:cxn>
              <a:cxn ang="0">
                <a:pos x="434" y="110"/>
              </a:cxn>
              <a:cxn ang="0">
                <a:pos x="530" y="196"/>
              </a:cxn>
              <a:cxn ang="0">
                <a:pos x="550" y="251"/>
              </a:cxn>
              <a:cxn ang="0">
                <a:pos x="628" y="370"/>
              </a:cxn>
              <a:cxn ang="0">
                <a:pos x="649" y="530"/>
              </a:cxn>
              <a:cxn ang="0">
                <a:pos x="614" y="585"/>
              </a:cxn>
              <a:cxn ang="0">
                <a:pos x="631" y="619"/>
              </a:cxn>
              <a:cxn ang="0">
                <a:pos x="578" y="689"/>
              </a:cxn>
              <a:cxn ang="0">
                <a:pos x="493" y="689"/>
              </a:cxn>
              <a:cxn ang="0">
                <a:pos x="399" y="692"/>
              </a:cxn>
              <a:cxn ang="0">
                <a:pos x="392" y="733"/>
              </a:cxn>
              <a:cxn ang="0">
                <a:pos x="198" y="744"/>
              </a:cxn>
              <a:cxn ang="0">
                <a:pos x="81" y="742"/>
              </a:cxn>
              <a:cxn ang="0">
                <a:pos x="0" y="738"/>
              </a:cxn>
              <a:cxn ang="0">
                <a:pos x="81" y="674"/>
              </a:cxn>
              <a:cxn ang="0">
                <a:pos x="116" y="674"/>
              </a:cxn>
              <a:cxn ang="0">
                <a:pos x="188" y="585"/>
              </a:cxn>
              <a:cxn ang="0">
                <a:pos x="293" y="554"/>
              </a:cxn>
            </a:cxnLst>
            <a:rect l="0" t="0" r="r" b="b"/>
            <a:pathLst>
              <a:path w="677" h="758">
                <a:moveTo>
                  <a:pt x="293" y="539"/>
                </a:moveTo>
                <a:lnTo>
                  <a:pt x="307" y="539"/>
                </a:lnTo>
                <a:lnTo>
                  <a:pt x="307" y="527"/>
                </a:lnTo>
                <a:lnTo>
                  <a:pt x="290" y="508"/>
                </a:lnTo>
                <a:lnTo>
                  <a:pt x="288" y="487"/>
                </a:lnTo>
                <a:lnTo>
                  <a:pt x="304" y="478"/>
                </a:lnTo>
                <a:lnTo>
                  <a:pt x="293" y="462"/>
                </a:lnTo>
                <a:lnTo>
                  <a:pt x="304" y="441"/>
                </a:lnTo>
                <a:lnTo>
                  <a:pt x="300" y="420"/>
                </a:lnTo>
                <a:lnTo>
                  <a:pt x="279" y="447"/>
                </a:lnTo>
                <a:lnTo>
                  <a:pt x="272" y="417"/>
                </a:lnTo>
                <a:lnTo>
                  <a:pt x="288" y="388"/>
                </a:lnTo>
                <a:lnTo>
                  <a:pt x="268" y="377"/>
                </a:lnTo>
                <a:lnTo>
                  <a:pt x="260" y="364"/>
                </a:lnTo>
                <a:lnTo>
                  <a:pt x="297" y="343"/>
                </a:lnTo>
                <a:lnTo>
                  <a:pt x="290" y="333"/>
                </a:lnTo>
                <a:lnTo>
                  <a:pt x="272" y="343"/>
                </a:lnTo>
                <a:lnTo>
                  <a:pt x="272" y="318"/>
                </a:lnTo>
                <a:lnTo>
                  <a:pt x="293" y="279"/>
                </a:lnTo>
                <a:lnTo>
                  <a:pt x="275" y="265"/>
                </a:lnTo>
                <a:lnTo>
                  <a:pt x="307" y="204"/>
                </a:lnTo>
                <a:lnTo>
                  <a:pt x="288" y="177"/>
                </a:lnTo>
                <a:lnTo>
                  <a:pt x="272" y="208"/>
                </a:lnTo>
                <a:lnTo>
                  <a:pt x="250" y="204"/>
                </a:lnTo>
                <a:lnTo>
                  <a:pt x="223" y="166"/>
                </a:lnTo>
                <a:lnTo>
                  <a:pt x="236" y="112"/>
                </a:lnTo>
                <a:lnTo>
                  <a:pt x="290" y="75"/>
                </a:lnTo>
                <a:lnTo>
                  <a:pt x="360" y="50"/>
                </a:lnTo>
                <a:lnTo>
                  <a:pt x="346" y="11"/>
                </a:lnTo>
                <a:lnTo>
                  <a:pt x="389" y="0"/>
                </a:lnTo>
                <a:lnTo>
                  <a:pt x="389" y="27"/>
                </a:lnTo>
                <a:lnTo>
                  <a:pt x="420" y="40"/>
                </a:lnTo>
                <a:lnTo>
                  <a:pt x="417" y="88"/>
                </a:lnTo>
                <a:lnTo>
                  <a:pt x="434" y="110"/>
                </a:lnTo>
                <a:lnTo>
                  <a:pt x="477" y="112"/>
                </a:lnTo>
                <a:lnTo>
                  <a:pt x="530" y="196"/>
                </a:lnTo>
                <a:lnTo>
                  <a:pt x="526" y="236"/>
                </a:lnTo>
                <a:lnTo>
                  <a:pt x="550" y="251"/>
                </a:lnTo>
                <a:lnTo>
                  <a:pt x="566" y="370"/>
                </a:lnTo>
                <a:lnTo>
                  <a:pt x="628" y="370"/>
                </a:lnTo>
                <a:lnTo>
                  <a:pt x="677" y="444"/>
                </a:lnTo>
                <a:lnTo>
                  <a:pt x="649" y="530"/>
                </a:lnTo>
                <a:lnTo>
                  <a:pt x="578" y="568"/>
                </a:lnTo>
                <a:lnTo>
                  <a:pt x="614" y="585"/>
                </a:lnTo>
                <a:lnTo>
                  <a:pt x="649" y="585"/>
                </a:lnTo>
                <a:lnTo>
                  <a:pt x="631" y="619"/>
                </a:lnTo>
                <a:lnTo>
                  <a:pt x="581" y="659"/>
                </a:lnTo>
                <a:lnTo>
                  <a:pt x="578" y="689"/>
                </a:lnTo>
                <a:lnTo>
                  <a:pt x="542" y="699"/>
                </a:lnTo>
                <a:lnTo>
                  <a:pt x="493" y="689"/>
                </a:lnTo>
                <a:lnTo>
                  <a:pt x="427" y="695"/>
                </a:lnTo>
                <a:lnTo>
                  <a:pt x="399" y="692"/>
                </a:lnTo>
                <a:lnTo>
                  <a:pt x="392" y="726"/>
                </a:lnTo>
                <a:lnTo>
                  <a:pt x="392" y="733"/>
                </a:lnTo>
                <a:lnTo>
                  <a:pt x="230" y="738"/>
                </a:lnTo>
                <a:lnTo>
                  <a:pt x="198" y="744"/>
                </a:lnTo>
                <a:lnTo>
                  <a:pt x="156" y="733"/>
                </a:lnTo>
                <a:lnTo>
                  <a:pt x="81" y="742"/>
                </a:lnTo>
                <a:lnTo>
                  <a:pt x="75" y="758"/>
                </a:lnTo>
                <a:lnTo>
                  <a:pt x="0" y="738"/>
                </a:lnTo>
                <a:lnTo>
                  <a:pt x="61" y="704"/>
                </a:lnTo>
                <a:lnTo>
                  <a:pt x="81" y="674"/>
                </a:lnTo>
                <a:lnTo>
                  <a:pt x="95" y="677"/>
                </a:lnTo>
                <a:lnTo>
                  <a:pt x="116" y="674"/>
                </a:lnTo>
                <a:lnTo>
                  <a:pt x="120" y="625"/>
                </a:lnTo>
                <a:lnTo>
                  <a:pt x="188" y="585"/>
                </a:lnTo>
                <a:lnTo>
                  <a:pt x="257" y="593"/>
                </a:lnTo>
                <a:lnTo>
                  <a:pt x="293" y="554"/>
                </a:lnTo>
                <a:lnTo>
                  <a:pt x="293" y="539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77" name="Freeform 229"/>
          <p:cNvSpPr>
            <a:spLocks/>
          </p:cNvSpPr>
          <p:nvPr/>
        </p:nvSpPr>
        <p:spPr bwMode="auto">
          <a:xfrm>
            <a:off x="4133912" y="3117103"/>
            <a:ext cx="65088" cy="65072"/>
          </a:xfrm>
          <a:custGeom>
            <a:avLst/>
            <a:gdLst/>
            <a:ahLst/>
            <a:cxnLst>
              <a:cxn ang="0">
                <a:pos x="247" y="225"/>
              </a:cxn>
              <a:cxn ang="0">
                <a:pos x="261" y="225"/>
              </a:cxn>
              <a:cxn ang="0">
                <a:pos x="261" y="213"/>
              </a:cxn>
              <a:cxn ang="0">
                <a:pos x="244" y="194"/>
              </a:cxn>
              <a:cxn ang="0">
                <a:pos x="242" y="173"/>
              </a:cxn>
              <a:cxn ang="0">
                <a:pos x="258" y="164"/>
              </a:cxn>
              <a:cxn ang="0">
                <a:pos x="247" y="148"/>
              </a:cxn>
              <a:cxn ang="0">
                <a:pos x="258" y="127"/>
              </a:cxn>
              <a:cxn ang="0">
                <a:pos x="254" y="106"/>
              </a:cxn>
              <a:cxn ang="0">
                <a:pos x="233" y="133"/>
              </a:cxn>
              <a:cxn ang="0">
                <a:pos x="226" y="103"/>
              </a:cxn>
              <a:cxn ang="0">
                <a:pos x="242" y="74"/>
              </a:cxn>
              <a:cxn ang="0">
                <a:pos x="222" y="63"/>
              </a:cxn>
              <a:cxn ang="0">
                <a:pos x="214" y="50"/>
              </a:cxn>
              <a:cxn ang="0">
                <a:pos x="251" y="29"/>
              </a:cxn>
              <a:cxn ang="0">
                <a:pos x="244" y="19"/>
              </a:cxn>
              <a:cxn ang="0">
                <a:pos x="226" y="29"/>
              </a:cxn>
              <a:cxn ang="0">
                <a:pos x="226" y="4"/>
              </a:cxn>
              <a:cxn ang="0">
                <a:pos x="222" y="14"/>
              </a:cxn>
              <a:cxn ang="0">
                <a:pos x="152" y="0"/>
              </a:cxn>
              <a:cxn ang="0">
                <a:pos x="89" y="7"/>
              </a:cxn>
              <a:cxn ang="0">
                <a:pos x="82" y="56"/>
              </a:cxn>
              <a:cxn ang="0">
                <a:pos x="97" y="56"/>
              </a:cxn>
              <a:cxn ang="0">
                <a:pos x="142" y="29"/>
              </a:cxn>
              <a:cxn ang="0">
                <a:pos x="152" y="43"/>
              </a:cxn>
              <a:cxn ang="0">
                <a:pos x="139" y="88"/>
              </a:cxn>
              <a:cxn ang="0">
                <a:pos x="117" y="106"/>
              </a:cxn>
              <a:cxn ang="0">
                <a:pos x="117" y="130"/>
              </a:cxn>
              <a:cxn ang="0">
                <a:pos x="128" y="154"/>
              </a:cxn>
              <a:cxn ang="0">
                <a:pos x="89" y="176"/>
              </a:cxn>
              <a:cxn ang="0">
                <a:pos x="42" y="170"/>
              </a:cxn>
              <a:cxn ang="0">
                <a:pos x="0" y="208"/>
              </a:cxn>
              <a:cxn ang="0">
                <a:pos x="53" y="232"/>
              </a:cxn>
              <a:cxn ang="0">
                <a:pos x="124" y="232"/>
              </a:cxn>
              <a:cxn ang="0">
                <a:pos x="139" y="236"/>
              </a:cxn>
              <a:cxn ang="0">
                <a:pos x="184" y="250"/>
              </a:cxn>
              <a:cxn ang="0">
                <a:pos x="184" y="236"/>
              </a:cxn>
              <a:cxn ang="0">
                <a:pos x="247" y="225"/>
              </a:cxn>
            </a:cxnLst>
            <a:rect l="0" t="0" r="r" b="b"/>
            <a:pathLst>
              <a:path w="261" h="250">
                <a:moveTo>
                  <a:pt x="247" y="225"/>
                </a:moveTo>
                <a:lnTo>
                  <a:pt x="261" y="225"/>
                </a:lnTo>
                <a:lnTo>
                  <a:pt x="261" y="213"/>
                </a:lnTo>
                <a:lnTo>
                  <a:pt x="244" y="194"/>
                </a:lnTo>
                <a:lnTo>
                  <a:pt x="242" y="173"/>
                </a:lnTo>
                <a:lnTo>
                  <a:pt x="258" y="164"/>
                </a:lnTo>
                <a:lnTo>
                  <a:pt x="247" y="148"/>
                </a:lnTo>
                <a:lnTo>
                  <a:pt x="258" y="127"/>
                </a:lnTo>
                <a:lnTo>
                  <a:pt x="254" y="106"/>
                </a:lnTo>
                <a:lnTo>
                  <a:pt x="233" y="133"/>
                </a:lnTo>
                <a:lnTo>
                  <a:pt x="226" y="103"/>
                </a:lnTo>
                <a:lnTo>
                  <a:pt x="242" y="74"/>
                </a:lnTo>
                <a:lnTo>
                  <a:pt x="222" y="63"/>
                </a:lnTo>
                <a:lnTo>
                  <a:pt x="214" y="50"/>
                </a:lnTo>
                <a:lnTo>
                  <a:pt x="251" y="29"/>
                </a:lnTo>
                <a:lnTo>
                  <a:pt x="244" y="19"/>
                </a:lnTo>
                <a:lnTo>
                  <a:pt x="226" y="29"/>
                </a:lnTo>
                <a:lnTo>
                  <a:pt x="226" y="4"/>
                </a:lnTo>
                <a:lnTo>
                  <a:pt x="222" y="14"/>
                </a:lnTo>
                <a:lnTo>
                  <a:pt x="152" y="0"/>
                </a:lnTo>
                <a:lnTo>
                  <a:pt x="89" y="7"/>
                </a:lnTo>
                <a:lnTo>
                  <a:pt x="82" y="56"/>
                </a:lnTo>
                <a:lnTo>
                  <a:pt x="97" y="56"/>
                </a:lnTo>
                <a:lnTo>
                  <a:pt x="142" y="29"/>
                </a:lnTo>
                <a:lnTo>
                  <a:pt x="152" y="43"/>
                </a:lnTo>
                <a:lnTo>
                  <a:pt x="139" y="88"/>
                </a:lnTo>
                <a:lnTo>
                  <a:pt x="117" y="106"/>
                </a:lnTo>
                <a:lnTo>
                  <a:pt x="117" y="130"/>
                </a:lnTo>
                <a:lnTo>
                  <a:pt x="128" y="154"/>
                </a:lnTo>
                <a:lnTo>
                  <a:pt x="89" y="176"/>
                </a:lnTo>
                <a:lnTo>
                  <a:pt x="42" y="170"/>
                </a:lnTo>
                <a:lnTo>
                  <a:pt x="0" y="208"/>
                </a:lnTo>
                <a:lnTo>
                  <a:pt x="53" y="232"/>
                </a:lnTo>
                <a:lnTo>
                  <a:pt x="124" y="232"/>
                </a:lnTo>
                <a:lnTo>
                  <a:pt x="139" y="236"/>
                </a:lnTo>
                <a:lnTo>
                  <a:pt x="184" y="250"/>
                </a:lnTo>
                <a:lnTo>
                  <a:pt x="184" y="236"/>
                </a:lnTo>
                <a:lnTo>
                  <a:pt x="247" y="225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78" name="Freeform 230"/>
          <p:cNvSpPr>
            <a:spLocks/>
          </p:cNvSpPr>
          <p:nvPr/>
        </p:nvSpPr>
        <p:spPr bwMode="auto">
          <a:xfrm>
            <a:off x="4132326" y="2899665"/>
            <a:ext cx="90487" cy="163475"/>
          </a:xfrm>
          <a:custGeom>
            <a:avLst/>
            <a:gdLst/>
            <a:ahLst/>
            <a:cxnLst>
              <a:cxn ang="0">
                <a:pos x="303" y="517"/>
              </a:cxn>
              <a:cxn ang="0">
                <a:pos x="317" y="556"/>
              </a:cxn>
              <a:cxn ang="0">
                <a:pos x="247" y="581"/>
              </a:cxn>
              <a:cxn ang="0">
                <a:pos x="159" y="589"/>
              </a:cxn>
              <a:cxn ang="0">
                <a:pos x="120" y="585"/>
              </a:cxn>
              <a:cxn ang="0">
                <a:pos x="131" y="609"/>
              </a:cxn>
              <a:cxn ang="0">
                <a:pos x="70" y="613"/>
              </a:cxn>
              <a:cxn ang="0">
                <a:pos x="45" y="546"/>
              </a:cxn>
              <a:cxn ang="0">
                <a:pos x="85" y="539"/>
              </a:cxn>
              <a:cxn ang="0">
                <a:pos x="117" y="475"/>
              </a:cxn>
              <a:cxn ang="0">
                <a:pos x="92" y="450"/>
              </a:cxn>
              <a:cxn ang="0">
                <a:pos x="100" y="416"/>
              </a:cxn>
              <a:cxn ang="0">
                <a:pos x="60" y="436"/>
              </a:cxn>
              <a:cxn ang="0">
                <a:pos x="52" y="484"/>
              </a:cxn>
              <a:cxn ang="0">
                <a:pos x="32" y="509"/>
              </a:cxn>
              <a:cxn ang="0">
                <a:pos x="7" y="484"/>
              </a:cxn>
              <a:cxn ang="0">
                <a:pos x="28" y="425"/>
              </a:cxn>
              <a:cxn ang="0">
                <a:pos x="45" y="416"/>
              </a:cxn>
              <a:cxn ang="0">
                <a:pos x="38" y="398"/>
              </a:cxn>
              <a:cxn ang="0">
                <a:pos x="67" y="373"/>
              </a:cxn>
              <a:cxn ang="0">
                <a:pos x="67" y="340"/>
              </a:cxn>
              <a:cxn ang="0">
                <a:pos x="38" y="349"/>
              </a:cxn>
              <a:cxn ang="0">
                <a:pos x="0" y="315"/>
              </a:cxn>
              <a:cxn ang="0">
                <a:pos x="0" y="295"/>
              </a:cxn>
              <a:cxn ang="0">
                <a:pos x="38" y="267"/>
              </a:cxn>
              <a:cxn ang="0">
                <a:pos x="63" y="249"/>
              </a:cxn>
              <a:cxn ang="0">
                <a:pos x="67" y="225"/>
              </a:cxn>
              <a:cxn ang="0">
                <a:pos x="42" y="207"/>
              </a:cxn>
              <a:cxn ang="0">
                <a:pos x="45" y="129"/>
              </a:cxn>
              <a:cxn ang="0">
                <a:pos x="60" y="126"/>
              </a:cxn>
              <a:cxn ang="0">
                <a:pos x="85" y="123"/>
              </a:cxn>
              <a:cxn ang="0">
                <a:pos x="60" y="99"/>
              </a:cxn>
              <a:cxn ang="0">
                <a:pos x="77" y="0"/>
              </a:cxn>
              <a:cxn ang="0">
                <a:pos x="149" y="9"/>
              </a:cxn>
              <a:cxn ang="0">
                <a:pos x="187" y="31"/>
              </a:cxn>
              <a:cxn ang="0">
                <a:pos x="223" y="19"/>
              </a:cxn>
              <a:cxn ang="0">
                <a:pos x="264" y="19"/>
              </a:cxn>
              <a:cxn ang="0">
                <a:pos x="261" y="74"/>
              </a:cxn>
              <a:cxn ang="0">
                <a:pos x="174" y="140"/>
              </a:cxn>
              <a:cxn ang="0">
                <a:pos x="198" y="168"/>
              </a:cxn>
              <a:cxn ang="0">
                <a:pos x="187" y="190"/>
              </a:cxn>
              <a:cxn ang="0">
                <a:pos x="352" y="200"/>
              </a:cxn>
              <a:cxn ang="0">
                <a:pos x="335" y="297"/>
              </a:cxn>
              <a:cxn ang="0">
                <a:pos x="274" y="362"/>
              </a:cxn>
              <a:cxn ang="0">
                <a:pos x="296" y="382"/>
              </a:cxn>
              <a:cxn ang="0">
                <a:pos x="211" y="442"/>
              </a:cxn>
              <a:cxn ang="0">
                <a:pos x="207" y="454"/>
              </a:cxn>
              <a:cxn ang="0">
                <a:pos x="261" y="429"/>
              </a:cxn>
              <a:cxn ang="0">
                <a:pos x="335" y="436"/>
              </a:cxn>
              <a:cxn ang="0">
                <a:pos x="346" y="506"/>
              </a:cxn>
              <a:cxn ang="0">
                <a:pos x="303" y="517"/>
              </a:cxn>
            </a:cxnLst>
            <a:rect l="0" t="0" r="r" b="b"/>
            <a:pathLst>
              <a:path w="352" h="613">
                <a:moveTo>
                  <a:pt x="303" y="517"/>
                </a:moveTo>
                <a:lnTo>
                  <a:pt x="317" y="556"/>
                </a:lnTo>
                <a:lnTo>
                  <a:pt x="247" y="581"/>
                </a:lnTo>
                <a:lnTo>
                  <a:pt x="159" y="589"/>
                </a:lnTo>
                <a:lnTo>
                  <a:pt x="120" y="585"/>
                </a:lnTo>
                <a:lnTo>
                  <a:pt x="131" y="609"/>
                </a:lnTo>
                <a:lnTo>
                  <a:pt x="70" y="613"/>
                </a:lnTo>
                <a:lnTo>
                  <a:pt x="45" y="546"/>
                </a:lnTo>
                <a:lnTo>
                  <a:pt x="85" y="539"/>
                </a:lnTo>
                <a:lnTo>
                  <a:pt x="117" y="475"/>
                </a:lnTo>
                <a:lnTo>
                  <a:pt x="92" y="450"/>
                </a:lnTo>
                <a:lnTo>
                  <a:pt x="100" y="416"/>
                </a:lnTo>
                <a:lnTo>
                  <a:pt x="60" y="436"/>
                </a:lnTo>
                <a:lnTo>
                  <a:pt x="52" y="484"/>
                </a:lnTo>
                <a:lnTo>
                  <a:pt x="32" y="509"/>
                </a:lnTo>
                <a:lnTo>
                  <a:pt x="7" y="484"/>
                </a:lnTo>
                <a:lnTo>
                  <a:pt x="28" y="425"/>
                </a:lnTo>
                <a:lnTo>
                  <a:pt x="45" y="416"/>
                </a:lnTo>
                <a:lnTo>
                  <a:pt x="38" y="398"/>
                </a:lnTo>
                <a:lnTo>
                  <a:pt x="67" y="373"/>
                </a:lnTo>
                <a:lnTo>
                  <a:pt x="67" y="340"/>
                </a:lnTo>
                <a:lnTo>
                  <a:pt x="38" y="349"/>
                </a:lnTo>
                <a:lnTo>
                  <a:pt x="0" y="315"/>
                </a:lnTo>
                <a:lnTo>
                  <a:pt x="0" y="295"/>
                </a:lnTo>
                <a:lnTo>
                  <a:pt x="38" y="267"/>
                </a:lnTo>
                <a:lnTo>
                  <a:pt x="63" y="249"/>
                </a:lnTo>
                <a:lnTo>
                  <a:pt x="67" y="225"/>
                </a:lnTo>
                <a:lnTo>
                  <a:pt x="42" y="207"/>
                </a:lnTo>
                <a:lnTo>
                  <a:pt x="45" y="129"/>
                </a:lnTo>
                <a:lnTo>
                  <a:pt x="60" y="126"/>
                </a:lnTo>
                <a:lnTo>
                  <a:pt x="85" y="123"/>
                </a:lnTo>
                <a:lnTo>
                  <a:pt x="60" y="99"/>
                </a:lnTo>
                <a:lnTo>
                  <a:pt x="77" y="0"/>
                </a:lnTo>
                <a:lnTo>
                  <a:pt x="149" y="9"/>
                </a:lnTo>
                <a:lnTo>
                  <a:pt x="187" y="31"/>
                </a:lnTo>
                <a:lnTo>
                  <a:pt x="223" y="19"/>
                </a:lnTo>
                <a:lnTo>
                  <a:pt x="264" y="19"/>
                </a:lnTo>
                <a:lnTo>
                  <a:pt x="261" y="74"/>
                </a:lnTo>
                <a:lnTo>
                  <a:pt x="174" y="140"/>
                </a:lnTo>
                <a:lnTo>
                  <a:pt x="198" y="168"/>
                </a:lnTo>
                <a:lnTo>
                  <a:pt x="187" y="190"/>
                </a:lnTo>
                <a:lnTo>
                  <a:pt x="352" y="200"/>
                </a:lnTo>
                <a:lnTo>
                  <a:pt x="335" y="297"/>
                </a:lnTo>
                <a:lnTo>
                  <a:pt x="274" y="362"/>
                </a:lnTo>
                <a:lnTo>
                  <a:pt x="296" y="382"/>
                </a:lnTo>
                <a:lnTo>
                  <a:pt x="211" y="442"/>
                </a:lnTo>
                <a:lnTo>
                  <a:pt x="207" y="454"/>
                </a:lnTo>
                <a:lnTo>
                  <a:pt x="261" y="429"/>
                </a:lnTo>
                <a:lnTo>
                  <a:pt x="335" y="436"/>
                </a:lnTo>
                <a:lnTo>
                  <a:pt x="346" y="506"/>
                </a:lnTo>
                <a:lnTo>
                  <a:pt x="303" y="517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79" name="Freeform 231"/>
          <p:cNvSpPr>
            <a:spLocks/>
          </p:cNvSpPr>
          <p:nvPr/>
        </p:nvSpPr>
        <p:spPr bwMode="auto">
          <a:xfrm>
            <a:off x="4116451" y="2937756"/>
            <a:ext cx="20637" cy="28568"/>
          </a:xfrm>
          <a:custGeom>
            <a:avLst/>
            <a:gdLst/>
            <a:ahLst/>
            <a:cxnLst>
              <a:cxn ang="0">
                <a:pos x="87" y="83"/>
              </a:cxn>
              <a:cxn ang="0">
                <a:pos x="87" y="103"/>
              </a:cxn>
              <a:cxn ang="0">
                <a:pos x="37" y="69"/>
              </a:cxn>
              <a:cxn ang="0">
                <a:pos x="0" y="65"/>
              </a:cxn>
              <a:cxn ang="0">
                <a:pos x="9" y="33"/>
              </a:cxn>
              <a:cxn ang="0">
                <a:pos x="37" y="41"/>
              </a:cxn>
              <a:cxn ang="0">
                <a:pos x="37" y="7"/>
              </a:cxn>
              <a:cxn ang="0">
                <a:pos x="66" y="0"/>
              </a:cxn>
              <a:cxn ang="0">
                <a:pos x="87" y="83"/>
              </a:cxn>
            </a:cxnLst>
            <a:rect l="0" t="0" r="r" b="b"/>
            <a:pathLst>
              <a:path w="87" h="103">
                <a:moveTo>
                  <a:pt x="87" y="83"/>
                </a:moveTo>
                <a:lnTo>
                  <a:pt x="87" y="103"/>
                </a:lnTo>
                <a:lnTo>
                  <a:pt x="37" y="69"/>
                </a:lnTo>
                <a:lnTo>
                  <a:pt x="0" y="65"/>
                </a:lnTo>
                <a:lnTo>
                  <a:pt x="9" y="33"/>
                </a:lnTo>
                <a:lnTo>
                  <a:pt x="37" y="41"/>
                </a:lnTo>
                <a:lnTo>
                  <a:pt x="37" y="7"/>
                </a:lnTo>
                <a:lnTo>
                  <a:pt x="66" y="0"/>
                </a:lnTo>
                <a:lnTo>
                  <a:pt x="87" y="83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80" name="Freeform 232"/>
          <p:cNvSpPr>
            <a:spLocks/>
          </p:cNvSpPr>
          <p:nvPr/>
        </p:nvSpPr>
        <p:spPr bwMode="auto">
          <a:xfrm>
            <a:off x="4114863" y="2902839"/>
            <a:ext cx="23813" cy="30156"/>
          </a:xfrm>
          <a:custGeom>
            <a:avLst/>
            <a:gdLst/>
            <a:ahLst/>
            <a:cxnLst>
              <a:cxn ang="0">
                <a:pos x="98" y="25"/>
              </a:cxn>
              <a:cxn ang="0">
                <a:pos x="65" y="93"/>
              </a:cxn>
              <a:cxn ang="0">
                <a:pos x="0" y="111"/>
              </a:cxn>
              <a:cxn ang="0">
                <a:pos x="6" y="55"/>
              </a:cxn>
              <a:cxn ang="0">
                <a:pos x="53" y="59"/>
              </a:cxn>
              <a:cxn ang="0">
                <a:pos x="40" y="29"/>
              </a:cxn>
              <a:cxn ang="0">
                <a:pos x="84" y="20"/>
              </a:cxn>
              <a:cxn ang="0">
                <a:pos x="98" y="0"/>
              </a:cxn>
              <a:cxn ang="0">
                <a:pos x="98" y="25"/>
              </a:cxn>
            </a:cxnLst>
            <a:rect l="0" t="0" r="r" b="b"/>
            <a:pathLst>
              <a:path w="98" h="111">
                <a:moveTo>
                  <a:pt x="98" y="25"/>
                </a:moveTo>
                <a:lnTo>
                  <a:pt x="65" y="93"/>
                </a:lnTo>
                <a:lnTo>
                  <a:pt x="0" y="111"/>
                </a:lnTo>
                <a:lnTo>
                  <a:pt x="6" y="55"/>
                </a:lnTo>
                <a:lnTo>
                  <a:pt x="53" y="59"/>
                </a:lnTo>
                <a:lnTo>
                  <a:pt x="40" y="29"/>
                </a:lnTo>
                <a:lnTo>
                  <a:pt x="84" y="20"/>
                </a:lnTo>
                <a:lnTo>
                  <a:pt x="98" y="0"/>
                </a:lnTo>
                <a:lnTo>
                  <a:pt x="98" y="25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81" name="Freeform 233"/>
          <p:cNvSpPr>
            <a:spLocks/>
          </p:cNvSpPr>
          <p:nvPr/>
        </p:nvSpPr>
        <p:spPr bwMode="auto">
          <a:xfrm>
            <a:off x="4027551" y="3034572"/>
            <a:ext cx="103187" cy="141254"/>
          </a:xfrm>
          <a:custGeom>
            <a:avLst/>
            <a:gdLst/>
            <a:ahLst/>
            <a:cxnLst>
              <a:cxn ang="0">
                <a:pos x="403" y="208"/>
              </a:cxn>
              <a:cxn ang="0">
                <a:pos x="384" y="216"/>
              </a:cxn>
              <a:cxn ang="0">
                <a:pos x="414" y="273"/>
              </a:cxn>
              <a:cxn ang="0">
                <a:pos x="396" y="298"/>
              </a:cxn>
              <a:cxn ang="0">
                <a:pos x="405" y="379"/>
              </a:cxn>
              <a:cxn ang="0">
                <a:pos x="332" y="469"/>
              </a:cxn>
              <a:cxn ang="0">
                <a:pos x="198" y="519"/>
              </a:cxn>
              <a:cxn ang="0">
                <a:pos x="178" y="505"/>
              </a:cxn>
              <a:cxn ang="0">
                <a:pos x="155" y="536"/>
              </a:cxn>
              <a:cxn ang="0">
                <a:pos x="78" y="532"/>
              </a:cxn>
              <a:cxn ang="0">
                <a:pos x="82" y="487"/>
              </a:cxn>
              <a:cxn ang="0">
                <a:pos x="15" y="487"/>
              </a:cxn>
              <a:cxn ang="0">
                <a:pos x="0" y="465"/>
              </a:cxn>
              <a:cxn ang="0">
                <a:pos x="50" y="444"/>
              </a:cxn>
              <a:cxn ang="0">
                <a:pos x="96" y="392"/>
              </a:cxn>
              <a:cxn ang="0">
                <a:pos x="62" y="389"/>
              </a:cxn>
              <a:cxn ang="0">
                <a:pos x="75" y="343"/>
              </a:cxn>
              <a:cxn ang="0">
                <a:pos x="130" y="301"/>
              </a:cxn>
              <a:cxn ang="0">
                <a:pos x="135" y="276"/>
              </a:cxn>
              <a:cxn ang="0">
                <a:pos x="105" y="291"/>
              </a:cxn>
              <a:cxn ang="0">
                <a:pos x="75" y="258"/>
              </a:cxn>
              <a:cxn ang="0">
                <a:pos x="90" y="193"/>
              </a:cxn>
              <a:cxn ang="0">
                <a:pos x="47" y="163"/>
              </a:cxn>
              <a:cxn ang="0">
                <a:pos x="50" y="127"/>
              </a:cxn>
              <a:cxn ang="0">
                <a:pos x="75" y="132"/>
              </a:cxn>
              <a:cxn ang="0">
                <a:pos x="78" y="109"/>
              </a:cxn>
              <a:cxn ang="0">
                <a:pos x="142" y="132"/>
              </a:cxn>
              <a:cxn ang="0">
                <a:pos x="188" y="134"/>
              </a:cxn>
              <a:cxn ang="0">
                <a:pos x="188" y="114"/>
              </a:cxn>
              <a:cxn ang="0">
                <a:pos x="212" y="114"/>
              </a:cxn>
              <a:cxn ang="0">
                <a:pos x="212" y="104"/>
              </a:cxn>
              <a:cxn ang="0">
                <a:pos x="188" y="82"/>
              </a:cxn>
              <a:cxn ang="0">
                <a:pos x="191" y="47"/>
              </a:cxn>
              <a:cxn ang="0">
                <a:pos x="233" y="30"/>
              </a:cxn>
              <a:cxn ang="0">
                <a:pos x="304" y="33"/>
              </a:cxn>
              <a:cxn ang="0">
                <a:pos x="311" y="0"/>
              </a:cxn>
              <a:cxn ang="0">
                <a:pos x="347" y="0"/>
              </a:cxn>
              <a:cxn ang="0">
                <a:pos x="355" y="30"/>
              </a:cxn>
              <a:cxn ang="0">
                <a:pos x="341" y="37"/>
              </a:cxn>
              <a:cxn ang="0">
                <a:pos x="301" y="76"/>
              </a:cxn>
              <a:cxn ang="0">
                <a:pos x="279" y="143"/>
              </a:cxn>
              <a:cxn ang="0">
                <a:pos x="261" y="152"/>
              </a:cxn>
              <a:cxn ang="0">
                <a:pos x="279" y="163"/>
              </a:cxn>
              <a:cxn ang="0">
                <a:pos x="326" y="169"/>
              </a:cxn>
              <a:cxn ang="0">
                <a:pos x="329" y="138"/>
              </a:cxn>
              <a:cxn ang="0">
                <a:pos x="360" y="143"/>
              </a:cxn>
              <a:cxn ang="0">
                <a:pos x="366" y="174"/>
              </a:cxn>
              <a:cxn ang="0">
                <a:pos x="415" y="188"/>
              </a:cxn>
              <a:cxn ang="0">
                <a:pos x="403" y="208"/>
              </a:cxn>
            </a:cxnLst>
            <a:rect l="0" t="0" r="r" b="b"/>
            <a:pathLst>
              <a:path w="415" h="536">
                <a:moveTo>
                  <a:pt x="403" y="208"/>
                </a:moveTo>
                <a:lnTo>
                  <a:pt x="384" y="216"/>
                </a:lnTo>
                <a:lnTo>
                  <a:pt x="414" y="273"/>
                </a:lnTo>
                <a:lnTo>
                  <a:pt x="396" y="298"/>
                </a:lnTo>
                <a:lnTo>
                  <a:pt x="405" y="379"/>
                </a:lnTo>
                <a:lnTo>
                  <a:pt x="332" y="469"/>
                </a:lnTo>
                <a:lnTo>
                  <a:pt x="198" y="519"/>
                </a:lnTo>
                <a:lnTo>
                  <a:pt x="178" y="505"/>
                </a:lnTo>
                <a:lnTo>
                  <a:pt x="155" y="536"/>
                </a:lnTo>
                <a:lnTo>
                  <a:pt x="78" y="532"/>
                </a:lnTo>
                <a:lnTo>
                  <a:pt x="82" y="487"/>
                </a:lnTo>
                <a:lnTo>
                  <a:pt x="15" y="487"/>
                </a:lnTo>
                <a:lnTo>
                  <a:pt x="0" y="465"/>
                </a:lnTo>
                <a:lnTo>
                  <a:pt x="50" y="444"/>
                </a:lnTo>
                <a:lnTo>
                  <a:pt x="96" y="392"/>
                </a:lnTo>
                <a:lnTo>
                  <a:pt x="62" y="389"/>
                </a:lnTo>
                <a:lnTo>
                  <a:pt x="75" y="343"/>
                </a:lnTo>
                <a:lnTo>
                  <a:pt x="130" y="301"/>
                </a:lnTo>
                <a:lnTo>
                  <a:pt x="135" y="276"/>
                </a:lnTo>
                <a:lnTo>
                  <a:pt x="105" y="291"/>
                </a:lnTo>
                <a:lnTo>
                  <a:pt x="75" y="258"/>
                </a:lnTo>
                <a:lnTo>
                  <a:pt x="90" y="193"/>
                </a:lnTo>
                <a:lnTo>
                  <a:pt x="47" y="163"/>
                </a:lnTo>
                <a:lnTo>
                  <a:pt x="50" y="127"/>
                </a:lnTo>
                <a:lnTo>
                  <a:pt x="75" y="132"/>
                </a:lnTo>
                <a:lnTo>
                  <a:pt x="78" y="109"/>
                </a:lnTo>
                <a:lnTo>
                  <a:pt x="142" y="132"/>
                </a:lnTo>
                <a:lnTo>
                  <a:pt x="188" y="134"/>
                </a:lnTo>
                <a:lnTo>
                  <a:pt x="188" y="114"/>
                </a:lnTo>
                <a:lnTo>
                  <a:pt x="212" y="114"/>
                </a:lnTo>
                <a:lnTo>
                  <a:pt x="212" y="104"/>
                </a:lnTo>
                <a:lnTo>
                  <a:pt x="188" y="82"/>
                </a:lnTo>
                <a:lnTo>
                  <a:pt x="191" y="47"/>
                </a:lnTo>
                <a:lnTo>
                  <a:pt x="233" y="30"/>
                </a:lnTo>
                <a:lnTo>
                  <a:pt x="304" y="33"/>
                </a:lnTo>
                <a:lnTo>
                  <a:pt x="311" y="0"/>
                </a:lnTo>
                <a:lnTo>
                  <a:pt x="347" y="0"/>
                </a:lnTo>
                <a:lnTo>
                  <a:pt x="355" y="30"/>
                </a:lnTo>
                <a:lnTo>
                  <a:pt x="341" y="37"/>
                </a:lnTo>
                <a:lnTo>
                  <a:pt x="301" y="76"/>
                </a:lnTo>
                <a:lnTo>
                  <a:pt x="279" y="143"/>
                </a:lnTo>
                <a:lnTo>
                  <a:pt x="261" y="152"/>
                </a:lnTo>
                <a:lnTo>
                  <a:pt x="279" y="163"/>
                </a:lnTo>
                <a:lnTo>
                  <a:pt x="326" y="169"/>
                </a:lnTo>
                <a:lnTo>
                  <a:pt x="329" y="138"/>
                </a:lnTo>
                <a:lnTo>
                  <a:pt x="360" y="143"/>
                </a:lnTo>
                <a:lnTo>
                  <a:pt x="366" y="174"/>
                </a:lnTo>
                <a:lnTo>
                  <a:pt x="415" y="188"/>
                </a:lnTo>
                <a:lnTo>
                  <a:pt x="403" y="208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82" name="Freeform 234"/>
          <p:cNvSpPr>
            <a:spLocks/>
          </p:cNvSpPr>
          <p:nvPr/>
        </p:nvSpPr>
        <p:spPr bwMode="auto">
          <a:xfrm>
            <a:off x="4092637" y="3037746"/>
            <a:ext cx="50800" cy="46026"/>
          </a:xfrm>
          <a:custGeom>
            <a:avLst/>
            <a:gdLst/>
            <a:ahLst/>
            <a:cxnLst>
              <a:cxn ang="0">
                <a:pos x="95" y="18"/>
              </a:cxn>
              <a:cxn ang="0">
                <a:pos x="80" y="25"/>
              </a:cxn>
              <a:cxn ang="0">
                <a:pos x="39" y="65"/>
              </a:cxn>
              <a:cxn ang="0">
                <a:pos x="19" y="129"/>
              </a:cxn>
              <a:cxn ang="0">
                <a:pos x="0" y="138"/>
              </a:cxn>
              <a:cxn ang="0">
                <a:pos x="19" y="149"/>
              </a:cxn>
              <a:cxn ang="0">
                <a:pos x="65" y="155"/>
              </a:cxn>
              <a:cxn ang="0">
                <a:pos x="69" y="124"/>
              </a:cxn>
              <a:cxn ang="0">
                <a:pos x="99" y="129"/>
              </a:cxn>
              <a:cxn ang="0">
                <a:pos x="103" y="160"/>
              </a:cxn>
              <a:cxn ang="0">
                <a:pos x="152" y="174"/>
              </a:cxn>
              <a:cxn ang="0">
                <a:pos x="202" y="136"/>
              </a:cxn>
              <a:cxn ang="0">
                <a:pos x="206" y="100"/>
              </a:cxn>
              <a:cxn ang="0">
                <a:pos x="182" y="90"/>
              </a:cxn>
              <a:cxn ang="0">
                <a:pos x="179" y="76"/>
              </a:cxn>
              <a:cxn ang="0">
                <a:pos x="179" y="35"/>
              </a:cxn>
              <a:cxn ang="0">
                <a:pos x="146" y="0"/>
              </a:cxn>
              <a:cxn ang="0">
                <a:pos x="142" y="13"/>
              </a:cxn>
              <a:cxn ang="0">
                <a:pos x="127" y="13"/>
              </a:cxn>
              <a:cxn ang="0">
                <a:pos x="95" y="18"/>
              </a:cxn>
            </a:cxnLst>
            <a:rect l="0" t="0" r="r" b="b"/>
            <a:pathLst>
              <a:path w="206" h="174">
                <a:moveTo>
                  <a:pt x="95" y="18"/>
                </a:moveTo>
                <a:lnTo>
                  <a:pt x="80" y="25"/>
                </a:lnTo>
                <a:lnTo>
                  <a:pt x="39" y="65"/>
                </a:lnTo>
                <a:lnTo>
                  <a:pt x="19" y="129"/>
                </a:lnTo>
                <a:lnTo>
                  <a:pt x="0" y="138"/>
                </a:lnTo>
                <a:lnTo>
                  <a:pt x="19" y="149"/>
                </a:lnTo>
                <a:lnTo>
                  <a:pt x="65" y="155"/>
                </a:lnTo>
                <a:lnTo>
                  <a:pt x="69" y="124"/>
                </a:lnTo>
                <a:lnTo>
                  <a:pt x="99" y="129"/>
                </a:lnTo>
                <a:lnTo>
                  <a:pt x="103" y="160"/>
                </a:lnTo>
                <a:lnTo>
                  <a:pt x="152" y="174"/>
                </a:lnTo>
                <a:lnTo>
                  <a:pt x="202" y="136"/>
                </a:lnTo>
                <a:lnTo>
                  <a:pt x="206" y="100"/>
                </a:lnTo>
                <a:lnTo>
                  <a:pt x="182" y="90"/>
                </a:lnTo>
                <a:lnTo>
                  <a:pt x="179" y="76"/>
                </a:lnTo>
                <a:lnTo>
                  <a:pt x="179" y="35"/>
                </a:lnTo>
                <a:lnTo>
                  <a:pt x="146" y="0"/>
                </a:lnTo>
                <a:lnTo>
                  <a:pt x="142" y="13"/>
                </a:lnTo>
                <a:lnTo>
                  <a:pt x="127" y="13"/>
                </a:lnTo>
                <a:lnTo>
                  <a:pt x="95" y="18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83" name="Freeform 236"/>
          <p:cNvSpPr>
            <a:spLocks/>
          </p:cNvSpPr>
          <p:nvPr/>
        </p:nvSpPr>
        <p:spPr bwMode="auto">
          <a:xfrm>
            <a:off x="4807012" y="3328191"/>
            <a:ext cx="77788" cy="101576"/>
          </a:xfrm>
          <a:custGeom>
            <a:avLst/>
            <a:gdLst/>
            <a:ahLst/>
            <a:cxnLst>
              <a:cxn ang="0">
                <a:pos x="0" y="32"/>
              </a:cxn>
              <a:cxn ang="0">
                <a:pos x="52" y="9"/>
              </a:cxn>
              <a:cxn ang="0">
                <a:pos x="103" y="0"/>
              </a:cxn>
              <a:cxn ang="0">
                <a:pos x="131" y="14"/>
              </a:cxn>
              <a:cxn ang="0">
                <a:pos x="174" y="28"/>
              </a:cxn>
              <a:cxn ang="0">
                <a:pos x="206" y="61"/>
              </a:cxn>
              <a:cxn ang="0">
                <a:pos x="251" y="75"/>
              </a:cxn>
              <a:cxn ang="0">
                <a:pos x="266" y="111"/>
              </a:cxn>
              <a:cxn ang="0">
                <a:pos x="316" y="144"/>
              </a:cxn>
              <a:cxn ang="0">
                <a:pos x="238" y="187"/>
              </a:cxn>
              <a:cxn ang="0">
                <a:pos x="213" y="272"/>
              </a:cxn>
              <a:cxn ang="0">
                <a:pos x="199" y="286"/>
              </a:cxn>
              <a:cxn ang="0">
                <a:pos x="178" y="334"/>
              </a:cxn>
              <a:cxn ang="0">
                <a:pos x="169" y="363"/>
              </a:cxn>
              <a:cxn ang="0">
                <a:pos x="138" y="381"/>
              </a:cxn>
              <a:cxn ang="0">
                <a:pos x="138" y="310"/>
              </a:cxn>
              <a:cxn ang="0">
                <a:pos x="153" y="286"/>
              </a:cxn>
              <a:cxn ang="0">
                <a:pos x="144" y="205"/>
              </a:cxn>
              <a:cxn ang="0">
                <a:pos x="121" y="184"/>
              </a:cxn>
              <a:cxn ang="0">
                <a:pos x="42" y="36"/>
              </a:cxn>
              <a:cxn ang="0">
                <a:pos x="0" y="32"/>
              </a:cxn>
            </a:cxnLst>
            <a:rect l="0" t="0" r="r" b="b"/>
            <a:pathLst>
              <a:path w="316" h="381">
                <a:moveTo>
                  <a:pt x="0" y="32"/>
                </a:moveTo>
                <a:lnTo>
                  <a:pt x="52" y="9"/>
                </a:lnTo>
                <a:lnTo>
                  <a:pt x="103" y="0"/>
                </a:lnTo>
                <a:lnTo>
                  <a:pt x="131" y="14"/>
                </a:lnTo>
                <a:lnTo>
                  <a:pt x="174" y="28"/>
                </a:lnTo>
                <a:lnTo>
                  <a:pt x="206" y="61"/>
                </a:lnTo>
                <a:lnTo>
                  <a:pt x="251" y="75"/>
                </a:lnTo>
                <a:lnTo>
                  <a:pt x="266" y="111"/>
                </a:lnTo>
                <a:lnTo>
                  <a:pt x="316" y="144"/>
                </a:lnTo>
                <a:lnTo>
                  <a:pt x="238" y="187"/>
                </a:lnTo>
                <a:lnTo>
                  <a:pt x="213" y="272"/>
                </a:lnTo>
                <a:lnTo>
                  <a:pt x="199" y="286"/>
                </a:lnTo>
                <a:lnTo>
                  <a:pt x="178" y="334"/>
                </a:lnTo>
                <a:lnTo>
                  <a:pt x="169" y="363"/>
                </a:lnTo>
                <a:lnTo>
                  <a:pt x="138" y="381"/>
                </a:lnTo>
                <a:lnTo>
                  <a:pt x="138" y="310"/>
                </a:lnTo>
                <a:lnTo>
                  <a:pt x="153" y="286"/>
                </a:lnTo>
                <a:lnTo>
                  <a:pt x="144" y="205"/>
                </a:lnTo>
                <a:lnTo>
                  <a:pt x="121" y="184"/>
                </a:lnTo>
                <a:lnTo>
                  <a:pt x="42" y="36"/>
                </a:lnTo>
                <a:lnTo>
                  <a:pt x="0" y="32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84" name="Freeform 237"/>
          <p:cNvSpPr>
            <a:spLocks/>
          </p:cNvSpPr>
          <p:nvPr/>
        </p:nvSpPr>
        <p:spPr bwMode="auto">
          <a:xfrm>
            <a:off x="4767325" y="2902839"/>
            <a:ext cx="95250" cy="95228"/>
          </a:xfrm>
          <a:custGeom>
            <a:avLst/>
            <a:gdLst/>
            <a:ahLst/>
            <a:cxnLst>
              <a:cxn ang="0">
                <a:pos x="196" y="0"/>
              </a:cxn>
              <a:cxn ang="0">
                <a:pos x="292" y="44"/>
              </a:cxn>
              <a:cxn ang="0">
                <a:pos x="378" y="47"/>
              </a:cxn>
              <a:cxn ang="0">
                <a:pos x="317" y="143"/>
              </a:cxn>
              <a:cxn ang="0">
                <a:pos x="310" y="201"/>
              </a:cxn>
              <a:cxn ang="0">
                <a:pos x="283" y="253"/>
              </a:cxn>
              <a:cxn ang="0">
                <a:pos x="298" y="305"/>
              </a:cxn>
              <a:cxn ang="0">
                <a:pos x="264" y="320"/>
              </a:cxn>
              <a:cxn ang="0">
                <a:pos x="235" y="362"/>
              </a:cxn>
              <a:cxn ang="0">
                <a:pos x="181" y="342"/>
              </a:cxn>
              <a:cxn ang="0">
                <a:pos x="115" y="281"/>
              </a:cxn>
              <a:cxn ang="0">
                <a:pos x="52" y="292"/>
              </a:cxn>
              <a:cxn ang="0">
                <a:pos x="55" y="222"/>
              </a:cxn>
              <a:cxn ang="0">
                <a:pos x="21" y="239"/>
              </a:cxn>
              <a:cxn ang="0">
                <a:pos x="0" y="186"/>
              </a:cxn>
              <a:cxn ang="0">
                <a:pos x="10" y="80"/>
              </a:cxn>
              <a:cxn ang="0">
                <a:pos x="65" y="44"/>
              </a:cxn>
              <a:cxn ang="0">
                <a:pos x="104" y="72"/>
              </a:cxn>
              <a:cxn ang="0">
                <a:pos x="138" y="29"/>
              </a:cxn>
              <a:cxn ang="0">
                <a:pos x="196" y="37"/>
              </a:cxn>
              <a:cxn ang="0">
                <a:pos x="196" y="0"/>
              </a:cxn>
            </a:cxnLst>
            <a:rect l="0" t="0" r="r" b="b"/>
            <a:pathLst>
              <a:path w="378" h="362">
                <a:moveTo>
                  <a:pt x="196" y="0"/>
                </a:moveTo>
                <a:lnTo>
                  <a:pt x="292" y="44"/>
                </a:lnTo>
                <a:lnTo>
                  <a:pt x="378" y="47"/>
                </a:lnTo>
                <a:lnTo>
                  <a:pt x="317" y="143"/>
                </a:lnTo>
                <a:lnTo>
                  <a:pt x="310" y="201"/>
                </a:lnTo>
                <a:lnTo>
                  <a:pt x="283" y="253"/>
                </a:lnTo>
                <a:lnTo>
                  <a:pt x="298" y="305"/>
                </a:lnTo>
                <a:lnTo>
                  <a:pt x="264" y="320"/>
                </a:lnTo>
                <a:lnTo>
                  <a:pt x="235" y="362"/>
                </a:lnTo>
                <a:lnTo>
                  <a:pt x="181" y="342"/>
                </a:lnTo>
                <a:lnTo>
                  <a:pt x="115" y="281"/>
                </a:lnTo>
                <a:lnTo>
                  <a:pt x="52" y="292"/>
                </a:lnTo>
                <a:lnTo>
                  <a:pt x="55" y="222"/>
                </a:lnTo>
                <a:lnTo>
                  <a:pt x="21" y="239"/>
                </a:lnTo>
                <a:lnTo>
                  <a:pt x="0" y="186"/>
                </a:lnTo>
                <a:lnTo>
                  <a:pt x="10" y="80"/>
                </a:lnTo>
                <a:lnTo>
                  <a:pt x="65" y="44"/>
                </a:lnTo>
                <a:lnTo>
                  <a:pt x="104" y="72"/>
                </a:lnTo>
                <a:lnTo>
                  <a:pt x="138" y="29"/>
                </a:lnTo>
                <a:lnTo>
                  <a:pt x="196" y="37"/>
                </a:lnTo>
                <a:lnTo>
                  <a:pt x="196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85" name="Freeform 238"/>
          <p:cNvSpPr>
            <a:spLocks/>
          </p:cNvSpPr>
          <p:nvPr/>
        </p:nvSpPr>
        <p:spPr bwMode="auto">
          <a:xfrm>
            <a:off x="4703825" y="3040920"/>
            <a:ext cx="119062" cy="114274"/>
          </a:xfrm>
          <a:custGeom>
            <a:avLst/>
            <a:gdLst/>
            <a:ahLst/>
            <a:cxnLst>
              <a:cxn ang="0">
                <a:pos x="0" y="34"/>
              </a:cxn>
              <a:cxn ang="0">
                <a:pos x="109" y="6"/>
              </a:cxn>
              <a:cxn ang="0">
                <a:pos x="196" y="23"/>
              </a:cxn>
              <a:cxn ang="0">
                <a:pos x="264" y="16"/>
              </a:cxn>
              <a:cxn ang="0">
                <a:pos x="316" y="0"/>
              </a:cxn>
              <a:cxn ang="0">
                <a:pos x="351" y="23"/>
              </a:cxn>
              <a:cxn ang="0">
                <a:pos x="412" y="38"/>
              </a:cxn>
              <a:cxn ang="0">
                <a:pos x="423" y="69"/>
              </a:cxn>
              <a:cxn ang="0">
                <a:pos x="457" y="90"/>
              </a:cxn>
              <a:cxn ang="0">
                <a:pos x="482" y="169"/>
              </a:cxn>
              <a:cxn ang="0">
                <a:pos x="424" y="230"/>
              </a:cxn>
              <a:cxn ang="0">
                <a:pos x="388" y="277"/>
              </a:cxn>
              <a:cxn ang="0">
                <a:pos x="383" y="365"/>
              </a:cxn>
              <a:cxn ang="0">
                <a:pos x="324" y="361"/>
              </a:cxn>
              <a:cxn ang="0">
                <a:pos x="302" y="410"/>
              </a:cxn>
              <a:cxn ang="0">
                <a:pos x="217" y="432"/>
              </a:cxn>
              <a:cxn ang="0">
                <a:pos x="224" y="381"/>
              </a:cxn>
              <a:cxn ang="0">
                <a:pos x="154" y="301"/>
              </a:cxn>
              <a:cxn ang="0">
                <a:pos x="163" y="261"/>
              </a:cxn>
              <a:cxn ang="0">
                <a:pos x="161" y="226"/>
              </a:cxn>
              <a:cxn ang="0">
                <a:pos x="149" y="204"/>
              </a:cxn>
              <a:cxn ang="0">
                <a:pos x="120" y="200"/>
              </a:cxn>
              <a:cxn ang="0">
                <a:pos x="89" y="179"/>
              </a:cxn>
              <a:cxn ang="0">
                <a:pos x="35" y="169"/>
              </a:cxn>
              <a:cxn ang="0">
                <a:pos x="13" y="145"/>
              </a:cxn>
              <a:cxn ang="0">
                <a:pos x="0" y="34"/>
              </a:cxn>
            </a:cxnLst>
            <a:rect l="0" t="0" r="r" b="b"/>
            <a:pathLst>
              <a:path w="482" h="432">
                <a:moveTo>
                  <a:pt x="0" y="34"/>
                </a:moveTo>
                <a:lnTo>
                  <a:pt x="109" y="6"/>
                </a:lnTo>
                <a:lnTo>
                  <a:pt x="196" y="23"/>
                </a:lnTo>
                <a:lnTo>
                  <a:pt x="264" y="16"/>
                </a:lnTo>
                <a:lnTo>
                  <a:pt x="316" y="0"/>
                </a:lnTo>
                <a:lnTo>
                  <a:pt x="351" y="23"/>
                </a:lnTo>
                <a:lnTo>
                  <a:pt x="412" y="38"/>
                </a:lnTo>
                <a:lnTo>
                  <a:pt x="423" y="69"/>
                </a:lnTo>
                <a:lnTo>
                  <a:pt x="457" y="90"/>
                </a:lnTo>
                <a:lnTo>
                  <a:pt x="482" y="169"/>
                </a:lnTo>
                <a:lnTo>
                  <a:pt x="424" y="230"/>
                </a:lnTo>
                <a:lnTo>
                  <a:pt x="388" y="277"/>
                </a:lnTo>
                <a:lnTo>
                  <a:pt x="383" y="365"/>
                </a:lnTo>
                <a:lnTo>
                  <a:pt x="324" y="361"/>
                </a:lnTo>
                <a:lnTo>
                  <a:pt x="302" y="410"/>
                </a:lnTo>
                <a:lnTo>
                  <a:pt x="217" y="432"/>
                </a:lnTo>
                <a:lnTo>
                  <a:pt x="224" y="381"/>
                </a:lnTo>
                <a:lnTo>
                  <a:pt x="154" y="301"/>
                </a:lnTo>
                <a:lnTo>
                  <a:pt x="163" y="261"/>
                </a:lnTo>
                <a:lnTo>
                  <a:pt x="161" y="226"/>
                </a:lnTo>
                <a:lnTo>
                  <a:pt x="149" y="204"/>
                </a:lnTo>
                <a:lnTo>
                  <a:pt x="120" y="200"/>
                </a:lnTo>
                <a:lnTo>
                  <a:pt x="89" y="179"/>
                </a:lnTo>
                <a:lnTo>
                  <a:pt x="35" y="169"/>
                </a:lnTo>
                <a:lnTo>
                  <a:pt x="13" y="145"/>
                </a:lnTo>
                <a:lnTo>
                  <a:pt x="0" y="34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86" name="Freeform 239"/>
          <p:cNvSpPr>
            <a:spLocks/>
          </p:cNvSpPr>
          <p:nvPr/>
        </p:nvSpPr>
        <p:spPr bwMode="auto">
          <a:xfrm>
            <a:off x="4678425" y="3082185"/>
            <a:ext cx="63500" cy="38091"/>
          </a:xfrm>
          <a:custGeom>
            <a:avLst/>
            <a:gdLst/>
            <a:ahLst/>
            <a:cxnLst>
              <a:cxn ang="0">
                <a:pos x="186" y="24"/>
              </a:cxn>
              <a:cxn ang="0">
                <a:pos x="215" y="44"/>
              </a:cxn>
              <a:cxn ang="0">
                <a:pos x="250" y="50"/>
              </a:cxn>
              <a:cxn ang="0">
                <a:pos x="260" y="70"/>
              </a:cxn>
              <a:cxn ang="0">
                <a:pos x="261" y="102"/>
              </a:cxn>
              <a:cxn ang="0">
                <a:pos x="253" y="144"/>
              </a:cxn>
              <a:cxn ang="0">
                <a:pos x="99" y="135"/>
              </a:cxn>
              <a:cxn ang="0">
                <a:pos x="21" y="96"/>
              </a:cxn>
              <a:cxn ang="0">
                <a:pos x="39" y="52"/>
              </a:cxn>
              <a:cxn ang="0">
                <a:pos x="0" y="52"/>
              </a:cxn>
              <a:cxn ang="0">
                <a:pos x="2" y="26"/>
              </a:cxn>
              <a:cxn ang="0">
                <a:pos x="46" y="0"/>
              </a:cxn>
              <a:cxn ang="0">
                <a:pos x="100" y="5"/>
              </a:cxn>
              <a:cxn ang="0">
                <a:pos x="99" y="32"/>
              </a:cxn>
              <a:cxn ang="0">
                <a:pos x="133" y="13"/>
              </a:cxn>
              <a:cxn ang="0">
                <a:pos x="186" y="24"/>
              </a:cxn>
            </a:cxnLst>
            <a:rect l="0" t="0" r="r" b="b"/>
            <a:pathLst>
              <a:path w="261" h="144">
                <a:moveTo>
                  <a:pt x="186" y="24"/>
                </a:moveTo>
                <a:lnTo>
                  <a:pt x="215" y="44"/>
                </a:lnTo>
                <a:lnTo>
                  <a:pt x="250" y="50"/>
                </a:lnTo>
                <a:lnTo>
                  <a:pt x="260" y="70"/>
                </a:lnTo>
                <a:lnTo>
                  <a:pt x="261" y="102"/>
                </a:lnTo>
                <a:lnTo>
                  <a:pt x="253" y="144"/>
                </a:lnTo>
                <a:lnTo>
                  <a:pt x="99" y="135"/>
                </a:lnTo>
                <a:lnTo>
                  <a:pt x="21" y="96"/>
                </a:lnTo>
                <a:lnTo>
                  <a:pt x="39" y="52"/>
                </a:lnTo>
                <a:lnTo>
                  <a:pt x="0" y="52"/>
                </a:lnTo>
                <a:lnTo>
                  <a:pt x="2" y="26"/>
                </a:lnTo>
                <a:lnTo>
                  <a:pt x="46" y="0"/>
                </a:lnTo>
                <a:lnTo>
                  <a:pt x="100" y="5"/>
                </a:lnTo>
                <a:lnTo>
                  <a:pt x="99" y="32"/>
                </a:lnTo>
                <a:lnTo>
                  <a:pt x="133" y="13"/>
                </a:lnTo>
                <a:lnTo>
                  <a:pt x="186" y="24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87" name="Freeform 243"/>
          <p:cNvSpPr>
            <a:spLocks/>
          </p:cNvSpPr>
          <p:nvPr/>
        </p:nvSpPr>
        <p:spPr bwMode="auto">
          <a:xfrm>
            <a:off x="2795651" y="5996161"/>
            <a:ext cx="46037" cy="55549"/>
          </a:xfrm>
          <a:custGeom>
            <a:avLst/>
            <a:gdLst/>
            <a:ahLst/>
            <a:cxnLst>
              <a:cxn ang="0">
                <a:pos x="168" y="159"/>
              </a:cxn>
              <a:cxn ang="0">
                <a:pos x="129" y="182"/>
              </a:cxn>
              <a:cxn ang="0">
                <a:pos x="83" y="193"/>
              </a:cxn>
              <a:cxn ang="0">
                <a:pos x="26" y="177"/>
              </a:cxn>
              <a:cxn ang="0">
                <a:pos x="4" y="168"/>
              </a:cxn>
              <a:cxn ang="0">
                <a:pos x="0" y="145"/>
              </a:cxn>
              <a:cxn ang="0">
                <a:pos x="7" y="128"/>
              </a:cxn>
              <a:cxn ang="0">
                <a:pos x="19" y="117"/>
              </a:cxn>
              <a:cxn ang="0">
                <a:pos x="51" y="113"/>
              </a:cxn>
              <a:cxn ang="0">
                <a:pos x="79" y="124"/>
              </a:cxn>
              <a:cxn ang="0">
                <a:pos x="96" y="121"/>
              </a:cxn>
              <a:cxn ang="0">
                <a:pos x="99" y="96"/>
              </a:cxn>
              <a:cxn ang="0">
                <a:pos x="76" y="86"/>
              </a:cxn>
              <a:cxn ang="0">
                <a:pos x="76" y="76"/>
              </a:cxn>
              <a:cxn ang="0">
                <a:pos x="96" y="60"/>
              </a:cxn>
              <a:cxn ang="0">
                <a:pos x="67" y="58"/>
              </a:cxn>
              <a:cxn ang="0">
                <a:pos x="62" y="39"/>
              </a:cxn>
              <a:cxn ang="0">
                <a:pos x="72" y="28"/>
              </a:cxn>
              <a:cxn ang="0">
                <a:pos x="129" y="0"/>
              </a:cxn>
              <a:cxn ang="0">
                <a:pos x="164" y="0"/>
              </a:cxn>
              <a:cxn ang="0">
                <a:pos x="171" y="54"/>
              </a:cxn>
              <a:cxn ang="0">
                <a:pos x="171" y="110"/>
              </a:cxn>
              <a:cxn ang="0">
                <a:pos x="168" y="159"/>
              </a:cxn>
            </a:cxnLst>
            <a:rect l="0" t="0" r="r" b="b"/>
            <a:pathLst>
              <a:path w="171" h="193">
                <a:moveTo>
                  <a:pt x="168" y="159"/>
                </a:moveTo>
                <a:lnTo>
                  <a:pt x="129" y="182"/>
                </a:lnTo>
                <a:lnTo>
                  <a:pt x="83" y="193"/>
                </a:lnTo>
                <a:lnTo>
                  <a:pt x="26" y="177"/>
                </a:lnTo>
                <a:lnTo>
                  <a:pt x="4" y="168"/>
                </a:lnTo>
                <a:lnTo>
                  <a:pt x="0" y="145"/>
                </a:lnTo>
                <a:lnTo>
                  <a:pt x="7" y="128"/>
                </a:lnTo>
                <a:lnTo>
                  <a:pt x="19" y="117"/>
                </a:lnTo>
                <a:lnTo>
                  <a:pt x="51" y="113"/>
                </a:lnTo>
                <a:lnTo>
                  <a:pt x="79" y="124"/>
                </a:lnTo>
                <a:lnTo>
                  <a:pt x="96" y="121"/>
                </a:lnTo>
                <a:lnTo>
                  <a:pt x="99" y="96"/>
                </a:lnTo>
                <a:lnTo>
                  <a:pt x="76" y="86"/>
                </a:lnTo>
                <a:lnTo>
                  <a:pt x="76" y="76"/>
                </a:lnTo>
                <a:lnTo>
                  <a:pt x="96" y="60"/>
                </a:lnTo>
                <a:lnTo>
                  <a:pt x="67" y="58"/>
                </a:lnTo>
                <a:lnTo>
                  <a:pt x="62" y="39"/>
                </a:lnTo>
                <a:lnTo>
                  <a:pt x="72" y="28"/>
                </a:lnTo>
                <a:lnTo>
                  <a:pt x="129" y="0"/>
                </a:lnTo>
                <a:lnTo>
                  <a:pt x="164" y="0"/>
                </a:lnTo>
                <a:lnTo>
                  <a:pt x="171" y="54"/>
                </a:lnTo>
                <a:lnTo>
                  <a:pt x="171" y="110"/>
                </a:lnTo>
                <a:lnTo>
                  <a:pt x="168" y="159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88" name="Freeform 248"/>
          <p:cNvSpPr>
            <a:spLocks/>
          </p:cNvSpPr>
          <p:nvPr/>
        </p:nvSpPr>
        <p:spPr bwMode="auto">
          <a:xfrm>
            <a:off x="2675000" y="4324910"/>
            <a:ext cx="344487" cy="326949"/>
          </a:xfrm>
          <a:custGeom>
            <a:avLst/>
            <a:gdLst/>
            <a:ahLst/>
            <a:cxnLst>
              <a:cxn ang="0">
                <a:pos x="1208" y="640"/>
              </a:cxn>
              <a:cxn ang="0">
                <a:pos x="1222" y="694"/>
              </a:cxn>
              <a:cxn ang="0">
                <a:pos x="1183" y="732"/>
              </a:cxn>
              <a:cxn ang="0">
                <a:pos x="1155" y="801"/>
              </a:cxn>
              <a:cxn ang="0">
                <a:pos x="1044" y="829"/>
              </a:cxn>
              <a:cxn ang="0">
                <a:pos x="915" y="811"/>
              </a:cxn>
              <a:cxn ang="0">
                <a:pos x="918" y="857"/>
              </a:cxn>
              <a:cxn ang="0">
                <a:pos x="979" y="887"/>
              </a:cxn>
              <a:cxn ang="0">
                <a:pos x="1012" y="929"/>
              </a:cxn>
              <a:cxn ang="0">
                <a:pos x="943" y="982"/>
              </a:cxn>
              <a:cxn ang="0">
                <a:pos x="904" y="1030"/>
              </a:cxn>
              <a:cxn ang="0">
                <a:pos x="858" y="1086"/>
              </a:cxn>
              <a:cxn ang="0">
                <a:pos x="779" y="1107"/>
              </a:cxn>
              <a:cxn ang="0">
                <a:pos x="721" y="1129"/>
              </a:cxn>
              <a:cxn ang="0">
                <a:pos x="686" y="1072"/>
              </a:cxn>
              <a:cxn ang="0">
                <a:pos x="654" y="968"/>
              </a:cxn>
              <a:cxn ang="0">
                <a:pos x="611" y="875"/>
              </a:cxn>
              <a:cxn ang="0">
                <a:pos x="629" y="825"/>
              </a:cxn>
              <a:cxn ang="0">
                <a:pos x="580" y="801"/>
              </a:cxn>
              <a:cxn ang="0">
                <a:pos x="589" y="711"/>
              </a:cxn>
              <a:cxn ang="0">
                <a:pos x="572" y="636"/>
              </a:cxn>
              <a:cxn ang="0">
                <a:pos x="450" y="640"/>
              </a:cxn>
              <a:cxn ang="0">
                <a:pos x="379" y="587"/>
              </a:cxn>
              <a:cxn ang="0">
                <a:pos x="303" y="522"/>
              </a:cxn>
              <a:cxn ang="0">
                <a:pos x="222" y="536"/>
              </a:cxn>
              <a:cxn ang="0">
                <a:pos x="121" y="504"/>
              </a:cxn>
              <a:cxn ang="0">
                <a:pos x="79" y="383"/>
              </a:cxn>
              <a:cxn ang="0">
                <a:pos x="17" y="379"/>
              </a:cxn>
              <a:cxn ang="0">
                <a:pos x="0" y="361"/>
              </a:cxn>
              <a:cxn ang="0">
                <a:pos x="60" y="197"/>
              </a:cxn>
              <a:cxn ang="0">
                <a:pos x="139" y="125"/>
              </a:cxn>
              <a:cxn ang="0">
                <a:pos x="171" y="125"/>
              </a:cxn>
              <a:cxn ang="0">
                <a:pos x="222" y="132"/>
              </a:cxn>
              <a:cxn ang="0">
                <a:pos x="264" y="53"/>
              </a:cxn>
              <a:cxn ang="0">
                <a:pos x="301" y="4"/>
              </a:cxn>
              <a:cxn ang="0">
                <a:pos x="332" y="7"/>
              </a:cxn>
              <a:cxn ang="0">
                <a:pos x="350" y="18"/>
              </a:cxn>
              <a:cxn ang="0">
                <a:pos x="361" y="50"/>
              </a:cxn>
              <a:cxn ang="0">
                <a:pos x="414" y="53"/>
              </a:cxn>
              <a:cxn ang="0">
                <a:pos x="474" y="104"/>
              </a:cxn>
              <a:cxn ang="0">
                <a:pos x="532" y="143"/>
              </a:cxn>
              <a:cxn ang="0">
                <a:pos x="650" y="115"/>
              </a:cxn>
              <a:cxn ang="0">
                <a:pos x="682" y="140"/>
              </a:cxn>
              <a:cxn ang="0">
                <a:pos x="740" y="169"/>
              </a:cxn>
              <a:cxn ang="0">
                <a:pos x="811" y="169"/>
              </a:cxn>
              <a:cxn ang="0">
                <a:pos x="851" y="147"/>
              </a:cxn>
              <a:cxn ang="0">
                <a:pos x="908" y="90"/>
              </a:cxn>
              <a:cxn ang="0">
                <a:pos x="1019" y="90"/>
              </a:cxn>
              <a:cxn ang="0">
                <a:pos x="1040" y="125"/>
              </a:cxn>
              <a:cxn ang="0">
                <a:pos x="1047" y="173"/>
              </a:cxn>
              <a:cxn ang="0">
                <a:pos x="1097" y="182"/>
              </a:cxn>
              <a:cxn ang="0">
                <a:pos x="1169" y="197"/>
              </a:cxn>
              <a:cxn ang="0">
                <a:pos x="1194" y="233"/>
              </a:cxn>
              <a:cxn ang="0">
                <a:pos x="1216" y="268"/>
              </a:cxn>
              <a:cxn ang="0">
                <a:pos x="1262" y="289"/>
              </a:cxn>
              <a:cxn ang="0">
                <a:pos x="1244" y="344"/>
              </a:cxn>
              <a:cxn ang="0">
                <a:pos x="1194" y="365"/>
              </a:cxn>
              <a:cxn ang="0">
                <a:pos x="1194" y="415"/>
              </a:cxn>
              <a:cxn ang="0">
                <a:pos x="1229" y="451"/>
              </a:cxn>
              <a:cxn ang="0">
                <a:pos x="1162" y="469"/>
              </a:cxn>
              <a:cxn ang="0">
                <a:pos x="1186" y="515"/>
              </a:cxn>
              <a:cxn ang="0">
                <a:pos x="1197" y="608"/>
              </a:cxn>
            </a:cxnLst>
            <a:rect l="0" t="0" r="r" b="b"/>
            <a:pathLst>
              <a:path w="1266" h="1129">
                <a:moveTo>
                  <a:pt x="1233" y="626"/>
                </a:moveTo>
                <a:lnTo>
                  <a:pt x="1208" y="640"/>
                </a:lnTo>
                <a:lnTo>
                  <a:pt x="1222" y="665"/>
                </a:lnTo>
                <a:lnTo>
                  <a:pt x="1222" y="694"/>
                </a:lnTo>
                <a:lnTo>
                  <a:pt x="1204" y="711"/>
                </a:lnTo>
                <a:lnTo>
                  <a:pt x="1183" y="732"/>
                </a:lnTo>
                <a:lnTo>
                  <a:pt x="1169" y="779"/>
                </a:lnTo>
                <a:lnTo>
                  <a:pt x="1155" y="801"/>
                </a:lnTo>
                <a:lnTo>
                  <a:pt x="1118" y="815"/>
                </a:lnTo>
                <a:lnTo>
                  <a:pt x="1044" y="829"/>
                </a:lnTo>
                <a:lnTo>
                  <a:pt x="972" y="829"/>
                </a:lnTo>
                <a:lnTo>
                  <a:pt x="915" y="811"/>
                </a:lnTo>
                <a:lnTo>
                  <a:pt x="911" y="825"/>
                </a:lnTo>
                <a:lnTo>
                  <a:pt x="918" y="857"/>
                </a:lnTo>
                <a:lnTo>
                  <a:pt x="947" y="880"/>
                </a:lnTo>
                <a:lnTo>
                  <a:pt x="979" y="887"/>
                </a:lnTo>
                <a:lnTo>
                  <a:pt x="1003" y="904"/>
                </a:lnTo>
                <a:lnTo>
                  <a:pt x="1012" y="929"/>
                </a:lnTo>
                <a:lnTo>
                  <a:pt x="994" y="965"/>
                </a:lnTo>
                <a:lnTo>
                  <a:pt x="943" y="982"/>
                </a:lnTo>
                <a:lnTo>
                  <a:pt x="926" y="1001"/>
                </a:lnTo>
                <a:lnTo>
                  <a:pt x="904" y="1030"/>
                </a:lnTo>
                <a:lnTo>
                  <a:pt x="879" y="1068"/>
                </a:lnTo>
                <a:lnTo>
                  <a:pt x="858" y="1086"/>
                </a:lnTo>
                <a:lnTo>
                  <a:pt x="815" y="1093"/>
                </a:lnTo>
                <a:lnTo>
                  <a:pt x="779" y="1107"/>
                </a:lnTo>
                <a:lnTo>
                  <a:pt x="751" y="1125"/>
                </a:lnTo>
                <a:lnTo>
                  <a:pt x="721" y="1129"/>
                </a:lnTo>
                <a:lnTo>
                  <a:pt x="693" y="1111"/>
                </a:lnTo>
                <a:lnTo>
                  <a:pt x="686" y="1072"/>
                </a:lnTo>
                <a:lnTo>
                  <a:pt x="679" y="1014"/>
                </a:lnTo>
                <a:lnTo>
                  <a:pt x="654" y="968"/>
                </a:lnTo>
                <a:lnTo>
                  <a:pt x="621" y="929"/>
                </a:lnTo>
                <a:lnTo>
                  <a:pt x="611" y="875"/>
                </a:lnTo>
                <a:lnTo>
                  <a:pt x="643" y="850"/>
                </a:lnTo>
                <a:lnTo>
                  <a:pt x="629" y="825"/>
                </a:lnTo>
                <a:lnTo>
                  <a:pt x="604" y="818"/>
                </a:lnTo>
                <a:lnTo>
                  <a:pt x="580" y="801"/>
                </a:lnTo>
                <a:lnTo>
                  <a:pt x="572" y="760"/>
                </a:lnTo>
                <a:lnTo>
                  <a:pt x="589" y="711"/>
                </a:lnTo>
                <a:lnTo>
                  <a:pt x="589" y="672"/>
                </a:lnTo>
                <a:lnTo>
                  <a:pt x="572" y="636"/>
                </a:lnTo>
                <a:lnTo>
                  <a:pt x="500" y="619"/>
                </a:lnTo>
                <a:lnTo>
                  <a:pt x="450" y="640"/>
                </a:lnTo>
                <a:lnTo>
                  <a:pt x="407" y="626"/>
                </a:lnTo>
                <a:lnTo>
                  <a:pt x="379" y="587"/>
                </a:lnTo>
                <a:lnTo>
                  <a:pt x="343" y="550"/>
                </a:lnTo>
                <a:lnTo>
                  <a:pt x="303" y="522"/>
                </a:lnTo>
                <a:lnTo>
                  <a:pt x="275" y="522"/>
                </a:lnTo>
                <a:lnTo>
                  <a:pt x="222" y="536"/>
                </a:lnTo>
                <a:lnTo>
                  <a:pt x="171" y="529"/>
                </a:lnTo>
                <a:lnTo>
                  <a:pt x="121" y="504"/>
                </a:lnTo>
                <a:lnTo>
                  <a:pt x="93" y="469"/>
                </a:lnTo>
                <a:lnTo>
                  <a:pt x="79" y="383"/>
                </a:lnTo>
                <a:lnTo>
                  <a:pt x="64" y="365"/>
                </a:lnTo>
                <a:lnTo>
                  <a:pt x="17" y="379"/>
                </a:lnTo>
                <a:lnTo>
                  <a:pt x="0" y="376"/>
                </a:lnTo>
                <a:lnTo>
                  <a:pt x="0" y="361"/>
                </a:lnTo>
                <a:lnTo>
                  <a:pt x="43" y="293"/>
                </a:lnTo>
                <a:lnTo>
                  <a:pt x="60" y="197"/>
                </a:lnTo>
                <a:lnTo>
                  <a:pt x="93" y="150"/>
                </a:lnTo>
                <a:lnTo>
                  <a:pt x="139" y="125"/>
                </a:lnTo>
                <a:lnTo>
                  <a:pt x="164" y="99"/>
                </a:lnTo>
                <a:lnTo>
                  <a:pt x="171" y="125"/>
                </a:lnTo>
                <a:lnTo>
                  <a:pt x="196" y="143"/>
                </a:lnTo>
                <a:lnTo>
                  <a:pt x="222" y="132"/>
                </a:lnTo>
                <a:lnTo>
                  <a:pt x="236" y="111"/>
                </a:lnTo>
                <a:lnTo>
                  <a:pt x="264" y="53"/>
                </a:lnTo>
                <a:lnTo>
                  <a:pt x="289" y="14"/>
                </a:lnTo>
                <a:lnTo>
                  <a:pt x="301" y="4"/>
                </a:lnTo>
                <a:lnTo>
                  <a:pt x="322" y="0"/>
                </a:lnTo>
                <a:lnTo>
                  <a:pt x="332" y="7"/>
                </a:lnTo>
                <a:lnTo>
                  <a:pt x="339" y="7"/>
                </a:lnTo>
                <a:lnTo>
                  <a:pt x="350" y="18"/>
                </a:lnTo>
                <a:lnTo>
                  <a:pt x="358" y="32"/>
                </a:lnTo>
                <a:lnTo>
                  <a:pt x="361" y="50"/>
                </a:lnTo>
                <a:lnTo>
                  <a:pt x="379" y="53"/>
                </a:lnTo>
                <a:lnTo>
                  <a:pt x="414" y="53"/>
                </a:lnTo>
                <a:lnTo>
                  <a:pt x="437" y="71"/>
                </a:lnTo>
                <a:lnTo>
                  <a:pt x="474" y="104"/>
                </a:lnTo>
                <a:lnTo>
                  <a:pt x="515" y="140"/>
                </a:lnTo>
                <a:lnTo>
                  <a:pt x="532" y="143"/>
                </a:lnTo>
                <a:lnTo>
                  <a:pt x="626" y="118"/>
                </a:lnTo>
                <a:lnTo>
                  <a:pt x="650" y="115"/>
                </a:lnTo>
                <a:lnTo>
                  <a:pt x="675" y="125"/>
                </a:lnTo>
                <a:lnTo>
                  <a:pt x="682" y="140"/>
                </a:lnTo>
                <a:lnTo>
                  <a:pt x="721" y="154"/>
                </a:lnTo>
                <a:lnTo>
                  <a:pt x="740" y="169"/>
                </a:lnTo>
                <a:lnTo>
                  <a:pt x="758" y="173"/>
                </a:lnTo>
                <a:lnTo>
                  <a:pt x="811" y="169"/>
                </a:lnTo>
                <a:lnTo>
                  <a:pt x="836" y="154"/>
                </a:lnTo>
                <a:lnTo>
                  <a:pt x="851" y="147"/>
                </a:lnTo>
                <a:lnTo>
                  <a:pt x="892" y="93"/>
                </a:lnTo>
                <a:lnTo>
                  <a:pt x="908" y="90"/>
                </a:lnTo>
                <a:lnTo>
                  <a:pt x="1001" y="90"/>
                </a:lnTo>
                <a:lnTo>
                  <a:pt x="1019" y="90"/>
                </a:lnTo>
                <a:lnTo>
                  <a:pt x="1033" y="108"/>
                </a:lnTo>
                <a:lnTo>
                  <a:pt x="1040" y="125"/>
                </a:lnTo>
                <a:lnTo>
                  <a:pt x="1037" y="143"/>
                </a:lnTo>
                <a:lnTo>
                  <a:pt x="1047" y="173"/>
                </a:lnTo>
                <a:lnTo>
                  <a:pt x="1079" y="178"/>
                </a:lnTo>
                <a:lnTo>
                  <a:pt x="1097" y="182"/>
                </a:lnTo>
                <a:lnTo>
                  <a:pt x="1133" y="182"/>
                </a:lnTo>
                <a:lnTo>
                  <a:pt x="1169" y="197"/>
                </a:lnTo>
                <a:lnTo>
                  <a:pt x="1190" y="215"/>
                </a:lnTo>
                <a:lnTo>
                  <a:pt x="1194" y="233"/>
                </a:lnTo>
                <a:lnTo>
                  <a:pt x="1204" y="250"/>
                </a:lnTo>
                <a:lnTo>
                  <a:pt x="1216" y="268"/>
                </a:lnTo>
                <a:lnTo>
                  <a:pt x="1266" y="275"/>
                </a:lnTo>
                <a:lnTo>
                  <a:pt x="1262" y="289"/>
                </a:lnTo>
                <a:lnTo>
                  <a:pt x="1262" y="330"/>
                </a:lnTo>
                <a:lnTo>
                  <a:pt x="1244" y="344"/>
                </a:lnTo>
                <a:lnTo>
                  <a:pt x="1220" y="353"/>
                </a:lnTo>
                <a:lnTo>
                  <a:pt x="1194" y="365"/>
                </a:lnTo>
                <a:lnTo>
                  <a:pt x="1186" y="386"/>
                </a:lnTo>
                <a:lnTo>
                  <a:pt x="1194" y="415"/>
                </a:lnTo>
                <a:lnTo>
                  <a:pt x="1248" y="432"/>
                </a:lnTo>
                <a:lnTo>
                  <a:pt x="1229" y="451"/>
                </a:lnTo>
                <a:lnTo>
                  <a:pt x="1176" y="451"/>
                </a:lnTo>
                <a:lnTo>
                  <a:pt x="1162" y="469"/>
                </a:lnTo>
                <a:lnTo>
                  <a:pt x="1179" y="485"/>
                </a:lnTo>
                <a:lnTo>
                  <a:pt x="1186" y="515"/>
                </a:lnTo>
                <a:lnTo>
                  <a:pt x="1179" y="557"/>
                </a:lnTo>
                <a:lnTo>
                  <a:pt x="1197" y="608"/>
                </a:lnTo>
                <a:lnTo>
                  <a:pt x="1233" y="626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89" name="Freeform 249"/>
          <p:cNvSpPr>
            <a:spLocks/>
          </p:cNvSpPr>
          <p:nvPr/>
        </p:nvSpPr>
        <p:spPr bwMode="auto">
          <a:xfrm>
            <a:off x="2543238" y="4316974"/>
            <a:ext cx="320675" cy="425352"/>
          </a:xfrm>
          <a:custGeom>
            <a:avLst/>
            <a:gdLst/>
            <a:ahLst/>
            <a:cxnLst>
              <a:cxn ang="0">
                <a:pos x="12" y="1050"/>
              </a:cxn>
              <a:cxn ang="0">
                <a:pos x="72" y="986"/>
              </a:cxn>
              <a:cxn ang="0">
                <a:pos x="147" y="892"/>
              </a:cxn>
              <a:cxn ang="0">
                <a:pos x="143" y="836"/>
              </a:cxn>
              <a:cxn ang="0">
                <a:pos x="125" y="700"/>
              </a:cxn>
              <a:cxn ang="0">
                <a:pos x="136" y="608"/>
              </a:cxn>
              <a:cxn ang="0">
                <a:pos x="89" y="532"/>
              </a:cxn>
              <a:cxn ang="0">
                <a:pos x="100" y="497"/>
              </a:cxn>
              <a:cxn ang="0">
                <a:pos x="151" y="497"/>
              </a:cxn>
              <a:cxn ang="0">
                <a:pos x="157" y="439"/>
              </a:cxn>
              <a:cxn ang="0">
                <a:pos x="208" y="396"/>
              </a:cxn>
              <a:cxn ang="0">
                <a:pos x="280" y="314"/>
              </a:cxn>
              <a:cxn ang="0">
                <a:pos x="296" y="243"/>
              </a:cxn>
              <a:cxn ang="0">
                <a:pos x="336" y="185"/>
              </a:cxn>
              <a:cxn ang="0">
                <a:pos x="407" y="197"/>
              </a:cxn>
              <a:cxn ang="0">
                <a:pos x="432" y="150"/>
              </a:cxn>
              <a:cxn ang="0">
                <a:pos x="533" y="99"/>
              </a:cxn>
              <a:cxn ang="0">
                <a:pos x="650" y="7"/>
              </a:cxn>
              <a:cxn ang="0">
                <a:pos x="701" y="21"/>
              </a:cxn>
              <a:cxn ang="0">
                <a:pos x="665" y="71"/>
              </a:cxn>
              <a:cxn ang="0">
                <a:pos x="633" y="157"/>
              </a:cxn>
              <a:cxn ang="0">
                <a:pos x="537" y="324"/>
              </a:cxn>
              <a:cxn ang="0">
                <a:pos x="511" y="411"/>
              </a:cxn>
              <a:cxn ang="0">
                <a:pos x="583" y="500"/>
              </a:cxn>
              <a:cxn ang="0">
                <a:pos x="714" y="568"/>
              </a:cxn>
              <a:cxn ang="0">
                <a:pos x="837" y="578"/>
              </a:cxn>
              <a:cxn ang="0">
                <a:pos x="940" y="672"/>
              </a:cxn>
              <a:cxn ang="0">
                <a:pos x="1083" y="703"/>
              </a:cxn>
              <a:cxn ang="0">
                <a:pos x="1072" y="832"/>
              </a:cxn>
              <a:cxn ang="0">
                <a:pos x="1137" y="882"/>
              </a:cxn>
              <a:cxn ang="0">
                <a:pos x="1147" y="1001"/>
              </a:cxn>
              <a:cxn ang="0">
                <a:pos x="1140" y="1114"/>
              </a:cxn>
              <a:cxn ang="0">
                <a:pos x="1116" y="1042"/>
              </a:cxn>
              <a:cxn ang="0">
                <a:pos x="1070" y="1072"/>
              </a:cxn>
              <a:cxn ang="0">
                <a:pos x="1008" y="1089"/>
              </a:cxn>
              <a:cxn ang="0">
                <a:pos x="922" y="1086"/>
              </a:cxn>
              <a:cxn ang="0">
                <a:pos x="930" y="1111"/>
              </a:cxn>
              <a:cxn ang="0">
                <a:pos x="968" y="1153"/>
              </a:cxn>
              <a:cxn ang="0">
                <a:pos x="887" y="1225"/>
              </a:cxn>
              <a:cxn ang="0">
                <a:pos x="951" y="1338"/>
              </a:cxn>
              <a:cxn ang="0">
                <a:pos x="944" y="1436"/>
              </a:cxn>
              <a:cxn ang="0">
                <a:pos x="851" y="1461"/>
              </a:cxn>
              <a:cxn ang="0">
                <a:pos x="779" y="1446"/>
              </a:cxn>
              <a:cxn ang="0">
                <a:pos x="729" y="1465"/>
              </a:cxn>
              <a:cxn ang="0">
                <a:pos x="626" y="1465"/>
              </a:cxn>
              <a:cxn ang="0">
                <a:pos x="565" y="1400"/>
              </a:cxn>
              <a:cxn ang="0">
                <a:pos x="358" y="1271"/>
              </a:cxn>
              <a:cxn ang="0">
                <a:pos x="208" y="1250"/>
              </a:cxn>
              <a:cxn ang="0">
                <a:pos x="169" y="1197"/>
              </a:cxn>
              <a:cxn ang="0">
                <a:pos x="114" y="1167"/>
              </a:cxn>
              <a:cxn ang="0">
                <a:pos x="8" y="1107"/>
              </a:cxn>
            </a:cxnLst>
            <a:rect l="0" t="0" r="r" b="b"/>
            <a:pathLst>
              <a:path w="1181" h="1478">
                <a:moveTo>
                  <a:pt x="0" y="1086"/>
                </a:moveTo>
                <a:lnTo>
                  <a:pt x="8" y="1068"/>
                </a:lnTo>
                <a:lnTo>
                  <a:pt x="12" y="1050"/>
                </a:lnTo>
                <a:lnTo>
                  <a:pt x="21" y="1029"/>
                </a:lnTo>
                <a:lnTo>
                  <a:pt x="36" y="1010"/>
                </a:lnTo>
                <a:lnTo>
                  <a:pt x="72" y="986"/>
                </a:lnTo>
                <a:lnTo>
                  <a:pt x="111" y="968"/>
                </a:lnTo>
                <a:lnTo>
                  <a:pt x="136" y="929"/>
                </a:lnTo>
                <a:lnTo>
                  <a:pt x="147" y="892"/>
                </a:lnTo>
                <a:lnTo>
                  <a:pt x="151" y="871"/>
                </a:lnTo>
                <a:lnTo>
                  <a:pt x="147" y="853"/>
                </a:lnTo>
                <a:lnTo>
                  <a:pt x="143" y="836"/>
                </a:lnTo>
                <a:lnTo>
                  <a:pt x="123" y="760"/>
                </a:lnTo>
                <a:lnTo>
                  <a:pt x="118" y="722"/>
                </a:lnTo>
                <a:lnTo>
                  <a:pt x="125" y="700"/>
                </a:lnTo>
                <a:lnTo>
                  <a:pt x="139" y="682"/>
                </a:lnTo>
                <a:lnTo>
                  <a:pt x="143" y="643"/>
                </a:lnTo>
                <a:lnTo>
                  <a:pt x="136" y="608"/>
                </a:lnTo>
                <a:lnTo>
                  <a:pt x="118" y="589"/>
                </a:lnTo>
                <a:lnTo>
                  <a:pt x="97" y="550"/>
                </a:lnTo>
                <a:lnTo>
                  <a:pt x="89" y="532"/>
                </a:lnTo>
                <a:lnTo>
                  <a:pt x="89" y="520"/>
                </a:lnTo>
                <a:lnTo>
                  <a:pt x="93" y="507"/>
                </a:lnTo>
                <a:lnTo>
                  <a:pt x="100" y="497"/>
                </a:lnTo>
                <a:lnTo>
                  <a:pt x="114" y="492"/>
                </a:lnTo>
                <a:lnTo>
                  <a:pt x="136" y="500"/>
                </a:lnTo>
                <a:lnTo>
                  <a:pt x="151" y="497"/>
                </a:lnTo>
                <a:lnTo>
                  <a:pt x="151" y="472"/>
                </a:lnTo>
                <a:lnTo>
                  <a:pt x="151" y="457"/>
                </a:lnTo>
                <a:lnTo>
                  <a:pt x="157" y="439"/>
                </a:lnTo>
                <a:lnTo>
                  <a:pt x="179" y="435"/>
                </a:lnTo>
                <a:lnTo>
                  <a:pt x="204" y="428"/>
                </a:lnTo>
                <a:lnTo>
                  <a:pt x="208" y="396"/>
                </a:lnTo>
                <a:lnTo>
                  <a:pt x="236" y="336"/>
                </a:lnTo>
                <a:lnTo>
                  <a:pt x="262" y="317"/>
                </a:lnTo>
                <a:lnTo>
                  <a:pt x="280" y="314"/>
                </a:lnTo>
                <a:lnTo>
                  <a:pt x="293" y="300"/>
                </a:lnTo>
                <a:lnTo>
                  <a:pt x="293" y="261"/>
                </a:lnTo>
                <a:lnTo>
                  <a:pt x="296" y="243"/>
                </a:lnTo>
                <a:lnTo>
                  <a:pt x="311" y="222"/>
                </a:lnTo>
                <a:lnTo>
                  <a:pt x="329" y="204"/>
                </a:lnTo>
                <a:lnTo>
                  <a:pt x="336" y="185"/>
                </a:lnTo>
                <a:lnTo>
                  <a:pt x="350" y="178"/>
                </a:lnTo>
                <a:lnTo>
                  <a:pt x="386" y="182"/>
                </a:lnTo>
                <a:lnTo>
                  <a:pt x="407" y="197"/>
                </a:lnTo>
                <a:lnTo>
                  <a:pt x="426" y="182"/>
                </a:lnTo>
                <a:lnTo>
                  <a:pt x="426" y="160"/>
                </a:lnTo>
                <a:lnTo>
                  <a:pt x="432" y="150"/>
                </a:lnTo>
                <a:lnTo>
                  <a:pt x="443" y="143"/>
                </a:lnTo>
                <a:lnTo>
                  <a:pt x="461" y="136"/>
                </a:lnTo>
                <a:lnTo>
                  <a:pt x="533" y="99"/>
                </a:lnTo>
                <a:lnTo>
                  <a:pt x="608" y="60"/>
                </a:lnTo>
                <a:lnTo>
                  <a:pt x="626" y="21"/>
                </a:lnTo>
                <a:lnTo>
                  <a:pt x="650" y="7"/>
                </a:lnTo>
                <a:lnTo>
                  <a:pt x="680" y="0"/>
                </a:lnTo>
                <a:lnTo>
                  <a:pt x="693" y="7"/>
                </a:lnTo>
                <a:lnTo>
                  <a:pt x="701" y="21"/>
                </a:lnTo>
                <a:lnTo>
                  <a:pt x="698" y="39"/>
                </a:lnTo>
                <a:lnTo>
                  <a:pt x="682" y="57"/>
                </a:lnTo>
                <a:lnTo>
                  <a:pt x="665" y="71"/>
                </a:lnTo>
                <a:lnTo>
                  <a:pt x="657" y="97"/>
                </a:lnTo>
                <a:lnTo>
                  <a:pt x="657" y="127"/>
                </a:lnTo>
                <a:lnTo>
                  <a:pt x="633" y="157"/>
                </a:lnTo>
                <a:lnTo>
                  <a:pt x="587" y="182"/>
                </a:lnTo>
                <a:lnTo>
                  <a:pt x="554" y="225"/>
                </a:lnTo>
                <a:lnTo>
                  <a:pt x="537" y="324"/>
                </a:lnTo>
                <a:lnTo>
                  <a:pt x="493" y="393"/>
                </a:lnTo>
                <a:lnTo>
                  <a:pt x="493" y="407"/>
                </a:lnTo>
                <a:lnTo>
                  <a:pt x="511" y="411"/>
                </a:lnTo>
                <a:lnTo>
                  <a:pt x="554" y="396"/>
                </a:lnTo>
                <a:lnTo>
                  <a:pt x="572" y="411"/>
                </a:lnTo>
                <a:lnTo>
                  <a:pt x="583" y="500"/>
                </a:lnTo>
                <a:lnTo>
                  <a:pt x="615" y="536"/>
                </a:lnTo>
                <a:lnTo>
                  <a:pt x="665" y="561"/>
                </a:lnTo>
                <a:lnTo>
                  <a:pt x="714" y="568"/>
                </a:lnTo>
                <a:lnTo>
                  <a:pt x="768" y="550"/>
                </a:lnTo>
                <a:lnTo>
                  <a:pt x="797" y="553"/>
                </a:lnTo>
                <a:lnTo>
                  <a:pt x="837" y="578"/>
                </a:lnTo>
                <a:lnTo>
                  <a:pt x="869" y="617"/>
                </a:lnTo>
                <a:lnTo>
                  <a:pt x="901" y="654"/>
                </a:lnTo>
                <a:lnTo>
                  <a:pt x="940" y="672"/>
                </a:lnTo>
                <a:lnTo>
                  <a:pt x="994" y="649"/>
                </a:lnTo>
                <a:lnTo>
                  <a:pt x="1065" y="668"/>
                </a:lnTo>
                <a:lnTo>
                  <a:pt x="1083" y="703"/>
                </a:lnTo>
                <a:lnTo>
                  <a:pt x="1079" y="742"/>
                </a:lnTo>
                <a:lnTo>
                  <a:pt x="1065" y="792"/>
                </a:lnTo>
                <a:lnTo>
                  <a:pt x="1072" y="832"/>
                </a:lnTo>
                <a:lnTo>
                  <a:pt x="1098" y="846"/>
                </a:lnTo>
                <a:lnTo>
                  <a:pt x="1123" y="857"/>
                </a:lnTo>
                <a:lnTo>
                  <a:pt x="1137" y="882"/>
                </a:lnTo>
                <a:lnTo>
                  <a:pt x="1104" y="908"/>
                </a:lnTo>
                <a:lnTo>
                  <a:pt x="1116" y="961"/>
                </a:lnTo>
                <a:lnTo>
                  <a:pt x="1147" y="1001"/>
                </a:lnTo>
                <a:lnTo>
                  <a:pt x="1169" y="1047"/>
                </a:lnTo>
                <a:lnTo>
                  <a:pt x="1181" y="1104"/>
                </a:lnTo>
                <a:lnTo>
                  <a:pt x="1140" y="1114"/>
                </a:lnTo>
                <a:lnTo>
                  <a:pt x="1130" y="1100"/>
                </a:lnTo>
                <a:lnTo>
                  <a:pt x="1123" y="1060"/>
                </a:lnTo>
                <a:lnTo>
                  <a:pt x="1116" y="1042"/>
                </a:lnTo>
                <a:lnTo>
                  <a:pt x="1094" y="1054"/>
                </a:lnTo>
                <a:lnTo>
                  <a:pt x="1087" y="1072"/>
                </a:lnTo>
                <a:lnTo>
                  <a:pt x="1070" y="1072"/>
                </a:lnTo>
                <a:lnTo>
                  <a:pt x="1051" y="1054"/>
                </a:lnTo>
                <a:lnTo>
                  <a:pt x="1019" y="1065"/>
                </a:lnTo>
                <a:lnTo>
                  <a:pt x="1008" y="1089"/>
                </a:lnTo>
                <a:lnTo>
                  <a:pt x="990" y="1096"/>
                </a:lnTo>
                <a:lnTo>
                  <a:pt x="959" y="1082"/>
                </a:lnTo>
                <a:lnTo>
                  <a:pt x="922" y="1086"/>
                </a:lnTo>
                <a:lnTo>
                  <a:pt x="904" y="1096"/>
                </a:lnTo>
                <a:lnTo>
                  <a:pt x="908" y="1107"/>
                </a:lnTo>
                <a:lnTo>
                  <a:pt x="930" y="1111"/>
                </a:lnTo>
                <a:lnTo>
                  <a:pt x="959" y="1118"/>
                </a:lnTo>
                <a:lnTo>
                  <a:pt x="973" y="1132"/>
                </a:lnTo>
                <a:lnTo>
                  <a:pt x="968" y="1153"/>
                </a:lnTo>
                <a:lnTo>
                  <a:pt x="915" y="1179"/>
                </a:lnTo>
                <a:lnTo>
                  <a:pt x="894" y="1197"/>
                </a:lnTo>
                <a:lnTo>
                  <a:pt x="887" y="1225"/>
                </a:lnTo>
                <a:lnTo>
                  <a:pt x="894" y="1261"/>
                </a:lnTo>
                <a:lnTo>
                  <a:pt x="918" y="1301"/>
                </a:lnTo>
                <a:lnTo>
                  <a:pt x="951" y="1338"/>
                </a:lnTo>
                <a:lnTo>
                  <a:pt x="962" y="1371"/>
                </a:lnTo>
                <a:lnTo>
                  <a:pt x="959" y="1412"/>
                </a:lnTo>
                <a:lnTo>
                  <a:pt x="944" y="1436"/>
                </a:lnTo>
                <a:lnTo>
                  <a:pt x="936" y="1478"/>
                </a:lnTo>
                <a:lnTo>
                  <a:pt x="879" y="1474"/>
                </a:lnTo>
                <a:lnTo>
                  <a:pt x="851" y="1461"/>
                </a:lnTo>
                <a:lnTo>
                  <a:pt x="833" y="1443"/>
                </a:lnTo>
                <a:lnTo>
                  <a:pt x="807" y="1443"/>
                </a:lnTo>
                <a:lnTo>
                  <a:pt x="779" y="1446"/>
                </a:lnTo>
                <a:lnTo>
                  <a:pt x="765" y="1465"/>
                </a:lnTo>
                <a:lnTo>
                  <a:pt x="747" y="1465"/>
                </a:lnTo>
                <a:lnTo>
                  <a:pt x="729" y="1465"/>
                </a:lnTo>
                <a:lnTo>
                  <a:pt x="698" y="1453"/>
                </a:lnTo>
                <a:lnTo>
                  <a:pt x="657" y="1446"/>
                </a:lnTo>
                <a:lnTo>
                  <a:pt x="626" y="1465"/>
                </a:lnTo>
                <a:lnTo>
                  <a:pt x="608" y="1465"/>
                </a:lnTo>
                <a:lnTo>
                  <a:pt x="587" y="1446"/>
                </a:lnTo>
                <a:lnTo>
                  <a:pt x="565" y="1400"/>
                </a:lnTo>
                <a:lnTo>
                  <a:pt x="537" y="1361"/>
                </a:lnTo>
                <a:lnTo>
                  <a:pt x="447" y="1329"/>
                </a:lnTo>
                <a:lnTo>
                  <a:pt x="358" y="1271"/>
                </a:lnTo>
                <a:lnTo>
                  <a:pt x="287" y="1246"/>
                </a:lnTo>
                <a:lnTo>
                  <a:pt x="243" y="1243"/>
                </a:lnTo>
                <a:lnTo>
                  <a:pt x="208" y="1250"/>
                </a:lnTo>
                <a:lnTo>
                  <a:pt x="179" y="1246"/>
                </a:lnTo>
                <a:lnTo>
                  <a:pt x="169" y="1227"/>
                </a:lnTo>
                <a:lnTo>
                  <a:pt x="169" y="1197"/>
                </a:lnTo>
                <a:lnTo>
                  <a:pt x="176" y="1167"/>
                </a:lnTo>
                <a:lnTo>
                  <a:pt x="165" y="1165"/>
                </a:lnTo>
                <a:lnTo>
                  <a:pt x="114" y="1167"/>
                </a:lnTo>
                <a:lnTo>
                  <a:pt x="79" y="1161"/>
                </a:lnTo>
                <a:lnTo>
                  <a:pt x="43" y="1135"/>
                </a:lnTo>
                <a:lnTo>
                  <a:pt x="8" y="1107"/>
                </a:lnTo>
                <a:lnTo>
                  <a:pt x="0" y="1086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90" name="Freeform 250"/>
          <p:cNvSpPr>
            <a:spLocks/>
          </p:cNvSpPr>
          <p:nvPr/>
        </p:nvSpPr>
        <p:spPr bwMode="auto">
          <a:xfrm>
            <a:off x="2503551" y="4629639"/>
            <a:ext cx="142875" cy="190456"/>
          </a:xfrm>
          <a:custGeom>
            <a:avLst/>
            <a:gdLst/>
            <a:ahLst/>
            <a:cxnLst>
              <a:cxn ang="0">
                <a:pos x="44" y="435"/>
              </a:cxn>
              <a:cxn ang="0">
                <a:pos x="81" y="395"/>
              </a:cxn>
              <a:cxn ang="0">
                <a:pos x="78" y="360"/>
              </a:cxn>
              <a:cxn ang="0">
                <a:pos x="46" y="375"/>
              </a:cxn>
              <a:cxn ang="0">
                <a:pos x="21" y="379"/>
              </a:cxn>
              <a:cxn ang="0">
                <a:pos x="8" y="363"/>
              </a:cxn>
              <a:cxn ang="0">
                <a:pos x="0" y="326"/>
              </a:cxn>
              <a:cxn ang="0">
                <a:pos x="15" y="249"/>
              </a:cxn>
              <a:cxn ang="0">
                <a:pos x="61" y="113"/>
              </a:cxn>
              <a:cxn ang="0">
                <a:pos x="81" y="49"/>
              </a:cxn>
              <a:cxn ang="0">
                <a:pos x="118" y="18"/>
              </a:cxn>
              <a:cxn ang="0">
                <a:pos x="151" y="18"/>
              </a:cxn>
              <a:cxn ang="0">
                <a:pos x="222" y="71"/>
              </a:cxn>
              <a:cxn ang="0">
                <a:pos x="303" y="75"/>
              </a:cxn>
              <a:cxn ang="0">
                <a:pos x="312" y="107"/>
              </a:cxn>
              <a:cxn ang="0">
                <a:pos x="322" y="157"/>
              </a:cxn>
              <a:cxn ang="0">
                <a:pos x="386" y="157"/>
              </a:cxn>
              <a:cxn ang="0">
                <a:pos x="497" y="182"/>
              </a:cxn>
              <a:cxn ang="0">
                <a:pos x="511" y="243"/>
              </a:cxn>
              <a:cxn ang="0">
                <a:pos x="518" y="303"/>
              </a:cxn>
              <a:cxn ang="0">
                <a:pos x="476" y="354"/>
              </a:cxn>
              <a:cxn ang="0">
                <a:pos x="446" y="395"/>
              </a:cxn>
              <a:cxn ang="0">
                <a:pos x="351" y="428"/>
              </a:cxn>
              <a:cxn ang="0">
                <a:pos x="261" y="467"/>
              </a:cxn>
              <a:cxn ang="0">
                <a:pos x="240" y="550"/>
              </a:cxn>
              <a:cxn ang="0">
                <a:pos x="197" y="633"/>
              </a:cxn>
              <a:cxn ang="0">
                <a:pos x="139" y="647"/>
              </a:cxn>
              <a:cxn ang="0">
                <a:pos x="114" y="607"/>
              </a:cxn>
              <a:cxn ang="0">
                <a:pos x="72" y="610"/>
              </a:cxn>
              <a:cxn ang="0">
                <a:pos x="54" y="582"/>
              </a:cxn>
              <a:cxn ang="0">
                <a:pos x="46" y="499"/>
              </a:cxn>
              <a:cxn ang="0">
                <a:pos x="12" y="478"/>
              </a:cxn>
            </a:cxnLst>
            <a:rect l="0" t="0" r="r" b="b"/>
            <a:pathLst>
              <a:path w="522" h="650">
                <a:moveTo>
                  <a:pt x="12" y="478"/>
                </a:moveTo>
                <a:lnTo>
                  <a:pt x="44" y="435"/>
                </a:lnTo>
                <a:lnTo>
                  <a:pt x="65" y="417"/>
                </a:lnTo>
                <a:lnTo>
                  <a:pt x="81" y="395"/>
                </a:lnTo>
                <a:lnTo>
                  <a:pt x="86" y="379"/>
                </a:lnTo>
                <a:lnTo>
                  <a:pt x="78" y="360"/>
                </a:lnTo>
                <a:lnTo>
                  <a:pt x="65" y="360"/>
                </a:lnTo>
                <a:lnTo>
                  <a:pt x="46" y="375"/>
                </a:lnTo>
                <a:lnTo>
                  <a:pt x="36" y="382"/>
                </a:lnTo>
                <a:lnTo>
                  <a:pt x="21" y="379"/>
                </a:lnTo>
                <a:lnTo>
                  <a:pt x="15" y="370"/>
                </a:lnTo>
                <a:lnTo>
                  <a:pt x="8" y="363"/>
                </a:lnTo>
                <a:lnTo>
                  <a:pt x="0" y="343"/>
                </a:lnTo>
                <a:lnTo>
                  <a:pt x="0" y="326"/>
                </a:lnTo>
                <a:lnTo>
                  <a:pt x="3" y="307"/>
                </a:lnTo>
                <a:lnTo>
                  <a:pt x="15" y="249"/>
                </a:lnTo>
                <a:lnTo>
                  <a:pt x="32" y="190"/>
                </a:lnTo>
                <a:lnTo>
                  <a:pt x="61" y="113"/>
                </a:lnTo>
                <a:lnTo>
                  <a:pt x="72" y="75"/>
                </a:lnTo>
                <a:lnTo>
                  <a:pt x="81" y="49"/>
                </a:lnTo>
                <a:lnTo>
                  <a:pt x="93" y="39"/>
                </a:lnTo>
                <a:lnTo>
                  <a:pt x="118" y="18"/>
                </a:lnTo>
                <a:lnTo>
                  <a:pt x="143" y="0"/>
                </a:lnTo>
                <a:lnTo>
                  <a:pt x="151" y="18"/>
                </a:lnTo>
                <a:lnTo>
                  <a:pt x="186" y="49"/>
                </a:lnTo>
                <a:lnTo>
                  <a:pt x="222" y="71"/>
                </a:lnTo>
                <a:lnTo>
                  <a:pt x="257" y="79"/>
                </a:lnTo>
                <a:lnTo>
                  <a:pt x="303" y="75"/>
                </a:lnTo>
                <a:lnTo>
                  <a:pt x="319" y="81"/>
                </a:lnTo>
                <a:lnTo>
                  <a:pt x="312" y="107"/>
                </a:lnTo>
                <a:lnTo>
                  <a:pt x="308" y="139"/>
                </a:lnTo>
                <a:lnTo>
                  <a:pt x="322" y="157"/>
                </a:lnTo>
                <a:lnTo>
                  <a:pt x="351" y="160"/>
                </a:lnTo>
                <a:lnTo>
                  <a:pt x="386" y="157"/>
                </a:lnTo>
                <a:lnTo>
                  <a:pt x="430" y="160"/>
                </a:lnTo>
                <a:lnTo>
                  <a:pt x="497" y="182"/>
                </a:lnTo>
                <a:lnTo>
                  <a:pt x="490" y="210"/>
                </a:lnTo>
                <a:lnTo>
                  <a:pt x="511" y="243"/>
                </a:lnTo>
                <a:lnTo>
                  <a:pt x="522" y="278"/>
                </a:lnTo>
                <a:lnTo>
                  <a:pt x="518" y="303"/>
                </a:lnTo>
                <a:lnTo>
                  <a:pt x="504" y="332"/>
                </a:lnTo>
                <a:lnTo>
                  <a:pt x="476" y="354"/>
                </a:lnTo>
                <a:lnTo>
                  <a:pt x="458" y="367"/>
                </a:lnTo>
                <a:lnTo>
                  <a:pt x="446" y="395"/>
                </a:lnTo>
                <a:lnTo>
                  <a:pt x="426" y="414"/>
                </a:lnTo>
                <a:lnTo>
                  <a:pt x="351" y="428"/>
                </a:lnTo>
                <a:lnTo>
                  <a:pt x="279" y="457"/>
                </a:lnTo>
                <a:lnTo>
                  <a:pt x="261" y="467"/>
                </a:lnTo>
                <a:lnTo>
                  <a:pt x="247" y="493"/>
                </a:lnTo>
                <a:lnTo>
                  <a:pt x="240" y="550"/>
                </a:lnTo>
                <a:lnTo>
                  <a:pt x="222" y="603"/>
                </a:lnTo>
                <a:lnTo>
                  <a:pt x="197" y="633"/>
                </a:lnTo>
                <a:lnTo>
                  <a:pt x="160" y="650"/>
                </a:lnTo>
                <a:lnTo>
                  <a:pt x="139" y="647"/>
                </a:lnTo>
                <a:lnTo>
                  <a:pt x="129" y="621"/>
                </a:lnTo>
                <a:lnTo>
                  <a:pt x="114" y="607"/>
                </a:lnTo>
                <a:lnTo>
                  <a:pt x="93" y="601"/>
                </a:lnTo>
                <a:lnTo>
                  <a:pt x="72" y="610"/>
                </a:lnTo>
                <a:lnTo>
                  <a:pt x="58" y="603"/>
                </a:lnTo>
                <a:lnTo>
                  <a:pt x="54" y="582"/>
                </a:lnTo>
                <a:lnTo>
                  <a:pt x="61" y="539"/>
                </a:lnTo>
                <a:lnTo>
                  <a:pt x="46" y="499"/>
                </a:lnTo>
                <a:lnTo>
                  <a:pt x="21" y="478"/>
                </a:lnTo>
                <a:lnTo>
                  <a:pt x="12" y="478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91" name="Freeform 251"/>
          <p:cNvSpPr>
            <a:spLocks/>
          </p:cNvSpPr>
          <p:nvPr/>
        </p:nvSpPr>
        <p:spPr bwMode="auto">
          <a:xfrm>
            <a:off x="2990912" y="4404267"/>
            <a:ext cx="120650" cy="206327"/>
          </a:xfrm>
          <a:custGeom>
            <a:avLst/>
            <a:gdLst/>
            <a:ahLst/>
            <a:cxnLst>
              <a:cxn ang="0">
                <a:pos x="107" y="0"/>
              </a:cxn>
              <a:cxn ang="0">
                <a:pos x="167" y="3"/>
              </a:cxn>
              <a:cxn ang="0">
                <a:pos x="185" y="7"/>
              </a:cxn>
              <a:cxn ang="0">
                <a:pos x="211" y="14"/>
              </a:cxn>
              <a:cxn ang="0">
                <a:pos x="222" y="25"/>
              </a:cxn>
              <a:cxn ang="0">
                <a:pos x="264" y="82"/>
              </a:cxn>
              <a:cxn ang="0">
                <a:pos x="282" y="100"/>
              </a:cxn>
              <a:cxn ang="0">
                <a:pos x="303" y="121"/>
              </a:cxn>
              <a:cxn ang="0">
                <a:pos x="314" y="143"/>
              </a:cxn>
              <a:cxn ang="0">
                <a:pos x="326" y="169"/>
              </a:cxn>
              <a:cxn ang="0">
                <a:pos x="342" y="193"/>
              </a:cxn>
              <a:cxn ang="0">
                <a:pos x="349" y="200"/>
              </a:cxn>
              <a:cxn ang="0">
                <a:pos x="361" y="210"/>
              </a:cxn>
              <a:cxn ang="0">
                <a:pos x="382" y="225"/>
              </a:cxn>
              <a:cxn ang="0">
                <a:pos x="370" y="231"/>
              </a:cxn>
              <a:cxn ang="0">
                <a:pos x="357" y="289"/>
              </a:cxn>
              <a:cxn ang="0">
                <a:pos x="349" y="310"/>
              </a:cxn>
              <a:cxn ang="0">
                <a:pos x="333" y="329"/>
              </a:cxn>
              <a:cxn ang="0">
                <a:pos x="317" y="340"/>
              </a:cxn>
              <a:cxn ang="0">
                <a:pos x="300" y="342"/>
              </a:cxn>
              <a:cxn ang="0">
                <a:pos x="289" y="361"/>
              </a:cxn>
              <a:cxn ang="0">
                <a:pos x="300" y="382"/>
              </a:cxn>
              <a:cxn ang="0">
                <a:pos x="308" y="407"/>
              </a:cxn>
              <a:cxn ang="0">
                <a:pos x="308" y="444"/>
              </a:cxn>
              <a:cxn ang="0">
                <a:pos x="336" y="481"/>
              </a:cxn>
              <a:cxn ang="0">
                <a:pos x="378" y="514"/>
              </a:cxn>
              <a:cxn ang="0">
                <a:pos x="400" y="546"/>
              </a:cxn>
              <a:cxn ang="0">
                <a:pos x="407" y="589"/>
              </a:cxn>
              <a:cxn ang="0">
                <a:pos x="435" y="608"/>
              </a:cxn>
              <a:cxn ang="0">
                <a:pos x="374" y="643"/>
              </a:cxn>
              <a:cxn ang="0">
                <a:pos x="326" y="696"/>
              </a:cxn>
              <a:cxn ang="0">
                <a:pos x="296" y="714"/>
              </a:cxn>
              <a:cxn ang="0">
                <a:pos x="235" y="714"/>
              </a:cxn>
              <a:cxn ang="0">
                <a:pos x="182" y="700"/>
              </a:cxn>
              <a:cxn ang="0">
                <a:pos x="164" y="675"/>
              </a:cxn>
              <a:cxn ang="0">
                <a:pos x="146" y="611"/>
              </a:cxn>
              <a:cxn ang="0">
                <a:pos x="132" y="578"/>
              </a:cxn>
              <a:cxn ang="0">
                <a:pos x="111" y="560"/>
              </a:cxn>
              <a:cxn ang="0">
                <a:pos x="114" y="536"/>
              </a:cxn>
              <a:cxn ang="0">
                <a:pos x="127" y="500"/>
              </a:cxn>
              <a:cxn ang="0">
                <a:pos x="135" y="457"/>
              </a:cxn>
              <a:cxn ang="0">
                <a:pos x="121" y="415"/>
              </a:cxn>
              <a:cxn ang="0">
                <a:pos x="118" y="375"/>
              </a:cxn>
              <a:cxn ang="0">
                <a:pos x="100" y="350"/>
              </a:cxn>
              <a:cxn ang="0">
                <a:pos x="71" y="350"/>
              </a:cxn>
              <a:cxn ang="0">
                <a:pos x="39" y="333"/>
              </a:cxn>
              <a:cxn ang="0">
                <a:pos x="21" y="278"/>
              </a:cxn>
              <a:cxn ang="0">
                <a:pos x="24" y="239"/>
              </a:cxn>
              <a:cxn ang="0">
                <a:pos x="17" y="210"/>
              </a:cxn>
              <a:cxn ang="0">
                <a:pos x="0" y="193"/>
              </a:cxn>
              <a:cxn ang="0">
                <a:pos x="17" y="174"/>
              </a:cxn>
              <a:cxn ang="0">
                <a:pos x="71" y="172"/>
              </a:cxn>
              <a:cxn ang="0">
                <a:pos x="88" y="153"/>
              </a:cxn>
              <a:cxn ang="0">
                <a:pos x="35" y="139"/>
              </a:cxn>
              <a:cxn ang="0">
                <a:pos x="24" y="107"/>
              </a:cxn>
              <a:cxn ang="0">
                <a:pos x="32" y="86"/>
              </a:cxn>
              <a:cxn ang="0">
                <a:pos x="58" y="74"/>
              </a:cxn>
              <a:cxn ang="0">
                <a:pos x="86" y="67"/>
              </a:cxn>
              <a:cxn ang="0">
                <a:pos x="100" y="54"/>
              </a:cxn>
              <a:cxn ang="0">
                <a:pos x="104" y="14"/>
              </a:cxn>
              <a:cxn ang="0">
                <a:pos x="107" y="0"/>
              </a:cxn>
            </a:cxnLst>
            <a:rect l="0" t="0" r="r" b="b"/>
            <a:pathLst>
              <a:path w="435" h="714">
                <a:moveTo>
                  <a:pt x="107" y="0"/>
                </a:moveTo>
                <a:lnTo>
                  <a:pt x="167" y="3"/>
                </a:lnTo>
                <a:lnTo>
                  <a:pt x="185" y="7"/>
                </a:lnTo>
                <a:lnTo>
                  <a:pt x="211" y="14"/>
                </a:lnTo>
                <a:lnTo>
                  <a:pt x="222" y="25"/>
                </a:lnTo>
                <a:lnTo>
                  <a:pt x="264" y="82"/>
                </a:lnTo>
                <a:lnTo>
                  <a:pt x="282" y="100"/>
                </a:lnTo>
                <a:lnTo>
                  <a:pt x="303" y="121"/>
                </a:lnTo>
                <a:lnTo>
                  <a:pt x="314" y="143"/>
                </a:lnTo>
                <a:lnTo>
                  <a:pt x="326" y="169"/>
                </a:lnTo>
                <a:lnTo>
                  <a:pt x="342" y="193"/>
                </a:lnTo>
                <a:lnTo>
                  <a:pt x="349" y="200"/>
                </a:lnTo>
                <a:lnTo>
                  <a:pt x="361" y="210"/>
                </a:lnTo>
                <a:lnTo>
                  <a:pt x="382" y="225"/>
                </a:lnTo>
                <a:lnTo>
                  <a:pt x="370" y="231"/>
                </a:lnTo>
                <a:lnTo>
                  <a:pt x="357" y="289"/>
                </a:lnTo>
                <a:lnTo>
                  <a:pt x="349" y="310"/>
                </a:lnTo>
                <a:lnTo>
                  <a:pt x="333" y="329"/>
                </a:lnTo>
                <a:lnTo>
                  <a:pt x="317" y="340"/>
                </a:lnTo>
                <a:lnTo>
                  <a:pt x="300" y="342"/>
                </a:lnTo>
                <a:lnTo>
                  <a:pt x="289" y="361"/>
                </a:lnTo>
                <a:lnTo>
                  <a:pt x="300" y="382"/>
                </a:lnTo>
                <a:lnTo>
                  <a:pt x="308" y="407"/>
                </a:lnTo>
                <a:lnTo>
                  <a:pt x="308" y="444"/>
                </a:lnTo>
                <a:lnTo>
                  <a:pt x="336" y="481"/>
                </a:lnTo>
                <a:lnTo>
                  <a:pt x="378" y="514"/>
                </a:lnTo>
                <a:lnTo>
                  <a:pt x="400" y="546"/>
                </a:lnTo>
                <a:lnTo>
                  <a:pt x="407" y="589"/>
                </a:lnTo>
                <a:lnTo>
                  <a:pt x="435" y="608"/>
                </a:lnTo>
                <a:lnTo>
                  <a:pt x="374" y="643"/>
                </a:lnTo>
                <a:lnTo>
                  <a:pt x="326" y="696"/>
                </a:lnTo>
                <a:lnTo>
                  <a:pt x="296" y="714"/>
                </a:lnTo>
                <a:lnTo>
                  <a:pt x="235" y="714"/>
                </a:lnTo>
                <a:lnTo>
                  <a:pt x="182" y="700"/>
                </a:lnTo>
                <a:lnTo>
                  <a:pt x="164" y="675"/>
                </a:lnTo>
                <a:lnTo>
                  <a:pt x="146" y="611"/>
                </a:lnTo>
                <a:lnTo>
                  <a:pt x="132" y="578"/>
                </a:lnTo>
                <a:lnTo>
                  <a:pt x="111" y="560"/>
                </a:lnTo>
                <a:lnTo>
                  <a:pt x="114" y="536"/>
                </a:lnTo>
                <a:lnTo>
                  <a:pt x="127" y="500"/>
                </a:lnTo>
                <a:lnTo>
                  <a:pt x="135" y="457"/>
                </a:lnTo>
                <a:lnTo>
                  <a:pt x="121" y="415"/>
                </a:lnTo>
                <a:lnTo>
                  <a:pt x="118" y="375"/>
                </a:lnTo>
                <a:lnTo>
                  <a:pt x="100" y="350"/>
                </a:lnTo>
                <a:lnTo>
                  <a:pt x="71" y="350"/>
                </a:lnTo>
                <a:lnTo>
                  <a:pt x="39" y="333"/>
                </a:lnTo>
                <a:lnTo>
                  <a:pt x="21" y="278"/>
                </a:lnTo>
                <a:lnTo>
                  <a:pt x="24" y="239"/>
                </a:lnTo>
                <a:lnTo>
                  <a:pt x="17" y="210"/>
                </a:lnTo>
                <a:lnTo>
                  <a:pt x="0" y="193"/>
                </a:lnTo>
                <a:lnTo>
                  <a:pt x="17" y="174"/>
                </a:lnTo>
                <a:lnTo>
                  <a:pt x="71" y="172"/>
                </a:lnTo>
                <a:lnTo>
                  <a:pt x="88" y="153"/>
                </a:lnTo>
                <a:lnTo>
                  <a:pt x="35" y="139"/>
                </a:lnTo>
                <a:lnTo>
                  <a:pt x="24" y="107"/>
                </a:lnTo>
                <a:lnTo>
                  <a:pt x="32" y="86"/>
                </a:lnTo>
                <a:lnTo>
                  <a:pt x="58" y="74"/>
                </a:lnTo>
                <a:lnTo>
                  <a:pt x="86" y="67"/>
                </a:lnTo>
                <a:lnTo>
                  <a:pt x="100" y="54"/>
                </a:lnTo>
                <a:lnTo>
                  <a:pt x="104" y="14"/>
                </a:lnTo>
                <a:lnTo>
                  <a:pt x="107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92" name="Freeform 252"/>
          <p:cNvSpPr>
            <a:spLocks/>
          </p:cNvSpPr>
          <p:nvPr/>
        </p:nvSpPr>
        <p:spPr bwMode="auto">
          <a:xfrm>
            <a:off x="3070288" y="4459816"/>
            <a:ext cx="106363" cy="120622"/>
          </a:xfrm>
          <a:custGeom>
            <a:avLst/>
            <a:gdLst/>
            <a:ahLst/>
            <a:cxnLst>
              <a:cxn ang="0">
                <a:pos x="93" y="32"/>
              </a:cxn>
              <a:cxn ang="0">
                <a:pos x="133" y="39"/>
              </a:cxn>
              <a:cxn ang="0">
                <a:pos x="187" y="20"/>
              </a:cxn>
              <a:cxn ang="0">
                <a:pos x="207" y="20"/>
              </a:cxn>
              <a:cxn ang="0">
                <a:pos x="261" y="13"/>
              </a:cxn>
              <a:cxn ang="0">
                <a:pos x="318" y="0"/>
              </a:cxn>
              <a:cxn ang="0">
                <a:pos x="394" y="0"/>
              </a:cxn>
              <a:cxn ang="0">
                <a:pos x="383" y="0"/>
              </a:cxn>
              <a:cxn ang="0">
                <a:pos x="364" y="20"/>
              </a:cxn>
              <a:cxn ang="0">
                <a:pos x="339" y="71"/>
              </a:cxn>
              <a:cxn ang="0">
                <a:pos x="333" y="88"/>
              </a:cxn>
              <a:cxn ang="0">
                <a:pos x="333" y="106"/>
              </a:cxn>
              <a:cxn ang="0">
                <a:pos x="333" y="124"/>
              </a:cxn>
              <a:cxn ang="0">
                <a:pos x="344" y="146"/>
              </a:cxn>
              <a:cxn ang="0">
                <a:pos x="364" y="185"/>
              </a:cxn>
              <a:cxn ang="0">
                <a:pos x="379" y="217"/>
              </a:cxn>
              <a:cxn ang="0">
                <a:pos x="376" y="249"/>
              </a:cxn>
              <a:cxn ang="0">
                <a:pos x="358" y="282"/>
              </a:cxn>
              <a:cxn ang="0">
                <a:pos x="318" y="335"/>
              </a:cxn>
              <a:cxn ang="0">
                <a:pos x="311" y="321"/>
              </a:cxn>
              <a:cxn ang="0">
                <a:pos x="294" y="324"/>
              </a:cxn>
              <a:cxn ang="0">
                <a:pos x="276" y="324"/>
              </a:cxn>
              <a:cxn ang="0">
                <a:pos x="272" y="353"/>
              </a:cxn>
              <a:cxn ang="0">
                <a:pos x="251" y="365"/>
              </a:cxn>
              <a:cxn ang="0">
                <a:pos x="233" y="342"/>
              </a:cxn>
              <a:cxn ang="0">
                <a:pos x="207" y="342"/>
              </a:cxn>
              <a:cxn ang="0">
                <a:pos x="191" y="378"/>
              </a:cxn>
              <a:cxn ang="0">
                <a:pos x="175" y="402"/>
              </a:cxn>
              <a:cxn ang="0">
                <a:pos x="150" y="414"/>
              </a:cxn>
              <a:cxn ang="0">
                <a:pos x="122" y="395"/>
              </a:cxn>
              <a:cxn ang="0">
                <a:pos x="115" y="353"/>
              </a:cxn>
              <a:cxn ang="0">
                <a:pos x="93" y="321"/>
              </a:cxn>
              <a:cxn ang="0">
                <a:pos x="51" y="291"/>
              </a:cxn>
              <a:cxn ang="0">
                <a:pos x="23" y="249"/>
              </a:cxn>
              <a:cxn ang="0">
                <a:pos x="23" y="217"/>
              </a:cxn>
              <a:cxn ang="0">
                <a:pos x="11" y="189"/>
              </a:cxn>
              <a:cxn ang="0">
                <a:pos x="0" y="171"/>
              </a:cxn>
              <a:cxn ang="0">
                <a:pos x="11" y="152"/>
              </a:cxn>
              <a:cxn ang="0">
                <a:pos x="32" y="146"/>
              </a:cxn>
              <a:cxn ang="0">
                <a:pos x="48" y="139"/>
              </a:cxn>
              <a:cxn ang="0">
                <a:pos x="64" y="118"/>
              </a:cxn>
              <a:cxn ang="0">
                <a:pos x="69" y="95"/>
              </a:cxn>
              <a:cxn ang="0">
                <a:pos x="85" y="39"/>
              </a:cxn>
              <a:cxn ang="0">
                <a:pos x="93" y="32"/>
              </a:cxn>
            </a:cxnLst>
            <a:rect l="0" t="0" r="r" b="b"/>
            <a:pathLst>
              <a:path w="394" h="414">
                <a:moveTo>
                  <a:pt x="93" y="32"/>
                </a:moveTo>
                <a:lnTo>
                  <a:pt x="133" y="39"/>
                </a:lnTo>
                <a:lnTo>
                  <a:pt x="187" y="20"/>
                </a:lnTo>
                <a:lnTo>
                  <a:pt x="207" y="20"/>
                </a:lnTo>
                <a:lnTo>
                  <a:pt x="261" y="13"/>
                </a:lnTo>
                <a:lnTo>
                  <a:pt x="318" y="0"/>
                </a:lnTo>
                <a:lnTo>
                  <a:pt x="394" y="0"/>
                </a:lnTo>
                <a:lnTo>
                  <a:pt x="383" y="0"/>
                </a:lnTo>
                <a:lnTo>
                  <a:pt x="364" y="20"/>
                </a:lnTo>
                <a:lnTo>
                  <a:pt x="339" y="71"/>
                </a:lnTo>
                <a:lnTo>
                  <a:pt x="333" y="88"/>
                </a:lnTo>
                <a:lnTo>
                  <a:pt x="333" y="106"/>
                </a:lnTo>
                <a:lnTo>
                  <a:pt x="333" y="124"/>
                </a:lnTo>
                <a:lnTo>
                  <a:pt x="344" y="146"/>
                </a:lnTo>
                <a:lnTo>
                  <a:pt x="364" y="185"/>
                </a:lnTo>
                <a:lnTo>
                  <a:pt x="379" y="217"/>
                </a:lnTo>
                <a:lnTo>
                  <a:pt x="376" y="249"/>
                </a:lnTo>
                <a:lnTo>
                  <a:pt x="358" y="282"/>
                </a:lnTo>
                <a:lnTo>
                  <a:pt x="318" y="335"/>
                </a:lnTo>
                <a:lnTo>
                  <a:pt x="311" y="321"/>
                </a:lnTo>
                <a:lnTo>
                  <a:pt x="294" y="324"/>
                </a:lnTo>
                <a:lnTo>
                  <a:pt x="276" y="324"/>
                </a:lnTo>
                <a:lnTo>
                  <a:pt x="272" y="353"/>
                </a:lnTo>
                <a:lnTo>
                  <a:pt x="251" y="365"/>
                </a:lnTo>
                <a:lnTo>
                  <a:pt x="233" y="342"/>
                </a:lnTo>
                <a:lnTo>
                  <a:pt x="207" y="342"/>
                </a:lnTo>
                <a:lnTo>
                  <a:pt x="191" y="378"/>
                </a:lnTo>
                <a:lnTo>
                  <a:pt x="175" y="402"/>
                </a:lnTo>
                <a:lnTo>
                  <a:pt x="150" y="414"/>
                </a:lnTo>
                <a:lnTo>
                  <a:pt x="122" y="395"/>
                </a:lnTo>
                <a:lnTo>
                  <a:pt x="115" y="353"/>
                </a:lnTo>
                <a:lnTo>
                  <a:pt x="93" y="321"/>
                </a:lnTo>
                <a:lnTo>
                  <a:pt x="51" y="291"/>
                </a:lnTo>
                <a:lnTo>
                  <a:pt x="23" y="249"/>
                </a:lnTo>
                <a:lnTo>
                  <a:pt x="23" y="217"/>
                </a:lnTo>
                <a:lnTo>
                  <a:pt x="11" y="189"/>
                </a:lnTo>
                <a:lnTo>
                  <a:pt x="0" y="171"/>
                </a:lnTo>
                <a:lnTo>
                  <a:pt x="11" y="152"/>
                </a:lnTo>
                <a:lnTo>
                  <a:pt x="32" y="146"/>
                </a:lnTo>
                <a:lnTo>
                  <a:pt x="48" y="139"/>
                </a:lnTo>
                <a:lnTo>
                  <a:pt x="64" y="118"/>
                </a:lnTo>
                <a:lnTo>
                  <a:pt x="69" y="95"/>
                </a:lnTo>
                <a:lnTo>
                  <a:pt x="85" y="39"/>
                </a:lnTo>
                <a:lnTo>
                  <a:pt x="93" y="32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93" name="Freeform 253"/>
          <p:cNvSpPr>
            <a:spLocks/>
          </p:cNvSpPr>
          <p:nvPr/>
        </p:nvSpPr>
        <p:spPr bwMode="auto">
          <a:xfrm>
            <a:off x="3152838" y="4459817"/>
            <a:ext cx="85725" cy="119034"/>
          </a:xfrm>
          <a:custGeom>
            <a:avLst/>
            <a:gdLst/>
            <a:ahLst/>
            <a:cxnLst>
              <a:cxn ang="0">
                <a:pos x="87" y="0"/>
              </a:cxn>
              <a:cxn ang="0">
                <a:pos x="198" y="7"/>
              </a:cxn>
              <a:cxn ang="0">
                <a:pos x="219" y="7"/>
              </a:cxn>
              <a:cxn ang="0">
                <a:pos x="237" y="20"/>
              </a:cxn>
              <a:cxn ang="0">
                <a:pos x="276" y="53"/>
              </a:cxn>
              <a:cxn ang="0">
                <a:pos x="294" y="60"/>
              </a:cxn>
              <a:cxn ang="0">
                <a:pos x="311" y="74"/>
              </a:cxn>
              <a:cxn ang="0">
                <a:pos x="316" y="88"/>
              </a:cxn>
              <a:cxn ang="0">
                <a:pos x="291" y="131"/>
              </a:cxn>
              <a:cxn ang="0">
                <a:pos x="247" y="178"/>
              </a:cxn>
              <a:cxn ang="0">
                <a:pos x="237" y="217"/>
              </a:cxn>
              <a:cxn ang="0">
                <a:pos x="237" y="282"/>
              </a:cxn>
              <a:cxn ang="0">
                <a:pos x="219" y="342"/>
              </a:cxn>
              <a:cxn ang="0">
                <a:pos x="180" y="406"/>
              </a:cxn>
              <a:cxn ang="0">
                <a:pos x="159" y="406"/>
              </a:cxn>
              <a:cxn ang="0">
                <a:pos x="136" y="378"/>
              </a:cxn>
              <a:cxn ang="0">
                <a:pos x="108" y="356"/>
              </a:cxn>
              <a:cxn ang="0">
                <a:pos x="87" y="365"/>
              </a:cxn>
              <a:cxn ang="0">
                <a:pos x="51" y="385"/>
              </a:cxn>
              <a:cxn ang="0">
                <a:pos x="23" y="395"/>
              </a:cxn>
              <a:cxn ang="0">
                <a:pos x="0" y="381"/>
              </a:cxn>
              <a:cxn ang="0">
                <a:pos x="16" y="339"/>
              </a:cxn>
              <a:cxn ang="0">
                <a:pos x="51" y="282"/>
              </a:cxn>
              <a:cxn ang="0">
                <a:pos x="72" y="254"/>
              </a:cxn>
              <a:cxn ang="0">
                <a:pos x="76" y="217"/>
              </a:cxn>
              <a:cxn ang="0">
                <a:pos x="57" y="189"/>
              </a:cxn>
              <a:cxn ang="0">
                <a:pos x="37" y="150"/>
              </a:cxn>
              <a:cxn ang="0">
                <a:pos x="29" y="127"/>
              </a:cxn>
              <a:cxn ang="0">
                <a:pos x="26" y="111"/>
              </a:cxn>
              <a:cxn ang="0">
                <a:pos x="26" y="92"/>
              </a:cxn>
              <a:cxn ang="0">
                <a:pos x="32" y="74"/>
              </a:cxn>
              <a:cxn ang="0">
                <a:pos x="57" y="23"/>
              </a:cxn>
              <a:cxn ang="0">
                <a:pos x="76" y="0"/>
              </a:cxn>
              <a:cxn ang="0">
                <a:pos x="87" y="0"/>
              </a:cxn>
            </a:cxnLst>
            <a:rect l="0" t="0" r="r" b="b"/>
            <a:pathLst>
              <a:path w="316" h="406">
                <a:moveTo>
                  <a:pt x="87" y="0"/>
                </a:moveTo>
                <a:lnTo>
                  <a:pt x="198" y="7"/>
                </a:lnTo>
                <a:lnTo>
                  <a:pt x="219" y="7"/>
                </a:lnTo>
                <a:lnTo>
                  <a:pt x="237" y="20"/>
                </a:lnTo>
                <a:lnTo>
                  <a:pt x="276" y="53"/>
                </a:lnTo>
                <a:lnTo>
                  <a:pt x="294" y="60"/>
                </a:lnTo>
                <a:lnTo>
                  <a:pt x="311" y="74"/>
                </a:lnTo>
                <a:lnTo>
                  <a:pt x="316" y="88"/>
                </a:lnTo>
                <a:lnTo>
                  <a:pt x="291" y="131"/>
                </a:lnTo>
                <a:lnTo>
                  <a:pt x="247" y="178"/>
                </a:lnTo>
                <a:lnTo>
                  <a:pt x="237" y="217"/>
                </a:lnTo>
                <a:lnTo>
                  <a:pt x="237" y="282"/>
                </a:lnTo>
                <a:lnTo>
                  <a:pt x="219" y="342"/>
                </a:lnTo>
                <a:lnTo>
                  <a:pt x="180" y="406"/>
                </a:lnTo>
                <a:lnTo>
                  <a:pt x="159" y="406"/>
                </a:lnTo>
                <a:lnTo>
                  <a:pt x="136" y="378"/>
                </a:lnTo>
                <a:lnTo>
                  <a:pt x="108" y="356"/>
                </a:lnTo>
                <a:lnTo>
                  <a:pt x="87" y="365"/>
                </a:lnTo>
                <a:lnTo>
                  <a:pt x="51" y="385"/>
                </a:lnTo>
                <a:lnTo>
                  <a:pt x="23" y="395"/>
                </a:lnTo>
                <a:lnTo>
                  <a:pt x="0" y="381"/>
                </a:lnTo>
                <a:lnTo>
                  <a:pt x="16" y="339"/>
                </a:lnTo>
                <a:lnTo>
                  <a:pt x="51" y="282"/>
                </a:lnTo>
                <a:lnTo>
                  <a:pt x="72" y="254"/>
                </a:lnTo>
                <a:lnTo>
                  <a:pt x="76" y="217"/>
                </a:lnTo>
                <a:lnTo>
                  <a:pt x="57" y="189"/>
                </a:lnTo>
                <a:lnTo>
                  <a:pt x="37" y="150"/>
                </a:lnTo>
                <a:lnTo>
                  <a:pt x="29" y="127"/>
                </a:lnTo>
                <a:lnTo>
                  <a:pt x="26" y="111"/>
                </a:lnTo>
                <a:lnTo>
                  <a:pt x="26" y="92"/>
                </a:lnTo>
                <a:lnTo>
                  <a:pt x="32" y="74"/>
                </a:lnTo>
                <a:lnTo>
                  <a:pt x="57" y="23"/>
                </a:lnTo>
                <a:lnTo>
                  <a:pt x="76" y="0"/>
                </a:lnTo>
                <a:lnTo>
                  <a:pt x="87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94" name="Freeform 254"/>
          <p:cNvSpPr>
            <a:spLocks/>
          </p:cNvSpPr>
          <p:nvPr/>
        </p:nvSpPr>
        <p:spPr bwMode="auto">
          <a:xfrm>
            <a:off x="3094101" y="5421619"/>
            <a:ext cx="128587" cy="115860"/>
          </a:xfrm>
          <a:custGeom>
            <a:avLst/>
            <a:gdLst/>
            <a:ahLst/>
            <a:cxnLst>
              <a:cxn ang="0">
                <a:pos x="0" y="372"/>
              </a:cxn>
              <a:cxn ang="0">
                <a:pos x="8" y="368"/>
              </a:cxn>
              <a:cxn ang="0">
                <a:pos x="29" y="368"/>
              </a:cxn>
              <a:cxn ang="0">
                <a:pos x="64" y="378"/>
              </a:cxn>
              <a:cxn ang="0">
                <a:pos x="103" y="381"/>
              </a:cxn>
              <a:cxn ang="0">
                <a:pos x="140" y="390"/>
              </a:cxn>
              <a:cxn ang="0">
                <a:pos x="214" y="397"/>
              </a:cxn>
              <a:cxn ang="0">
                <a:pos x="258" y="400"/>
              </a:cxn>
              <a:cxn ang="0">
                <a:pos x="311" y="397"/>
              </a:cxn>
              <a:cxn ang="0">
                <a:pos x="364" y="378"/>
              </a:cxn>
              <a:cxn ang="0">
                <a:pos x="408" y="356"/>
              </a:cxn>
              <a:cxn ang="0">
                <a:pos x="444" y="335"/>
              </a:cxn>
              <a:cxn ang="0">
                <a:pos x="472" y="317"/>
              </a:cxn>
              <a:cxn ang="0">
                <a:pos x="444" y="243"/>
              </a:cxn>
              <a:cxn ang="0">
                <a:pos x="451" y="189"/>
              </a:cxn>
              <a:cxn ang="0">
                <a:pos x="440" y="164"/>
              </a:cxn>
              <a:cxn ang="0">
                <a:pos x="405" y="164"/>
              </a:cxn>
              <a:cxn ang="0">
                <a:pos x="390" y="146"/>
              </a:cxn>
              <a:cxn ang="0">
                <a:pos x="382" y="118"/>
              </a:cxn>
              <a:cxn ang="0">
                <a:pos x="357" y="86"/>
              </a:cxn>
              <a:cxn ang="0">
                <a:pos x="318" y="67"/>
              </a:cxn>
              <a:cxn ang="0">
                <a:pos x="262" y="67"/>
              </a:cxn>
              <a:cxn ang="0">
                <a:pos x="237" y="53"/>
              </a:cxn>
              <a:cxn ang="0">
                <a:pos x="205" y="11"/>
              </a:cxn>
              <a:cxn ang="0">
                <a:pos x="172" y="0"/>
              </a:cxn>
              <a:cxn ang="0">
                <a:pos x="90" y="4"/>
              </a:cxn>
              <a:cxn ang="0">
                <a:pos x="100" y="4"/>
              </a:cxn>
              <a:cxn ang="0">
                <a:pos x="54" y="90"/>
              </a:cxn>
              <a:cxn ang="0">
                <a:pos x="40" y="164"/>
              </a:cxn>
              <a:cxn ang="0">
                <a:pos x="50" y="233"/>
              </a:cxn>
              <a:cxn ang="0">
                <a:pos x="33" y="250"/>
              </a:cxn>
              <a:cxn ang="0">
                <a:pos x="0" y="250"/>
              </a:cxn>
              <a:cxn ang="0">
                <a:pos x="15" y="275"/>
              </a:cxn>
              <a:cxn ang="0">
                <a:pos x="18" y="325"/>
              </a:cxn>
              <a:cxn ang="0">
                <a:pos x="4" y="372"/>
              </a:cxn>
              <a:cxn ang="0">
                <a:pos x="0" y="372"/>
              </a:cxn>
            </a:cxnLst>
            <a:rect l="0" t="0" r="r" b="b"/>
            <a:pathLst>
              <a:path w="472" h="400">
                <a:moveTo>
                  <a:pt x="0" y="372"/>
                </a:moveTo>
                <a:lnTo>
                  <a:pt x="8" y="368"/>
                </a:lnTo>
                <a:lnTo>
                  <a:pt x="29" y="368"/>
                </a:lnTo>
                <a:lnTo>
                  <a:pt x="64" y="378"/>
                </a:lnTo>
                <a:lnTo>
                  <a:pt x="103" y="381"/>
                </a:lnTo>
                <a:lnTo>
                  <a:pt x="140" y="390"/>
                </a:lnTo>
                <a:lnTo>
                  <a:pt x="214" y="397"/>
                </a:lnTo>
                <a:lnTo>
                  <a:pt x="258" y="400"/>
                </a:lnTo>
                <a:lnTo>
                  <a:pt x="311" y="397"/>
                </a:lnTo>
                <a:lnTo>
                  <a:pt x="364" y="378"/>
                </a:lnTo>
                <a:lnTo>
                  <a:pt x="408" y="356"/>
                </a:lnTo>
                <a:lnTo>
                  <a:pt x="444" y="335"/>
                </a:lnTo>
                <a:lnTo>
                  <a:pt x="472" y="317"/>
                </a:lnTo>
                <a:lnTo>
                  <a:pt x="444" y="243"/>
                </a:lnTo>
                <a:lnTo>
                  <a:pt x="451" y="189"/>
                </a:lnTo>
                <a:lnTo>
                  <a:pt x="440" y="164"/>
                </a:lnTo>
                <a:lnTo>
                  <a:pt x="405" y="164"/>
                </a:lnTo>
                <a:lnTo>
                  <a:pt x="390" y="146"/>
                </a:lnTo>
                <a:lnTo>
                  <a:pt x="382" y="118"/>
                </a:lnTo>
                <a:lnTo>
                  <a:pt x="357" y="86"/>
                </a:lnTo>
                <a:lnTo>
                  <a:pt x="318" y="67"/>
                </a:lnTo>
                <a:lnTo>
                  <a:pt x="262" y="67"/>
                </a:lnTo>
                <a:lnTo>
                  <a:pt x="237" y="53"/>
                </a:lnTo>
                <a:lnTo>
                  <a:pt x="205" y="11"/>
                </a:lnTo>
                <a:lnTo>
                  <a:pt x="172" y="0"/>
                </a:lnTo>
                <a:lnTo>
                  <a:pt x="90" y="4"/>
                </a:lnTo>
                <a:lnTo>
                  <a:pt x="100" y="4"/>
                </a:lnTo>
                <a:lnTo>
                  <a:pt x="54" y="90"/>
                </a:lnTo>
                <a:lnTo>
                  <a:pt x="40" y="164"/>
                </a:lnTo>
                <a:lnTo>
                  <a:pt x="50" y="233"/>
                </a:lnTo>
                <a:lnTo>
                  <a:pt x="33" y="250"/>
                </a:lnTo>
                <a:lnTo>
                  <a:pt x="0" y="250"/>
                </a:lnTo>
                <a:lnTo>
                  <a:pt x="15" y="275"/>
                </a:lnTo>
                <a:lnTo>
                  <a:pt x="18" y="325"/>
                </a:lnTo>
                <a:lnTo>
                  <a:pt x="4" y="372"/>
                </a:lnTo>
                <a:lnTo>
                  <a:pt x="0" y="372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95" name="Freeform 255"/>
          <p:cNvSpPr>
            <a:spLocks/>
          </p:cNvSpPr>
          <p:nvPr/>
        </p:nvSpPr>
        <p:spPr bwMode="auto">
          <a:xfrm>
            <a:off x="3008375" y="5145458"/>
            <a:ext cx="188912" cy="203153"/>
          </a:xfrm>
          <a:custGeom>
            <a:avLst/>
            <a:gdLst/>
            <a:ahLst/>
            <a:cxnLst>
              <a:cxn ang="0">
                <a:pos x="666" y="531"/>
              </a:cxn>
              <a:cxn ang="0">
                <a:pos x="654" y="564"/>
              </a:cxn>
              <a:cxn ang="0">
                <a:pos x="659" y="640"/>
              </a:cxn>
              <a:cxn ang="0">
                <a:pos x="647" y="654"/>
              </a:cxn>
              <a:cxn ang="0">
                <a:pos x="561" y="675"/>
              </a:cxn>
              <a:cxn ang="0">
                <a:pos x="523" y="700"/>
              </a:cxn>
              <a:cxn ang="0">
                <a:pos x="486" y="700"/>
              </a:cxn>
              <a:cxn ang="0">
                <a:pos x="429" y="693"/>
              </a:cxn>
              <a:cxn ang="0">
                <a:pos x="336" y="697"/>
              </a:cxn>
              <a:cxn ang="0">
                <a:pos x="336" y="661"/>
              </a:cxn>
              <a:cxn ang="0">
                <a:pos x="354" y="625"/>
              </a:cxn>
              <a:cxn ang="0">
                <a:pos x="405" y="554"/>
              </a:cxn>
              <a:cxn ang="0">
                <a:pos x="400" y="518"/>
              </a:cxn>
              <a:cxn ang="0">
                <a:pos x="372" y="494"/>
              </a:cxn>
              <a:cxn ang="0">
                <a:pos x="282" y="487"/>
              </a:cxn>
              <a:cxn ang="0">
                <a:pos x="236" y="464"/>
              </a:cxn>
              <a:cxn ang="0">
                <a:pos x="194" y="418"/>
              </a:cxn>
              <a:cxn ang="0">
                <a:pos x="162" y="400"/>
              </a:cxn>
              <a:cxn ang="0">
                <a:pos x="104" y="411"/>
              </a:cxn>
              <a:cxn ang="0">
                <a:pos x="83" y="393"/>
              </a:cxn>
              <a:cxn ang="0">
                <a:pos x="64" y="357"/>
              </a:cxn>
              <a:cxn ang="0">
                <a:pos x="28" y="335"/>
              </a:cxn>
              <a:cxn ang="0">
                <a:pos x="19" y="314"/>
              </a:cxn>
              <a:cxn ang="0">
                <a:pos x="19" y="265"/>
              </a:cxn>
              <a:cxn ang="0">
                <a:pos x="0" y="186"/>
              </a:cxn>
              <a:cxn ang="0">
                <a:pos x="0" y="161"/>
              </a:cxn>
              <a:cxn ang="0">
                <a:pos x="32" y="140"/>
              </a:cxn>
              <a:cxn ang="0">
                <a:pos x="47" y="108"/>
              </a:cxn>
              <a:cxn ang="0">
                <a:pos x="47" y="36"/>
              </a:cxn>
              <a:cxn ang="0">
                <a:pos x="64" y="21"/>
              </a:cxn>
              <a:cxn ang="0">
                <a:pos x="151" y="14"/>
              </a:cxn>
              <a:cxn ang="0">
                <a:pos x="248" y="0"/>
              </a:cxn>
              <a:cxn ang="0">
                <a:pos x="322" y="11"/>
              </a:cxn>
              <a:cxn ang="0">
                <a:pos x="375" y="50"/>
              </a:cxn>
              <a:cxn ang="0">
                <a:pos x="386" y="121"/>
              </a:cxn>
              <a:cxn ang="0">
                <a:pos x="382" y="203"/>
              </a:cxn>
              <a:cxn ang="0">
                <a:pos x="400" y="256"/>
              </a:cxn>
              <a:cxn ang="0">
                <a:pos x="440" y="275"/>
              </a:cxn>
              <a:cxn ang="0">
                <a:pos x="472" y="254"/>
              </a:cxn>
              <a:cxn ang="0">
                <a:pos x="519" y="240"/>
              </a:cxn>
              <a:cxn ang="0">
                <a:pos x="561" y="236"/>
              </a:cxn>
              <a:cxn ang="0">
                <a:pos x="573" y="247"/>
              </a:cxn>
              <a:cxn ang="0">
                <a:pos x="583" y="260"/>
              </a:cxn>
              <a:cxn ang="0">
                <a:pos x="587" y="275"/>
              </a:cxn>
              <a:cxn ang="0">
                <a:pos x="583" y="293"/>
              </a:cxn>
              <a:cxn ang="0">
                <a:pos x="576" y="325"/>
              </a:cxn>
              <a:cxn ang="0">
                <a:pos x="573" y="335"/>
              </a:cxn>
              <a:cxn ang="0">
                <a:pos x="573" y="353"/>
              </a:cxn>
              <a:cxn ang="0">
                <a:pos x="580" y="367"/>
              </a:cxn>
              <a:cxn ang="0">
                <a:pos x="589" y="376"/>
              </a:cxn>
              <a:cxn ang="0">
                <a:pos x="633" y="367"/>
              </a:cxn>
              <a:cxn ang="0">
                <a:pos x="643" y="367"/>
              </a:cxn>
              <a:cxn ang="0">
                <a:pos x="654" y="367"/>
              </a:cxn>
              <a:cxn ang="0">
                <a:pos x="675" y="379"/>
              </a:cxn>
              <a:cxn ang="0">
                <a:pos x="694" y="411"/>
              </a:cxn>
              <a:cxn ang="0">
                <a:pos x="698" y="446"/>
              </a:cxn>
              <a:cxn ang="0">
                <a:pos x="687" y="501"/>
              </a:cxn>
              <a:cxn ang="0">
                <a:pos x="666" y="531"/>
              </a:cxn>
            </a:cxnLst>
            <a:rect l="0" t="0" r="r" b="b"/>
            <a:pathLst>
              <a:path w="698" h="700">
                <a:moveTo>
                  <a:pt x="666" y="531"/>
                </a:moveTo>
                <a:lnTo>
                  <a:pt x="654" y="564"/>
                </a:lnTo>
                <a:lnTo>
                  <a:pt x="659" y="640"/>
                </a:lnTo>
                <a:lnTo>
                  <a:pt x="647" y="654"/>
                </a:lnTo>
                <a:lnTo>
                  <a:pt x="561" y="675"/>
                </a:lnTo>
                <a:lnTo>
                  <a:pt x="523" y="700"/>
                </a:lnTo>
                <a:lnTo>
                  <a:pt x="486" y="700"/>
                </a:lnTo>
                <a:lnTo>
                  <a:pt x="429" y="693"/>
                </a:lnTo>
                <a:lnTo>
                  <a:pt x="336" y="697"/>
                </a:lnTo>
                <a:lnTo>
                  <a:pt x="336" y="661"/>
                </a:lnTo>
                <a:lnTo>
                  <a:pt x="354" y="625"/>
                </a:lnTo>
                <a:lnTo>
                  <a:pt x="405" y="554"/>
                </a:lnTo>
                <a:lnTo>
                  <a:pt x="400" y="518"/>
                </a:lnTo>
                <a:lnTo>
                  <a:pt x="372" y="494"/>
                </a:lnTo>
                <a:lnTo>
                  <a:pt x="282" y="487"/>
                </a:lnTo>
                <a:lnTo>
                  <a:pt x="236" y="464"/>
                </a:lnTo>
                <a:lnTo>
                  <a:pt x="194" y="418"/>
                </a:lnTo>
                <a:lnTo>
                  <a:pt x="162" y="400"/>
                </a:lnTo>
                <a:lnTo>
                  <a:pt x="104" y="411"/>
                </a:lnTo>
                <a:lnTo>
                  <a:pt x="83" y="393"/>
                </a:lnTo>
                <a:lnTo>
                  <a:pt x="64" y="357"/>
                </a:lnTo>
                <a:lnTo>
                  <a:pt x="28" y="335"/>
                </a:lnTo>
                <a:lnTo>
                  <a:pt x="19" y="314"/>
                </a:lnTo>
                <a:lnTo>
                  <a:pt x="19" y="265"/>
                </a:lnTo>
                <a:lnTo>
                  <a:pt x="0" y="186"/>
                </a:lnTo>
                <a:lnTo>
                  <a:pt x="0" y="161"/>
                </a:lnTo>
                <a:lnTo>
                  <a:pt x="32" y="140"/>
                </a:lnTo>
                <a:lnTo>
                  <a:pt x="47" y="108"/>
                </a:lnTo>
                <a:lnTo>
                  <a:pt x="47" y="36"/>
                </a:lnTo>
                <a:lnTo>
                  <a:pt x="64" y="21"/>
                </a:lnTo>
                <a:lnTo>
                  <a:pt x="151" y="14"/>
                </a:lnTo>
                <a:lnTo>
                  <a:pt x="248" y="0"/>
                </a:lnTo>
                <a:lnTo>
                  <a:pt x="322" y="11"/>
                </a:lnTo>
                <a:lnTo>
                  <a:pt x="375" y="50"/>
                </a:lnTo>
                <a:lnTo>
                  <a:pt x="386" y="121"/>
                </a:lnTo>
                <a:lnTo>
                  <a:pt x="382" y="203"/>
                </a:lnTo>
                <a:lnTo>
                  <a:pt x="400" y="256"/>
                </a:lnTo>
                <a:lnTo>
                  <a:pt x="440" y="275"/>
                </a:lnTo>
                <a:lnTo>
                  <a:pt x="472" y="254"/>
                </a:lnTo>
                <a:lnTo>
                  <a:pt x="519" y="240"/>
                </a:lnTo>
                <a:lnTo>
                  <a:pt x="561" y="236"/>
                </a:lnTo>
                <a:lnTo>
                  <a:pt x="573" y="247"/>
                </a:lnTo>
                <a:lnTo>
                  <a:pt x="583" y="260"/>
                </a:lnTo>
                <a:lnTo>
                  <a:pt x="587" y="275"/>
                </a:lnTo>
                <a:lnTo>
                  <a:pt x="583" y="293"/>
                </a:lnTo>
                <a:lnTo>
                  <a:pt x="576" y="325"/>
                </a:lnTo>
                <a:lnTo>
                  <a:pt x="573" y="335"/>
                </a:lnTo>
                <a:lnTo>
                  <a:pt x="573" y="353"/>
                </a:lnTo>
                <a:lnTo>
                  <a:pt x="580" y="367"/>
                </a:lnTo>
                <a:lnTo>
                  <a:pt x="589" y="376"/>
                </a:lnTo>
                <a:lnTo>
                  <a:pt x="633" y="367"/>
                </a:lnTo>
                <a:lnTo>
                  <a:pt x="643" y="367"/>
                </a:lnTo>
                <a:lnTo>
                  <a:pt x="654" y="367"/>
                </a:lnTo>
                <a:lnTo>
                  <a:pt x="675" y="379"/>
                </a:lnTo>
                <a:lnTo>
                  <a:pt x="694" y="411"/>
                </a:lnTo>
                <a:lnTo>
                  <a:pt x="698" y="446"/>
                </a:lnTo>
                <a:lnTo>
                  <a:pt x="687" y="501"/>
                </a:lnTo>
                <a:lnTo>
                  <a:pt x="666" y="531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96" name="Freeform 256"/>
          <p:cNvSpPr>
            <a:spLocks/>
          </p:cNvSpPr>
          <p:nvPr/>
        </p:nvSpPr>
        <p:spPr bwMode="auto">
          <a:xfrm>
            <a:off x="2809938" y="4908975"/>
            <a:ext cx="315913" cy="352343"/>
          </a:xfrm>
          <a:custGeom>
            <a:avLst/>
            <a:gdLst/>
            <a:ahLst/>
            <a:cxnLst>
              <a:cxn ang="0">
                <a:pos x="1122" y="775"/>
              </a:cxn>
              <a:cxn ang="0">
                <a:pos x="1158" y="675"/>
              </a:cxn>
              <a:cxn ang="0">
                <a:pos x="1097" y="651"/>
              </a:cxn>
              <a:cxn ang="0">
                <a:pos x="1083" y="547"/>
              </a:cxn>
              <a:cxn ang="0">
                <a:pos x="1015" y="550"/>
              </a:cxn>
              <a:cxn ang="0">
                <a:pos x="912" y="536"/>
              </a:cxn>
              <a:cxn ang="0">
                <a:pos x="840" y="446"/>
              </a:cxn>
              <a:cxn ang="0">
                <a:pos x="891" y="429"/>
              </a:cxn>
              <a:cxn ang="0">
                <a:pos x="868" y="379"/>
              </a:cxn>
              <a:cxn ang="0">
                <a:pos x="804" y="326"/>
              </a:cxn>
              <a:cxn ang="0">
                <a:pos x="751" y="307"/>
              </a:cxn>
              <a:cxn ang="0">
                <a:pos x="686" y="318"/>
              </a:cxn>
              <a:cxn ang="0">
                <a:pos x="621" y="247"/>
              </a:cxn>
              <a:cxn ang="0">
                <a:pos x="544" y="253"/>
              </a:cxn>
              <a:cxn ang="0">
                <a:pos x="508" y="203"/>
              </a:cxn>
              <a:cxn ang="0">
                <a:pos x="386" y="168"/>
              </a:cxn>
              <a:cxn ang="0">
                <a:pos x="404" y="43"/>
              </a:cxn>
              <a:cxn ang="0">
                <a:pos x="365" y="0"/>
              </a:cxn>
              <a:cxn ang="0">
                <a:pos x="254" y="53"/>
              </a:cxn>
              <a:cxn ang="0">
                <a:pos x="239" y="147"/>
              </a:cxn>
              <a:cxn ang="0">
                <a:pos x="215" y="157"/>
              </a:cxn>
              <a:cxn ang="0">
                <a:pos x="157" y="143"/>
              </a:cxn>
              <a:cxn ang="0">
                <a:pos x="147" y="183"/>
              </a:cxn>
              <a:cxn ang="0">
                <a:pos x="124" y="200"/>
              </a:cxn>
              <a:cxn ang="0">
                <a:pos x="89" y="196"/>
              </a:cxn>
              <a:cxn ang="0">
                <a:pos x="0" y="183"/>
              </a:cxn>
              <a:cxn ang="0">
                <a:pos x="71" y="286"/>
              </a:cxn>
              <a:cxn ang="0">
                <a:pos x="64" y="347"/>
              </a:cxn>
              <a:cxn ang="0">
                <a:pos x="64" y="436"/>
              </a:cxn>
              <a:cxn ang="0">
                <a:pos x="43" y="515"/>
              </a:cxn>
              <a:cxn ang="0">
                <a:pos x="50" y="589"/>
              </a:cxn>
              <a:cxn ang="0">
                <a:pos x="92" y="639"/>
              </a:cxn>
              <a:cxn ang="0">
                <a:pos x="96" y="690"/>
              </a:cxn>
              <a:cxn ang="0">
                <a:pos x="79" y="700"/>
              </a:cxn>
              <a:cxn ang="0">
                <a:pos x="29" y="762"/>
              </a:cxn>
              <a:cxn ang="0">
                <a:pos x="82" y="829"/>
              </a:cxn>
              <a:cxn ang="0">
                <a:pos x="118" y="897"/>
              </a:cxn>
              <a:cxn ang="0">
                <a:pos x="157" y="965"/>
              </a:cxn>
              <a:cxn ang="0">
                <a:pos x="140" y="1021"/>
              </a:cxn>
              <a:cxn ang="0">
                <a:pos x="207" y="1122"/>
              </a:cxn>
              <a:cxn ang="0">
                <a:pos x="265" y="1211"/>
              </a:cxn>
              <a:cxn ang="0">
                <a:pos x="297" y="1139"/>
              </a:cxn>
              <a:cxn ang="0">
                <a:pos x="369" y="1125"/>
              </a:cxn>
              <a:cxn ang="0">
                <a:pos x="418" y="1153"/>
              </a:cxn>
              <a:cxn ang="0">
                <a:pos x="473" y="1118"/>
              </a:cxn>
              <a:cxn ang="0">
                <a:pos x="536" y="1208"/>
              </a:cxn>
              <a:cxn ang="0">
                <a:pos x="547" y="1185"/>
              </a:cxn>
              <a:cxn ang="0">
                <a:pos x="558" y="1118"/>
              </a:cxn>
              <a:cxn ang="0">
                <a:pos x="575" y="1157"/>
              </a:cxn>
              <a:cxn ang="0">
                <a:pos x="600" y="1132"/>
              </a:cxn>
              <a:cxn ang="0">
                <a:pos x="653" y="1100"/>
              </a:cxn>
              <a:cxn ang="0">
                <a:pos x="697" y="1132"/>
              </a:cxn>
              <a:cxn ang="0">
                <a:pos x="751" y="1132"/>
              </a:cxn>
              <a:cxn ang="0">
                <a:pos x="729" y="1004"/>
              </a:cxn>
              <a:cxn ang="0">
                <a:pos x="764" y="958"/>
              </a:cxn>
              <a:cxn ang="0">
                <a:pos x="776" y="854"/>
              </a:cxn>
              <a:cxn ang="0">
                <a:pos x="884" y="832"/>
              </a:cxn>
              <a:cxn ang="0">
                <a:pos x="1055" y="829"/>
              </a:cxn>
            </a:cxnLst>
            <a:rect l="0" t="0" r="r" b="b"/>
            <a:pathLst>
              <a:path w="1158" h="1222">
                <a:moveTo>
                  <a:pt x="1108" y="864"/>
                </a:moveTo>
                <a:lnTo>
                  <a:pt x="1122" y="775"/>
                </a:lnTo>
                <a:lnTo>
                  <a:pt x="1147" y="721"/>
                </a:lnTo>
                <a:lnTo>
                  <a:pt x="1158" y="675"/>
                </a:lnTo>
                <a:lnTo>
                  <a:pt x="1137" y="651"/>
                </a:lnTo>
                <a:lnTo>
                  <a:pt x="1097" y="651"/>
                </a:lnTo>
                <a:lnTo>
                  <a:pt x="1087" y="618"/>
                </a:lnTo>
                <a:lnTo>
                  <a:pt x="1083" y="547"/>
                </a:lnTo>
                <a:lnTo>
                  <a:pt x="1069" y="528"/>
                </a:lnTo>
                <a:lnTo>
                  <a:pt x="1015" y="550"/>
                </a:lnTo>
                <a:lnTo>
                  <a:pt x="947" y="550"/>
                </a:lnTo>
                <a:lnTo>
                  <a:pt x="912" y="536"/>
                </a:lnTo>
                <a:lnTo>
                  <a:pt x="894" y="483"/>
                </a:lnTo>
                <a:lnTo>
                  <a:pt x="840" y="446"/>
                </a:lnTo>
                <a:lnTo>
                  <a:pt x="843" y="439"/>
                </a:lnTo>
                <a:lnTo>
                  <a:pt x="891" y="429"/>
                </a:lnTo>
                <a:lnTo>
                  <a:pt x="894" y="407"/>
                </a:lnTo>
                <a:lnTo>
                  <a:pt x="868" y="379"/>
                </a:lnTo>
                <a:lnTo>
                  <a:pt x="858" y="321"/>
                </a:lnTo>
                <a:lnTo>
                  <a:pt x="804" y="326"/>
                </a:lnTo>
                <a:lnTo>
                  <a:pt x="787" y="311"/>
                </a:lnTo>
                <a:lnTo>
                  <a:pt x="751" y="307"/>
                </a:lnTo>
                <a:lnTo>
                  <a:pt x="701" y="326"/>
                </a:lnTo>
                <a:lnTo>
                  <a:pt x="686" y="318"/>
                </a:lnTo>
                <a:lnTo>
                  <a:pt x="650" y="265"/>
                </a:lnTo>
                <a:lnTo>
                  <a:pt x="621" y="247"/>
                </a:lnTo>
                <a:lnTo>
                  <a:pt x="565" y="261"/>
                </a:lnTo>
                <a:lnTo>
                  <a:pt x="544" y="253"/>
                </a:lnTo>
                <a:lnTo>
                  <a:pt x="526" y="219"/>
                </a:lnTo>
                <a:lnTo>
                  <a:pt x="508" y="203"/>
                </a:lnTo>
                <a:lnTo>
                  <a:pt x="415" y="196"/>
                </a:lnTo>
                <a:lnTo>
                  <a:pt x="386" y="168"/>
                </a:lnTo>
                <a:lnTo>
                  <a:pt x="383" y="122"/>
                </a:lnTo>
                <a:lnTo>
                  <a:pt x="404" y="43"/>
                </a:lnTo>
                <a:lnTo>
                  <a:pt x="397" y="14"/>
                </a:lnTo>
                <a:lnTo>
                  <a:pt x="365" y="0"/>
                </a:lnTo>
                <a:lnTo>
                  <a:pt x="314" y="14"/>
                </a:lnTo>
                <a:lnTo>
                  <a:pt x="254" y="53"/>
                </a:lnTo>
                <a:lnTo>
                  <a:pt x="244" y="125"/>
                </a:lnTo>
                <a:lnTo>
                  <a:pt x="239" y="147"/>
                </a:lnTo>
                <a:lnTo>
                  <a:pt x="228" y="161"/>
                </a:lnTo>
                <a:lnTo>
                  <a:pt x="215" y="157"/>
                </a:lnTo>
                <a:lnTo>
                  <a:pt x="179" y="143"/>
                </a:lnTo>
                <a:lnTo>
                  <a:pt x="157" y="143"/>
                </a:lnTo>
                <a:lnTo>
                  <a:pt x="150" y="168"/>
                </a:lnTo>
                <a:lnTo>
                  <a:pt x="147" y="183"/>
                </a:lnTo>
                <a:lnTo>
                  <a:pt x="140" y="196"/>
                </a:lnTo>
                <a:lnTo>
                  <a:pt x="124" y="200"/>
                </a:lnTo>
                <a:lnTo>
                  <a:pt x="104" y="200"/>
                </a:lnTo>
                <a:lnTo>
                  <a:pt x="89" y="196"/>
                </a:lnTo>
                <a:lnTo>
                  <a:pt x="55" y="178"/>
                </a:lnTo>
                <a:lnTo>
                  <a:pt x="0" y="183"/>
                </a:lnTo>
                <a:lnTo>
                  <a:pt x="39" y="215"/>
                </a:lnTo>
                <a:lnTo>
                  <a:pt x="71" y="286"/>
                </a:lnTo>
                <a:lnTo>
                  <a:pt x="76" y="318"/>
                </a:lnTo>
                <a:lnTo>
                  <a:pt x="64" y="347"/>
                </a:lnTo>
                <a:lnTo>
                  <a:pt x="46" y="376"/>
                </a:lnTo>
                <a:lnTo>
                  <a:pt x="64" y="436"/>
                </a:lnTo>
                <a:lnTo>
                  <a:pt x="68" y="468"/>
                </a:lnTo>
                <a:lnTo>
                  <a:pt x="43" y="515"/>
                </a:lnTo>
                <a:lnTo>
                  <a:pt x="39" y="550"/>
                </a:lnTo>
                <a:lnTo>
                  <a:pt x="50" y="589"/>
                </a:lnTo>
                <a:lnTo>
                  <a:pt x="68" y="607"/>
                </a:lnTo>
                <a:lnTo>
                  <a:pt x="92" y="639"/>
                </a:lnTo>
                <a:lnTo>
                  <a:pt x="100" y="667"/>
                </a:lnTo>
                <a:lnTo>
                  <a:pt x="96" y="690"/>
                </a:lnTo>
                <a:lnTo>
                  <a:pt x="92" y="697"/>
                </a:lnTo>
                <a:lnTo>
                  <a:pt x="79" y="700"/>
                </a:lnTo>
                <a:lnTo>
                  <a:pt x="29" y="707"/>
                </a:lnTo>
                <a:lnTo>
                  <a:pt x="29" y="762"/>
                </a:lnTo>
                <a:lnTo>
                  <a:pt x="64" y="793"/>
                </a:lnTo>
                <a:lnTo>
                  <a:pt x="82" y="829"/>
                </a:lnTo>
                <a:lnTo>
                  <a:pt x="89" y="878"/>
                </a:lnTo>
                <a:lnTo>
                  <a:pt x="118" y="897"/>
                </a:lnTo>
                <a:lnTo>
                  <a:pt x="150" y="921"/>
                </a:lnTo>
                <a:lnTo>
                  <a:pt x="157" y="965"/>
                </a:lnTo>
                <a:lnTo>
                  <a:pt x="143" y="982"/>
                </a:lnTo>
                <a:lnTo>
                  <a:pt x="140" y="1021"/>
                </a:lnTo>
                <a:lnTo>
                  <a:pt x="182" y="1074"/>
                </a:lnTo>
                <a:lnTo>
                  <a:pt x="207" y="1122"/>
                </a:lnTo>
                <a:lnTo>
                  <a:pt x="228" y="1194"/>
                </a:lnTo>
                <a:lnTo>
                  <a:pt x="265" y="1211"/>
                </a:lnTo>
                <a:lnTo>
                  <a:pt x="283" y="1194"/>
                </a:lnTo>
                <a:lnTo>
                  <a:pt x="297" y="1139"/>
                </a:lnTo>
                <a:lnTo>
                  <a:pt x="339" y="1118"/>
                </a:lnTo>
                <a:lnTo>
                  <a:pt x="369" y="1125"/>
                </a:lnTo>
                <a:lnTo>
                  <a:pt x="394" y="1151"/>
                </a:lnTo>
                <a:lnTo>
                  <a:pt x="418" y="1153"/>
                </a:lnTo>
                <a:lnTo>
                  <a:pt x="440" y="1122"/>
                </a:lnTo>
                <a:lnTo>
                  <a:pt x="473" y="1118"/>
                </a:lnTo>
                <a:lnTo>
                  <a:pt x="526" y="1171"/>
                </a:lnTo>
                <a:lnTo>
                  <a:pt x="536" y="1208"/>
                </a:lnTo>
                <a:lnTo>
                  <a:pt x="544" y="1222"/>
                </a:lnTo>
                <a:lnTo>
                  <a:pt x="547" y="1185"/>
                </a:lnTo>
                <a:lnTo>
                  <a:pt x="547" y="1132"/>
                </a:lnTo>
                <a:lnTo>
                  <a:pt x="558" y="1118"/>
                </a:lnTo>
                <a:lnTo>
                  <a:pt x="572" y="1136"/>
                </a:lnTo>
                <a:lnTo>
                  <a:pt x="575" y="1157"/>
                </a:lnTo>
                <a:lnTo>
                  <a:pt x="597" y="1153"/>
                </a:lnTo>
                <a:lnTo>
                  <a:pt x="600" y="1132"/>
                </a:lnTo>
                <a:lnTo>
                  <a:pt x="616" y="1107"/>
                </a:lnTo>
                <a:lnTo>
                  <a:pt x="653" y="1100"/>
                </a:lnTo>
                <a:lnTo>
                  <a:pt x="679" y="1114"/>
                </a:lnTo>
                <a:lnTo>
                  <a:pt x="697" y="1132"/>
                </a:lnTo>
                <a:lnTo>
                  <a:pt x="715" y="1136"/>
                </a:lnTo>
                <a:lnTo>
                  <a:pt x="751" y="1132"/>
                </a:lnTo>
                <a:lnTo>
                  <a:pt x="748" y="1078"/>
                </a:lnTo>
                <a:lnTo>
                  <a:pt x="729" y="1004"/>
                </a:lnTo>
                <a:lnTo>
                  <a:pt x="732" y="979"/>
                </a:lnTo>
                <a:lnTo>
                  <a:pt x="764" y="958"/>
                </a:lnTo>
                <a:lnTo>
                  <a:pt x="780" y="926"/>
                </a:lnTo>
                <a:lnTo>
                  <a:pt x="776" y="854"/>
                </a:lnTo>
                <a:lnTo>
                  <a:pt x="796" y="839"/>
                </a:lnTo>
                <a:lnTo>
                  <a:pt x="884" y="832"/>
                </a:lnTo>
                <a:lnTo>
                  <a:pt x="979" y="818"/>
                </a:lnTo>
                <a:lnTo>
                  <a:pt x="1055" y="829"/>
                </a:lnTo>
                <a:lnTo>
                  <a:pt x="1108" y="864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97" name="Freeform 257"/>
          <p:cNvSpPr>
            <a:spLocks/>
          </p:cNvSpPr>
          <p:nvPr/>
        </p:nvSpPr>
        <p:spPr bwMode="auto">
          <a:xfrm>
            <a:off x="2840101" y="5996161"/>
            <a:ext cx="52387" cy="55549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" y="14"/>
              </a:cxn>
              <a:cxn ang="0">
                <a:pos x="37" y="50"/>
              </a:cxn>
              <a:cxn ang="0">
                <a:pos x="70" y="86"/>
              </a:cxn>
              <a:cxn ang="0">
                <a:pos x="109" y="113"/>
              </a:cxn>
              <a:cxn ang="0">
                <a:pos x="166" y="159"/>
              </a:cxn>
              <a:cxn ang="0">
                <a:pos x="191" y="193"/>
              </a:cxn>
              <a:cxn ang="0">
                <a:pos x="159" y="193"/>
              </a:cxn>
              <a:cxn ang="0">
                <a:pos x="109" y="189"/>
              </a:cxn>
              <a:cxn ang="0">
                <a:pos x="63" y="177"/>
              </a:cxn>
              <a:cxn ang="0">
                <a:pos x="31" y="164"/>
              </a:cxn>
              <a:cxn ang="0">
                <a:pos x="3" y="159"/>
              </a:cxn>
              <a:cxn ang="0">
                <a:pos x="7" y="110"/>
              </a:cxn>
              <a:cxn ang="0">
                <a:pos x="7" y="54"/>
              </a:cxn>
              <a:cxn ang="0">
                <a:pos x="0" y="0"/>
              </a:cxn>
            </a:cxnLst>
            <a:rect l="0" t="0" r="r" b="b"/>
            <a:pathLst>
              <a:path w="191" h="193">
                <a:moveTo>
                  <a:pt x="0" y="0"/>
                </a:moveTo>
                <a:lnTo>
                  <a:pt x="21" y="14"/>
                </a:lnTo>
                <a:lnTo>
                  <a:pt x="37" y="50"/>
                </a:lnTo>
                <a:lnTo>
                  <a:pt x="70" y="86"/>
                </a:lnTo>
                <a:lnTo>
                  <a:pt x="109" y="113"/>
                </a:lnTo>
                <a:lnTo>
                  <a:pt x="166" y="159"/>
                </a:lnTo>
                <a:lnTo>
                  <a:pt x="191" y="193"/>
                </a:lnTo>
                <a:lnTo>
                  <a:pt x="159" y="193"/>
                </a:lnTo>
                <a:lnTo>
                  <a:pt x="109" y="189"/>
                </a:lnTo>
                <a:lnTo>
                  <a:pt x="63" y="177"/>
                </a:lnTo>
                <a:lnTo>
                  <a:pt x="31" y="164"/>
                </a:lnTo>
                <a:lnTo>
                  <a:pt x="3" y="159"/>
                </a:lnTo>
                <a:lnTo>
                  <a:pt x="7" y="110"/>
                </a:lnTo>
                <a:lnTo>
                  <a:pt x="7" y="54"/>
                </a:lnTo>
                <a:lnTo>
                  <a:pt x="0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98" name="Freeform 258"/>
          <p:cNvSpPr>
            <a:spLocks/>
          </p:cNvSpPr>
          <p:nvPr/>
        </p:nvSpPr>
        <p:spPr bwMode="auto">
          <a:xfrm>
            <a:off x="2757550" y="5226401"/>
            <a:ext cx="458787" cy="741191"/>
          </a:xfrm>
          <a:custGeom>
            <a:avLst/>
            <a:gdLst/>
            <a:ahLst/>
            <a:cxnLst>
              <a:cxn ang="0">
                <a:pos x="1291" y="1125"/>
              </a:cxn>
              <a:cxn ang="0">
                <a:pos x="1337" y="1236"/>
              </a:cxn>
              <a:cxn ang="0">
                <a:pos x="1316" y="1333"/>
              </a:cxn>
              <a:cxn ang="0">
                <a:pos x="1169" y="1432"/>
              </a:cxn>
              <a:cxn ang="0">
                <a:pos x="947" y="1511"/>
              </a:cxn>
              <a:cxn ang="0">
                <a:pos x="834" y="1540"/>
              </a:cxn>
              <a:cxn ang="0">
                <a:pos x="815" y="1665"/>
              </a:cxn>
              <a:cxn ang="0">
                <a:pos x="669" y="1661"/>
              </a:cxn>
              <a:cxn ang="0">
                <a:pos x="615" y="1754"/>
              </a:cxn>
              <a:cxn ang="0">
                <a:pos x="695" y="1808"/>
              </a:cxn>
              <a:cxn ang="0">
                <a:pos x="619" y="1850"/>
              </a:cxn>
              <a:cxn ang="0">
                <a:pos x="584" y="1943"/>
              </a:cxn>
              <a:cxn ang="0">
                <a:pos x="548" y="2014"/>
              </a:cxn>
              <a:cxn ang="0">
                <a:pos x="437" y="2026"/>
              </a:cxn>
              <a:cxn ang="0">
                <a:pos x="422" y="2137"/>
              </a:cxn>
              <a:cxn ang="0">
                <a:pos x="499" y="2225"/>
              </a:cxn>
              <a:cxn ang="0">
                <a:pos x="393" y="2329"/>
              </a:cxn>
              <a:cxn ang="0">
                <a:pos x="337" y="2382"/>
              </a:cxn>
              <a:cxn ang="0">
                <a:pos x="282" y="2461"/>
              </a:cxn>
              <a:cxn ang="0">
                <a:pos x="266" y="2558"/>
              </a:cxn>
              <a:cxn ang="0">
                <a:pos x="51" y="2465"/>
              </a:cxn>
              <a:cxn ang="0">
                <a:pos x="0" y="2437"/>
              </a:cxn>
              <a:cxn ang="0">
                <a:pos x="69" y="2329"/>
              </a:cxn>
              <a:cxn ang="0">
                <a:pos x="101" y="2190"/>
              </a:cxn>
              <a:cxn ang="0">
                <a:pos x="69" y="2054"/>
              </a:cxn>
              <a:cxn ang="0">
                <a:pos x="143" y="1994"/>
              </a:cxn>
              <a:cxn ang="0">
                <a:pos x="83" y="1894"/>
              </a:cxn>
              <a:cxn ang="0">
                <a:pos x="94" y="1772"/>
              </a:cxn>
              <a:cxn ang="0">
                <a:pos x="111" y="1682"/>
              </a:cxn>
              <a:cxn ang="0">
                <a:pos x="158" y="1492"/>
              </a:cxn>
              <a:cxn ang="0">
                <a:pos x="140" y="1347"/>
              </a:cxn>
              <a:cxn ang="0">
                <a:pos x="226" y="1180"/>
              </a:cxn>
              <a:cxn ang="0">
                <a:pos x="212" y="1025"/>
              </a:cxn>
              <a:cxn ang="0">
                <a:pos x="245" y="658"/>
              </a:cxn>
              <a:cxn ang="0">
                <a:pos x="294" y="575"/>
              </a:cxn>
              <a:cxn ang="0">
                <a:pos x="376" y="465"/>
              </a:cxn>
              <a:cxn ang="0">
                <a:pos x="376" y="354"/>
              </a:cxn>
              <a:cxn ang="0">
                <a:pos x="372" y="272"/>
              </a:cxn>
              <a:cxn ang="0">
                <a:pos x="469" y="161"/>
              </a:cxn>
              <a:cxn ang="0">
                <a:pos x="555" y="25"/>
              </a:cxn>
              <a:cxn ang="0">
                <a:pos x="712" y="71"/>
              </a:cxn>
              <a:cxn ang="0">
                <a:pos x="748" y="18"/>
              </a:cxn>
              <a:cxn ang="0">
                <a:pos x="802" y="7"/>
              </a:cxn>
              <a:cxn ang="0">
                <a:pos x="938" y="32"/>
              </a:cxn>
              <a:cxn ang="0">
                <a:pos x="1081" y="118"/>
              </a:cxn>
              <a:cxn ang="0">
                <a:pos x="1319" y="236"/>
              </a:cxn>
              <a:cxn ang="0">
                <a:pos x="1348" y="408"/>
              </a:cxn>
              <a:cxn ang="0">
                <a:pos x="1578" y="354"/>
              </a:cxn>
              <a:cxn ang="0">
                <a:pos x="1688" y="318"/>
              </a:cxn>
              <a:cxn ang="0">
                <a:pos x="1527" y="457"/>
              </a:cxn>
              <a:cxn ang="0">
                <a:pos x="1277" y="836"/>
              </a:cxn>
              <a:cxn ang="0">
                <a:pos x="1255" y="997"/>
              </a:cxn>
            </a:cxnLst>
            <a:rect l="0" t="0" r="r" b="b"/>
            <a:pathLst>
              <a:path w="1688" h="2558">
                <a:moveTo>
                  <a:pt x="1241" y="1044"/>
                </a:moveTo>
                <a:lnTo>
                  <a:pt x="1229" y="1044"/>
                </a:lnTo>
                <a:lnTo>
                  <a:pt x="1241" y="1072"/>
                </a:lnTo>
                <a:lnTo>
                  <a:pt x="1270" y="1108"/>
                </a:lnTo>
                <a:lnTo>
                  <a:pt x="1291" y="1125"/>
                </a:lnTo>
                <a:lnTo>
                  <a:pt x="1309" y="1143"/>
                </a:lnTo>
                <a:lnTo>
                  <a:pt x="1327" y="1164"/>
                </a:lnTo>
                <a:lnTo>
                  <a:pt x="1331" y="1183"/>
                </a:lnTo>
                <a:lnTo>
                  <a:pt x="1335" y="1201"/>
                </a:lnTo>
                <a:lnTo>
                  <a:pt x="1337" y="1236"/>
                </a:lnTo>
                <a:lnTo>
                  <a:pt x="1337" y="1257"/>
                </a:lnTo>
                <a:lnTo>
                  <a:pt x="1331" y="1275"/>
                </a:lnTo>
                <a:lnTo>
                  <a:pt x="1331" y="1293"/>
                </a:lnTo>
                <a:lnTo>
                  <a:pt x="1324" y="1315"/>
                </a:lnTo>
                <a:lnTo>
                  <a:pt x="1316" y="1333"/>
                </a:lnTo>
                <a:lnTo>
                  <a:pt x="1305" y="1353"/>
                </a:lnTo>
                <a:lnTo>
                  <a:pt x="1287" y="1372"/>
                </a:lnTo>
                <a:lnTo>
                  <a:pt x="1259" y="1390"/>
                </a:lnTo>
                <a:lnTo>
                  <a:pt x="1208" y="1411"/>
                </a:lnTo>
                <a:lnTo>
                  <a:pt x="1169" y="1432"/>
                </a:lnTo>
                <a:lnTo>
                  <a:pt x="1113" y="1455"/>
                </a:lnTo>
                <a:lnTo>
                  <a:pt x="1077" y="1472"/>
                </a:lnTo>
                <a:lnTo>
                  <a:pt x="1041" y="1489"/>
                </a:lnTo>
                <a:lnTo>
                  <a:pt x="983" y="1497"/>
                </a:lnTo>
                <a:lnTo>
                  <a:pt x="947" y="1511"/>
                </a:lnTo>
                <a:lnTo>
                  <a:pt x="891" y="1518"/>
                </a:lnTo>
                <a:lnTo>
                  <a:pt x="873" y="1515"/>
                </a:lnTo>
                <a:lnTo>
                  <a:pt x="855" y="1501"/>
                </a:lnTo>
                <a:lnTo>
                  <a:pt x="837" y="1508"/>
                </a:lnTo>
                <a:lnTo>
                  <a:pt x="834" y="1540"/>
                </a:lnTo>
                <a:lnTo>
                  <a:pt x="834" y="1557"/>
                </a:lnTo>
                <a:lnTo>
                  <a:pt x="830" y="1575"/>
                </a:lnTo>
                <a:lnTo>
                  <a:pt x="820" y="1594"/>
                </a:lnTo>
                <a:lnTo>
                  <a:pt x="820" y="1651"/>
                </a:lnTo>
                <a:lnTo>
                  <a:pt x="815" y="1665"/>
                </a:lnTo>
                <a:lnTo>
                  <a:pt x="802" y="1668"/>
                </a:lnTo>
                <a:lnTo>
                  <a:pt x="765" y="1675"/>
                </a:lnTo>
                <a:lnTo>
                  <a:pt x="726" y="1675"/>
                </a:lnTo>
                <a:lnTo>
                  <a:pt x="695" y="1672"/>
                </a:lnTo>
                <a:lnTo>
                  <a:pt x="669" y="1661"/>
                </a:lnTo>
                <a:lnTo>
                  <a:pt x="633" y="1658"/>
                </a:lnTo>
                <a:lnTo>
                  <a:pt x="612" y="1661"/>
                </a:lnTo>
                <a:lnTo>
                  <a:pt x="601" y="1665"/>
                </a:lnTo>
                <a:lnTo>
                  <a:pt x="594" y="1679"/>
                </a:lnTo>
                <a:lnTo>
                  <a:pt x="615" y="1754"/>
                </a:lnTo>
                <a:lnTo>
                  <a:pt x="623" y="1769"/>
                </a:lnTo>
                <a:lnTo>
                  <a:pt x="637" y="1772"/>
                </a:lnTo>
                <a:lnTo>
                  <a:pt x="676" y="1772"/>
                </a:lnTo>
                <a:lnTo>
                  <a:pt x="691" y="1790"/>
                </a:lnTo>
                <a:lnTo>
                  <a:pt x="695" y="1808"/>
                </a:lnTo>
                <a:lnTo>
                  <a:pt x="691" y="1822"/>
                </a:lnTo>
                <a:lnTo>
                  <a:pt x="676" y="1829"/>
                </a:lnTo>
                <a:lnTo>
                  <a:pt x="654" y="1825"/>
                </a:lnTo>
                <a:lnTo>
                  <a:pt x="640" y="1829"/>
                </a:lnTo>
                <a:lnTo>
                  <a:pt x="619" y="1850"/>
                </a:lnTo>
                <a:lnTo>
                  <a:pt x="612" y="1887"/>
                </a:lnTo>
                <a:lnTo>
                  <a:pt x="601" y="1903"/>
                </a:lnTo>
                <a:lnTo>
                  <a:pt x="598" y="1918"/>
                </a:lnTo>
                <a:lnTo>
                  <a:pt x="589" y="1929"/>
                </a:lnTo>
                <a:lnTo>
                  <a:pt x="584" y="1943"/>
                </a:lnTo>
                <a:lnTo>
                  <a:pt x="584" y="1964"/>
                </a:lnTo>
                <a:lnTo>
                  <a:pt x="587" y="1980"/>
                </a:lnTo>
                <a:lnTo>
                  <a:pt x="568" y="2001"/>
                </a:lnTo>
                <a:lnTo>
                  <a:pt x="559" y="2008"/>
                </a:lnTo>
                <a:lnTo>
                  <a:pt x="548" y="2014"/>
                </a:lnTo>
                <a:lnTo>
                  <a:pt x="533" y="2022"/>
                </a:lnTo>
                <a:lnTo>
                  <a:pt x="512" y="2022"/>
                </a:lnTo>
                <a:lnTo>
                  <a:pt x="494" y="2022"/>
                </a:lnTo>
                <a:lnTo>
                  <a:pt x="455" y="2022"/>
                </a:lnTo>
                <a:lnTo>
                  <a:pt x="437" y="2026"/>
                </a:lnTo>
                <a:lnTo>
                  <a:pt x="418" y="2044"/>
                </a:lnTo>
                <a:lnTo>
                  <a:pt x="405" y="2075"/>
                </a:lnTo>
                <a:lnTo>
                  <a:pt x="405" y="2100"/>
                </a:lnTo>
                <a:lnTo>
                  <a:pt x="412" y="2116"/>
                </a:lnTo>
                <a:lnTo>
                  <a:pt x="422" y="2137"/>
                </a:lnTo>
                <a:lnTo>
                  <a:pt x="462" y="2153"/>
                </a:lnTo>
                <a:lnTo>
                  <a:pt x="480" y="2169"/>
                </a:lnTo>
                <a:lnTo>
                  <a:pt x="499" y="2176"/>
                </a:lnTo>
                <a:lnTo>
                  <a:pt x="501" y="2190"/>
                </a:lnTo>
                <a:lnTo>
                  <a:pt x="499" y="2225"/>
                </a:lnTo>
                <a:lnTo>
                  <a:pt x="487" y="2232"/>
                </a:lnTo>
                <a:lnTo>
                  <a:pt x="465" y="2268"/>
                </a:lnTo>
                <a:lnTo>
                  <a:pt x="429" y="2308"/>
                </a:lnTo>
                <a:lnTo>
                  <a:pt x="412" y="2326"/>
                </a:lnTo>
                <a:lnTo>
                  <a:pt x="393" y="2329"/>
                </a:lnTo>
                <a:lnTo>
                  <a:pt x="390" y="2343"/>
                </a:lnTo>
                <a:lnTo>
                  <a:pt x="376" y="2361"/>
                </a:lnTo>
                <a:lnTo>
                  <a:pt x="372" y="2382"/>
                </a:lnTo>
                <a:lnTo>
                  <a:pt x="354" y="2387"/>
                </a:lnTo>
                <a:lnTo>
                  <a:pt x="337" y="2382"/>
                </a:lnTo>
                <a:lnTo>
                  <a:pt x="323" y="2391"/>
                </a:lnTo>
                <a:lnTo>
                  <a:pt x="318" y="2404"/>
                </a:lnTo>
                <a:lnTo>
                  <a:pt x="301" y="2444"/>
                </a:lnTo>
                <a:lnTo>
                  <a:pt x="290" y="2451"/>
                </a:lnTo>
                <a:lnTo>
                  <a:pt x="282" y="2461"/>
                </a:lnTo>
                <a:lnTo>
                  <a:pt x="266" y="2483"/>
                </a:lnTo>
                <a:lnTo>
                  <a:pt x="266" y="2502"/>
                </a:lnTo>
                <a:lnTo>
                  <a:pt x="254" y="2522"/>
                </a:lnTo>
                <a:lnTo>
                  <a:pt x="266" y="2539"/>
                </a:lnTo>
                <a:lnTo>
                  <a:pt x="266" y="2558"/>
                </a:lnTo>
                <a:lnTo>
                  <a:pt x="151" y="2558"/>
                </a:lnTo>
                <a:lnTo>
                  <a:pt x="83" y="2558"/>
                </a:lnTo>
                <a:lnTo>
                  <a:pt x="69" y="2544"/>
                </a:lnTo>
                <a:lnTo>
                  <a:pt x="60" y="2472"/>
                </a:lnTo>
                <a:lnTo>
                  <a:pt x="51" y="2465"/>
                </a:lnTo>
                <a:lnTo>
                  <a:pt x="32" y="2472"/>
                </a:lnTo>
                <a:lnTo>
                  <a:pt x="26" y="2476"/>
                </a:lnTo>
                <a:lnTo>
                  <a:pt x="14" y="2472"/>
                </a:lnTo>
                <a:lnTo>
                  <a:pt x="4" y="2458"/>
                </a:lnTo>
                <a:lnTo>
                  <a:pt x="0" y="2437"/>
                </a:lnTo>
                <a:lnTo>
                  <a:pt x="0" y="2387"/>
                </a:lnTo>
                <a:lnTo>
                  <a:pt x="7" y="2365"/>
                </a:lnTo>
                <a:lnTo>
                  <a:pt x="23" y="2350"/>
                </a:lnTo>
                <a:lnTo>
                  <a:pt x="51" y="2350"/>
                </a:lnTo>
                <a:lnTo>
                  <a:pt x="69" y="2329"/>
                </a:lnTo>
                <a:lnTo>
                  <a:pt x="69" y="2301"/>
                </a:lnTo>
                <a:lnTo>
                  <a:pt x="51" y="2280"/>
                </a:lnTo>
                <a:lnTo>
                  <a:pt x="51" y="2244"/>
                </a:lnTo>
                <a:lnTo>
                  <a:pt x="69" y="2208"/>
                </a:lnTo>
                <a:lnTo>
                  <a:pt x="101" y="2190"/>
                </a:lnTo>
                <a:lnTo>
                  <a:pt x="129" y="2160"/>
                </a:lnTo>
                <a:lnTo>
                  <a:pt x="137" y="2118"/>
                </a:lnTo>
                <a:lnTo>
                  <a:pt x="118" y="2093"/>
                </a:lnTo>
                <a:lnTo>
                  <a:pt x="83" y="2087"/>
                </a:lnTo>
                <a:lnTo>
                  <a:pt x="69" y="2054"/>
                </a:lnTo>
                <a:lnTo>
                  <a:pt x="64" y="2014"/>
                </a:lnTo>
                <a:lnTo>
                  <a:pt x="76" y="1989"/>
                </a:lnTo>
                <a:lnTo>
                  <a:pt x="97" y="1980"/>
                </a:lnTo>
                <a:lnTo>
                  <a:pt x="129" y="1994"/>
                </a:lnTo>
                <a:lnTo>
                  <a:pt x="143" y="1994"/>
                </a:lnTo>
                <a:lnTo>
                  <a:pt x="155" y="1964"/>
                </a:lnTo>
                <a:lnTo>
                  <a:pt x="134" y="1950"/>
                </a:lnTo>
                <a:lnTo>
                  <a:pt x="97" y="1943"/>
                </a:lnTo>
                <a:lnTo>
                  <a:pt x="97" y="1907"/>
                </a:lnTo>
                <a:lnTo>
                  <a:pt x="83" y="1894"/>
                </a:lnTo>
                <a:lnTo>
                  <a:pt x="76" y="1862"/>
                </a:lnTo>
                <a:lnTo>
                  <a:pt x="79" y="1829"/>
                </a:lnTo>
                <a:lnTo>
                  <a:pt x="94" y="1804"/>
                </a:lnTo>
                <a:lnTo>
                  <a:pt x="101" y="1790"/>
                </a:lnTo>
                <a:lnTo>
                  <a:pt x="94" y="1772"/>
                </a:lnTo>
                <a:lnTo>
                  <a:pt x="76" y="1751"/>
                </a:lnTo>
                <a:lnTo>
                  <a:pt x="76" y="1733"/>
                </a:lnTo>
                <a:lnTo>
                  <a:pt x="79" y="1714"/>
                </a:lnTo>
                <a:lnTo>
                  <a:pt x="97" y="1700"/>
                </a:lnTo>
                <a:lnTo>
                  <a:pt x="111" y="1682"/>
                </a:lnTo>
                <a:lnTo>
                  <a:pt x="115" y="1636"/>
                </a:lnTo>
                <a:lnTo>
                  <a:pt x="108" y="1594"/>
                </a:lnTo>
                <a:lnTo>
                  <a:pt x="115" y="1550"/>
                </a:lnTo>
                <a:lnTo>
                  <a:pt x="125" y="1522"/>
                </a:lnTo>
                <a:lnTo>
                  <a:pt x="158" y="1492"/>
                </a:lnTo>
                <a:lnTo>
                  <a:pt x="180" y="1458"/>
                </a:lnTo>
                <a:lnTo>
                  <a:pt x="175" y="1414"/>
                </a:lnTo>
                <a:lnTo>
                  <a:pt x="151" y="1379"/>
                </a:lnTo>
                <a:lnTo>
                  <a:pt x="143" y="1361"/>
                </a:lnTo>
                <a:lnTo>
                  <a:pt x="140" y="1347"/>
                </a:lnTo>
                <a:lnTo>
                  <a:pt x="143" y="1325"/>
                </a:lnTo>
                <a:lnTo>
                  <a:pt x="155" y="1315"/>
                </a:lnTo>
                <a:lnTo>
                  <a:pt x="187" y="1296"/>
                </a:lnTo>
                <a:lnTo>
                  <a:pt x="226" y="1290"/>
                </a:lnTo>
                <a:lnTo>
                  <a:pt x="226" y="1180"/>
                </a:lnTo>
                <a:lnTo>
                  <a:pt x="248" y="1146"/>
                </a:lnTo>
                <a:lnTo>
                  <a:pt x="254" y="1118"/>
                </a:lnTo>
                <a:lnTo>
                  <a:pt x="251" y="1100"/>
                </a:lnTo>
                <a:lnTo>
                  <a:pt x="240" y="1079"/>
                </a:lnTo>
                <a:lnTo>
                  <a:pt x="212" y="1025"/>
                </a:lnTo>
                <a:lnTo>
                  <a:pt x="204" y="942"/>
                </a:lnTo>
                <a:lnTo>
                  <a:pt x="219" y="850"/>
                </a:lnTo>
                <a:lnTo>
                  <a:pt x="240" y="794"/>
                </a:lnTo>
                <a:lnTo>
                  <a:pt x="229" y="714"/>
                </a:lnTo>
                <a:lnTo>
                  <a:pt x="245" y="658"/>
                </a:lnTo>
                <a:lnTo>
                  <a:pt x="269" y="639"/>
                </a:lnTo>
                <a:lnTo>
                  <a:pt x="286" y="626"/>
                </a:lnTo>
                <a:lnTo>
                  <a:pt x="301" y="604"/>
                </a:lnTo>
                <a:lnTo>
                  <a:pt x="305" y="593"/>
                </a:lnTo>
                <a:lnTo>
                  <a:pt x="294" y="575"/>
                </a:lnTo>
                <a:lnTo>
                  <a:pt x="286" y="557"/>
                </a:lnTo>
                <a:lnTo>
                  <a:pt x="301" y="519"/>
                </a:lnTo>
                <a:lnTo>
                  <a:pt x="365" y="522"/>
                </a:lnTo>
                <a:lnTo>
                  <a:pt x="347" y="482"/>
                </a:lnTo>
                <a:lnTo>
                  <a:pt x="376" y="465"/>
                </a:lnTo>
                <a:lnTo>
                  <a:pt x="393" y="443"/>
                </a:lnTo>
                <a:lnTo>
                  <a:pt x="369" y="429"/>
                </a:lnTo>
                <a:lnTo>
                  <a:pt x="351" y="400"/>
                </a:lnTo>
                <a:lnTo>
                  <a:pt x="372" y="360"/>
                </a:lnTo>
                <a:lnTo>
                  <a:pt x="376" y="354"/>
                </a:lnTo>
                <a:lnTo>
                  <a:pt x="372" y="343"/>
                </a:lnTo>
                <a:lnTo>
                  <a:pt x="369" y="328"/>
                </a:lnTo>
                <a:lnTo>
                  <a:pt x="351" y="300"/>
                </a:lnTo>
                <a:lnTo>
                  <a:pt x="358" y="279"/>
                </a:lnTo>
                <a:lnTo>
                  <a:pt x="372" y="272"/>
                </a:lnTo>
                <a:lnTo>
                  <a:pt x="437" y="249"/>
                </a:lnTo>
                <a:lnTo>
                  <a:pt x="462" y="240"/>
                </a:lnTo>
                <a:lnTo>
                  <a:pt x="473" y="225"/>
                </a:lnTo>
                <a:lnTo>
                  <a:pt x="476" y="215"/>
                </a:lnTo>
                <a:lnTo>
                  <a:pt x="469" y="161"/>
                </a:lnTo>
                <a:lnTo>
                  <a:pt x="469" y="111"/>
                </a:lnTo>
                <a:lnTo>
                  <a:pt x="469" y="94"/>
                </a:lnTo>
                <a:lnTo>
                  <a:pt x="487" y="39"/>
                </a:lnTo>
                <a:lnTo>
                  <a:pt x="526" y="18"/>
                </a:lnTo>
                <a:lnTo>
                  <a:pt x="555" y="25"/>
                </a:lnTo>
                <a:lnTo>
                  <a:pt x="580" y="51"/>
                </a:lnTo>
                <a:lnTo>
                  <a:pt x="608" y="53"/>
                </a:lnTo>
                <a:lnTo>
                  <a:pt x="630" y="22"/>
                </a:lnTo>
                <a:lnTo>
                  <a:pt x="659" y="18"/>
                </a:lnTo>
                <a:lnTo>
                  <a:pt x="712" y="71"/>
                </a:lnTo>
                <a:lnTo>
                  <a:pt x="723" y="108"/>
                </a:lnTo>
                <a:lnTo>
                  <a:pt x="730" y="122"/>
                </a:lnTo>
                <a:lnTo>
                  <a:pt x="734" y="85"/>
                </a:lnTo>
                <a:lnTo>
                  <a:pt x="734" y="32"/>
                </a:lnTo>
                <a:lnTo>
                  <a:pt x="748" y="18"/>
                </a:lnTo>
                <a:lnTo>
                  <a:pt x="758" y="36"/>
                </a:lnTo>
                <a:lnTo>
                  <a:pt x="765" y="57"/>
                </a:lnTo>
                <a:lnTo>
                  <a:pt x="783" y="53"/>
                </a:lnTo>
                <a:lnTo>
                  <a:pt x="787" y="32"/>
                </a:lnTo>
                <a:lnTo>
                  <a:pt x="802" y="7"/>
                </a:lnTo>
                <a:lnTo>
                  <a:pt x="840" y="0"/>
                </a:lnTo>
                <a:lnTo>
                  <a:pt x="866" y="14"/>
                </a:lnTo>
                <a:lnTo>
                  <a:pt x="883" y="32"/>
                </a:lnTo>
                <a:lnTo>
                  <a:pt x="901" y="36"/>
                </a:lnTo>
                <a:lnTo>
                  <a:pt x="938" y="32"/>
                </a:lnTo>
                <a:lnTo>
                  <a:pt x="947" y="53"/>
                </a:lnTo>
                <a:lnTo>
                  <a:pt x="983" y="75"/>
                </a:lnTo>
                <a:lnTo>
                  <a:pt x="1002" y="111"/>
                </a:lnTo>
                <a:lnTo>
                  <a:pt x="1023" y="125"/>
                </a:lnTo>
                <a:lnTo>
                  <a:pt x="1081" y="118"/>
                </a:lnTo>
                <a:lnTo>
                  <a:pt x="1113" y="133"/>
                </a:lnTo>
                <a:lnTo>
                  <a:pt x="1155" y="182"/>
                </a:lnTo>
                <a:lnTo>
                  <a:pt x="1201" y="200"/>
                </a:lnTo>
                <a:lnTo>
                  <a:pt x="1291" y="207"/>
                </a:lnTo>
                <a:lnTo>
                  <a:pt x="1319" y="236"/>
                </a:lnTo>
                <a:lnTo>
                  <a:pt x="1324" y="272"/>
                </a:lnTo>
                <a:lnTo>
                  <a:pt x="1270" y="339"/>
                </a:lnTo>
                <a:lnTo>
                  <a:pt x="1255" y="379"/>
                </a:lnTo>
                <a:lnTo>
                  <a:pt x="1255" y="411"/>
                </a:lnTo>
                <a:lnTo>
                  <a:pt x="1348" y="408"/>
                </a:lnTo>
                <a:lnTo>
                  <a:pt x="1402" y="418"/>
                </a:lnTo>
                <a:lnTo>
                  <a:pt x="1442" y="415"/>
                </a:lnTo>
                <a:lnTo>
                  <a:pt x="1480" y="389"/>
                </a:lnTo>
                <a:lnTo>
                  <a:pt x="1566" y="372"/>
                </a:lnTo>
                <a:lnTo>
                  <a:pt x="1578" y="354"/>
                </a:lnTo>
                <a:lnTo>
                  <a:pt x="1573" y="282"/>
                </a:lnTo>
                <a:lnTo>
                  <a:pt x="1585" y="249"/>
                </a:lnTo>
                <a:lnTo>
                  <a:pt x="1670" y="265"/>
                </a:lnTo>
                <a:lnTo>
                  <a:pt x="1684" y="290"/>
                </a:lnTo>
                <a:lnTo>
                  <a:pt x="1688" y="318"/>
                </a:lnTo>
                <a:lnTo>
                  <a:pt x="1673" y="354"/>
                </a:lnTo>
                <a:lnTo>
                  <a:pt x="1673" y="386"/>
                </a:lnTo>
                <a:lnTo>
                  <a:pt x="1666" y="397"/>
                </a:lnTo>
                <a:lnTo>
                  <a:pt x="1601" y="408"/>
                </a:lnTo>
                <a:lnTo>
                  <a:pt x="1527" y="457"/>
                </a:lnTo>
                <a:lnTo>
                  <a:pt x="1423" y="554"/>
                </a:lnTo>
                <a:lnTo>
                  <a:pt x="1327" y="676"/>
                </a:lnTo>
                <a:lnTo>
                  <a:pt x="1337" y="676"/>
                </a:lnTo>
                <a:lnTo>
                  <a:pt x="1291" y="762"/>
                </a:lnTo>
                <a:lnTo>
                  <a:pt x="1277" y="836"/>
                </a:lnTo>
                <a:lnTo>
                  <a:pt x="1287" y="905"/>
                </a:lnTo>
                <a:lnTo>
                  <a:pt x="1270" y="922"/>
                </a:lnTo>
                <a:lnTo>
                  <a:pt x="1237" y="922"/>
                </a:lnTo>
                <a:lnTo>
                  <a:pt x="1252" y="947"/>
                </a:lnTo>
                <a:lnTo>
                  <a:pt x="1255" y="997"/>
                </a:lnTo>
                <a:lnTo>
                  <a:pt x="1241" y="1044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99" name="Freeform 259"/>
          <p:cNvSpPr>
            <a:spLocks/>
          </p:cNvSpPr>
          <p:nvPr/>
        </p:nvSpPr>
        <p:spPr bwMode="auto">
          <a:xfrm>
            <a:off x="2990913" y="5956482"/>
            <a:ext cx="28575" cy="28568"/>
          </a:xfrm>
          <a:custGeom>
            <a:avLst/>
            <a:gdLst/>
            <a:ahLst/>
            <a:cxnLst>
              <a:cxn ang="0">
                <a:pos x="13" y="99"/>
              </a:cxn>
              <a:cxn ang="0">
                <a:pos x="0" y="88"/>
              </a:cxn>
              <a:cxn ang="0">
                <a:pos x="0" y="64"/>
              </a:cxn>
              <a:cxn ang="0">
                <a:pos x="17" y="47"/>
              </a:cxn>
              <a:cxn ang="0">
                <a:pos x="32" y="26"/>
              </a:cxn>
              <a:cxn ang="0">
                <a:pos x="42" y="7"/>
              </a:cxn>
              <a:cxn ang="0">
                <a:pos x="86" y="0"/>
              </a:cxn>
              <a:cxn ang="0">
                <a:pos x="100" y="7"/>
              </a:cxn>
              <a:cxn ang="0">
                <a:pos x="100" y="26"/>
              </a:cxn>
              <a:cxn ang="0">
                <a:pos x="75" y="49"/>
              </a:cxn>
              <a:cxn ang="0">
                <a:pos x="58" y="60"/>
              </a:cxn>
              <a:cxn ang="0">
                <a:pos x="46" y="81"/>
              </a:cxn>
              <a:cxn ang="0">
                <a:pos x="36" y="95"/>
              </a:cxn>
              <a:cxn ang="0">
                <a:pos x="13" y="99"/>
              </a:cxn>
            </a:cxnLst>
            <a:rect l="0" t="0" r="r" b="b"/>
            <a:pathLst>
              <a:path w="100" h="99">
                <a:moveTo>
                  <a:pt x="13" y="99"/>
                </a:moveTo>
                <a:lnTo>
                  <a:pt x="0" y="88"/>
                </a:lnTo>
                <a:lnTo>
                  <a:pt x="0" y="64"/>
                </a:lnTo>
                <a:lnTo>
                  <a:pt x="17" y="47"/>
                </a:lnTo>
                <a:lnTo>
                  <a:pt x="32" y="26"/>
                </a:lnTo>
                <a:lnTo>
                  <a:pt x="42" y="7"/>
                </a:lnTo>
                <a:lnTo>
                  <a:pt x="86" y="0"/>
                </a:lnTo>
                <a:lnTo>
                  <a:pt x="100" y="7"/>
                </a:lnTo>
                <a:lnTo>
                  <a:pt x="100" y="26"/>
                </a:lnTo>
                <a:lnTo>
                  <a:pt x="75" y="49"/>
                </a:lnTo>
                <a:lnTo>
                  <a:pt x="58" y="60"/>
                </a:lnTo>
                <a:lnTo>
                  <a:pt x="46" y="81"/>
                </a:lnTo>
                <a:lnTo>
                  <a:pt x="36" y="95"/>
                </a:lnTo>
                <a:lnTo>
                  <a:pt x="13" y="99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00" name="Freeform 260"/>
          <p:cNvSpPr>
            <a:spLocks/>
          </p:cNvSpPr>
          <p:nvPr/>
        </p:nvSpPr>
        <p:spPr bwMode="auto">
          <a:xfrm>
            <a:off x="3021075" y="5953308"/>
            <a:ext cx="25400" cy="20633"/>
          </a:xfrm>
          <a:custGeom>
            <a:avLst/>
            <a:gdLst/>
            <a:ahLst/>
            <a:cxnLst>
              <a:cxn ang="0">
                <a:pos x="0" y="72"/>
              </a:cxn>
              <a:cxn ang="0">
                <a:pos x="4" y="65"/>
              </a:cxn>
              <a:cxn ang="0">
                <a:pos x="23" y="53"/>
              </a:cxn>
              <a:cxn ang="0">
                <a:pos x="48" y="19"/>
              </a:cxn>
              <a:cxn ang="0">
                <a:pos x="66" y="7"/>
              </a:cxn>
              <a:cxn ang="0">
                <a:pos x="84" y="0"/>
              </a:cxn>
              <a:cxn ang="0">
                <a:pos x="98" y="11"/>
              </a:cxn>
              <a:cxn ang="0">
                <a:pos x="98" y="37"/>
              </a:cxn>
              <a:cxn ang="0">
                <a:pos x="84" y="53"/>
              </a:cxn>
              <a:cxn ang="0">
                <a:pos x="48" y="72"/>
              </a:cxn>
              <a:cxn ang="0">
                <a:pos x="0" y="72"/>
              </a:cxn>
            </a:cxnLst>
            <a:rect l="0" t="0" r="r" b="b"/>
            <a:pathLst>
              <a:path w="98" h="72">
                <a:moveTo>
                  <a:pt x="0" y="72"/>
                </a:moveTo>
                <a:lnTo>
                  <a:pt x="4" y="65"/>
                </a:lnTo>
                <a:lnTo>
                  <a:pt x="23" y="53"/>
                </a:lnTo>
                <a:lnTo>
                  <a:pt x="48" y="19"/>
                </a:lnTo>
                <a:lnTo>
                  <a:pt x="66" y="7"/>
                </a:lnTo>
                <a:lnTo>
                  <a:pt x="84" y="0"/>
                </a:lnTo>
                <a:lnTo>
                  <a:pt x="98" y="11"/>
                </a:lnTo>
                <a:lnTo>
                  <a:pt x="98" y="37"/>
                </a:lnTo>
                <a:lnTo>
                  <a:pt x="84" y="53"/>
                </a:lnTo>
                <a:lnTo>
                  <a:pt x="48" y="72"/>
                </a:lnTo>
                <a:lnTo>
                  <a:pt x="0" y="72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01" name="Freeform 261"/>
          <p:cNvSpPr>
            <a:spLocks/>
          </p:cNvSpPr>
          <p:nvPr/>
        </p:nvSpPr>
        <p:spPr bwMode="auto">
          <a:xfrm>
            <a:off x="2689287" y="4480449"/>
            <a:ext cx="1023938" cy="1033224"/>
          </a:xfrm>
          <a:custGeom>
            <a:avLst/>
            <a:gdLst/>
            <a:ahLst/>
            <a:cxnLst>
              <a:cxn ang="0">
                <a:pos x="668" y="1643"/>
              </a:cxn>
              <a:cxn ang="0">
                <a:pos x="564" y="1682"/>
              </a:cxn>
              <a:cxn ang="0">
                <a:pos x="336" y="1660"/>
              </a:cxn>
              <a:cxn ang="0">
                <a:pos x="165" y="1572"/>
              </a:cxn>
              <a:cxn ang="0">
                <a:pos x="40" y="1439"/>
              </a:cxn>
              <a:cxn ang="0">
                <a:pos x="104" y="1264"/>
              </a:cxn>
              <a:cxn ang="0">
                <a:pos x="248" y="1064"/>
              </a:cxn>
              <a:cxn ang="0">
                <a:pos x="401" y="865"/>
              </a:cxn>
              <a:cxn ang="0">
                <a:pos x="351" y="625"/>
              </a:cxn>
              <a:cxn ang="0">
                <a:pos x="361" y="524"/>
              </a:cxn>
              <a:cxn ang="0">
                <a:pos x="527" y="500"/>
              </a:cxn>
              <a:cxn ang="0">
                <a:pos x="638" y="532"/>
              </a:cxn>
              <a:cxn ang="0">
                <a:pos x="830" y="528"/>
              </a:cxn>
              <a:cxn ang="0">
                <a:pos x="926" y="347"/>
              </a:cxn>
              <a:cxn ang="0">
                <a:pos x="1065" y="275"/>
              </a:cxn>
              <a:cxn ang="0">
                <a:pos x="1158" y="100"/>
              </a:cxn>
              <a:cxn ang="0">
                <a:pos x="1223" y="271"/>
              </a:cxn>
              <a:cxn ang="0">
                <a:pos x="1405" y="449"/>
              </a:cxn>
              <a:cxn ang="0">
                <a:pos x="1627" y="271"/>
              </a:cxn>
              <a:cxn ang="0">
                <a:pos x="1701" y="310"/>
              </a:cxn>
              <a:cxn ang="0">
                <a:pos x="1881" y="331"/>
              </a:cxn>
              <a:cxn ang="0">
                <a:pos x="2012" y="0"/>
              </a:cxn>
              <a:cxn ang="0">
                <a:pos x="2170" y="189"/>
              </a:cxn>
              <a:cxn ang="0">
                <a:pos x="2238" y="382"/>
              </a:cxn>
              <a:cxn ang="0">
                <a:pos x="2238" y="490"/>
              </a:cxn>
              <a:cxn ang="0">
                <a:pos x="2431" y="467"/>
              </a:cxn>
              <a:cxn ang="0">
                <a:pos x="2524" y="458"/>
              </a:cxn>
              <a:cxn ang="0">
                <a:pos x="2824" y="528"/>
              </a:cxn>
              <a:cxn ang="0">
                <a:pos x="3038" y="536"/>
              </a:cxn>
              <a:cxn ang="0">
                <a:pos x="3339" y="518"/>
              </a:cxn>
              <a:cxn ang="0">
                <a:pos x="3701" y="639"/>
              </a:cxn>
              <a:cxn ang="0">
                <a:pos x="3757" y="717"/>
              </a:cxn>
              <a:cxn ang="0">
                <a:pos x="3754" y="885"/>
              </a:cxn>
              <a:cxn ang="0">
                <a:pos x="3650" y="1119"/>
              </a:cxn>
              <a:cxn ang="0">
                <a:pos x="3460" y="1403"/>
              </a:cxn>
              <a:cxn ang="0">
                <a:pos x="3389" y="1500"/>
              </a:cxn>
              <a:cxn ang="0">
                <a:pos x="3382" y="1782"/>
              </a:cxn>
              <a:cxn ang="0">
                <a:pos x="3329" y="2006"/>
              </a:cxn>
              <a:cxn ang="0">
                <a:pos x="3225" y="2222"/>
              </a:cxn>
              <a:cxn ang="0">
                <a:pos x="3045" y="2454"/>
              </a:cxn>
              <a:cxn ang="0">
                <a:pos x="2889" y="2468"/>
              </a:cxn>
              <a:cxn ang="0">
                <a:pos x="2627" y="2607"/>
              </a:cxn>
              <a:cxn ang="0">
                <a:pos x="2426" y="2782"/>
              </a:cxn>
              <a:cxn ang="0">
                <a:pos x="2431" y="2896"/>
              </a:cxn>
              <a:cxn ang="0">
                <a:pos x="2163" y="3335"/>
              </a:cxn>
              <a:cxn ang="0">
                <a:pos x="2059" y="3432"/>
              </a:cxn>
              <a:cxn ang="0">
                <a:pos x="1962" y="3571"/>
              </a:cxn>
              <a:cxn ang="0">
                <a:pos x="1848" y="3335"/>
              </a:cxn>
              <a:cxn ang="0">
                <a:pos x="1673" y="3136"/>
              </a:cxn>
              <a:cxn ang="0">
                <a:pos x="1938" y="2872"/>
              </a:cxn>
              <a:cxn ang="0">
                <a:pos x="1828" y="2667"/>
              </a:cxn>
              <a:cxn ang="0">
                <a:pos x="1749" y="2621"/>
              </a:cxn>
              <a:cxn ang="0">
                <a:pos x="1645" y="2554"/>
              </a:cxn>
              <a:cxn ang="0">
                <a:pos x="1548" y="2346"/>
              </a:cxn>
              <a:cxn ang="0">
                <a:pos x="1523" y="2029"/>
              </a:cxn>
              <a:cxn ang="0">
                <a:pos x="1283" y="1921"/>
              </a:cxn>
              <a:cxn ang="0">
                <a:pos x="1191" y="1789"/>
              </a:cxn>
              <a:cxn ang="0">
                <a:pos x="966" y="1701"/>
              </a:cxn>
            </a:cxnLst>
            <a:rect l="0" t="0" r="r" b="b"/>
            <a:pathLst>
              <a:path w="3761" h="3571">
                <a:moveTo>
                  <a:pt x="837" y="1493"/>
                </a:moveTo>
                <a:lnTo>
                  <a:pt x="805" y="1482"/>
                </a:lnTo>
                <a:lnTo>
                  <a:pt x="754" y="1496"/>
                </a:lnTo>
                <a:lnTo>
                  <a:pt x="694" y="1535"/>
                </a:lnTo>
                <a:lnTo>
                  <a:pt x="684" y="1607"/>
                </a:lnTo>
                <a:lnTo>
                  <a:pt x="679" y="1625"/>
                </a:lnTo>
                <a:lnTo>
                  <a:pt x="668" y="1643"/>
                </a:lnTo>
                <a:lnTo>
                  <a:pt x="655" y="1639"/>
                </a:lnTo>
                <a:lnTo>
                  <a:pt x="619" y="1625"/>
                </a:lnTo>
                <a:lnTo>
                  <a:pt x="597" y="1625"/>
                </a:lnTo>
                <a:lnTo>
                  <a:pt x="590" y="1650"/>
                </a:lnTo>
                <a:lnTo>
                  <a:pt x="587" y="1665"/>
                </a:lnTo>
                <a:lnTo>
                  <a:pt x="580" y="1678"/>
                </a:lnTo>
                <a:lnTo>
                  <a:pt x="564" y="1682"/>
                </a:lnTo>
                <a:lnTo>
                  <a:pt x="544" y="1682"/>
                </a:lnTo>
                <a:lnTo>
                  <a:pt x="532" y="1678"/>
                </a:lnTo>
                <a:lnTo>
                  <a:pt x="495" y="1660"/>
                </a:lnTo>
                <a:lnTo>
                  <a:pt x="440" y="1665"/>
                </a:lnTo>
                <a:lnTo>
                  <a:pt x="401" y="1671"/>
                </a:lnTo>
                <a:lnTo>
                  <a:pt x="368" y="1682"/>
                </a:lnTo>
                <a:lnTo>
                  <a:pt x="336" y="1660"/>
                </a:lnTo>
                <a:lnTo>
                  <a:pt x="319" y="1614"/>
                </a:lnTo>
                <a:lnTo>
                  <a:pt x="319" y="1575"/>
                </a:lnTo>
                <a:lnTo>
                  <a:pt x="305" y="1567"/>
                </a:lnTo>
                <a:lnTo>
                  <a:pt x="282" y="1567"/>
                </a:lnTo>
                <a:lnTo>
                  <a:pt x="250" y="1607"/>
                </a:lnTo>
                <a:lnTo>
                  <a:pt x="201" y="1604"/>
                </a:lnTo>
                <a:lnTo>
                  <a:pt x="165" y="1572"/>
                </a:lnTo>
                <a:lnTo>
                  <a:pt x="146" y="1529"/>
                </a:lnTo>
                <a:lnTo>
                  <a:pt x="107" y="1521"/>
                </a:lnTo>
                <a:lnTo>
                  <a:pt x="83" y="1518"/>
                </a:lnTo>
                <a:lnTo>
                  <a:pt x="72" y="1493"/>
                </a:lnTo>
                <a:lnTo>
                  <a:pt x="93" y="1456"/>
                </a:lnTo>
                <a:lnTo>
                  <a:pt x="83" y="1450"/>
                </a:lnTo>
                <a:lnTo>
                  <a:pt x="40" y="1439"/>
                </a:lnTo>
                <a:lnTo>
                  <a:pt x="14" y="1415"/>
                </a:lnTo>
                <a:lnTo>
                  <a:pt x="0" y="1371"/>
                </a:lnTo>
                <a:lnTo>
                  <a:pt x="7" y="1322"/>
                </a:lnTo>
                <a:lnTo>
                  <a:pt x="26" y="1292"/>
                </a:lnTo>
                <a:lnTo>
                  <a:pt x="68" y="1286"/>
                </a:lnTo>
                <a:lnTo>
                  <a:pt x="97" y="1274"/>
                </a:lnTo>
                <a:lnTo>
                  <a:pt x="104" y="1264"/>
                </a:lnTo>
                <a:lnTo>
                  <a:pt x="86" y="1228"/>
                </a:lnTo>
                <a:lnTo>
                  <a:pt x="83" y="1175"/>
                </a:lnTo>
                <a:lnTo>
                  <a:pt x="97" y="1135"/>
                </a:lnTo>
                <a:lnTo>
                  <a:pt x="139" y="1119"/>
                </a:lnTo>
                <a:lnTo>
                  <a:pt x="169" y="1093"/>
                </a:lnTo>
                <a:lnTo>
                  <a:pt x="204" y="1071"/>
                </a:lnTo>
                <a:lnTo>
                  <a:pt x="248" y="1064"/>
                </a:lnTo>
                <a:lnTo>
                  <a:pt x="329" y="1064"/>
                </a:lnTo>
                <a:lnTo>
                  <a:pt x="344" y="1064"/>
                </a:lnTo>
                <a:lnTo>
                  <a:pt x="358" y="1054"/>
                </a:lnTo>
                <a:lnTo>
                  <a:pt x="379" y="1024"/>
                </a:lnTo>
                <a:lnTo>
                  <a:pt x="393" y="960"/>
                </a:lnTo>
                <a:lnTo>
                  <a:pt x="393" y="906"/>
                </a:lnTo>
                <a:lnTo>
                  <a:pt x="401" y="865"/>
                </a:lnTo>
                <a:lnTo>
                  <a:pt x="416" y="839"/>
                </a:lnTo>
                <a:lnTo>
                  <a:pt x="419" y="800"/>
                </a:lnTo>
                <a:lnTo>
                  <a:pt x="408" y="767"/>
                </a:lnTo>
                <a:lnTo>
                  <a:pt x="375" y="733"/>
                </a:lnTo>
                <a:lnTo>
                  <a:pt x="351" y="689"/>
                </a:lnTo>
                <a:lnTo>
                  <a:pt x="344" y="654"/>
                </a:lnTo>
                <a:lnTo>
                  <a:pt x="351" y="625"/>
                </a:lnTo>
                <a:lnTo>
                  <a:pt x="372" y="606"/>
                </a:lnTo>
                <a:lnTo>
                  <a:pt x="425" y="582"/>
                </a:lnTo>
                <a:lnTo>
                  <a:pt x="430" y="560"/>
                </a:lnTo>
                <a:lnTo>
                  <a:pt x="416" y="546"/>
                </a:lnTo>
                <a:lnTo>
                  <a:pt x="387" y="543"/>
                </a:lnTo>
                <a:lnTo>
                  <a:pt x="365" y="536"/>
                </a:lnTo>
                <a:lnTo>
                  <a:pt x="361" y="524"/>
                </a:lnTo>
                <a:lnTo>
                  <a:pt x="379" y="514"/>
                </a:lnTo>
                <a:lnTo>
                  <a:pt x="416" y="511"/>
                </a:lnTo>
                <a:lnTo>
                  <a:pt x="447" y="524"/>
                </a:lnTo>
                <a:lnTo>
                  <a:pt x="465" y="518"/>
                </a:lnTo>
                <a:lnTo>
                  <a:pt x="476" y="492"/>
                </a:lnTo>
                <a:lnTo>
                  <a:pt x="508" y="486"/>
                </a:lnTo>
                <a:lnTo>
                  <a:pt x="527" y="500"/>
                </a:lnTo>
                <a:lnTo>
                  <a:pt x="544" y="500"/>
                </a:lnTo>
                <a:lnTo>
                  <a:pt x="551" y="482"/>
                </a:lnTo>
                <a:lnTo>
                  <a:pt x="573" y="471"/>
                </a:lnTo>
                <a:lnTo>
                  <a:pt x="580" y="490"/>
                </a:lnTo>
                <a:lnTo>
                  <a:pt x="587" y="528"/>
                </a:lnTo>
                <a:lnTo>
                  <a:pt x="597" y="543"/>
                </a:lnTo>
                <a:lnTo>
                  <a:pt x="638" y="532"/>
                </a:lnTo>
                <a:lnTo>
                  <a:pt x="643" y="571"/>
                </a:lnTo>
                <a:lnTo>
                  <a:pt x="668" y="589"/>
                </a:lnTo>
                <a:lnTo>
                  <a:pt x="701" y="585"/>
                </a:lnTo>
                <a:lnTo>
                  <a:pt x="730" y="567"/>
                </a:lnTo>
                <a:lnTo>
                  <a:pt x="765" y="553"/>
                </a:lnTo>
                <a:lnTo>
                  <a:pt x="809" y="546"/>
                </a:lnTo>
                <a:lnTo>
                  <a:pt x="830" y="528"/>
                </a:lnTo>
                <a:lnTo>
                  <a:pt x="855" y="490"/>
                </a:lnTo>
                <a:lnTo>
                  <a:pt x="873" y="461"/>
                </a:lnTo>
                <a:lnTo>
                  <a:pt x="890" y="442"/>
                </a:lnTo>
                <a:lnTo>
                  <a:pt x="945" y="425"/>
                </a:lnTo>
                <a:lnTo>
                  <a:pt x="959" y="389"/>
                </a:lnTo>
                <a:lnTo>
                  <a:pt x="950" y="364"/>
                </a:lnTo>
                <a:lnTo>
                  <a:pt x="926" y="347"/>
                </a:lnTo>
                <a:lnTo>
                  <a:pt x="894" y="340"/>
                </a:lnTo>
                <a:lnTo>
                  <a:pt x="865" y="317"/>
                </a:lnTo>
                <a:lnTo>
                  <a:pt x="862" y="285"/>
                </a:lnTo>
                <a:lnTo>
                  <a:pt x="862" y="271"/>
                </a:lnTo>
                <a:lnTo>
                  <a:pt x="922" y="289"/>
                </a:lnTo>
                <a:lnTo>
                  <a:pt x="994" y="289"/>
                </a:lnTo>
                <a:lnTo>
                  <a:pt x="1065" y="275"/>
                </a:lnTo>
                <a:lnTo>
                  <a:pt x="1102" y="261"/>
                </a:lnTo>
                <a:lnTo>
                  <a:pt x="1119" y="239"/>
                </a:lnTo>
                <a:lnTo>
                  <a:pt x="1130" y="192"/>
                </a:lnTo>
                <a:lnTo>
                  <a:pt x="1155" y="171"/>
                </a:lnTo>
                <a:lnTo>
                  <a:pt x="1172" y="154"/>
                </a:lnTo>
                <a:lnTo>
                  <a:pt x="1172" y="121"/>
                </a:lnTo>
                <a:lnTo>
                  <a:pt x="1158" y="100"/>
                </a:lnTo>
                <a:lnTo>
                  <a:pt x="1184" y="86"/>
                </a:lnTo>
                <a:lnTo>
                  <a:pt x="1209" y="86"/>
                </a:lnTo>
                <a:lnTo>
                  <a:pt x="1227" y="109"/>
                </a:lnTo>
                <a:lnTo>
                  <a:pt x="1230" y="151"/>
                </a:lnTo>
                <a:lnTo>
                  <a:pt x="1244" y="196"/>
                </a:lnTo>
                <a:lnTo>
                  <a:pt x="1241" y="236"/>
                </a:lnTo>
                <a:lnTo>
                  <a:pt x="1223" y="271"/>
                </a:lnTo>
                <a:lnTo>
                  <a:pt x="1220" y="296"/>
                </a:lnTo>
                <a:lnTo>
                  <a:pt x="1244" y="314"/>
                </a:lnTo>
                <a:lnTo>
                  <a:pt x="1255" y="350"/>
                </a:lnTo>
                <a:lnTo>
                  <a:pt x="1273" y="414"/>
                </a:lnTo>
                <a:lnTo>
                  <a:pt x="1291" y="435"/>
                </a:lnTo>
                <a:lnTo>
                  <a:pt x="1344" y="449"/>
                </a:lnTo>
                <a:lnTo>
                  <a:pt x="1405" y="449"/>
                </a:lnTo>
                <a:lnTo>
                  <a:pt x="1435" y="433"/>
                </a:lnTo>
                <a:lnTo>
                  <a:pt x="1483" y="379"/>
                </a:lnTo>
                <a:lnTo>
                  <a:pt x="1544" y="343"/>
                </a:lnTo>
                <a:lnTo>
                  <a:pt x="1569" y="331"/>
                </a:lnTo>
                <a:lnTo>
                  <a:pt x="1585" y="307"/>
                </a:lnTo>
                <a:lnTo>
                  <a:pt x="1601" y="271"/>
                </a:lnTo>
                <a:lnTo>
                  <a:pt x="1627" y="271"/>
                </a:lnTo>
                <a:lnTo>
                  <a:pt x="1645" y="294"/>
                </a:lnTo>
                <a:lnTo>
                  <a:pt x="1666" y="282"/>
                </a:lnTo>
                <a:lnTo>
                  <a:pt x="1670" y="253"/>
                </a:lnTo>
                <a:lnTo>
                  <a:pt x="1688" y="253"/>
                </a:lnTo>
                <a:lnTo>
                  <a:pt x="1705" y="250"/>
                </a:lnTo>
                <a:lnTo>
                  <a:pt x="1717" y="264"/>
                </a:lnTo>
                <a:lnTo>
                  <a:pt x="1701" y="310"/>
                </a:lnTo>
                <a:lnTo>
                  <a:pt x="1724" y="322"/>
                </a:lnTo>
                <a:lnTo>
                  <a:pt x="1752" y="314"/>
                </a:lnTo>
                <a:lnTo>
                  <a:pt x="1788" y="289"/>
                </a:lnTo>
                <a:lnTo>
                  <a:pt x="1809" y="285"/>
                </a:lnTo>
                <a:lnTo>
                  <a:pt x="1837" y="303"/>
                </a:lnTo>
                <a:lnTo>
                  <a:pt x="1860" y="331"/>
                </a:lnTo>
                <a:lnTo>
                  <a:pt x="1881" y="331"/>
                </a:lnTo>
                <a:lnTo>
                  <a:pt x="1920" y="271"/>
                </a:lnTo>
                <a:lnTo>
                  <a:pt x="1938" y="211"/>
                </a:lnTo>
                <a:lnTo>
                  <a:pt x="1938" y="146"/>
                </a:lnTo>
                <a:lnTo>
                  <a:pt x="1948" y="107"/>
                </a:lnTo>
                <a:lnTo>
                  <a:pt x="1992" y="60"/>
                </a:lnTo>
                <a:lnTo>
                  <a:pt x="2017" y="14"/>
                </a:lnTo>
                <a:lnTo>
                  <a:pt x="2012" y="0"/>
                </a:lnTo>
                <a:lnTo>
                  <a:pt x="2038" y="7"/>
                </a:lnTo>
                <a:lnTo>
                  <a:pt x="2052" y="21"/>
                </a:lnTo>
                <a:lnTo>
                  <a:pt x="2073" y="40"/>
                </a:lnTo>
                <a:lnTo>
                  <a:pt x="2091" y="56"/>
                </a:lnTo>
                <a:lnTo>
                  <a:pt x="2117" y="114"/>
                </a:lnTo>
                <a:lnTo>
                  <a:pt x="2131" y="132"/>
                </a:lnTo>
                <a:lnTo>
                  <a:pt x="2170" y="189"/>
                </a:lnTo>
                <a:lnTo>
                  <a:pt x="2188" y="224"/>
                </a:lnTo>
                <a:lnTo>
                  <a:pt x="2195" y="243"/>
                </a:lnTo>
                <a:lnTo>
                  <a:pt x="2199" y="253"/>
                </a:lnTo>
                <a:lnTo>
                  <a:pt x="2238" y="271"/>
                </a:lnTo>
                <a:lnTo>
                  <a:pt x="2246" y="303"/>
                </a:lnTo>
                <a:lnTo>
                  <a:pt x="2246" y="328"/>
                </a:lnTo>
                <a:lnTo>
                  <a:pt x="2238" y="382"/>
                </a:lnTo>
                <a:lnTo>
                  <a:pt x="2206" y="421"/>
                </a:lnTo>
                <a:lnTo>
                  <a:pt x="2181" y="464"/>
                </a:lnTo>
                <a:lnTo>
                  <a:pt x="2170" y="504"/>
                </a:lnTo>
                <a:lnTo>
                  <a:pt x="2177" y="524"/>
                </a:lnTo>
                <a:lnTo>
                  <a:pt x="2206" y="524"/>
                </a:lnTo>
                <a:lnTo>
                  <a:pt x="2227" y="518"/>
                </a:lnTo>
                <a:lnTo>
                  <a:pt x="2238" y="490"/>
                </a:lnTo>
                <a:lnTo>
                  <a:pt x="2256" y="464"/>
                </a:lnTo>
                <a:lnTo>
                  <a:pt x="2288" y="458"/>
                </a:lnTo>
                <a:lnTo>
                  <a:pt x="2324" y="453"/>
                </a:lnTo>
                <a:lnTo>
                  <a:pt x="2357" y="449"/>
                </a:lnTo>
                <a:lnTo>
                  <a:pt x="2392" y="442"/>
                </a:lnTo>
                <a:lnTo>
                  <a:pt x="2421" y="449"/>
                </a:lnTo>
                <a:lnTo>
                  <a:pt x="2431" y="467"/>
                </a:lnTo>
                <a:lnTo>
                  <a:pt x="2424" y="490"/>
                </a:lnTo>
                <a:lnTo>
                  <a:pt x="2435" y="507"/>
                </a:lnTo>
                <a:lnTo>
                  <a:pt x="2445" y="511"/>
                </a:lnTo>
                <a:lnTo>
                  <a:pt x="2460" y="507"/>
                </a:lnTo>
                <a:lnTo>
                  <a:pt x="2477" y="474"/>
                </a:lnTo>
                <a:lnTo>
                  <a:pt x="2496" y="461"/>
                </a:lnTo>
                <a:lnTo>
                  <a:pt x="2524" y="458"/>
                </a:lnTo>
                <a:lnTo>
                  <a:pt x="2588" y="461"/>
                </a:lnTo>
                <a:lnTo>
                  <a:pt x="2653" y="464"/>
                </a:lnTo>
                <a:lnTo>
                  <a:pt x="2713" y="464"/>
                </a:lnTo>
                <a:lnTo>
                  <a:pt x="2775" y="474"/>
                </a:lnTo>
                <a:lnTo>
                  <a:pt x="2810" y="482"/>
                </a:lnTo>
                <a:lnTo>
                  <a:pt x="2824" y="504"/>
                </a:lnTo>
                <a:lnTo>
                  <a:pt x="2824" y="528"/>
                </a:lnTo>
                <a:lnTo>
                  <a:pt x="2831" y="543"/>
                </a:lnTo>
                <a:lnTo>
                  <a:pt x="2853" y="546"/>
                </a:lnTo>
                <a:lnTo>
                  <a:pt x="2881" y="539"/>
                </a:lnTo>
                <a:lnTo>
                  <a:pt x="2899" y="524"/>
                </a:lnTo>
                <a:lnTo>
                  <a:pt x="2927" y="518"/>
                </a:lnTo>
                <a:lnTo>
                  <a:pt x="2978" y="532"/>
                </a:lnTo>
                <a:lnTo>
                  <a:pt x="3038" y="536"/>
                </a:lnTo>
                <a:lnTo>
                  <a:pt x="3115" y="536"/>
                </a:lnTo>
                <a:lnTo>
                  <a:pt x="3188" y="528"/>
                </a:lnTo>
                <a:lnTo>
                  <a:pt x="3246" y="528"/>
                </a:lnTo>
                <a:lnTo>
                  <a:pt x="3283" y="524"/>
                </a:lnTo>
                <a:lnTo>
                  <a:pt x="3299" y="518"/>
                </a:lnTo>
                <a:lnTo>
                  <a:pt x="3322" y="518"/>
                </a:lnTo>
                <a:lnTo>
                  <a:pt x="3339" y="518"/>
                </a:lnTo>
                <a:lnTo>
                  <a:pt x="3357" y="524"/>
                </a:lnTo>
                <a:lnTo>
                  <a:pt x="3493" y="631"/>
                </a:lnTo>
                <a:lnTo>
                  <a:pt x="3510" y="643"/>
                </a:lnTo>
                <a:lnTo>
                  <a:pt x="3533" y="650"/>
                </a:lnTo>
                <a:lnTo>
                  <a:pt x="3549" y="647"/>
                </a:lnTo>
                <a:lnTo>
                  <a:pt x="3586" y="647"/>
                </a:lnTo>
                <a:lnTo>
                  <a:pt x="3701" y="639"/>
                </a:lnTo>
                <a:lnTo>
                  <a:pt x="3714" y="643"/>
                </a:lnTo>
                <a:lnTo>
                  <a:pt x="3729" y="647"/>
                </a:lnTo>
                <a:lnTo>
                  <a:pt x="3740" y="663"/>
                </a:lnTo>
                <a:lnTo>
                  <a:pt x="3743" y="678"/>
                </a:lnTo>
                <a:lnTo>
                  <a:pt x="3750" y="693"/>
                </a:lnTo>
                <a:lnTo>
                  <a:pt x="3754" y="710"/>
                </a:lnTo>
                <a:lnTo>
                  <a:pt x="3757" y="717"/>
                </a:lnTo>
                <a:lnTo>
                  <a:pt x="3757" y="733"/>
                </a:lnTo>
                <a:lnTo>
                  <a:pt x="3761" y="754"/>
                </a:lnTo>
                <a:lnTo>
                  <a:pt x="3761" y="770"/>
                </a:lnTo>
                <a:lnTo>
                  <a:pt x="3761" y="789"/>
                </a:lnTo>
                <a:lnTo>
                  <a:pt x="3761" y="811"/>
                </a:lnTo>
                <a:lnTo>
                  <a:pt x="3761" y="846"/>
                </a:lnTo>
                <a:lnTo>
                  <a:pt x="3754" y="885"/>
                </a:lnTo>
                <a:lnTo>
                  <a:pt x="3743" y="925"/>
                </a:lnTo>
                <a:lnTo>
                  <a:pt x="3729" y="960"/>
                </a:lnTo>
                <a:lnTo>
                  <a:pt x="3710" y="999"/>
                </a:lnTo>
                <a:lnTo>
                  <a:pt x="3693" y="1040"/>
                </a:lnTo>
                <a:lnTo>
                  <a:pt x="3685" y="1057"/>
                </a:lnTo>
                <a:lnTo>
                  <a:pt x="3660" y="1096"/>
                </a:lnTo>
                <a:lnTo>
                  <a:pt x="3650" y="1119"/>
                </a:lnTo>
                <a:lnTo>
                  <a:pt x="3604" y="1175"/>
                </a:lnTo>
                <a:lnTo>
                  <a:pt x="3575" y="1211"/>
                </a:lnTo>
                <a:lnTo>
                  <a:pt x="3549" y="1250"/>
                </a:lnTo>
                <a:lnTo>
                  <a:pt x="3514" y="1308"/>
                </a:lnTo>
                <a:lnTo>
                  <a:pt x="3496" y="1346"/>
                </a:lnTo>
                <a:lnTo>
                  <a:pt x="3479" y="1385"/>
                </a:lnTo>
                <a:lnTo>
                  <a:pt x="3460" y="1403"/>
                </a:lnTo>
                <a:lnTo>
                  <a:pt x="3443" y="1426"/>
                </a:lnTo>
                <a:lnTo>
                  <a:pt x="3425" y="1426"/>
                </a:lnTo>
                <a:lnTo>
                  <a:pt x="3410" y="1443"/>
                </a:lnTo>
                <a:lnTo>
                  <a:pt x="3407" y="1461"/>
                </a:lnTo>
                <a:lnTo>
                  <a:pt x="3403" y="1479"/>
                </a:lnTo>
                <a:lnTo>
                  <a:pt x="3392" y="1489"/>
                </a:lnTo>
                <a:lnTo>
                  <a:pt x="3389" y="1500"/>
                </a:lnTo>
                <a:lnTo>
                  <a:pt x="3389" y="1518"/>
                </a:lnTo>
                <a:lnTo>
                  <a:pt x="3378" y="1529"/>
                </a:lnTo>
                <a:lnTo>
                  <a:pt x="3389" y="1593"/>
                </a:lnTo>
                <a:lnTo>
                  <a:pt x="3392" y="1653"/>
                </a:lnTo>
                <a:lnTo>
                  <a:pt x="3396" y="1706"/>
                </a:lnTo>
                <a:lnTo>
                  <a:pt x="3392" y="1761"/>
                </a:lnTo>
                <a:lnTo>
                  <a:pt x="3382" y="1782"/>
                </a:lnTo>
                <a:lnTo>
                  <a:pt x="3382" y="1803"/>
                </a:lnTo>
                <a:lnTo>
                  <a:pt x="3392" y="1839"/>
                </a:lnTo>
                <a:lnTo>
                  <a:pt x="3382" y="1879"/>
                </a:lnTo>
                <a:lnTo>
                  <a:pt x="3346" y="1918"/>
                </a:lnTo>
                <a:lnTo>
                  <a:pt x="3332" y="1939"/>
                </a:lnTo>
                <a:lnTo>
                  <a:pt x="3329" y="1972"/>
                </a:lnTo>
                <a:lnTo>
                  <a:pt x="3329" y="2006"/>
                </a:lnTo>
                <a:lnTo>
                  <a:pt x="3317" y="2029"/>
                </a:lnTo>
                <a:lnTo>
                  <a:pt x="3314" y="2068"/>
                </a:lnTo>
                <a:lnTo>
                  <a:pt x="3299" y="2103"/>
                </a:lnTo>
                <a:lnTo>
                  <a:pt x="3296" y="2126"/>
                </a:lnTo>
                <a:lnTo>
                  <a:pt x="3275" y="2157"/>
                </a:lnTo>
                <a:lnTo>
                  <a:pt x="3246" y="2186"/>
                </a:lnTo>
                <a:lnTo>
                  <a:pt x="3225" y="2222"/>
                </a:lnTo>
                <a:lnTo>
                  <a:pt x="3206" y="2260"/>
                </a:lnTo>
                <a:lnTo>
                  <a:pt x="3172" y="2318"/>
                </a:lnTo>
                <a:lnTo>
                  <a:pt x="3153" y="2357"/>
                </a:lnTo>
                <a:lnTo>
                  <a:pt x="3135" y="2376"/>
                </a:lnTo>
                <a:lnTo>
                  <a:pt x="3117" y="2392"/>
                </a:lnTo>
                <a:lnTo>
                  <a:pt x="3100" y="2415"/>
                </a:lnTo>
                <a:lnTo>
                  <a:pt x="3045" y="2454"/>
                </a:lnTo>
                <a:lnTo>
                  <a:pt x="3022" y="2461"/>
                </a:lnTo>
                <a:lnTo>
                  <a:pt x="3017" y="2461"/>
                </a:lnTo>
                <a:lnTo>
                  <a:pt x="2981" y="2461"/>
                </a:lnTo>
                <a:lnTo>
                  <a:pt x="2964" y="2461"/>
                </a:lnTo>
                <a:lnTo>
                  <a:pt x="2934" y="2468"/>
                </a:lnTo>
                <a:lnTo>
                  <a:pt x="2925" y="2482"/>
                </a:lnTo>
                <a:lnTo>
                  <a:pt x="2889" y="2468"/>
                </a:lnTo>
                <a:lnTo>
                  <a:pt x="2849" y="2468"/>
                </a:lnTo>
                <a:lnTo>
                  <a:pt x="2824" y="2486"/>
                </a:lnTo>
                <a:lnTo>
                  <a:pt x="2817" y="2507"/>
                </a:lnTo>
                <a:lnTo>
                  <a:pt x="2796" y="2528"/>
                </a:lnTo>
                <a:lnTo>
                  <a:pt x="2742" y="2547"/>
                </a:lnTo>
                <a:lnTo>
                  <a:pt x="2685" y="2586"/>
                </a:lnTo>
                <a:lnTo>
                  <a:pt x="2627" y="2607"/>
                </a:lnTo>
                <a:lnTo>
                  <a:pt x="2592" y="2625"/>
                </a:lnTo>
                <a:lnTo>
                  <a:pt x="2546" y="2665"/>
                </a:lnTo>
                <a:lnTo>
                  <a:pt x="2516" y="2704"/>
                </a:lnTo>
                <a:lnTo>
                  <a:pt x="2484" y="2741"/>
                </a:lnTo>
                <a:lnTo>
                  <a:pt x="2467" y="2746"/>
                </a:lnTo>
                <a:lnTo>
                  <a:pt x="2445" y="2761"/>
                </a:lnTo>
                <a:lnTo>
                  <a:pt x="2426" y="2782"/>
                </a:lnTo>
                <a:lnTo>
                  <a:pt x="2421" y="2789"/>
                </a:lnTo>
                <a:lnTo>
                  <a:pt x="2410" y="2803"/>
                </a:lnTo>
                <a:lnTo>
                  <a:pt x="2410" y="2818"/>
                </a:lnTo>
                <a:lnTo>
                  <a:pt x="2410" y="2840"/>
                </a:lnTo>
                <a:lnTo>
                  <a:pt x="2413" y="2857"/>
                </a:lnTo>
                <a:lnTo>
                  <a:pt x="2431" y="2875"/>
                </a:lnTo>
                <a:lnTo>
                  <a:pt x="2431" y="2896"/>
                </a:lnTo>
                <a:lnTo>
                  <a:pt x="2399" y="3047"/>
                </a:lnTo>
                <a:lnTo>
                  <a:pt x="2380" y="3067"/>
                </a:lnTo>
                <a:lnTo>
                  <a:pt x="2364" y="3086"/>
                </a:lnTo>
                <a:lnTo>
                  <a:pt x="2256" y="3201"/>
                </a:lnTo>
                <a:lnTo>
                  <a:pt x="2199" y="3261"/>
                </a:lnTo>
                <a:lnTo>
                  <a:pt x="2174" y="3296"/>
                </a:lnTo>
                <a:lnTo>
                  <a:pt x="2163" y="3335"/>
                </a:lnTo>
                <a:lnTo>
                  <a:pt x="2149" y="3357"/>
                </a:lnTo>
                <a:lnTo>
                  <a:pt x="2145" y="3376"/>
                </a:lnTo>
                <a:lnTo>
                  <a:pt x="2131" y="3390"/>
                </a:lnTo>
                <a:lnTo>
                  <a:pt x="2110" y="3397"/>
                </a:lnTo>
                <a:lnTo>
                  <a:pt x="2095" y="3397"/>
                </a:lnTo>
                <a:lnTo>
                  <a:pt x="2073" y="3415"/>
                </a:lnTo>
                <a:lnTo>
                  <a:pt x="2059" y="3432"/>
                </a:lnTo>
                <a:lnTo>
                  <a:pt x="2056" y="3455"/>
                </a:lnTo>
                <a:lnTo>
                  <a:pt x="2056" y="3471"/>
                </a:lnTo>
                <a:lnTo>
                  <a:pt x="2049" y="3478"/>
                </a:lnTo>
                <a:lnTo>
                  <a:pt x="2042" y="3492"/>
                </a:lnTo>
                <a:lnTo>
                  <a:pt x="2034" y="3508"/>
                </a:lnTo>
                <a:lnTo>
                  <a:pt x="2024" y="3515"/>
                </a:lnTo>
                <a:lnTo>
                  <a:pt x="1962" y="3571"/>
                </a:lnTo>
                <a:lnTo>
                  <a:pt x="1934" y="3497"/>
                </a:lnTo>
                <a:lnTo>
                  <a:pt x="1938" y="3443"/>
                </a:lnTo>
                <a:lnTo>
                  <a:pt x="1927" y="3415"/>
                </a:lnTo>
                <a:lnTo>
                  <a:pt x="1895" y="3415"/>
                </a:lnTo>
                <a:lnTo>
                  <a:pt x="1881" y="3397"/>
                </a:lnTo>
                <a:lnTo>
                  <a:pt x="1873" y="3368"/>
                </a:lnTo>
                <a:lnTo>
                  <a:pt x="1848" y="3335"/>
                </a:lnTo>
                <a:lnTo>
                  <a:pt x="1809" y="3321"/>
                </a:lnTo>
                <a:lnTo>
                  <a:pt x="1752" y="3321"/>
                </a:lnTo>
                <a:lnTo>
                  <a:pt x="1727" y="3307"/>
                </a:lnTo>
                <a:lnTo>
                  <a:pt x="1696" y="3261"/>
                </a:lnTo>
                <a:lnTo>
                  <a:pt x="1659" y="3254"/>
                </a:lnTo>
                <a:lnTo>
                  <a:pt x="1581" y="3258"/>
                </a:lnTo>
                <a:lnTo>
                  <a:pt x="1673" y="3136"/>
                </a:lnTo>
                <a:lnTo>
                  <a:pt x="1781" y="3039"/>
                </a:lnTo>
                <a:lnTo>
                  <a:pt x="1856" y="2990"/>
                </a:lnTo>
                <a:lnTo>
                  <a:pt x="1920" y="2979"/>
                </a:lnTo>
                <a:lnTo>
                  <a:pt x="1927" y="2968"/>
                </a:lnTo>
                <a:lnTo>
                  <a:pt x="1923" y="2936"/>
                </a:lnTo>
                <a:lnTo>
                  <a:pt x="1942" y="2896"/>
                </a:lnTo>
                <a:lnTo>
                  <a:pt x="1938" y="2872"/>
                </a:lnTo>
                <a:lnTo>
                  <a:pt x="1920" y="2847"/>
                </a:lnTo>
                <a:lnTo>
                  <a:pt x="1837" y="2831"/>
                </a:lnTo>
                <a:lnTo>
                  <a:pt x="1860" y="2801"/>
                </a:lnTo>
                <a:lnTo>
                  <a:pt x="1867" y="2743"/>
                </a:lnTo>
                <a:lnTo>
                  <a:pt x="1867" y="2707"/>
                </a:lnTo>
                <a:lnTo>
                  <a:pt x="1844" y="2679"/>
                </a:lnTo>
                <a:lnTo>
                  <a:pt x="1828" y="2667"/>
                </a:lnTo>
                <a:lnTo>
                  <a:pt x="1816" y="2665"/>
                </a:lnTo>
                <a:lnTo>
                  <a:pt x="1805" y="2665"/>
                </a:lnTo>
                <a:lnTo>
                  <a:pt x="1763" y="2671"/>
                </a:lnTo>
                <a:lnTo>
                  <a:pt x="1752" y="2665"/>
                </a:lnTo>
                <a:lnTo>
                  <a:pt x="1745" y="2650"/>
                </a:lnTo>
                <a:lnTo>
                  <a:pt x="1745" y="2633"/>
                </a:lnTo>
                <a:lnTo>
                  <a:pt x="1749" y="2621"/>
                </a:lnTo>
                <a:lnTo>
                  <a:pt x="1756" y="2589"/>
                </a:lnTo>
                <a:lnTo>
                  <a:pt x="1758" y="2575"/>
                </a:lnTo>
                <a:lnTo>
                  <a:pt x="1756" y="2556"/>
                </a:lnTo>
                <a:lnTo>
                  <a:pt x="1745" y="2543"/>
                </a:lnTo>
                <a:lnTo>
                  <a:pt x="1730" y="2536"/>
                </a:lnTo>
                <a:lnTo>
                  <a:pt x="1692" y="2540"/>
                </a:lnTo>
                <a:lnTo>
                  <a:pt x="1645" y="2554"/>
                </a:lnTo>
                <a:lnTo>
                  <a:pt x="1609" y="2575"/>
                </a:lnTo>
                <a:lnTo>
                  <a:pt x="1574" y="2556"/>
                </a:lnTo>
                <a:lnTo>
                  <a:pt x="1555" y="2500"/>
                </a:lnTo>
                <a:lnTo>
                  <a:pt x="1559" y="2418"/>
                </a:lnTo>
                <a:lnTo>
                  <a:pt x="1548" y="2346"/>
                </a:lnTo>
                <a:lnTo>
                  <a:pt x="1495" y="2311"/>
                </a:lnTo>
                <a:lnTo>
                  <a:pt x="1548" y="2346"/>
                </a:lnTo>
                <a:lnTo>
                  <a:pt x="1562" y="2257"/>
                </a:lnTo>
                <a:lnTo>
                  <a:pt x="1587" y="2203"/>
                </a:lnTo>
                <a:lnTo>
                  <a:pt x="1598" y="2157"/>
                </a:lnTo>
                <a:lnTo>
                  <a:pt x="1577" y="2133"/>
                </a:lnTo>
                <a:lnTo>
                  <a:pt x="1537" y="2133"/>
                </a:lnTo>
                <a:lnTo>
                  <a:pt x="1527" y="2100"/>
                </a:lnTo>
                <a:lnTo>
                  <a:pt x="1523" y="2029"/>
                </a:lnTo>
                <a:lnTo>
                  <a:pt x="1509" y="2010"/>
                </a:lnTo>
                <a:lnTo>
                  <a:pt x="1455" y="2029"/>
                </a:lnTo>
                <a:lnTo>
                  <a:pt x="1387" y="2032"/>
                </a:lnTo>
                <a:lnTo>
                  <a:pt x="1352" y="2015"/>
                </a:lnTo>
                <a:lnTo>
                  <a:pt x="1334" y="1965"/>
                </a:lnTo>
                <a:lnTo>
                  <a:pt x="1280" y="1928"/>
                </a:lnTo>
                <a:lnTo>
                  <a:pt x="1283" y="1921"/>
                </a:lnTo>
                <a:lnTo>
                  <a:pt x="1331" y="1911"/>
                </a:lnTo>
                <a:lnTo>
                  <a:pt x="1334" y="1889"/>
                </a:lnTo>
                <a:lnTo>
                  <a:pt x="1308" y="1861"/>
                </a:lnTo>
                <a:lnTo>
                  <a:pt x="1298" y="1803"/>
                </a:lnTo>
                <a:lnTo>
                  <a:pt x="1244" y="1808"/>
                </a:lnTo>
                <a:lnTo>
                  <a:pt x="1227" y="1793"/>
                </a:lnTo>
                <a:lnTo>
                  <a:pt x="1191" y="1789"/>
                </a:lnTo>
                <a:lnTo>
                  <a:pt x="1141" y="1808"/>
                </a:lnTo>
                <a:lnTo>
                  <a:pt x="1126" y="1800"/>
                </a:lnTo>
                <a:lnTo>
                  <a:pt x="1090" y="1747"/>
                </a:lnTo>
                <a:lnTo>
                  <a:pt x="1061" y="1729"/>
                </a:lnTo>
                <a:lnTo>
                  <a:pt x="1005" y="1743"/>
                </a:lnTo>
                <a:lnTo>
                  <a:pt x="984" y="1735"/>
                </a:lnTo>
                <a:lnTo>
                  <a:pt x="966" y="1701"/>
                </a:lnTo>
                <a:lnTo>
                  <a:pt x="948" y="1685"/>
                </a:lnTo>
                <a:lnTo>
                  <a:pt x="855" y="1678"/>
                </a:lnTo>
                <a:lnTo>
                  <a:pt x="826" y="1650"/>
                </a:lnTo>
                <a:lnTo>
                  <a:pt x="823" y="1604"/>
                </a:lnTo>
                <a:lnTo>
                  <a:pt x="844" y="1525"/>
                </a:lnTo>
                <a:lnTo>
                  <a:pt x="837" y="1493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02" name="Freeform 262"/>
          <p:cNvSpPr>
            <a:spLocks/>
          </p:cNvSpPr>
          <p:nvPr/>
        </p:nvSpPr>
        <p:spPr bwMode="auto">
          <a:xfrm rot="21045919">
            <a:off x="2025712" y="1968018"/>
            <a:ext cx="69850" cy="44440"/>
          </a:xfrm>
          <a:custGeom>
            <a:avLst/>
            <a:gdLst/>
            <a:ahLst/>
            <a:cxnLst>
              <a:cxn ang="0">
                <a:pos x="37" y="0"/>
              </a:cxn>
              <a:cxn ang="0">
                <a:pos x="88" y="0"/>
              </a:cxn>
              <a:cxn ang="0">
                <a:pos x="124" y="5"/>
              </a:cxn>
              <a:cxn ang="0">
                <a:pos x="166" y="33"/>
              </a:cxn>
              <a:cxn ang="0">
                <a:pos x="185" y="70"/>
              </a:cxn>
              <a:cxn ang="0">
                <a:pos x="181" y="90"/>
              </a:cxn>
              <a:cxn ang="0">
                <a:pos x="166" y="99"/>
              </a:cxn>
              <a:cxn ang="0">
                <a:pos x="152" y="104"/>
              </a:cxn>
              <a:cxn ang="0">
                <a:pos x="124" y="85"/>
              </a:cxn>
              <a:cxn ang="0">
                <a:pos x="42" y="76"/>
              </a:cxn>
              <a:cxn ang="0">
                <a:pos x="12" y="61"/>
              </a:cxn>
              <a:cxn ang="0">
                <a:pos x="0" y="33"/>
              </a:cxn>
              <a:cxn ang="0">
                <a:pos x="8" y="19"/>
              </a:cxn>
              <a:cxn ang="0">
                <a:pos x="37" y="0"/>
              </a:cxn>
            </a:cxnLst>
            <a:rect l="0" t="0" r="r" b="b"/>
            <a:pathLst>
              <a:path w="185" h="104">
                <a:moveTo>
                  <a:pt x="37" y="0"/>
                </a:moveTo>
                <a:lnTo>
                  <a:pt x="88" y="0"/>
                </a:lnTo>
                <a:lnTo>
                  <a:pt x="124" y="5"/>
                </a:lnTo>
                <a:lnTo>
                  <a:pt x="166" y="33"/>
                </a:lnTo>
                <a:lnTo>
                  <a:pt x="185" y="70"/>
                </a:lnTo>
                <a:lnTo>
                  <a:pt x="181" y="90"/>
                </a:lnTo>
                <a:lnTo>
                  <a:pt x="166" y="99"/>
                </a:lnTo>
                <a:lnTo>
                  <a:pt x="152" y="104"/>
                </a:lnTo>
                <a:lnTo>
                  <a:pt x="124" y="85"/>
                </a:lnTo>
                <a:lnTo>
                  <a:pt x="42" y="76"/>
                </a:lnTo>
                <a:lnTo>
                  <a:pt x="12" y="61"/>
                </a:lnTo>
                <a:lnTo>
                  <a:pt x="0" y="33"/>
                </a:lnTo>
                <a:lnTo>
                  <a:pt x="8" y="19"/>
                </a:lnTo>
                <a:lnTo>
                  <a:pt x="37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03" name="Freeform 263"/>
          <p:cNvSpPr>
            <a:spLocks/>
          </p:cNvSpPr>
          <p:nvPr/>
        </p:nvSpPr>
        <p:spPr bwMode="auto">
          <a:xfrm rot="21045919">
            <a:off x="1906650" y="2045788"/>
            <a:ext cx="127000" cy="80944"/>
          </a:xfrm>
          <a:custGeom>
            <a:avLst/>
            <a:gdLst/>
            <a:ahLst/>
            <a:cxnLst>
              <a:cxn ang="0">
                <a:pos x="300" y="60"/>
              </a:cxn>
              <a:cxn ang="0">
                <a:pos x="264" y="25"/>
              </a:cxn>
              <a:cxn ang="0">
                <a:pos x="251" y="7"/>
              </a:cxn>
              <a:cxn ang="0">
                <a:pos x="204" y="0"/>
              </a:cxn>
              <a:cxn ang="0">
                <a:pos x="150" y="13"/>
              </a:cxn>
              <a:cxn ang="0">
                <a:pos x="103" y="42"/>
              </a:cxn>
              <a:cxn ang="0">
                <a:pos x="70" y="71"/>
              </a:cxn>
              <a:cxn ang="0">
                <a:pos x="37" y="87"/>
              </a:cxn>
              <a:cxn ang="0">
                <a:pos x="9" y="100"/>
              </a:cxn>
              <a:cxn ang="0">
                <a:pos x="0" y="134"/>
              </a:cxn>
              <a:cxn ang="0">
                <a:pos x="14" y="162"/>
              </a:cxn>
              <a:cxn ang="0">
                <a:pos x="42" y="194"/>
              </a:cxn>
              <a:cxn ang="0">
                <a:pos x="70" y="194"/>
              </a:cxn>
              <a:cxn ang="0">
                <a:pos x="103" y="180"/>
              </a:cxn>
              <a:cxn ang="0">
                <a:pos x="131" y="157"/>
              </a:cxn>
              <a:cxn ang="0">
                <a:pos x="178" y="152"/>
              </a:cxn>
              <a:cxn ang="0">
                <a:pos x="226" y="157"/>
              </a:cxn>
              <a:cxn ang="0">
                <a:pos x="243" y="142"/>
              </a:cxn>
              <a:cxn ang="0">
                <a:pos x="291" y="134"/>
              </a:cxn>
              <a:cxn ang="0">
                <a:pos x="327" y="137"/>
              </a:cxn>
              <a:cxn ang="0">
                <a:pos x="332" y="124"/>
              </a:cxn>
              <a:cxn ang="0">
                <a:pos x="300" y="60"/>
              </a:cxn>
            </a:cxnLst>
            <a:rect l="0" t="0" r="r" b="b"/>
            <a:pathLst>
              <a:path w="332" h="194">
                <a:moveTo>
                  <a:pt x="300" y="60"/>
                </a:moveTo>
                <a:lnTo>
                  <a:pt x="264" y="25"/>
                </a:lnTo>
                <a:lnTo>
                  <a:pt x="251" y="7"/>
                </a:lnTo>
                <a:lnTo>
                  <a:pt x="204" y="0"/>
                </a:lnTo>
                <a:lnTo>
                  <a:pt x="150" y="13"/>
                </a:lnTo>
                <a:lnTo>
                  <a:pt x="103" y="42"/>
                </a:lnTo>
                <a:lnTo>
                  <a:pt x="70" y="71"/>
                </a:lnTo>
                <a:lnTo>
                  <a:pt x="37" y="87"/>
                </a:lnTo>
                <a:lnTo>
                  <a:pt x="9" y="100"/>
                </a:lnTo>
                <a:lnTo>
                  <a:pt x="0" y="134"/>
                </a:lnTo>
                <a:lnTo>
                  <a:pt x="14" y="162"/>
                </a:lnTo>
                <a:lnTo>
                  <a:pt x="42" y="194"/>
                </a:lnTo>
                <a:lnTo>
                  <a:pt x="70" y="194"/>
                </a:lnTo>
                <a:lnTo>
                  <a:pt x="103" y="180"/>
                </a:lnTo>
                <a:lnTo>
                  <a:pt x="131" y="157"/>
                </a:lnTo>
                <a:lnTo>
                  <a:pt x="178" y="152"/>
                </a:lnTo>
                <a:lnTo>
                  <a:pt x="226" y="157"/>
                </a:lnTo>
                <a:lnTo>
                  <a:pt x="243" y="142"/>
                </a:lnTo>
                <a:lnTo>
                  <a:pt x="291" y="134"/>
                </a:lnTo>
                <a:lnTo>
                  <a:pt x="327" y="137"/>
                </a:lnTo>
                <a:lnTo>
                  <a:pt x="332" y="124"/>
                </a:lnTo>
                <a:lnTo>
                  <a:pt x="300" y="6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04" name="Freeform 264"/>
          <p:cNvSpPr>
            <a:spLocks/>
          </p:cNvSpPr>
          <p:nvPr/>
        </p:nvSpPr>
        <p:spPr bwMode="auto">
          <a:xfrm rot="21045919">
            <a:off x="2270187" y="2056898"/>
            <a:ext cx="114300" cy="60311"/>
          </a:xfrm>
          <a:custGeom>
            <a:avLst/>
            <a:gdLst/>
            <a:ahLst/>
            <a:cxnLst>
              <a:cxn ang="0">
                <a:pos x="60" y="0"/>
              </a:cxn>
              <a:cxn ang="0">
                <a:pos x="93" y="4"/>
              </a:cxn>
              <a:cxn ang="0">
                <a:pos x="151" y="22"/>
              </a:cxn>
              <a:cxn ang="0">
                <a:pos x="210" y="28"/>
              </a:cxn>
              <a:cxn ang="0">
                <a:pos x="253" y="32"/>
              </a:cxn>
              <a:cxn ang="0">
                <a:pos x="282" y="55"/>
              </a:cxn>
              <a:cxn ang="0">
                <a:pos x="299" y="82"/>
              </a:cxn>
              <a:cxn ang="0">
                <a:pos x="299" y="96"/>
              </a:cxn>
              <a:cxn ang="0">
                <a:pos x="291" y="124"/>
              </a:cxn>
              <a:cxn ang="0">
                <a:pos x="285" y="129"/>
              </a:cxn>
              <a:cxn ang="0">
                <a:pos x="257" y="148"/>
              </a:cxn>
              <a:cxn ang="0">
                <a:pos x="220" y="148"/>
              </a:cxn>
              <a:cxn ang="0">
                <a:pos x="191" y="129"/>
              </a:cxn>
              <a:cxn ang="0">
                <a:pos x="169" y="129"/>
              </a:cxn>
              <a:cxn ang="0">
                <a:pos x="130" y="129"/>
              </a:cxn>
              <a:cxn ang="0">
                <a:pos x="119" y="128"/>
              </a:cxn>
              <a:cxn ang="0">
                <a:pos x="83" y="101"/>
              </a:cxn>
              <a:cxn ang="0">
                <a:pos x="48" y="91"/>
              </a:cxn>
              <a:cxn ang="0">
                <a:pos x="24" y="97"/>
              </a:cxn>
              <a:cxn ang="0">
                <a:pos x="13" y="93"/>
              </a:cxn>
              <a:cxn ang="0">
                <a:pos x="5" y="73"/>
              </a:cxn>
              <a:cxn ang="0">
                <a:pos x="0" y="50"/>
              </a:cxn>
              <a:cxn ang="0">
                <a:pos x="19" y="22"/>
              </a:cxn>
              <a:cxn ang="0">
                <a:pos x="39" y="7"/>
              </a:cxn>
              <a:cxn ang="0">
                <a:pos x="60" y="0"/>
              </a:cxn>
            </a:cxnLst>
            <a:rect l="0" t="0" r="r" b="b"/>
            <a:pathLst>
              <a:path w="299" h="148">
                <a:moveTo>
                  <a:pt x="60" y="0"/>
                </a:moveTo>
                <a:lnTo>
                  <a:pt x="93" y="4"/>
                </a:lnTo>
                <a:lnTo>
                  <a:pt x="151" y="22"/>
                </a:lnTo>
                <a:lnTo>
                  <a:pt x="210" y="28"/>
                </a:lnTo>
                <a:lnTo>
                  <a:pt x="253" y="32"/>
                </a:lnTo>
                <a:lnTo>
                  <a:pt x="282" y="55"/>
                </a:lnTo>
                <a:lnTo>
                  <a:pt x="299" y="82"/>
                </a:lnTo>
                <a:lnTo>
                  <a:pt x="299" y="96"/>
                </a:lnTo>
                <a:lnTo>
                  <a:pt x="291" y="124"/>
                </a:lnTo>
                <a:lnTo>
                  <a:pt x="285" y="129"/>
                </a:lnTo>
                <a:lnTo>
                  <a:pt x="257" y="148"/>
                </a:lnTo>
                <a:lnTo>
                  <a:pt x="220" y="148"/>
                </a:lnTo>
                <a:lnTo>
                  <a:pt x="191" y="129"/>
                </a:lnTo>
                <a:lnTo>
                  <a:pt x="169" y="129"/>
                </a:lnTo>
                <a:lnTo>
                  <a:pt x="130" y="129"/>
                </a:lnTo>
                <a:lnTo>
                  <a:pt x="119" y="128"/>
                </a:lnTo>
                <a:lnTo>
                  <a:pt x="83" y="101"/>
                </a:lnTo>
                <a:lnTo>
                  <a:pt x="48" y="91"/>
                </a:lnTo>
                <a:lnTo>
                  <a:pt x="24" y="97"/>
                </a:lnTo>
                <a:lnTo>
                  <a:pt x="13" y="93"/>
                </a:lnTo>
                <a:lnTo>
                  <a:pt x="5" y="73"/>
                </a:lnTo>
                <a:lnTo>
                  <a:pt x="0" y="50"/>
                </a:lnTo>
                <a:lnTo>
                  <a:pt x="19" y="22"/>
                </a:lnTo>
                <a:lnTo>
                  <a:pt x="39" y="7"/>
                </a:lnTo>
                <a:lnTo>
                  <a:pt x="60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05" name="Freeform 265"/>
          <p:cNvSpPr>
            <a:spLocks/>
          </p:cNvSpPr>
          <p:nvPr/>
        </p:nvSpPr>
        <p:spPr bwMode="auto">
          <a:xfrm rot="21045919">
            <a:off x="2149537" y="2128318"/>
            <a:ext cx="52388" cy="63485"/>
          </a:xfrm>
          <a:custGeom>
            <a:avLst/>
            <a:gdLst/>
            <a:ahLst/>
            <a:cxnLst>
              <a:cxn ang="0">
                <a:pos x="115" y="109"/>
              </a:cxn>
              <a:cxn ang="0">
                <a:pos x="106" y="84"/>
              </a:cxn>
              <a:cxn ang="0">
                <a:pos x="101" y="78"/>
              </a:cxn>
              <a:cxn ang="0">
                <a:pos x="101" y="66"/>
              </a:cxn>
              <a:cxn ang="0">
                <a:pos x="111" y="58"/>
              </a:cxn>
              <a:cxn ang="0">
                <a:pos x="133" y="26"/>
              </a:cxn>
              <a:cxn ang="0">
                <a:pos x="120" y="4"/>
              </a:cxn>
              <a:cxn ang="0">
                <a:pos x="92" y="0"/>
              </a:cxn>
              <a:cxn ang="0">
                <a:pos x="73" y="4"/>
              </a:cxn>
              <a:cxn ang="0">
                <a:pos x="70" y="52"/>
              </a:cxn>
              <a:cxn ang="0">
                <a:pos x="67" y="61"/>
              </a:cxn>
              <a:cxn ang="0">
                <a:pos x="33" y="61"/>
              </a:cxn>
              <a:cxn ang="0">
                <a:pos x="28" y="52"/>
              </a:cxn>
              <a:cxn ang="0">
                <a:pos x="14" y="34"/>
              </a:cxn>
              <a:cxn ang="0">
                <a:pos x="10" y="39"/>
              </a:cxn>
              <a:cxn ang="0">
                <a:pos x="0" y="72"/>
              </a:cxn>
              <a:cxn ang="0">
                <a:pos x="24" y="107"/>
              </a:cxn>
              <a:cxn ang="0">
                <a:pos x="41" y="140"/>
              </a:cxn>
              <a:cxn ang="0">
                <a:pos x="50" y="149"/>
              </a:cxn>
              <a:cxn ang="0">
                <a:pos x="82" y="155"/>
              </a:cxn>
              <a:cxn ang="0">
                <a:pos x="101" y="140"/>
              </a:cxn>
              <a:cxn ang="0">
                <a:pos x="106" y="131"/>
              </a:cxn>
              <a:cxn ang="0">
                <a:pos x="106" y="136"/>
              </a:cxn>
              <a:cxn ang="0">
                <a:pos x="115" y="109"/>
              </a:cxn>
            </a:cxnLst>
            <a:rect l="0" t="0" r="r" b="b"/>
            <a:pathLst>
              <a:path w="133" h="155">
                <a:moveTo>
                  <a:pt x="115" y="109"/>
                </a:moveTo>
                <a:lnTo>
                  <a:pt x="106" y="84"/>
                </a:lnTo>
                <a:lnTo>
                  <a:pt x="101" y="78"/>
                </a:lnTo>
                <a:lnTo>
                  <a:pt x="101" y="66"/>
                </a:lnTo>
                <a:lnTo>
                  <a:pt x="111" y="58"/>
                </a:lnTo>
                <a:lnTo>
                  <a:pt x="133" y="26"/>
                </a:lnTo>
                <a:lnTo>
                  <a:pt x="120" y="4"/>
                </a:lnTo>
                <a:lnTo>
                  <a:pt x="92" y="0"/>
                </a:lnTo>
                <a:lnTo>
                  <a:pt x="73" y="4"/>
                </a:lnTo>
                <a:lnTo>
                  <a:pt x="70" y="52"/>
                </a:lnTo>
                <a:lnTo>
                  <a:pt x="67" y="61"/>
                </a:lnTo>
                <a:lnTo>
                  <a:pt x="33" y="61"/>
                </a:lnTo>
                <a:lnTo>
                  <a:pt x="28" y="52"/>
                </a:lnTo>
                <a:lnTo>
                  <a:pt x="14" y="34"/>
                </a:lnTo>
                <a:lnTo>
                  <a:pt x="10" y="39"/>
                </a:lnTo>
                <a:lnTo>
                  <a:pt x="0" y="72"/>
                </a:lnTo>
                <a:lnTo>
                  <a:pt x="24" y="107"/>
                </a:lnTo>
                <a:lnTo>
                  <a:pt x="41" y="140"/>
                </a:lnTo>
                <a:lnTo>
                  <a:pt x="50" y="149"/>
                </a:lnTo>
                <a:lnTo>
                  <a:pt x="82" y="155"/>
                </a:lnTo>
                <a:lnTo>
                  <a:pt x="101" y="140"/>
                </a:lnTo>
                <a:lnTo>
                  <a:pt x="106" y="131"/>
                </a:lnTo>
                <a:lnTo>
                  <a:pt x="106" y="136"/>
                </a:lnTo>
                <a:lnTo>
                  <a:pt x="115" y="109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06" name="Freeform 266"/>
          <p:cNvSpPr>
            <a:spLocks/>
          </p:cNvSpPr>
          <p:nvPr/>
        </p:nvSpPr>
        <p:spPr bwMode="auto">
          <a:xfrm rot="21045919">
            <a:off x="1220850" y="2285445"/>
            <a:ext cx="49212" cy="34917"/>
          </a:xfrm>
          <a:custGeom>
            <a:avLst/>
            <a:gdLst/>
            <a:ahLst/>
            <a:cxnLst>
              <a:cxn ang="0">
                <a:pos x="45" y="0"/>
              </a:cxn>
              <a:cxn ang="0">
                <a:pos x="76" y="13"/>
              </a:cxn>
              <a:cxn ang="0">
                <a:pos x="102" y="8"/>
              </a:cxn>
              <a:cxn ang="0">
                <a:pos x="120" y="14"/>
              </a:cxn>
              <a:cxn ang="0">
                <a:pos x="131" y="28"/>
              </a:cxn>
              <a:cxn ang="0">
                <a:pos x="129" y="47"/>
              </a:cxn>
              <a:cxn ang="0">
                <a:pos x="109" y="66"/>
              </a:cxn>
              <a:cxn ang="0">
                <a:pos x="71" y="65"/>
              </a:cxn>
              <a:cxn ang="0">
                <a:pos x="45" y="72"/>
              </a:cxn>
              <a:cxn ang="0">
                <a:pos x="36" y="84"/>
              </a:cxn>
              <a:cxn ang="0">
                <a:pos x="16" y="88"/>
              </a:cxn>
              <a:cxn ang="0">
                <a:pos x="0" y="74"/>
              </a:cxn>
              <a:cxn ang="0">
                <a:pos x="3" y="36"/>
              </a:cxn>
              <a:cxn ang="0">
                <a:pos x="22" y="5"/>
              </a:cxn>
              <a:cxn ang="0">
                <a:pos x="45" y="0"/>
              </a:cxn>
            </a:cxnLst>
            <a:rect l="0" t="0" r="r" b="b"/>
            <a:pathLst>
              <a:path w="131" h="88">
                <a:moveTo>
                  <a:pt x="45" y="0"/>
                </a:moveTo>
                <a:lnTo>
                  <a:pt x="76" y="13"/>
                </a:lnTo>
                <a:lnTo>
                  <a:pt x="102" y="8"/>
                </a:lnTo>
                <a:lnTo>
                  <a:pt x="120" y="14"/>
                </a:lnTo>
                <a:lnTo>
                  <a:pt x="131" y="28"/>
                </a:lnTo>
                <a:lnTo>
                  <a:pt x="129" y="47"/>
                </a:lnTo>
                <a:lnTo>
                  <a:pt x="109" y="66"/>
                </a:lnTo>
                <a:lnTo>
                  <a:pt x="71" y="65"/>
                </a:lnTo>
                <a:lnTo>
                  <a:pt x="45" y="72"/>
                </a:lnTo>
                <a:lnTo>
                  <a:pt x="36" y="84"/>
                </a:lnTo>
                <a:lnTo>
                  <a:pt x="16" y="88"/>
                </a:lnTo>
                <a:lnTo>
                  <a:pt x="0" y="74"/>
                </a:lnTo>
                <a:lnTo>
                  <a:pt x="3" y="36"/>
                </a:lnTo>
                <a:lnTo>
                  <a:pt x="22" y="5"/>
                </a:lnTo>
                <a:lnTo>
                  <a:pt x="45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07" name="Freeform 267"/>
          <p:cNvSpPr>
            <a:spLocks/>
          </p:cNvSpPr>
          <p:nvPr/>
        </p:nvSpPr>
        <p:spPr bwMode="auto">
          <a:xfrm rot="21045919">
            <a:off x="2146363" y="2260051"/>
            <a:ext cx="36513" cy="42852"/>
          </a:xfrm>
          <a:custGeom>
            <a:avLst/>
            <a:gdLst/>
            <a:ahLst/>
            <a:cxnLst>
              <a:cxn ang="0">
                <a:pos x="57" y="0"/>
              </a:cxn>
              <a:cxn ang="0">
                <a:pos x="80" y="7"/>
              </a:cxn>
              <a:cxn ang="0">
                <a:pos x="94" y="48"/>
              </a:cxn>
              <a:cxn ang="0">
                <a:pos x="94" y="100"/>
              </a:cxn>
              <a:cxn ang="0">
                <a:pos x="85" y="108"/>
              </a:cxn>
              <a:cxn ang="0">
                <a:pos x="57" y="108"/>
              </a:cxn>
              <a:cxn ang="0">
                <a:pos x="25" y="85"/>
              </a:cxn>
              <a:cxn ang="0">
                <a:pos x="0" y="48"/>
              </a:cxn>
              <a:cxn ang="0">
                <a:pos x="0" y="37"/>
              </a:cxn>
              <a:cxn ang="0">
                <a:pos x="7" y="33"/>
              </a:cxn>
              <a:cxn ang="0">
                <a:pos x="47" y="7"/>
              </a:cxn>
              <a:cxn ang="0">
                <a:pos x="57" y="0"/>
              </a:cxn>
            </a:cxnLst>
            <a:rect l="0" t="0" r="r" b="b"/>
            <a:pathLst>
              <a:path w="94" h="108">
                <a:moveTo>
                  <a:pt x="57" y="0"/>
                </a:moveTo>
                <a:lnTo>
                  <a:pt x="80" y="7"/>
                </a:lnTo>
                <a:lnTo>
                  <a:pt x="94" y="48"/>
                </a:lnTo>
                <a:lnTo>
                  <a:pt x="94" y="100"/>
                </a:lnTo>
                <a:lnTo>
                  <a:pt x="85" y="108"/>
                </a:lnTo>
                <a:lnTo>
                  <a:pt x="57" y="108"/>
                </a:lnTo>
                <a:lnTo>
                  <a:pt x="25" y="85"/>
                </a:lnTo>
                <a:lnTo>
                  <a:pt x="0" y="48"/>
                </a:lnTo>
                <a:lnTo>
                  <a:pt x="0" y="37"/>
                </a:lnTo>
                <a:lnTo>
                  <a:pt x="7" y="33"/>
                </a:lnTo>
                <a:lnTo>
                  <a:pt x="47" y="7"/>
                </a:lnTo>
                <a:lnTo>
                  <a:pt x="57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08" name="Freeform 268"/>
          <p:cNvSpPr>
            <a:spLocks/>
          </p:cNvSpPr>
          <p:nvPr/>
        </p:nvSpPr>
        <p:spPr bwMode="auto">
          <a:xfrm rot="21045919">
            <a:off x="2435287" y="2301317"/>
            <a:ext cx="25400" cy="28568"/>
          </a:xfrm>
          <a:custGeom>
            <a:avLst/>
            <a:gdLst/>
            <a:ahLst/>
            <a:cxnLst>
              <a:cxn ang="0">
                <a:pos x="34" y="0"/>
              </a:cxn>
              <a:cxn ang="0">
                <a:pos x="53" y="0"/>
              </a:cxn>
              <a:cxn ang="0">
                <a:pos x="58" y="6"/>
              </a:cxn>
              <a:cxn ang="0">
                <a:pos x="66" y="21"/>
              </a:cxn>
              <a:cxn ang="0">
                <a:pos x="66" y="53"/>
              </a:cxn>
              <a:cxn ang="0">
                <a:pos x="58" y="68"/>
              </a:cxn>
              <a:cxn ang="0">
                <a:pos x="26" y="64"/>
              </a:cxn>
              <a:cxn ang="0">
                <a:pos x="6" y="35"/>
              </a:cxn>
              <a:cxn ang="0">
                <a:pos x="0" y="16"/>
              </a:cxn>
              <a:cxn ang="0">
                <a:pos x="34" y="0"/>
              </a:cxn>
            </a:cxnLst>
            <a:rect l="0" t="0" r="r" b="b"/>
            <a:pathLst>
              <a:path w="66" h="68">
                <a:moveTo>
                  <a:pt x="34" y="0"/>
                </a:moveTo>
                <a:lnTo>
                  <a:pt x="53" y="0"/>
                </a:lnTo>
                <a:lnTo>
                  <a:pt x="58" y="6"/>
                </a:lnTo>
                <a:lnTo>
                  <a:pt x="66" y="21"/>
                </a:lnTo>
                <a:lnTo>
                  <a:pt x="66" y="53"/>
                </a:lnTo>
                <a:lnTo>
                  <a:pt x="58" y="68"/>
                </a:lnTo>
                <a:lnTo>
                  <a:pt x="26" y="64"/>
                </a:lnTo>
                <a:lnTo>
                  <a:pt x="6" y="35"/>
                </a:lnTo>
                <a:lnTo>
                  <a:pt x="0" y="16"/>
                </a:lnTo>
                <a:lnTo>
                  <a:pt x="34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09" name="Freeform 269"/>
          <p:cNvSpPr>
            <a:spLocks/>
          </p:cNvSpPr>
          <p:nvPr/>
        </p:nvSpPr>
        <p:spPr bwMode="auto">
          <a:xfrm rot="21045919">
            <a:off x="2428938" y="2396544"/>
            <a:ext cx="49213" cy="38091"/>
          </a:xfrm>
          <a:custGeom>
            <a:avLst/>
            <a:gdLst/>
            <a:ahLst/>
            <a:cxnLst>
              <a:cxn ang="0">
                <a:pos x="0" y="43"/>
              </a:cxn>
              <a:cxn ang="0">
                <a:pos x="9" y="20"/>
              </a:cxn>
              <a:cxn ang="0">
                <a:pos x="23" y="4"/>
              </a:cxn>
              <a:cxn ang="0">
                <a:pos x="42" y="0"/>
              </a:cxn>
              <a:cxn ang="0">
                <a:pos x="68" y="12"/>
              </a:cxn>
              <a:cxn ang="0">
                <a:pos x="106" y="24"/>
              </a:cxn>
              <a:cxn ang="0">
                <a:pos x="115" y="38"/>
              </a:cxn>
              <a:cxn ang="0">
                <a:pos x="119" y="43"/>
              </a:cxn>
              <a:cxn ang="0">
                <a:pos x="129" y="85"/>
              </a:cxn>
              <a:cxn ang="0">
                <a:pos x="119" y="90"/>
              </a:cxn>
              <a:cxn ang="0">
                <a:pos x="77" y="90"/>
              </a:cxn>
              <a:cxn ang="0">
                <a:pos x="63" y="94"/>
              </a:cxn>
              <a:cxn ang="0">
                <a:pos x="38" y="90"/>
              </a:cxn>
              <a:cxn ang="0">
                <a:pos x="4" y="76"/>
              </a:cxn>
              <a:cxn ang="0">
                <a:pos x="0" y="62"/>
              </a:cxn>
              <a:cxn ang="0">
                <a:pos x="0" y="43"/>
              </a:cxn>
            </a:cxnLst>
            <a:rect l="0" t="0" r="r" b="b"/>
            <a:pathLst>
              <a:path w="129" h="94">
                <a:moveTo>
                  <a:pt x="0" y="43"/>
                </a:moveTo>
                <a:lnTo>
                  <a:pt x="9" y="20"/>
                </a:lnTo>
                <a:lnTo>
                  <a:pt x="23" y="4"/>
                </a:lnTo>
                <a:lnTo>
                  <a:pt x="42" y="0"/>
                </a:lnTo>
                <a:lnTo>
                  <a:pt x="68" y="12"/>
                </a:lnTo>
                <a:lnTo>
                  <a:pt x="106" y="24"/>
                </a:lnTo>
                <a:lnTo>
                  <a:pt x="115" y="38"/>
                </a:lnTo>
                <a:lnTo>
                  <a:pt x="119" y="43"/>
                </a:lnTo>
                <a:lnTo>
                  <a:pt x="129" y="85"/>
                </a:lnTo>
                <a:lnTo>
                  <a:pt x="119" y="90"/>
                </a:lnTo>
                <a:lnTo>
                  <a:pt x="77" y="90"/>
                </a:lnTo>
                <a:lnTo>
                  <a:pt x="63" y="94"/>
                </a:lnTo>
                <a:lnTo>
                  <a:pt x="38" y="90"/>
                </a:lnTo>
                <a:lnTo>
                  <a:pt x="4" y="76"/>
                </a:lnTo>
                <a:lnTo>
                  <a:pt x="0" y="62"/>
                </a:lnTo>
                <a:lnTo>
                  <a:pt x="0" y="43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10" name="Freeform 271"/>
          <p:cNvSpPr>
            <a:spLocks/>
          </p:cNvSpPr>
          <p:nvPr/>
        </p:nvSpPr>
        <p:spPr bwMode="auto">
          <a:xfrm rot="21045919">
            <a:off x="3102038" y="3970979"/>
            <a:ext cx="17463" cy="17458"/>
          </a:xfrm>
          <a:custGeom>
            <a:avLst/>
            <a:gdLst/>
            <a:ahLst/>
            <a:cxnLst>
              <a:cxn ang="0">
                <a:pos x="9" y="0"/>
              </a:cxn>
              <a:cxn ang="0">
                <a:pos x="39" y="8"/>
              </a:cxn>
              <a:cxn ang="0">
                <a:pos x="42" y="23"/>
              </a:cxn>
              <a:cxn ang="0">
                <a:pos x="28" y="36"/>
              </a:cxn>
              <a:cxn ang="0">
                <a:pos x="4" y="42"/>
              </a:cxn>
              <a:cxn ang="0">
                <a:pos x="0" y="32"/>
              </a:cxn>
              <a:cxn ang="0">
                <a:pos x="4" y="4"/>
              </a:cxn>
              <a:cxn ang="0">
                <a:pos x="9" y="0"/>
              </a:cxn>
            </a:cxnLst>
            <a:rect l="0" t="0" r="r" b="b"/>
            <a:pathLst>
              <a:path w="42" h="42">
                <a:moveTo>
                  <a:pt x="9" y="0"/>
                </a:moveTo>
                <a:lnTo>
                  <a:pt x="39" y="8"/>
                </a:lnTo>
                <a:lnTo>
                  <a:pt x="42" y="23"/>
                </a:lnTo>
                <a:lnTo>
                  <a:pt x="28" y="36"/>
                </a:lnTo>
                <a:lnTo>
                  <a:pt x="4" y="42"/>
                </a:lnTo>
                <a:lnTo>
                  <a:pt x="0" y="32"/>
                </a:lnTo>
                <a:lnTo>
                  <a:pt x="4" y="4"/>
                </a:lnTo>
                <a:lnTo>
                  <a:pt x="9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11" name="Freeform 272"/>
          <p:cNvSpPr>
            <a:spLocks/>
          </p:cNvSpPr>
          <p:nvPr/>
        </p:nvSpPr>
        <p:spPr bwMode="auto">
          <a:xfrm rot="21045919">
            <a:off x="3114738" y="3993200"/>
            <a:ext cx="15875" cy="15871"/>
          </a:xfrm>
          <a:custGeom>
            <a:avLst/>
            <a:gdLst/>
            <a:ahLst/>
            <a:cxnLst>
              <a:cxn ang="0">
                <a:pos x="30" y="0"/>
              </a:cxn>
              <a:cxn ang="0">
                <a:pos x="44" y="11"/>
              </a:cxn>
              <a:cxn ang="0">
                <a:pos x="44" y="20"/>
              </a:cxn>
              <a:cxn ang="0">
                <a:pos x="25" y="39"/>
              </a:cxn>
              <a:cxn ang="0">
                <a:pos x="5" y="39"/>
              </a:cxn>
              <a:cxn ang="0">
                <a:pos x="0" y="29"/>
              </a:cxn>
              <a:cxn ang="0">
                <a:pos x="5" y="20"/>
              </a:cxn>
              <a:cxn ang="0">
                <a:pos x="16" y="6"/>
              </a:cxn>
              <a:cxn ang="0">
                <a:pos x="30" y="0"/>
              </a:cxn>
            </a:cxnLst>
            <a:rect l="0" t="0" r="r" b="b"/>
            <a:pathLst>
              <a:path w="44" h="39">
                <a:moveTo>
                  <a:pt x="30" y="0"/>
                </a:moveTo>
                <a:lnTo>
                  <a:pt x="44" y="11"/>
                </a:lnTo>
                <a:lnTo>
                  <a:pt x="44" y="20"/>
                </a:lnTo>
                <a:lnTo>
                  <a:pt x="25" y="39"/>
                </a:lnTo>
                <a:lnTo>
                  <a:pt x="5" y="39"/>
                </a:lnTo>
                <a:lnTo>
                  <a:pt x="0" y="29"/>
                </a:lnTo>
                <a:lnTo>
                  <a:pt x="5" y="20"/>
                </a:lnTo>
                <a:lnTo>
                  <a:pt x="16" y="6"/>
                </a:lnTo>
                <a:lnTo>
                  <a:pt x="30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12" name="Freeform 273"/>
          <p:cNvSpPr>
            <a:spLocks/>
          </p:cNvSpPr>
          <p:nvPr/>
        </p:nvSpPr>
        <p:spPr bwMode="auto">
          <a:xfrm rot="21045919">
            <a:off x="3132200" y="4018593"/>
            <a:ext cx="17462" cy="19046"/>
          </a:xfrm>
          <a:custGeom>
            <a:avLst/>
            <a:gdLst/>
            <a:ahLst/>
            <a:cxnLst>
              <a:cxn ang="0">
                <a:pos x="5" y="0"/>
              </a:cxn>
              <a:cxn ang="0">
                <a:pos x="42" y="0"/>
              </a:cxn>
              <a:cxn ang="0">
                <a:pos x="47" y="9"/>
              </a:cxn>
              <a:cxn ang="0">
                <a:pos x="47" y="14"/>
              </a:cxn>
              <a:cxn ang="0">
                <a:pos x="28" y="42"/>
              </a:cxn>
              <a:cxn ang="0">
                <a:pos x="5" y="42"/>
              </a:cxn>
              <a:cxn ang="0">
                <a:pos x="0" y="38"/>
              </a:cxn>
              <a:cxn ang="0">
                <a:pos x="0" y="4"/>
              </a:cxn>
              <a:cxn ang="0">
                <a:pos x="5" y="0"/>
              </a:cxn>
            </a:cxnLst>
            <a:rect l="0" t="0" r="r" b="b"/>
            <a:pathLst>
              <a:path w="47" h="42">
                <a:moveTo>
                  <a:pt x="5" y="0"/>
                </a:moveTo>
                <a:lnTo>
                  <a:pt x="42" y="0"/>
                </a:lnTo>
                <a:lnTo>
                  <a:pt x="47" y="9"/>
                </a:lnTo>
                <a:lnTo>
                  <a:pt x="47" y="14"/>
                </a:lnTo>
                <a:lnTo>
                  <a:pt x="28" y="42"/>
                </a:lnTo>
                <a:lnTo>
                  <a:pt x="5" y="42"/>
                </a:lnTo>
                <a:lnTo>
                  <a:pt x="0" y="38"/>
                </a:lnTo>
                <a:lnTo>
                  <a:pt x="0" y="4"/>
                </a:lnTo>
                <a:lnTo>
                  <a:pt x="5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13" name="Freeform 274"/>
          <p:cNvSpPr>
            <a:spLocks/>
          </p:cNvSpPr>
          <p:nvPr/>
        </p:nvSpPr>
        <p:spPr bwMode="auto">
          <a:xfrm rot="21045919">
            <a:off x="3138551" y="4045575"/>
            <a:ext cx="14287" cy="15871"/>
          </a:xfrm>
          <a:custGeom>
            <a:avLst/>
            <a:gdLst/>
            <a:ahLst/>
            <a:cxnLst>
              <a:cxn ang="0">
                <a:pos x="9" y="0"/>
              </a:cxn>
              <a:cxn ang="0">
                <a:pos x="32" y="3"/>
              </a:cxn>
              <a:cxn ang="0">
                <a:pos x="37" y="14"/>
              </a:cxn>
              <a:cxn ang="0">
                <a:pos x="37" y="21"/>
              </a:cxn>
              <a:cxn ang="0">
                <a:pos x="27" y="37"/>
              </a:cxn>
              <a:cxn ang="0">
                <a:pos x="4" y="37"/>
              </a:cxn>
              <a:cxn ang="0">
                <a:pos x="0" y="28"/>
              </a:cxn>
              <a:cxn ang="0">
                <a:pos x="0" y="14"/>
              </a:cxn>
              <a:cxn ang="0">
                <a:pos x="9" y="0"/>
              </a:cxn>
            </a:cxnLst>
            <a:rect l="0" t="0" r="r" b="b"/>
            <a:pathLst>
              <a:path w="37" h="37">
                <a:moveTo>
                  <a:pt x="9" y="0"/>
                </a:moveTo>
                <a:lnTo>
                  <a:pt x="32" y="3"/>
                </a:lnTo>
                <a:lnTo>
                  <a:pt x="37" y="14"/>
                </a:lnTo>
                <a:lnTo>
                  <a:pt x="37" y="21"/>
                </a:lnTo>
                <a:lnTo>
                  <a:pt x="27" y="37"/>
                </a:lnTo>
                <a:lnTo>
                  <a:pt x="4" y="37"/>
                </a:lnTo>
                <a:lnTo>
                  <a:pt x="0" y="28"/>
                </a:lnTo>
                <a:lnTo>
                  <a:pt x="0" y="14"/>
                </a:lnTo>
                <a:lnTo>
                  <a:pt x="9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14" name="Freeform 275"/>
          <p:cNvSpPr>
            <a:spLocks/>
          </p:cNvSpPr>
          <p:nvPr/>
        </p:nvSpPr>
        <p:spPr bwMode="auto">
          <a:xfrm rot="21045919">
            <a:off x="3186175" y="4059859"/>
            <a:ext cx="19050" cy="22220"/>
          </a:xfrm>
          <a:custGeom>
            <a:avLst/>
            <a:gdLst/>
            <a:ahLst/>
            <a:cxnLst>
              <a:cxn ang="0">
                <a:pos x="11" y="0"/>
              </a:cxn>
              <a:cxn ang="0">
                <a:pos x="42" y="5"/>
              </a:cxn>
              <a:cxn ang="0">
                <a:pos x="46" y="10"/>
              </a:cxn>
              <a:cxn ang="0">
                <a:pos x="51" y="28"/>
              </a:cxn>
              <a:cxn ang="0">
                <a:pos x="35" y="52"/>
              </a:cxn>
              <a:cxn ang="0">
                <a:pos x="17" y="52"/>
              </a:cxn>
              <a:cxn ang="0">
                <a:pos x="3" y="37"/>
              </a:cxn>
              <a:cxn ang="0">
                <a:pos x="0" y="24"/>
              </a:cxn>
              <a:cxn ang="0">
                <a:pos x="11" y="0"/>
              </a:cxn>
            </a:cxnLst>
            <a:rect l="0" t="0" r="r" b="b"/>
            <a:pathLst>
              <a:path w="51" h="52">
                <a:moveTo>
                  <a:pt x="11" y="0"/>
                </a:moveTo>
                <a:lnTo>
                  <a:pt x="42" y="5"/>
                </a:lnTo>
                <a:lnTo>
                  <a:pt x="46" y="10"/>
                </a:lnTo>
                <a:lnTo>
                  <a:pt x="51" y="28"/>
                </a:lnTo>
                <a:lnTo>
                  <a:pt x="35" y="52"/>
                </a:lnTo>
                <a:lnTo>
                  <a:pt x="17" y="52"/>
                </a:lnTo>
                <a:lnTo>
                  <a:pt x="3" y="37"/>
                </a:lnTo>
                <a:lnTo>
                  <a:pt x="0" y="24"/>
                </a:lnTo>
                <a:lnTo>
                  <a:pt x="11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15" name="Freeform 276"/>
          <p:cNvSpPr>
            <a:spLocks/>
          </p:cNvSpPr>
          <p:nvPr/>
        </p:nvSpPr>
        <p:spPr bwMode="auto">
          <a:xfrm rot="21045919">
            <a:off x="2376551" y="3831312"/>
            <a:ext cx="314325" cy="133319"/>
          </a:xfrm>
          <a:custGeom>
            <a:avLst/>
            <a:gdLst/>
            <a:ahLst/>
            <a:cxnLst>
              <a:cxn ang="0">
                <a:pos x="202" y="0"/>
              </a:cxn>
              <a:cxn ang="0">
                <a:pos x="306" y="15"/>
              </a:cxn>
              <a:cxn ang="0">
                <a:pos x="385" y="29"/>
              </a:cxn>
              <a:cxn ang="0">
                <a:pos x="418" y="57"/>
              </a:cxn>
              <a:cxn ang="0">
                <a:pos x="470" y="83"/>
              </a:cxn>
              <a:cxn ang="0">
                <a:pos x="539" y="143"/>
              </a:cxn>
              <a:cxn ang="0">
                <a:pos x="615" y="178"/>
              </a:cxn>
              <a:cxn ang="0">
                <a:pos x="651" y="185"/>
              </a:cxn>
              <a:cxn ang="0">
                <a:pos x="707" y="228"/>
              </a:cxn>
              <a:cxn ang="0">
                <a:pos x="821" y="275"/>
              </a:cxn>
              <a:cxn ang="0">
                <a:pos x="821" y="295"/>
              </a:cxn>
              <a:cxn ang="0">
                <a:pos x="769" y="313"/>
              </a:cxn>
              <a:cxn ang="0">
                <a:pos x="685" y="323"/>
              </a:cxn>
              <a:cxn ang="0">
                <a:pos x="567" y="323"/>
              </a:cxn>
              <a:cxn ang="0">
                <a:pos x="549" y="303"/>
              </a:cxn>
              <a:cxn ang="0">
                <a:pos x="558" y="284"/>
              </a:cxn>
              <a:cxn ang="0">
                <a:pos x="567" y="238"/>
              </a:cxn>
              <a:cxn ang="0">
                <a:pos x="506" y="213"/>
              </a:cxn>
              <a:cxn ang="0">
                <a:pos x="473" y="167"/>
              </a:cxn>
              <a:cxn ang="0">
                <a:pos x="412" y="153"/>
              </a:cxn>
              <a:cxn ang="0">
                <a:pos x="365" y="124"/>
              </a:cxn>
              <a:cxn ang="0">
                <a:pos x="310" y="115"/>
              </a:cxn>
              <a:cxn ang="0">
                <a:pos x="269" y="92"/>
              </a:cxn>
              <a:cxn ang="0">
                <a:pos x="211" y="96"/>
              </a:cxn>
              <a:cxn ang="0">
                <a:pos x="202" y="73"/>
              </a:cxn>
              <a:cxn ang="0">
                <a:pos x="225" y="53"/>
              </a:cxn>
              <a:cxn ang="0">
                <a:pos x="206" y="43"/>
              </a:cxn>
              <a:cxn ang="0">
                <a:pos x="140" y="62"/>
              </a:cxn>
              <a:cxn ang="0">
                <a:pos x="81" y="87"/>
              </a:cxn>
              <a:cxn ang="0">
                <a:pos x="19" y="124"/>
              </a:cxn>
              <a:cxn ang="0">
                <a:pos x="0" y="119"/>
              </a:cxn>
              <a:cxn ang="0">
                <a:pos x="14" y="73"/>
              </a:cxn>
              <a:cxn ang="0">
                <a:pos x="70" y="34"/>
              </a:cxn>
              <a:cxn ang="0">
                <a:pos x="132" y="15"/>
              </a:cxn>
              <a:cxn ang="0">
                <a:pos x="180" y="2"/>
              </a:cxn>
            </a:cxnLst>
            <a:rect l="0" t="0" r="r" b="b"/>
            <a:pathLst>
              <a:path w="825" h="326">
                <a:moveTo>
                  <a:pt x="180" y="2"/>
                </a:moveTo>
                <a:lnTo>
                  <a:pt x="202" y="0"/>
                </a:lnTo>
                <a:lnTo>
                  <a:pt x="268" y="6"/>
                </a:lnTo>
                <a:lnTo>
                  <a:pt x="306" y="15"/>
                </a:lnTo>
                <a:lnTo>
                  <a:pt x="333" y="20"/>
                </a:lnTo>
                <a:lnTo>
                  <a:pt x="385" y="29"/>
                </a:lnTo>
                <a:lnTo>
                  <a:pt x="409" y="48"/>
                </a:lnTo>
                <a:lnTo>
                  <a:pt x="418" y="57"/>
                </a:lnTo>
                <a:lnTo>
                  <a:pt x="451" y="73"/>
                </a:lnTo>
                <a:lnTo>
                  <a:pt x="470" y="83"/>
                </a:lnTo>
                <a:lnTo>
                  <a:pt x="498" y="101"/>
                </a:lnTo>
                <a:lnTo>
                  <a:pt x="539" y="143"/>
                </a:lnTo>
                <a:lnTo>
                  <a:pt x="567" y="162"/>
                </a:lnTo>
                <a:lnTo>
                  <a:pt x="615" y="178"/>
                </a:lnTo>
                <a:lnTo>
                  <a:pt x="643" y="181"/>
                </a:lnTo>
                <a:lnTo>
                  <a:pt x="651" y="185"/>
                </a:lnTo>
                <a:lnTo>
                  <a:pt x="680" y="208"/>
                </a:lnTo>
                <a:lnTo>
                  <a:pt x="707" y="228"/>
                </a:lnTo>
                <a:lnTo>
                  <a:pt x="737" y="233"/>
                </a:lnTo>
                <a:lnTo>
                  <a:pt x="821" y="275"/>
                </a:lnTo>
                <a:lnTo>
                  <a:pt x="825" y="284"/>
                </a:lnTo>
                <a:lnTo>
                  <a:pt x="821" y="295"/>
                </a:lnTo>
                <a:lnTo>
                  <a:pt x="806" y="309"/>
                </a:lnTo>
                <a:lnTo>
                  <a:pt x="769" y="313"/>
                </a:lnTo>
                <a:lnTo>
                  <a:pt x="742" y="323"/>
                </a:lnTo>
                <a:lnTo>
                  <a:pt x="685" y="323"/>
                </a:lnTo>
                <a:lnTo>
                  <a:pt x="647" y="326"/>
                </a:lnTo>
                <a:lnTo>
                  <a:pt x="567" y="323"/>
                </a:lnTo>
                <a:lnTo>
                  <a:pt x="558" y="318"/>
                </a:lnTo>
                <a:lnTo>
                  <a:pt x="549" y="303"/>
                </a:lnTo>
                <a:lnTo>
                  <a:pt x="549" y="295"/>
                </a:lnTo>
                <a:lnTo>
                  <a:pt x="558" y="284"/>
                </a:lnTo>
                <a:lnTo>
                  <a:pt x="576" y="251"/>
                </a:lnTo>
                <a:lnTo>
                  <a:pt x="567" y="238"/>
                </a:lnTo>
                <a:lnTo>
                  <a:pt x="535" y="233"/>
                </a:lnTo>
                <a:lnTo>
                  <a:pt x="506" y="213"/>
                </a:lnTo>
                <a:lnTo>
                  <a:pt x="498" y="196"/>
                </a:lnTo>
                <a:lnTo>
                  <a:pt x="473" y="167"/>
                </a:lnTo>
                <a:lnTo>
                  <a:pt x="442" y="162"/>
                </a:lnTo>
                <a:lnTo>
                  <a:pt x="412" y="153"/>
                </a:lnTo>
                <a:lnTo>
                  <a:pt x="388" y="133"/>
                </a:lnTo>
                <a:lnTo>
                  <a:pt x="365" y="124"/>
                </a:lnTo>
                <a:lnTo>
                  <a:pt x="330" y="124"/>
                </a:lnTo>
                <a:lnTo>
                  <a:pt x="310" y="115"/>
                </a:lnTo>
                <a:lnTo>
                  <a:pt x="289" y="96"/>
                </a:lnTo>
                <a:lnTo>
                  <a:pt x="269" y="92"/>
                </a:lnTo>
                <a:lnTo>
                  <a:pt x="239" y="105"/>
                </a:lnTo>
                <a:lnTo>
                  <a:pt x="211" y="96"/>
                </a:lnTo>
                <a:lnTo>
                  <a:pt x="202" y="83"/>
                </a:lnTo>
                <a:lnTo>
                  <a:pt x="202" y="73"/>
                </a:lnTo>
                <a:lnTo>
                  <a:pt x="211" y="66"/>
                </a:lnTo>
                <a:lnTo>
                  <a:pt x="225" y="53"/>
                </a:lnTo>
                <a:lnTo>
                  <a:pt x="216" y="43"/>
                </a:lnTo>
                <a:lnTo>
                  <a:pt x="206" y="43"/>
                </a:lnTo>
                <a:lnTo>
                  <a:pt x="170" y="50"/>
                </a:lnTo>
                <a:lnTo>
                  <a:pt x="140" y="62"/>
                </a:lnTo>
                <a:lnTo>
                  <a:pt x="116" y="77"/>
                </a:lnTo>
                <a:lnTo>
                  <a:pt x="81" y="87"/>
                </a:lnTo>
                <a:lnTo>
                  <a:pt x="47" y="96"/>
                </a:lnTo>
                <a:lnTo>
                  <a:pt x="19" y="124"/>
                </a:lnTo>
                <a:lnTo>
                  <a:pt x="10" y="124"/>
                </a:lnTo>
                <a:lnTo>
                  <a:pt x="0" y="119"/>
                </a:lnTo>
                <a:lnTo>
                  <a:pt x="0" y="101"/>
                </a:lnTo>
                <a:lnTo>
                  <a:pt x="14" y="73"/>
                </a:lnTo>
                <a:lnTo>
                  <a:pt x="42" y="48"/>
                </a:lnTo>
                <a:lnTo>
                  <a:pt x="70" y="34"/>
                </a:lnTo>
                <a:lnTo>
                  <a:pt x="99" y="25"/>
                </a:lnTo>
                <a:lnTo>
                  <a:pt x="132" y="15"/>
                </a:lnTo>
                <a:lnTo>
                  <a:pt x="159" y="6"/>
                </a:lnTo>
                <a:lnTo>
                  <a:pt x="180" y="2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16" name="Freeform 277"/>
          <p:cNvSpPr>
            <a:spLocks/>
          </p:cNvSpPr>
          <p:nvPr/>
        </p:nvSpPr>
        <p:spPr bwMode="auto">
          <a:xfrm rot="21045919">
            <a:off x="2430525" y="3893210"/>
            <a:ext cx="11112" cy="12697"/>
          </a:xfrm>
          <a:custGeom>
            <a:avLst/>
            <a:gdLst/>
            <a:ahLst/>
            <a:cxnLst>
              <a:cxn ang="0">
                <a:pos x="9" y="0"/>
              </a:cxn>
              <a:cxn ang="0">
                <a:pos x="29" y="0"/>
              </a:cxn>
              <a:cxn ang="0">
                <a:pos x="29" y="23"/>
              </a:cxn>
              <a:cxn ang="0">
                <a:pos x="19" y="32"/>
              </a:cxn>
              <a:cxn ang="0">
                <a:pos x="9" y="32"/>
              </a:cxn>
              <a:cxn ang="0">
                <a:pos x="0" y="23"/>
              </a:cxn>
              <a:cxn ang="0">
                <a:pos x="0" y="9"/>
              </a:cxn>
              <a:cxn ang="0">
                <a:pos x="9" y="0"/>
              </a:cxn>
            </a:cxnLst>
            <a:rect l="0" t="0" r="r" b="b"/>
            <a:pathLst>
              <a:path w="29" h="32">
                <a:moveTo>
                  <a:pt x="9" y="0"/>
                </a:moveTo>
                <a:lnTo>
                  <a:pt x="29" y="0"/>
                </a:lnTo>
                <a:lnTo>
                  <a:pt x="29" y="23"/>
                </a:lnTo>
                <a:lnTo>
                  <a:pt x="19" y="32"/>
                </a:lnTo>
                <a:lnTo>
                  <a:pt x="9" y="32"/>
                </a:lnTo>
                <a:lnTo>
                  <a:pt x="0" y="23"/>
                </a:lnTo>
                <a:lnTo>
                  <a:pt x="0" y="9"/>
                </a:lnTo>
                <a:lnTo>
                  <a:pt x="9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17" name="Freeform 278"/>
          <p:cNvSpPr>
            <a:spLocks/>
          </p:cNvSpPr>
          <p:nvPr/>
        </p:nvSpPr>
        <p:spPr bwMode="auto">
          <a:xfrm rot="21045919">
            <a:off x="2587687" y="3993199"/>
            <a:ext cx="52388" cy="31743"/>
          </a:xfrm>
          <a:custGeom>
            <a:avLst/>
            <a:gdLst/>
            <a:ahLst/>
            <a:cxnLst>
              <a:cxn ang="0">
                <a:pos x="32" y="43"/>
              </a:cxn>
              <a:cxn ang="0">
                <a:pos x="2" y="24"/>
              </a:cxn>
              <a:cxn ang="0">
                <a:pos x="0" y="19"/>
              </a:cxn>
              <a:cxn ang="0">
                <a:pos x="0" y="15"/>
              </a:cxn>
              <a:cxn ang="0">
                <a:pos x="32" y="0"/>
              </a:cxn>
              <a:cxn ang="0">
                <a:pos x="47" y="0"/>
              </a:cxn>
              <a:cxn ang="0">
                <a:pos x="106" y="6"/>
              </a:cxn>
              <a:cxn ang="0">
                <a:pos x="133" y="19"/>
              </a:cxn>
              <a:cxn ang="0">
                <a:pos x="142" y="43"/>
              </a:cxn>
              <a:cxn ang="0">
                <a:pos x="124" y="61"/>
              </a:cxn>
              <a:cxn ang="0">
                <a:pos x="114" y="67"/>
              </a:cxn>
              <a:cxn ang="0">
                <a:pos x="85" y="77"/>
              </a:cxn>
              <a:cxn ang="0">
                <a:pos x="71" y="67"/>
              </a:cxn>
              <a:cxn ang="0">
                <a:pos x="32" y="43"/>
              </a:cxn>
            </a:cxnLst>
            <a:rect l="0" t="0" r="r" b="b"/>
            <a:pathLst>
              <a:path w="142" h="77">
                <a:moveTo>
                  <a:pt x="32" y="43"/>
                </a:moveTo>
                <a:lnTo>
                  <a:pt x="2" y="24"/>
                </a:lnTo>
                <a:lnTo>
                  <a:pt x="0" y="19"/>
                </a:lnTo>
                <a:lnTo>
                  <a:pt x="0" y="15"/>
                </a:lnTo>
                <a:lnTo>
                  <a:pt x="32" y="0"/>
                </a:lnTo>
                <a:lnTo>
                  <a:pt x="47" y="0"/>
                </a:lnTo>
                <a:lnTo>
                  <a:pt x="106" y="6"/>
                </a:lnTo>
                <a:lnTo>
                  <a:pt x="133" y="19"/>
                </a:lnTo>
                <a:lnTo>
                  <a:pt x="142" y="43"/>
                </a:lnTo>
                <a:lnTo>
                  <a:pt x="124" y="61"/>
                </a:lnTo>
                <a:lnTo>
                  <a:pt x="114" y="67"/>
                </a:lnTo>
                <a:lnTo>
                  <a:pt x="85" y="77"/>
                </a:lnTo>
                <a:lnTo>
                  <a:pt x="71" y="67"/>
                </a:lnTo>
                <a:lnTo>
                  <a:pt x="32" y="43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18" name="Freeform 279"/>
          <p:cNvSpPr>
            <a:spLocks/>
          </p:cNvSpPr>
          <p:nvPr/>
        </p:nvSpPr>
        <p:spPr bwMode="auto">
          <a:xfrm rot="21045919">
            <a:off x="1335150" y="2226720"/>
            <a:ext cx="63500" cy="39679"/>
          </a:xfrm>
          <a:custGeom>
            <a:avLst/>
            <a:gdLst/>
            <a:ahLst/>
            <a:cxnLst>
              <a:cxn ang="0">
                <a:pos x="108" y="0"/>
              </a:cxn>
              <a:cxn ang="0">
                <a:pos x="130" y="2"/>
              </a:cxn>
              <a:cxn ang="0">
                <a:pos x="140" y="21"/>
              </a:cxn>
              <a:cxn ang="0">
                <a:pos x="161" y="47"/>
              </a:cxn>
              <a:cxn ang="0">
                <a:pos x="164" y="74"/>
              </a:cxn>
              <a:cxn ang="0">
                <a:pos x="162" y="93"/>
              </a:cxn>
              <a:cxn ang="0">
                <a:pos x="140" y="102"/>
              </a:cxn>
              <a:cxn ang="0">
                <a:pos x="109" y="97"/>
              </a:cxn>
              <a:cxn ang="0">
                <a:pos x="90" y="88"/>
              </a:cxn>
              <a:cxn ang="0">
                <a:pos x="63" y="64"/>
              </a:cxn>
              <a:cxn ang="0">
                <a:pos x="25" y="67"/>
              </a:cxn>
              <a:cxn ang="0">
                <a:pos x="6" y="62"/>
              </a:cxn>
              <a:cxn ang="0">
                <a:pos x="0" y="42"/>
              </a:cxn>
              <a:cxn ang="0">
                <a:pos x="8" y="26"/>
              </a:cxn>
              <a:cxn ang="0">
                <a:pos x="22" y="21"/>
              </a:cxn>
              <a:cxn ang="0">
                <a:pos x="50" y="7"/>
              </a:cxn>
              <a:cxn ang="0">
                <a:pos x="77" y="2"/>
              </a:cxn>
              <a:cxn ang="0">
                <a:pos x="108" y="0"/>
              </a:cxn>
            </a:cxnLst>
            <a:rect l="0" t="0" r="r" b="b"/>
            <a:pathLst>
              <a:path w="164" h="102">
                <a:moveTo>
                  <a:pt x="108" y="0"/>
                </a:moveTo>
                <a:lnTo>
                  <a:pt x="130" y="2"/>
                </a:lnTo>
                <a:lnTo>
                  <a:pt x="140" y="21"/>
                </a:lnTo>
                <a:lnTo>
                  <a:pt x="161" y="47"/>
                </a:lnTo>
                <a:lnTo>
                  <a:pt x="164" y="74"/>
                </a:lnTo>
                <a:lnTo>
                  <a:pt x="162" y="93"/>
                </a:lnTo>
                <a:lnTo>
                  <a:pt x="140" y="102"/>
                </a:lnTo>
                <a:lnTo>
                  <a:pt x="109" y="97"/>
                </a:lnTo>
                <a:lnTo>
                  <a:pt x="90" y="88"/>
                </a:lnTo>
                <a:lnTo>
                  <a:pt x="63" y="64"/>
                </a:lnTo>
                <a:lnTo>
                  <a:pt x="25" y="67"/>
                </a:lnTo>
                <a:lnTo>
                  <a:pt x="6" y="62"/>
                </a:lnTo>
                <a:lnTo>
                  <a:pt x="0" y="42"/>
                </a:lnTo>
                <a:lnTo>
                  <a:pt x="8" y="26"/>
                </a:lnTo>
                <a:lnTo>
                  <a:pt x="22" y="21"/>
                </a:lnTo>
                <a:lnTo>
                  <a:pt x="50" y="7"/>
                </a:lnTo>
                <a:lnTo>
                  <a:pt x="77" y="2"/>
                </a:lnTo>
                <a:lnTo>
                  <a:pt x="108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19" name="Freeform 280"/>
          <p:cNvSpPr>
            <a:spLocks/>
          </p:cNvSpPr>
          <p:nvPr/>
        </p:nvSpPr>
        <p:spPr bwMode="auto">
          <a:xfrm rot="21045919">
            <a:off x="1954276" y="2114035"/>
            <a:ext cx="173037" cy="180933"/>
          </a:xfrm>
          <a:custGeom>
            <a:avLst/>
            <a:gdLst/>
            <a:ahLst/>
            <a:cxnLst>
              <a:cxn ang="0">
                <a:pos x="74" y="204"/>
              </a:cxn>
              <a:cxn ang="0">
                <a:pos x="32" y="181"/>
              </a:cxn>
              <a:cxn ang="0">
                <a:pos x="0" y="195"/>
              </a:cxn>
              <a:cxn ang="0">
                <a:pos x="32" y="252"/>
              </a:cxn>
              <a:cxn ang="0">
                <a:pos x="42" y="309"/>
              </a:cxn>
              <a:cxn ang="0">
                <a:pos x="74" y="341"/>
              </a:cxn>
              <a:cxn ang="0">
                <a:pos x="183" y="351"/>
              </a:cxn>
              <a:cxn ang="0">
                <a:pos x="251" y="365"/>
              </a:cxn>
              <a:cxn ang="0">
                <a:pos x="308" y="398"/>
              </a:cxn>
              <a:cxn ang="0">
                <a:pos x="355" y="435"/>
              </a:cxn>
              <a:cxn ang="0">
                <a:pos x="379" y="445"/>
              </a:cxn>
              <a:cxn ang="0">
                <a:pos x="397" y="421"/>
              </a:cxn>
              <a:cxn ang="0">
                <a:pos x="374" y="388"/>
              </a:cxn>
              <a:cxn ang="0">
                <a:pos x="398" y="379"/>
              </a:cxn>
              <a:cxn ang="0">
                <a:pos x="454" y="393"/>
              </a:cxn>
              <a:cxn ang="0">
                <a:pos x="454" y="365"/>
              </a:cxn>
              <a:cxn ang="0">
                <a:pos x="402" y="318"/>
              </a:cxn>
              <a:cxn ang="0">
                <a:pos x="388" y="265"/>
              </a:cxn>
              <a:cxn ang="0">
                <a:pos x="406" y="209"/>
              </a:cxn>
              <a:cxn ang="0">
                <a:pos x="430" y="152"/>
              </a:cxn>
              <a:cxn ang="0">
                <a:pos x="425" y="76"/>
              </a:cxn>
              <a:cxn ang="0">
                <a:pos x="397" y="86"/>
              </a:cxn>
              <a:cxn ang="0">
                <a:pos x="388" y="152"/>
              </a:cxn>
              <a:cxn ang="0">
                <a:pos x="370" y="160"/>
              </a:cxn>
              <a:cxn ang="0">
                <a:pos x="379" y="109"/>
              </a:cxn>
              <a:cxn ang="0">
                <a:pos x="374" y="76"/>
              </a:cxn>
              <a:cxn ang="0">
                <a:pos x="335" y="76"/>
              </a:cxn>
              <a:cxn ang="0">
                <a:pos x="284" y="114"/>
              </a:cxn>
              <a:cxn ang="0">
                <a:pos x="294" y="76"/>
              </a:cxn>
              <a:cxn ang="0">
                <a:pos x="261" y="33"/>
              </a:cxn>
              <a:cxn ang="0">
                <a:pos x="243" y="0"/>
              </a:cxn>
              <a:cxn ang="0">
                <a:pos x="150" y="33"/>
              </a:cxn>
              <a:cxn ang="0">
                <a:pos x="116" y="39"/>
              </a:cxn>
              <a:cxn ang="0">
                <a:pos x="97" y="53"/>
              </a:cxn>
              <a:cxn ang="0">
                <a:pos x="144" y="100"/>
              </a:cxn>
              <a:cxn ang="0">
                <a:pos x="139" y="114"/>
              </a:cxn>
              <a:cxn ang="0">
                <a:pos x="83" y="100"/>
              </a:cxn>
              <a:cxn ang="0">
                <a:pos x="65" y="114"/>
              </a:cxn>
              <a:cxn ang="0">
                <a:pos x="139" y="175"/>
              </a:cxn>
              <a:cxn ang="0">
                <a:pos x="175" y="220"/>
              </a:cxn>
              <a:cxn ang="0">
                <a:pos x="167" y="252"/>
              </a:cxn>
              <a:cxn ang="0">
                <a:pos x="130" y="252"/>
              </a:cxn>
            </a:cxnLst>
            <a:rect l="0" t="0" r="r" b="b"/>
            <a:pathLst>
              <a:path w="458" h="445">
                <a:moveTo>
                  <a:pt x="112" y="241"/>
                </a:moveTo>
                <a:lnTo>
                  <a:pt x="74" y="204"/>
                </a:lnTo>
                <a:lnTo>
                  <a:pt x="42" y="184"/>
                </a:lnTo>
                <a:lnTo>
                  <a:pt x="32" y="181"/>
                </a:lnTo>
                <a:lnTo>
                  <a:pt x="9" y="184"/>
                </a:lnTo>
                <a:lnTo>
                  <a:pt x="0" y="195"/>
                </a:lnTo>
                <a:lnTo>
                  <a:pt x="9" y="223"/>
                </a:lnTo>
                <a:lnTo>
                  <a:pt x="32" y="252"/>
                </a:lnTo>
                <a:lnTo>
                  <a:pt x="51" y="269"/>
                </a:lnTo>
                <a:lnTo>
                  <a:pt x="42" y="309"/>
                </a:lnTo>
                <a:lnTo>
                  <a:pt x="46" y="326"/>
                </a:lnTo>
                <a:lnTo>
                  <a:pt x="74" y="341"/>
                </a:lnTo>
                <a:lnTo>
                  <a:pt x="130" y="346"/>
                </a:lnTo>
                <a:lnTo>
                  <a:pt x="183" y="351"/>
                </a:lnTo>
                <a:lnTo>
                  <a:pt x="220" y="355"/>
                </a:lnTo>
                <a:lnTo>
                  <a:pt x="251" y="365"/>
                </a:lnTo>
                <a:lnTo>
                  <a:pt x="294" y="369"/>
                </a:lnTo>
                <a:lnTo>
                  <a:pt x="308" y="398"/>
                </a:lnTo>
                <a:lnTo>
                  <a:pt x="321" y="411"/>
                </a:lnTo>
                <a:lnTo>
                  <a:pt x="355" y="435"/>
                </a:lnTo>
                <a:lnTo>
                  <a:pt x="363" y="440"/>
                </a:lnTo>
                <a:lnTo>
                  <a:pt x="379" y="445"/>
                </a:lnTo>
                <a:lnTo>
                  <a:pt x="392" y="440"/>
                </a:lnTo>
                <a:lnTo>
                  <a:pt x="397" y="421"/>
                </a:lnTo>
                <a:lnTo>
                  <a:pt x="379" y="393"/>
                </a:lnTo>
                <a:lnTo>
                  <a:pt x="374" y="388"/>
                </a:lnTo>
                <a:lnTo>
                  <a:pt x="374" y="383"/>
                </a:lnTo>
                <a:lnTo>
                  <a:pt x="398" y="379"/>
                </a:lnTo>
                <a:lnTo>
                  <a:pt x="420" y="393"/>
                </a:lnTo>
                <a:lnTo>
                  <a:pt x="454" y="393"/>
                </a:lnTo>
                <a:lnTo>
                  <a:pt x="458" y="388"/>
                </a:lnTo>
                <a:lnTo>
                  <a:pt x="454" y="365"/>
                </a:lnTo>
                <a:lnTo>
                  <a:pt x="430" y="330"/>
                </a:lnTo>
                <a:lnTo>
                  <a:pt x="402" y="318"/>
                </a:lnTo>
                <a:lnTo>
                  <a:pt x="388" y="303"/>
                </a:lnTo>
                <a:lnTo>
                  <a:pt x="388" y="265"/>
                </a:lnTo>
                <a:lnTo>
                  <a:pt x="402" y="237"/>
                </a:lnTo>
                <a:lnTo>
                  <a:pt x="406" y="209"/>
                </a:lnTo>
                <a:lnTo>
                  <a:pt x="416" y="181"/>
                </a:lnTo>
                <a:lnTo>
                  <a:pt x="430" y="152"/>
                </a:lnTo>
                <a:lnTo>
                  <a:pt x="430" y="81"/>
                </a:lnTo>
                <a:lnTo>
                  <a:pt x="425" y="76"/>
                </a:lnTo>
                <a:lnTo>
                  <a:pt x="406" y="76"/>
                </a:lnTo>
                <a:lnTo>
                  <a:pt x="397" y="86"/>
                </a:lnTo>
                <a:lnTo>
                  <a:pt x="388" y="124"/>
                </a:lnTo>
                <a:lnTo>
                  <a:pt x="388" y="152"/>
                </a:lnTo>
                <a:lnTo>
                  <a:pt x="379" y="160"/>
                </a:lnTo>
                <a:lnTo>
                  <a:pt x="370" y="160"/>
                </a:lnTo>
                <a:lnTo>
                  <a:pt x="370" y="152"/>
                </a:lnTo>
                <a:lnTo>
                  <a:pt x="379" y="109"/>
                </a:lnTo>
                <a:lnTo>
                  <a:pt x="379" y="90"/>
                </a:lnTo>
                <a:lnTo>
                  <a:pt x="374" y="76"/>
                </a:lnTo>
                <a:lnTo>
                  <a:pt x="355" y="67"/>
                </a:lnTo>
                <a:lnTo>
                  <a:pt x="335" y="76"/>
                </a:lnTo>
                <a:lnTo>
                  <a:pt x="299" y="114"/>
                </a:lnTo>
                <a:lnTo>
                  <a:pt x="284" y="114"/>
                </a:lnTo>
                <a:lnTo>
                  <a:pt x="275" y="105"/>
                </a:lnTo>
                <a:lnTo>
                  <a:pt x="294" y="76"/>
                </a:lnTo>
                <a:lnTo>
                  <a:pt x="289" y="48"/>
                </a:lnTo>
                <a:lnTo>
                  <a:pt x="261" y="33"/>
                </a:lnTo>
                <a:lnTo>
                  <a:pt x="247" y="5"/>
                </a:lnTo>
                <a:lnTo>
                  <a:pt x="243" y="0"/>
                </a:lnTo>
                <a:lnTo>
                  <a:pt x="215" y="0"/>
                </a:lnTo>
                <a:lnTo>
                  <a:pt x="150" y="33"/>
                </a:lnTo>
                <a:lnTo>
                  <a:pt x="120" y="39"/>
                </a:lnTo>
                <a:lnTo>
                  <a:pt x="116" y="39"/>
                </a:lnTo>
                <a:lnTo>
                  <a:pt x="93" y="44"/>
                </a:lnTo>
                <a:lnTo>
                  <a:pt x="97" y="53"/>
                </a:lnTo>
                <a:lnTo>
                  <a:pt x="116" y="76"/>
                </a:lnTo>
                <a:lnTo>
                  <a:pt x="144" y="100"/>
                </a:lnTo>
                <a:lnTo>
                  <a:pt x="144" y="109"/>
                </a:lnTo>
                <a:lnTo>
                  <a:pt x="139" y="114"/>
                </a:lnTo>
                <a:lnTo>
                  <a:pt x="112" y="114"/>
                </a:lnTo>
                <a:lnTo>
                  <a:pt x="83" y="100"/>
                </a:lnTo>
                <a:lnTo>
                  <a:pt x="65" y="100"/>
                </a:lnTo>
                <a:lnTo>
                  <a:pt x="65" y="114"/>
                </a:lnTo>
                <a:lnTo>
                  <a:pt x="102" y="152"/>
                </a:lnTo>
                <a:lnTo>
                  <a:pt x="139" y="175"/>
                </a:lnTo>
                <a:lnTo>
                  <a:pt x="167" y="202"/>
                </a:lnTo>
                <a:lnTo>
                  <a:pt x="175" y="220"/>
                </a:lnTo>
                <a:lnTo>
                  <a:pt x="176" y="236"/>
                </a:lnTo>
                <a:lnTo>
                  <a:pt x="167" y="252"/>
                </a:lnTo>
                <a:lnTo>
                  <a:pt x="150" y="255"/>
                </a:lnTo>
                <a:lnTo>
                  <a:pt x="130" y="252"/>
                </a:lnTo>
                <a:lnTo>
                  <a:pt x="112" y="241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20" name="Freeform 281"/>
          <p:cNvSpPr>
            <a:spLocks/>
          </p:cNvSpPr>
          <p:nvPr/>
        </p:nvSpPr>
        <p:spPr bwMode="auto">
          <a:xfrm rot="21045919">
            <a:off x="2068576" y="2014045"/>
            <a:ext cx="79375" cy="74596"/>
          </a:xfrm>
          <a:custGeom>
            <a:avLst/>
            <a:gdLst/>
            <a:ahLst/>
            <a:cxnLst>
              <a:cxn ang="0">
                <a:pos x="79" y="155"/>
              </a:cxn>
              <a:cxn ang="0">
                <a:pos x="111" y="145"/>
              </a:cxn>
              <a:cxn ang="0">
                <a:pos x="122" y="140"/>
              </a:cxn>
              <a:cxn ang="0">
                <a:pos x="139" y="145"/>
              </a:cxn>
              <a:cxn ang="0">
                <a:pos x="157" y="173"/>
              </a:cxn>
              <a:cxn ang="0">
                <a:pos x="163" y="178"/>
              </a:cxn>
              <a:cxn ang="0">
                <a:pos x="182" y="183"/>
              </a:cxn>
              <a:cxn ang="0">
                <a:pos x="196" y="178"/>
              </a:cxn>
              <a:cxn ang="0">
                <a:pos x="210" y="158"/>
              </a:cxn>
              <a:cxn ang="0">
                <a:pos x="187" y="103"/>
              </a:cxn>
              <a:cxn ang="0">
                <a:pos x="173" y="69"/>
              </a:cxn>
              <a:cxn ang="0">
                <a:pos x="182" y="57"/>
              </a:cxn>
              <a:cxn ang="0">
                <a:pos x="201" y="34"/>
              </a:cxn>
              <a:cxn ang="0">
                <a:pos x="196" y="14"/>
              </a:cxn>
              <a:cxn ang="0">
                <a:pos x="168" y="0"/>
              </a:cxn>
              <a:cxn ang="0">
                <a:pos x="148" y="20"/>
              </a:cxn>
              <a:cxn ang="0">
                <a:pos x="148" y="28"/>
              </a:cxn>
              <a:cxn ang="0">
                <a:pos x="145" y="37"/>
              </a:cxn>
              <a:cxn ang="0">
                <a:pos x="139" y="80"/>
              </a:cxn>
              <a:cxn ang="0">
                <a:pos x="130" y="90"/>
              </a:cxn>
              <a:cxn ang="0">
                <a:pos x="111" y="76"/>
              </a:cxn>
              <a:cxn ang="0">
                <a:pos x="100" y="46"/>
              </a:cxn>
              <a:cxn ang="0">
                <a:pos x="69" y="23"/>
              </a:cxn>
              <a:cxn ang="0">
                <a:pos x="37" y="5"/>
              </a:cxn>
              <a:cxn ang="0">
                <a:pos x="15" y="28"/>
              </a:cxn>
              <a:cxn ang="0">
                <a:pos x="0" y="57"/>
              </a:cxn>
              <a:cxn ang="0">
                <a:pos x="15" y="76"/>
              </a:cxn>
              <a:cxn ang="0">
                <a:pos x="42" y="76"/>
              </a:cxn>
              <a:cxn ang="0">
                <a:pos x="56" y="80"/>
              </a:cxn>
              <a:cxn ang="0">
                <a:pos x="61" y="90"/>
              </a:cxn>
              <a:cxn ang="0">
                <a:pos x="61" y="112"/>
              </a:cxn>
              <a:cxn ang="0">
                <a:pos x="56" y="140"/>
              </a:cxn>
              <a:cxn ang="0">
                <a:pos x="65" y="149"/>
              </a:cxn>
              <a:cxn ang="0">
                <a:pos x="79" y="155"/>
              </a:cxn>
            </a:cxnLst>
            <a:rect l="0" t="0" r="r" b="b"/>
            <a:pathLst>
              <a:path w="210" h="183">
                <a:moveTo>
                  <a:pt x="79" y="155"/>
                </a:moveTo>
                <a:lnTo>
                  <a:pt x="111" y="145"/>
                </a:lnTo>
                <a:lnTo>
                  <a:pt x="122" y="140"/>
                </a:lnTo>
                <a:lnTo>
                  <a:pt x="139" y="145"/>
                </a:lnTo>
                <a:lnTo>
                  <a:pt x="157" y="173"/>
                </a:lnTo>
                <a:lnTo>
                  <a:pt x="163" y="178"/>
                </a:lnTo>
                <a:lnTo>
                  <a:pt x="182" y="183"/>
                </a:lnTo>
                <a:lnTo>
                  <a:pt x="196" y="178"/>
                </a:lnTo>
                <a:lnTo>
                  <a:pt x="210" y="158"/>
                </a:lnTo>
                <a:lnTo>
                  <a:pt x="187" y="103"/>
                </a:lnTo>
                <a:lnTo>
                  <a:pt x="173" y="69"/>
                </a:lnTo>
                <a:lnTo>
                  <a:pt x="182" y="57"/>
                </a:lnTo>
                <a:lnTo>
                  <a:pt x="201" y="34"/>
                </a:lnTo>
                <a:lnTo>
                  <a:pt x="196" y="14"/>
                </a:lnTo>
                <a:lnTo>
                  <a:pt x="168" y="0"/>
                </a:lnTo>
                <a:lnTo>
                  <a:pt x="148" y="20"/>
                </a:lnTo>
                <a:lnTo>
                  <a:pt x="148" y="28"/>
                </a:lnTo>
                <a:lnTo>
                  <a:pt x="145" y="37"/>
                </a:lnTo>
                <a:lnTo>
                  <a:pt x="139" y="80"/>
                </a:lnTo>
                <a:lnTo>
                  <a:pt x="130" y="90"/>
                </a:lnTo>
                <a:lnTo>
                  <a:pt x="111" y="76"/>
                </a:lnTo>
                <a:lnTo>
                  <a:pt x="100" y="46"/>
                </a:lnTo>
                <a:lnTo>
                  <a:pt x="69" y="23"/>
                </a:lnTo>
                <a:lnTo>
                  <a:pt x="37" y="5"/>
                </a:lnTo>
                <a:lnTo>
                  <a:pt x="15" y="28"/>
                </a:lnTo>
                <a:lnTo>
                  <a:pt x="0" y="57"/>
                </a:lnTo>
                <a:lnTo>
                  <a:pt x="15" y="76"/>
                </a:lnTo>
                <a:lnTo>
                  <a:pt x="42" y="76"/>
                </a:lnTo>
                <a:lnTo>
                  <a:pt x="56" y="80"/>
                </a:lnTo>
                <a:lnTo>
                  <a:pt x="61" y="90"/>
                </a:lnTo>
                <a:lnTo>
                  <a:pt x="61" y="112"/>
                </a:lnTo>
                <a:lnTo>
                  <a:pt x="56" y="140"/>
                </a:lnTo>
                <a:lnTo>
                  <a:pt x="65" y="149"/>
                </a:lnTo>
                <a:lnTo>
                  <a:pt x="79" y="155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21" name="Freeform 282"/>
          <p:cNvSpPr>
            <a:spLocks/>
          </p:cNvSpPr>
          <p:nvPr/>
        </p:nvSpPr>
        <p:spPr bwMode="auto">
          <a:xfrm rot="21045919">
            <a:off x="2224151" y="2126731"/>
            <a:ext cx="47625" cy="31743"/>
          </a:xfrm>
          <a:custGeom>
            <a:avLst/>
            <a:gdLst/>
            <a:ahLst/>
            <a:cxnLst>
              <a:cxn ang="0">
                <a:pos x="27" y="17"/>
              </a:cxn>
              <a:cxn ang="0">
                <a:pos x="0" y="55"/>
              </a:cxn>
              <a:cxn ang="0">
                <a:pos x="0" y="75"/>
              </a:cxn>
              <a:cxn ang="0">
                <a:pos x="4" y="79"/>
              </a:cxn>
              <a:cxn ang="0">
                <a:pos x="63" y="84"/>
              </a:cxn>
              <a:cxn ang="0">
                <a:pos x="91" y="75"/>
              </a:cxn>
              <a:cxn ang="0">
                <a:pos x="111" y="68"/>
              </a:cxn>
              <a:cxn ang="0">
                <a:pos x="119" y="61"/>
              </a:cxn>
              <a:cxn ang="0">
                <a:pos x="125" y="55"/>
              </a:cxn>
              <a:cxn ang="0">
                <a:pos x="125" y="36"/>
              </a:cxn>
              <a:cxn ang="0">
                <a:pos x="119" y="26"/>
              </a:cxn>
              <a:cxn ang="0">
                <a:pos x="81" y="8"/>
              </a:cxn>
              <a:cxn ang="0">
                <a:pos x="78" y="0"/>
              </a:cxn>
              <a:cxn ang="0">
                <a:pos x="50" y="0"/>
              </a:cxn>
              <a:cxn ang="0">
                <a:pos x="27" y="17"/>
              </a:cxn>
            </a:cxnLst>
            <a:rect l="0" t="0" r="r" b="b"/>
            <a:pathLst>
              <a:path w="125" h="84">
                <a:moveTo>
                  <a:pt x="27" y="17"/>
                </a:moveTo>
                <a:lnTo>
                  <a:pt x="0" y="55"/>
                </a:lnTo>
                <a:lnTo>
                  <a:pt x="0" y="75"/>
                </a:lnTo>
                <a:lnTo>
                  <a:pt x="4" y="79"/>
                </a:lnTo>
                <a:lnTo>
                  <a:pt x="63" y="84"/>
                </a:lnTo>
                <a:lnTo>
                  <a:pt x="91" y="75"/>
                </a:lnTo>
                <a:lnTo>
                  <a:pt x="111" y="68"/>
                </a:lnTo>
                <a:lnTo>
                  <a:pt x="119" y="61"/>
                </a:lnTo>
                <a:lnTo>
                  <a:pt x="125" y="55"/>
                </a:lnTo>
                <a:lnTo>
                  <a:pt x="125" y="36"/>
                </a:lnTo>
                <a:lnTo>
                  <a:pt x="119" y="26"/>
                </a:lnTo>
                <a:lnTo>
                  <a:pt x="81" y="8"/>
                </a:lnTo>
                <a:lnTo>
                  <a:pt x="78" y="0"/>
                </a:lnTo>
                <a:lnTo>
                  <a:pt x="50" y="0"/>
                </a:lnTo>
                <a:lnTo>
                  <a:pt x="27" y="17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22" name="Freeform 283"/>
          <p:cNvSpPr>
            <a:spLocks/>
          </p:cNvSpPr>
          <p:nvPr/>
        </p:nvSpPr>
        <p:spPr bwMode="auto">
          <a:xfrm rot="21045919">
            <a:off x="2309875" y="1839461"/>
            <a:ext cx="163512" cy="201566"/>
          </a:xfrm>
          <a:custGeom>
            <a:avLst/>
            <a:gdLst/>
            <a:ahLst/>
            <a:cxnLst>
              <a:cxn ang="0">
                <a:pos x="239" y="30"/>
              </a:cxn>
              <a:cxn ang="0">
                <a:pos x="183" y="63"/>
              </a:cxn>
              <a:cxn ang="0">
                <a:pos x="137" y="63"/>
              </a:cxn>
              <a:cxn ang="0">
                <a:pos x="94" y="31"/>
              </a:cxn>
              <a:cxn ang="0">
                <a:pos x="46" y="54"/>
              </a:cxn>
              <a:cxn ang="0">
                <a:pos x="50" y="99"/>
              </a:cxn>
              <a:cxn ang="0">
                <a:pos x="91" y="119"/>
              </a:cxn>
              <a:cxn ang="0">
                <a:pos x="164" y="116"/>
              </a:cxn>
              <a:cxn ang="0">
                <a:pos x="183" y="134"/>
              </a:cxn>
              <a:cxn ang="0">
                <a:pos x="239" y="130"/>
              </a:cxn>
              <a:cxn ang="0">
                <a:pos x="262" y="134"/>
              </a:cxn>
              <a:cxn ang="0">
                <a:pos x="267" y="158"/>
              </a:cxn>
              <a:cxn ang="0">
                <a:pos x="253" y="181"/>
              </a:cxn>
              <a:cxn ang="0">
                <a:pos x="207" y="200"/>
              </a:cxn>
              <a:cxn ang="0">
                <a:pos x="151" y="210"/>
              </a:cxn>
              <a:cxn ang="0">
                <a:pos x="137" y="267"/>
              </a:cxn>
              <a:cxn ang="0">
                <a:pos x="112" y="219"/>
              </a:cxn>
              <a:cxn ang="0">
                <a:pos x="89" y="195"/>
              </a:cxn>
              <a:cxn ang="0">
                <a:pos x="66" y="276"/>
              </a:cxn>
              <a:cxn ang="0">
                <a:pos x="89" y="332"/>
              </a:cxn>
              <a:cxn ang="0">
                <a:pos x="41" y="324"/>
              </a:cxn>
              <a:cxn ang="0">
                <a:pos x="6" y="352"/>
              </a:cxn>
              <a:cxn ang="0">
                <a:pos x="10" y="392"/>
              </a:cxn>
              <a:cxn ang="0">
                <a:pos x="42" y="405"/>
              </a:cxn>
              <a:cxn ang="0">
                <a:pos x="51" y="436"/>
              </a:cxn>
              <a:cxn ang="0">
                <a:pos x="89" y="469"/>
              </a:cxn>
              <a:cxn ang="0">
                <a:pos x="140" y="498"/>
              </a:cxn>
              <a:cxn ang="0">
                <a:pos x="160" y="464"/>
              </a:cxn>
              <a:cxn ang="0">
                <a:pos x="132" y="433"/>
              </a:cxn>
              <a:cxn ang="0">
                <a:pos x="193" y="418"/>
              </a:cxn>
              <a:cxn ang="0">
                <a:pos x="229" y="374"/>
              </a:cxn>
              <a:cxn ang="0">
                <a:pos x="238" y="349"/>
              </a:cxn>
              <a:cxn ang="0">
                <a:pos x="211" y="299"/>
              </a:cxn>
              <a:cxn ang="0">
                <a:pos x="279" y="270"/>
              </a:cxn>
              <a:cxn ang="0">
                <a:pos x="293" y="249"/>
              </a:cxn>
              <a:cxn ang="0">
                <a:pos x="328" y="231"/>
              </a:cxn>
              <a:cxn ang="0">
                <a:pos x="340" y="176"/>
              </a:cxn>
              <a:cxn ang="0">
                <a:pos x="379" y="148"/>
              </a:cxn>
              <a:cxn ang="0">
                <a:pos x="393" y="116"/>
              </a:cxn>
              <a:cxn ang="0">
                <a:pos x="360" y="105"/>
              </a:cxn>
              <a:cxn ang="0">
                <a:pos x="356" y="91"/>
              </a:cxn>
              <a:cxn ang="0">
                <a:pos x="412" y="81"/>
              </a:cxn>
              <a:cxn ang="0">
                <a:pos x="408" y="39"/>
              </a:cxn>
              <a:cxn ang="0">
                <a:pos x="313" y="30"/>
              </a:cxn>
              <a:cxn ang="0">
                <a:pos x="285" y="0"/>
              </a:cxn>
            </a:cxnLst>
            <a:rect l="0" t="0" r="r" b="b"/>
            <a:pathLst>
              <a:path w="426" h="498">
                <a:moveTo>
                  <a:pt x="262" y="15"/>
                </a:moveTo>
                <a:lnTo>
                  <a:pt x="239" y="30"/>
                </a:lnTo>
                <a:lnTo>
                  <a:pt x="211" y="39"/>
                </a:lnTo>
                <a:lnTo>
                  <a:pt x="183" y="63"/>
                </a:lnTo>
                <a:lnTo>
                  <a:pt x="160" y="72"/>
                </a:lnTo>
                <a:lnTo>
                  <a:pt x="137" y="63"/>
                </a:lnTo>
                <a:lnTo>
                  <a:pt x="123" y="45"/>
                </a:lnTo>
                <a:lnTo>
                  <a:pt x="94" y="31"/>
                </a:lnTo>
                <a:lnTo>
                  <a:pt x="66" y="35"/>
                </a:lnTo>
                <a:lnTo>
                  <a:pt x="46" y="54"/>
                </a:lnTo>
                <a:lnTo>
                  <a:pt x="42" y="81"/>
                </a:lnTo>
                <a:lnTo>
                  <a:pt x="50" y="99"/>
                </a:lnTo>
                <a:lnTo>
                  <a:pt x="61" y="116"/>
                </a:lnTo>
                <a:lnTo>
                  <a:pt x="91" y="119"/>
                </a:lnTo>
                <a:lnTo>
                  <a:pt x="119" y="119"/>
                </a:lnTo>
                <a:lnTo>
                  <a:pt x="164" y="116"/>
                </a:lnTo>
                <a:lnTo>
                  <a:pt x="178" y="123"/>
                </a:lnTo>
                <a:lnTo>
                  <a:pt x="183" y="134"/>
                </a:lnTo>
                <a:lnTo>
                  <a:pt x="211" y="148"/>
                </a:lnTo>
                <a:lnTo>
                  <a:pt x="239" y="130"/>
                </a:lnTo>
                <a:lnTo>
                  <a:pt x="253" y="130"/>
                </a:lnTo>
                <a:lnTo>
                  <a:pt x="262" y="134"/>
                </a:lnTo>
                <a:lnTo>
                  <a:pt x="267" y="148"/>
                </a:lnTo>
                <a:lnTo>
                  <a:pt x="267" y="158"/>
                </a:lnTo>
                <a:lnTo>
                  <a:pt x="262" y="171"/>
                </a:lnTo>
                <a:lnTo>
                  <a:pt x="253" y="181"/>
                </a:lnTo>
                <a:lnTo>
                  <a:pt x="229" y="200"/>
                </a:lnTo>
                <a:lnTo>
                  <a:pt x="207" y="200"/>
                </a:lnTo>
                <a:lnTo>
                  <a:pt x="178" y="190"/>
                </a:lnTo>
                <a:lnTo>
                  <a:pt x="151" y="210"/>
                </a:lnTo>
                <a:lnTo>
                  <a:pt x="151" y="267"/>
                </a:lnTo>
                <a:lnTo>
                  <a:pt x="137" y="267"/>
                </a:lnTo>
                <a:lnTo>
                  <a:pt x="119" y="247"/>
                </a:lnTo>
                <a:lnTo>
                  <a:pt x="112" y="219"/>
                </a:lnTo>
                <a:lnTo>
                  <a:pt x="98" y="195"/>
                </a:lnTo>
                <a:lnTo>
                  <a:pt x="89" y="195"/>
                </a:lnTo>
                <a:lnTo>
                  <a:pt x="75" y="210"/>
                </a:lnTo>
                <a:lnTo>
                  <a:pt x="66" y="276"/>
                </a:lnTo>
                <a:lnTo>
                  <a:pt x="84" y="304"/>
                </a:lnTo>
                <a:lnTo>
                  <a:pt x="89" y="332"/>
                </a:lnTo>
                <a:lnTo>
                  <a:pt x="70" y="332"/>
                </a:lnTo>
                <a:lnTo>
                  <a:pt x="41" y="324"/>
                </a:lnTo>
                <a:lnTo>
                  <a:pt x="16" y="332"/>
                </a:lnTo>
                <a:lnTo>
                  <a:pt x="6" y="352"/>
                </a:lnTo>
                <a:lnTo>
                  <a:pt x="0" y="379"/>
                </a:lnTo>
                <a:lnTo>
                  <a:pt x="10" y="392"/>
                </a:lnTo>
                <a:lnTo>
                  <a:pt x="19" y="401"/>
                </a:lnTo>
                <a:lnTo>
                  <a:pt x="42" y="405"/>
                </a:lnTo>
                <a:lnTo>
                  <a:pt x="62" y="401"/>
                </a:lnTo>
                <a:lnTo>
                  <a:pt x="51" y="436"/>
                </a:lnTo>
                <a:lnTo>
                  <a:pt x="61" y="461"/>
                </a:lnTo>
                <a:lnTo>
                  <a:pt x="89" y="469"/>
                </a:lnTo>
                <a:lnTo>
                  <a:pt x="123" y="493"/>
                </a:lnTo>
                <a:lnTo>
                  <a:pt x="140" y="498"/>
                </a:lnTo>
                <a:lnTo>
                  <a:pt x="155" y="489"/>
                </a:lnTo>
                <a:lnTo>
                  <a:pt x="160" y="464"/>
                </a:lnTo>
                <a:lnTo>
                  <a:pt x="155" y="461"/>
                </a:lnTo>
                <a:lnTo>
                  <a:pt x="132" y="433"/>
                </a:lnTo>
                <a:lnTo>
                  <a:pt x="140" y="423"/>
                </a:lnTo>
                <a:lnTo>
                  <a:pt x="193" y="418"/>
                </a:lnTo>
                <a:lnTo>
                  <a:pt x="207" y="409"/>
                </a:lnTo>
                <a:lnTo>
                  <a:pt x="229" y="374"/>
                </a:lnTo>
                <a:lnTo>
                  <a:pt x="234" y="365"/>
                </a:lnTo>
                <a:lnTo>
                  <a:pt x="238" y="349"/>
                </a:lnTo>
                <a:lnTo>
                  <a:pt x="230" y="314"/>
                </a:lnTo>
                <a:lnTo>
                  <a:pt x="211" y="299"/>
                </a:lnTo>
                <a:lnTo>
                  <a:pt x="226" y="283"/>
                </a:lnTo>
                <a:lnTo>
                  <a:pt x="279" y="270"/>
                </a:lnTo>
                <a:lnTo>
                  <a:pt x="287" y="264"/>
                </a:lnTo>
                <a:lnTo>
                  <a:pt x="293" y="249"/>
                </a:lnTo>
                <a:lnTo>
                  <a:pt x="313" y="244"/>
                </a:lnTo>
                <a:lnTo>
                  <a:pt x="328" y="231"/>
                </a:lnTo>
                <a:lnTo>
                  <a:pt x="329" y="199"/>
                </a:lnTo>
                <a:lnTo>
                  <a:pt x="340" y="176"/>
                </a:lnTo>
                <a:lnTo>
                  <a:pt x="375" y="153"/>
                </a:lnTo>
                <a:lnTo>
                  <a:pt x="379" y="148"/>
                </a:lnTo>
                <a:lnTo>
                  <a:pt x="393" y="119"/>
                </a:lnTo>
                <a:lnTo>
                  <a:pt x="393" y="116"/>
                </a:lnTo>
                <a:lnTo>
                  <a:pt x="388" y="111"/>
                </a:lnTo>
                <a:lnTo>
                  <a:pt x="360" y="105"/>
                </a:lnTo>
                <a:lnTo>
                  <a:pt x="356" y="100"/>
                </a:lnTo>
                <a:lnTo>
                  <a:pt x="356" y="91"/>
                </a:lnTo>
                <a:lnTo>
                  <a:pt x="360" y="86"/>
                </a:lnTo>
                <a:lnTo>
                  <a:pt x="412" y="81"/>
                </a:lnTo>
                <a:lnTo>
                  <a:pt x="426" y="63"/>
                </a:lnTo>
                <a:lnTo>
                  <a:pt x="408" y="39"/>
                </a:lnTo>
                <a:lnTo>
                  <a:pt x="375" y="25"/>
                </a:lnTo>
                <a:lnTo>
                  <a:pt x="313" y="30"/>
                </a:lnTo>
                <a:lnTo>
                  <a:pt x="294" y="30"/>
                </a:lnTo>
                <a:lnTo>
                  <a:pt x="285" y="0"/>
                </a:lnTo>
                <a:lnTo>
                  <a:pt x="262" y="15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23" name="Freeform 284"/>
          <p:cNvSpPr>
            <a:spLocks/>
          </p:cNvSpPr>
          <p:nvPr/>
        </p:nvSpPr>
        <p:spPr bwMode="auto">
          <a:xfrm rot="21045919">
            <a:off x="2705162" y="2172758"/>
            <a:ext cx="33338" cy="38091"/>
          </a:xfrm>
          <a:custGeom>
            <a:avLst/>
            <a:gdLst/>
            <a:ahLst/>
            <a:cxnLst>
              <a:cxn ang="0">
                <a:pos x="38" y="0"/>
              </a:cxn>
              <a:cxn ang="0">
                <a:pos x="66" y="9"/>
              </a:cxn>
              <a:cxn ang="0">
                <a:pos x="88" y="27"/>
              </a:cxn>
              <a:cxn ang="0">
                <a:pos x="88" y="55"/>
              </a:cxn>
              <a:cxn ang="0">
                <a:pos x="75" y="83"/>
              </a:cxn>
              <a:cxn ang="0">
                <a:pos x="61" y="97"/>
              </a:cxn>
              <a:cxn ang="0">
                <a:pos x="50" y="92"/>
              </a:cxn>
              <a:cxn ang="0">
                <a:pos x="48" y="79"/>
              </a:cxn>
              <a:cxn ang="0">
                <a:pos x="34" y="64"/>
              </a:cxn>
              <a:cxn ang="0">
                <a:pos x="6" y="64"/>
              </a:cxn>
              <a:cxn ang="0">
                <a:pos x="0" y="55"/>
              </a:cxn>
              <a:cxn ang="0">
                <a:pos x="15" y="20"/>
              </a:cxn>
              <a:cxn ang="0">
                <a:pos x="29" y="9"/>
              </a:cxn>
              <a:cxn ang="0">
                <a:pos x="38" y="0"/>
              </a:cxn>
            </a:cxnLst>
            <a:rect l="0" t="0" r="r" b="b"/>
            <a:pathLst>
              <a:path w="88" h="97">
                <a:moveTo>
                  <a:pt x="38" y="0"/>
                </a:moveTo>
                <a:lnTo>
                  <a:pt x="66" y="9"/>
                </a:lnTo>
                <a:lnTo>
                  <a:pt x="88" y="27"/>
                </a:lnTo>
                <a:lnTo>
                  <a:pt x="88" y="55"/>
                </a:lnTo>
                <a:lnTo>
                  <a:pt x="75" y="83"/>
                </a:lnTo>
                <a:lnTo>
                  <a:pt x="61" y="97"/>
                </a:lnTo>
                <a:lnTo>
                  <a:pt x="50" y="92"/>
                </a:lnTo>
                <a:lnTo>
                  <a:pt x="48" y="79"/>
                </a:lnTo>
                <a:lnTo>
                  <a:pt x="34" y="64"/>
                </a:lnTo>
                <a:lnTo>
                  <a:pt x="6" y="64"/>
                </a:lnTo>
                <a:lnTo>
                  <a:pt x="0" y="55"/>
                </a:lnTo>
                <a:lnTo>
                  <a:pt x="15" y="20"/>
                </a:lnTo>
                <a:lnTo>
                  <a:pt x="29" y="9"/>
                </a:lnTo>
                <a:lnTo>
                  <a:pt x="38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24" name="Freeform 285"/>
          <p:cNvSpPr>
            <a:spLocks/>
          </p:cNvSpPr>
          <p:nvPr/>
        </p:nvSpPr>
        <p:spPr bwMode="auto">
          <a:xfrm rot="21045919">
            <a:off x="2300350" y="2107686"/>
            <a:ext cx="347662" cy="399957"/>
          </a:xfrm>
          <a:custGeom>
            <a:avLst/>
            <a:gdLst/>
            <a:ahLst/>
            <a:cxnLst>
              <a:cxn ang="0">
                <a:pos x="670" y="949"/>
              </a:cxn>
              <a:cxn ang="0">
                <a:pos x="627" y="903"/>
              </a:cxn>
              <a:cxn ang="0">
                <a:pos x="566" y="854"/>
              </a:cxn>
              <a:cxn ang="0">
                <a:pos x="497" y="779"/>
              </a:cxn>
              <a:cxn ang="0">
                <a:pos x="463" y="703"/>
              </a:cxn>
              <a:cxn ang="0">
                <a:pos x="518" y="628"/>
              </a:cxn>
              <a:cxn ang="0">
                <a:pos x="529" y="467"/>
              </a:cxn>
              <a:cxn ang="0">
                <a:pos x="435" y="429"/>
              </a:cxn>
              <a:cxn ang="0">
                <a:pos x="421" y="363"/>
              </a:cxn>
              <a:cxn ang="0">
                <a:pos x="374" y="363"/>
              </a:cxn>
              <a:cxn ang="0">
                <a:pos x="337" y="296"/>
              </a:cxn>
              <a:cxn ang="0">
                <a:pos x="234" y="321"/>
              </a:cxn>
              <a:cxn ang="0">
                <a:pos x="132" y="286"/>
              </a:cxn>
              <a:cxn ang="0">
                <a:pos x="14" y="163"/>
              </a:cxn>
              <a:cxn ang="0">
                <a:pos x="47" y="74"/>
              </a:cxn>
              <a:cxn ang="0">
                <a:pos x="155" y="3"/>
              </a:cxn>
              <a:cxn ang="0">
                <a:pos x="132" y="61"/>
              </a:cxn>
              <a:cxn ang="0">
                <a:pos x="112" y="116"/>
              </a:cxn>
              <a:cxn ang="0">
                <a:pos x="112" y="241"/>
              </a:cxn>
              <a:cxn ang="0">
                <a:pos x="151" y="151"/>
              </a:cxn>
              <a:cxn ang="0">
                <a:pos x="179" y="56"/>
              </a:cxn>
              <a:cxn ang="0">
                <a:pos x="262" y="42"/>
              </a:cxn>
              <a:cxn ang="0">
                <a:pos x="271" y="151"/>
              </a:cxn>
              <a:cxn ang="0">
                <a:pos x="370" y="163"/>
              </a:cxn>
              <a:cxn ang="0">
                <a:pos x="435" y="202"/>
              </a:cxn>
              <a:cxn ang="0">
                <a:pos x="529" y="241"/>
              </a:cxn>
              <a:cxn ang="0">
                <a:pos x="571" y="307"/>
              </a:cxn>
              <a:cxn ang="0">
                <a:pos x="627" y="321"/>
              </a:cxn>
              <a:cxn ang="0">
                <a:pos x="659" y="433"/>
              </a:cxn>
              <a:cxn ang="0">
                <a:pos x="797" y="505"/>
              </a:cxn>
              <a:cxn ang="0">
                <a:pos x="829" y="538"/>
              </a:cxn>
              <a:cxn ang="0">
                <a:pos x="913" y="604"/>
              </a:cxn>
              <a:cxn ang="0">
                <a:pos x="895" y="666"/>
              </a:cxn>
              <a:cxn ang="0">
                <a:pos x="852" y="679"/>
              </a:cxn>
              <a:cxn ang="0">
                <a:pos x="829" y="712"/>
              </a:cxn>
              <a:cxn ang="0">
                <a:pos x="779" y="656"/>
              </a:cxn>
              <a:cxn ang="0">
                <a:pos x="698" y="623"/>
              </a:cxn>
              <a:cxn ang="0">
                <a:pos x="735" y="708"/>
              </a:cxn>
              <a:cxn ang="0">
                <a:pos x="797" y="765"/>
              </a:cxn>
              <a:cxn ang="0">
                <a:pos x="805" y="849"/>
              </a:cxn>
              <a:cxn ang="0">
                <a:pos x="800" y="907"/>
              </a:cxn>
              <a:cxn ang="0">
                <a:pos x="670" y="842"/>
              </a:cxn>
              <a:cxn ang="0">
                <a:pos x="712" y="889"/>
              </a:cxn>
              <a:cxn ang="0">
                <a:pos x="779" y="984"/>
              </a:cxn>
              <a:cxn ang="0">
                <a:pos x="721" y="968"/>
              </a:cxn>
            </a:cxnLst>
            <a:rect l="0" t="0" r="r" b="b"/>
            <a:pathLst>
              <a:path w="913" h="984">
                <a:moveTo>
                  <a:pt x="721" y="968"/>
                </a:moveTo>
                <a:lnTo>
                  <a:pt x="698" y="955"/>
                </a:lnTo>
                <a:lnTo>
                  <a:pt x="670" y="949"/>
                </a:lnTo>
                <a:lnTo>
                  <a:pt x="645" y="916"/>
                </a:lnTo>
                <a:lnTo>
                  <a:pt x="641" y="907"/>
                </a:lnTo>
                <a:lnTo>
                  <a:pt x="627" y="903"/>
                </a:lnTo>
                <a:lnTo>
                  <a:pt x="581" y="889"/>
                </a:lnTo>
                <a:lnTo>
                  <a:pt x="576" y="884"/>
                </a:lnTo>
                <a:lnTo>
                  <a:pt x="566" y="854"/>
                </a:lnTo>
                <a:lnTo>
                  <a:pt x="561" y="817"/>
                </a:lnTo>
                <a:lnTo>
                  <a:pt x="525" y="793"/>
                </a:lnTo>
                <a:lnTo>
                  <a:pt x="497" y="779"/>
                </a:lnTo>
                <a:lnTo>
                  <a:pt x="458" y="747"/>
                </a:lnTo>
                <a:lnTo>
                  <a:pt x="458" y="712"/>
                </a:lnTo>
                <a:lnTo>
                  <a:pt x="463" y="703"/>
                </a:lnTo>
                <a:lnTo>
                  <a:pt x="463" y="675"/>
                </a:lnTo>
                <a:lnTo>
                  <a:pt x="486" y="647"/>
                </a:lnTo>
                <a:lnTo>
                  <a:pt x="518" y="628"/>
                </a:lnTo>
                <a:lnTo>
                  <a:pt x="543" y="604"/>
                </a:lnTo>
                <a:lnTo>
                  <a:pt x="543" y="519"/>
                </a:lnTo>
                <a:lnTo>
                  <a:pt x="529" y="467"/>
                </a:lnTo>
                <a:lnTo>
                  <a:pt x="501" y="444"/>
                </a:lnTo>
                <a:lnTo>
                  <a:pt x="467" y="429"/>
                </a:lnTo>
                <a:lnTo>
                  <a:pt x="435" y="429"/>
                </a:lnTo>
                <a:lnTo>
                  <a:pt x="421" y="415"/>
                </a:lnTo>
                <a:lnTo>
                  <a:pt x="431" y="386"/>
                </a:lnTo>
                <a:lnTo>
                  <a:pt x="421" y="363"/>
                </a:lnTo>
                <a:lnTo>
                  <a:pt x="416" y="358"/>
                </a:lnTo>
                <a:lnTo>
                  <a:pt x="380" y="363"/>
                </a:lnTo>
                <a:lnTo>
                  <a:pt x="374" y="363"/>
                </a:lnTo>
                <a:lnTo>
                  <a:pt x="356" y="339"/>
                </a:lnTo>
                <a:lnTo>
                  <a:pt x="354" y="310"/>
                </a:lnTo>
                <a:lnTo>
                  <a:pt x="337" y="296"/>
                </a:lnTo>
                <a:lnTo>
                  <a:pt x="306" y="308"/>
                </a:lnTo>
                <a:lnTo>
                  <a:pt x="288" y="325"/>
                </a:lnTo>
                <a:lnTo>
                  <a:pt x="234" y="321"/>
                </a:lnTo>
                <a:lnTo>
                  <a:pt x="201" y="310"/>
                </a:lnTo>
                <a:lnTo>
                  <a:pt x="173" y="293"/>
                </a:lnTo>
                <a:lnTo>
                  <a:pt x="132" y="286"/>
                </a:lnTo>
                <a:lnTo>
                  <a:pt x="103" y="273"/>
                </a:lnTo>
                <a:lnTo>
                  <a:pt x="38" y="198"/>
                </a:lnTo>
                <a:lnTo>
                  <a:pt x="14" y="163"/>
                </a:lnTo>
                <a:lnTo>
                  <a:pt x="0" y="136"/>
                </a:lnTo>
                <a:lnTo>
                  <a:pt x="6" y="108"/>
                </a:lnTo>
                <a:lnTo>
                  <a:pt x="47" y="74"/>
                </a:lnTo>
                <a:lnTo>
                  <a:pt x="80" y="32"/>
                </a:lnTo>
                <a:lnTo>
                  <a:pt x="126" y="0"/>
                </a:lnTo>
                <a:lnTo>
                  <a:pt x="155" y="3"/>
                </a:lnTo>
                <a:lnTo>
                  <a:pt x="158" y="21"/>
                </a:lnTo>
                <a:lnTo>
                  <a:pt x="155" y="37"/>
                </a:lnTo>
                <a:lnTo>
                  <a:pt x="132" y="61"/>
                </a:lnTo>
                <a:lnTo>
                  <a:pt x="103" y="79"/>
                </a:lnTo>
                <a:lnTo>
                  <a:pt x="103" y="88"/>
                </a:lnTo>
                <a:lnTo>
                  <a:pt x="112" y="116"/>
                </a:lnTo>
                <a:lnTo>
                  <a:pt x="103" y="145"/>
                </a:lnTo>
                <a:lnTo>
                  <a:pt x="93" y="208"/>
                </a:lnTo>
                <a:lnTo>
                  <a:pt x="112" y="241"/>
                </a:lnTo>
                <a:lnTo>
                  <a:pt x="132" y="221"/>
                </a:lnTo>
                <a:lnTo>
                  <a:pt x="151" y="184"/>
                </a:lnTo>
                <a:lnTo>
                  <a:pt x="151" y="151"/>
                </a:lnTo>
                <a:lnTo>
                  <a:pt x="155" y="113"/>
                </a:lnTo>
                <a:lnTo>
                  <a:pt x="158" y="85"/>
                </a:lnTo>
                <a:lnTo>
                  <a:pt x="179" y="56"/>
                </a:lnTo>
                <a:lnTo>
                  <a:pt x="187" y="46"/>
                </a:lnTo>
                <a:lnTo>
                  <a:pt x="257" y="37"/>
                </a:lnTo>
                <a:lnTo>
                  <a:pt x="262" y="42"/>
                </a:lnTo>
                <a:lnTo>
                  <a:pt x="267" y="98"/>
                </a:lnTo>
                <a:lnTo>
                  <a:pt x="257" y="127"/>
                </a:lnTo>
                <a:lnTo>
                  <a:pt x="271" y="151"/>
                </a:lnTo>
                <a:lnTo>
                  <a:pt x="299" y="163"/>
                </a:lnTo>
                <a:lnTo>
                  <a:pt x="333" y="179"/>
                </a:lnTo>
                <a:lnTo>
                  <a:pt x="370" y="163"/>
                </a:lnTo>
                <a:lnTo>
                  <a:pt x="407" y="159"/>
                </a:lnTo>
                <a:lnTo>
                  <a:pt x="426" y="174"/>
                </a:lnTo>
                <a:lnTo>
                  <a:pt x="435" y="202"/>
                </a:lnTo>
                <a:lnTo>
                  <a:pt x="454" y="231"/>
                </a:lnTo>
                <a:lnTo>
                  <a:pt x="511" y="231"/>
                </a:lnTo>
                <a:lnTo>
                  <a:pt x="529" y="241"/>
                </a:lnTo>
                <a:lnTo>
                  <a:pt x="543" y="254"/>
                </a:lnTo>
                <a:lnTo>
                  <a:pt x="552" y="282"/>
                </a:lnTo>
                <a:lnTo>
                  <a:pt x="571" y="307"/>
                </a:lnTo>
                <a:lnTo>
                  <a:pt x="585" y="316"/>
                </a:lnTo>
                <a:lnTo>
                  <a:pt x="613" y="310"/>
                </a:lnTo>
                <a:lnTo>
                  <a:pt x="627" y="321"/>
                </a:lnTo>
                <a:lnTo>
                  <a:pt x="638" y="349"/>
                </a:lnTo>
                <a:lnTo>
                  <a:pt x="622" y="377"/>
                </a:lnTo>
                <a:lnTo>
                  <a:pt x="659" y="433"/>
                </a:lnTo>
                <a:lnTo>
                  <a:pt x="674" y="467"/>
                </a:lnTo>
                <a:lnTo>
                  <a:pt x="698" y="495"/>
                </a:lnTo>
                <a:lnTo>
                  <a:pt x="797" y="505"/>
                </a:lnTo>
                <a:lnTo>
                  <a:pt x="825" y="523"/>
                </a:lnTo>
                <a:lnTo>
                  <a:pt x="829" y="529"/>
                </a:lnTo>
                <a:lnTo>
                  <a:pt x="829" y="538"/>
                </a:lnTo>
                <a:lnTo>
                  <a:pt x="885" y="547"/>
                </a:lnTo>
                <a:lnTo>
                  <a:pt x="908" y="561"/>
                </a:lnTo>
                <a:lnTo>
                  <a:pt x="913" y="604"/>
                </a:lnTo>
                <a:lnTo>
                  <a:pt x="908" y="609"/>
                </a:lnTo>
                <a:lnTo>
                  <a:pt x="885" y="628"/>
                </a:lnTo>
                <a:lnTo>
                  <a:pt x="895" y="666"/>
                </a:lnTo>
                <a:lnTo>
                  <a:pt x="890" y="670"/>
                </a:lnTo>
                <a:lnTo>
                  <a:pt x="862" y="670"/>
                </a:lnTo>
                <a:lnTo>
                  <a:pt x="852" y="679"/>
                </a:lnTo>
                <a:lnTo>
                  <a:pt x="852" y="708"/>
                </a:lnTo>
                <a:lnTo>
                  <a:pt x="846" y="712"/>
                </a:lnTo>
                <a:lnTo>
                  <a:pt x="829" y="712"/>
                </a:lnTo>
                <a:lnTo>
                  <a:pt x="811" y="698"/>
                </a:lnTo>
                <a:lnTo>
                  <a:pt x="800" y="684"/>
                </a:lnTo>
                <a:lnTo>
                  <a:pt x="779" y="656"/>
                </a:lnTo>
                <a:lnTo>
                  <a:pt x="721" y="619"/>
                </a:lnTo>
                <a:lnTo>
                  <a:pt x="702" y="619"/>
                </a:lnTo>
                <a:lnTo>
                  <a:pt x="698" y="623"/>
                </a:lnTo>
                <a:lnTo>
                  <a:pt x="693" y="642"/>
                </a:lnTo>
                <a:lnTo>
                  <a:pt x="717" y="679"/>
                </a:lnTo>
                <a:lnTo>
                  <a:pt x="735" y="708"/>
                </a:lnTo>
                <a:lnTo>
                  <a:pt x="763" y="737"/>
                </a:lnTo>
                <a:lnTo>
                  <a:pt x="791" y="761"/>
                </a:lnTo>
                <a:lnTo>
                  <a:pt x="797" y="765"/>
                </a:lnTo>
                <a:lnTo>
                  <a:pt x="814" y="798"/>
                </a:lnTo>
                <a:lnTo>
                  <a:pt x="814" y="821"/>
                </a:lnTo>
                <a:lnTo>
                  <a:pt x="805" y="849"/>
                </a:lnTo>
                <a:lnTo>
                  <a:pt x="820" y="879"/>
                </a:lnTo>
                <a:lnTo>
                  <a:pt x="805" y="907"/>
                </a:lnTo>
                <a:lnTo>
                  <a:pt x="800" y="907"/>
                </a:lnTo>
                <a:lnTo>
                  <a:pt x="763" y="884"/>
                </a:lnTo>
                <a:lnTo>
                  <a:pt x="721" y="849"/>
                </a:lnTo>
                <a:lnTo>
                  <a:pt x="670" y="842"/>
                </a:lnTo>
                <a:lnTo>
                  <a:pt x="663" y="845"/>
                </a:lnTo>
                <a:lnTo>
                  <a:pt x="684" y="863"/>
                </a:lnTo>
                <a:lnTo>
                  <a:pt x="712" y="889"/>
                </a:lnTo>
                <a:lnTo>
                  <a:pt x="779" y="949"/>
                </a:lnTo>
                <a:lnTo>
                  <a:pt x="786" y="973"/>
                </a:lnTo>
                <a:lnTo>
                  <a:pt x="779" y="984"/>
                </a:lnTo>
                <a:lnTo>
                  <a:pt x="763" y="984"/>
                </a:lnTo>
                <a:lnTo>
                  <a:pt x="744" y="973"/>
                </a:lnTo>
                <a:lnTo>
                  <a:pt x="721" y="968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25" name="Freeform 286"/>
          <p:cNvSpPr>
            <a:spLocks/>
          </p:cNvSpPr>
          <p:nvPr/>
        </p:nvSpPr>
        <p:spPr bwMode="auto">
          <a:xfrm rot="21045919">
            <a:off x="2295587" y="2398131"/>
            <a:ext cx="76200" cy="82531"/>
          </a:xfrm>
          <a:custGeom>
            <a:avLst/>
            <a:gdLst/>
            <a:ahLst/>
            <a:cxnLst>
              <a:cxn ang="0">
                <a:pos x="84" y="0"/>
              </a:cxn>
              <a:cxn ang="0">
                <a:pos x="105" y="30"/>
              </a:cxn>
              <a:cxn ang="0">
                <a:pos x="130" y="33"/>
              </a:cxn>
              <a:cxn ang="0">
                <a:pos x="141" y="60"/>
              </a:cxn>
              <a:cxn ang="0">
                <a:pos x="168" y="70"/>
              </a:cxn>
              <a:cxn ang="0">
                <a:pos x="178" y="79"/>
              </a:cxn>
              <a:cxn ang="0">
                <a:pos x="202" y="111"/>
              </a:cxn>
              <a:cxn ang="0">
                <a:pos x="202" y="148"/>
              </a:cxn>
              <a:cxn ang="0">
                <a:pos x="193" y="157"/>
              </a:cxn>
              <a:cxn ang="0">
                <a:pos x="159" y="163"/>
              </a:cxn>
              <a:cxn ang="0">
                <a:pos x="131" y="148"/>
              </a:cxn>
              <a:cxn ang="0">
                <a:pos x="102" y="148"/>
              </a:cxn>
              <a:cxn ang="0">
                <a:pos x="100" y="153"/>
              </a:cxn>
              <a:cxn ang="0">
                <a:pos x="89" y="181"/>
              </a:cxn>
              <a:cxn ang="0">
                <a:pos x="86" y="192"/>
              </a:cxn>
              <a:cxn ang="0">
                <a:pos x="68" y="199"/>
              </a:cxn>
              <a:cxn ang="0">
                <a:pos x="43" y="199"/>
              </a:cxn>
              <a:cxn ang="0">
                <a:pos x="32" y="195"/>
              </a:cxn>
              <a:cxn ang="0">
                <a:pos x="18" y="157"/>
              </a:cxn>
              <a:cxn ang="0">
                <a:pos x="0" y="148"/>
              </a:cxn>
              <a:cxn ang="0">
                <a:pos x="18" y="119"/>
              </a:cxn>
              <a:cxn ang="0">
                <a:pos x="25" y="88"/>
              </a:cxn>
              <a:cxn ang="0">
                <a:pos x="39" y="55"/>
              </a:cxn>
              <a:cxn ang="0">
                <a:pos x="52" y="14"/>
              </a:cxn>
              <a:cxn ang="0">
                <a:pos x="63" y="0"/>
              </a:cxn>
              <a:cxn ang="0">
                <a:pos x="84" y="0"/>
              </a:cxn>
            </a:cxnLst>
            <a:rect l="0" t="0" r="r" b="b"/>
            <a:pathLst>
              <a:path w="202" h="199">
                <a:moveTo>
                  <a:pt x="84" y="0"/>
                </a:moveTo>
                <a:lnTo>
                  <a:pt x="105" y="30"/>
                </a:lnTo>
                <a:lnTo>
                  <a:pt x="130" y="33"/>
                </a:lnTo>
                <a:lnTo>
                  <a:pt x="141" y="60"/>
                </a:lnTo>
                <a:lnTo>
                  <a:pt x="168" y="70"/>
                </a:lnTo>
                <a:lnTo>
                  <a:pt x="178" y="79"/>
                </a:lnTo>
                <a:lnTo>
                  <a:pt x="202" y="111"/>
                </a:lnTo>
                <a:lnTo>
                  <a:pt x="202" y="148"/>
                </a:lnTo>
                <a:lnTo>
                  <a:pt x="193" y="157"/>
                </a:lnTo>
                <a:lnTo>
                  <a:pt x="159" y="163"/>
                </a:lnTo>
                <a:lnTo>
                  <a:pt x="131" y="148"/>
                </a:lnTo>
                <a:lnTo>
                  <a:pt x="102" y="148"/>
                </a:lnTo>
                <a:lnTo>
                  <a:pt x="100" y="153"/>
                </a:lnTo>
                <a:lnTo>
                  <a:pt x="89" y="181"/>
                </a:lnTo>
                <a:lnTo>
                  <a:pt x="86" y="192"/>
                </a:lnTo>
                <a:lnTo>
                  <a:pt x="68" y="199"/>
                </a:lnTo>
                <a:lnTo>
                  <a:pt x="43" y="199"/>
                </a:lnTo>
                <a:lnTo>
                  <a:pt x="32" y="195"/>
                </a:lnTo>
                <a:lnTo>
                  <a:pt x="18" y="157"/>
                </a:lnTo>
                <a:lnTo>
                  <a:pt x="0" y="148"/>
                </a:lnTo>
                <a:lnTo>
                  <a:pt x="18" y="119"/>
                </a:lnTo>
                <a:lnTo>
                  <a:pt x="25" y="88"/>
                </a:lnTo>
                <a:lnTo>
                  <a:pt x="39" y="55"/>
                </a:lnTo>
                <a:lnTo>
                  <a:pt x="52" y="14"/>
                </a:lnTo>
                <a:lnTo>
                  <a:pt x="63" y="0"/>
                </a:lnTo>
                <a:lnTo>
                  <a:pt x="84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26" name="Freeform 287"/>
          <p:cNvSpPr>
            <a:spLocks/>
          </p:cNvSpPr>
          <p:nvPr/>
        </p:nvSpPr>
        <p:spPr bwMode="auto">
          <a:xfrm rot="21045919">
            <a:off x="2902013" y="2745713"/>
            <a:ext cx="138113" cy="157126"/>
          </a:xfrm>
          <a:custGeom>
            <a:avLst/>
            <a:gdLst/>
            <a:ahLst/>
            <a:cxnLst>
              <a:cxn ang="0">
                <a:pos x="28" y="217"/>
              </a:cxn>
              <a:cxn ang="0">
                <a:pos x="17" y="272"/>
              </a:cxn>
              <a:cxn ang="0">
                <a:pos x="4" y="316"/>
              </a:cxn>
              <a:cxn ang="0">
                <a:pos x="23" y="352"/>
              </a:cxn>
              <a:cxn ang="0">
                <a:pos x="70" y="320"/>
              </a:cxn>
              <a:cxn ang="0">
                <a:pos x="122" y="324"/>
              </a:cxn>
              <a:cxn ang="0">
                <a:pos x="187" y="307"/>
              </a:cxn>
              <a:cxn ang="0">
                <a:pos x="202" y="342"/>
              </a:cxn>
              <a:cxn ang="0">
                <a:pos x="195" y="358"/>
              </a:cxn>
              <a:cxn ang="0">
                <a:pos x="215" y="349"/>
              </a:cxn>
              <a:cxn ang="0">
                <a:pos x="243" y="297"/>
              </a:cxn>
              <a:cxn ang="0">
                <a:pos x="275" y="311"/>
              </a:cxn>
              <a:cxn ang="0">
                <a:pos x="286" y="358"/>
              </a:cxn>
              <a:cxn ang="0">
                <a:pos x="309" y="354"/>
              </a:cxn>
              <a:cxn ang="0">
                <a:pos x="332" y="388"/>
              </a:cxn>
              <a:cxn ang="0">
                <a:pos x="356" y="330"/>
              </a:cxn>
              <a:cxn ang="0">
                <a:pos x="337" y="288"/>
              </a:cxn>
              <a:cxn ang="0">
                <a:pos x="291" y="284"/>
              </a:cxn>
              <a:cxn ang="0">
                <a:pos x="297" y="258"/>
              </a:cxn>
              <a:cxn ang="0">
                <a:pos x="300" y="237"/>
              </a:cxn>
              <a:cxn ang="0">
                <a:pos x="257" y="207"/>
              </a:cxn>
              <a:cxn ang="0">
                <a:pos x="247" y="151"/>
              </a:cxn>
              <a:cxn ang="0">
                <a:pos x="229" y="142"/>
              </a:cxn>
              <a:cxn ang="0">
                <a:pos x="201" y="175"/>
              </a:cxn>
              <a:cxn ang="0">
                <a:pos x="151" y="170"/>
              </a:cxn>
              <a:cxn ang="0">
                <a:pos x="159" y="128"/>
              </a:cxn>
              <a:cxn ang="0">
                <a:pos x="122" y="119"/>
              </a:cxn>
              <a:cxn ang="0">
                <a:pos x="92" y="157"/>
              </a:cxn>
              <a:cxn ang="0">
                <a:pos x="78" y="141"/>
              </a:cxn>
              <a:cxn ang="0">
                <a:pos x="88" y="80"/>
              </a:cxn>
              <a:cxn ang="0">
                <a:pos x="102" y="6"/>
              </a:cxn>
              <a:cxn ang="0">
                <a:pos x="72" y="2"/>
              </a:cxn>
              <a:cxn ang="0">
                <a:pos x="37" y="83"/>
              </a:cxn>
              <a:cxn ang="0">
                <a:pos x="28" y="164"/>
              </a:cxn>
            </a:cxnLst>
            <a:rect l="0" t="0" r="r" b="b"/>
            <a:pathLst>
              <a:path w="356" h="388">
                <a:moveTo>
                  <a:pt x="31" y="188"/>
                </a:moveTo>
                <a:lnTo>
                  <a:pt x="28" y="217"/>
                </a:lnTo>
                <a:lnTo>
                  <a:pt x="14" y="256"/>
                </a:lnTo>
                <a:lnTo>
                  <a:pt x="17" y="272"/>
                </a:lnTo>
                <a:lnTo>
                  <a:pt x="0" y="302"/>
                </a:lnTo>
                <a:lnTo>
                  <a:pt x="4" y="316"/>
                </a:lnTo>
                <a:lnTo>
                  <a:pt x="4" y="344"/>
                </a:lnTo>
                <a:lnTo>
                  <a:pt x="23" y="352"/>
                </a:lnTo>
                <a:lnTo>
                  <a:pt x="42" y="340"/>
                </a:lnTo>
                <a:lnTo>
                  <a:pt x="70" y="320"/>
                </a:lnTo>
                <a:lnTo>
                  <a:pt x="99" y="316"/>
                </a:lnTo>
                <a:lnTo>
                  <a:pt x="122" y="324"/>
                </a:lnTo>
                <a:lnTo>
                  <a:pt x="154" y="308"/>
                </a:lnTo>
                <a:lnTo>
                  <a:pt x="187" y="307"/>
                </a:lnTo>
                <a:lnTo>
                  <a:pt x="197" y="316"/>
                </a:lnTo>
                <a:lnTo>
                  <a:pt x="202" y="342"/>
                </a:lnTo>
                <a:lnTo>
                  <a:pt x="197" y="347"/>
                </a:lnTo>
                <a:lnTo>
                  <a:pt x="195" y="358"/>
                </a:lnTo>
                <a:lnTo>
                  <a:pt x="206" y="358"/>
                </a:lnTo>
                <a:lnTo>
                  <a:pt x="215" y="349"/>
                </a:lnTo>
                <a:lnTo>
                  <a:pt x="225" y="326"/>
                </a:lnTo>
                <a:lnTo>
                  <a:pt x="243" y="297"/>
                </a:lnTo>
                <a:lnTo>
                  <a:pt x="257" y="292"/>
                </a:lnTo>
                <a:lnTo>
                  <a:pt x="275" y="311"/>
                </a:lnTo>
                <a:lnTo>
                  <a:pt x="282" y="330"/>
                </a:lnTo>
                <a:lnTo>
                  <a:pt x="286" y="358"/>
                </a:lnTo>
                <a:lnTo>
                  <a:pt x="291" y="358"/>
                </a:lnTo>
                <a:lnTo>
                  <a:pt x="309" y="354"/>
                </a:lnTo>
                <a:lnTo>
                  <a:pt x="314" y="365"/>
                </a:lnTo>
                <a:lnTo>
                  <a:pt x="332" y="388"/>
                </a:lnTo>
                <a:lnTo>
                  <a:pt x="351" y="368"/>
                </a:lnTo>
                <a:lnTo>
                  <a:pt x="356" y="330"/>
                </a:lnTo>
                <a:lnTo>
                  <a:pt x="347" y="297"/>
                </a:lnTo>
                <a:lnTo>
                  <a:pt x="337" y="288"/>
                </a:lnTo>
                <a:lnTo>
                  <a:pt x="300" y="288"/>
                </a:lnTo>
                <a:lnTo>
                  <a:pt x="291" y="284"/>
                </a:lnTo>
                <a:lnTo>
                  <a:pt x="291" y="266"/>
                </a:lnTo>
                <a:lnTo>
                  <a:pt x="297" y="258"/>
                </a:lnTo>
                <a:lnTo>
                  <a:pt x="301" y="251"/>
                </a:lnTo>
                <a:lnTo>
                  <a:pt x="300" y="237"/>
                </a:lnTo>
                <a:lnTo>
                  <a:pt x="275" y="226"/>
                </a:lnTo>
                <a:lnTo>
                  <a:pt x="257" y="207"/>
                </a:lnTo>
                <a:lnTo>
                  <a:pt x="247" y="184"/>
                </a:lnTo>
                <a:lnTo>
                  <a:pt x="247" y="151"/>
                </a:lnTo>
                <a:lnTo>
                  <a:pt x="242" y="142"/>
                </a:lnTo>
                <a:lnTo>
                  <a:pt x="229" y="142"/>
                </a:lnTo>
                <a:lnTo>
                  <a:pt x="219" y="148"/>
                </a:lnTo>
                <a:lnTo>
                  <a:pt x="201" y="175"/>
                </a:lnTo>
                <a:lnTo>
                  <a:pt x="182" y="187"/>
                </a:lnTo>
                <a:lnTo>
                  <a:pt x="151" y="170"/>
                </a:lnTo>
                <a:lnTo>
                  <a:pt x="150" y="146"/>
                </a:lnTo>
                <a:lnTo>
                  <a:pt x="159" y="128"/>
                </a:lnTo>
                <a:lnTo>
                  <a:pt x="150" y="116"/>
                </a:lnTo>
                <a:lnTo>
                  <a:pt x="122" y="119"/>
                </a:lnTo>
                <a:lnTo>
                  <a:pt x="102" y="144"/>
                </a:lnTo>
                <a:lnTo>
                  <a:pt x="92" y="157"/>
                </a:lnTo>
                <a:lnTo>
                  <a:pt x="83" y="155"/>
                </a:lnTo>
                <a:lnTo>
                  <a:pt x="78" y="141"/>
                </a:lnTo>
                <a:lnTo>
                  <a:pt x="83" y="109"/>
                </a:lnTo>
                <a:lnTo>
                  <a:pt x="88" y="80"/>
                </a:lnTo>
                <a:lnTo>
                  <a:pt x="99" y="42"/>
                </a:lnTo>
                <a:lnTo>
                  <a:pt x="102" y="6"/>
                </a:lnTo>
                <a:lnTo>
                  <a:pt x="93" y="0"/>
                </a:lnTo>
                <a:lnTo>
                  <a:pt x="72" y="2"/>
                </a:lnTo>
                <a:lnTo>
                  <a:pt x="50" y="38"/>
                </a:lnTo>
                <a:lnTo>
                  <a:pt x="37" y="83"/>
                </a:lnTo>
                <a:lnTo>
                  <a:pt x="46" y="129"/>
                </a:lnTo>
                <a:lnTo>
                  <a:pt x="28" y="164"/>
                </a:lnTo>
                <a:lnTo>
                  <a:pt x="31" y="188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27" name="Freeform 288"/>
          <p:cNvSpPr>
            <a:spLocks/>
          </p:cNvSpPr>
          <p:nvPr/>
        </p:nvSpPr>
        <p:spPr bwMode="auto">
          <a:xfrm rot="21045919">
            <a:off x="2771837" y="2850465"/>
            <a:ext cx="58738" cy="28568"/>
          </a:xfrm>
          <a:custGeom>
            <a:avLst/>
            <a:gdLst/>
            <a:ahLst/>
            <a:cxnLst>
              <a:cxn ang="0">
                <a:pos x="9" y="0"/>
              </a:cxn>
              <a:cxn ang="0">
                <a:pos x="71" y="0"/>
              </a:cxn>
              <a:cxn ang="0">
                <a:pos x="97" y="6"/>
              </a:cxn>
              <a:cxn ang="0">
                <a:pos x="135" y="29"/>
              </a:cxn>
              <a:cxn ang="0">
                <a:pos x="153" y="63"/>
              </a:cxn>
              <a:cxn ang="0">
                <a:pos x="147" y="68"/>
              </a:cxn>
              <a:cxn ang="0">
                <a:pos x="115" y="68"/>
              </a:cxn>
              <a:cxn ang="0">
                <a:pos x="83" y="63"/>
              </a:cxn>
              <a:cxn ang="0">
                <a:pos x="13" y="38"/>
              </a:cxn>
              <a:cxn ang="0">
                <a:pos x="9" y="33"/>
              </a:cxn>
              <a:cxn ang="0">
                <a:pos x="0" y="11"/>
              </a:cxn>
              <a:cxn ang="0">
                <a:pos x="9" y="0"/>
              </a:cxn>
            </a:cxnLst>
            <a:rect l="0" t="0" r="r" b="b"/>
            <a:pathLst>
              <a:path w="153" h="68">
                <a:moveTo>
                  <a:pt x="9" y="0"/>
                </a:moveTo>
                <a:lnTo>
                  <a:pt x="71" y="0"/>
                </a:lnTo>
                <a:lnTo>
                  <a:pt x="97" y="6"/>
                </a:lnTo>
                <a:lnTo>
                  <a:pt x="135" y="29"/>
                </a:lnTo>
                <a:lnTo>
                  <a:pt x="153" y="63"/>
                </a:lnTo>
                <a:lnTo>
                  <a:pt x="147" y="68"/>
                </a:lnTo>
                <a:lnTo>
                  <a:pt x="115" y="68"/>
                </a:lnTo>
                <a:lnTo>
                  <a:pt x="83" y="63"/>
                </a:lnTo>
                <a:lnTo>
                  <a:pt x="13" y="38"/>
                </a:lnTo>
                <a:lnTo>
                  <a:pt x="9" y="33"/>
                </a:lnTo>
                <a:lnTo>
                  <a:pt x="0" y="11"/>
                </a:lnTo>
                <a:lnTo>
                  <a:pt x="9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28" name="Freeform 289"/>
          <p:cNvSpPr>
            <a:spLocks/>
          </p:cNvSpPr>
          <p:nvPr/>
        </p:nvSpPr>
        <p:spPr bwMode="auto">
          <a:xfrm rot="21045919">
            <a:off x="2806763" y="2948867"/>
            <a:ext cx="55563" cy="22220"/>
          </a:xfrm>
          <a:custGeom>
            <a:avLst/>
            <a:gdLst/>
            <a:ahLst/>
            <a:cxnLst>
              <a:cxn ang="0">
                <a:pos x="26" y="0"/>
              </a:cxn>
              <a:cxn ang="0">
                <a:pos x="53" y="19"/>
              </a:cxn>
              <a:cxn ang="0">
                <a:pos x="76" y="19"/>
              </a:cxn>
              <a:cxn ang="0">
                <a:pos x="105" y="5"/>
              </a:cxn>
              <a:cxn ang="0">
                <a:pos x="123" y="5"/>
              </a:cxn>
              <a:cxn ang="0">
                <a:pos x="143" y="14"/>
              </a:cxn>
              <a:cxn ang="0">
                <a:pos x="143" y="19"/>
              </a:cxn>
              <a:cxn ang="0">
                <a:pos x="129" y="43"/>
              </a:cxn>
              <a:cxn ang="0">
                <a:pos x="110" y="52"/>
              </a:cxn>
              <a:cxn ang="0">
                <a:pos x="64" y="57"/>
              </a:cxn>
              <a:cxn ang="0">
                <a:pos x="37" y="47"/>
              </a:cxn>
              <a:cxn ang="0">
                <a:pos x="3" y="24"/>
              </a:cxn>
              <a:cxn ang="0">
                <a:pos x="0" y="9"/>
              </a:cxn>
              <a:cxn ang="0">
                <a:pos x="3" y="5"/>
              </a:cxn>
              <a:cxn ang="0">
                <a:pos x="26" y="0"/>
              </a:cxn>
            </a:cxnLst>
            <a:rect l="0" t="0" r="r" b="b"/>
            <a:pathLst>
              <a:path w="143" h="57">
                <a:moveTo>
                  <a:pt x="26" y="0"/>
                </a:moveTo>
                <a:lnTo>
                  <a:pt x="53" y="19"/>
                </a:lnTo>
                <a:lnTo>
                  <a:pt x="76" y="19"/>
                </a:lnTo>
                <a:lnTo>
                  <a:pt x="105" y="5"/>
                </a:lnTo>
                <a:lnTo>
                  <a:pt x="123" y="5"/>
                </a:lnTo>
                <a:lnTo>
                  <a:pt x="143" y="14"/>
                </a:lnTo>
                <a:lnTo>
                  <a:pt x="143" y="19"/>
                </a:lnTo>
                <a:lnTo>
                  <a:pt x="129" y="43"/>
                </a:lnTo>
                <a:lnTo>
                  <a:pt x="110" y="52"/>
                </a:lnTo>
                <a:lnTo>
                  <a:pt x="64" y="57"/>
                </a:lnTo>
                <a:lnTo>
                  <a:pt x="37" y="47"/>
                </a:lnTo>
                <a:lnTo>
                  <a:pt x="3" y="24"/>
                </a:lnTo>
                <a:lnTo>
                  <a:pt x="0" y="9"/>
                </a:lnTo>
                <a:lnTo>
                  <a:pt x="3" y="5"/>
                </a:lnTo>
                <a:lnTo>
                  <a:pt x="26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29" name="Freeform 290"/>
          <p:cNvSpPr>
            <a:spLocks/>
          </p:cNvSpPr>
          <p:nvPr/>
        </p:nvSpPr>
        <p:spPr bwMode="auto">
          <a:xfrm rot="21045919">
            <a:off x="2871851" y="2931408"/>
            <a:ext cx="33337" cy="42853"/>
          </a:xfrm>
          <a:custGeom>
            <a:avLst/>
            <a:gdLst/>
            <a:ahLst/>
            <a:cxnLst>
              <a:cxn ang="0">
                <a:pos x="27" y="0"/>
              </a:cxn>
              <a:cxn ang="0">
                <a:pos x="46" y="10"/>
              </a:cxn>
              <a:cxn ang="0">
                <a:pos x="46" y="48"/>
              </a:cxn>
              <a:cxn ang="0">
                <a:pos x="51" y="51"/>
              </a:cxn>
              <a:cxn ang="0">
                <a:pos x="60" y="51"/>
              </a:cxn>
              <a:cxn ang="0">
                <a:pos x="85" y="61"/>
              </a:cxn>
              <a:cxn ang="0">
                <a:pos x="76" y="84"/>
              </a:cxn>
              <a:cxn ang="0">
                <a:pos x="65" y="103"/>
              </a:cxn>
              <a:cxn ang="0">
                <a:pos x="46" y="103"/>
              </a:cxn>
              <a:cxn ang="0">
                <a:pos x="39" y="93"/>
              </a:cxn>
              <a:cxn ang="0">
                <a:pos x="27" y="79"/>
              </a:cxn>
              <a:cxn ang="0">
                <a:pos x="24" y="84"/>
              </a:cxn>
              <a:cxn ang="0">
                <a:pos x="10" y="103"/>
              </a:cxn>
              <a:cxn ang="0">
                <a:pos x="0" y="93"/>
              </a:cxn>
              <a:cxn ang="0">
                <a:pos x="0" y="65"/>
              </a:cxn>
              <a:cxn ang="0">
                <a:pos x="14" y="40"/>
              </a:cxn>
              <a:cxn ang="0">
                <a:pos x="24" y="5"/>
              </a:cxn>
              <a:cxn ang="0">
                <a:pos x="27" y="0"/>
              </a:cxn>
            </a:cxnLst>
            <a:rect l="0" t="0" r="r" b="b"/>
            <a:pathLst>
              <a:path w="85" h="103">
                <a:moveTo>
                  <a:pt x="27" y="0"/>
                </a:moveTo>
                <a:lnTo>
                  <a:pt x="46" y="10"/>
                </a:lnTo>
                <a:lnTo>
                  <a:pt x="46" y="48"/>
                </a:lnTo>
                <a:lnTo>
                  <a:pt x="51" y="51"/>
                </a:lnTo>
                <a:lnTo>
                  <a:pt x="60" y="51"/>
                </a:lnTo>
                <a:lnTo>
                  <a:pt x="85" y="61"/>
                </a:lnTo>
                <a:lnTo>
                  <a:pt x="76" y="84"/>
                </a:lnTo>
                <a:lnTo>
                  <a:pt x="65" y="103"/>
                </a:lnTo>
                <a:lnTo>
                  <a:pt x="46" y="103"/>
                </a:lnTo>
                <a:lnTo>
                  <a:pt x="39" y="93"/>
                </a:lnTo>
                <a:lnTo>
                  <a:pt x="27" y="79"/>
                </a:lnTo>
                <a:lnTo>
                  <a:pt x="24" y="84"/>
                </a:lnTo>
                <a:lnTo>
                  <a:pt x="10" y="103"/>
                </a:lnTo>
                <a:lnTo>
                  <a:pt x="0" y="93"/>
                </a:lnTo>
                <a:lnTo>
                  <a:pt x="0" y="65"/>
                </a:lnTo>
                <a:lnTo>
                  <a:pt x="14" y="40"/>
                </a:lnTo>
                <a:lnTo>
                  <a:pt x="24" y="5"/>
                </a:lnTo>
                <a:lnTo>
                  <a:pt x="27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30" name="Freeform 291"/>
          <p:cNvSpPr>
            <a:spLocks/>
          </p:cNvSpPr>
          <p:nvPr/>
        </p:nvSpPr>
        <p:spPr bwMode="auto">
          <a:xfrm rot="21045919">
            <a:off x="2624201" y="3193285"/>
            <a:ext cx="33337" cy="12697"/>
          </a:xfrm>
          <a:custGeom>
            <a:avLst/>
            <a:gdLst/>
            <a:ahLst/>
            <a:cxnLst>
              <a:cxn ang="0">
                <a:pos x="78" y="0"/>
              </a:cxn>
              <a:cxn ang="0">
                <a:pos x="83" y="3"/>
              </a:cxn>
              <a:cxn ang="0">
                <a:pos x="78" y="7"/>
              </a:cxn>
              <a:cxn ang="0">
                <a:pos x="50" y="23"/>
              </a:cxn>
              <a:cxn ang="0">
                <a:pos x="4" y="35"/>
              </a:cxn>
              <a:cxn ang="0">
                <a:pos x="0" y="32"/>
              </a:cxn>
              <a:cxn ang="0">
                <a:pos x="0" y="28"/>
              </a:cxn>
              <a:cxn ang="0">
                <a:pos x="8" y="18"/>
              </a:cxn>
              <a:cxn ang="0">
                <a:pos x="37" y="7"/>
              </a:cxn>
              <a:cxn ang="0">
                <a:pos x="55" y="0"/>
              </a:cxn>
              <a:cxn ang="0">
                <a:pos x="78" y="0"/>
              </a:cxn>
            </a:cxnLst>
            <a:rect l="0" t="0" r="r" b="b"/>
            <a:pathLst>
              <a:path w="83" h="35">
                <a:moveTo>
                  <a:pt x="78" y="0"/>
                </a:moveTo>
                <a:lnTo>
                  <a:pt x="83" y="3"/>
                </a:lnTo>
                <a:lnTo>
                  <a:pt x="78" y="7"/>
                </a:lnTo>
                <a:lnTo>
                  <a:pt x="50" y="23"/>
                </a:lnTo>
                <a:lnTo>
                  <a:pt x="4" y="35"/>
                </a:lnTo>
                <a:lnTo>
                  <a:pt x="0" y="32"/>
                </a:lnTo>
                <a:lnTo>
                  <a:pt x="0" y="28"/>
                </a:lnTo>
                <a:lnTo>
                  <a:pt x="8" y="18"/>
                </a:lnTo>
                <a:lnTo>
                  <a:pt x="37" y="7"/>
                </a:lnTo>
                <a:lnTo>
                  <a:pt x="55" y="0"/>
                </a:lnTo>
                <a:lnTo>
                  <a:pt x="78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31" name="Freeform 292"/>
          <p:cNvSpPr>
            <a:spLocks/>
          </p:cNvSpPr>
          <p:nvPr/>
        </p:nvSpPr>
        <p:spPr bwMode="auto">
          <a:xfrm rot="21045919">
            <a:off x="1451037" y="2737777"/>
            <a:ext cx="52388" cy="141255"/>
          </a:xfrm>
          <a:custGeom>
            <a:avLst/>
            <a:gdLst/>
            <a:ahLst/>
            <a:cxnLst>
              <a:cxn ang="0">
                <a:pos x="91" y="133"/>
              </a:cxn>
              <a:cxn ang="0">
                <a:pos x="86" y="109"/>
              </a:cxn>
              <a:cxn ang="0">
                <a:pos x="70" y="94"/>
              </a:cxn>
              <a:cxn ang="0">
                <a:pos x="56" y="76"/>
              </a:cxn>
              <a:cxn ang="0">
                <a:pos x="50" y="57"/>
              </a:cxn>
              <a:cxn ang="0">
                <a:pos x="29" y="5"/>
              </a:cxn>
              <a:cxn ang="0">
                <a:pos x="13" y="0"/>
              </a:cxn>
              <a:cxn ang="0">
                <a:pos x="4" y="8"/>
              </a:cxn>
              <a:cxn ang="0">
                <a:pos x="0" y="28"/>
              </a:cxn>
              <a:cxn ang="0">
                <a:pos x="16" y="36"/>
              </a:cxn>
              <a:cxn ang="0">
                <a:pos x="18" y="51"/>
              </a:cxn>
              <a:cxn ang="0">
                <a:pos x="4" y="60"/>
              </a:cxn>
              <a:cxn ang="0">
                <a:pos x="3" y="73"/>
              </a:cxn>
              <a:cxn ang="0">
                <a:pos x="22" y="105"/>
              </a:cxn>
              <a:cxn ang="0">
                <a:pos x="43" y="150"/>
              </a:cxn>
              <a:cxn ang="0">
                <a:pos x="57" y="219"/>
              </a:cxn>
              <a:cxn ang="0">
                <a:pos x="62" y="237"/>
              </a:cxn>
              <a:cxn ang="0">
                <a:pos x="75" y="309"/>
              </a:cxn>
              <a:cxn ang="0">
                <a:pos x="86" y="328"/>
              </a:cxn>
              <a:cxn ang="0">
                <a:pos x="102" y="346"/>
              </a:cxn>
              <a:cxn ang="0">
                <a:pos x="125" y="346"/>
              </a:cxn>
              <a:cxn ang="0">
                <a:pos x="136" y="332"/>
              </a:cxn>
              <a:cxn ang="0">
                <a:pos x="120" y="298"/>
              </a:cxn>
              <a:cxn ang="0">
                <a:pos x="111" y="284"/>
              </a:cxn>
              <a:cxn ang="0">
                <a:pos x="99" y="241"/>
              </a:cxn>
              <a:cxn ang="0">
                <a:pos x="98" y="167"/>
              </a:cxn>
              <a:cxn ang="0">
                <a:pos x="91" y="133"/>
              </a:cxn>
            </a:cxnLst>
            <a:rect l="0" t="0" r="r" b="b"/>
            <a:pathLst>
              <a:path w="136" h="346">
                <a:moveTo>
                  <a:pt x="91" y="133"/>
                </a:moveTo>
                <a:lnTo>
                  <a:pt x="86" y="109"/>
                </a:lnTo>
                <a:lnTo>
                  <a:pt x="70" y="94"/>
                </a:lnTo>
                <a:lnTo>
                  <a:pt x="56" y="76"/>
                </a:lnTo>
                <a:lnTo>
                  <a:pt x="50" y="57"/>
                </a:lnTo>
                <a:lnTo>
                  <a:pt x="29" y="5"/>
                </a:lnTo>
                <a:lnTo>
                  <a:pt x="13" y="0"/>
                </a:lnTo>
                <a:lnTo>
                  <a:pt x="4" y="8"/>
                </a:lnTo>
                <a:lnTo>
                  <a:pt x="0" y="28"/>
                </a:lnTo>
                <a:lnTo>
                  <a:pt x="16" y="36"/>
                </a:lnTo>
                <a:lnTo>
                  <a:pt x="18" y="51"/>
                </a:lnTo>
                <a:lnTo>
                  <a:pt x="4" y="60"/>
                </a:lnTo>
                <a:lnTo>
                  <a:pt x="3" y="73"/>
                </a:lnTo>
                <a:lnTo>
                  <a:pt x="22" y="105"/>
                </a:lnTo>
                <a:lnTo>
                  <a:pt x="43" y="150"/>
                </a:lnTo>
                <a:lnTo>
                  <a:pt x="57" y="219"/>
                </a:lnTo>
                <a:lnTo>
                  <a:pt x="62" y="237"/>
                </a:lnTo>
                <a:lnTo>
                  <a:pt x="75" y="309"/>
                </a:lnTo>
                <a:lnTo>
                  <a:pt x="86" y="328"/>
                </a:lnTo>
                <a:lnTo>
                  <a:pt x="102" y="346"/>
                </a:lnTo>
                <a:lnTo>
                  <a:pt x="125" y="346"/>
                </a:lnTo>
                <a:lnTo>
                  <a:pt x="136" y="332"/>
                </a:lnTo>
                <a:lnTo>
                  <a:pt x="120" y="298"/>
                </a:lnTo>
                <a:lnTo>
                  <a:pt x="111" y="284"/>
                </a:lnTo>
                <a:lnTo>
                  <a:pt x="99" y="241"/>
                </a:lnTo>
                <a:lnTo>
                  <a:pt x="98" y="167"/>
                </a:lnTo>
                <a:lnTo>
                  <a:pt x="91" y="133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32" name="Freeform 293"/>
          <p:cNvSpPr>
            <a:spLocks/>
          </p:cNvSpPr>
          <p:nvPr/>
        </p:nvSpPr>
        <p:spPr bwMode="auto">
          <a:xfrm rot="21045919">
            <a:off x="1408176" y="2599697"/>
            <a:ext cx="22225" cy="39678"/>
          </a:xfrm>
          <a:custGeom>
            <a:avLst/>
            <a:gdLst/>
            <a:ahLst/>
            <a:cxnLst>
              <a:cxn ang="0">
                <a:pos x="19" y="0"/>
              </a:cxn>
              <a:cxn ang="0">
                <a:pos x="47" y="6"/>
              </a:cxn>
              <a:cxn ang="0">
                <a:pos x="55" y="38"/>
              </a:cxn>
              <a:cxn ang="0">
                <a:pos x="51" y="66"/>
              </a:cxn>
              <a:cxn ang="0">
                <a:pos x="37" y="93"/>
              </a:cxn>
              <a:cxn ang="0">
                <a:pos x="19" y="93"/>
              </a:cxn>
              <a:cxn ang="0">
                <a:pos x="9" y="88"/>
              </a:cxn>
              <a:cxn ang="0">
                <a:pos x="5" y="81"/>
              </a:cxn>
              <a:cxn ang="0">
                <a:pos x="0" y="56"/>
              </a:cxn>
              <a:cxn ang="0">
                <a:pos x="9" y="14"/>
              </a:cxn>
              <a:cxn ang="0">
                <a:pos x="19" y="0"/>
              </a:cxn>
            </a:cxnLst>
            <a:rect l="0" t="0" r="r" b="b"/>
            <a:pathLst>
              <a:path w="55" h="93">
                <a:moveTo>
                  <a:pt x="19" y="0"/>
                </a:moveTo>
                <a:lnTo>
                  <a:pt x="47" y="6"/>
                </a:lnTo>
                <a:lnTo>
                  <a:pt x="55" y="38"/>
                </a:lnTo>
                <a:lnTo>
                  <a:pt x="51" y="66"/>
                </a:lnTo>
                <a:lnTo>
                  <a:pt x="37" y="93"/>
                </a:lnTo>
                <a:lnTo>
                  <a:pt x="19" y="93"/>
                </a:lnTo>
                <a:lnTo>
                  <a:pt x="9" y="88"/>
                </a:lnTo>
                <a:lnTo>
                  <a:pt x="5" y="81"/>
                </a:lnTo>
                <a:lnTo>
                  <a:pt x="0" y="56"/>
                </a:lnTo>
                <a:lnTo>
                  <a:pt x="9" y="14"/>
                </a:lnTo>
                <a:lnTo>
                  <a:pt x="19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33" name="Freeform 294"/>
          <p:cNvSpPr>
            <a:spLocks/>
          </p:cNvSpPr>
          <p:nvPr/>
        </p:nvSpPr>
        <p:spPr bwMode="auto">
          <a:xfrm rot="21045919">
            <a:off x="1401826" y="2639375"/>
            <a:ext cx="20637" cy="61899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7" y="24"/>
              </a:cxn>
              <a:cxn ang="0">
                <a:pos x="51" y="71"/>
              </a:cxn>
              <a:cxn ang="0">
                <a:pos x="51" y="111"/>
              </a:cxn>
              <a:cxn ang="0">
                <a:pos x="46" y="139"/>
              </a:cxn>
              <a:cxn ang="0">
                <a:pos x="37" y="149"/>
              </a:cxn>
              <a:cxn ang="0">
                <a:pos x="23" y="155"/>
              </a:cxn>
              <a:cxn ang="0">
                <a:pos x="13" y="146"/>
              </a:cxn>
              <a:cxn ang="0">
                <a:pos x="2" y="93"/>
              </a:cxn>
              <a:cxn ang="0">
                <a:pos x="0" y="47"/>
              </a:cxn>
              <a:cxn ang="0">
                <a:pos x="2" y="19"/>
              </a:cxn>
              <a:cxn ang="0">
                <a:pos x="0" y="0"/>
              </a:cxn>
            </a:cxnLst>
            <a:rect l="0" t="0" r="r" b="b"/>
            <a:pathLst>
              <a:path w="51" h="155">
                <a:moveTo>
                  <a:pt x="0" y="0"/>
                </a:moveTo>
                <a:lnTo>
                  <a:pt x="37" y="24"/>
                </a:lnTo>
                <a:lnTo>
                  <a:pt x="51" y="71"/>
                </a:lnTo>
                <a:lnTo>
                  <a:pt x="51" y="111"/>
                </a:lnTo>
                <a:lnTo>
                  <a:pt x="46" y="139"/>
                </a:lnTo>
                <a:lnTo>
                  <a:pt x="37" y="149"/>
                </a:lnTo>
                <a:lnTo>
                  <a:pt x="23" y="155"/>
                </a:lnTo>
                <a:lnTo>
                  <a:pt x="13" y="146"/>
                </a:lnTo>
                <a:lnTo>
                  <a:pt x="2" y="93"/>
                </a:lnTo>
                <a:lnTo>
                  <a:pt x="0" y="47"/>
                </a:lnTo>
                <a:lnTo>
                  <a:pt x="2" y="19"/>
                </a:lnTo>
                <a:lnTo>
                  <a:pt x="0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34" name="Freeform 295"/>
          <p:cNvSpPr>
            <a:spLocks/>
          </p:cNvSpPr>
          <p:nvPr/>
        </p:nvSpPr>
        <p:spPr bwMode="auto">
          <a:xfrm rot="21045919">
            <a:off x="1438337" y="2498120"/>
            <a:ext cx="31750" cy="82531"/>
          </a:xfrm>
          <a:custGeom>
            <a:avLst/>
            <a:gdLst/>
            <a:ahLst/>
            <a:cxnLst>
              <a:cxn ang="0">
                <a:pos x="61" y="0"/>
              </a:cxn>
              <a:cxn ang="0">
                <a:pos x="84" y="7"/>
              </a:cxn>
              <a:cxn ang="0">
                <a:pos x="84" y="37"/>
              </a:cxn>
              <a:cxn ang="0">
                <a:pos x="74" y="96"/>
              </a:cxn>
              <a:cxn ang="0">
                <a:pos x="61" y="123"/>
              </a:cxn>
              <a:cxn ang="0">
                <a:pos x="56" y="151"/>
              </a:cxn>
              <a:cxn ang="0">
                <a:pos x="42" y="179"/>
              </a:cxn>
              <a:cxn ang="0">
                <a:pos x="33" y="188"/>
              </a:cxn>
              <a:cxn ang="0">
                <a:pos x="14" y="204"/>
              </a:cxn>
              <a:cxn ang="0">
                <a:pos x="0" y="160"/>
              </a:cxn>
              <a:cxn ang="0">
                <a:pos x="5" y="132"/>
              </a:cxn>
              <a:cxn ang="0">
                <a:pos x="14" y="104"/>
              </a:cxn>
              <a:cxn ang="0">
                <a:pos x="28" y="77"/>
              </a:cxn>
              <a:cxn ang="0">
                <a:pos x="28" y="48"/>
              </a:cxn>
              <a:cxn ang="0">
                <a:pos x="46" y="16"/>
              </a:cxn>
              <a:cxn ang="0">
                <a:pos x="61" y="0"/>
              </a:cxn>
            </a:cxnLst>
            <a:rect l="0" t="0" r="r" b="b"/>
            <a:pathLst>
              <a:path w="84" h="204">
                <a:moveTo>
                  <a:pt x="61" y="0"/>
                </a:moveTo>
                <a:lnTo>
                  <a:pt x="84" y="7"/>
                </a:lnTo>
                <a:lnTo>
                  <a:pt x="84" y="37"/>
                </a:lnTo>
                <a:lnTo>
                  <a:pt x="74" y="96"/>
                </a:lnTo>
                <a:lnTo>
                  <a:pt x="61" y="123"/>
                </a:lnTo>
                <a:lnTo>
                  <a:pt x="56" y="151"/>
                </a:lnTo>
                <a:lnTo>
                  <a:pt x="42" y="179"/>
                </a:lnTo>
                <a:lnTo>
                  <a:pt x="33" y="188"/>
                </a:lnTo>
                <a:lnTo>
                  <a:pt x="14" y="204"/>
                </a:lnTo>
                <a:lnTo>
                  <a:pt x="0" y="160"/>
                </a:lnTo>
                <a:lnTo>
                  <a:pt x="5" y="132"/>
                </a:lnTo>
                <a:lnTo>
                  <a:pt x="14" y="104"/>
                </a:lnTo>
                <a:lnTo>
                  <a:pt x="28" y="77"/>
                </a:lnTo>
                <a:lnTo>
                  <a:pt x="28" y="48"/>
                </a:lnTo>
                <a:lnTo>
                  <a:pt x="46" y="16"/>
                </a:lnTo>
                <a:lnTo>
                  <a:pt x="61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35" name="Freeform 296"/>
          <p:cNvSpPr>
            <a:spLocks/>
          </p:cNvSpPr>
          <p:nvPr/>
        </p:nvSpPr>
        <p:spPr bwMode="auto">
          <a:xfrm rot="21045919">
            <a:off x="2568638" y="3702754"/>
            <a:ext cx="23813" cy="17459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8" y="3"/>
              </a:cxn>
              <a:cxn ang="0">
                <a:pos x="33" y="0"/>
              </a:cxn>
              <a:cxn ang="0">
                <a:pos x="42" y="0"/>
              </a:cxn>
              <a:cxn ang="0">
                <a:pos x="56" y="30"/>
              </a:cxn>
              <a:cxn ang="0">
                <a:pos x="52" y="40"/>
              </a:cxn>
              <a:cxn ang="0">
                <a:pos x="42" y="45"/>
              </a:cxn>
              <a:cxn ang="0">
                <a:pos x="32" y="45"/>
              </a:cxn>
              <a:cxn ang="0">
                <a:pos x="10" y="20"/>
              </a:cxn>
              <a:cxn ang="0">
                <a:pos x="0" y="0"/>
              </a:cxn>
            </a:cxnLst>
            <a:rect l="0" t="0" r="r" b="b"/>
            <a:pathLst>
              <a:path w="56" h="45">
                <a:moveTo>
                  <a:pt x="0" y="0"/>
                </a:moveTo>
                <a:lnTo>
                  <a:pt x="28" y="3"/>
                </a:lnTo>
                <a:lnTo>
                  <a:pt x="33" y="0"/>
                </a:lnTo>
                <a:lnTo>
                  <a:pt x="42" y="0"/>
                </a:lnTo>
                <a:lnTo>
                  <a:pt x="56" y="30"/>
                </a:lnTo>
                <a:lnTo>
                  <a:pt x="52" y="40"/>
                </a:lnTo>
                <a:lnTo>
                  <a:pt x="42" y="45"/>
                </a:lnTo>
                <a:lnTo>
                  <a:pt x="32" y="45"/>
                </a:lnTo>
                <a:lnTo>
                  <a:pt x="10" y="20"/>
                </a:lnTo>
                <a:lnTo>
                  <a:pt x="0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36" name="Freeform 297"/>
          <p:cNvSpPr>
            <a:spLocks/>
          </p:cNvSpPr>
          <p:nvPr/>
        </p:nvSpPr>
        <p:spPr bwMode="auto">
          <a:xfrm rot="21045919">
            <a:off x="2601975" y="3742433"/>
            <a:ext cx="17462" cy="14284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5" y="3"/>
              </a:cxn>
              <a:cxn ang="0">
                <a:pos x="37" y="5"/>
              </a:cxn>
              <a:cxn ang="0">
                <a:pos x="46" y="18"/>
              </a:cxn>
              <a:cxn ang="0">
                <a:pos x="46" y="31"/>
              </a:cxn>
              <a:cxn ang="0">
                <a:pos x="46" y="36"/>
              </a:cxn>
              <a:cxn ang="0">
                <a:pos x="29" y="36"/>
              </a:cxn>
              <a:cxn ang="0">
                <a:pos x="21" y="31"/>
              </a:cxn>
              <a:cxn ang="0">
                <a:pos x="10" y="12"/>
              </a:cxn>
              <a:cxn ang="0">
                <a:pos x="0" y="0"/>
              </a:cxn>
            </a:cxnLst>
            <a:rect l="0" t="0" r="r" b="b"/>
            <a:pathLst>
              <a:path w="46" h="36">
                <a:moveTo>
                  <a:pt x="0" y="0"/>
                </a:moveTo>
                <a:lnTo>
                  <a:pt x="25" y="3"/>
                </a:lnTo>
                <a:lnTo>
                  <a:pt x="37" y="5"/>
                </a:lnTo>
                <a:lnTo>
                  <a:pt x="46" y="18"/>
                </a:lnTo>
                <a:lnTo>
                  <a:pt x="46" y="31"/>
                </a:lnTo>
                <a:lnTo>
                  <a:pt x="46" y="36"/>
                </a:lnTo>
                <a:lnTo>
                  <a:pt x="29" y="36"/>
                </a:lnTo>
                <a:lnTo>
                  <a:pt x="21" y="31"/>
                </a:lnTo>
                <a:lnTo>
                  <a:pt x="10" y="12"/>
                </a:lnTo>
                <a:lnTo>
                  <a:pt x="0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37" name="Freeform 298"/>
          <p:cNvSpPr>
            <a:spLocks/>
          </p:cNvSpPr>
          <p:nvPr/>
        </p:nvSpPr>
        <p:spPr bwMode="auto">
          <a:xfrm rot="21045919">
            <a:off x="2576575" y="3796395"/>
            <a:ext cx="11112" cy="17458"/>
          </a:xfrm>
          <a:custGeom>
            <a:avLst/>
            <a:gdLst/>
            <a:ahLst/>
            <a:cxnLst>
              <a:cxn ang="0">
                <a:pos x="9" y="0"/>
              </a:cxn>
              <a:cxn ang="0">
                <a:pos x="2" y="9"/>
              </a:cxn>
              <a:cxn ang="0">
                <a:pos x="0" y="20"/>
              </a:cxn>
              <a:cxn ang="0">
                <a:pos x="2" y="41"/>
              </a:cxn>
              <a:cxn ang="0">
                <a:pos x="10" y="45"/>
              </a:cxn>
              <a:cxn ang="0">
                <a:pos x="23" y="45"/>
              </a:cxn>
              <a:cxn ang="0">
                <a:pos x="27" y="42"/>
              </a:cxn>
              <a:cxn ang="0">
                <a:pos x="27" y="19"/>
              </a:cxn>
              <a:cxn ang="0">
                <a:pos x="19" y="6"/>
              </a:cxn>
              <a:cxn ang="0">
                <a:pos x="16" y="2"/>
              </a:cxn>
              <a:cxn ang="0">
                <a:pos x="9" y="0"/>
              </a:cxn>
            </a:cxnLst>
            <a:rect l="0" t="0" r="r" b="b"/>
            <a:pathLst>
              <a:path w="27" h="45">
                <a:moveTo>
                  <a:pt x="9" y="0"/>
                </a:moveTo>
                <a:lnTo>
                  <a:pt x="2" y="9"/>
                </a:lnTo>
                <a:lnTo>
                  <a:pt x="0" y="20"/>
                </a:lnTo>
                <a:lnTo>
                  <a:pt x="2" y="41"/>
                </a:lnTo>
                <a:lnTo>
                  <a:pt x="10" y="45"/>
                </a:lnTo>
                <a:lnTo>
                  <a:pt x="23" y="45"/>
                </a:lnTo>
                <a:lnTo>
                  <a:pt x="27" y="42"/>
                </a:lnTo>
                <a:lnTo>
                  <a:pt x="27" y="19"/>
                </a:lnTo>
                <a:lnTo>
                  <a:pt x="19" y="6"/>
                </a:lnTo>
                <a:lnTo>
                  <a:pt x="16" y="2"/>
                </a:lnTo>
                <a:lnTo>
                  <a:pt x="9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38" name="Freeform 299"/>
          <p:cNvSpPr>
            <a:spLocks/>
          </p:cNvSpPr>
          <p:nvPr/>
        </p:nvSpPr>
        <p:spPr bwMode="auto">
          <a:xfrm rot="21045919">
            <a:off x="2554350" y="3763065"/>
            <a:ext cx="17462" cy="33330"/>
          </a:xfrm>
          <a:custGeom>
            <a:avLst/>
            <a:gdLst/>
            <a:ahLst/>
            <a:cxnLst>
              <a:cxn ang="0">
                <a:pos x="17" y="0"/>
              </a:cxn>
              <a:cxn ang="0">
                <a:pos x="24" y="4"/>
              </a:cxn>
              <a:cxn ang="0">
                <a:pos x="29" y="13"/>
              </a:cxn>
              <a:cxn ang="0">
                <a:pos x="43" y="28"/>
              </a:cxn>
              <a:cxn ang="0">
                <a:pos x="47" y="45"/>
              </a:cxn>
              <a:cxn ang="0">
                <a:pos x="34" y="57"/>
              </a:cxn>
              <a:cxn ang="0">
                <a:pos x="31" y="73"/>
              </a:cxn>
              <a:cxn ang="0">
                <a:pos x="24" y="77"/>
              </a:cxn>
              <a:cxn ang="0">
                <a:pos x="18" y="78"/>
              </a:cxn>
              <a:cxn ang="0">
                <a:pos x="10" y="77"/>
              </a:cxn>
              <a:cxn ang="0">
                <a:pos x="5" y="67"/>
              </a:cxn>
              <a:cxn ang="0">
                <a:pos x="0" y="49"/>
              </a:cxn>
              <a:cxn ang="0">
                <a:pos x="1" y="25"/>
              </a:cxn>
              <a:cxn ang="0">
                <a:pos x="17" y="0"/>
              </a:cxn>
            </a:cxnLst>
            <a:rect l="0" t="0" r="r" b="b"/>
            <a:pathLst>
              <a:path w="47" h="78">
                <a:moveTo>
                  <a:pt x="17" y="0"/>
                </a:moveTo>
                <a:lnTo>
                  <a:pt x="24" y="4"/>
                </a:lnTo>
                <a:lnTo>
                  <a:pt x="29" y="13"/>
                </a:lnTo>
                <a:lnTo>
                  <a:pt x="43" y="28"/>
                </a:lnTo>
                <a:lnTo>
                  <a:pt x="47" y="45"/>
                </a:lnTo>
                <a:lnTo>
                  <a:pt x="34" y="57"/>
                </a:lnTo>
                <a:lnTo>
                  <a:pt x="31" y="73"/>
                </a:lnTo>
                <a:lnTo>
                  <a:pt x="24" y="77"/>
                </a:lnTo>
                <a:lnTo>
                  <a:pt x="18" y="78"/>
                </a:lnTo>
                <a:lnTo>
                  <a:pt x="10" y="77"/>
                </a:lnTo>
                <a:lnTo>
                  <a:pt x="5" y="67"/>
                </a:lnTo>
                <a:lnTo>
                  <a:pt x="0" y="49"/>
                </a:lnTo>
                <a:lnTo>
                  <a:pt x="1" y="25"/>
                </a:lnTo>
                <a:lnTo>
                  <a:pt x="17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39" name="Freeform 300"/>
          <p:cNvSpPr>
            <a:spLocks/>
          </p:cNvSpPr>
          <p:nvPr/>
        </p:nvSpPr>
        <p:spPr bwMode="auto">
          <a:xfrm rot="21045919">
            <a:off x="2714688" y="3885275"/>
            <a:ext cx="23813" cy="14284"/>
          </a:xfrm>
          <a:custGeom>
            <a:avLst/>
            <a:gdLst/>
            <a:ahLst/>
            <a:cxnLst>
              <a:cxn ang="0">
                <a:pos x="11" y="12"/>
              </a:cxn>
              <a:cxn ang="0">
                <a:pos x="26" y="2"/>
              </a:cxn>
              <a:cxn ang="0">
                <a:pos x="50" y="2"/>
              </a:cxn>
              <a:cxn ang="0">
                <a:pos x="56" y="0"/>
              </a:cxn>
              <a:cxn ang="0">
                <a:pos x="61" y="4"/>
              </a:cxn>
              <a:cxn ang="0">
                <a:pos x="51" y="30"/>
              </a:cxn>
              <a:cxn ang="0">
                <a:pos x="42" y="35"/>
              </a:cxn>
              <a:cxn ang="0">
                <a:pos x="14" y="38"/>
              </a:cxn>
              <a:cxn ang="0">
                <a:pos x="0" y="35"/>
              </a:cxn>
              <a:cxn ang="0">
                <a:pos x="0" y="18"/>
              </a:cxn>
              <a:cxn ang="0">
                <a:pos x="11" y="12"/>
              </a:cxn>
            </a:cxnLst>
            <a:rect l="0" t="0" r="r" b="b"/>
            <a:pathLst>
              <a:path w="61" h="38">
                <a:moveTo>
                  <a:pt x="11" y="12"/>
                </a:moveTo>
                <a:lnTo>
                  <a:pt x="26" y="2"/>
                </a:lnTo>
                <a:lnTo>
                  <a:pt x="50" y="2"/>
                </a:lnTo>
                <a:lnTo>
                  <a:pt x="56" y="0"/>
                </a:lnTo>
                <a:lnTo>
                  <a:pt x="61" y="4"/>
                </a:lnTo>
                <a:lnTo>
                  <a:pt x="51" y="30"/>
                </a:lnTo>
                <a:lnTo>
                  <a:pt x="42" y="35"/>
                </a:lnTo>
                <a:lnTo>
                  <a:pt x="14" y="38"/>
                </a:lnTo>
                <a:lnTo>
                  <a:pt x="0" y="35"/>
                </a:lnTo>
                <a:lnTo>
                  <a:pt x="0" y="18"/>
                </a:lnTo>
                <a:lnTo>
                  <a:pt x="11" y="12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40" name="Freeform 301"/>
          <p:cNvSpPr>
            <a:spLocks/>
          </p:cNvSpPr>
          <p:nvPr/>
        </p:nvSpPr>
        <p:spPr bwMode="auto">
          <a:xfrm rot="21045919">
            <a:off x="2921062" y="3929714"/>
            <a:ext cx="58738" cy="23806"/>
          </a:xfrm>
          <a:custGeom>
            <a:avLst/>
            <a:gdLst/>
            <a:ahLst/>
            <a:cxnLst>
              <a:cxn ang="0">
                <a:pos x="23" y="0"/>
              </a:cxn>
              <a:cxn ang="0">
                <a:pos x="51" y="3"/>
              </a:cxn>
              <a:cxn ang="0">
                <a:pos x="113" y="3"/>
              </a:cxn>
              <a:cxn ang="0">
                <a:pos x="153" y="8"/>
              </a:cxn>
              <a:cxn ang="0">
                <a:pos x="156" y="13"/>
              </a:cxn>
              <a:cxn ang="0">
                <a:pos x="156" y="32"/>
              </a:cxn>
              <a:cxn ang="0">
                <a:pos x="146" y="42"/>
              </a:cxn>
              <a:cxn ang="0">
                <a:pos x="119" y="56"/>
              </a:cxn>
              <a:cxn ang="0">
                <a:pos x="13" y="60"/>
              </a:cxn>
              <a:cxn ang="0">
                <a:pos x="9" y="56"/>
              </a:cxn>
              <a:cxn ang="0">
                <a:pos x="0" y="27"/>
              </a:cxn>
              <a:cxn ang="0">
                <a:pos x="9" y="3"/>
              </a:cxn>
              <a:cxn ang="0">
                <a:pos x="23" y="0"/>
              </a:cxn>
            </a:cxnLst>
            <a:rect l="0" t="0" r="r" b="b"/>
            <a:pathLst>
              <a:path w="156" h="60">
                <a:moveTo>
                  <a:pt x="23" y="0"/>
                </a:moveTo>
                <a:lnTo>
                  <a:pt x="51" y="3"/>
                </a:lnTo>
                <a:lnTo>
                  <a:pt x="113" y="3"/>
                </a:lnTo>
                <a:lnTo>
                  <a:pt x="153" y="8"/>
                </a:lnTo>
                <a:lnTo>
                  <a:pt x="156" y="13"/>
                </a:lnTo>
                <a:lnTo>
                  <a:pt x="156" y="32"/>
                </a:lnTo>
                <a:lnTo>
                  <a:pt x="146" y="42"/>
                </a:lnTo>
                <a:lnTo>
                  <a:pt x="119" y="56"/>
                </a:lnTo>
                <a:lnTo>
                  <a:pt x="13" y="60"/>
                </a:lnTo>
                <a:lnTo>
                  <a:pt x="9" y="56"/>
                </a:lnTo>
                <a:lnTo>
                  <a:pt x="0" y="27"/>
                </a:lnTo>
                <a:lnTo>
                  <a:pt x="9" y="3"/>
                </a:lnTo>
                <a:lnTo>
                  <a:pt x="23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41" name="Freeform 302"/>
          <p:cNvSpPr>
            <a:spLocks/>
          </p:cNvSpPr>
          <p:nvPr/>
        </p:nvSpPr>
        <p:spPr bwMode="auto">
          <a:xfrm rot="-554081">
            <a:off x="1081150" y="1914056"/>
            <a:ext cx="666750" cy="663421"/>
          </a:xfrm>
          <a:custGeom>
            <a:avLst/>
            <a:gdLst>
              <a:gd name="T0" fmla="*/ 2147483647 w 1749"/>
              <a:gd name="T1" fmla="*/ 2147483647 h 1633"/>
              <a:gd name="T2" fmla="*/ 2147483647 w 1749"/>
              <a:gd name="T3" fmla="*/ 2147483647 h 1633"/>
              <a:gd name="T4" fmla="*/ 2147483647 w 1749"/>
              <a:gd name="T5" fmla="*/ 2147483647 h 1633"/>
              <a:gd name="T6" fmla="*/ 2147483647 w 1749"/>
              <a:gd name="T7" fmla="*/ 2147483647 h 1633"/>
              <a:gd name="T8" fmla="*/ 2147483647 w 1749"/>
              <a:gd name="T9" fmla="*/ 2147483647 h 1633"/>
              <a:gd name="T10" fmla="*/ 2147483647 w 1749"/>
              <a:gd name="T11" fmla="*/ 2147483647 h 1633"/>
              <a:gd name="T12" fmla="*/ 2147483647 w 1749"/>
              <a:gd name="T13" fmla="*/ 2147483647 h 1633"/>
              <a:gd name="T14" fmla="*/ 2147483647 w 1749"/>
              <a:gd name="T15" fmla="*/ 2147483647 h 1633"/>
              <a:gd name="T16" fmla="*/ 2147483647 w 1749"/>
              <a:gd name="T17" fmla="*/ 2147483647 h 1633"/>
              <a:gd name="T18" fmla="*/ 2147483647 w 1749"/>
              <a:gd name="T19" fmla="*/ 2147483647 h 1633"/>
              <a:gd name="T20" fmla="*/ 2147483647 w 1749"/>
              <a:gd name="T21" fmla="*/ 2147483647 h 1633"/>
              <a:gd name="T22" fmla="*/ 2147483647 w 1749"/>
              <a:gd name="T23" fmla="*/ 2147483647 h 1633"/>
              <a:gd name="T24" fmla="*/ 2147483647 w 1749"/>
              <a:gd name="T25" fmla="*/ 2147483647 h 1633"/>
              <a:gd name="T26" fmla="*/ 2147483647 w 1749"/>
              <a:gd name="T27" fmla="*/ 2147483647 h 1633"/>
              <a:gd name="T28" fmla="*/ 0 w 1749"/>
              <a:gd name="T29" fmla="*/ 2147483647 h 1633"/>
              <a:gd name="T30" fmla="*/ 2147483647 w 1749"/>
              <a:gd name="T31" fmla="*/ 2147483647 h 1633"/>
              <a:gd name="T32" fmla="*/ 2147483647 w 1749"/>
              <a:gd name="T33" fmla="*/ 2147483647 h 1633"/>
              <a:gd name="T34" fmla="*/ 2147483647 w 1749"/>
              <a:gd name="T35" fmla="*/ 2147483647 h 1633"/>
              <a:gd name="T36" fmla="*/ 2147483647 w 1749"/>
              <a:gd name="T37" fmla="*/ 2147483647 h 1633"/>
              <a:gd name="T38" fmla="*/ 2147483647 w 1749"/>
              <a:gd name="T39" fmla="*/ 2147483647 h 1633"/>
              <a:gd name="T40" fmla="*/ 2147483647 w 1749"/>
              <a:gd name="T41" fmla="*/ 2147483647 h 1633"/>
              <a:gd name="T42" fmla="*/ 2147483647 w 1749"/>
              <a:gd name="T43" fmla="*/ 2147483647 h 1633"/>
              <a:gd name="T44" fmla="*/ 2147483647 w 1749"/>
              <a:gd name="T45" fmla="*/ 2147483647 h 1633"/>
              <a:gd name="T46" fmla="*/ 2147483647 w 1749"/>
              <a:gd name="T47" fmla="*/ 2147483647 h 1633"/>
              <a:gd name="T48" fmla="*/ 2147483647 w 1749"/>
              <a:gd name="T49" fmla="*/ 2147483647 h 1633"/>
              <a:gd name="T50" fmla="*/ 2147483647 w 1749"/>
              <a:gd name="T51" fmla="*/ 2147483647 h 1633"/>
              <a:gd name="T52" fmla="*/ 2147483647 w 1749"/>
              <a:gd name="T53" fmla="*/ 2147483647 h 1633"/>
              <a:gd name="T54" fmla="*/ 2147483647 w 1749"/>
              <a:gd name="T55" fmla="*/ 2147483647 h 1633"/>
              <a:gd name="T56" fmla="*/ 2147483647 w 1749"/>
              <a:gd name="T57" fmla="*/ 2147483647 h 1633"/>
              <a:gd name="T58" fmla="*/ 2147483647 w 1749"/>
              <a:gd name="T59" fmla="*/ 2147483647 h 1633"/>
              <a:gd name="T60" fmla="*/ 2147483647 w 1749"/>
              <a:gd name="T61" fmla="*/ 2147483647 h 1633"/>
              <a:gd name="T62" fmla="*/ 2147483647 w 1749"/>
              <a:gd name="T63" fmla="*/ 2147483647 h 1633"/>
              <a:gd name="T64" fmla="*/ 2147483647 w 1749"/>
              <a:gd name="T65" fmla="*/ 2147483647 h 1633"/>
              <a:gd name="T66" fmla="*/ 2147483647 w 1749"/>
              <a:gd name="T67" fmla="*/ 2147483647 h 1633"/>
              <a:gd name="T68" fmla="*/ 2147483647 w 1749"/>
              <a:gd name="T69" fmla="*/ 2147483647 h 1633"/>
              <a:gd name="T70" fmla="*/ 2147483647 w 1749"/>
              <a:gd name="T71" fmla="*/ 2147483647 h 1633"/>
              <a:gd name="T72" fmla="*/ 2147483647 w 1749"/>
              <a:gd name="T73" fmla="*/ 2147483647 h 1633"/>
              <a:gd name="T74" fmla="*/ 2147483647 w 1749"/>
              <a:gd name="T75" fmla="*/ 2147483647 h 1633"/>
              <a:gd name="T76" fmla="*/ 2147483647 w 1749"/>
              <a:gd name="T77" fmla="*/ 2147483647 h 1633"/>
              <a:gd name="T78" fmla="*/ 2147483647 w 1749"/>
              <a:gd name="T79" fmla="*/ 2147483647 h 1633"/>
              <a:gd name="T80" fmla="*/ 2147483647 w 1749"/>
              <a:gd name="T81" fmla="*/ 2147483647 h 1633"/>
              <a:gd name="T82" fmla="*/ 2147483647 w 1749"/>
              <a:gd name="T83" fmla="*/ 2147483647 h 1633"/>
              <a:gd name="T84" fmla="*/ 2147483647 w 1749"/>
              <a:gd name="T85" fmla="*/ 2147483647 h 1633"/>
              <a:gd name="T86" fmla="*/ 2147483647 w 1749"/>
              <a:gd name="T87" fmla="*/ 2147483647 h 1633"/>
              <a:gd name="T88" fmla="*/ 2147483647 w 1749"/>
              <a:gd name="T89" fmla="*/ 2147483647 h 1633"/>
              <a:gd name="T90" fmla="*/ 2147483647 w 1749"/>
              <a:gd name="T91" fmla="*/ 2147483647 h 1633"/>
              <a:gd name="T92" fmla="*/ 2147483647 w 1749"/>
              <a:gd name="T93" fmla="*/ 2147483647 h 1633"/>
              <a:gd name="T94" fmla="*/ 2147483647 w 1749"/>
              <a:gd name="T95" fmla="*/ 2147483647 h 1633"/>
              <a:gd name="T96" fmla="*/ 2147483647 w 1749"/>
              <a:gd name="T97" fmla="*/ 2147483647 h 1633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1749"/>
              <a:gd name="T148" fmla="*/ 0 h 1633"/>
              <a:gd name="T149" fmla="*/ 1749 w 1749"/>
              <a:gd name="T150" fmla="*/ 1633 h 1633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1749" h="1633">
                <a:moveTo>
                  <a:pt x="957" y="1633"/>
                </a:moveTo>
                <a:lnTo>
                  <a:pt x="942" y="1623"/>
                </a:lnTo>
                <a:lnTo>
                  <a:pt x="942" y="1600"/>
                </a:lnTo>
                <a:lnTo>
                  <a:pt x="961" y="1568"/>
                </a:lnTo>
                <a:lnTo>
                  <a:pt x="954" y="1516"/>
                </a:lnTo>
                <a:lnTo>
                  <a:pt x="961" y="1487"/>
                </a:lnTo>
                <a:lnTo>
                  <a:pt x="982" y="1436"/>
                </a:lnTo>
                <a:lnTo>
                  <a:pt x="1005" y="1421"/>
                </a:lnTo>
                <a:lnTo>
                  <a:pt x="1027" y="1352"/>
                </a:lnTo>
                <a:lnTo>
                  <a:pt x="1015" y="1334"/>
                </a:lnTo>
                <a:lnTo>
                  <a:pt x="1015" y="1308"/>
                </a:lnTo>
                <a:lnTo>
                  <a:pt x="975" y="1302"/>
                </a:lnTo>
                <a:lnTo>
                  <a:pt x="966" y="1294"/>
                </a:lnTo>
                <a:lnTo>
                  <a:pt x="977" y="1260"/>
                </a:lnTo>
                <a:lnTo>
                  <a:pt x="972" y="1226"/>
                </a:lnTo>
                <a:lnTo>
                  <a:pt x="961" y="1214"/>
                </a:lnTo>
                <a:lnTo>
                  <a:pt x="936" y="1199"/>
                </a:lnTo>
                <a:lnTo>
                  <a:pt x="924" y="1175"/>
                </a:lnTo>
                <a:lnTo>
                  <a:pt x="940" y="1147"/>
                </a:lnTo>
                <a:lnTo>
                  <a:pt x="972" y="1133"/>
                </a:lnTo>
                <a:lnTo>
                  <a:pt x="982" y="1121"/>
                </a:lnTo>
                <a:lnTo>
                  <a:pt x="978" y="1102"/>
                </a:lnTo>
                <a:lnTo>
                  <a:pt x="957" y="1095"/>
                </a:lnTo>
                <a:lnTo>
                  <a:pt x="931" y="1084"/>
                </a:lnTo>
                <a:lnTo>
                  <a:pt x="924" y="1080"/>
                </a:lnTo>
                <a:lnTo>
                  <a:pt x="911" y="1052"/>
                </a:lnTo>
                <a:lnTo>
                  <a:pt x="891" y="1019"/>
                </a:lnTo>
                <a:lnTo>
                  <a:pt x="883" y="982"/>
                </a:lnTo>
                <a:lnTo>
                  <a:pt x="868" y="942"/>
                </a:lnTo>
                <a:lnTo>
                  <a:pt x="883" y="914"/>
                </a:lnTo>
                <a:lnTo>
                  <a:pt x="883" y="906"/>
                </a:lnTo>
                <a:lnTo>
                  <a:pt x="868" y="878"/>
                </a:lnTo>
                <a:lnTo>
                  <a:pt x="868" y="863"/>
                </a:lnTo>
                <a:lnTo>
                  <a:pt x="883" y="830"/>
                </a:lnTo>
                <a:lnTo>
                  <a:pt x="859" y="798"/>
                </a:lnTo>
                <a:lnTo>
                  <a:pt x="845" y="784"/>
                </a:lnTo>
                <a:lnTo>
                  <a:pt x="854" y="764"/>
                </a:lnTo>
                <a:lnTo>
                  <a:pt x="863" y="759"/>
                </a:lnTo>
                <a:lnTo>
                  <a:pt x="868" y="731"/>
                </a:lnTo>
                <a:lnTo>
                  <a:pt x="849" y="717"/>
                </a:lnTo>
                <a:lnTo>
                  <a:pt x="793" y="722"/>
                </a:lnTo>
                <a:lnTo>
                  <a:pt x="690" y="713"/>
                </a:lnTo>
                <a:lnTo>
                  <a:pt x="663" y="702"/>
                </a:lnTo>
                <a:lnTo>
                  <a:pt x="644" y="713"/>
                </a:lnTo>
                <a:lnTo>
                  <a:pt x="624" y="745"/>
                </a:lnTo>
                <a:lnTo>
                  <a:pt x="596" y="764"/>
                </a:lnTo>
                <a:lnTo>
                  <a:pt x="503" y="773"/>
                </a:lnTo>
                <a:lnTo>
                  <a:pt x="390" y="787"/>
                </a:lnTo>
                <a:lnTo>
                  <a:pt x="294" y="794"/>
                </a:lnTo>
                <a:lnTo>
                  <a:pt x="273" y="787"/>
                </a:lnTo>
                <a:lnTo>
                  <a:pt x="245" y="759"/>
                </a:lnTo>
                <a:lnTo>
                  <a:pt x="222" y="749"/>
                </a:lnTo>
                <a:lnTo>
                  <a:pt x="150" y="738"/>
                </a:lnTo>
                <a:lnTo>
                  <a:pt x="135" y="729"/>
                </a:lnTo>
                <a:lnTo>
                  <a:pt x="105" y="691"/>
                </a:lnTo>
                <a:lnTo>
                  <a:pt x="81" y="681"/>
                </a:lnTo>
                <a:lnTo>
                  <a:pt x="47" y="679"/>
                </a:lnTo>
                <a:lnTo>
                  <a:pt x="11" y="661"/>
                </a:lnTo>
                <a:lnTo>
                  <a:pt x="2" y="643"/>
                </a:lnTo>
                <a:lnTo>
                  <a:pt x="0" y="622"/>
                </a:lnTo>
                <a:lnTo>
                  <a:pt x="14" y="613"/>
                </a:lnTo>
                <a:lnTo>
                  <a:pt x="50" y="603"/>
                </a:lnTo>
                <a:lnTo>
                  <a:pt x="71" y="635"/>
                </a:lnTo>
                <a:lnTo>
                  <a:pt x="141" y="658"/>
                </a:lnTo>
                <a:lnTo>
                  <a:pt x="157" y="675"/>
                </a:lnTo>
                <a:lnTo>
                  <a:pt x="167" y="704"/>
                </a:lnTo>
                <a:lnTo>
                  <a:pt x="221" y="697"/>
                </a:lnTo>
                <a:lnTo>
                  <a:pt x="250" y="699"/>
                </a:lnTo>
                <a:lnTo>
                  <a:pt x="273" y="713"/>
                </a:lnTo>
                <a:lnTo>
                  <a:pt x="348" y="722"/>
                </a:lnTo>
                <a:lnTo>
                  <a:pt x="386" y="707"/>
                </a:lnTo>
                <a:lnTo>
                  <a:pt x="419" y="674"/>
                </a:lnTo>
                <a:lnTo>
                  <a:pt x="446" y="656"/>
                </a:lnTo>
                <a:lnTo>
                  <a:pt x="485" y="661"/>
                </a:lnTo>
                <a:lnTo>
                  <a:pt x="550" y="656"/>
                </a:lnTo>
                <a:lnTo>
                  <a:pt x="555" y="642"/>
                </a:lnTo>
                <a:lnTo>
                  <a:pt x="491" y="621"/>
                </a:lnTo>
                <a:lnTo>
                  <a:pt x="481" y="606"/>
                </a:lnTo>
                <a:lnTo>
                  <a:pt x="485" y="590"/>
                </a:lnTo>
                <a:lnTo>
                  <a:pt x="494" y="576"/>
                </a:lnTo>
                <a:lnTo>
                  <a:pt x="489" y="551"/>
                </a:lnTo>
                <a:lnTo>
                  <a:pt x="471" y="537"/>
                </a:lnTo>
                <a:lnTo>
                  <a:pt x="433" y="537"/>
                </a:lnTo>
                <a:lnTo>
                  <a:pt x="423" y="523"/>
                </a:lnTo>
                <a:lnTo>
                  <a:pt x="435" y="516"/>
                </a:lnTo>
                <a:lnTo>
                  <a:pt x="478" y="508"/>
                </a:lnTo>
                <a:lnTo>
                  <a:pt x="474" y="491"/>
                </a:lnTo>
                <a:lnTo>
                  <a:pt x="485" y="466"/>
                </a:lnTo>
                <a:lnTo>
                  <a:pt x="508" y="452"/>
                </a:lnTo>
                <a:lnTo>
                  <a:pt x="537" y="442"/>
                </a:lnTo>
                <a:lnTo>
                  <a:pt x="568" y="442"/>
                </a:lnTo>
                <a:lnTo>
                  <a:pt x="582" y="424"/>
                </a:lnTo>
                <a:lnTo>
                  <a:pt x="545" y="409"/>
                </a:lnTo>
                <a:lnTo>
                  <a:pt x="522" y="404"/>
                </a:lnTo>
                <a:lnTo>
                  <a:pt x="513" y="391"/>
                </a:lnTo>
                <a:lnTo>
                  <a:pt x="537" y="382"/>
                </a:lnTo>
                <a:lnTo>
                  <a:pt x="550" y="341"/>
                </a:lnTo>
                <a:lnTo>
                  <a:pt x="564" y="329"/>
                </a:lnTo>
                <a:lnTo>
                  <a:pt x="578" y="338"/>
                </a:lnTo>
                <a:lnTo>
                  <a:pt x="591" y="368"/>
                </a:lnTo>
                <a:lnTo>
                  <a:pt x="619" y="372"/>
                </a:lnTo>
                <a:lnTo>
                  <a:pt x="633" y="357"/>
                </a:lnTo>
                <a:lnTo>
                  <a:pt x="629" y="324"/>
                </a:lnTo>
                <a:lnTo>
                  <a:pt x="629" y="287"/>
                </a:lnTo>
                <a:lnTo>
                  <a:pt x="638" y="259"/>
                </a:lnTo>
                <a:lnTo>
                  <a:pt x="653" y="244"/>
                </a:lnTo>
                <a:lnTo>
                  <a:pt x="695" y="236"/>
                </a:lnTo>
                <a:lnTo>
                  <a:pt x="809" y="237"/>
                </a:lnTo>
                <a:lnTo>
                  <a:pt x="814" y="272"/>
                </a:lnTo>
                <a:lnTo>
                  <a:pt x="845" y="276"/>
                </a:lnTo>
                <a:lnTo>
                  <a:pt x="854" y="283"/>
                </a:lnTo>
                <a:lnTo>
                  <a:pt x="868" y="302"/>
                </a:lnTo>
                <a:lnTo>
                  <a:pt x="906" y="317"/>
                </a:lnTo>
                <a:lnTo>
                  <a:pt x="951" y="315"/>
                </a:lnTo>
                <a:lnTo>
                  <a:pt x="977" y="297"/>
                </a:lnTo>
                <a:lnTo>
                  <a:pt x="989" y="268"/>
                </a:lnTo>
                <a:lnTo>
                  <a:pt x="1029" y="273"/>
                </a:lnTo>
                <a:lnTo>
                  <a:pt x="1048" y="269"/>
                </a:lnTo>
                <a:lnTo>
                  <a:pt x="1051" y="253"/>
                </a:lnTo>
                <a:lnTo>
                  <a:pt x="1018" y="231"/>
                </a:lnTo>
                <a:lnTo>
                  <a:pt x="1000" y="201"/>
                </a:lnTo>
                <a:lnTo>
                  <a:pt x="975" y="143"/>
                </a:lnTo>
                <a:lnTo>
                  <a:pt x="979" y="119"/>
                </a:lnTo>
                <a:lnTo>
                  <a:pt x="991" y="93"/>
                </a:lnTo>
                <a:lnTo>
                  <a:pt x="1005" y="109"/>
                </a:lnTo>
                <a:lnTo>
                  <a:pt x="1016" y="139"/>
                </a:lnTo>
                <a:lnTo>
                  <a:pt x="1039" y="144"/>
                </a:lnTo>
                <a:lnTo>
                  <a:pt x="1056" y="128"/>
                </a:lnTo>
                <a:lnTo>
                  <a:pt x="1059" y="105"/>
                </a:lnTo>
                <a:lnTo>
                  <a:pt x="1054" y="64"/>
                </a:lnTo>
                <a:lnTo>
                  <a:pt x="1061" y="26"/>
                </a:lnTo>
                <a:lnTo>
                  <a:pt x="1079" y="40"/>
                </a:lnTo>
                <a:lnTo>
                  <a:pt x="1097" y="79"/>
                </a:lnTo>
                <a:lnTo>
                  <a:pt x="1130" y="90"/>
                </a:lnTo>
                <a:lnTo>
                  <a:pt x="1164" y="107"/>
                </a:lnTo>
                <a:lnTo>
                  <a:pt x="1168" y="117"/>
                </a:lnTo>
                <a:lnTo>
                  <a:pt x="1174" y="144"/>
                </a:lnTo>
                <a:lnTo>
                  <a:pt x="1148" y="159"/>
                </a:lnTo>
                <a:lnTo>
                  <a:pt x="1136" y="175"/>
                </a:lnTo>
                <a:lnTo>
                  <a:pt x="1139" y="199"/>
                </a:lnTo>
                <a:lnTo>
                  <a:pt x="1153" y="212"/>
                </a:lnTo>
                <a:lnTo>
                  <a:pt x="1187" y="209"/>
                </a:lnTo>
                <a:lnTo>
                  <a:pt x="1223" y="201"/>
                </a:lnTo>
                <a:lnTo>
                  <a:pt x="1234" y="187"/>
                </a:lnTo>
                <a:lnTo>
                  <a:pt x="1237" y="157"/>
                </a:lnTo>
                <a:lnTo>
                  <a:pt x="1220" y="131"/>
                </a:lnTo>
                <a:lnTo>
                  <a:pt x="1244" y="107"/>
                </a:lnTo>
                <a:lnTo>
                  <a:pt x="1275" y="90"/>
                </a:lnTo>
                <a:lnTo>
                  <a:pt x="1291" y="79"/>
                </a:lnTo>
                <a:lnTo>
                  <a:pt x="1308" y="50"/>
                </a:lnTo>
                <a:lnTo>
                  <a:pt x="1319" y="18"/>
                </a:lnTo>
                <a:lnTo>
                  <a:pt x="1338" y="9"/>
                </a:lnTo>
                <a:lnTo>
                  <a:pt x="1376" y="0"/>
                </a:lnTo>
                <a:lnTo>
                  <a:pt x="1394" y="9"/>
                </a:lnTo>
                <a:lnTo>
                  <a:pt x="1403" y="22"/>
                </a:lnTo>
                <a:lnTo>
                  <a:pt x="1407" y="52"/>
                </a:lnTo>
                <a:lnTo>
                  <a:pt x="1424" y="58"/>
                </a:lnTo>
                <a:lnTo>
                  <a:pt x="1499" y="55"/>
                </a:lnTo>
                <a:lnTo>
                  <a:pt x="1538" y="64"/>
                </a:lnTo>
                <a:lnTo>
                  <a:pt x="1608" y="117"/>
                </a:lnTo>
                <a:lnTo>
                  <a:pt x="1661" y="139"/>
                </a:lnTo>
                <a:lnTo>
                  <a:pt x="1669" y="149"/>
                </a:lnTo>
                <a:lnTo>
                  <a:pt x="1666" y="189"/>
                </a:lnTo>
                <a:lnTo>
                  <a:pt x="1686" y="204"/>
                </a:lnTo>
                <a:lnTo>
                  <a:pt x="1689" y="223"/>
                </a:lnTo>
                <a:lnTo>
                  <a:pt x="1683" y="292"/>
                </a:lnTo>
                <a:lnTo>
                  <a:pt x="1694" y="299"/>
                </a:lnTo>
                <a:lnTo>
                  <a:pt x="1703" y="314"/>
                </a:lnTo>
                <a:lnTo>
                  <a:pt x="1699" y="319"/>
                </a:lnTo>
                <a:lnTo>
                  <a:pt x="1672" y="328"/>
                </a:lnTo>
                <a:lnTo>
                  <a:pt x="1666" y="345"/>
                </a:lnTo>
                <a:lnTo>
                  <a:pt x="1672" y="354"/>
                </a:lnTo>
                <a:lnTo>
                  <a:pt x="1703" y="368"/>
                </a:lnTo>
                <a:lnTo>
                  <a:pt x="1707" y="395"/>
                </a:lnTo>
                <a:lnTo>
                  <a:pt x="1731" y="409"/>
                </a:lnTo>
                <a:lnTo>
                  <a:pt x="1744" y="438"/>
                </a:lnTo>
                <a:lnTo>
                  <a:pt x="1749" y="508"/>
                </a:lnTo>
                <a:lnTo>
                  <a:pt x="981" y="1029"/>
                </a:lnTo>
                <a:lnTo>
                  <a:pt x="977" y="1048"/>
                </a:lnTo>
                <a:lnTo>
                  <a:pt x="986" y="1077"/>
                </a:lnTo>
                <a:lnTo>
                  <a:pt x="1000" y="1109"/>
                </a:lnTo>
                <a:lnTo>
                  <a:pt x="1010" y="1165"/>
                </a:lnTo>
                <a:lnTo>
                  <a:pt x="1010" y="1228"/>
                </a:lnTo>
                <a:lnTo>
                  <a:pt x="1033" y="1260"/>
                </a:lnTo>
                <a:lnTo>
                  <a:pt x="1047" y="1289"/>
                </a:lnTo>
                <a:lnTo>
                  <a:pt x="1056" y="1316"/>
                </a:lnTo>
                <a:lnTo>
                  <a:pt x="1056" y="1345"/>
                </a:lnTo>
                <a:lnTo>
                  <a:pt x="1051" y="1379"/>
                </a:lnTo>
                <a:lnTo>
                  <a:pt x="1042" y="1421"/>
                </a:lnTo>
                <a:lnTo>
                  <a:pt x="1028" y="1450"/>
                </a:lnTo>
                <a:lnTo>
                  <a:pt x="1018" y="1487"/>
                </a:lnTo>
                <a:lnTo>
                  <a:pt x="1010" y="1521"/>
                </a:lnTo>
                <a:lnTo>
                  <a:pt x="989" y="1553"/>
                </a:lnTo>
                <a:lnTo>
                  <a:pt x="977" y="1582"/>
                </a:lnTo>
                <a:lnTo>
                  <a:pt x="966" y="1610"/>
                </a:lnTo>
                <a:lnTo>
                  <a:pt x="957" y="1633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42" name="Freeform 303"/>
          <p:cNvSpPr>
            <a:spLocks/>
          </p:cNvSpPr>
          <p:nvPr/>
        </p:nvSpPr>
        <p:spPr bwMode="auto">
          <a:xfrm rot="21045919">
            <a:off x="2244787" y="4036052"/>
            <a:ext cx="38100" cy="80944"/>
          </a:xfrm>
          <a:custGeom>
            <a:avLst/>
            <a:gdLst/>
            <a:ahLst/>
            <a:cxnLst>
              <a:cxn ang="0">
                <a:pos x="55" y="193"/>
              </a:cxn>
              <a:cxn ang="0">
                <a:pos x="64" y="178"/>
              </a:cxn>
              <a:cxn ang="0">
                <a:pos x="83" y="164"/>
              </a:cxn>
              <a:cxn ang="0">
                <a:pos x="90" y="133"/>
              </a:cxn>
              <a:cxn ang="0">
                <a:pos x="93" y="49"/>
              </a:cxn>
              <a:cxn ang="0">
                <a:pos x="97" y="10"/>
              </a:cxn>
              <a:cxn ang="0">
                <a:pos x="81" y="0"/>
              </a:cxn>
              <a:cxn ang="0">
                <a:pos x="65" y="5"/>
              </a:cxn>
              <a:cxn ang="0">
                <a:pos x="43" y="31"/>
              </a:cxn>
              <a:cxn ang="0">
                <a:pos x="0" y="28"/>
              </a:cxn>
              <a:cxn ang="0">
                <a:pos x="0" y="104"/>
              </a:cxn>
              <a:cxn ang="0">
                <a:pos x="0" y="192"/>
              </a:cxn>
              <a:cxn ang="0">
                <a:pos x="0" y="198"/>
              </a:cxn>
              <a:cxn ang="0">
                <a:pos x="24" y="198"/>
              </a:cxn>
              <a:cxn ang="0">
                <a:pos x="38" y="188"/>
              </a:cxn>
              <a:cxn ang="0">
                <a:pos x="55" y="193"/>
              </a:cxn>
            </a:cxnLst>
            <a:rect l="0" t="0" r="r" b="b"/>
            <a:pathLst>
              <a:path w="97" h="198">
                <a:moveTo>
                  <a:pt x="55" y="193"/>
                </a:moveTo>
                <a:lnTo>
                  <a:pt x="64" y="178"/>
                </a:lnTo>
                <a:lnTo>
                  <a:pt x="83" y="164"/>
                </a:lnTo>
                <a:lnTo>
                  <a:pt x="90" y="133"/>
                </a:lnTo>
                <a:lnTo>
                  <a:pt x="93" y="49"/>
                </a:lnTo>
                <a:lnTo>
                  <a:pt x="97" y="10"/>
                </a:lnTo>
                <a:lnTo>
                  <a:pt x="81" y="0"/>
                </a:lnTo>
                <a:lnTo>
                  <a:pt x="65" y="5"/>
                </a:lnTo>
                <a:lnTo>
                  <a:pt x="43" y="31"/>
                </a:lnTo>
                <a:lnTo>
                  <a:pt x="0" y="28"/>
                </a:lnTo>
                <a:lnTo>
                  <a:pt x="0" y="104"/>
                </a:lnTo>
                <a:lnTo>
                  <a:pt x="0" y="192"/>
                </a:lnTo>
                <a:lnTo>
                  <a:pt x="0" y="198"/>
                </a:lnTo>
                <a:lnTo>
                  <a:pt x="24" y="198"/>
                </a:lnTo>
                <a:lnTo>
                  <a:pt x="38" y="188"/>
                </a:lnTo>
                <a:lnTo>
                  <a:pt x="55" y="193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43" name="Freeform 304"/>
          <p:cNvSpPr>
            <a:spLocks/>
          </p:cNvSpPr>
          <p:nvPr/>
        </p:nvSpPr>
        <p:spPr bwMode="auto">
          <a:xfrm rot="21045919">
            <a:off x="2149538" y="4055098"/>
            <a:ext cx="138113" cy="138081"/>
          </a:xfrm>
          <a:custGeom>
            <a:avLst/>
            <a:gdLst/>
            <a:ahLst/>
            <a:cxnLst>
              <a:cxn ang="0">
                <a:pos x="268" y="0"/>
              </a:cxn>
              <a:cxn ang="0">
                <a:pos x="192" y="0"/>
              </a:cxn>
              <a:cxn ang="0">
                <a:pos x="143" y="2"/>
              </a:cxn>
              <a:cxn ang="0">
                <a:pos x="141" y="34"/>
              </a:cxn>
              <a:cxn ang="0">
                <a:pos x="146" y="61"/>
              </a:cxn>
              <a:cxn ang="0">
                <a:pos x="152" y="82"/>
              </a:cxn>
              <a:cxn ang="0">
                <a:pos x="169" y="100"/>
              </a:cxn>
              <a:cxn ang="0">
                <a:pos x="186" y="106"/>
              </a:cxn>
              <a:cxn ang="0">
                <a:pos x="179" y="117"/>
              </a:cxn>
              <a:cxn ang="0">
                <a:pos x="161" y="129"/>
              </a:cxn>
              <a:cxn ang="0">
                <a:pos x="155" y="152"/>
              </a:cxn>
              <a:cxn ang="0">
                <a:pos x="141" y="156"/>
              </a:cxn>
              <a:cxn ang="0">
                <a:pos x="34" y="149"/>
              </a:cxn>
              <a:cxn ang="0">
                <a:pos x="18" y="158"/>
              </a:cxn>
              <a:cxn ang="0">
                <a:pos x="9" y="181"/>
              </a:cxn>
              <a:cxn ang="0">
                <a:pos x="9" y="199"/>
              </a:cxn>
              <a:cxn ang="0">
                <a:pos x="13" y="221"/>
              </a:cxn>
              <a:cxn ang="0">
                <a:pos x="0" y="251"/>
              </a:cxn>
              <a:cxn ang="0">
                <a:pos x="45" y="288"/>
              </a:cxn>
              <a:cxn ang="0">
                <a:pos x="77" y="306"/>
              </a:cxn>
              <a:cxn ang="0">
                <a:pos x="115" y="317"/>
              </a:cxn>
              <a:cxn ang="0">
                <a:pos x="173" y="339"/>
              </a:cxn>
              <a:cxn ang="0">
                <a:pos x="182" y="326"/>
              </a:cxn>
              <a:cxn ang="0">
                <a:pos x="195" y="317"/>
              </a:cxn>
              <a:cxn ang="0">
                <a:pos x="209" y="311"/>
              </a:cxn>
              <a:cxn ang="0">
                <a:pos x="228" y="308"/>
              </a:cxn>
              <a:cxn ang="0">
                <a:pos x="250" y="302"/>
              </a:cxn>
              <a:cxn ang="0">
                <a:pos x="264" y="292"/>
              </a:cxn>
              <a:cxn ang="0">
                <a:pos x="266" y="245"/>
              </a:cxn>
              <a:cxn ang="0">
                <a:pos x="287" y="221"/>
              </a:cxn>
              <a:cxn ang="0">
                <a:pos x="315" y="211"/>
              </a:cxn>
              <a:cxn ang="0">
                <a:pos x="352" y="203"/>
              </a:cxn>
              <a:cxn ang="0">
                <a:pos x="364" y="189"/>
              </a:cxn>
              <a:cxn ang="0">
                <a:pos x="339" y="184"/>
              </a:cxn>
              <a:cxn ang="0">
                <a:pos x="324" y="166"/>
              </a:cxn>
              <a:cxn ang="0">
                <a:pos x="307" y="161"/>
              </a:cxn>
              <a:cxn ang="0">
                <a:pos x="292" y="171"/>
              </a:cxn>
              <a:cxn ang="0">
                <a:pos x="269" y="171"/>
              </a:cxn>
              <a:cxn ang="0">
                <a:pos x="266" y="165"/>
              </a:cxn>
              <a:cxn ang="0">
                <a:pos x="269" y="77"/>
              </a:cxn>
              <a:cxn ang="0">
                <a:pos x="268" y="0"/>
              </a:cxn>
            </a:cxnLst>
            <a:rect l="0" t="0" r="r" b="b"/>
            <a:pathLst>
              <a:path w="364" h="339">
                <a:moveTo>
                  <a:pt x="268" y="0"/>
                </a:moveTo>
                <a:lnTo>
                  <a:pt x="192" y="0"/>
                </a:lnTo>
                <a:lnTo>
                  <a:pt x="143" y="2"/>
                </a:lnTo>
                <a:lnTo>
                  <a:pt x="141" y="34"/>
                </a:lnTo>
                <a:lnTo>
                  <a:pt x="146" y="61"/>
                </a:lnTo>
                <a:lnTo>
                  <a:pt x="152" y="82"/>
                </a:lnTo>
                <a:lnTo>
                  <a:pt x="169" y="100"/>
                </a:lnTo>
                <a:lnTo>
                  <a:pt x="186" y="106"/>
                </a:lnTo>
                <a:lnTo>
                  <a:pt x="179" y="117"/>
                </a:lnTo>
                <a:lnTo>
                  <a:pt x="161" y="129"/>
                </a:lnTo>
                <a:lnTo>
                  <a:pt x="155" y="152"/>
                </a:lnTo>
                <a:lnTo>
                  <a:pt x="141" y="156"/>
                </a:lnTo>
                <a:lnTo>
                  <a:pt x="34" y="149"/>
                </a:lnTo>
                <a:lnTo>
                  <a:pt x="18" y="158"/>
                </a:lnTo>
                <a:lnTo>
                  <a:pt x="9" y="181"/>
                </a:lnTo>
                <a:lnTo>
                  <a:pt x="9" y="199"/>
                </a:lnTo>
                <a:lnTo>
                  <a:pt x="13" y="221"/>
                </a:lnTo>
                <a:lnTo>
                  <a:pt x="0" y="251"/>
                </a:lnTo>
                <a:lnTo>
                  <a:pt x="45" y="288"/>
                </a:lnTo>
                <a:lnTo>
                  <a:pt x="77" y="306"/>
                </a:lnTo>
                <a:lnTo>
                  <a:pt x="115" y="317"/>
                </a:lnTo>
                <a:lnTo>
                  <a:pt x="173" y="339"/>
                </a:lnTo>
                <a:lnTo>
                  <a:pt x="182" y="326"/>
                </a:lnTo>
                <a:lnTo>
                  <a:pt x="195" y="317"/>
                </a:lnTo>
                <a:lnTo>
                  <a:pt x="209" y="311"/>
                </a:lnTo>
                <a:lnTo>
                  <a:pt x="228" y="308"/>
                </a:lnTo>
                <a:lnTo>
                  <a:pt x="250" y="302"/>
                </a:lnTo>
                <a:lnTo>
                  <a:pt x="264" y="292"/>
                </a:lnTo>
                <a:lnTo>
                  <a:pt x="266" y="245"/>
                </a:lnTo>
                <a:lnTo>
                  <a:pt x="287" y="221"/>
                </a:lnTo>
                <a:lnTo>
                  <a:pt x="315" y="211"/>
                </a:lnTo>
                <a:lnTo>
                  <a:pt x="352" y="203"/>
                </a:lnTo>
                <a:lnTo>
                  <a:pt x="364" y="189"/>
                </a:lnTo>
                <a:lnTo>
                  <a:pt x="339" y="184"/>
                </a:lnTo>
                <a:lnTo>
                  <a:pt x="324" y="166"/>
                </a:lnTo>
                <a:lnTo>
                  <a:pt x="307" y="161"/>
                </a:lnTo>
                <a:lnTo>
                  <a:pt x="292" y="171"/>
                </a:lnTo>
                <a:lnTo>
                  <a:pt x="269" y="171"/>
                </a:lnTo>
                <a:lnTo>
                  <a:pt x="266" y="165"/>
                </a:lnTo>
                <a:lnTo>
                  <a:pt x="269" y="77"/>
                </a:lnTo>
                <a:lnTo>
                  <a:pt x="268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44" name="Freeform 305"/>
          <p:cNvSpPr>
            <a:spLocks/>
          </p:cNvSpPr>
          <p:nvPr/>
        </p:nvSpPr>
        <p:spPr bwMode="auto">
          <a:xfrm rot="21045919">
            <a:off x="2227325" y="4167784"/>
            <a:ext cx="76200" cy="47614"/>
          </a:xfrm>
          <a:custGeom>
            <a:avLst/>
            <a:gdLst/>
            <a:ahLst/>
            <a:cxnLst>
              <a:cxn ang="0">
                <a:pos x="0" y="48"/>
              </a:cxn>
              <a:cxn ang="0">
                <a:pos x="27" y="59"/>
              </a:cxn>
              <a:cxn ang="0">
                <a:pos x="59" y="77"/>
              </a:cxn>
              <a:cxn ang="0">
                <a:pos x="99" y="97"/>
              </a:cxn>
              <a:cxn ang="0">
                <a:pos x="132" y="116"/>
              </a:cxn>
              <a:cxn ang="0">
                <a:pos x="163" y="119"/>
              </a:cxn>
              <a:cxn ang="0">
                <a:pos x="185" y="107"/>
              </a:cxn>
              <a:cxn ang="0">
                <a:pos x="199" y="105"/>
              </a:cxn>
              <a:cxn ang="0">
                <a:pos x="196" y="59"/>
              </a:cxn>
              <a:cxn ang="0">
                <a:pos x="182" y="37"/>
              </a:cxn>
              <a:cxn ang="0">
                <a:pos x="145" y="16"/>
              </a:cxn>
              <a:cxn ang="0">
                <a:pos x="91" y="0"/>
              </a:cxn>
              <a:cxn ang="0">
                <a:pos x="77" y="10"/>
              </a:cxn>
              <a:cxn ang="0">
                <a:pos x="55" y="18"/>
              </a:cxn>
              <a:cxn ang="0">
                <a:pos x="36" y="19"/>
              </a:cxn>
              <a:cxn ang="0">
                <a:pos x="22" y="27"/>
              </a:cxn>
              <a:cxn ang="0">
                <a:pos x="9" y="36"/>
              </a:cxn>
              <a:cxn ang="0">
                <a:pos x="0" y="48"/>
              </a:cxn>
            </a:cxnLst>
            <a:rect l="0" t="0" r="r" b="b"/>
            <a:pathLst>
              <a:path w="199" h="119">
                <a:moveTo>
                  <a:pt x="0" y="48"/>
                </a:moveTo>
                <a:lnTo>
                  <a:pt x="27" y="59"/>
                </a:lnTo>
                <a:lnTo>
                  <a:pt x="59" y="77"/>
                </a:lnTo>
                <a:lnTo>
                  <a:pt x="99" y="97"/>
                </a:lnTo>
                <a:lnTo>
                  <a:pt x="132" y="116"/>
                </a:lnTo>
                <a:lnTo>
                  <a:pt x="163" y="119"/>
                </a:lnTo>
                <a:lnTo>
                  <a:pt x="185" y="107"/>
                </a:lnTo>
                <a:lnTo>
                  <a:pt x="199" y="105"/>
                </a:lnTo>
                <a:lnTo>
                  <a:pt x="196" y="59"/>
                </a:lnTo>
                <a:lnTo>
                  <a:pt x="182" y="37"/>
                </a:lnTo>
                <a:lnTo>
                  <a:pt x="145" y="16"/>
                </a:lnTo>
                <a:lnTo>
                  <a:pt x="91" y="0"/>
                </a:lnTo>
                <a:lnTo>
                  <a:pt x="77" y="10"/>
                </a:lnTo>
                <a:lnTo>
                  <a:pt x="55" y="18"/>
                </a:lnTo>
                <a:lnTo>
                  <a:pt x="36" y="19"/>
                </a:lnTo>
                <a:lnTo>
                  <a:pt x="22" y="27"/>
                </a:lnTo>
                <a:lnTo>
                  <a:pt x="9" y="36"/>
                </a:lnTo>
                <a:lnTo>
                  <a:pt x="0" y="48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45" name="Freeform 306"/>
          <p:cNvSpPr>
            <a:spLocks/>
          </p:cNvSpPr>
          <p:nvPr/>
        </p:nvSpPr>
        <p:spPr bwMode="auto">
          <a:xfrm rot="21045919">
            <a:off x="2255901" y="4102712"/>
            <a:ext cx="187325" cy="106338"/>
          </a:xfrm>
          <a:custGeom>
            <a:avLst/>
            <a:gdLst/>
            <a:ahLst/>
            <a:cxnLst>
              <a:cxn ang="0">
                <a:pos x="100" y="18"/>
              </a:cxn>
              <a:cxn ang="0">
                <a:pos x="169" y="18"/>
              </a:cxn>
              <a:cxn ang="0">
                <a:pos x="201" y="10"/>
              </a:cxn>
              <a:cxn ang="0">
                <a:pos x="224" y="0"/>
              </a:cxn>
              <a:cxn ang="0">
                <a:pos x="321" y="4"/>
              </a:cxn>
              <a:cxn ang="0">
                <a:pos x="416" y="8"/>
              </a:cxn>
              <a:cxn ang="0">
                <a:pos x="434" y="18"/>
              </a:cxn>
              <a:cxn ang="0">
                <a:pos x="430" y="28"/>
              </a:cxn>
              <a:cxn ang="0">
                <a:pos x="420" y="32"/>
              </a:cxn>
              <a:cxn ang="0">
                <a:pos x="424" y="45"/>
              </a:cxn>
              <a:cxn ang="0">
                <a:pos x="434" y="50"/>
              </a:cxn>
              <a:cxn ang="0">
                <a:pos x="458" y="54"/>
              </a:cxn>
              <a:cxn ang="0">
                <a:pos x="476" y="62"/>
              </a:cxn>
              <a:cxn ang="0">
                <a:pos x="487" y="76"/>
              </a:cxn>
              <a:cxn ang="0">
                <a:pos x="472" y="85"/>
              </a:cxn>
              <a:cxn ang="0">
                <a:pos x="458" y="99"/>
              </a:cxn>
              <a:cxn ang="0">
                <a:pos x="425" y="118"/>
              </a:cxn>
              <a:cxn ang="0">
                <a:pos x="402" y="118"/>
              </a:cxn>
              <a:cxn ang="0">
                <a:pos x="349" y="101"/>
              </a:cxn>
              <a:cxn ang="0">
                <a:pos x="329" y="105"/>
              </a:cxn>
              <a:cxn ang="0">
                <a:pos x="317" y="141"/>
              </a:cxn>
              <a:cxn ang="0">
                <a:pos x="311" y="156"/>
              </a:cxn>
              <a:cxn ang="0">
                <a:pos x="297" y="161"/>
              </a:cxn>
              <a:cxn ang="0">
                <a:pos x="265" y="159"/>
              </a:cxn>
              <a:cxn ang="0">
                <a:pos x="223" y="159"/>
              </a:cxn>
              <a:cxn ang="0">
                <a:pos x="206" y="173"/>
              </a:cxn>
              <a:cxn ang="0">
                <a:pos x="196" y="199"/>
              </a:cxn>
              <a:cxn ang="0">
                <a:pos x="182" y="233"/>
              </a:cxn>
              <a:cxn ang="0">
                <a:pos x="159" y="251"/>
              </a:cxn>
              <a:cxn ang="0">
                <a:pos x="120" y="265"/>
              </a:cxn>
              <a:cxn ang="0">
                <a:pos x="121" y="241"/>
              </a:cxn>
              <a:cxn ang="0">
                <a:pos x="109" y="227"/>
              </a:cxn>
              <a:cxn ang="0">
                <a:pos x="106" y="179"/>
              </a:cxn>
              <a:cxn ang="0">
                <a:pos x="92" y="158"/>
              </a:cxn>
              <a:cxn ang="0">
                <a:pos x="55" y="136"/>
              </a:cxn>
              <a:cxn ang="0">
                <a:pos x="0" y="121"/>
              </a:cxn>
              <a:cxn ang="0">
                <a:pos x="2" y="74"/>
              </a:cxn>
              <a:cxn ang="0">
                <a:pos x="23" y="50"/>
              </a:cxn>
              <a:cxn ang="0">
                <a:pos x="51" y="40"/>
              </a:cxn>
              <a:cxn ang="0">
                <a:pos x="88" y="32"/>
              </a:cxn>
              <a:cxn ang="0">
                <a:pos x="100" y="18"/>
              </a:cxn>
            </a:cxnLst>
            <a:rect l="0" t="0" r="r" b="b"/>
            <a:pathLst>
              <a:path w="487" h="265">
                <a:moveTo>
                  <a:pt x="100" y="18"/>
                </a:moveTo>
                <a:lnTo>
                  <a:pt x="169" y="18"/>
                </a:lnTo>
                <a:lnTo>
                  <a:pt x="201" y="10"/>
                </a:lnTo>
                <a:lnTo>
                  <a:pt x="224" y="0"/>
                </a:lnTo>
                <a:lnTo>
                  <a:pt x="321" y="4"/>
                </a:lnTo>
                <a:lnTo>
                  <a:pt x="416" y="8"/>
                </a:lnTo>
                <a:lnTo>
                  <a:pt x="434" y="18"/>
                </a:lnTo>
                <a:lnTo>
                  <a:pt x="430" y="28"/>
                </a:lnTo>
                <a:lnTo>
                  <a:pt x="420" y="32"/>
                </a:lnTo>
                <a:lnTo>
                  <a:pt x="424" y="45"/>
                </a:lnTo>
                <a:lnTo>
                  <a:pt x="434" y="50"/>
                </a:lnTo>
                <a:lnTo>
                  <a:pt x="458" y="54"/>
                </a:lnTo>
                <a:lnTo>
                  <a:pt x="476" y="62"/>
                </a:lnTo>
                <a:lnTo>
                  <a:pt x="487" y="76"/>
                </a:lnTo>
                <a:lnTo>
                  <a:pt x="472" y="85"/>
                </a:lnTo>
                <a:lnTo>
                  <a:pt x="458" y="99"/>
                </a:lnTo>
                <a:lnTo>
                  <a:pt x="425" y="118"/>
                </a:lnTo>
                <a:lnTo>
                  <a:pt x="402" y="118"/>
                </a:lnTo>
                <a:lnTo>
                  <a:pt x="349" y="101"/>
                </a:lnTo>
                <a:lnTo>
                  <a:pt x="329" y="105"/>
                </a:lnTo>
                <a:lnTo>
                  <a:pt x="317" y="141"/>
                </a:lnTo>
                <a:lnTo>
                  <a:pt x="311" y="156"/>
                </a:lnTo>
                <a:lnTo>
                  <a:pt x="297" y="161"/>
                </a:lnTo>
                <a:lnTo>
                  <a:pt x="265" y="159"/>
                </a:lnTo>
                <a:lnTo>
                  <a:pt x="223" y="159"/>
                </a:lnTo>
                <a:lnTo>
                  <a:pt x="206" y="173"/>
                </a:lnTo>
                <a:lnTo>
                  <a:pt x="196" y="199"/>
                </a:lnTo>
                <a:lnTo>
                  <a:pt x="182" y="233"/>
                </a:lnTo>
                <a:lnTo>
                  <a:pt x="159" y="251"/>
                </a:lnTo>
                <a:lnTo>
                  <a:pt x="120" y="265"/>
                </a:lnTo>
                <a:lnTo>
                  <a:pt x="121" y="241"/>
                </a:lnTo>
                <a:lnTo>
                  <a:pt x="109" y="227"/>
                </a:lnTo>
                <a:lnTo>
                  <a:pt x="106" y="179"/>
                </a:lnTo>
                <a:lnTo>
                  <a:pt x="92" y="158"/>
                </a:lnTo>
                <a:lnTo>
                  <a:pt x="55" y="136"/>
                </a:lnTo>
                <a:lnTo>
                  <a:pt x="0" y="121"/>
                </a:lnTo>
                <a:lnTo>
                  <a:pt x="2" y="74"/>
                </a:lnTo>
                <a:lnTo>
                  <a:pt x="23" y="50"/>
                </a:lnTo>
                <a:lnTo>
                  <a:pt x="51" y="40"/>
                </a:lnTo>
                <a:lnTo>
                  <a:pt x="88" y="32"/>
                </a:lnTo>
                <a:lnTo>
                  <a:pt x="100" y="18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46" name="Freeform 307"/>
          <p:cNvSpPr>
            <a:spLocks/>
          </p:cNvSpPr>
          <p:nvPr/>
        </p:nvSpPr>
        <p:spPr bwMode="auto">
          <a:xfrm rot="21045919">
            <a:off x="2309875" y="4128106"/>
            <a:ext cx="144462" cy="149190"/>
          </a:xfrm>
          <a:custGeom>
            <a:avLst/>
            <a:gdLst/>
            <a:ahLst/>
            <a:cxnLst>
              <a:cxn ang="0">
                <a:pos x="290" y="370"/>
              </a:cxn>
              <a:cxn ang="0">
                <a:pos x="300" y="329"/>
              </a:cxn>
              <a:cxn ang="0">
                <a:pos x="294" y="299"/>
              </a:cxn>
              <a:cxn ang="0">
                <a:pos x="300" y="275"/>
              </a:cxn>
              <a:cxn ang="0">
                <a:pos x="309" y="265"/>
              </a:cxn>
              <a:cxn ang="0">
                <a:pos x="324" y="256"/>
              </a:cxn>
              <a:cxn ang="0">
                <a:pos x="336" y="238"/>
              </a:cxn>
              <a:cxn ang="0">
                <a:pos x="332" y="208"/>
              </a:cxn>
              <a:cxn ang="0">
                <a:pos x="333" y="164"/>
              </a:cxn>
              <a:cxn ang="0">
                <a:pos x="348" y="116"/>
              </a:cxn>
              <a:cxn ang="0">
                <a:pos x="365" y="85"/>
              </a:cxn>
              <a:cxn ang="0">
                <a:pos x="372" y="52"/>
              </a:cxn>
              <a:cxn ang="0">
                <a:pos x="380" y="23"/>
              </a:cxn>
              <a:cxn ang="0">
                <a:pos x="371" y="0"/>
              </a:cxn>
              <a:cxn ang="0">
                <a:pos x="356" y="9"/>
              </a:cxn>
              <a:cxn ang="0">
                <a:pos x="342" y="23"/>
              </a:cxn>
              <a:cxn ang="0">
                <a:pos x="309" y="42"/>
              </a:cxn>
              <a:cxn ang="0">
                <a:pos x="286" y="42"/>
              </a:cxn>
              <a:cxn ang="0">
                <a:pos x="233" y="25"/>
              </a:cxn>
              <a:cxn ang="0">
                <a:pos x="213" y="29"/>
              </a:cxn>
              <a:cxn ang="0">
                <a:pos x="201" y="65"/>
              </a:cxn>
              <a:cxn ang="0">
                <a:pos x="195" y="80"/>
              </a:cxn>
              <a:cxn ang="0">
                <a:pos x="181" y="85"/>
              </a:cxn>
              <a:cxn ang="0">
                <a:pos x="149" y="83"/>
              </a:cxn>
              <a:cxn ang="0">
                <a:pos x="107" y="83"/>
              </a:cxn>
              <a:cxn ang="0">
                <a:pos x="90" y="97"/>
              </a:cxn>
              <a:cxn ang="0">
                <a:pos x="80" y="123"/>
              </a:cxn>
              <a:cxn ang="0">
                <a:pos x="66" y="157"/>
              </a:cxn>
              <a:cxn ang="0">
                <a:pos x="43" y="175"/>
              </a:cxn>
              <a:cxn ang="0">
                <a:pos x="4" y="189"/>
              </a:cxn>
              <a:cxn ang="0">
                <a:pos x="0" y="193"/>
              </a:cxn>
              <a:cxn ang="0">
                <a:pos x="0" y="207"/>
              </a:cxn>
              <a:cxn ang="0">
                <a:pos x="9" y="221"/>
              </a:cxn>
              <a:cxn ang="0">
                <a:pos x="66" y="274"/>
              </a:cxn>
              <a:cxn ang="0">
                <a:pos x="85" y="302"/>
              </a:cxn>
              <a:cxn ang="0">
                <a:pos x="117" y="330"/>
              </a:cxn>
              <a:cxn ang="0">
                <a:pos x="134" y="362"/>
              </a:cxn>
              <a:cxn ang="0">
                <a:pos x="178" y="349"/>
              </a:cxn>
              <a:cxn ang="0">
                <a:pos x="198" y="340"/>
              </a:cxn>
              <a:cxn ang="0">
                <a:pos x="216" y="338"/>
              </a:cxn>
              <a:cxn ang="0">
                <a:pos x="236" y="345"/>
              </a:cxn>
              <a:cxn ang="0">
                <a:pos x="249" y="362"/>
              </a:cxn>
              <a:cxn ang="0">
                <a:pos x="264" y="367"/>
              </a:cxn>
              <a:cxn ang="0">
                <a:pos x="290" y="370"/>
              </a:cxn>
            </a:cxnLst>
            <a:rect l="0" t="0" r="r" b="b"/>
            <a:pathLst>
              <a:path w="380" h="370">
                <a:moveTo>
                  <a:pt x="290" y="370"/>
                </a:moveTo>
                <a:lnTo>
                  <a:pt x="300" y="329"/>
                </a:lnTo>
                <a:lnTo>
                  <a:pt x="294" y="299"/>
                </a:lnTo>
                <a:lnTo>
                  <a:pt x="300" y="275"/>
                </a:lnTo>
                <a:lnTo>
                  <a:pt x="309" y="265"/>
                </a:lnTo>
                <a:lnTo>
                  <a:pt x="324" y="256"/>
                </a:lnTo>
                <a:lnTo>
                  <a:pt x="336" y="238"/>
                </a:lnTo>
                <a:lnTo>
                  <a:pt x="332" y="208"/>
                </a:lnTo>
                <a:lnTo>
                  <a:pt x="333" y="164"/>
                </a:lnTo>
                <a:lnTo>
                  <a:pt x="348" y="116"/>
                </a:lnTo>
                <a:lnTo>
                  <a:pt x="365" y="85"/>
                </a:lnTo>
                <a:lnTo>
                  <a:pt x="372" y="52"/>
                </a:lnTo>
                <a:lnTo>
                  <a:pt x="380" y="23"/>
                </a:lnTo>
                <a:lnTo>
                  <a:pt x="371" y="0"/>
                </a:lnTo>
                <a:lnTo>
                  <a:pt x="356" y="9"/>
                </a:lnTo>
                <a:lnTo>
                  <a:pt x="342" y="23"/>
                </a:lnTo>
                <a:lnTo>
                  <a:pt x="309" y="42"/>
                </a:lnTo>
                <a:lnTo>
                  <a:pt x="286" y="42"/>
                </a:lnTo>
                <a:lnTo>
                  <a:pt x="233" y="25"/>
                </a:lnTo>
                <a:lnTo>
                  <a:pt x="213" y="29"/>
                </a:lnTo>
                <a:lnTo>
                  <a:pt x="201" y="65"/>
                </a:lnTo>
                <a:lnTo>
                  <a:pt x="195" y="80"/>
                </a:lnTo>
                <a:lnTo>
                  <a:pt x="181" y="85"/>
                </a:lnTo>
                <a:lnTo>
                  <a:pt x="149" y="83"/>
                </a:lnTo>
                <a:lnTo>
                  <a:pt x="107" y="83"/>
                </a:lnTo>
                <a:lnTo>
                  <a:pt x="90" y="97"/>
                </a:lnTo>
                <a:lnTo>
                  <a:pt x="80" y="123"/>
                </a:lnTo>
                <a:lnTo>
                  <a:pt x="66" y="157"/>
                </a:lnTo>
                <a:lnTo>
                  <a:pt x="43" y="175"/>
                </a:lnTo>
                <a:lnTo>
                  <a:pt x="4" y="189"/>
                </a:lnTo>
                <a:lnTo>
                  <a:pt x="0" y="193"/>
                </a:lnTo>
                <a:lnTo>
                  <a:pt x="0" y="207"/>
                </a:lnTo>
                <a:lnTo>
                  <a:pt x="9" y="221"/>
                </a:lnTo>
                <a:lnTo>
                  <a:pt x="66" y="274"/>
                </a:lnTo>
                <a:lnTo>
                  <a:pt x="85" y="302"/>
                </a:lnTo>
                <a:lnTo>
                  <a:pt x="117" y="330"/>
                </a:lnTo>
                <a:lnTo>
                  <a:pt x="134" y="362"/>
                </a:lnTo>
                <a:lnTo>
                  <a:pt x="178" y="349"/>
                </a:lnTo>
                <a:lnTo>
                  <a:pt x="198" y="340"/>
                </a:lnTo>
                <a:lnTo>
                  <a:pt x="216" y="338"/>
                </a:lnTo>
                <a:lnTo>
                  <a:pt x="236" y="345"/>
                </a:lnTo>
                <a:lnTo>
                  <a:pt x="249" y="362"/>
                </a:lnTo>
                <a:lnTo>
                  <a:pt x="264" y="367"/>
                </a:lnTo>
                <a:lnTo>
                  <a:pt x="290" y="37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47" name="Freeform 308"/>
          <p:cNvSpPr>
            <a:spLocks/>
          </p:cNvSpPr>
          <p:nvPr/>
        </p:nvSpPr>
        <p:spPr bwMode="auto">
          <a:xfrm rot="21045919">
            <a:off x="2374962" y="4259838"/>
            <a:ext cx="96838" cy="119034"/>
          </a:xfrm>
          <a:custGeom>
            <a:avLst/>
            <a:gdLst/>
            <a:ahLst/>
            <a:cxnLst>
              <a:cxn ang="0">
                <a:pos x="13" y="24"/>
              </a:cxn>
              <a:cxn ang="0">
                <a:pos x="0" y="62"/>
              </a:cxn>
              <a:cxn ang="0">
                <a:pos x="0" y="87"/>
              </a:cxn>
              <a:cxn ang="0">
                <a:pos x="26" y="110"/>
              </a:cxn>
              <a:cxn ang="0">
                <a:pos x="44" y="119"/>
              </a:cxn>
              <a:cxn ang="0">
                <a:pos x="64" y="115"/>
              </a:cxn>
              <a:cxn ang="0">
                <a:pos x="78" y="129"/>
              </a:cxn>
              <a:cxn ang="0">
                <a:pos x="82" y="165"/>
              </a:cxn>
              <a:cxn ang="0">
                <a:pos x="99" y="158"/>
              </a:cxn>
              <a:cxn ang="0">
                <a:pos x="138" y="186"/>
              </a:cxn>
              <a:cxn ang="0">
                <a:pos x="165" y="222"/>
              </a:cxn>
              <a:cxn ang="0">
                <a:pos x="168" y="253"/>
              </a:cxn>
              <a:cxn ang="0">
                <a:pos x="177" y="268"/>
              </a:cxn>
              <a:cxn ang="0">
                <a:pos x="199" y="271"/>
              </a:cxn>
              <a:cxn ang="0">
                <a:pos x="220" y="285"/>
              </a:cxn>
              <a:cxn ang="0">
                <a:pos x="231" y="295"/>
              </a:cxn>
              <a:cxn ang="0">
                <a:pos x="220" y="285"/>
              </a:cxn>
              <a:cxn ang="0">
                <a:pos x="214" y="257"/>
              </a:cxn>
              <a:cxn ang="0">
                <a:pos x="218" y="234"/>
              </a:cxn>
              <a:cxn ang="0">
                <a:pos x="224" y="225"/>
              </a:cxn>
              <a:cxn ang="0">
                <a:pos x="234" y="218"/>
              </a:cxn>
              <a:cxn ang="0">
                <a:pos x="234" y="204"/>
              </a:cxn>
              <a:cxn ang="0">
                <a:pos x="220" y="186"/>
              </a:cxn>
              <a:cxn ang="0">
                <a:pos x="246" y="154"/>
              </a:cxn>
              <a:cxn ang="0">
                <a:pos x="252" y="148"/>
              </a:cxn>
              <a:cxn ang="0">
                <a:pos x="226" y="115"/>
              </a:cxn>
              <a:cxn ang="0">
                <a:pos x="168" y="32"/>
              </a:cxn>
              <a:cxn ang="0">
                <a:pos x="142" y="29"/>
              </a:cxn>
              <a:cxn ang="0">
                <a:pos x="127" y="24"/>
              </a:cxn>
              <a:cxn ang="0">
                <a:pos x="115" y="7"/>
              </a:cxn>
              <a:cxn ang="0">
                <a:pos x="95" y="0"/>
              </a:cxn>
              <a:cxn ang="0">
                <a:pos x="77" y="2"/>
              </a:cxn>
              <a:cxn ang="0">
                <a:pos x="58" y="11"/>
              </a:cxn>
              <a:cxn ang="0">
                <a:pos x="13" y="24"/>
              </a:cxn>
            </a:cxnLst>
            <a:rect l="0" t="0" r="r" b="b"/>
            <a:pathLst>
              <a:path w="252" h="295">
                <a:moveTo>
                  <a:pt x="13" y="24"/>
                </a:moveTo>
                <a:lnTo>
                  <a:pt x="0" y="62"/>
                </a:lnTo>
                <a:lnTo>
                  <a:pt x="0" y="87"/>
                </a:lnTo>
                <a:lnTo>
                  <a:pt x="26" y="110"/>
                </a:lnTo>
                <a:lnTo>
                  <a:pt x="44" y="119"/>
                </a:lnTo>
                <a:lnTo>
                  <a:pt x="64" y="115"/>
                </a:lnTo>
                <a:lnTo>
                  <a:pt x="78" y="129"/>
                </a:lnTo>
                <a:lnTo>
                  <a:pt x="82" y="165"/>
                </a:lnTo>
                <a:lnTo>
                  <a:pt x="99" y="158"/>
                </a:lnTo>
                <a:lnTo>
                  <a:pt x="138" y="186"/>
                </a:lnTo>
                <a:lnTo>
                  <a:pt x="165" y="222"/>
                </a:lnTo>
                <a:lnTo>
                  <a:pt x="168" y="253"/>
                </a:lnTo>
                <a:lnTo>
                  <a:pt x="177" y="268"/>
                </a:lnTo>
                <a:lnTo>
                  <a:pt x="199" y="271"/>
                </a:lnTo>
                <a:lnTo>
                  <a:pt x="220" y="285"/>
                </a:lnTo>
                <a:lnTo>
                  <a:pt x="231" y="295"/>
                </a:lnTo>
                <a:lnTo>
                  <a:pt x="220" y="285"/>
                </a:lnTo>
                <a:lnTo>
                  <a:pt x="214" y="257"/>
                </a:lnTo>
                <a:lnTo>
                  <a:pt x="218" y="234"/>
                </a:lnTo>
                <a:lnTo>
                  <a:pt x="224" y="225"/>
                </a:lnTo>
                <a:lnTo>
                  <a:pt x="234" y="218"/>
                </a:lnTo>
                <a:lnTo>
                  <a:pt x="234" y="204"/>
                </a:lnTo>
                <a:lnTo>
                  <a:pt x="220" y="186"/>
                </a:lnTo>
                <a:lnTo>
                  <a:pt x="246" y="154"/>
                </a:lnTo>
                <a:lnTo>
                  <a:pt x="252" y="148"/>
                </a:lnTo>
                <a:lnTo>
                  <a:pt x="226" y="115"/>
                </a:lnTo>
                <a:lnTo>
                  <a:pt x="168" y="32"/>
                </a:lnTo>
                <a:lnTo>
                  <a:pt x="142" y="29"/>
                </a:lnTo>
                <a:lnTo>
                  <a:pt x="127" y="24"/>
                </a:lnTo>
                <a:lnTo>
                  <a:pt x="115" y="7"/>
                </a:lnTo>
                <a:lnTo>
                  <a:pt x="95" y="0"/>
                </a:lnTo>
                <a:lnTo>
                  <a:pt x="77" y="2"/>
                </a:lnTo>
                <a:lnTo>
                  <a:pt x="58" y="11"/>
                </a:lnTo>
                <a:lnTo>
                  <a:pt x="13" y="24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48" name="Freeform 309"/>
          <p:cNvSpPr>
            <a:spLocks/>
          </p:cNvSpPr>
          <p:nvPr/>
        </p:nvSpPr>
        <p:spPr bwMode="auto">
          <a:xfrm rot="21045919">
            <a:off x="2459100" y="4299516"/>
            <a:ext cx="195262" cy="87293"/>
          </a:xfrm>
          <a:custGeom>
            <a:avLst/>
            <a:gdLst/>
            <a:ahLst/>
            <a:cxnLst>
              <a:cxn ang="0">
                <a:pos x="38" y="0"/>
              </a:cxn>
              <a:cxn ang="0">
                <a:pos x="72" y="34"/>
              </a:cxn>
              <a:cxn ang="0">
                <a:pos x="86" y="67"/>
              </a:cxn>
              <a:cxn ang="0">
                <a:pos x="114" y="71"/>
              </a:cxn>
              <a:cxn ang="0">
                <a:pos x="142" y="86"/>
              </a:cxn>
              <a:cxn ang="0">
                <a:pos x="197" y="81"/>
              </a:cxn>
              <a:cxn ang="0">
                <a:pos x="227" y="62"/>
              </a:cxn>
              <a:cxn ang="0">
                <a:pos x="255" y="57"/>
              </a:cxn>
              <a:cxn ang="0">
                <a:pos x="282" y="44"/>
              </a:cxn>
              <a:cxn ang="0">
                <a:pos x="311" y="39"/>
              </a:cxn>
              <a:cxn ang="0">
                <a:pos x="339" y="49"/>
              </a:cxn>
              <a:cxn ang="0">
                <a:pos x="380" y="49"/>
              </a:cxn>
              <a:cxn ang="0">
                <a:pos x="445" y="91"/>
              </a:cxn>
              <a:cxn ang="0">
                <a:pos x="489" y="127"/>
              </a:cxn>
              <a:cxn ang="0">
                <a:pos x="503" y="136"/>
              </a:cxn>
              <a:cxn ang="0">
                <a:pos x="509" y="146"/>
              </a:cxn>
              <a:cxn ang="0">
                <a:pos x="503" y="151"/>
              </a:cxn>
              <a:cxn ang="0">
                <a:pos x="479" y="155"/>
              </a:cxn>
              <a:cxn ang="0">
                <a:pos x="479" y="169"/>
              </a:cxn>
              <a:cxn ang="0">
                <a:pos x="493" y="188"/>
              </a:cxn>
              <a:cxn ang="0">
                <a:pos x="493" y="206"/>
              </a:cxn>
              <a:cxn ang="0">
                <a:pos x="484" y="222"/>
              </a:cxn>
              <a:cxn ang="0">
                <a:pos x="468" y="219"/>
              </a:cxn>
              <a:cxn ang="0">
                <a:pos x="442" y="208"/>
              </a:cxn>
              <a:cxn ang="0">
                <a:pos x="413" y="208"/>
              </a:cxn>
              <a:cxn ang="0">
                <a:pos x="410" y="188"/>
              </a:cxn>
              <a:cxn ang="0">
                <a:pos x="411" y="165"/>
              </a:cxn>
              <a:cxn ang="0">
                <a:pos x="427" y="146"/>
              </a:cxn>
              <a:cxn ang="0">
                <a:pos x="438" y="136"/>
              </a:cxn>
              <a:cxn ang="0">
                <a:pos x="438" y="132"/>
              </a:cxn>
              <a:cxn ang="0">
                <a:pos x="419" y="118"/>
              </a:cxn>
              <a:cxn ang="0">
                <a:pos x="372" y="105"/>
              </a:cxn>
              <a:cxn ang="0">
                <a:pos x="356" y="95"/>
              </a:cxn>
              <a:cxn ang="0">
                <a:pos x="324" y="86"/>
              </a:cxn>
              <a:cxn ang="0">
                <a:pos x="301" y="82"/>
              </a:cxn>
              <a:cxn ang="0">
                <a:pos x="292" y="86"/>
              </a:cxn>
              <a:cxn ang="0">
                <a:pos x="287" y="105"/>
              </a:cxn>
              <a:cxn ang="0">
                <a:pos x="282" y="118"/>
              </a:cxn>
              <a:cxn ang="0">
                <a:pos x="250" y="127"/>
              </a:cxn>
              <a:cxn ang="0">
                <a:pos x="243" y="142"/>
              </a:cxn>
              <a:cxn ang="0">
                <a:pos x="268" y="170"/>
              </a:cxn>
              <a:cxn ang="0">
                <a:pos x="272" y="196"/>
              </a:cxn>
              <a:cxn ang="0">
                <a:pos x="261" y="215"/>
              </a:cxn>
              <a:cxn ang="0">
                <a:pos x="229" y="223"/>
              </a:cxn>
              <a:cxn ang="0">
                <a:pos x="205" y="202"/>
              </a:cxn>
              <a:cxn ang="0">
                <a:pos x="184" y="169"/>
              </a:cxn>
              <a:cxn ang="0">
                <a:pos x="165" y="169"/>
              </a:cxn>
              <a:cxn ang="0">
                <a:pos x="156" y="174"/>
              </a:cxn>
              <a:cxn ang="0">
                <a:pos x="123" y="141"/>
              </a:cxn>
              <a:cxn ang="0">
                <a:pos x="91" y="118"/>
              </a:cxn>
              <a:cxn ang="0">
                <a:pos x="77" y="118"/>
              </a:cxn>
              <a:cxn ang="0">
                <a:pos x="47" y="127"/>
              </a:cxn>
              <a:cxn ang="0">
                <a:pos x="29" y="141"/>
              </a:cxn>
              <a:cxn ang="0">
                <a:pos x="17" y="146"/>
              </a:cxn>
              <a:cxn ang="0">
                <a:pos x="6" y="136"/>
              </a:cxn>
              <a:cxn ang="0">
                <a:pos x="0" y="109"/>
              </a:cxn>
              <a:cxn ang="0">
                <a:pos x="4" y="86"/>
              </a:cxn>
              <a:cxn ang="0">
                <a:pos x="10" y="77"/>
              </a:cxn>
              <a:cxn ang="0">
                <a:pos x="20" y="71"/>
              </a:cxn>
              <a:cxn ang="0">
                <a:pos x="20" y="57"/>
              </a:cxn>
              <a:cxn ang="0">
                <a:pos x="6" y="39"/>
              </a:cxn>
              <a:cxn ang="0">
                <a:pos x="32" y="7"/>
              </a:cxn>
              <a:cxn ang="0">
                <a:pos x="38" y="0"/>
              </a:cxn>
            </a:cxnLst>
            <a:rect l="0" t="0" r="r" b="b"/>
            <a:pathLst>
              <a:path w="509" h="223">
                <a:moveTo>
                  <a:pt x="38" y="0"/>
                </a:moveTo>
                <a:lnTo>
                  <a:pt x="72" y="34"/>
                </a:lnTo>
                <a:lnTo>
                  <a:pt x="86" y="67"/>
                </a:lnTo>
                <a:lnTo>
                  <a:pt x="114" y="71"/>
                </a:lnTo>
                <a:lnTo>
                  <a:pt x="142" y="86"/>
                </a:lnTo>
                <a:lnTo>
                  <a:pt x="197" y="81"/>
                </a:lnTo>
                <a:lnTo>
                  <a:pt x="227" y="62"/>
                </a:lnTo>
                <a:lnTo>
                  <a:pt x="255" y="57"/>
                </a:lnTo>
                <a:lnTo>
                  <a:pt x="282" y="44"/>
                </a:lnTo>
                <a:lnTo>
                  <a:pt x="311" y="39"/>
                </a:lnTo>
                <a:lnTo>
                  <a:pt x="339" y="49"/>
                </a:lnTo>
                <a:lnTo>
                  <a:pt x="380" y="49"/>
                </a:lnTo>
                <a:lnTo>
                  <a:pt x="445" y="91"/>
                </a:lnTo>
                <a:lnTo>
                  <a:pt x="489" y="127"/>
                </a:lnTo>
                <a:lnTo>
                  <a:pt x="503" y="136"/>
                </a:lnTo>
                <a:lnTo>
                  <a:pt x="509" y="146"/>
                </a:lnTo>
                <a:lnTo>
                  <a:pt x="503" y="151"/>
                </a:lnTo>
                <a:lnTo>
                  <a:pt x="479" y="155"/>
                </a:lnTo>
                <a:lnTo>
                  <a:pt x="479" y="169"/>
                </a:lnTo>
                <a:lnTo>
                  <a:pt x="493" y="188"/>
                </a:lnTo>
                <a:lnTo>
                  <a:pt x="493" y="206"/>
                </a:lnTo>
                <a:lnTo>
                  <a:pt x="484" y="222"/>
                </a:lnTo>
                <a:lnTo>
                  <a:pt x="468" y="219"/>
                </a:lnTo>
                <a:lnTo>
                  <a:pt x="442" y="208"/>
                </a:lnTo>
                <a:lnTo>
                  <a:pt x="413" y="208"/>
                </a:lnTo>
                <a:lnTo>
                  <a:pt x="410" y="188"/>
                </a:lnTo>
                <a:lnTo>
                  <a:pt x="411" y="165"/>
                </a:lnTo>
                <a:lnTo>
                  <a:pt x="427" y="146"/>
                </a:lnTo>
                <a:lnTo>
                  <a:pt x="438" y="136"/>
                </a:lnTo>
                <a:lnTo>
                  <a:pt x="438" y="132"/>
                </a:lnTo>
                <a:lnTo>
                  <a:pt x="419" y="118"/>
                </a:lnTo>
                <a:lnTo>
                  <a:pt x="372" y="105"/>
                </a:lnTo>
                <a:lnTo>
                  <a:pt x="356" y="95"/>
                </a:lnTo>
                <a:lnTo>
                  <a:pt x="324" y="86"/>
                </a:lnTo>
                <a:lnTo>
                  <a:pt x="301" y="82"/>
                </a:lnTo>
                <a:lnTo>
                  <a:pt x="292" y="86"/>
                </a:lnTo>
                <a:lnTo>
                  <a:pt x="287" y="105"/>
                </a:lnTo>
                <a:lnTo>
                  <a:pt x="282" y="118"/>
                </a:lnTo>
                <a:lnTo>
                  <a:pt x="250" y="127"/>
                </a:lnTo>
                <a:lnTo>
                  <a:pt x="243" y="142"/>
                </a:lnTo>
                <a:lnTo>
                  <a:pt x="268" y="170"/>
                </a:lnTo>
                <a:lnTo>
                  <a:pt x="272" y="196"/>
                </a:lnTo>
                <a:lnTo>
                  <a:pt x="261" y="215"/>
                </a:lnTo>
                <a:lnTo>
                  <a:pt x="229" y="223"/>
                </a:lnTo>
                <a:lnTo>
                  <a:pt x="205" y="202"/>
                </a:lnTo>
                <a:lnTo>
                  <a:pt x="184" y="169"/>
                </a:lnTo>
                <a:lnTo>
                  <a:pt x="165" y="169"/>
                </a:lnTo>
                <a:lnTo>
                  <a:pt x="156" y="174"/>
                </a:lnTo>
                <a:lnTo>
                  <a:pt x="123" y="141"/>
                </a:lnTo>
                <a:lnTo>
                  <a:pt x="91" y="118"/>
                </a:lnTo>
                <a:lnTo>
                  <a:pt x="77" y="118"/>
                </a:lnTo>
                <a:lnTo>
                  <a:pt x="47" y="127"/>
                </a:lnTo>
                <a:lnTo>
                  <a:pt x="29" y="141"/>
                </a:lnTo>
                <a:lnTo>
                  <a:pt x="17" y="146"/>
                </a:lnTo>
                <a:lnTo>
                  <a:pt x="6" y="136"/>
                </a:lnTo>
                <a:lnTo>
                  <a:pt x="0" y="109"/>
                </a:lnTo>
                <a:lnTo>
                  <a:pt x="4" y="86"/>
                </a:lnTo>
                <a:lnTo>
                  <a:pt x="10" y="77"/>
                </a:lnTo>
                <a:lnTo>
                  <a:pt x="20" y="71"/>
                </a:lnTo>
                <a:lnTo>
                  <a:pt x="20" y="57"/>
                </a:lnTo>
                <a:lnTo>
                  <a:pt x="6" y="39"/>
                </a:lnTo>
                <a:lnTo>
                  <a:pt x="32" y="7"/>
                </a:lnTo>
                <a:lnTo>
                  <a:pt x="38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49" name="Freeform 310"/>
          <p:cNvSpPr>
            <a:spLocks/>
          </p:cNvSpPr>
          <p:nvPr/>
        </p:nvSpPr>
        <p:spPr bwMode="auto">
          <a:xfrm rot="21045919">
            <a:off x="2692463" y="3928126"/>
            <a:ext cx="111125" cy="82531"/>
          </a:xfrm>
          <a:custGeom>
            <a:avLst/>
            <a:gdLst/>
            <a:ahLst/>
            <a:cxnLst>
              <a:cxn ang="0">
                <a:pos x="254" y="7"/>
              </a:cxn>
              <a:cxn ang="0">
                <a:pos x="205" y="11"/>
              </a:cxn>
              <a:cxn ang="0">
                <a:pos x="152" y="0"/>
              </a:cxn>
              <a:cxn ang="0">
                <a:pos x="127" y="0"/>
              </a:cxn>
              <a:cxn ang="0">
                <a:pos x="111" y="14"/>
              </a:cxn>
              <a:cxn ang="0">
                <a:pos x="111" y="30"/>
              </a:cxn>
              <a:cxn ang="0">
                <a:pos x="117" y="40"/>
              </a:cxn>
              <a:cxn ang="0">
                <a:pos x="131" y="53"/>
              </a:cxn>
              <a:cxn ang="0">
                <a:pos x="163" y="63"/>
              </a:cxn>
              <a:cxn ang="0">
                <a:pos x="182" y="86"/>
              </a:cxn>
              <a:cxn ang="0">
                <a:pos x="182" y="104"/>
              </a:cxn>
              <a:cxn ang="0">
                <a:pos x="177" y="109"/>
              </a:cxn>
              <a:cxn ang="0">
                <a:pos x="131" y="104"/>
              </a:cxn>
              <a:cxn ang="0">
                <a:pos x="92" y="100"/>
              </a:cxn>
              <a:cxn ang="0">
                <a:pos x="60" y="94"/>
              </a:cxn>
              <a:cxn ang="0">
                <a:pos x="27" y="94"/>
              </a:cxn>
              <a:cxn ang="0">
                <a:pos x="14" y="104"/>
              </a:cxn>
              <a:cxn ang="0">
                <a:pos x="4" y="133"/>
              </a:cxn>
              <a:cxn ang="0">
                <a:pos x="4" y="142"/>
              </a:cxn>
              <a:cxn ang="0">
                <a:pos x="0" y="147"/>
              </a:cxn>
              <a:cxn ang="0">
                <a:pos x="14" y="156"/>
              </a:cxn>
              <a:cxn ang="0">
                <a:pos x="18" y="162"/>
              </a:cxn>
              <a:cxn ang="0">
                <a:pos x="131" y="171"/>
              </a:cxn>
              <a:cxn ang="0">
                <a:pos x="167" y="176"/>
              </a:cxn>
              <a:cxn ang="0">
                <a:pos x="205" y="165"/>
              </a:cxn>
              <a:cxn ang="0">
                <a:pos x="233" y="165"/>
              </a:cxn>
              <a:cxn ang="0">
                <a:pos x="259" y="187"/>
              </a:cxn>
              <a:cxn ang="0">
                <a:pos x="279" y="208"/>
              </a:cxn>
              <a:cxn ang="0">
                <a:pos x="286" y="183"/>
              </a:cxn>
              <a:cxn ang="0">
                <a:pos x="269" y="153"/>
              </a:cxn>
              <a:cxn ang="0">
                <a:pos x="247" y="139"/>
              </a:cxn>
              <a:cxn ang="0">
                <a:pos x="237" y="132"/>
              </a:cxn>
              <a:cxn ang="0">
                <a:pos x="237" y="123"/>
              </a:cxn>
              <a:cxn ang="0">
                <a:pos x="247" y="113"/>
              </a:cxn>
              <a:cxn ang="0">
                <a:pos x="261" y="105"/>
              </a:cxn>
              <a:cxn ang="0">
                <a:pos x="265" y="94"/>
              </a:cxn>
              <a:cxn ang="0">
                <a:pos x="256" y="85"/>
              </a:cxn>
              <a:cxn ang="0">
                <a:pos x="245" y="68"/>
              </a:cxn>
              <a:cxn ang="0">
                <a:pos x="251" y="53"/>
              </a:cxn>
              <a:cxn ang="0">
                <a:pos x="261" y="46"/>
              </a:cxn>
              <a:cxn ang="0">
                <a:pos x="263" y="36"/>
              </a:cxn>
              <a:cxn ang="0">
                <a:pos x="263" y="20"/>
              </a:cxn>
              <a:cxn ang="0">
                <a:pos x="254" y="7"/>
              </a:cxn>
            </a:cxnLst>
            <a:rect l="0" t="0" r="r" b="b"/>
            <a:pathLst>
              <a:path w="286" h="208">
                <a:moveTo>
                  <a:pt x="254" y="7"/>
                </a:moveTo>
                <a:lnTo>
                  <a:pt x="205" y="11"/>
                </a:lnTo>
                <a:lnTo>
                  <a:pt x="152" y="0"/>
                </a:lnTo>
                <a:lnTo>
                  <a:pt x="127" y="0"/>
                </a:lnTo>
                <a:lnTo>
                  <a:pt x="111" y="14"/>
                </a:lnTo>
                <a:lnTo>
                  <a:pt x="111" y="30"/>
                </a:lnTo>
                <a:lnTo>
                  <a:pt x="117" y="40"/>
                </a:lnTo>
                <a:lnTo>
                  <a:pt x="131" y="53"/>
                </a:lnTo>
                <a:lnTo>
                  <a:pt x="163" y="63"/>
                </a:lnTo>
                <a:lnTo>
                  <a:pt x="182" y="86"/>
                </a:lnTo>
                <a:lnTo>
                  <a:pt x="182" y="104"/>
                </a:lnTo>
                <a:lnTo>
                  <a:pt x="177" y="109"/>
                </a:lnTo>
                <a:lnTo>
                  <a:pt x="131" y="104"/>
                </a:lnTo>
                <a:lnTo>
                  <a:pt x="92" y="100"/>
                </a:lnTo>
                <a:lnTo>
                  <a:pt x="60" y="94"/>
                </a:lnTo>
                <a:lnTo>
                  <a:pt x="27" y="94"/>
                </a:lnTo>
                <a:lnTo>
                  <a:pt x="14" y="104"/>
                </a:lnTo>
                <a:lnTo>
                  <a:pt x="4" y="133"/>
                </a:lnTo>
                <a:lnTo>
                  <a:pt x="4" y="142"/>
                </a:lnTo>
                <a:lnTo>
                  <a:pt x="0" y="147"/>
                </a:lnTo>
                <a:lnTo>
                  <a:pt x="14" y="156"/>
                </a:lnTo>
                <a:lnTo>
                  <a:pt x="18" y="162"/>
                </a:lnTo>
                <a:lnTo>
                  <a:pt x="131" y="171"/>
                </a:lnTo>
                <a:lnTo>
                  <a:pt x="167" y="176"/>
                </a:lnTo>
                <a:lnTo>
                  <a:pt x="205" y="165"/>
                </a:lnTo>
                <a:lnTo>
                  <a:pt x="233" y="165"/>
                </a:lnTo>
                <a:lnTo>
                  <a:pt x="259" y="187"/>
                </a:lnTo>
                <a:lnTo>
                  <a:pt x="279" y="208"/>
                </a:lnTo>
                <a:lnTo>
                  <a:pt x="286" y="183"/>
                </a:lnTo>
                <a:lnTo>
                  <a:pt x="269" y="153"/>
                </a:lnTo>
                <a:lnTo>
                  <a:pt x="247" y="139"/>
                </a:lnTo>
                <a:lnTo>
                  <a:pt x="237" y="132"/>
                </a:lnTo>
                <a:lnTo>
                  <a:pt x="237" y="123"/>
                </a:lnTo>
                <a:lnTo>
                  <a:pt x="247" y="113"/>
                </a:lnTo>
                <a:lnTo>
                  <a:pt x="261" y="105"/>
                </a:lnTo>
                <a:lnTo>
                  <a:pt x="265" y="94"/>
                </a:lnTo>
                <a:lnTo>
                  <a:pt x="256" y="85"/>
                </a:lnTo>
                <a:lnTo>
                  <a:pt x="245" y="68"/>
                </a:lnTo>
                <a:lnTo>
                  <a:pt x="251" y="53"/>
                </a:lnTo>
                <a:lnTo>
                  <a:pt x="261" y="46"/>
                </a:lnTo>
                <a:lnTo>
                  <a:pt x="263" y="36"/>
                </a:lnTo>
                <a:lnTo>
                  <a:pt x="263" y="20"/>
                </a:lnTo>
                <a:lnTo>
                  <a:pt x="254" y="7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50" name="Freeform 311"/>
          <p:cNvSpPr>
            <a:spLocks/>
          </p:cNvSpPr>
          <p:nvPr/>
        </p:nvSpPr>
        <p:spPr bwMode="auto">
          <a:xfrm rot="21045919">
            <a:off x="2782950" y="3913843"/>
            <a:ext cx="100012" cy="74595"/>
          </a:xfrm>
          <a:custGeom>
            <a:avLst/>
            <a:gdLst/>
            <a:ahLst/>
            <a:cxnLst>
              <a:cxn ang="0">
                <a:pos x="17" y="7"/>
              </a:cxn>
              <a:cxn ang="0">
                <a:pos x="71" y="0"/>
              </a:cxn>
              <a:cxn ang="0">
                <a:pos x="109" y="11"/>
              </a:cxn>
              <a:cxn ang="0">
                <a:pos x="141" y="26"/>
              </a:cxn>
              <a:cxn ang="0">
                <a:pos x="179" y="30"/>
              </a:cxn>
              <a:cxn ang="0">
                <a:pos x="205" y="36"/>
              </a:cxn>
              <a:cxn ang="0">
                <a:pos x="211" y="43"/>
              </a:cxn>
              <a:cxn ang="0">
                <a:pos x="213" y="62"/>
              </a:cxn>
              <a:cxn ang="0">
                <a:pos x="188" y="69"/>
              </a:cxn>
              <a:cxn ang="0">
                <a:pos x="188" y="86"/>
              </a:cxn>
              <a:cxn ang="0">
                <a:pos x="222" y="86"/>
              </a:cxn>
              <a:cxn ang="0">
                <a:pos x="251" y="78"/>
              </a:cxn>
              <a:cxn ang="0">
                <a:pos x="264" y="91"/>
              </a:cxn>
              <a:cxn ang="0">
                <a:pos x="264" y="113"/>
              </a:cxn>
              <a:cxn ang="0">
                <a:pos x="254" y="123"/>
              </a:cxn>
              <a:cxn ang="0">
                <a:pos x="208" y="128"/>
              </a:cxn>
              <a:cxn ang="0">
                <a:pos x="142" y="123"/>
              </a:cxn>
              <a:cxn ang="0">
                <a:pos x="118" y="132"/>
              </a:cxn>
              <a:cxn ang="0">
                <a:pos x="73" y="139"/>
              </a:cxn>
              <a:cxn ang="0">
                <a:pos x="53" y="156"/>
              </a:cxn>
              <a:cxn ang="0">
                <a:pos x="49" y="183"/>
              </a:cxn>
              <a:cxn ang="0">
                <a:pos x="32" y="153"/>
              </a:cxn>
              <a:cxn ang="0">
                <a:pos x="10" y="139"/>
              </a:cxn>
              <a:cxn ang="0">
                <a:pos x="0" y="132"/>
              </a:cxn>
              <a:cxn ang="0">
                <a:pos x="0" y="123"/>
              </a:cxn>
              <a:cxn ang="0">
                <a:pos x="10" y="113"/>
              </a:cxn>
              <a:cxn ang="0">
                <a:pos x="24" y="105"/>
              </a:cxn>
              <a:cxn ang="0">
                <a:pos x="28" y="92"/>
              </a:cxn>
              <a:cxn ang="0">
                <a:pos x="19" y="85"/>
              </a:cxn>
              <a:cxn ang="0">
                <a:pos x="8" y="68"/>
              </a:cxn>
              <a:cxn ang="0">
                <a:pos x="14" y="53"/>
              </a:cxn>
              <a:cxn ang="0">
                <a:pos x="24" y="46"/>
              </a:cxn>
              <a:cxn ang="0">
                <a:pos x="26" y="36"/>
              </a:cxn>
              <a:cxn ang="0">
                <a:pos x="26" y="21"/>
              </a:cxn>
              <a:cxn ang="0">
                <a:pos x="17" y="7"/>
              </a:cxn>
            </a:cxnLst>
            <a:rect l="0" t="0" r="r" b="b"/>
            <a:pathLst>
              <a:path w="264" h="183">
                <a:moveTo>
                  <a:pt x="17" y="7"/>
                </a:moveTo>
                <a:lnTo>
                  <a:pt x="71" y="0"/>
                </a:lnTo>
                <a:lnTo>
                  <a:pt x="109" y="11"/>
                </a:lnTo>
                <a:lnTo>
                  <a:pt x="141" y="26"/>
                </a:lnTo>
                <a:lnTo>
                  <a:pt x="179" y="30"/>
                </a:lnTo>
                <a:lnTo>
                  <a:pt x="205" y="36"/>
                </a:lnTo>
                <a:lnTo>
                  <a:pt x="211" y="43"/>
                </a:lnTo>
                <a:lnTo>
                  <a:pt x="213" y="62"/>
                </a:lnTo>
                <a:lnTo>
                  <a:pt x="188" y="69"/>
                </a:lnTo>
                <a:lnTo>
                  <a:pt x="188" y="86"/>
                </a:lnTo>
                <a:lnTo>
                  <a:pt x="222" y="86"/>
                </a:lnTo>
                <a:lnTo>
                  <a:pt x="251" y="78"/>
                </a:lnTo>
                <a:lnTo>
                  <a:pt x="264" y="91"/>
                </a:lnTo>
                <a:lnTo>
                  <a:pt x="264" y="113"/>
                </a:lnTo>
                <a:lnTo>
                  <a:pt x="254" y="123"/>
                </a:lnTo>
                <a:lnTo>
                  <a:pt x="208" y="128"/>
                </a:lnTo>
                <a:lnTo>
                  <a:pt x="142" y="123"/>
                </a:lnTo>
                <a:lnTo>
                  <a:pt x="118" y="132"/>
                </a:lnTo>
                <a:lnTo>
                  <a:pt x="73" y="139"/>
                </a:lnTo>
                <a:lnTo>
                  <a:pt x="53" y="156"/>
                </a:lnTo>
                <a:lnTo>
                  <a:pt x="49" y="183"/>
                </a:lnTo>
                <a:lnTo>
                  <a:pt x="32" y="153"/>
                </a:lnTo>
                <a:lnTo>
                  <a:pt x="10" y="139"/>
                </a:lnTo>
                <a:lnTo>
                  <a:pt x="0" y="132"/>
                </a:lnTo>
                <a:lnTo>
                  <a:pt x="0" y="123"/>
                </a:lnTo>
                <a:lnTo>
                  <a:pt x="10" y="113"/>
                </a:lnTo>
                <a:lnTo>
                  <a:pt x="24" y="105"/>
                </a:lnTo>
                <a:lnTo>
                  <a:pt x="28" y="92"/>
                </a:lnTo>
                <a:lnTo>
                  <a:pt x="19" y="85"/>
                </a:lnTo>
                <a:lnTo>
                  <a:pt x="8" y="68"/>
                </a:lnTo>
                <a:lnTo>
                  <a:pt x="14" y="53"/>
                </a:lnTo>
                <a:lnTo>
                  <a:pt x="24" y="46"/>
                </a:lnTo>
                <a:lnTo>
                  <a:pt x="26" y="36"/>
                </a:lnTo>
                <a:lnTo>
                  <a:pt x="26" y="21"/>
                </a:lnTo>
                <a:lnTo>
                  <a:pt x="17" y="7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51" name="Freeform 312"/>
          <p:cNvSpPr>
            <a:spLocks/>
          </p:cNvSpPr>
          <p:nvPr/>
        </p:nvSpPr>
        <p:spPr bwMode="auto">
          <a:xfrm rot="21045919">
            <a:off x="2454338" y="1717252"/>
            <a:ext cx="582613" cy="739604"/>
          </a:xfrm>
          <a:custGeom>
            <a:avLst/>
            <a:gdLst/>
            <a:ahLst/>
            <a:cxnLst>
              <a:cxn ang="0">
                <a:pos x="1149" y="369"/>
              </a:cxn>
              <a:cxn ang="0">
                <a:pos x="1121" y="421"/>
              </a:cxn>
              <a:cxn ang="0">
                <a:pos x="1234" y="426"/>
              </a:cxn>
              <a:cxn ang="0">
                <a:pos x="1207" y="502"/>
              </a:cxn>
              <a:cxn ang="0">
                <a:pos x="1257" y="552"/>
              </a:cxn>
              <a:cxn ang="0">
                <a:pos x="1187" y="546"/>
              </a:cxn>
              <a:cxn ang="0">
                <a:pos x="1230" y="628"/>
              </a:cxn>
              <a:cxn ang="0">
                <a:pos x="1342" y="620"/>
              </a:cxn>
              <a:cxn ang="0">
                <a:pos x="1459" y="689"/>
              </a:cxn>
              <a:cxn ang="0">
                <a:pos x="1421" y="742"/>
              </a:cxn>
              <a:cxn ang="0">
                <a:pos x="1304" y="730"/>
              </a:cxn>
              <a:cxn ang="0">
                <a:pos x="1384" y="831"/>
              </a:cxn>
              <a:cxn ang="0">
                <a:pos x="1507" y="747"/>
              </a:cxn>
              <a:cxn ang="0">
                <a:pos x="1517" y="821"/>
              </a:cxn>
              <a:cxn ang="0">
                <a:pos x="1421" y="973"/>
              </a:cxn>
              <a:cxn ang="0">
                <a:pos x="1333" y="998"/>
              </a:cxn>
              <a:cxn ang="0">
                <a:pos x="1374" y="1080"/>
              </a:cxn>
              <a:cxn ang="0">
                <a:pos x="1351" y="1219"/>
              </a:cxn>
              <a:cxn ang="0">
                <a:pos x="1281" y="1280"/>
              </a:cxn>
              <a:cxn ang="0">
                <a:pos x="1272" y="1389"/>
              </a:cxn>
              <a:cxn ang="0">
                <a:pos x="1306" y="1548"/>
              </a:cxn>
              <a:cxn ang="0">
                <a:pos x="1347" y="1733"/>
              </a:cxn>
              <a:cxn ang="0">
                <a:pos x="1281" y="1805"/>
              </a:cxn>
              <a:cxn ang="0">
                <a:pos x="1149" y="1773"/>
              </a:cxn>
              <a:cxn ang="0">
                <a:pos x="1061" y="1740"/>
              </a:cxn>
              <a:cxn ang="0">
                <a:pos x="953" y="1669"/>
              </a:cxn>
              <a:cxn ang="0">
                <a:pos x="859" y="1494"/>
              </a:cxn>
              <a:cxn ang="0">
                <a:pos x="774" y="1389"/>
              </a:cxn>
              <a:cxn ang="0">
                <a:pos x="738" y="1286"/>
              </a:cxn>
              <a:cxn ang="0">
                <a:pos x="743" y="1197"/>
              </a:cxn>
              <a:cxn ang="0">
                <a:pos x="695" y="1096"/>
              </a:cxn>
              <a:cxn ang="0">
                <a:pos x="602" y="1058"/>
              </a:cxn>
              <a:cxn ang="0">
                <a:pos x="687" y="1040"/>
              </a:cxn>
              <a:cxn ang="0">
                <a:pos x="583" y="987"/>
              </a:cxn>
              <a:cxn ang="0">
                <a:pos x="541" y="921"/>
              </a:cxn>
              <a:cxn ang="0">
                <a:pos x="460" y="799"/>
              </a:cxn>
              <a:cxn ang="0">
                <a:pos x="344" y="689"/>
              </a:cxn>
              <a:cxn ang="0">
                <a:pos x="142" y="708"/>
              </a:cxn>
              <a:cxn ang="0">
                <a:pos x="58" y="634"/>
              </a:cxn>
              <a:cxn ang="0">
                <a:pos x="118" y="578"/>
              </a:cxn>
              <a:cxn ang="0">
                <a:pos x="0" y="534"/>
              </a:cxn>
              <a:cxn ang="0">
                <a:pos x="78" y="465"/>
              </a:cxn>
              <a:cxn ang="0">
                <a:pos x="128" y="399"/>
              </a:cxn>
              <a:cxn ang="0">
                <a:pos x="74" y="342"/>
              </a:cxn>
              <a:cxn ang="0">
                <a:pos x="153" y="335"/>
              </a:cxn>
              <a:cxn ang="0">
                <a:pos x="223" y="236"/>
              </a:cxn>
              <a:cxn ang="0">
                <a:pos x="308" y="199"/>
              </a:cxn>
              <a:cxn ang="0">
                <a:pos x="349" y="162"/>
              </a:cxn>
              <a:cxn ang="0">
                <a:pos x="487" y="24"/>
              </a:cxn>
              <a:cxn ang="0">
                <a:pos x="588" y="15"/>
              </a:cxn>
              <a:cxn ang="0">
                <a:pos x="538" y="99"/>
              </a:cxn>
              <a:cxn ang="0">
                <a:pos x="593" y="96"/>
              </a:cxn>
              <a:cxn ang="0">
                <a:pos x="631" y="46"/>
              </a:cxn>
              <a:cxn ang="0">
                <a:pos x="704" y="112"/>
              </a:cxn>
              <a:cxn ang="0">
                <a:pos x="761" y="24"/>
              </a:cxn>
              <a:cxn ang="0">
                <a:pos x="818" y="116"/>
              </a:cxn>
              <a:cxn ang="0">
                <a:pos x="948" y="240"/>
              </a:cxn>
              <a:cxn ang="0">
                <a:pos x="1061" y="282"/>
              </a:cxn>
            </a:cxnLst>
            <a:rect l="0" t="0" r="r" b="b"/>
            <a:pathLst>
              <a:path w="1524" h="1826">
                <a:moveTo>
                  <a:pt x="1028" y="359"/>
                </a:moveTo>
                <a:lnTo>
                  <a:pt x="1057" y="369"/>
                </a:lnTo>
                <a:lnTo>
                  <a:pt x="1093" y="364"/>
                </a:lnTo>
                <a:lnTo>
                  <a:pt x="1121" y="354"/>
                </a:lnTo>
                <a:lnTo>
                  <a:pt x="1149" y="369"/>
                </a:lnTo>
                <a:lnTo>
                  <a:pt x="1170" y="392"/>
                </a:lnTo>
                <a:lnTo>
                  <a:pt x="1156" y="412"/>
                </a:lnTo>
                <a:lnTo>
                  <a:pt x="1125" y="412"/>
                </a:lnTo>
                <a:lnTo>
                  <a:pt x="1121" y="415"/>
                </a:lnTo>
                <a:lnTo>
                  <a:pt x="1121" y="421"/>
                </a:lnTo>
                <a:lnTo>
                  <a:pt x="1125" y="426"/>
                </a:lnTo>
                <a:lnTo>
                  <a:pt x="1170" y="429"/>
                </a:lnTo>
                <a:lnTo>
                  <a:pt x="1198" y="412"/>
                </a:lnTo>
                <a:lnTo>
                  <a:pt x="1225" y="412"/>
                </a:lnTo>
                <a:lnTo>
                  <a:pt x="1234" y="426"/>
                </a:lnTo>
                <a:lnTo>
                  <a:pt x="1238" y="450"/>
                </a:lnTo>
                <a:lnTo>
                  <a:pt x="1221" y="472"/>
                </a:lnTo>
                <a:lnTo>
                  <a:pt x="1192" y="482"/>
                </a:lnTo>
                <a:lnTo>
                  <a:pt x="1190" y="499"/>
                </a:lnTo>
                <a:lnTo>
                  <a:pt x="1207" y="502"/>
                </a:lnTo>
                <a:lnTo>
                  <a:pt x="1234" y="491"/>
                </a:lnTo>
                <a:lnTo>
                  <a:pt x="1262" y="491"/>
                </a:lnTo>
                <a:lnTo>
                  <a:pt x="1274" y="509"/>
                </a:lnTo>
                <a:lnTo>
                  <a:pt x="1274" y="527"/>
                </a:lnTo>
                <a:lnTo>
                  <a:pt x="1257" y="552"/>
                </a:lnTo>
                <a:lnTo>
                  <a:pt x="1244" y="563"/>
                </a:lnTo>
                <a:lnTo>
                  <a:pt x="1230" y="563"/>
                </a:lnTo>
                <a:lnTo>
                  <a:pt x="1225" y="556"/>
                </a:lnTo>
                <a:lnTo>
                  <a:pt x="1198" y="538"/>
                </a:lnTo>
                <a:lnTo>
                  <a:pt x="1187" y="546"/>
                </a:lnTo>
                <a:lnTo>
                  <a:pt x="1188" y="565"/>
                </a:lnTo>
                <a:lnTo>
                  <a:pt x="1199" y="583"/>
                </a:lnTo>
                <a:lnTo>
                  <a:pt x="1211" y="620"/>
                </a:lnTo>
                <a:lnTo>
                  <a:pt x="1221" y="628"/>
                </a:lnTo>
                <a:lnTo>
                  <a:pt x="1230" y="628"/>
                </a:lnTo>
                <a:lnTo>
                  <a:pt x="1257" y="623"/>
                </a:lnTo>
                <a:lnTo>
                  <a:pt x="1262" y="634"/>
                </a:lnTo>
                <a:lnTo>
                  <a:pt x="1281" y="652"/>
                </a:lnTo>
                <a:lnTo>
                  <a:pt x="1310" y="634"/>
                </a:lnTo>
                <a:lnTo>
                  <a:pt x="1342" y="620"/>
                </a:lnTo>
                <a:lnTo>
                  <a:pt x="1370" y="620"/>
                </a:lnTo>
                <a:lnTo>
                  <a:pt x="1393" y="628"/>
                </a:lnTo>
                <a:lnTo>
                  <a:pt x="1421" y="657"/>
                </a:lnTo>
                <a:lnTo>
                  <a:pt x="1454" y="680"/>
                </a:lnTo>
                <a:lnTo>
                  <a:pt x="1459" y="689"/>
                </a:lnTo>
                <a:lnTo>
                  <a:pt x="1463" y="708"/>
                </a:lnTo>
                <a:lnTo>
                  <a:pt x="1463" y="719"/>
                </a:lnTo>
                <a:lnTo>
                  <a:pt x="1459" y="733"/>
                </a:lnTo>
                <a:lnTo>
                  <a:pt x="1450" y="737"/>
                </a:lnTo>
                <a:lnTo>
                  <a:pt x="1421" y="742"/>
                </a:lnTo>
                <a:lnTo>
                  <a:pt x="1389" y="733"/>
                </a:lnTo>
                <a:lnTo>
                  <a:pt x="1361" y="705"/>
                </a:lnTo>
                <a:lnTo>
                  <a:pt x="1313" y="698"/>
                </a:lnTo>
                <a:lnTo>
                  <a:pt x="1301" y="714"/>
                </a:lnTo>
                <a:lnTo>
                  <a:pt x="1304" y="730"/>
                </a:lnTo>
                <a:lnTo>
                  <a:pt x="1339" y="746"/>
                </a:lnTo>
                <a:lnTo>
                  <a:pt x="1335" y="780"/>
                </a:lnTo>
                <a:lnTo>
                  <a:pt x="1358" y="797"/>
                </a:lnTo>
                <a:lnTo>
                  <a:pt x="1366" y="825"/>
                </a:lnTo>
                <a:lnTo>
                  <a:pt x="1384" y="831"/>
                </a:lnTo>
                <a:lnTo>
                  <a:pt x="1393" y="821"/>
                </a:lnTo>
                <a:lnTo>
                  <a:pt x="1412" y="789"/>
                </a:lnTo>
                <a:lnTo>
                  <a:pt x="1436" y="761"/>
                </a:lnTo>
                <a:lnTo>
                  <a:pt x="1470" y="751"/>
                </a:lnTo>
                <a:lnTo>
                  <a:pt x="1507" y="747"/>
                </a:lnTo>
                <a:lnTo>
                  <a:pt x="1517" y="751"/>
                </a:lnTo>
                <a:lnTo>
                  <a:pt x="1521" y="761"/>
                </a:lnTo>
                <a:lnTo>
                  <a:pt x="1524" y="780"/>
                </a:lnTo>
                <a:lnTo>
                  <a:pt x="1521" y="795"/>
                </a:lnTo>
                <a:lnTo>
                  <a:pt x="1517" y="821"/>
                </a:lnTo>
                <a:lnTo>
                  <a:pt x="1491" y="859"/>
                </a:lnTo>
                <a:lnTo>
                  <a:pt x="1474" y="916"/>
                </a:lnTo>
                <a:lnTo>
                  <a:pt x="1459" y="944"/>
                </a:lnTo>
                <a:lnTo>
                  <a:pt x="1433" y="964"/>
                </a:lnTo>
                <a:lnTo>
                  <a:pt x="1421" y="973"/>
                </a:lnTo>
                <a:lnTo>
                  <a:pt x="1407" y="1005"/>
                </a:lnTo>
                <a:lnTo>
                  <a:pt x="1393" y="1021"/>
                </a:lnTo>
                <a:lnTo>
                  <a:pt x="1366" y="1021"/>
                </a:lnTo>
                <a:lnTo>
                  <a:pt x="1361" y="1016"/>
                </a:lnTo>
                <a:lnTo>
                  <a:pt x="1333" y="998"/>
                </a:lnTo>
                <a:lnTo>
                  <a:pt x="1325" y="1001"/>
                </a:lnTo>
                <a:lnTo>
                  <a:pt x="1329" y="1018"/>
                </a:lnTo>
                <a:lnTo>
                  <a:pt x="1351" y="1032"/>
                </a:lnTo>
                <a:lnTo>
                  <a:pt x="1356" y="1063"/>
                </a:lnTo>
                <a:lnTo>
                  <a:pt x="1374" y="1080"/>
                </a:lnTo>
                <a:lnTo>
                  <a:pt x="1381" y="1103"/>
                </a:lnTo>
                <a:lnTo>
                  <a:pt x="1380" y="1135"/>
                </a:lnTo>
                <a:lnTo>
                  <a:pt x="1389" y="1172"/>
                </a:lnTo>
                <a:lnTo>
                  <a:pt x="1380" y="1200"/>
                </a:lnTo>
                <a:lnTo>
                  <a:pt x="1351" y="1219"/>
                </a:lnTo>
                <a:lnTo>
                  <a:pt x="1329" y="1233"/>
                </a:lnTo>
                <a:lnTo>
                  <a:pt x="1324" y="1261"/>
                </a:lnTo>
                <a:lnTo>
                  <a:pt x="1319" y="1275"/>
                </a:lnTo>
                <a:lnTo>
                  <a:pt x="1310" y="1280"/>
                </a:lnTo>
                <a:lnTo>
                  <a:pt x="1281" y="1280"/>
                </a:lnTo>
                <a:lnTo>
                  <a:pt x="1272" y="1289"/>
                </a:lnTo>
                <a:lnTo>
                  <a:pt x="1285" y="1323"/>
                </a:lnTo>
                <a:lnTo>
                  <a:pt x="1288" y="1343"/>
                </a:lnTo>
                <a:lnTo>
                  <a:pt x="1276" y="1362"/>
                </a:lnTo>
                <a:lnTo>
                  <a:pt x="1272" y="1389"/>
                </a:lnTo>
                <a:lnTo>
                  <a:pt x="1294" y="1419"/>
                </a:lnTo>
                <a:lnTo>
                  <a:pt x="1298" y="1444"/>
                </a:lnTo>
                <a:lnTo>
                  <a:pt x="1281" y="1484"/>
                </a:lnTo>
                <a:lnTo>
                  <a:pt x="1290" y="1521"/>
                </a:lnTo>
                <a:lnTo>
                  <a:pt x="1306" y="1548"/>
                </a:lnTo>
                <a:lnTo>
                  <a:pt x="1310" y="1562"/>
                </a:lnTo>
                <a:lnTo>
                  <a:pt x="1304" y="1611"/>
                </a:lnTo>
                <a:lnTo>
                  <a:pt x="1329" y="1631"/>
                </a:lnTo>
                <a:lnTo>
                  <a:pt x="1340" y="1681"/>
                </a:lnTo>
                <a:lnTo>
                  <a:pt x="1347" y="1733"/>
                </a:lnTo>
                <a:lnTo>
                  <a:pt x="1336" y="1763"/>
                </a:lnTo>
                <a:lnTo>
                  <a:pt x="1333" y="1810"/>
                </a:lnTo>
                <a:lnTo>
                  <a:pt x="1333" y="1820"/>
                </a:lnTo>
                <a:lnTo>
                  <a:pt x="1310" y="1826"/>
                </a:lnTo>
                <a:lnTo>
                  <a:pt x="1281" y="1805"/>
                </a:lnTo>
                <a:lnTo>
                  <a:pt x="1248" y="1776"/>
                </a:lnTo>
                <a:lnTo>
                  <a:pt x="1198" y="1726"/>
                </a:lnTo>
                <a:lnTo>
                  <a:pt x="1188" y="1726"/>
                </a:lnTo>
                <a:lnTo>
                  <a:pt x="1170" y="1745"/>
                </a:lnTo>
                <a:lnTo>
                  <a:pt x="1149" y="1773"/>
                </a:lnTo>
                <a:lnTo>
                  <a:pt x="1131" y="1773"/>
                </a:lnTo>
                <a:lnTo>
                  <a:pt x="1117" y="1768"/>
                </a:lnTo>
                <a:lnTo>
                  <a:pt x="1107" y="1749"/>
                </a:lnTo>
                <a:lnTo>
                  <a:pt x="1089" y="1733"/>
                </a:lnTo>
                <a:lnTo>
                  <a:pt x="1061" y="1740"/>
                </a:lnTo>
                <a:lnTo>
                  <a:pt x="1033" y="1726"/>
                </a:lnTo>
                <a:lnTo>
                  <a:pt x="1024" y="1710"/>
                </a:lnTo>
                <a:lnTo>
                  <a:pt x="1014" y="1684"/>
                </a:lnTo>
                <a:lnTo>
                  <a:pt x="976" y="1678"/>
                </a:lnTo>
                <a:lnTo>
                  <a:pt x="953" y="1669"/>
                </a:lnTo>
                <a:lnTo>
                  <a:pt x="943" y="1603"/>
                </a:lnTo>
                <a:lnTo>
                  <a:pt x="929" y="1584"/>
                </a:lnTo>
                <a:lnTo>
                  <a:pt x="902" y="1575"/>
                </a:lnTo>
                <a:lnTo>
                  <a:pt x="869" y="1550"/>
                </a:lnTo>
                <a:lnTo>
                  <a:pt x="859" y="1494"/>
                </a:lnTo>
                <a:lnTo>
                  <a:pt x="844" y="1470"/>
                </a:lnTo>
                <a:lnTo>
                  <a:pt x="836" y="1470"/>
                </a:lnTo>
                <a:lnTo>
                  <a:pt x="798" y="1451"/>
                </a:lnTo>
                <a:lnTo>
                  <a:pt x="786" y="1422"/>
                </a:lnTo>
                <a:lnTo>
                  <a:pt x="774" y="1389"/>
                </a:lnTo>
                <a:lnTo>
                  <a:pt x="747" y="1380"/>
                </a:lnTo>
                <a:lnTo>
                  <a:pt x="738" y="1367"/>
                </a:lnTo>
                <a:lnTo>
                  <a:pt x="732" y="1348"/>
                </a:lnTo>
                <a:lnTo>
                  <a:pt x="738" y="1316"/>
                </a:lnTo>
                <a:lnTo>
                  <a:pt x="738" y="1286"/>
                </a:lnTo>
                <a:lnTo>
                  <a:pt x="709" y="1251"/>
                </a:lnTo>
                <a:lnTo>
                  <a:pt x="704" y="1233"/>
                </a:lnTo>
                <a:lnTo>
                  <a:pt x="715" y="1219"/>
                </a:lnTo>
                <a:lnTo>
                  <a:pt x="738" y="1213"/>
                </a:lnTo>
                <a:lnTo>
                  <a:pt x="743" y="1197"/>
                </a:lnTo>
                <a:lnTo>
                  <a:pt x="738" y="1184"/>
                </a:lnTo>
                <a:lnTo>
                  <a:pt x="742" y="1161"/>
                </a:lnTo>
                <a:lnTo>
                  <a:pt x="738" y="1128"/>
                </a:lnTo>
                <a:lnTo>
                  <a:pt x="721" y="1108"/>
                </a:lnTo>
                <a:lnTo>
                  <a:pt x="695" y="1096"/>
                </a:lnTo>
                <a:lnTo>
                  <a:pt x="654" y="1092"/>
                </a:lnTo>
                <a:lnTo>
                  <a:pt x="620" y="1092"/>
                </a:lnTo>
                <a:lnTo>
                  <a:pt x="605" y="1081"/>
                </a:lnTo>
                <a:lnTo>
                  <a:pt x="598" y="1068"/>
                </a:lnTo>
                <a:lnTo>
                  <a:pt x="602" y="1058"/>
                </a:lnTo>
                <a:lnTo>
                  <a:pt x="634" y="1058"/>
                </a:lnTo>
                <a:lnTo>
                  <a:pt x="672" y="1068"/>
                </a:lnTo>
                <a:lnTo>
                  <a:pt x="691" y="1063"/>
                </a:lnTo>
                <a:lnTo>
                  <a:pt x="695" y="1058"/>
                </a:lnTo>
                <a:lnTo>
                  <a:pt x="687" y="1040"/>
                </a:lnTo>
                <a:lnTo>
                  <a:pt x="657" y="1010"/>
                </a:lnTo>
                <a:lnTo>
                  <a:pt x="639" y="978"/>
                </a:lnTo>
                <a:lnTo>
                  <a:pt x="634" y="969"/>
                </a:lnTo>
                <a:lnTo>
                  <a:pt x="624" y="964"/>
                </a:lnTo>
                <a:lnTo>
                  <a:pt x="583" y="987"/>
                </a:lnTo>
                <a:lnTo>
                  <a:pt x="564" y="1001"/>
                </a:lnTo>
                <a:lnTo>
                  <a:pt x="556" y="1001"/>
                </a:lnTo>
                <a:lnTo>
                  <a:pt x="541" y="987"/>
                </a:lnTo>
                <a:lnTo>
                  <a:pt x="546" y="955"/>
                </a:lnTo>
                <a:lnTo>
                  <a:pt x="541" y="921"/>
                </a:lnTo>
                <a:lnTo>
                  <a:pt x="527" y="888"/>
                </a:lnTo>
                <a:lnTo>
                  <a:pt x="516" y="863"/>
                </a:lnTo>
                <a:lnTo>
                  <a:pt x="509" y="856"/>
                </a:lnTo>
                <a:lnTo>
                  <a:pt x="470" y="835"/>
                </a:lnTo>
                <a:lnTo>
                  <a:pt x="460" y="799"/>
                </a:lnTo>
                <a:lnTo>
                  <a:pt x="446" y="789"/>
                </a:lnTo>
                <a:lnTo>
                  <a:pt x="419" y="775"/>
                </a:lnTo>
                <a:lnTo>
                  <a:pt x="391" y="742"/>
                </a:lnTo>
                <a:lnTo>
                  <a:pt x="382" y="737"/>
                </a:lnTo>
                <a:lnTo>
                  <a:pt x="344" y="689"/>
                </a:lnTo>
                <a:lnTo>
                  <a:pt x="320" y="680"/>
                </a:lnTo>
                <a:lnTo>
                  <a:pt x="273" y="689"/>
                </a:lnTo>
                <a:lnTo>
                  <a:pt x="241" y="694"/>
                </a:lnTo>
                <a:lnTo>
                  <a:pt x="171" y="698"/>
                </a:lnTo>
                <a:lnTo>
                  <a:pt x="142" y="708"/>
                </a:lnTo>
                <a:lnTo>
                  <a:pt x="123" y="708"/>
                </a:lnTo>
                <a:lnTo>
                  <a:pt x="105" y="680"/>
                </a:lnTo>
                <a:lnTo>
                  <a:pt x="100" y="666"/>
                </a:lnTo>
                <a:lnTo>
                  <a:pt x="63" y="638"/>
                </a:lnTo>
                <a:lnTo>
                  <a:pt x="58" y="634"/>
                </a:lnTo>
                <a:lnTo>
                  <a:pt x="58" y="628"/>
                </a:lnTo>
                <a:lnTo>
                  <a:pt x="67" y="620"/>
                </a:lnTo>
                <a:lnTo>
                  <a:pt x="114" y="600"/>
                </a:lnTo>
                <a:lnTo>
                  <a:pt x="122" y="588"/>
                </a:lnTo>
                <a:lnTo>
                  <a:pt x="118" y="578"/>
                </a:lnTo>
                <a:lnTo>
                  <a:pt x="104" y="578"/>
                </a:lnTo>
                <a:lnTo>
                  <a:pt x="72" y="586"/>
                </a:lnTo>
                <a:lnTo>
                  <a:pt x="33" y="574"/>
                </a:lnTo>
                <a:lnTo>
                  <a:pt x="4" y="554"/>
                </a:lnTo>
                <a:lnTo>
                  <a:pt x="0" y="534"/>
                </a:lnTo>
                <a:lnTo>
                  <a:pt x="18" y="524"/>
                </a:lnTo>
                <a:lnTo>
                  <a:pt x="39" y="504"/>
                </a:lnTo>
                <a:lnTo>
                  <a:pt x="50" y="486"/>
                </a:lnTo>
                <a:lnTo>
                  <a:pt x="63" y="472"/>
                </a:lnTo>
                <a:lnTo>
                  <a:pt x="78" y="465"/>
                </a:lnTo>
                <a:lnTo>
                  <a:pt x="96" y="472"/>
                </a:lnTo>
                <a:lnTo>
                  <a:pt x="124" y="456"/>
                </a:lnTo>
                <a:lnTo>
                  <a:pt x="137" y="436"/>
                </a:lnTo>
                <a:lnTo>
                  <a:pt x="137" y="413"/>
                </a:lnTo>
                <a:lnTo>
                  <a:pt x="128" y="399"/>
                </a:lnTo>
                <a:lnTo>
                  <a:pt x="101" y="400"/>
                </a:lnTo>
                <a:lnTo>
                  <a:pt x="78" y="397"/>
                </a:lnTo>
                <a:lnTo>
                  <a:pt x="66" y="382"/>
                </a:lnTo>
                <a:lnTo>
                  <a:pt x="66" y="359"/>
                </a:lnTo>
                <a:lnTo>
                  <a:pt x="74" y="342"/>
                </a:lnTo>
                <a:lnTo>
                  <a:pt x="90" y="327"/>
                </a:lnTo>
                <a:lnTo>
                  <a:pt x="107" y="318"/>
                </a:lnTo>
                <a:lnTo>
                  <a:pt x="124" y="321"/>
                </a:lnTo>
                <a:lnTo>
                  <a:pt x="142" y="330"/>
                </a:lnTo>
                <a:lnTo>
                  <a:pt x="153" y="335"/>
                </a:lnTo>
                <a:lnTo>
                  <a:pt x="165" y="335"/>
                </a:lnTo>
                <a:lnTo>
                  <a:pt x="171" y="330"/>
                </a:lnTo>
                <a:lnTo>
                  <a:pt x="174" y="293"/>
                </a:lnTo>
                <a:lnTo>
                  <a:pt x="194" y="264"/>
                </a:lnTo>
                <a:lnTo>
                  <a:pt x="223" y="236"/>
                </a:lnTo>
                <a:lnTo>
                  <a:pt x="227" y="227"/>
                </a:lnTo>
                <a:lnTo>
                  <a:pt x="250" y="231"/>
                </a:lnTo>
                <a:lnTo>
                  <a:pt x="287" y="258"/>
                </a:lnTo>
                <a:lnTo>
                  <a:pt x="301" y="250"/>
                </a:lnTo>
                <a:lnTo>
                  <a:pt x="308" y="199"/>
                </a:lnTo>
                <a:lnTo>
                  <a:pt x="353" y="231"/>
                </a:lnTo>
                <a:lnTo>
                  <a:pt x="379" y="227"/>
                </a:lnTo>
                <a:lnTo>
                  <a:pt x="391" y="208"/>
                </a:lnTo>
                <a:lnTo>
                  <a:pt x="383" y="193"/>
                </a:lnTo>
                <a:lnTo>
                  <a:pt x="349" y="162"/>
                </a:lnTo>
                <a:lnTo>
                  <a:pt x="356" y="147"/>
                </a:lnTo>
                <a:lnTo>
                  <a:pt x="359" y="116"/>
                </a:lnTo>
                <a:lnTo>
                  <a:pt x="397" y="53"/>
                </a:lnTo>
                <a:lnTo>
                  <a:pt x="452" y="28"/>
                </a:lnTo>
                <a:lnTo>
                  <a:pt x="487" y="24"/>
                </a:lnTo>
                <a:lnTo>
                  <a:pt x="493" y="20"/>
                </a:lnTo>
                <a:lnTo>
                  <a:pt x="501" y="39"/>
                </a:lnTo>
                <a:lnTo>
                  <a:pt x="531" y="42"/>
                </a:lnTo>
                <a:lnTo>
                  <a:pt x="550" y="24"/>
                </a:lnTo>
                <a:lnTo>
                  <a:pt x="588" y="15"/>
                </a:lnTo>
                <a:lnTo>
                  <a:pt x="604" y="24"/>
                </a:lnTo>
                <a:lnTo>
                  <a:pt x="601" y="46"/>
                </a:lnTo>
                <a:lnTo>
                  <a:pt x="581" y="57"/>
                </a:lnTo>
                <a:lnTo>
                  <a:pt x="570" y="84"/>
                </a:lnTo>
                <a:lnTo>
                  <a:pt x="538" y="99"/>
                </a:lnTo>
                <a:lnTo>
                  <a:pt x="531" y="124"/>
                </a:lnTo>
                <a:lnTo>
                  <a:pt x="534" y="147"/>
                </a:lnTo>
                <a:lnTo>
                  <a:pt x="559" y="151"/>
                </a:lnTo>
                <a:lnTo>
                  <a:pt x="578" y="112"/>
                </a:lnTo>
                <a:lnTo>
                  <a:pt x="593" y="96"/>
                </a:lnTo>
                <a:lnTo>
                  <a:pt x="604" y="116"/>
                </a:lnTo>
                <a:lnTo>
                  <a:pt x="619" y="107"/>
                </a:lnTo>
                <a:lnTo>
                  <a:pt x="623" y="74"/>
                </a:lnTo>
                <a:lnTo>
                  <a:pt x="619" y="49"/>
                </a:lnTo>
                <a:lnTo>
                  <a:pt x="631" y="46"/>
                </a:lnTo>
                <a:lnTo>
                  <a:pt x="669" y="104"/>
                </a:lnTo>
                <a:lnTo>
                  <a:pt x="680" y="151"/>
                </a:lnTo>
                <a:lnTo>
                  <a:pt x="691" y="153"/>
                </a:lnTo>
                <a:lnTo>
                  <a:pt x="707" y="147"/>
                </a:lnTo>
                <a:lnTo>
                  <a:pt x="704" y="112"/>
                </a:lnTo>
                <a:lnTo>
                  <a:pt x="677" y="62"/>
                </a:lnTo>
                <a:lnTo>
                  <a:pt x="673" y="28"/>
                </a:lnTo>
                <a:lnTo>
                  <a:pt x="697" y="0"/>
                </a:lnTo>
                <a:lnTo>
                  <a:pt x="727" y="0"/>
                </a:lnTo>
                <a:lnTo>
                  <a:pt x="761" y="24"/>
                </a:lnTo>
                <a:lnTo>
                  <a:pt x="764" y="62"/>
                </a:lnTo>
                <a:lnTo>
                  <a:pt x="764" y="104"/>
                </a:lnTo>
                <a:lnTo>
                  <a:pt x="775" y="147"/>
                </a:lnTo>
                <a:lnTo>
                  <a:pt x="802" y="124"/>
                </a:lnTo>
                <a:lnTo>
                  <a:pt x="818" y="116"/>
                </a:lnTo>
                <a:lnTo>
                  <a:pt x="871" y="151"/>
                </a:lnTo>
                <a:lnTo>
                  <a:pt x="887" y="193"/>
                </a:lnTo>
                <a:lnTo>
                  <a:pt x="926" y="204"/>
                </a:lnTo>
                <a:lnTo>
                  <a:pt x="941" y="218"/>
                </a:lnTo>
                <a:lnTo>
                  <a:pt x="948" y="240"/>
                </a:lnTo>
                <a:lnTo>
                  <a:pt x="973" y="270"/>
                </a:lnTo>
                <a:lnTo>
                  <a:pt x="982" y="278"/>
                </a:lnTo>
                <a:lnTo>
                  <a:pt x="996" y="278"/>
                </a:lnTo>
                <a:lnTo>
                  <a:pt x="1028" y="270"/>
                </a:lnTo>
                <a:lnTo>
                  <a:pt x="1061" y="282"/>
                </a:lnTo>
                <a:lnTo>
                  <a:pt x="1051" y="312"/>
                </a:lnTo>
                <a:lnTo>
                  <a:pt x="1028" y="359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52" name="Freeform 313"/>
          <p:cNvSpPr>
            <a:spLocks/>
          </p:cNvSpPr>
          <p:nvPr/>
        </p:nvSpPr>
        <p:spPr bwMode="auto">
          <a:xfrm rot="21045919">
            <a:off x="2667062" y="2886968"/>
            <a:ext cx="215900" cy="184107"/>
          </a:xfrm>
          <a:custGeom>
            <a:avLst/>
            <a:gdLst/>
            <a:ahLst/>
            <a:cxnLst>
              <a:cxn ang="0">
                <a:pos x="187" y="332"/>
              </a:cxn>
              <a:cxn ang="0">
                <a:pos x="154" y="290"/>
              </a:cxn>
              <a:cxn ang="0">
                <a:pos x="136" y="205"/>
              </a:cxn>
              <a:cxn ang="0">
                <a:pos x="91" y="144"/>
              </a:cxn>
              <a:cxn ang="0">
                <a:pos x="33" y="174"/>
              </a:cxn>
              <a:cxn ang="0">
                <a:pos x="0" y="195"/>
              </a:cxn>
              <a:cxn ang="0">
                <a:pos x="18" y="162"/>
              </a:cxn>
              <a:cxn ang="0">
                <a:pos x="113" y="58"/>
              </a:cxn>
              <a:cxn ang="0">
                <a:pos x="150" y="29"/>
              </a:cxn>
              <a:cxn ang="0">
                <a:pos x="211" y="8"/>
              </a:cxn>
              <a:cxn ang="0">
                <a:pos x="312" y="8"/>
              </a:cxn>
              <a:cxn ang="0">
                <a:pos x="325" y="53"/>
              </a:cxn>
              <a:cxn ang="0">
                <a:pos x="294" y="79"/>
              </a:cxn>
              <a:cxn ang="0">
                <a:pos x="235" y="94"/>
              </a:cxn>
              <a:cxn ang="0">
                <a:pos x="247" y="121"/>
              </a:cxn>
              <a:cxn ang="0">
                <a:pos x="305" y="118"/>
              </a:cxn>
              <a:cxn ang="0">
                <a:pos x="288" y="144"/>
              </a:cxn>
              <a:cxn ang="0">
                <a:pos x="305" y="173"/>
              </a:cxn>
              <a:cxn ang="0">
                <a:pos x="315" y="215"/>
              </a:cxn>
              <a:cxn ang="0">
                <a:pos x="357" y="261"/>
              </a:cxn>
              <a:cxn ang="0">
                <a:pos x="473" y="261"/>
              </a:cxn>
              <a:cxn ang="0">
                <a:pos x="548" y="285"/>
              </a:cxn>
              <a:cxn ang="0">
                <a:pos x="565" y="296"/>
              </a:cxn>
              <a:cxn ang="0">
                <a:pos x="502" y="314"/>
              </a:cxn>
              <a:cxn ang="0">
                <a:pos x="440" y="332"/>
              </a:cxn>
              <a:cxn ang="0">
                <a:pos x="384" y="369"/>
              </a:cxn>
              <a:cxn ang="0">
                <a:pos x="348" y="430"/>
              </a:cxn>
              <a:cxn ang="0">
                <a:pos x="312" y="455"/>
              </a:cxn>
              <a:cxn ang="0">
                <a:pos x="265" y="430"/>
              </a:cxn>
              <a:cxn ang="0">
                <a:pos x="274" y="366"/>
              </a:cxn>
              <a:cxn ang="0">
                <a:pos x="332" y="336"/>
              </a:cxn>
              <a:cxn ang="0">
                <a:pos x="398" y="322"/>
              </a:cxn>
              <a:cxn ang="0">
                <a:pos x="389" y="304"/>
              </a:cxn>
              <a:cxn ang="0">
                <a:pos x="350" y="286"/>
              </a:cxn>
              <a:cxn ang="0">
                <a:pos x="305" y="295"/>
              </a:cxn>
              <a:cxn ang="0">
                <a:pos x="251" y="306"/>
              </a:cxn>
              <a:cxn ang="0">
                <a:pos x="201" y="346"/>
              </a:cxn>
            </a:cxnLst>
            <a:rect l="0" t="0" r="r" b="b"/>
            <a:pathLst>
              <a:path w="566" h="455">
                <a:moveTo>
                  <a:pt x="201" y="346"/>
                </a:moveTo>
                <a:lnTo>
                  <a:pt x="187" y="332"/>
                </a:lnTo>
                <a:lnTo>
                  <a:pt x="173" y="318"/>
                </a:lnTo>
                <a:lnTo>
                  <a:pt x="154" y="290"/>
                </a:lnTo>
                <a:lnTo>
                  <a:pt x="136" y="233"/>
                </a:lnTo>
                <a:lnTo>
                  <a:pt x="136" y="205"/>
                </a:lnTo>
                <a:lnTo>
                  <a:pt x="119" y="154"/>
                </a:lnTo>
                <a:lnTo>
                  <a:pt x="91" y="144"/>
                </a:lnTo>
                <a:lnTo>
                  <a:pt x="60" y="154"/>
                </a:lnTo>
                <a:lnTo>
                  <a:pt x="33" y="174"/>
                </a:lnTo>
                <a:lnTo>
                  <a:pt x="13" y="199"/>
                </a:lnTo>
                <a:lnTo>
                  <a:pt x="0" y="195"/>
                </a:lnTo>
                <a:lnTo>
                  <a:pt x="14" y="176"/>
                </a:lnTo>
                <a:lnTo>
                  <a:pt x="18" y="162"/>
                </a:lnTo>
                <a:lnTo>
                  <a:pt x="56" y="105"/>
                </a:lnTo>
                <a:lnTo>
                  <a:pt x="113" y="58"/>
                </a:lnTo>
                <a:lnTo>
                  <a:pt x="145" y="34"/>
                </a:lnTo>
                <a:lnTo>
                  <a:pt x="150" y="29"/>
                </a:lnTo>
                <a:lnTo>
                  <a:pt x="178" y="21"/>
                </a:lnTo>
                <a:lnTo>
                  <a:pt x="211" y="8"/>
                </a:lnTo>
                <a:lnTo>
                  <a:pt x="247" y="0"/>
                </a:lnTo>
                <a:lnTo>
                  <a:pt x="312" y="8"/>
                </a:lnTo>
                <a:lnTo>
                  <a:pt x="328" y="25"/>
                </a:lnTo>
                <a:lnTo>
                  <a:pt x="325" y="53"/>
                </a:lnTo>
                <a:lnTo>
                  <a:pt x="312" y="67"/>
                </a:lnTo>
                <a:lnTo>
                  <a:pt x="294" y="79"/>
                </a:lnTo>
                <a:lnTo>
                  <a:pt x="242" y="81"/>
                </a:lnTo>
                <a:lnTo>
                  <a:pt x="235" y="94"/>
                </a:lnTo>
                <a:lnTo>
                  <a:pt x="238" y="108"/>
                </a:lnTo>
                <a:lnTo>
                  <a:pt x="247" y="121"/>
                </a:lnTo>
                <a:lnTo>
                  <a:pt x="291" y="113"/>
                </a:lnTo>
                <a:lnTo>
                  <a:pt x="305" y="118"/>
                </a:lnTo>
                <a:lnTo>
                  <a:pt x="307" y="131"/>
                </a:lnTo>
                <a:lnTo>
                  <a:pt x="288" y="144"/>
                </a:lnTo>
                <a:lnTo>
                  <a:pt x="287" y="155"/>
                </a:lnTo>
                <a:lnTo>
                  <a:pt x="305" y="173"/>
                </a:lnTo>
                <a:lnTo>
                  <a:pt x="311" y="181"/>
                </a:lnTo>
                <a:lnTo>
                  <a:pt x="315" y="215"/>
                </a:lnTo>
                <a:lnTo>
                  <a:pt x="338" y="235"/>
                </a:lnTo>
                <a:lnTo>
                  <a:pt x="357" y="261"/>
                </a:lnTo>
                <a:lnTo>
                  <a:pt x="435" y="265"/>
                </a:lnTo>
                <a:lnTo>
                  <a:pt x="473" y="261"/>
                </a:lnTo>
                <a:lnTo>
                  <a:pt x="520" y="265"/>
                </a:lnTo>
                <a:lnTo>
                  <a:pt x="548" y="285"/>
                </a:lnTo>
                <a:lnTo>
                  <a:pt x="566" y="290"/>
                </a:lnTo>
                <a:lnTo>
                  <a:pt x="565" y="296"/>
                </a:lnTo>
                <a:lnTo>
                  <a:pt x="539" y="310"/>
                </a:lnTo>
                <a:lnTo>
                  <a:pt x="502" y="314"/>
                </a:lnTo>
                <a:lnTo>
                  <a:pt x="473" y="322"/>
                </a:lnTo>
                <a:lnTo>
                  <a:pt x="440" y="332"/>
                </a:lnTo>
                <a:lnTo>
                  <a:pt x="407" y="352"/>
                </a:lnTo>
                <a:lnTo>
                  <a:pt x="384" y="369"/>
                </a:lnTo>
                <a:lnTo>
                  <a:pt x="361" y="404"/>
                </a:lnTo>
                <a:lnTo>
                  <a:pt x="348" y="430"/>
                </a:lnTo>
                <a:lnTo>
                  <a:pt x="332" y="448"/>
                </a:lnTo>
                <a:lnTo>
                  <a:pt x="312" y="455"/>
                </a:lnTo>
                <a:lnTo>
                  <a:pt x="285" y="451"/>
                </a:lnTo>
                <a:lnTo>
                  <a:pt x="265" y="430"/>
                </a:lnTo>
                <a:lnTo>
                  <a:pt x="261" y="396"/>
                </a:lnTo>
                <a:lnTo>
                  <a:pt x="274" y="366"/>
                </a:lnTo>
                <a:lnTo>
                  <a:pt x="301" y="346"/>
                </a:lnTo>
                <a:lnTo>
                  <a:pt x="332" y="336"/>
                </a:lnTo>
                <a:lnTo>
                  <a:pt x="389" y="328"/>
                </a:lnTo>
                <a:lnTo>
                  <a:pt x="398" y="322"/>
                </a:lnTo>
                <a:lnTo>
                  <a:pt x="398" y="310"/>
                </a:lnTo>
                <a:lnTo>
                  <a:pt x="389" y="304"/>
                </a:lnTo>
                <a:lnTo>
                  <a:pt x="348" y="309"/>
                </a:lnTo>
                <a:lnTo>
                  <a:pt x="350" y="286"/>
                </a:lnTo>
                <a:lnTo>
                  <a:pt x="335" y="283"/>
                </a:lnTo>
                <a:lnTo>
                  <a:pt x="305" y="295"/>
                </a:lnTo>
                <a:lnTo>
                  <a:pt x="276" y="310"/>
                </a:lnTo>
                <a:lnTo>
                  <a:pt x="251" y="306"/>
                </a:lnTo>
                <a:lnTo>
                  <a:pt x="233" y="318"/>
                </a:lnTo>
                <a:lnTo>
                  <a:pt x="201" y="346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53" name="Freeform 315"/>
          <p:cNvSpPr>
            <a:spLocks/>
          </p:cNvSpPr>
          <p:nvPr/>
        </p:nvSpPr>
        <p:spPr bwMode="auto">
          <a:xfrm rot="21045919">
            <a:off x="1512950" y="3407547"/>
            <a:ext cx="773112" cy="799915"/>
          </a:xfrm>
          <a:custGeom>
            <a:avLst/>
            <a:gdLst/>
            <a:ahLst/>
            <a:cxnLst>
              <a:cxn ang="0">
                <a:pos x="1228" y="1410"/>
              </a:cxn>
              <a:cxn ang="0">
                <a:pos x="1194" y="1287"/>
              </a:cxn>
              <a:cxn ang="0">
                <a:pos x="1180" y="1199"/>
              </a:cxn>
              <a:cxn ang="0">
                <a:pos x="1241" y="956"/>
              </a:cxn>
              <a:cxn ang="0">
                <a:pos x="1200" y="899"/>
              </a:cxn>
              <a:cxn ang="0">
                <a:pos x="1105" y="747"/>
              </a:cxn>
              <a:cxn ang="0">
                <a:pos x="1012" y="540"/>
              </a:cxn>
              <a:cxn ang="0">
                <a:pos x="904" y="550"/>
              </a:cxn>
              <a:cxn ang="0">
                <a:pos x="816" y="497"/>
              </a:cxn>
              <a:cxn ang="0">
                <a:pos x="768" y="373"/>
              </a:cxn>
              <a:cxn ang="0">
                <a:pos x="679" y="270"/>
              </a:cxn>
              <a:cxn ang="0">
                <a:pos x="580" y="242"/>
              </a:cxn>
              <a:cxn ang="0">
                <a:pos x="478" y="265"/>
              </a:cxn>
              <a:cxn ang="0">
                <a:pos x="351" y="203"/>
              </a:cxn>
              <a:cxn ang="0">
                <a:pos x="229" y="129"/>
              </a:cxn>
              <a:cxn ang="0">
                <a:pos x="135" y="33"/>
              </a:cxn>
              <a:cxn ang="0">
                <a:pos x="0" y="114"/>
              </a:cxn>
              <a:cxn ang="0">
                <a:pos x="25" y="320"/>
              </a:cxn>
              <a:cxn ang="0">
                <a:pos x="87" y="444"/>
              </a:cxn>
              <a:cxn ang="0">
                <a:pos x="14" y="444"/>
              </a:cxn>
              <a:cxn ang="0">
                <a:pos x="116" y="596"/>
              </a:cxn>
              <a:cxn ang="0">
                <a:pos x="146" y="766"/>
              </a:cxn>
              <a:cxn ang="0">
                <a:pos x="220" y="908"/>
              </a:cxn>
              <a:cxn ang="0">
                <a:pos x="294" y="953"/>
              </a:cxn>
              <a:cxn ang="0">
                <a:pos x="228" y="849"/>
              </a:cxn>
              <a:cxn ang="0">
                <a:pos x="224" y="761"/>
              </a:cxn>
              <a:cxn ang="0">
                <a:pos x="180" y="465"/>
              </a:cxn>
              <a:cxn ang="0">
                <a:pos x="98" y="252"/>
              </a:cxn>
              <a:cxn ang="0">
                <a:pos x="146" y="129"/>
              </a:cxn>
              <a:cxn ang="0">
                <a:pos x="206" y="236"/>
              </a:cxn>
              <a:cxn ang="0">
                <a:pos x="247" y="441"/>
              </a:cxn>
              <a:cxn ang="0">
                <a:pos x="305" y="564"/>
              </a:cxn>
              <a:cxn ang="0">
                <a:pos x="380" y="729"/>
              </a:cxn>
              <a:cxn ang="0">
                <a:pos x="478" y="931"/>
              </a:cxn>
              <a:cxn ang="0">
                <a:pos x="553" y="1154"/>
              </a:cxn>
              <a:cxn ang="0">
                <a:pos x="548" y="1243"/>
              </a:cxn>
              <a:cxn ang="0">
                <a:pos x="576" y="1366"/>
              </a:cxn>
              <a:cxn ang="0">
                <a:pos x="689" y="1487"/>
              </a:cxn>
              <a:cxn ang="0">
                <a:pos x="811" y="1551"/>
              </a:cxn>
              <a:cxn ang="0">
                <a:pos x="908" y="1635"/>
              </a:cxn>
              <a:cxn ang="0">
                <a:pos x="1049" y="1721"/>
              </a:cxn>
              <a:cxn ang="0">
                <a:pos x="1209" y="1783"/>
              </a:cxn>
              <a:cxn ang="0">
                <a:pos x="1367" y="1792"/>
              </a:cxn>
              <a:cxn ang="0">
                <a:pos x="1470" y="1896"/>
              </a:cxn>
              <a:cxn ang="0">
                <a:pos x="1540" y="1942"/>
              </a:cxn>
              <a:cxn ang="0">
                <a:pos x="1561" y="1870"/>
              </a:cxn>
              <a:cxn ang="0">
                <a:pos x="1706" y="1838"/>
              </a:cxn>
              <a:cxn ang="0">
                <a:pos x="1673" y="1782"/>
              </a:cxn>
              <a:cxn ang="0">
                <a:pos x="1795" y="1721"/>
              </a:cxn>
              <a:cxn ang="0">
                <a:pos x="1893" y="1703"/>
              </a:cxn>
              <a:cxn ang="0">
                <a:pos x="1934" y="1717"/>
              </a:cxn>
              <a:cxn ang="0">
                <a:pos x="1960" y="1625"/>
              </a:cxn>
              <a:cxn ang="0">
                <a:pos x="1955" y="1531"/>
              </a:cxn>
              <a:cxn ang="0">
                <a:pos x="2014" y="1420"/>
              </a:cxn>
              <a:cxn ang="0">
                <a:pos x="1775" y="1410"/>
              </a:cxn>
              <a:cxn ang="0">
                <a:pos x="1719" y="1487"/>
              </a:cxn>
              <a:cxn ang="0">
                <a:pos x="1682" y="1551"/>
              </a:cxn>
              <a:cxn ang="0">
                <a:pos x="1606" y="1622"/>
              </a:cxn>
              <a:cxn ang="0">
                <a:pos x="1476" y="1604"/>
              </a:cxn>
              <a:cxn ang="0">
                <a:pos x="1367" y="1558"/>
              </a:cxn>
            </a:cxnLst>
            <a:rect l="0" t="0" r="r" b="b"/>
            <a:pathLst>
              <a:path w="2023" h="1972">
                <a:moveTo>
                  <a:pt x="1286" y="1539"/>
                </a:moveTo>
                <a:lnTo>
                  <a:pt x="1264" y="1478"/>
                </a:lnTo>
                <a:lnTo>
                  <a:pt x="1250" y="1446"/>
                </a:lnTo>
                <a:lnTo>
                  <a:pt x="1228" y="1410"/>
                </a:lnTo>
                <a:lnTo>
                  <a:pt x="1212" y="1386"/>
                </a:lnTo>
                <a:lnTo>
                  <a:pt x="1194" y="1377"/>
                </a:lnTo>
                <a:lnTo>
                  <a:pt x="1198" y="1338"/>
                </a:lnTo>
                <a:lnTo>
                  <a:pt x="1194" y="1287"/>
                </a:lnTo>
                <a:lnTo>
                  <a:pt x="1181" y="1277"/>
                </a:lnTo>
                <a:lnTo>
                  <a:pt x="1163" y="1254"/>
                </a:lnTo>
                <a:lnTo>
                  <a:pt x="1166" y="1226"/>
                </a:lnTo>
                <a:lnTo>
                  <a:pt x="1180" y="1199"/>
                </a:lnTo>
                <a:lnTo>
                  <a:pt x="1180" y="1127"/>
                </a:lnTo>
                <a:lnTo>
                  <a:pt x="1186" y="1050"/>
                </a:lnTo>
                <a:lnTo>
                  <a:pt x="1204" y="993"/>
                </a:lnTo>
                <a:lnTo>
                  <a:pt x="1241" y="956"/>
                </a:lnTo>
                <a:lnTo>
                  <a:pt x="1250" y="941"/>
                </a:lnTo>
                <a:lnTo>
                  <a:pt x="1237" y="913"/>
                </a:lnTo>
                <a:lnTo>
                  <a:pt x="1232" y="908"/>
                </a:lnTo>
                <a:lnTo>
                  <a:pt x="1200" y="899"/>
                </a:lnTo>
                <a:lnTo>
                  <a:pt x="1186" y="894"/>
                </a:lnTo>
                <a:lnTo>
                  <a:pt x="1128" y="838"/>
                </a:lnTo>
                <a:lnTo>
                  <a:pt x="1110" y="782"/>
                </a:lnTo>
                <a:lnTo>
                  <a:pt x="1105" y="747"/>
                </a:lnTo>
                <a:lnTo>
                  <a:pt x="1063" y="629"/>
                </a:lnTo>
                <a:lnTo>
                  <a:pt x="1053" y="606"/>
                </a:lnTo>
                <a:lnTo>
                  <a:pt x="1045" y="577"/>
                </a:lnTo>
                <a:lnTo>
                  <a:pt x="1012" y="540"/>
                </a:lnTo>
                <a:lnTo>
                  <a:pt x="1003" y="529"/>
                </a:lnTo>
                <a:lnTo>
                  <a:pt x="961" y="520"/>
                </a:lnTo>
                <a:lnTo>
                  <a:pt x="932" y="526"/>
                </a:lnTo>
                <a:lnTo>
                  <a:pt x="904" y="550"/>
                </a:lnTo>
                <a:lnTo>
                  <a:pt x="891" y="564"/>
                </a:lnTo>
                <a:lnTo>
                  <a:pt x="858" y="559"/>
                </a:lnTo>
                <a:lnTo>
                  <a:pt x="840" y="529"/>
                </a:lnTo>
                <a:lnTo>
                  <a:pt x="816" y="497"/>
                </a:lnTo>
                <a:lnTo>
                  <a:pt x="805" y="469"/>
                </a:lnTo>
                <a:lnTo>
                  <a:pt x="797" y="436"/>
                </a:lnTo>
                <a:lnTo>
                  <a:pt x="782" y="407"/>
                </a:lnTo>
                <a:lnTo>
                  <a:pt x="768" y="373"/>
                </a:lnTo>
                <a:lnTo>
                  <a:pt x="759" y="345"/>
                </a:lnTo>
                <a:lnTo>
                  <a:pt x="741" y="317"/>
                </a:lnTo>
                <a:lnTo>
                  <a:pt x="717" y="289"/>
                </a:lnTo>
                <a:lnTo>
                  <a:pt x="679" y="270"/>
                </a:lnTo>
                <a:lnTo>
                  <a:pt x="671" y="270"/>
                </a:lnTo>
                <a:lnTo>
                  <a:pt x="647" y="261"/>
                </a:lnTo>
                <a:lnTo>
                  <a:pt x="617" y="247"/>
                </a:lnTo>
                <a:lnTo>
                  <a:pt x="580" y="242"/>
                </a:lnTo>
                <a:lnTo>
                  <a:pt x="558" y="247"/>
                </a:lnTo>
                <a:lnTo>
                  <a:pt x="533" y="279"/>
                </a:lnTo>
                <a:lnTo>
                  <a:pt x="507" y="274"/>
                </a:lnTo>
                <a:lnTo>
                  <a:pt x="478" y="265"/>
                </a:lnTo>
                <a:lnTo>
                  <a:pt x="451" y="252"/>
                </a:lnTo>
                <a:lnTo>
                  <a:pt x="421" y="231"/>
                </a:lnTo>
                <a:lnTo>
                  <a:pt x="380" y="218"/>
                </a:lnTo>
                <a:lnTo>
                  <a:pt x="351" y="203"/>
                </a:lnTo>
                <a:lnTo>
                  <a:pt x="324" y="185"/>
                </a:lnTo>
                <a:lnTo>
                  <a:pt x="297" y="171"/>
                </a:lnTo>
                <a:lnTo>
                  <a:pt x="261" y="147"/>
                </a:lnTo>
                <a:lnTo>
                  <a:pt x="229" y="129"/>
                </a:lnTo>
                <a:lnTo>
                  <a:pt x="201" y="114"/>
                </a:lnTo>
                <a:lnTo>
                  <a:pt x="169" y="80"/>
                </a:lnTo>
                <a:lnTo>
                  <a:pt x="150" y="53"/>
                </a:lnTo>
                <a:lnTo>
                  <a:pt x="135" y="33"/>
                </a:lnTo>
                <a:lnTo>
                  <a:pt x="79" y="15"/>
                </a:lnTo>
                <a:lnTo>
                  <a:pt x="42" y="5"/>
                </a:lnTo>
                <a:lnTo>
                  <a:pt x="5" y="0"/>
                </a:lnTo>
                <a:lnTo>
                  <a:pt x="0" y="114"/>
                </a:lnTo>
                <a:lnTo>
                  <a:pt x="10" y="161"/>
                </a:lnTo>
                <a:lnTo>
                  <a:pt x="14" y="208"/>
                </a:lnTo>
                <a:lnTo>
                  <a:pt x="5" y="261"/>
                </a:lnTo>
                <a:lnTo>
                  <a:pt x="25" y="320"/>
                </a:lnTo>
                <a:lnTo>
                  <a:pt x="62" y="371"/>
                </a:lnTo>
                <a:lnTo>
                  <a:pt x="84" y="395"/>
                </a:lnTo>
                <a:lnTo>
                  <a:pt x="92" y="419"/>
                </a:lnTo>
                <a:lnTo>
                  <a:pt x="87" y="444"/>
                </a:lnTo>
                <a:lnTo>
                  <a:pt x="70" y="457"/>
                </a:lnTo>
                <a:lnTo>
                  <a:pt x="29" y="441"/>
                </a:lnTo>
                <a:lnTo>
                  <a:pt x="14" y="440"/>
                </a:lnTo>
                <a:lnTo>
                  <a:pt x="14" y="444"/>
                </a:lnTo>
                <a:lnTo>
                  <a:pt x="42" y="480"/>
                </a:lnTo>
                <a:lnTo>
                  <a:pt x="73" y="517"/>
                </a:lnTo>
                <a:lnTo>
                  <a:pt x="93" y="568"/>
                </a:lnTo>
                <a:lnTo>
                  <a:pt x="116" y="596"/>
                </a:lnTo>
                <a:lnTo>
                  <a:pt x="135" y="639"/>
                </a:lnTo>
                <a:lnTo>
                  <a:pt x="146" y="689"/>
                </a:lnTo>
                <a:lnTo>
                  <a:pt x="141" y="737"/>
                </a:lnTo>
                <a:lnTo>
                  <a:pt x="146" y="766"/>
                </a:lnTo>
                <a:lnTo>
                  <a:pt x="169" y="801"/>
                </a:lnTo>
                <a:lnTo>
                  <a:pt x="197" y="842"/>
                </a:lnTo>
                <a:lnTo>
                  <a:pt x="214" y="871"/>
                </a:lnTo>
                <a:lnTo>
                  <a:pt x="220" y="908"/>
                </a:lnTo>
                <a:lnTo>
                  <a:pt x="237" y="957"/>
                </a:lnTo>
                <a:lnTo>
                  <a:pt x="253" y="975"/>
                </a:lnTo>
                <a:lnTo>
                  <a:pt x="281" y="971"/>
                </a:lnTo>
                <a:lnTo>
                  <a:pt x="294" y="953"/>
                </a:lnTo>
                <a:lnTo>
                  <a:pt x="288" y="920"/>
                </a:lnTo>
                <a:lnTo>
                  <a:pt x="271" y="889"/>
                </a:lnTo>
                <a:lnTo>
                  <a:pt x="257" y="857"/>
                </a:lnTo>
                <a:lnTo>
                  <a:pt x="228" y="849"/>
                </a:lnTo>
                <a:lnTo>
                  <a:pt x="224" y="825"/>
                </a:lnTo>
                <a:lnTo>
                  <a:pt x="240" y="801"/>
                </a:lnTo>
                <a:lnTo>
                  <a:pt x="237" y="782"/>
                </a:lnTo>
                <a:lnTo>
                  <a:pt x="224" y="761"/>
                </a:lnTo>
                <a:lnTo>
                  <a:pt x="225" y="639"/>
                </a:lnTo>
                <a:lnTo>
                  <a:pt x="220" y="628"/>
                </a:lnTo>
                <a:lnTo>
                  <a:pt x="212" y="642"/>
                </a:lnTo>
                <a:lnTo>
                  <a:pt x="180" y="465"/>
                </a:lnTo>
                <a:lnTo>
                  <a:pt x="170" y="436"/>
                </a:lnTo>
                <a:lnTo>
                  <a:pt x="119" y="359"/>
                </a:lnTo>
                <a:lnTo>
                  <a:pt x="105" y="316"/>
                </a:lnTo>
                <a:lnTo>
                  <a:pt x="98" y="252"/>
                </a:lnTo>
                <a:lnTo>
                  <a:pt x="109" y="201"/>
                </a:lnTo>
                <a:lnTo>
                  <a:pt x="109" y="152"/>
                </a:lnTo>
                <a:lnTo>
                  <a:pt x="121" y="129"/>
                </a:lnTo>
                <a:lnTo>
                  <a:pt x="146" y="129"/>
                </a:lnTo>
                <a:lnTo>
                  <a:pt x="160" y="147"/>
                </a:lnTo>
                <a:lnTo>
                  <a:pt x="220" y="199"/>
                </a:lnTo>
                <a:lnTo>
                  <a:pt x="220" y="222"/>
                </a:lnTo>
                <a:lnTo>
                  <a:pt x="206" y="236"/>
                </a:lnTo>
                <a:lnTo>
                  <a:pt x="220" y="265"/>
                </a:lnTo>
                <a:lnTo>
                  <a:pt x="215" y="317"/>
                </a:lnTo>
                <a:lnTo>
                  <a:pt x="228" y="408"/>
                </a:lnTo>
                <a:lnTo>
                  <a:pt x="247" y="441"/>
                </a:lnTo>
                <a:lnTo>
                  <a:pt x="261" y="483"/>
                </a:lnTo>
                <a:lnTo>
                  <a:pt x="307" y="523"/>
                </a:lnTo>
                <a:lnTo>
                  <a:pt x="314" y="550"/>
                </a:lnTo>
                <a:lnTo>
                  <a:pt x="305" y="564"/>
                </a:lnTo>
                <a:lnTo>
                  <a:pt x="321" y="591"/>
                </a:lnTo>
                <a:lnTo>
                  <a:pt x="338" y="634"/>
                </a:lnTo>
                <a:lnTo>
                  <a:pt x="365" y="682"/>
                </a:lnTo>
                <a:lnTo>
                  <a:pt x="380" y="729"/>
                </a:lnTo>
                <a:lnTo>
                  <a:pt x="365" y="747"/>
                </a:lnTo>
                <a:lnTo>
                  <a:pt x="408" y="790"/>
                </a:lnTo>
                <a:lnTo>
                  <a:pt x="444" y="871"/>
                </a:lnTo>
                <a:lnTo>
                  <a:pt x="478" y="931"/>
                </a:lnTo>
                <a:lnTo>
                  <a:pt x="507" y="998"/>
                </a:lnTo>
                <a:lnTo>
                  <a:pt x="521" y="1026"/>
                </a:lnTo>
                <a:lnTo>
                  <a:pt x="544" y="1068"/>
                </a:lnTo>
                <a:lnTo>
                  <a:pt x="553" y="1154"/>
                </a:lnTo>
                <a:lnTo>
                  <a:pt x="572" y="1188"/>
                </a:lnTo>
                <a:lnTo>
                  <a:pt x="580" y="1229"/>
                </a:lnTo>
                <a:lnTo>
                  <a:pt x="576" y="1235"/>
                </a:lnTo>
                <a:lnTo>
                  <a:pt x="548" y="1243"/>
                </a:lnTo>
                <a:lnTo>
                  <a:pt x="533" y="1254"/>
                </a:lnTo>
                <a:lnTo>
                  <a:pt x="533" y="1301"/>
                </a:lnTo>
                <a:lnTo>
                  <a:pt x="558" y="1338"/>
                </a:lnTo>
                <a:lnTo>
                  <a:pt x="576" y="1366"/>
                </a:lnTo>
                <a:lnTo>
                  <a:pt x="615" y="1405"/>
                </a:lnTo>
                <a:lnTo>
                  <a:pt x="643" y="1424"/>
                </a:lnTo>
                <a:lnTo>
                  <a:pt x="657" y="1452"/>
                </a:lnTo>
                <a:lnTo>
                  <a:pt x="689" y="1487"/>
                </a:lnTo>
                <a:lnTo>
                  <a:pt x="721" y="1498"/>
                </a:lnTo>
                <a:lnTo>
                  <a:pt x="759" y="1508"/>
                </a:lnTo>
                <a:lnTo>
                  <a:pt x="782" y="1528"/>
                </a:lnTo>
                <a:lnTo>
                  <a:pt x="811" y="1551"/>
                </a:lnTo>
                <a:lnTo>
                  <a:pt x="840" y="1580"/>
                </a:lnTo>
                <a:lnTo>
                  <a:pt x="867" y="1604"/>
                </a:lnTo>
                <a:lnTo>
                  <a:pt x="880" y="1612"/>
                </a:lnTo>
                <a:lnTo>
                  <a:pt x="908" y="1635"/>
                </a:lnTo>
                <a:lnTo>
                  <a:pt x="937" y="1654"/>
                </a:lnTo>
                <a:lnTo>
                  <a:pt x="966" y="1670"/>
                </a:lnTo>
                <a:lnTo>
                  <a:pt x="1007" y="1679"/>
                </a:lnTo>
                <a:lnTo>
                  <a:pt x="1049" y="1721"/>
                </a:lnTo>
                <a:lnTo>
                  <a:pt x="1092" y="1735"/>
                </a:lnTo>
                <a:lnTo>
                  <a:pt x="1133" y="1764"/>
                </a:lnTo>
                <a:lnTo>
                  <a:pt x="1176" y="1778"/>
                </a:lnTo>
                <a:lnTo>
                  <a:pt x="1209" y="1783"/>
                </a:lnTo>
                <a:lnTo>
                  <a:pt x="1246" y="1787"/>
                </a:lnTo>
                <a:lnTo>
                  <a:pt x="1317" y="1778"/>
                </a:lnTo>
                <a:lnTo>
                  <a:pt x="1349" y="1783"/>
                </a:lnTo>
                <a:lnTo>
                  <a:pt x="1367" y="1792"/>
                </a:lnTo>
                <a:lnTo>
                  <a:pt x="1400" y="1807"/>
                </a:lnTo>
                <a:lnTo>
                  <a:pt x="1419" y="1830"/>
                </a:lnTo>
                <a:lnTo>
                  <a:pt x="1447" y="1868"/>
                </a:lnTo>
                <a:lnTo>
                  <a:pt x="1470" y="1896"/>
                </a:lnTo>
                <a:lnTo>
                  <a:pt x="1500" y="1934"/>
                </a:lnTo>
                <a:lnTo>
                  <a:pt x="1518" y="1963"/>
                </a:lnTo>
                <a:lnTo>
                  <a:pt x="1527" y="1972"/>
                </a:lnTo>
                <a:lnTo>
                  <a:pt x="1540" y="1942"/>
                </a:lnTo>
                <a:lnTo>
                  <a:pt x="1536" y="1920"/>
                </a:lnTo>
                <a:lnTo>
                  <a:pt x="1536" y="1902"/>
                </a:lnTo>
                <a:lnTo>
                  <a:pt x="1545" y="1879"/>
                </a:lnTo>
                <a:lnTo>
                  <a:pt x="1561" y="1870"/>
                </a:lnTo>
                <a:lnTo>
                  <a:pt x="1668" y="1877"/>
                </a:lnTo>
                <a:lnTo>
                  <a:pt x="1682" y="1873"/>
                </a:lnTo>
                <a:lnTo>
                  <a:pt x="1688" y="1850"/>
                </a:lnTo>
                <a:lnTo>
                  <a:pt x="1706" y="1838"/>
                </a:lnTo>
                <a:lnTo>
                  <a:pt x="1713" y="1827"/>
                </a:lnTo>
                <a:lnTo>
                  <a:pt x="1696" y="1821"/>
                </a:lnTo>
                <a:lnTo>
                  <a:pt x="1679" y="1803"/>
                </a:lnTo>
                <a:lnTo>
                  <a:pt x="1673" y="1782"/>
                </a:lnTo>
                <a:lnTo>
                  <a:pt x="1668" y="1755"/>
                </a:lnTo>
                <a:lnTo>
                  <a:pt x="1670" y="1723"/>
                </a:lnTo>
                <a:lnTo>
                  <a:pt x="1719" y="1721"/>
                </a:lnTo>
                <a:lnTo>
                  <a:pt x="1795" y="1721"/>
                </a:lnTo>
                <a:lnTo>
                  <a:pt x="1839" y="1723"/>
                </a:lnTo>
                <a:lnTo>
                  <a:pt x="1861" y="1698"/>
                </a:lnTo>
                <a:lnTo>
                  <a:pt x="1877" y="1693"/>
                </a:lnTo>
                <a:lnTo>
                  <a:pt x="1893" y="1703"/>
                </a:lnTo>
                <a:lnTo>
                  <a:pt x="1905" y="1682"/>
                </a:lnTo>
                <a:lnTo>
                  <a:pt x="1911" y="1702"/>
                </a:lnTo>
                <a:lnTo>
                  <a:pt x="1920" y="1717"/>
                </a:lnTo>
                <a:lnTo>
                  <a:pt x="1934" y="1717"/>
                </a:lnTo>
                <a:lnTo>
                  <a:pt x="1946" y="1704"/>
                </a:lnTo>
                <a:lnTo>
                  <a:pt x="1944" y="1677"/>
                </a:lnTo>
                <a:lnTo>
                  <a:pt x="1946" y="1649"/>
                </a:lnTo>
                <a:lnTo>
                  <a:pt x="1960" y="1625"/>
                </a:lnTo>
                <a:lnTo>
                  <a:pt x="1962" y="1609"/>
                </a:lnTo>
                <a:lnTo>
                  <a:pt x="1953" y="1593"/>
                </a:lnTo>
                <a:lnTo>
                  <a:pt x="1944" y="1551"/>
                </a:lnTo>
                <a:lnTo>
                  <a:pt x="1955" y="1531"/>
                </a:lnTo>
                <a:lnTo>
                  <a:pt x="1992" y="1505"/>
                </a:lnTo>
                <a:lnTo>
                  <a:pt x="2014" y="1474"/>
                </a:lnTo>
                <a:lnTo>
                  <a:pt x="2023" y="1437"/>
                </a:lnTo>
                <a:lnTo>
                  <a:pt x="2014" y="1420"/>
                </a:lnTo>
                <a:lnTo>
                  <a:pt x="1979" y="1411"/>
                </a:lnTo>
                <a:lnTo>
                  <a:pt x="1941" y="1406"/>
                </a:lnTo>
                <a:lnTo>
                  <a:pt x="1839" y="1401"/>
                </a:lnTo>
                <a:lnTo>
                  <a:pt x="1775" y="1410"/>
                </a:lnTo>
                <a:lnTo>
                  <a:pt x="1743" y="1418"/>
                </a:lnTo>
                <a:lnTo>
                  <a:pt x="1733" y="1428"/>
                </a:lnTo>
                <a:lnTo>
                  <a:pt x="1719" y="1456"/>
                </a:lnTo>
                <a:lnTo>
                  <a:pt x="1719" y="1487"/>
                </a:lnTo>
                <a:lnTo>
                  <a:pt x="1733" y="1507"/>
                </a:lnTo>
                <a:lnTo>
                  <a:pt x="1733" y="1528"/>
                </a:lnTo>
                <a:lnTo>
                  <a:pt x="1715" y="1547"/>
                </a:lnTo>
                <a:lnTo>
                  <a:pt x="1682" y="1551"/>
                </a:lnTo>
                <a:lnTo>
                  <a:pt x="1650" y="1584"/>
                </a:lnTo>
                <a:lnTo>
                  <a:pt x="1652" y="1609"/>
                </a:lnTo>
                <a:lnTo>
                  <a:pt x="1634" y="1622"/>
                </a:lnTo>
                <a:lnTo>
                  <a:pt x="1606" y="1622"/>
                </a:lnTo>
                <a:lnTo>
                  <a:pt x="1592" y="1602"/>
                </a:lnTo>
                <a:lnTo>
                  <a:pt x="1536" y="1593"/>
                </a:lnTo>
                <a:lnTo>
                  <a:pt x="1509" y="1604"/>
                </a:lnTo>
                <a:lnTo>
                  <a:pt x="1476" y="1604"/>
                </a:lnTo>
                <a:lnTo>
                  <a:pt x="1413" y="1609"/>
                </a:lnTo>
                <a:lnTo>
                  <a:pt x="1388" y="1602"/>
                </a:lnTo>
                <a:lnTo>
                  <a:pt x="1373" y="1589"/>
                </a:lnTo>
                <a:lnTo>
                  <a:pt x="1367" y="1558"/>
                </a:lnTo>
                <a:lnTo>
                  <a:pt x="1338" y="1552"/>
                </a:lnTo>
                <a:lnTo>
                  <a:pt x="1299" y="1547"/>
                </a:lnTo>
                <a:lnTo>
                  <a:pt x="1286" y="1539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54" name="Freeform 56"/>
          <p:cNvSpPr>
            <a:spLocks/>
          </p:cNvSpPr>
          <p:nvPr/>
        </p:nvSpPr>
        <p:spPr bwMode="auto">
          <a:xfrm rot="306148">
            <a:off x="3997387" y="3712277"/>
            <a:ext cx="249238" cy="219024"/>
          </a:xfrm>
          <a:custGeom>
            <a:avLst/>
            <a:gdLst/>
            <a:ahLst/>
            <a:cxnLst>
              <a:cxn ang="0">
                <a:pos x="730" y="52"/>
              </a:cxn>
              <a:cxn ang="0">
                <a:pos x="651" y="35"/>
              </a:cxn>
              <a:cxn ang="0">
                <a:pos x="576" y="17"/>
              </a:cxn>
              <a:cxn ang="0">
                <a:pos x="546" y="0"/>
              </a:cxn>
              <a:cxn ang="0">
                <a:pos x="515" y="9"/>
              </a:cxn>
              <a:cxn ang="0">
                <a:pos x="503" y="52"/>
              </a:cxn>
              <a:cxn ang="0">
                <a:pos x="488" y="84"/>
              </a:cxn>
              <a:cxn ang="0">
                <a:pos x="459" y="115"/>
              </a:cxn>
              <a:cxn ang="0">
                <a:pos x="402" y="179"/>
              </a:cxn>
              <a:cxn ang="0">
                <a:pos x="341" y="208"/>
              </a:cxn>
              <a:cxn ang="0">
                <a:pos x="291" y="256"/>
              </a:cxn>
              <a:cxn ang="0">
                <a:pos x="277" y="290"/>
              </a:cxn>
              <a:cxn ang="0">
                <a:pos x="265" y="305"/>
              </a:cxn>
              <a:cxn ang="0">
                <a:pos x="244" y="319"/>
              </a:cxn>
              <a:cxn ang="0">
                <a:pos x="234" y="384"/>
              </a:cxn>
              <a:cxn ang="0">
                <a:pos x="233" y="448"/>
              </a:cxn>
              <a:cxn ang="0">
                <a:pos x="206" y="495"/>
              </a:cxn>
              <a:cxn ang="0">
                <a:pos x="152" y="522"/>
              </a:cxn>
              <a:cxn ang="0">
                <a:pos x="116" y="567"/>
              </a:cxn>
              <a:cxn ang="0">
                <a:pos x="68" y="593"/>
              </a:cxn>
              <a:cxn ang="0">
                <a:pos x="28" y="605"/>
              </a:cxn>
              <a:cxn ang="0">
                <a:pos x="0" y="626"/>
              </a:cxn>
              <a:cxn ang="0">
                <a:pos x="233" y="618"/>
              </a:cxn>
              <a:cxn ang="0">
                <a:pos x="232" y="582"/>
              </a:cxn>
              <a:cxn ang="0">
                <a:pos x="233" y="557"/>
              </a:cxn>
              <a:cxn ang="0">
                <a:pos x="262" y="526"/>
              </a:cxn>
              <a:cxn ang="0">
                <a:pos x="319" y="500"/>
              </a:cxn>
              <a:cxn ang="0">
                <a:pos x="396" y="481"/>
              </a:cxn>
              <a:cxn ang="0">
                <a:pos x="439" y="437"/>
              </a:cxn>
              <a:cxn ang="0">
                <a:pos x="457" y="410"/>
              </a:cxn>
              <a:cxn ang="0">
                <a:pos x="485" y="408"/>
              </a:cxn>
              <a:cxn ang="0">
                <a:pos x="510" y="412"/>
              </a:cxn>
              <a:cxn ang="0">
                <a:pos x="563" y="383"/>
              </a:cxn>
              <a:cxn ang="0">
                <a:pos x="602" y="326"/>
              </a:cxn>
              <a:cxn ang="0">
                <a:pos x="658" y="299"/>
              </a:cxn>
              <a:cxn ang="0">
                <a:pos x="716" y="288"/>
              </a:cxn>
              <a:cxn ang="0">
                <a:pos x="760" y="256"/>
              </a:cxn>
              <a:cxn ang="0">
                <a:pos x="760" y="220"/>
              </a:cxn>
              <a:cxn ang="0">
                <a:pos x="741" y="165"/>
              </a:cxn>
              <a:cxn ang="0">
                <a:pos x="738" y="122"/>
              </a:cxn>
              <a:cxn ang="0">
                <a:pos x="749" y="44"/>
              </a:cxn>
              <a:cxn ang="0">
                <a:pos x="745" y="50"/>
              </a:cxn>
            </a:cxnLst>
            <a:rect l="0" t="0" r="r" b="b"/>
            <a:pathLst>
              <a:path w="764" h="626">
                <a:moveTo>
                  <a:pt x="745" y="50"/>
                </a:moveTo>
                <a:lnTo>
                  <a:pt x="730" y="52"/>
                </a:lnTo>
                <a:lnTo>
                  <a:pt x="678" y="46"/>
                </a:lnTo>
                <a:lnTo>
                  <a:pt x="651" y="35"/>
                </a:lnTo>
                <a:lnTo>
                  <a:pt x="615" y="33"/>
                </a:lnTo>
                <a:lnTo>
                  <a:pt x="576" y="17"/>
                </a:lnTo>
                <a:lnTo>
                  <a:pt x="561" y="4"/>
                </a:lnTo>
                <a:lnTo>
                  <a:pt x="546" y="0"/>
                </a:lnTo>
                <a:lnTo>
                  <a:pt x="530" y="0"/>
                </a:lnTo>
                <a:lnTo>
                  <a:pt x="515" y="9"/>
                </a:lnTo>
                <a:lnTo>
                  <a:pt x="505" y="23"/>
                </a:lnTo>
                <a:lnTo>
                  <a:pt x="503" y="52"/>
                </a:lnTo>
                <a:lnTo>
                  <a:pt x="497" y="70"/>
                </a:lnTo>
                <a:lnTo>
                  <a:pt x="488" y="84"/>
                </a:lnTo>
                <a:lnTo>
                  <a:pt x="475" y="98"/>
                </a:lnTo>
                <a:lnTo>
                  <a:pt x="459" y="115"/>
                </a:lnTo>
                <a:lnTo>
                  <a:pt x="441" y="142"/>
                </a:lnTo>
                <a:lnTo>
                  <a:pt x="402" y="179"/>
                </a:lnTo>
                <a:lnTo>
                  <a:pt x="358" y="196"/>
                </a:lnTo>
                <a:lnTo>
                  <a:pt x="341" y="208"/>
                </a:lnTo>
                <a:lnTo>
                  <a:pt x="315" y="227"/>
                </a:lnTo>
                <a:lnTo>
                  <a:pt x="291" y="256"/>
                </a:lnTo>
                <a:lnTo>
                  <a:pt x="284" y="273"/>
                </a:lnTo>
                <a:lnTo>
                  <a:pt x="277" y="290"/>
                </a:lnTo>
                <a:lnTo>
                  <a:pt x="271" y="300"/>
                </a:lnTo>
                <a:lnTo>
                  <a:pt x="265" y="305"/>
                </a:lnTo>
                <a:lnTo>
                  <a:pt x="253" y="305"/>
                </a:lnTo>
                <a:lnTo>
                  <a:pt x="244" y="319"/>
                </a:lnTo>
                <a:lnTo>
                  <a:pt x="238" y="343"/>
                </a:lnTo>
                <a:lnTo>
                  <a:pt x="234" y="384"/>
                </a:lnTo>
                <a:lnTo>
                  <a:pt x="233" y="440"/>
                </a:lnTo>
                <a:lnTo>
                  <a:pt x="233" y="448"/>
                </a:lnTo>
                <a:lnTo>
                  <a:pt x="222" y="474"/>
                </a:lnTo>
                <a:lnTo>
                  <a:pt x="206" y="495"/>
                </a:lnTo>
                <a:lnTo>
                  <a:pt x="178" y="509"/>
                </a:lnTo>
                <a:lnTo>
                  <a:pt x="152" y="522"/>
                </a:lnTo>
                <a:lnTo>
                  <a:pt x="134" y="541"/>
                </a:lnTo>
                <a:lnTo>
                  <a:pt x="116" y="567"/>
                </a:lnTo>
                <a:lnTo>
                  <a:pt x="90" y="582"/>
                </a:lnTo>
                <a:lnTo>
                  <a:pt x="68" y="593"/>
                </a:lnTo>
                <a:lnTo>
                  <a:pt x="50" y="597"/>
                </a:lnTo>
                <a:lnTo>
                  <a:pt x="28" y="605"/>
                </a:lnTo>
                <a:lnTo>
                  <a:pt x="5" y="621"/>
                </a:lnTo>
                <a:lnTo>
                  <a:pt x="0" y="626"/>
                </a:lnTo>
                <a:lnTo>
                  <a:pt x="230" y="626"/>
                </a:lnTo>
                <a:lnTo>
                  <a:pt x="233" y="618"/>
                </a:lnTo>
                <a:lnTo>
                  <a:pt x="232" y="617"/>
                </a:lnTo>
                <a:lnTo>
                  <a:pt x="232" y="582"/>
                </a:lnTo>
                <a:lnTo>
                  <a:pt x="231" y="565"/>
                </a:lnTo>
                <a:lnTo>
                  <a:pt x="233" y="557"/>
                </a:lnTo>
                <a:lnTo>
                  <a:pt x="248" y="539"/>
                </a:lnTo>
                <a:lnTo>
                  <a:pt x="262" y="526"/>
                </a:lnTo>
                <a:lnTo>
                  <a:pt x="284" y="513"/>
                </a:lnTo>
                <a:lnTo>
                  <a:pt x="319" y="500"/>
                </a:lnTo>
                <a:lnTo>
                  <a:pt x="361" y="491"/>
                </a:lnTo>
                <a:lnTo>
                  <a:pt x="396" y="481"/>
                </a:lnTo>
                <a:lnTo>
                  <a:pt x="433" y="457"/>
                </a:lnTo>
                <a:lnTo>
                  <a:pt x="439" y="437"/>
                </a:lnTo>
                <a:lnTo>
                  <a:pt x="448" y="419"/>
                </a:lnTo>
                <a:lnTo>
                  <a:pt x="457" y="410"/>
                </a:lnTo>
                <a:lnTo>
                  <a:pt x="474" y="406"/>
                </a:lnTo>
                <a:lnTo>
                  <a:pt x="485" y="408"/>
                </a:lnTo>
                <a:lnTo>
                  <a:pt x="503" y="412"/>
                </a:lnTo>
                <a:lnTo>
                  <a:pt x="510" y="412"/>
                </a:lnTo>
                <a:lnTo>
                  <a:pt x="545" y="398"/>
                </a:lnTo>
                <a:lnTo>
                  <a:pt x="563" y="383"/>
                </a:lnTo>
                <a:lnTo>
                  <a:pt x="576" y="365"/>
                </a:lnTo>
                <a:lnTo>
                  <a:pt x="602" y="326"/>
                </a:lnTo>
                <a:lnTo>
                  <a:pt x="620" y="311"/>
                </a:lnTo>
                <a:lnTo>
                  <a:pt x="658" y="299"/>
                </a:lnTo>
                <a:lnTo>
                  <a:pt x="684" y="296"/>
                </a:lnTo>
                <a:lnTo>
                  <a:pt x="716" y="288"/>
                </a:lnTo>
                <a:lnTo>
                  <a:pt x="737" y="279"/>
                </a:lnTo>
                <a:lnTo>
                  <a:pt x="760" y="256"/>
                </a:lnTo>
                <a:lnTo>
                  <a:pt x="764" y="241"/>
                </a:lnTo>
                <a:lnTo>
                  <a:pt x="760" y="220"/>
                </a:lnTo>
                <a:lnTo>
                  <a:pt x="749" y="203"/>
                </a:lnTo>
                <a:lnTo>
                  <a:pt x="741" y="165"/>
                </a:lnTo>
                <a:lnTo>
                  <a:pt x="738" y="148"/>
                </a:lnTo>
                <a:lnTo>
                  <a:pt x="738" y="122"/>
                </a:lnTo>
                <a:lnTo>
                  <a:pt x="741" y="98"/>
                </a:lnTo>
                <a:lnTo>
                  <a:pt x="749" y="44"/>
                </a:lnTo>
                <a:lnTo>
                  <a:pt x="750" y="44"/>
                </a:lnTo>
                <a:lnTo>
                  <a:pt x="745" y="5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55" name="Freeform 148"/>
          <p:cNvSpPr>
            <a:spLocks/>
          </p:cNvSpPr>
          <p:nvPr/>
        </p:nvSpPr>
        <p:spPr bwMode="auto">
          <a:xfrm>
            <a:off x="4941951" y="3831312"/>
            <a:ext cx="427037" cy="404718"/>
          </a:xfrm>
          <a:custGeom>
            <a:avLst/>
            <a:gdLst/>
            <a:ahLst/>
            <a:cxnLst>
              <a:cxn ang="0">
                <a:pos x="525" y="934"/>
              </a:cxn>
              <a:cxn ang="0">
                <a:pos x="522" y="910"/>
              </a:cxn>
              <a:cxn ang="0">
                <a:pos x="485" y="874"/>
              </a:cxn>
              <a:cxn ang="0">
                <a:pos x="482" y="830"/>
              </a:cxn>
              <a:cxn ang="0">
                <a:pos x="416" y="810"/>
              </a:cxn>
              <a:cxn ang="0">
                <a:pos x="401" y="897"/>
              </a:cxn>
              <a:cxn ang="0">
                <a:pos x="351" y="816"/>
              </a:cxn>
              <a:cxn ang="0">
                <a:pos x="351" y="769"/>
              </a:cxn>
              <a:cxn ang="0">
                <a:pos x="217" y="597"/>
              </a:cxn>
              <a:cxn ang="0">
                <a:pos x="217" y="497"/>
              </a:cxn>
              <a:cxn ang="0">
                <a:pos x="158" y="463"/>
              </a:cxn>
              <a:cxn ang="0">
                <a:pos x="132" y="403"/>
              </a:cxn>
              <a:cxn ang="0">
                <a:pos x="136" y="379"/>
              </a:cxn>
              <a:cxn ang="0">
                <a:pos x="136" y="377"/>
              </a:cxn>
              <a:cxn ang="0">
                <a:pos x="46" y="214"/>
              </a:cxn>
              <a:cxn ang="0">
                <a:pos x="0" y="209"/>
              </a:cxn>
              <a:cxn ang="0">
                <a:pos x="29" y="134"/>
              </a:cxn>
              <a:cxn ang="0">
                <a:pos x="62" y="160"/>
              </a:cxn>
              <a:cxn ang="0">
                <a:pos x="146" y="74"/>
              </a:cxn>
              <a:cxn ang="0">
                <a:pos x="127" y="41"/>
              </a:cxn>
              <a:cxn ang="0">
                <a:pos x="115" y="9"/>
              </a:cxn>
              <a:cxn ang="0">
                <a:pos x="204" y="17"/>
              </a:cxn>
              <a:cxn ang="0">
                <a:pos x="235" y="0"/>
              </a:cxn>
              <a:cxn ang="0">
                <a:pos x="321" y="111"/>
              </a:cxn>
              <a:cxn ang="0">
                <a:pos x="387" y="111"/>
              </a:cxn>
              <a:cxn ang="0">
                <a:pos x="422" y="119"/>
              </a:cxn>
              <a:cxn ang="0">
                <a:pos x="421" y="173"/>
              </a:cxn>
              <a:cxn ang="0">
                <a:pos x="455" y="207"/>
              </a:cxn>
              <a:cxn ang="0">
                <a:pos x="503" y="191"/>
              </a:cxn>
              <a:cxn ang="0">
                <a:pos x="614" y="224"/>
              </a:cxn>
              <a:cxn ang="0">
                <a:pos x="714" y="246"/>
              </a:cxn>
              <a:cxn ang="0">
                <a:pos x="774" y="287"/>
              </a:cxn>
              <a:cxn ang="0">
                <a:pos x="811" y="371"/>
              </a:cxn>
              <a:cxn ang="0">
                <a:pos x="827" y="383"/>
              </a:cxn>
              <a:cxn ang="0">
                <a:pos x="830" y="446"/>
              </a:cxn>
              <a:cxn ang="0">
                <a:pos x="848" y="460"/>
              </a:cxn>
              <a:cxn ang="0">
                <a:pos x="779" y="482"/>
              </a:cxn>
              <a:cxn ang="0">
                <a:pos x="783" y="523"/>
              </a:cxn>
              <a:cxn ang="0">
                <a:pos x="909" y="535"/>
              </a:cxn>
              <a:cxn ang="0">
                <a:pos x="992" y="507"/>
              </a:cxn>
              <a:cxn ang="0">
                <a:pos x="1032" y="482"/>
              </a:cxn>
              <a:cxn ang="0">
                <a:pos x="1051" y="595"/>
              </a:cxn>
              <a:cxn ang="0">
                <a:pos x="999" y="682"/>
              </a:cxn>
              <a:cxn ang="0">
                <a:pos x="881" y="769"/>
              </a:cxn>
              <a:cxn ang="0">
                <a:pos x="760" y="772"/>
              </a:cxn>
              <a:cxn ang="0">
                <a:pos x="710" y="794"/>
              </a:cxn>
              <a:cxn ang="0">
                <a:pos x="674" y="845"/>
              </a:cxn>
              <a:cxn ang="0">
                <a:pos x="525" y="934"/>
              </a:cxn>
            </a:cxnLst>
            <a:rect l="0" t="0" r="r" b="b"/>
            <a:pathLst>
              <a:path w="1051" h="934">
                <a:moveTo>
                  <a:pt x="525" y="934"/>
                </a:moveTo>
                <a:lnTo>
                  <a:pt x="522" y="910"/>
                </a:lnTo>
                <a:lnTo>
                  <a:pt x="485" y="874"/>
                </a:lnTo>
                <a:lnTo>
                  <a:pt x="482" y="830"/>
                </a:lnTo>
                <a:lnTo>
                  <a:pt x="416" y="810"/>
                </a:lnTo>
                <a:lnTo>
                  <a:pt x="401" y="897"/>
                </a:lnTo>
                <a:lnTo>
                  <a:pt x="351" y="816"/>
                </a:lnTo>
                <a:lnTo>
                  <a:pt x="351" y="769"/>
                </a:lnTo>
                <a:lnTo>
                  <a:pt x="217" y="597"/>
                </a:lnTo>
                <a:lnTo>
                  <a:pt x="217" y="497"/>
                </a:lnTo>
                <a:lnTo>
                  <a:pt x="158" y="463"/>
                </a:lnTo>
                <a:lnTo>
                  <a:pt x="132" y="403"/>
                </a:lnTo>
                <a:lnTo>
                  <a:pt x="136" y="379"/>
                </a:lnTo>
                <a:lnTo>
                  <a:pt x="136" y="377"/>
                </a:lnTo>
                <a:lnTo>
                  <a:pt x="46" y="214"/>
                </a:lnTo>
                <a:lnTo>
                  <a:pt x="0" y="209"/>
                </a:lnTo>
                <a:lnTo>
                  <a:pt x="29" y="134"/>
                </a:lnTo>
                <a:lnTo>
                  <a:pt x="62" y="160"/>
                </a:lnTo>
                <a:lnTo>
                  <a:pt x="146" y="74"/>
                </a:lnTo>
                <a:lnTo>
                  <a:pt x="127" y="41"/>
                </a:lnTo>
                <a:lnTo>
                  <a:pt x="115" y="9"/>
                </a:lnTo>
                <a:lnTo>
                  <a:pt x="204" y="17"/>
                </a:lnTo>
                <a:lnTo>
                  <a:pt x="235" y="0"/>
                </a:lnTo>
                <a:lnTo>
                  <a:pt x="321" y="111"/>
                </a:lnTo>
                <a:lnTo>
                  <a:pt x="387" y="111"/>
                </a:lnTo>
                <a:lnTo>
                  <a:pt x="422" y="119"/>
                </a:lnTo>
                <a:lnTo>
                  <a:pt x="421" y="173"/>
                </a:lnTo>
                <a:lnTo>
                  <a:pt x="455" y="207"/>
                </a:lnTo>
                <a:lnTo>
                  <a:pt x="503" y="191"/>
                </a:lnTo>
                <a:lnTo>
                  <a:pt x="614" y="224"/>
                </a:lnTo>
                <a:lnTo>
                  <a:pt x="714" y="246"/>
                </a:lnTo>
                <a:lnTo>
                  <a:pt x="774" y="287"/>
                </a:lnTo>
                <a:lnTo>
                  <a:pt x="811" y="371"/>
                </a:lnTo>
                <a:lnTo>
                  <a:pt x="827" y="383"/>
                </a:lnTo>
                <a:lnTo>
                  <a:pt x="830" y="446"/>
                </a:lnTo>
                <a:lnTo>
                  <a:pt x="848" y="460"/>
                </a:lnTo>
                <a:lnTo>
                  <a:pt x="779" y="482"/>
                </a:lnTo>
                <a:lnTo>
                  <a:pt x="783" y="523"/>
                </a:lnTo>
                <a:lnTo>
                  <a:pt x="909" y="535"/>
                </a:lnTo>
                <a:lnTo>
                  <a:pt x="992" y="507"/>
                </a:lnTo>
                <a:lnTo>
                  <a:pt x="1032" y="482"/>
                </a:lnTo>
                <a:lnTo>
                  <a:pt x="1051" y="595"/>
                </a:lnTo>
                <a:lnTo>
                  <a:pt x="999" y="682"/>
                </a:lnTo>
                <a:lnTo>
                  <a:pt x="881" y="769"/>
                </a:lnTo>
                <a:lnTo>
                  <a:pt x="760" y="772"/>
                </a:lnTo>
                <a:lnTo>
                  <a:pt x="710" y="794"/>
                </a:lnTo>
                <a:lnTo>
                  <a:pt x="674" y="845"/>
                </a:lnTo>
                <a:lnTo>
                  <a:pt x="525" y="934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56" name="Freeform 58"/>
          <p:cNvSpPr>
            <a:spLocks/>
          </p:cNvSpPr>
          <p:nvPr/>
        </p:nvSpPr>
        <p:spPr bwMode="auto">
          <a:xfrm rot="306148">
            <a:off x="4414901" y="3697993"/>
            <a:ext cx="98425" cy="169823"/>
          </a:xfrm>
          <a:custGeom>
            <a:avLst/>
            <a:gdLst/>
            <a:ahLst/>
            <a:cxnLst>
              <a:cxn ang="0">
                <a:pos x="46" y="22"/>
              </a:cxn>
              <a:cxn ang="0">
                <a:pos x="96" y="30"/>
              </a:cxn>
              <a:cxn ang="0">
                <a:pos x="134" y="23"/>
              </a:cxn>
              <a:cxn ang="0">
                <a:pos x="174" y="0"/>
              </a:cxn>
              <a:cxn ang="0">
                <a:pos x="202" y="8"/>
              </a:cxn>
              <a:cxn ang="0">
                <a:pos x="217" y="40"/>
              </a:cxn>
              <a:cxn ang="0">
                <a:pos x="202" y="73"/>
              </a:cxn>
              <a:cxn ang="0">
                <a:pos x="207" y="101"/>
              </a:cxn>
              <a:cxn ang="0">
                <a:pos x="224" y="130"/>
              </a:cxn>
              <a:cxn ang="0">
                <a:pos x="224" y="176"/>
              </a:cxn>
              <a:cxn ang="0">
                <a:pos x="168" y="223"/>
              </a:cxn>
              <a:cxn ang="0">
                <a:pos x="175" y="244"/>
              </a:cxn>
              <a:cxn ang="0">
                <a:pos x="207" y="258"/>
              </a:cxn>
              <a:cxn ang="0">
                <a:pos x="217" y="286"/>
              </a:cxn>
              <a:cxn ang="0">
                <a:pos x="241" y="290"/>
              </a:cxn>
              <a:cxn ang="0">
                <a:pos x="254" y="297"/>
              </a:cxn>
              <a:cxn ang="0">
                <a:pos x="283" y="300"/>
              </a:cxn>
              <a:cxn ang="0">
                <a:pos x="295" y="299"/>
              </a:cxn>
              <a:cxn ang="0">
                <a:pos x="233" y="320"/>
              </a:cxn>
              <a:cxn ang="0">
                <a:pos x="183" y="345"/>
              </a:cxn>
              <a:cxn ang="0">
                <a:pos x="148" y="369"/>
              </a:cxn>
              <a:cxn ang="0">
                <a:pos x="137" y="410"/>
              </a:cxn>
              <a:cxn ang="0">
                <a:pos x="153" y="471"/>
              </a:cxn>
              <a:cxn ang="0">
                <a:pos x="139" y="490"/>
              </a:cxn>
              <a:cxn ang="0">
                <a:pos x="120" y="487"/>
              </a:cxn>
              <a:cxn ang="0">
                <a:pos x="114" y="487"/>
              </a:cxn>
              <a:cxn ang="0">
                <a:pos x="92" y="437"/>
              </a:cxn>
              <a:cxn ang="0">
                <a:pos x="76" y="392"/>
              </a:cxn>
              <a:cxn ang="0">
                <a:pos x="47" y="345"/>
              </a:cxn>
              <a:cxn ang="0">
                <a:pos x="28" y="317"/>
              </a:cxn>
              <a:cxn ang="0">
                <a:pos x="31" y="286"/>
              </a:cxn>
              <a:cxn ang="0">
                <a:pos x="56" y="247"/>
              </a:cxn>
              <a:cxn ang="0">
                <a:pos x="66" y="197"/>
              </a:cxn>
              <a:cxn ang="0">
                <a:pos x="55" y="151"/>
              </a:cxn>
              <a:cxn ang="0">
                <a:pos x="31" y="95"/>
              </a:cxn>
              <a:cxn ang="0">
                <a:pos x="12" y="42"/>
              </a:cxn>
              <a:cxn ang="0">
                <a:pos x="11" y="19"/>
              </a:cxn>
            </a:cxnLst>
            <a:rect l="0" t="0" r="r" b="b"/>
            <a:pathLst>
              <a:path w="300" h="490">
                <a:moveTo>
                  <a:pt x="11" y="19"/>
                </a:moveTo>
                <a:lnTo>
                  <a:pt x="46" y="22"/>
                </a:lnTo>
                <a:lnTo>
                  <a:pt x="72" y="25"/>
                </a:lnTo>
                <a:lnTo>
                  <a:pt x="96" y="30"/>
                </a:lnTo>
                <a:lnTo>
                  <a:pt x="115" y="30"/>
                </a:lnTo>
                <a:lnTo>
                  <a:pt x="134" y="23"/>
                </a:lnTo>
                <a:lnTo>
                  <a:pt x="157" y="8"/>
                </a:lnTo>
                <a:lnTo>
                  <a:pt x="174" y="0"/>
                </a:lnTo>
                <a:lnTo>
                  <a:pt x="190" y="5"/>
                </a:lnTo>
                <a:lnTo>
                  <a:pt x="202" y="8"/>
                </a:lnTo>
                <a:lnTo>
                  <a:pt x="213" y="19"/>
                </a:lnTo>
                <a:lnTo>
                  <a:pt x="217" y="40"/>
                </a:lnTo>
                <a:lnTo>
                  <a:pt x="209" y="55"/>
                </a:lnTo>
                <a:lnTo>
                  <a:pt x="202" y="73"/>
                </a:lnTo>
                <a:lnTo>
                  <a:pt x="202" y="84"/>
                </a:lnTo>
                <a:lnTo>
                  <a:pt x="207" y="101"/>
                </a:lnTo>
                <a:lnTo>
                  <a:pt x="217" y="117"/>
                </a:lnTo>
                <a:lnTo>
                  <a:pt x="224" y="130"/>
                </a:lnTo>
                <a:lnTo>
                  <a:pt x="229" y="149"/>
                </a:lnTo>
                <a:lnTo>
                  <a:pt x="224" y="176"/>
                </a:lnTo>
                <a:lnTo>
                  <a:pt x="178" y="209"/>
                </a:lnTo>
                <a:lnTo>
                  <a:pt x="168" y="223"/>
                </a:lnTo>
                <a:lnTo>
                  <a:pt x="172" y="234"/>
                </a:lnTo>
                <a:lnTo>
                  <a:pt x="175" y="244"/>
                </a:lnTo>
                <a:lnTo>
                  <a:pt x="196" y="253"/>
                </a:lnTo>
                <a:lnTo>
                  <a:pt x="207" y="258"/>
                </a:lnTo>
                <a:lnTo>
                  <a:pt x="209" y="269"/>
                </a:lnTo>
                <a:lnTo>
                  <a:pt x="217" y="286"/>
                </a:lnTo>
                <a:lnTo>
                  <a:pt x="226" y="292"/>
                </a:lnTo>
                <a:lnTo>
                  <a:pt x="241" y="290"/>
                </a:lnTo>
                <a:lnTo>
                  <a:pt x="250" y="287"/>
                </a:lnTo>
                <a:lnTo>
                  <a:pt x="254" y="297"/>
                </a:lnTo>
                <a:lnTo>
                  <a:pt x="267" y="300"/>
                </a:lnTo>
                <a:lnTo>
                  <a:pt x="283" y="300"/>
                </a:lnTo>
                <a:lnTo>
                  <a:pt x="300" y="299"/>
                </a:lnTo>
                <a:lnTo>
                  <a:pt x="295" y="299"/>
                </a:lnTo>
                <a:lnTo>
                  <a:pt x="268" y="306"/>
                </a:lnTo>
                <a:lnTo>
                  <a:pt x="233" y="320"/>
                </a:lnTo>
                <a:lnTo>
                  <a:pt x="197" y="337"/>
                </a:lnTo>
                <a:lnTo>
                  <a:pt x="183" y="345"/>
                </a:lnTo>
                <a:lnTo>
                  <a:pt x="162" y="358"/>
                </a:lnTo>
                <a:lnTo>
                  <a:pt x="148" y="369"/>
                </a:lnTo>
                <a:lnTo>
                  <a:pt x="134" y="392"/>
                </a:lnTo>
                <a:lnTo>
                  <a:pt x="137" y="410"/>
                </a:lnTo>
                <a:lnTo>
                  <a:pt x="142" y="427"/>
                </a:lnTo>
                <a:lnTo>
                  <a:pt x="153" y="471"/>
                </a:lnTo>
                <a:lnTo>
                  <a:pt x="146" y="481"/>
                </a:lnTo>
                <a:lnTo>
                  <a:pt x="139" y="490"/>
                </a:lnTo>
                <a:lnTo>
                  <a:pt x="130" y="490"/>
                </a:lnTo>
                <a:lnTo>
                  <a:pt x="120" y="487"/>
                </a:lnTo>
                <a:lnTo>
                  <a:pt x="111" y="483"/>
                </a:lnTo>
                <a:lnTo>
                  <a:pt x="114" y="487"/>
                </a:lnTo>
                <a:lnTo>
                  <a:pt x="104" y="475"/>
                </a:lnTo>
                <a:lnTo>
                  <a:pt x="92" y="437"/>
                </a:lnTo>
                <a:lnTo>
                  <a:pt x="87" y="422"/>
                </a:lnTo>
                <a:lnTo>
                  <a:pt x="76" y="392"/>
                </a:lnTo>
                <a:lnTo>
                  <a:pt x="64" y="373"/>
                </a:lnTo>
                <a:lnTo>
                  <a:pt x="47" y="345"/>
                </a:lnTo>
                <a:lnTo>
                  <a:pt x="40" y="332"/>
                </a:lnTo>
                <a:lnTo>
                  <a:pt x="28" y="317"/>
                </a:lnTo>
                <a:lnTo>
                  <a:pt x="28" y="299"/>
                </a:lnTo>
                <a:lnTo>
                  <a:pt x="31" y="286"/>
                </a:lnTo>
                <a:lnTo>
                  <a:pt x="41" y="269"/>
                </a:lnTo>
                <a:lnTo>
                  <a:pt x="56" y="247"/>
                </a:lnTo>
                <a:lnTo>
                  <a:pt x="63" y="224"/>
                </a:lnTo>
                <a:lnTo>
                  <a:pt x="66" y="197"/>
                </a:lnTo>
                <a:lnTo>
                  <a:pt x="61" y="170"/>
                </a:lnTo>
                <a:lnTo>
                  <a:pt x="55" y="151"/>
                </a:lnTo>
                <a:lnTo>
                  <a:pt x="44" y="127"/>
                </a:lnTo>
                <a:lnTo>
                  <a:pt x="31" y="95"/>
                </a:lnTo>
                <a:lnTo>
                  <a:pt x="22" y="66"/>
                </a:lnTo>
                <a:lnTo>
                  <a:pt x="12" y="42"/>
                </a:lnTo>
                <a:lnTo>
                  <a:pt x="0" y="22"/>
                </a:lnTo>
                <a:lnTo>
                  <a:pt x="11" y="19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57" name="Freeform 93"/>
          <p:cNvSpPr>
            <a:spLocks/>
          </p:cNvSpPr>
          <p:nvPr/>
        </p:nvSpPr>
        <p:spPr bwMode="auto">
          <a:xfrm rot="306148">
            <a:off x="4648262" y="4810572"/>
            <a:ext cx="260350" cy="260290"/>
          </a:xfrm>
          <a:custGeom>
            <a:avLst/>
            <a:gdLst/>
            <a:ahLst/>
            <a:cxnLst>
              <a:cxn ang="0">
                <a:pos x="187" y="223"/>
              </a:cxn>
              <a:cxn ang="0">
                <a:pos x="286" y="249"/>
              </a:cxn>
              <a:cxn ang="0">
                <a:pos x="357" y="252"/>
              </a:cxn>
              <a:cxn ang="0">
                <a:pos x="419" y="253"/>
              </a:cxn>
              <a:cxn ang="0">
                <a:pos x="484" y="325"/>
              </a:cxn>
              <a:cxn ang="0">
                <a:pos x="555" y="372"/>
              </a:cxn>
              <a:cxn ang="0">
                <a:pos x="584" y="346"/>
              </a:cxn>
              <a:cxn ang="0">
                <a:pos x="582" y="322"/>
              </a:cxn>
              <a:cxn ang="0">
                <a:pos x="522" y="300"/>
              </a:cxn>
              <a:cxn ang="0">
                <a:pos x="506" y="243"/>
              </a:cxn>
              <a:cxn ang="0">
                <a:pos x="489" y="211"/>
              </a:cxn>
              <a:cxn ang="0">
                <a:pos x="500" y="143"/>
              </a:cxn>
              <a:cxn ang="0">
                <a:pos x="459" y="136"/>
              </a:cxn>
              <a:cxn ang="0">
                <a:pos x="424" y="108"/>
              </a:cxn>
              <a:cxn ang="0">
                <a:pos x="442" y="80"/>
              </a:cxn>
              <a:cxn ang="0">
                <a:pos x="477" y="46"/>
              </a:cxn>
              <a:cxn ang="0">
                <a:pos x="511" y="10"/>
              </a:cxn>
              <a:cxn ang="0">
                <a:pos x="578" y="10"/>
              </a:cxn>
              <a:cxn ang="0">
                <a:pos x="633" y="22"/>
              </a:cxn>
              <a:cxn ang="0">
                <a:pos x="691" y="74"/>
              </a:cxn>
              <a:cxn ang="0">
                <a:pos x="792" y="73"/>
              </a:cxn>
              <a:cxn ang="0">
                <a:pos x="775" y="143"/>
              </a:cxn>
              <a:cxn ang="0">
                <a:pos x="796" y="232"/>
              </a:cxn>
              <a:cxn ang="0">
                <a:pos x="784" y="296"/>
              </a:cxn>
              <a:cxn ang="0">
                <a:pos x="753" y="359"/>
              </a:cxn>
              <a:cxn ang="0">
                <a:pos x="773" y="402"/>
              </a:cxn>
              <a:cxn ang="0">
                <a:pos x="721" y="411"/>
              </a:cxn>
              <a:cxn ang="0">
                <a:pos x="673" y="441"/>
              </a:cxn>
              <a:cxn ang="0">
                <a:pos x="675" y="498"/>
              </a:cxn>
              <a:cxn ang="0">
                <a:pos x="638" y="498"/>
              </a:cxn>
              <a:cxn ang="0">
                <a:pos x="577" y="529"/>
              </a:cxn>
              <a:cxn ang="0">
                <a:pos x="514" y="581"/>
              </a:cxn>
              <a:cxn ang="0">
                <a:pos x="488" y="634"/>
              </a:cxn>
              <a:cxn ang="0">
                <a:pos x="446" y="663"/>
              </a:cxn>
              <a:cxn ang="0">
                <a:pos x="381" y="725"/>
              </a:cxn>
              <a:cxn ang="0">
                <a:pos x="308" y="733"/>
              </a:cxn>
              <a:cxn ang="0">
                <a:pos x="296" y="742"/>
              </a:cxn>
              <a:cxn ang="0">
                <a:pos x="286" y="705"/>
              </a:cxn>
              <a:cxn ang="0">
                <a:pos x="247" y="683"/>
              </a:cxn>
              <a:cxn ang="0">
                <a:pos x="175" y="689"/>
              </a:cxn>
              <a:cxn ang="0">
                <a:pos x="139" y="698"/>
              </a:cxn>
              <a:cxn ang="0">
                <a:pos x="80" y="672"/>
              </a:cxn>
              <a:cxn ang="0">
                <a:pos x="14" y="610"/>
              </a:cxn>
              <a:cxn ang="0">
                <a:pos x="5" y="512"/>
              </a:cxn>
              <a:cxn ang="0">
                <a:pos x="40" y="402"/>
              </a:cxn>
              <a:cxn ang="0">
                <a:pos x="131" y="384"/>
              </a:cxn>
              <a:cxn ang="0">
                <a:pos x="130" y="243"/>
              </a:cxn>
            </a:cxnLst>
            <a:rect l="0" t="0" r="r" b="b"/>
            <a:pathLst>
              <a:path w="799" h="751">
                <a:moveTo>
                  <a:pt x="130" y="243"/>
                </a:moveTo>
                <a:lnTo>
                  <a:pt x="157" y="230"/>
                </a:lnTo>
                <a:lnTo>
                  <a:pt x="187" y="223"/>
                </a:lnTo>
                <a:lnTo>
                  <a:pt x="218" y="225"/>
                </a:lnTo>
                <a:lnTo>
                  <a:pt x="243" y="232"/>
                </a:lnTo>
                <a:lnTo>
                  <a:pt x="286" y="249"/>
                </a:lnTo>
                <a:lnTo>
                  <a:pt x="305" y="259"/>
                </a:lnTo>
                <a:lnTo>
                  <a:pt x="319" y="259"/>
                </a:lnTo>
                <a:lnTo>
                  <a:pt x="357" y="252"/>
                </a:lnTo>
                <a:lnTo>
                  <a:pt x="386" y="241"/>
                </a:lnTo>
                <a:lnTo>
                  <a:pt x="402" y="243"/>
                </a:lnTo>
                <a:lnTo>
                  <a:pt x="419" y="253"/>
                </a:lnTo>
                <a:lnTo>
                  <a:pt x="439" y="276"/>
                </a:lnTo>
                <a:lnTo>
                  <a:pt x="456" y="296"/>
                </a:lnTo>
                <a:lnTo>
                  <a:pt x="484" y="325"/>
                </a:lnTo>
                <a:lnTo>
                  <a:pt x="522" y="359"/>
                </a:lnTo>
                <a:lnTo>
                  <a:pt x="535" y="367"/>
                </a:lnTo>
                <a:lnTo>
                  <a:pt x="555" y="372"/>
                </a:lnTo>
                <a:lnTo>
                  <a:pt x="571" y="367"/>
                </a:lnTo>
                <a:lnTo>
                  <a:pt x="582" y="358"/>
                </a:lnTo>
                <a:lnTo>
                  <a:pt x="584" y="346"/>
                </a:lnTo>
                <a:lnTo>
                  <a:pt x="587" y="332"/>
                </a:lnTo>
                <a:lnTo>
                  <a:pt x="583" y="324"/>
                </a:lnTo>
                <a:lnTo>
                  <a:pt x="582" y="322"/>
                </a:lnTo>
                <a:lnTo>
                  <a:pt x="564" y="316"/>
                </a:lnTo>
                <a:lnTo>
                  <a:pt x="549" y="308"/>
                </a:lnTo>
                <a:lnTo>
                  <a:pt x="522" y="300"/>
                </a:lnTo>
                <a:lnTo>
                  <a:pt x="502" y="285"/>
                </a:lnTo>
                <a:lnTo>
                  <a:pt x="497" y="272"/>
                </a:lnTo>
                <a:lnTo>
                  <a:pt x="506" y="243"/>
                </a:lnTo>
                <a:lnTo>
                  <a:pt x="497" y="233"/>
                </a:lnTo>
                <a:lnTo>
                  <a:pt x="491" y="227"/>
                </a:lnTo>
                <a:lnTo>
                  <a:pt x="489" y="211"/>
                </a:lnTo>
                <a:lnTo>
                  <a:pt x="493" y="192"/>
                </a:lnTo>
                <a:lnTo>
                  <a:pt x="493" y="183"/>
                </a:lnTo>
                <a:lnTo>
                  <a:pt x="500" y="143"/>
                </a:lnTo>
                <a:lnTo>
                  <a:pt x="497" y="137"/>
                </a:lnTo>
                <a:lnTo>
                  <a:pt x="484" y="137"/>
                </a:lnTo>
                <a:lnTo>
                  <a:pt x="459" y="136"/>
                </a:lnTo>
                <a:lnTo>
                  <a:pt x="439" y="128"/>
                </a:lnTo>
                <a:lnTo>
                  <a:pt x="427" y="119"/>
                </a:lnTo>
                <a:lnTo>
                  <a:pt x="424" y="108"/>
                </a:lnTo>
                <a:lnTo>
                  <a:pt x="425" y="97"/>
                </a:lnTo>
                <a:lnTo>
                  <a:pt x="433" y="85"/>
                </a:lnTo>
                <a:lnTo>
                  <a:pt x="442" y="80"/>
                </a:lnTo>
                <a:lnTo>
                  <a:pt x="458" y="72"/>
                </a:lnTo>
                <a:lnTo>
                  <a:pt x="470" y="56"/>
                </a:lnTo>
                <a:lnTo>
                  <a:pt x="477" y="46"/>
                </a:lnTo>
                <a:lnTo>
                  <a:pt x="479" y="19"/>
                </a:lnTo>
                <a:lnTo>
                  <a:pt x="491" y="14"/>
                </a:lnTo>
                <a:lnTo>
                  <a:pt x="511" y="10"/>
                </a:lnTo>
                <a:lnTo>
                  <a:pt x="549" y="13"/>
                </a:lnTo>
                <a:lnTo>
                  <a:pt x="564" y="13"/>
                </a:lnTo>
                <a:lnTo>
                  <a:pt x="578" y="10"/>
                </a:lnTo>
                <a:lnTo>
                  <a:pt x="617" y="7"/>
                </a:lnTo>
                <a:lnTo>
                  <a:pt x="616" y="0"/>
                </a:lnTo>
                <a:lnTo>
                  <a:pt x="633" y="22"/>
                </a:lnTo>
                <a:lnTo>
                  <a:pt x="653" y="44"/>
                </a:lnTo>
                <a:lnTo>
                  <a:pt x="669" y="56"/>
                </a:lnTo>
                <a:lnTo>
                  <a:pt x="691" y="74"/>
                </a:lnTo>
                <a:lnTo>
                  <a:pt x="714" y="80"/>
                </a:lnTo>
                <a:lnTo>
                  <a:pt x="757" y="77"/>
                </a:lnTo>
                <a:lnTo>
                  <a:pt x="792" y="73"/>
                </a:lnTo>
                <a:lnTo>
                  <a:pt x="797" y="72"/>
                </a:lnTo>
                <a:lnTo>
                  <a:pt x="784" y="104"/>
                </a:lnTo>
                <a:lnTo>
                  <a:pt x="775" y="143"/>
                </a:lnTo>
                <a:lnTo>
                  <a:pt x="774" y="172"/>
                </a:lnTo>
                <a:lnTo>
                  <a:pt x="781" y="208"/>
                </a:lnTo>
                <a:lnTo>
                  <a:pt x="796" y="232"/>
                </a:lnTo>
                <a:lnTo>
                  <a:pt x="799" y="248"/>
                </a:lnTo>
                <a:lnTo>
                  <a:pt x="796" y="277"/>
                </a:lnTo>
                <a:lnTo>
                  <a:pt x="784" y="296"/>
                </a:lnTo>
                <a:lnTo>
                  <a:pt x="763" y="320"/>
                </a:lnTo>
                <a:lnTo>
                  <a:pt x="756" y="335"/>
                </a:lnTo>
                <a:lnTo>
                  <a:pt x="753" y="359"/>
                </a:lnTo>
                <a:lnTo>
                  <a:pt x="758" y="382"/>
                </a:lnTo>
                <a:lnTo>
                  <a:pt x="776" y="408"/>
                </a:lnTo>
                <a:lnTo>
                  <a:pt x="773" y="402"/>
                </a:lnTo>
                <a:lnTo>
                  <a:pt x="758" y="406"/>
                </a:lnTo>
                <a:lnTo>
                  <a:pt x="746" y="410"/>
                </a:lnTo>
                <a:lnTo>
                  <a:pt x="721" y="411"/>
                </a:lnTo>
                <a:lnTo>
                  <a:pt x="706" y="416"/>
                </a:lnTo>
                <a:lnTo>
                  <a:pt x="682" y="429"/>
                </a:lnTo>
                <a:lnTo>
                  <a:pt x="673" y="441"/>
                </a:lnTo>
                <a:lnTo>
                  <a:pt x="669" y="451"/>
                </a:lnTo>
                <a:lnTo>
                  <a:pt x="667" y="469"/>
                </a:lnTo>
                <a:lnTo>
                  <a:pt x="675" y="498"/>
                </a:lnTo>
                <a:lnTo>
                  <a:pt x="677" y="501"/>
                </a:lnTo>
                <a:lnTo>
                  <a:pt x="662" y="498"/>
                </a:lnTo>
                <a:lnTo>
                  <a:pt x="638" y="498"/>
                </a:lnTo>
                <a:lnTo>
                  <a:pt x="621" y="503"/>
                </a:lnTo>
                <a:lnTo>
                  <a:pt x="599" y="515"/>
                </a:lnTo>
                <a:lnTo>
                  <a:pt x="577" y="529"/>
                </a:lnTo>
                <a:lnTo>
                  <a:pt x="559" y="547"/>
                </a:lnTo>
                <a:lnTo>
                  <a:pt x="540" y="557"/>
                </a:lnTo>
                <a:lnTo>
                  <a:pt x="514" y="581"/>
                </a:lnTo>
                <a:lnTo>
                  <a:pt x="500" y="602"/>
                </a:lnTo>
                <a:lnTo>
                  <a:pt x="490" y="621"/>
                </a:lnTo>
                <a:lnTo>
                  <a:pt x="488" y="634"/>
                </a:lnTo>
                <a:lnTo>
                  <a:pt x="483" y="643"/>
                </a:lnTo>
                <a:lnTo>
                  <a:pt x="471" y="656"/>
                </a:lnTo>
                <a:lnTo>
                  <a:pt x="446" y="663"/>
                </a:lnTo>
                <a:lnTo>
                  <a:pt x="419" y="668"/>
                </a:lnTo>
                <a:lnTo>
                  <a:pt x="391" y="716"/>
                </a:lnTo>
                <a:lnTo>
                  <a:pt x="381" y="725"/>
                </a:lnTo>
                <a:lnTo>
                  <a:pt x="368" y="730"/>
                </a:lnTo>
                <a:lnTo>
                  <a:pt x="332" y="732"/>
                </a:lnTo>
                <a:lnTo>
                  <a:pt x="308" y="733"/>
                </a:lnTo>
                <a:lnTo>
                  <a:pt x="297" y="738"/>
                </a:lnTo>
                <a:lnTo>
                  <a:pt x="286" y="751"/>
                </a:lnTo>
                <a:lnTo>
                  <a:pt x="296" y="742"/>
                </a:lnTo>
                <a:lnTo>
                  <a:pt x="297" y="721"/>
                </a:lnTo>
                <a:lnTo>
                  <a:pt x="293" y="713"/>
                </a:lnTo>
                <a:lnTo>
                  <a:pt x="286" y="705"/>
                </a:lnTo>
                <a:lnTo>
                  <a:pt x="278" y="699"/>
                </a:lnTo>
                <a:lnTo>
                  <a:pt x="261" y="692"/>
                </a:lnTo>
                <a:lnTo>
                  <a:pt x="247" y="683"/>
                </a:lnTo>
                <a:lnTo>
                  <a:pt x="232" y="679"/>
                </a:lnTo>
                <a:lnTo>
                  <a:pt x="211" y="681"/>
                </a:lnTo>
                <a:lnTo>
                  <a:pt x="175" y="689"/>
                </a:lnTo>
                <a:lnTo>
                  <a:pt x="158" y="692"/>
                </a:lnTo>
                <a:lnTo>
                  <a:pt x="140" y="697"/>
                </a:lnTo>
                <a:lnTo>
                  <a:pt x="139" y="698"/>
                </a:lnTo>
                <a:lnTo>
                  <a:pt x="141" y="698"/>
                </a:lnTo>
                <a:lnTo>
                  <a:pt x="104" y="685"/>
                </a:lnTo>
                <a:lnTo>
                  <a:pt x="80" y="672"/>
                </a:lnTo>
                <a:lnTo>
                  <a:pt x="53" y="649"/>
                </a:lnTo>
                <a:lnTo>
                  <a:pt x="32" y="633"/>
                </a:lnTo>
                <a:lnTo>
                  <a:pt x="14" y="610"/>
                </a:lnTo>
                <a:lnTo>
                  <a:pt x="9" y="602"/>
                </a:lnTo>
                <a:lnTo>
                  <a:pt x="7" y="552"/>
                </a:lnTo>
                <a:lnTo>
                  <a:pt x="5" y="512"/>
                </a:lnTo>
                <a:lnTo>
                  <a:pt x="2" y="448"/>
                </a:lnTo>
                <a:lnTo>
                  <a:pt x="0" y="399"/>
                </a:lnTo>
                <a:lnTo>
                  <a:pt x="40" y="402"/>
                </a:lnTo>
                <a:lnTo>
                  <a:pt x="70" y="399"/>
                </a:lnTo>
                <a:lnTo>
                  <a:pt x="106" y="394"/>
                </a:lnTo>
                <a:lnTo>
                  <a:pt x="131" y="384"/>
                </a:lnTo>
                <a:lnTo>
                  <a:pt x="131" y="349"/>
                </a:lnTo>
                <a:lnTo>
                  <a:pt x="131" y="314"/>
                </a:lnTo>
                <a:lnTo>
                  <a:pt x="130" y="243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58" name="Freeform 242"/>
          <p:cNvSpPr>
            <a:spLocks/>
          </p:cNvSpPr>
          <p:nvPr/>
        </p:nvSpPr>
        <p:spPr bwMode="auto">
          <a:xfrm>
            <a:off x="2492437" y="4683602"/>
            <a:ext cx="344488" cy="465030"/>
          </a:xfrm>
          <a:custGeom>
            <a:avLst/>
            <a:gdLst/>
            <a:ahLst/>
            <a:cxnLst>
              <a:cxn ang="0">
                <a:pos x="1058" y="1550"/>
              </a:cxn>
              <a:cxn ang="0">
                <a:pos x="884" y="1443"/>
              </a:cxn>
              <a:cxn ang="0">
                <a:pos x="536" y="1257"/>
              </a:cxn>
              <a:cxn ang="0">
                <a:pos x="512" y="1179"/>
              </a:cxn>
              <a:cxn ang="0">
                <a:pos x="440" y="1100"/>
              </a:cxn>
              <a:cxn ang="0">
                <a:pos x="358" y="940"/>
              </a:cxn>
              <a:cxn ang="0">
                <a:pos x="136" y="593"/>
              </a:cxn>
              <a:cxn ang="0">
                <a:pos x="64" y="540"/>
              </a:cxn>
              <a:cxn ang="0">
                <a:pos x="18" y="504"/>
              </a:cxn>
              <a:cxn ang="0">
                <a:pos x="32" y="450"/>
              </a:cxn>
              <a:cxn ang="0">
                <a:pos x="0" y="429"/>
              </a:cxn>
              <a:cxn ang="0">
                <a:pos x="51" y="293"/>
              </a:cxn>
              <a:cxn ang="0">
                <a:pos x="101" y="358"/>
              </a:cxn>
              <a:cxn ang="0">
                <a:pos x="115" y="429"/>
              </a:cxn>
              <a:cxn ang="0">
                <a:pos x="168" y="440"/>
              </a:cxn>
              <a:cxn ang="0">
                <a:pos x="235" y="450"/>
              </a:cxn>
              <a:cxn ang="0">
                <a:pos x="286" y="311"/>
              </a:cxn>
              <a:cxn ang="0">
                <a:pos x="394" y="247"/>
              </a:cxn>
              <a:cxn ang="0">
                <a:pos x="497" y="182"/>
              </a:cxn>
              <a:cxn ang="0">
                <a:pos x="561" y="122"/>
              </a:cxn>
              <a:cxn ang="0">
                <a:pos x="533" y="30"/>
              </a:cxn>
              <a:cxn ang="0">
                <a:pos x="719" y="90"/>
              </a:cxn>
              <a:cxn ang="0">
                <a:pos x="789" y="194"/>
              </a:cxn>
              <a:cxn ang="0">
                <a:pos x="879" y="182"/>
              </a:cxn>
              <a:cxn ang="0">
                <a:pos x="947" y="194"/>
              </a:cxn>
              <a:cxn ang="0">
                <a:pos x="1015" y="172"/>
              </a:cxn>
              <a:cxn ang="0">
                <a:pos x="1119" y="207"/>
              </a:cxn>
              <a:cxn ang="0">
                <a:pos x="1083" y="351"/>
              </a:cxn>
              <a:cxn ang="0">
                <a:pos x="973" y="365"/>
              </a:cxn>
              <a:cxn ang="0">
                <a:pos x="866" y="418"/>
              </a:cxn>
              <a:cxn ang="0">
                <a:pos x="815" y="529"/>
              </a:cxn>
              <a:cxn ang="0">
                <a:pos x="794" y="583"/>
              </a:cxn>
              <a:cxn ang="0">
                <a:pos x="727" y="668"/>
              </a:cxn>
              <a:cxn ang="0">
                <a:pos x="808" y="751"/>
              </a:cxn>
              <a:cxn ang="0">
                <a:pos x="808" y="818"/>
              </a:cxn>
              <a:cxn ang="0">
                <a:pos x="894" y="869"/>
              </a:cxn>
              <a:cxn ang="0">
                <a:pos x="1008" y="869"/>
              </a:cxn>
              <a:cxn ang="0">
                <a:pos x="1048" y="911"/>
              </a:cxn>
              <a:cxn ang="0">
                <a:pos x="1126" y="968"/>
              </a:cxn>
              <a:cxn ang="0">
                <a:pos x="1240" y="1065"/>
              </a:cxn>
              <a:cxn ang="0">
                <a:pos x="1212" y="1158"/>
              </a:cxn>
              <a:cxn ang="0">
                <a:pos x="1208" y="1294"/>
              </a:cxn>
              <a:cxn ang="0">
                <a:pos x="1233" y="1389"/>
              </a:cxn>
              <a:cxn ang="0">
                <a:pos x="1261" y="1472"/>
              </a:cxn>
              <a:cxn ang="0">
                <a:pos x="1194" y="1490"/>
              </a:cxn>
            </a:cxnLst>
            <a:rect l="0" t="0" r="r" b="b"/>
            <a:pathLst>
              <a:path w="1265" h="1608">
                <a:moveTo>
                  <a:pt x="1101" y="1608"/>
                </a:moveTo>
                <a:lnTo>
                  <a:pt x="1076" y="1572"/>
                </a:lnTo>
                <a:lnTo>
                  <a:pt x="1058" y="1550"/>
                </a:lnTo>
                <a:lnTo>
                  <a:pt x="1011" y="1511"/>
                </a:lnTo>
                <a:lnTo>
                  <a:pt x="965" y="1483"/>
                </a:lnTo>
                <a:lnTo>
                  <a:pt x="884" y="1443"/>
                </a:lnTo>
                <a:lnTo>
                  <a:pt x="676" y="1358"/>
                </a:lnTo>
                <a:lnTo>
                  <a:pt x="582" y="1303"/>
                </a:lnTo>
                <a:lnTo>
                  <a:pt x="536" y="1257"/>
                </a:lnTo>
                <a:lnTo>
                  <a:pt x="522" y="1229"/>
                </a:lnTo>
                <a:lnTo>
                  <a:pt x="519" y="1201"/>
                </a:lnTo>
                <a:lnTo>
                  <a:pt x="512" y="1179"/>
                </a:lnTo>
                <a:lnTo>
                  <a:pt x="501" y="1168"/>
                </a:lnTo>
                <a:lnTo>
                  <a:pt x="473" y="1146"/>
                </a:lnTo>
                <a:lnTo>
                  <a:pt x="440" y="1100"/>
                </a:lnTo>
                <a:lnTo>
                  <a:pt x="394" y="1032"/>
                </a:lnTo>
                <a:lnTo>
                  <a:pt x="378" y="994"/>
                </a:lnTo>
                <a:lnTo>
                  <a:pt x="358" y="940"/>
                </a:lnTo>
                <a:lnTo>
                  <a:pt x="219" y="707"/>
                </a:lnTo>
                <a:lnTo>
                  <a:pt x="175" y="651"/>
                </a:lnTo>
                <a:lnTo>
                  <a:pt x="136" y="593"/>
                </a:lnTo>
                <a:lnTo>
                  <a:pt x="97" y="580"/>
                </a:lnTo>
                <a:lnTo>
                  <a:pt x="79" y="557"/>
                </a:lnTo>
                <a:lnTo>
                  <a:pt x="64" y="540"/>
                </a:lnTo>
                <a:lnTo>
                  <a:pt x="39" y="522"/>
                </a:lnTo>
                <a:lnTo>
                  <a:pt x="25" y="518"/>
                </a:lnTo>
                <a:lnTo>
                  <a:pt x="18" y="504"/>
                </a:lnTo>
                <a:lnTo>
                  <a:pt x="29" y="494"/>
                </a:lnTo>
                <a:lnTo>
                  <a:pt x="36" y="482"/>
                </a:lnTo>
                <a:lnTo>
                  <a:pt x="32" y="450"/>
                </a:lnTo>
                <a:lnTo>
                  <a:pt x="18" y="448"/>
                </a:lnTo>
                <a:lnTo>
                  <a:pt x="4" y="444"/>
                </a:lnTo>
                <a:lnTo>
                  <a:pt x="0" y="429"/>
                </a:lnTo>
                <a:lnTo>
                  <a:pt x="0" y="412"/>
                </a:lnTo>
                <a:lnTo>
                  <a:pt x="18" y="333"/>
                </a:lnTo>
                <a:lnTo>
                  <a:pt x="51" y="293"/>
                </a:lnTo>
                <a:lnTo>
                  <a:pt x="61" y="293"/>
                </a:lnTo>
                <a:lnTo>
                  <a:pt x="89" y="318"/>
                </a:lnTo>
                <a:lnTo>
                  <a:pt x="101" y="358"/>
                </a:lnTo>
                <a:lnTo>
                  <a:pt x="92" y="400"/>
                </a:lnTo>
                <a:lnTo>
                  <a:pt x="97" y="422"/>
                </a:lnTo>
                <a:lnTo>
                  <a:pt x="115" y="429"/>
                </a:lnTo>
                <a:lnTo>
                  <a:pt x="133" y="416"/>
                </a:lnTo>
                <a:lnTo>
                  <a:pt x="157" y="425"/>
                </a:lnTo>
                <a:lnTo>
                  <a:pt x="168" y="440"/>
                </a:lnTo>
                <a:lnTo>
                  <a:pt x="179" y="465"/>
                </a:lnTo>
                <a:lnTo>
                  <a:pt x="203" y="469"/>
                </a:lnTo>
                <a:lnTo>
                  <a:pt x="235" y="450"/>
                </a:lnTo>
                <a:lnTo>
                  <a:pt x="265" y="418"/>
                </a:lnTo>
                <a:lnTo>
                  <a:pt x="279" y="365"/>
                </a:lnTo>
                <a:lnTo>
                  <a:pt x="286" y="311"/>
                </a:lnTo>
                <a:lnTo>
                  <a:pt x="304" y="286"/>
                </a:lnTo>
                <a:lnTo>
                  <a:pt x="322" y="272"/>
                </a:lnTo>
                <a:lnTo>
                  <a:pt x="394" y="247"/>
                </a:lnTo>
                <a:lnTo>
                  <a:pt x="466" y="232"/>
                </a:lnTo>
                <a:lnTo>
                  <a:pt x="486" y="215"/>
                </a:lnTo>
                <a:lnTo>
                  <a:pt x="497" y="182"/>
                </a:lnTo>
                <a:lnTo>
                  <a:pt x="515" y="169"/>
                </a:lnTo>
                <a:lnTo>
                  <a:pt x="547" y="150"/>
                </a:lnTo>
                <a:lnTo>
                  <a:pt x="561" y="122"/>
                </a:lnTo>
                <a:lnTo>
                  <a:pt x="561" y="97"/>
                </a:lnTo>
                <a:lnTo>
                  <a:pt x="551" y="58"/>
                </a:lnTo>
                <a:lnTo>
                  <a:pt x="533" y="30"/>
                </a:lnTo>
                <a:lnTo>
                  <a:pt x="540" y="0"/>
                </a:lnTo>
                <a:lnTo>
                  <a:pt x="633" y="58"/>
                </a:lnTo>
                <a:lnTo>
                  <a:pt x="719" y="90"/>
                </a:lnTo>
                <a:lnTo>
                  <a:pt x="751" y="129"/>
                </a:lnTo>
                <a:lnTo>
                  <a:pt x="773" y="175"/>
                </a:lnTo>
                <a:lnTo>
                  <a:pt x="789" y="194"/>
                </a:lnTo>
                <a:lnTo>
                  <a:pt x="808" y="194"/>
                </a:lnTo>
                <a:lnTo>
                  <a:pt x="840" y="175"/>
                </a:lnTo>
                <a:lnTo>
                  <a:pt x="879" y="182"/>
                </a:lnTo>
                <a:lnTo>
                  <a:pt x="912" y="194"/>
                </a:lnTo>
                <a:lnTo>
                  <a:pt x="930" y="194"/>
                </a:lnTo>
                <a:lnTo>
                  <a:pt x="947" y="194"/>
                </a:lnTo>
                <a:lnTo>
                  <a:pt x="962" y="175"/>
                </a:lnTo>
                <a:lnTo>
                  <a:pt x="993" y="172"/>
                </a:lnTo>
                <a:lnTo>
                  <a:pt x="1015" y="172"/>
                </a:lnTo>
                <a:lnTo>
                  <a:pt x="1034" y="190"/>
                </a:lnTo>
                <a:lnTo>
                  <a:pt x="1062" y="203"/>
                </a:lnTo>
                <a:lnTo>
                  <a:pt x="1119" y="207"/>
                </a:lnTo>
                <a:lnTo>
                  <a:pt x="1122" y="257"/>
                </a:lnTo>
                <a:lnTo>
                  <a:pt x="1104" y="325"/>
                </a:lnTo>
                <a:lnTo>
                  <a:pt x="1083" y="351"/>
                </a:lnTo>
                <a:lnTo>
                  <a:pt x="1069" y="361"/>
                </a:lnTo>
                <a:lnTo>
                  <a:pt x="1058" y="365"/>
                </a:lnTo>
                <a:lnTo>
                  <a:pt x="973" y="365"/>
                </a:lnTo>
                <a:lnTo>
                  <a:pt x="930" y="372"/>
                </a:lnTo>
                <a:lnTo>
                  <a:pt x="894" y="393"/>
                </a:lnTo>
                <a:lnTo>
                  <a:pt x="866" y="418"/>
                </a:lnTo>
                <a:lnTo>
                  <a:pt x="822" y="436"/>
                </a:lnTo>
                <a:lnTo>
                  <a:pt x="808" y="476"/>
                </a:lnTo>
                <a:lnTo>
                  <a:pt x="815" y="529"/>
                </a:lnTo>
                <a:lnTo>
                  <a:pt x="829" y="564"/>
                </a:lnTo>
                <a:lnTo>
                  <a:pt x="822" y="575"/>
                </a:lnTo>
                <a:lnTo>
                  <a:pt x="794" y="583"/>
                </a:lnTo>
                <a:lnTo>
                  <a:pt x="755" y="593"/>
                </a:lnTo>
                <a:lnTo>
                  <a:pt x="732" y="622"/>
                </a:lnTo>
                <a:lnTo>
                  <a:pt x="727" y="668"/>
                </a:lnTo>
                <a:lnTo>
                  <a:pt x="740" y="715"/>
                </a:lnTo>
                <a:lnTo>
                  <a:pt x="765" y="740"/>
                </a:lnTo>
                <a:lnTo>
                  <a:pt x="808" y="751"/>
                </a:lnTo>
                <a:lnTo>
                  <a:pt x="819" y="758"/>
                </a:lnTo>
                <a:lnTo>
                  <a:pt x="797" y="793"/>
                </a:lnTo>
                <a:lnTo>
                  <a:pt x="808" y="818"/>
                </a:lnTo>
                <a:lnTo>
                  <a:pt x="833" y="822"/>
                </a:lnTo>
                <a:lnTo>
                  <a:pt x="872" y="830"/>
                </a:lnTo>
                <a:lnTo>
                  <a:pt x="894" y="869"/>
                </a:lnTo>
                <a:lnTo>
                  <a:pt x="926" y="904"/>
                </a:lnTo>
                <a:lnTo>
                  <a:pt x="979" y="904"/>
                </a:lnTo>
                <a:lnTo>
                  <a:pt x="1008" y="869"/>
                </a:lnTo>
                <a:lnTo>
                  <a:pt x="1030" y="869"/>
                </a:lnTo>
                <a:lnTo>
                  <a:pt x="1043" y="876"/>
                </a:lnTo>
                <a:lnTo>
                  <a:pt x="1048" y="911"/>
                </a:lnTo>
                <a:lnTo>
                  <a:pt x="1065" y="962"/>
                </a:lnTo>
                <a:lnTo>
                  <a:pt x="1094" y="982"/>
                </a:lnTo>
                <a:lnTo>
                  <a:pt x="1126" y="968"/>
                </a:lnTo>
                <a:lnTo>
                  <a:pt x="1169" y="962"/>
                </a:lnTo>
                <a:lnTo>
                  <a:pt x="1205" y="998"/>
                </a:lnTo>
                <a:lnTo>
                  <a:pt x="1240" y="1065"/>
                </a:lnTo>
                <a:lnTo>
                  <a:pt x="1240" y="1100"/>
                </a:lnTo>
                <a:lnTo>
                  <a:pt x="1230" y="1130"/>
                </a:lnTo>
                <a:lnTo>
                  <a:pt x="1212" y="1158"/>
                </a:lnTo>
                <a:lnTo>
                  <a:pt x="1230" y="1215"/>
                </a:lnTo>
                <a:lnTo>
                  <a:pt x="1233" y="1247"/>
                </a:lnTo>
                <a:lnTo>
                  <a:pt x="1208" y="1294"/>
                </a:lnTo>
                <a:lnTo>
                  <a:pt x="1205" y="1333"/>
                </a:lnTo>
                <a:lnTo>
                  <a:pt x="1215" y="1368"/>
                </a:lnTo>
                <a:lnTo>
                  <a:pt x="1233" y="1389"/>
                </a:lnTo>
                <a:lnTo>
                  <a:pt x="1258" y="1423"/>
                </a:lnTo>
                <a:lnTo>
                  <a:pt x="1265" y="1451"/>
                </a:lnTo>
                <a:lnTo>
                  <a:pt x="1261" y="1472"/>
                </a:lnTo>
                <a:lnTo>
                  <a:pt x="1258" y="1476"/>
                </a:lnTo>
                <a:lnTo>
                  <a:pt x="1245" y="1483"/>
                </a:lnTo>
                <a:lnTo>
                  <a:pt x="1194" y="1490"/>
                </a:lnTo>
                <a:lnTo>
                  <a:pt x="1194" y="1541"/>
                </a:lnTo>
                <a:lnTo>
                  <a:pt x="1101" y="1608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59" name="Freeform 190"/>
          <p:cNvSpPr>
            <a:spLocks/>
          </p:cNvSpPr>
          <p:nvPr/>
        </p:nvSpPr>
        <p:spPr bwMode="auto">
          <a:xfrm>
            <a:off x="4819712" y="1850571"/>
            <a:ext cx="3460750" cy="1785524"/>
          </a:xfrm>
          <a:custGeom>
            <a:avLst/>
            <a:gdLst/>
            <a:ahLst/>
            <a:cxnLst>
              <a:cxn ang="0">
                <a:pos x="237" y="1469"/>
              </a:cxn>
              <a:cxn ang="0">
                <a:pos x="221" y="1868"/>
              </a:cxn>
              <a:cxn ang="0">
                <a:pos x="125" y="2363"/>
              </a:cxn>
              <a:cxn ang="0">
                <a:pos x="52" y="2517"/>
              </a:cxn>
              <a:cxn ang="0">
                <a:pos x="116" y="2818"/>
              </a:cxn>
              <a:cxn ang="0">
                <a:pos x="303" y="3056"/>
              </a:cxn>
              <a:cxn ang="0">
                <a:pos x="547" y="3243"/>
              </a:cxn>
              <a:cxn ang="0">
                <a:pos x="520" y="3524"/>
              </a:cxn>
              <a:cxn ang="0">
                <a:pos x="889" y="3861"/>
              </a:cxn>
              <a:cxn ang="0">
                <a:pos x="1098" y="3924"/>
              </a:cxn>
              <a:cxn ang="0">
                <a:pos x="1037" y="3397"/>
              </a:cxn>
              <a:cxn ang="0">
                <a:pos x="1087" y="2851"/>
              </a:cxn>
              <a:cxn ang="0">
                <a:pos x="1615" y="2944"/>
              </a:cxn>
              <a:cxn ang="0">
                <a:pos x="1900" y="2848"/>
              </a:cxn>
              <a:cxn ang="0">
                <a:pos x="2244" y="2642"/>
              </a:cxn>
              <a:cxn ang="0">
                <a:pos x="2589" y="2813"/>
              </a:cxn>
              <a:cxn ang="0">
                <a:pos x="2932" y="3389"/>
              </a:cxn>
              <a:cxn ang="0">
                <a:pos x="3767" y="3797"/>
              </a:cxn>
              <a:cxn ang="0">
                <a:pos x="5247" y="3754"/>
              </a:cxn>
              <a:cxn ang="0">
                <a:pos x="5811" y="3248"/>
              </a:cxn>
              <a:cxn ang="0">
                <a:pos x="6449" y="2868"/>
              </a:cxn>
              <a:cxn ang="0">
                <a:pos x="7063" y="2634"/>
              </a:cxn>
              <a:cxn ang="0">
                <a:pos x="6747" y="3033"/>
              </a:cxn>
              <a:cxn ang="0">
                <a:pos x="6939" y="3276"/>
              </a:cxn>
              <a:cxn ang="0">
                <a:pos x="7167" y="2851"/>
              </a:cxn>
              <a:cxn ang="0">
                <a:pos x="7788" y="2323"/>
              </a:cxn>
              <a:cxn ang="0">
                <a:pos x="8005" y="2179"/>
              </a:cxn>
              <a:cxn ang="0">
                <a:pos x="8009" y="1865"/>
              </a:cxn>
              <a:cxn ang="0">
                <a:pos x="6998" y="1488"/>
              </a:cxn>
              <a:cxn ang="0">
                <a:pos x="5718" y="1237"/>
              </a:cxn>
              <a:cxn ang="0">
                <a:pos x="4758" y="864"/>
              </a:cxn>
              <a:cxn ang="0">
                <a:pos x="4439" y="618"/>
              </a:cxn>
              <a:cxn ang="0">
                <a:pos x="4414" y="137"/>
              </a:cxn>
              <a:cxn ang="0">
                <a:pos x="4145" y="112"/>
              </a:cxn>
              <a:cxn ang="0">
                <a:pos x="3871" y="148"/>
              </a:cxn>
              <a:cxn ang="0">
                <a:pos x="3689" y="248"/>
              </a:cxn>
              <a:cxn ang="0">
                <a:pos x="3143" y="563"/>
              </a:cxn>
              <a:cxn ang="0">
                <a:pos x="2856" y="850"/>
              </a:cxn>
              <a:cxn ang="0">
                <a:pos x="2941" y="1043"/>
              </a:cxn>
              <a:cxn ang="0">
                <a:pos x="2672" y="1065"/>
              </a:cxn>
              <a:cxn ang="0">
                <a:pos x="2568" y="850"/>
              </a:cxn>
              <a:cxn ang="0">
                <a:pos x="2509" y="1371"/>
              </a:cxn>
              <a:cxn ang="0">
                <a:pos x="2657" y="1654"/>
              </a:cxn>
              <a:cxn ang="0">
                <a:pos x="2506" y="1666"/>
              </a:cxn>
              <a:cxn ang="0">
                <a:pos x="2335" y="1734"/>
              </a:cxn>
              <a:cxn ang="0">
                <a:pos x="2413" y="1073"/>
              </a:cxn>
              <a:cxn ang="0">
                <a:pos x="2241" y="989"/>
              </a:cxn>
              <a:cxn ang="0">
                <a:pos x="2139" y="1349"/>
              </a:cxn>
              <a:cxn ang="0">
                <a:pos x="1910" y="1363"/>
              </a:cxn>
              <a:cxn ang="0">
                <a:pos x="1497" y="1502"/>
              </a:cxn>
              <a:cxn ang="0">
                <a:pos x="1123" y="1634"/>
              </a:cxn>
              <a:cxn ang="0">
                <a:pos x="888" y="1426"/>
              </a:cxn>
              <a:cxn ang="0">
                <a:pos x="936" y="1759"/>
              </a:cxn>
              <a:cxn ang="0">
                <a:pos x="626" y="1887"/>
              </a:cxn>
              <a:cxn ang="0">
                <a:pos x="519" y="1996"/>
              </a:cxn>
              <a:cxn ang="0">
                <a:pos x="674" y="1701"/>
              </a:cxn>
              <a:cxn ang="0">
                <a:pos x="462" y="1317"/>
              </a:cxn>
              <a:cxn ang="0">
                <a:pos x="387" y="1206"/>
              </a:cxn>
            </a:cxnLst>
            <a:rect l="0" t="0" r="r" b="b"/>
            <a:pathLst>
              <a:path w="8482" h="4119">
                <a:moveTo>
                  <a:pt x="341" y="1239"/>
                </a:moveTo>
                <a:lnTo>
                  <a:pt x="299" y="1243"/>
                </a:lnTo>
                <a:lnTo>
                  <a:pt x="290" y="1269"/>
                </a:lnTo>
                <a:lnTo>
                  <a:pt x="262" y="1268"/>
                </a:lnTo>
                <a:lnTo>
                  <a:pt x="253" y="1299"/>
                </a:lnTo>
                <a:lnTo>
                  <a:pt x="224" y="1296"/>
                </a:lnTo>
                <a:lnTo>
                  <a:pt x="234" y="1350"/>
                </a:lnTo>
                <a:lnTo>
                  <a:pt x="203" y="1381"/>
                </a:lnTo>
                <a:lnTo>
                  <a:pt x="204" y="1418"/>
                </a:lnTo>
                <a:lnTo>
                  <a:pt x="237" y="1469"/>
                </a:lnTo>
                <a:lnTo>
                  <a:pt x="261" y="1515"/>
                </a:lnTo>
                <a:lnTo>
                  <a:pt x="258" y="1552"/>
                </a:lnTo>
                <a:lnTo>
                  <a:pt x="241" y="1550"/>
                </a:lnTo>
                <a:lnTo>
                  <a:pt x="235" y="1586"/>
                </a:lnTo>
                <a:lnTo>
                  <a:pt x="224" y="1586"/>
                </a:lnTo>
                <a:lnTo>
                  <a:pt x="209" y="1659"/>
                </a:lnTo>
                <a:lnTo>
                  <a:pt x="246" y="1721"/>
                </a:lnTo>
                <a:lnTo>
                  <a:pt x="258" y="1787"/>
                </a:lnTo>
                <a:lnTo>
                  <a:pt x="227" y="1797"/>
                </a:lnTo>
                <a:lnTo>
                  <a:pt x="221" y="1868"/>
                </a:lnTo>
                <a:lnTo>
                  <a:pt x="252" y="1871"/>
                </a:lnTo>
                <a:lnTo>
                  <a:pt x="253" y="1922"/>
                </a:lnTo>
                <a:lnTo>
                  <a:pt x="267" y="1984"/>
                </a:lnTo>
                <a:lnTo>
                  <a:pt x="237" y="2026"/>
                </a:lnTo>
                <a:lnTo>
                  <a:pt x="318" y="2152"/>
                </a:lnTo>
                <a:lnTo>
                  <a:pt x="241" y="2214"/>
                </a:lnTo>
                <a:lnTo>
                  <a:pt x="116" y="2323"/>
                </a:lnTo>
                <a:lnTo>
                  <a:pt x="109" y="2348"/>
                </a:lnTo>
                <a:lnTo>
                  <a:pt x="150" y="2351"/>
                </a:lnTo>
                <a:lnTo>
                  <a:pt x="125" y="2363"/>
                </a:lnTo>
                <a:lnTo>
                  <a:pt x="150" y="2381"/>
                </a:lnTo>
                <a:lnTo>
                  <a:pt x="179" y="2382"/>
                </a:lnTo>
                <a:lnTo>
                  <a:pt x="229" y="2413"/>
                </a:lnTo>
                <a:lnTo>
                  <a:pt x="223" y="2422"/>
                </a:lnTo>
                <a:lnTo>
                  <a:pt x="189" y="2434"/>
                </a:lnTo>
                <a:lnTo>
                  <a:pt x="162" y="2419"/>
                </a:lnTo>
                <a:lnTo>
                  <a:pt x="130" y="2434"/>
                </a:lnTo>
                <a:lnTo>
                  <a:pt x="87" y="2438"/>
                </a:lnTo>
                <a:lnTo>
                  <a:pt x="87" y="2460"/>
                </a:lnTo>
                <a:lnTo>
                  <a:pt x="52" y="2517"/>
                </a:lnTo>
                <a:lnTo>
                  <a:pt x="47" y="2549"/>
                </a:lnTo>
                <a:lnTo>
                  <a:pt x="31" y="2581"/>
                </a:lnTo>
                <a:lnTo>
                  <a:pt x="39" y="2614"/>
                </a:lnTo>
                <a:lnTo>
                  <a:pt x="19" y="2624"/>
                </a:lnTo>
                <a:lnTo>
                  <a:pt x="0" y="2647"/>
                </a:lnTo>
                <a:lnTo>
                  <a:pt x="15" y="2706"/>
                </a:lnTo>
                <a:lnTo>
                  <a:pt x="34" y="2751"/>
                </a:lnTo>
                <a:lnTo>
                  <a:pt x="55" y="2784"/>
                </a:lnTo>
                <a:lnTo>
                  <a:pt x="90" y="2790"/>
                </a:lnTo>
                <a:lnTo>
                  <a:pt x="116" y="2818"/>
                </a:lnTo>
                <a:lnTo>
                  <a:pt x="116" y="2842"/>
                </a:lnTo>
                <a:lnTo>
                  <a:pt x="158" y="2844"/>
                </a:lnTo>
                <a:lnTo>
                  <a:pt x="193" y="2871"/>
                </a:lnTo>
                <a:lnTo>
                  <a:pt x="193" y="2886"/>
                </a:lnTo>
                <a:lnTo>
                  <a:pt x="246" y="2929"/>
                </a:lnTo>
                <a:lnTo>
                  <a:pt x="250" y="2964"/>
                </a:lnTo>
                <a:lnTo>
                  <a:pt x="289" y="2989"/>
                </a:lnTo>
                <a:lnTo>
                  <a:pt x="337" y="3017"/>
                </a:lnTo>
                <a:lnTo>
                  <a:pt x="325" y="3049"/>
                </a:lnTo>
                <a:lnTo>
                  <a:pt x="303" y="3056"/>
                </a:lnTo>
                <a:lnTo>
                  <a:pt x="320" y="3100"/>
                </a:lnTo>
                <a:lnTo>
                  <a:pt x="325" y="3121"/>
                </a:lnTo>
                <a:lnTo>
                  <a:pt x="348" y="3144"/>
                </a:lnTo>
                <a:lnTo>
                  <a:pt x="355" y="3161"/>
                </a:lnTo>
                <a:lnTo>
                  <a:pt x="397" y="3158"/>
                </a:lnTo>
                <a:lnTo>
                  <a:pt x="458" y="3147"/>
                </a:lnTo>
                <a:lnTo>
                  <a:pt x="478" y="3171"/>
                </a:lnTo>
                <a:lnTo>
                  <a:pt x="520" y="3181"/>
                </a:lnTo>
                <a:lnTo>
                  <a:pt x="556" y="3181"/>
                </a:lnTo>
                <a:lnTo>
                  <a:pt x="547" y="3243"/>
                </a:lnTo>
                <a:lnTo>
                  <a:pt x="567" y="3251"/>
                </a:lnTo>
                <a:lnTo>
                  <a:pt x="549" y="3269"/>
                </a:lnTo>
                <a:lnTo>
                  <a:pt x="559" y="3344"/>
                </a:lnTo>
                <a:lnTo>
                  <a:pt x="532" y="3358"/>
                </a:lnTo>
                <a:lnTo>
                  <a:pt x="524" y="3382"/>
                </a:lnTo>
                <a:lnTo>
                  <a:pt x="493" y="3407"/>
                </a:lnTo>
                <a:lnTo>
                  <a:pt x="502" y="3440"/>
                </a:lnTo>
                <a:lnTo>
                  <a:pt x="539" y="3419"/>
                </a:lnTo>
                <a:lnTo>
                  <a:pt x="485" y="3498"/>
                </a:lnTo>
                <a:lnTo>
                  <a:pt x="520" y="3524"/>
                </a:lnTo>
                <a:lnTo>
                  <a:pt x="522" y="3567"/>
                </a:lnTo>
                <a:lnTo>
                  <a:pt x="495" y="3576"/>
                </a:lnTo>
                <a:lnTo>
                  <a:pt x="539" y="3621"/>
                </a:lnTo>
                <a:lnTo>
                  <a:pt x="614" y="3667"/>
                </a:lnTo>
                <a:lnTo>
                  <a:pt x="678" y="3749"/>
                </a:lnTo>
                <a:lnTo>
                  <a:pt x="753" y="3795"/>
                </a:lnTo>
                <a:lnTo>
                  <a:pt x="777" y="3795"/>
                </a:lnTo>
                <a:lnTo>
                  <a:pt x="814" y="3818"/>
                </a:lnTo>
                <a:lnTo>
                  <a:pt x="860" y="3824"/>
                </a:lnTo>
                <a:lnTo>
                  <a:pt x="889" y="3861"/>
                </a:lnTo>
                <a:lnTo>
                  <a:pt x="897" y="3853"/>
                </a:lnTo>
                <a:lnTo>
                  <a:pt x="936" y="3862"/>
                </a:lnTo>
                <a:lnTo>
                  <a:pt x="924" y="3880"/>
                </a:lnTo>
                <a:lnTo>
                  <a:pt x="951" y="3897"/>
                </a:lnTo>
                <a:lnTo>
                  <a:pt x="953" y="3906"/>
                </a:lnTo>
                <a:lnTo>
                  <a:pt x="1006" y="3929"/>
                </a:lnTo>
                <a:lnTo>
                  <a:pt x="1032" y="3953"/>
                </a:lnTo>
                <a:lnTo>
                  <a:pt x="1067" y="3936"/>
                </a:lnTo>
                <a:lnTo>
                  <a:pt x="1084" y="3936"/>
                </a:lnTo>
                <a:lnTo>
                  <a:pt x="1098" y="3924"/>
                </a:lnTo>
                <a:lnTo>
                  <a:pt x="1116" y="3913"/>
                </a:lnTo>
                <a:lnTo>
                  <a:pt x="1037" y="3818"/>
                </a:lnTo>
                <a:lnTo>
                  <a:pt x="1008" y="3764"/>
                </a:lnTo>
                <a:lnTo>
                  <a:pt x="984" y="3678"/>
                </a:lnTo>
                <a:lnTo>
                  <a:pt x="935" y="3604"/>
                </a:lnTo>
                <a:lnTo>
                  <a:pt x="910" y="3557"/>
                </a:lnTo>
                <a:lnTo>
                  <a:pt x="925" y="3497"/>
                </a:lnTo>
                <a:lnTo>
                  <a:pt x="941" y="3438"/>
                </a:lnTo>
                <a:lnTo>
                  <a:pt x="987" y="3419"/>
                </a:lnTo>
                <a:lnTo>
                  <a:pt x="1037" y="3397"/>
                </a:lnTo>
                <a:lnTo>
                  <a:pt x="1087" y="3344"/>
                </a:lnTo>
                <a:lnTo>
                  <a:pt x="1113" y="3303"/>
                </a:lnTo>
                <a:lnTo>
                  <a:pt x="1026" y="3128"/>
                </a:lnTo>
                <a:lnTo>
                  <a:pt x="913" y="3064"/>
                </a:lnTo>
                <a:lnTo>
                  <a:pt x="944" y="3023"/>
                </a:lnTo>
                <a:lnTo>
                  <a:pt x="932" y="2992"/>
                </a:lnTo>
                <a:lnTo>
                  <a:pt x="968" y="2966"/>
                </a:lnTo>
                <a:lnTo>
                  <a:pt x="1006" y="2886"/>
                </a:lnTo>
                <a:lnTo>
                  <a:pt x="1092" y="2906"/>
                </a:lnTo>
                <a:lnTo>
                  <a:pt x="1087" y="2851"/>
                </a:lnTo>
                <a:lnTo>
                  <a:pt x="1129" y="2860"/>
                </a:lnTo>
                <a:lnTo>
                  <a:pt x="1209" y="2811"/>
                </a:lnTo>
                <a:lnTo>
                  <a:pt x="1284" y="2801"/>
                </a:lnTo>
                <a:lnTo>
                  <a:pt x="1299" y="2851"/>
                </a:lnTo>
                <a:lnTo>
                  <a:pt x="1348" y="2893"/>
                </a:lnTo>
                <a:lnTo>
                  <a:pt x="1377" y="2974"/>
                </a:lnTo>
                <a:lnTo>
                  <a:pt x="1403" y="2933"/>
                </a:lnTo>
                <a:lnTo>
                  <a:pt x="1432" y="2965"/>
                </a:lnTo>
                <a:lnTo>
                  <a:pt x="1536" y="2965"/>
                </a:lnTo>
                <a:lnTo>
                  <a:pt x="1615" y="2944"/>
                </a:lnTo>
                <a:lnTo>
                  <a:pt x="1684" y="3000"/>
                </a:lnTo>
                <a:lnTo>
                  <a:pt x="1745" y="3000"/>
                </a:lnTo>
                <a:lnTo>
                  <a:pt x="1800" y="3023"/>
                </a:lnTo>
                <a:lnTo>
                  <a:pt x="1911" y="3030"/>
                </a:lnTo>
                <a:lnTo>
                  <a:pt x="1947" y="2969"/>
                </a:lnTo>
                <a:lnTo>
                  <a:pt x="1902" y="2937"/>
                </a:lnTo>
                <a:lnTo>
                  <a:pt x="1868" y="2937"/>
                </a:lnTo>
                <a:lnTo>
                  <a:pt x="1855" y="2902"/>
                </a:lnTo>
                <a:lnTo>
                  <a:pt x="1834" y="2856"/>
                </a:lnTo>
                <a:lnTo>
                  <a:pt x="1900" y="2848"/>
                </a:lnTo>
                <a:lnTo>
                  <a:pt x="1947" y="2786"/>
                </a:lnTo>
                <a:lnTo>
                  <a:pt x="1958" y="2766"/>
                </a:lnTo>
                <a:lnTo>
                  <a:pt x="1972" y="2747"/>
                </a:lnTo>
                <a:lnTo>
                  <a:pt x="1995" y="2744"/>
                </a:lnTo>
                <a:lnTo>
                  <a:pt x="1971" y="2703"/>
                </a:lnTo>
                <a:lnTo>
                  <a:pt x="2022" y="2698"/>
                </a:lnTo>
                <a:lnTo>
                  <a:pt x="2046" y="2701"/>
                </a:lnTo>
                <a:lnTo>
                  <a:pt x="2158" y="2657"/>
                </a:lnTo>
                <a:lnTo>
                  <a:pt x="2166" y="2634"/>
                </a:lnTo>
                <a:lnTo>
                  <a:pt x="2244" y="2642"/>
                </a:lnTo>
                <a:lnTo>
                  <a:pt x="2279" y="2679"/>
                </a:lnTo>
                <a:lnTo>
                  <a:pt x="2290" y="2748"/>
                </a:lnTo>
                <a:lnTo>
                  <a:pt x="2371" y="2759"/>
                </a:lnTo>
                <a:lnTo>
                  <a:pt x="2382" y="2790"/>
                </a:lnTo>
                <a:lnTo>
                  <a:pt x="2410" y="2796"/>
                </a:lnTo>
                <a:lnTo>
                  <a:pt x="2415" y="2850"/>
                </a:lnTo>
                <a:lnTo>
                  <a:pt x="2484" y="2864"/>
                </a:lnTo>
                <a:lnTo>
                  <a:pt x="2499" y="2839"/>
                </a:lnTo>
                <a:lnTo>
                  <a:pt x="2551" y="2831"/>
                </a:lnTo>
                <a:lnTo>
                  <a:pt x="2589" y="2813"/>
                </a:lnTo>
                <a:lnTo>
                  <a:pt x="2584" y="2860"/>
                </a:lnTo>
                <a:lnTo>
                  <a:pt x="2630" y="2889"/>
                </a:lnTo>
                <a:lnTo>
                  <a:pt x="2672" y="2944"/>
                </a:lnTo>
                <a:lnTo>
                  <a:pt x="2719" y="3076"/>
                </a:lnTo>
                <a:lnTo>
                  <a:pt x="2761" y="3243"/>
                </a:lnTo>
                <a:lnTo>
                  <a:pt x="2807" y="3234"/>
                </a:lnTo>
                <a:lnTo>
                  <a:pt x="2835" y="3313"/>
                </a:lnTo>
                <a:lnTo>
                  <a:pt x="2910" y="3306"/>
                </a:lnTo>
                <a:lnTo>
                  <a:pt x="2931" y="3350"/>
                </a:lnTo>
                <a:lnTo>
                  <a:pt x="2932" y="3389"/>
                </a:lnTo>
                <a:lnTo>
                  <a:pt x="2999" y="3427"/>
                </a:lnTo>
                <a:lnTo>
                  <a:pt x="3076" y="3487"/>
                </a:lnTo>
                <a:lnTo>
                  <a:pt x="3119" y="3545"/>
                </a:lnTo>
                <a:lnTo>
                  <a:pt x="3155" y="3581"/>
                </a:lnTo>
                <a:lnTo>
                  <a:pt x="3178" y="3698"/>
                </a:lnTo>
                <a:lnTo>
                  <a:pt x="3226" y="3733"/>
                </a:lnTo>
                <a:lnTo>
                  <a:pt x="3240" y="3781"/>
                </a:lnTo>
                <a:lnTo>
                  <a:pt x="3246" y="3825"/>
                </a:lnTo>
                <a:lnTo>
                  <a:pt x="3466" y="3729"/>
                </a:lnTo>
                <a:lnTo>
                  <a:pt x="3767" y="3797"/>
                </a:lnTo>
                <a:lnTo>
                  <a:pt x="3824" y="3648"/>
                </a:lnTo>
                <a:lnTo>
                  <a:pt x="3977" y="3774"/>
                </a:lnTo>
                <a:lnTo>
                  <a:pt x="4516" y="3799"/>
                </a:lnTo>
                <a:lnTo>
                  <a:pt x="4569" y="3801"/>
                </a:lnTo>
                <a:lnTo>
                  <a:pt x="4594" y="3600"/>
                </a:lnTo>
                <a:lnTo>
                  <a:pt x="4681" y="3523"/>
                </a:lnTo>
                <a:lnTo>
                  <a:pt x="4846" y="3523"/>
                </a:lnTo>
                <a:lnTo>
                  <a:pt x="4939" y="3706"/>
                </a:lnTo>
                <a:lnTo>
                  <a:pt x="5139" y="3806"/>
                </a:lnTo>
                <a:lnTo>
                  <a:pt x="5247" y="3754"/>
                </a:lnTo>
                <a:lnTo>
                  <a:pt x="5198" y="4029"/>
                </a:lnTo>
                <a:lnTo>
                  <a:pt x="5366" y="4104"/>
                </a:lnTo>
                <a:lnTo>
                  <a:pt x="5452" y="4112"/>
                </a:lnTo>
                <a:lnTo>
                  <a:pt x="5535" y="4119"/>
                </a:lnTo>
                <a:lnTo>
                  <a:pt x="5674" y="3939"/>
                </a:lnTo>
                <a:lnTo>
                  <a:pt x="5811" y="3758"/>
                </a:lnTo>
                <a:lnTo>
                  <a:pt x="5839" y="3627"/>
                </a:lnTo>
                <a:lnTo>
                  <a:pt x="5866" y="3492"/>
                </a:lnTo>
                <a:lnTo>
                  <a:pt x="5839" y="3371"/>
                </a:lnTo>
                <a:lnTo>
                  <a:pt x="5811" y="3248"/>
                </a:lnTo>
                <a:lnTo>
                  <a:pt x="5729" y="3256"/>
                </a:lnTo>
                <a:lnTo>
                  <a:pt x="5650" y="3266"/>
                </a:lnTo>
                <a:lnTo>
                  <a:pt x="5626" y="3219"/>
                </a:lnTo>
                <a:lnTo>
                  <a:pt x="5604" y="3170"/>
                </a:lnTo>
                <a:lnTo>
                  <a:pt x="5795" y="2981"/>
                </a:lnTo>
                <a:lnTo>
                  <a:pt x="5982" y="2790"/>
                </a:lnTo>
                <a:lnTo>
                  <a:pt x="6195" y="2791"/>
                </a:lnTo>
                <a:lnTo>
                  <a:pt x="6410" y="2792"/>
                </a:lnTo>
                <a:lnTo>
                  <a:pt x="6429" y="2833"/>
                </a:lnTo>
                <a:lnTo>
                  <a:pt x="6449" y="2868"/>
                </a:lnTo>
                <a:lnTo>
                  <a:pt x="6547" y="2858"/>
                </a:lnTo>
                <a:lnTo>
                  <a:pt x="6645" y="2844"/>
                </a:lnTo>
                <a:lnTo>
                  <a:pt x="6626" y="2806"/>
                </a:lnTo>
                <a:lnTo>
                  <a:pt x="6609" y="2768"/>
                </a:lnTo>
                <a:lnTo>
                  <a:pt x="6718" y="2685"/>
                </a:lnTo>
                <a:lnTo>
                  <a:pt x="6821" y="2597"/>
                </a:lnTo>
                <a:lnTo>
                  <a:pt x="6866" y="2660"/>
                </a:lnTo>
                <a:lnTo>
                  <a:pt x="6910" y="2721"/>
                </a:lnTo>
                <a:lnTo>
                  <a:pt x="6987" y="2679"/>
                </a:lnTo>
                <a:lnTo>
                  <a:pt x="7063" y="2634"/>
                </a:lnTo>
                <a:lnTo>
                  <a:pt x="7080" y="2585"/>
                </a:lnTo>
                <a:lnTo>
                  <a:pt x="7093" y="2536"/>
                </a:lnTo>
                <a:lnTo>
                  <a:pt x="7134" y="2548"/>
                </a:lnTo>
                <a:lnTo>
                  <a:pt x="7172" y="2556"/>
                </a:lnTo>
                <a:lnTo>
                  <a:pt x="7135" y="2619"/>
                </a:lnTo>
                <a:lnTo>
                  <a:pt x="7098" y="2685"/>
                </a:lnTo>
                <a:lnTo>
                  <a:pt x="6923" y="2823"/>
                </a:lnTo>
                <a:lnTo>
                  <a:pt x="6747" y="2961"/>
                </a:lnTo>
                <a:lnTo>
                  <a:pt x="6747" y="2997"/>
                </a:lnTo>
                <a:lnTo>
                  <a:pt x="6747" y="3033"/>
                </a:lnTo>
                <a:lnTo>
                  <a:pt x="6713" y="3048"/>
                </a:lnTo>
                <a:lnTo>
                  <a:pt x="6682" y="3059"/>
                </a:lnTo>
                <a:lnTo>
                  <a:pt x="6624" y="3352"/>
                </a:lnTo>
                <a:lnTo>
                  <a:pt x="6729" y="3570"/>
                </a:lnTo>
                <a:lnTo>
                  <a:pt x="6798" y="3487"/>
                </a:lnTo>
                <a:lnTo>
                  <a:pt x="6798" y="3419"/>
                </a:lnTo>
                <a:lnTo>
                  <a:pt x="6892" y="3376"/>
                </a:lnTo>
                <a:lnTo>
                  <a:pt x="6899" y="3325"/>
                </a:lnTo>
                <a:lnTo>
                  <a:pt x="6908" y="3276"/>
                </a:lnTo>
                <a:lnTo>
                  <a:pt x="6939" y="3276"/>
                </a:lnTo>
                <a:lnTo>
                  <a:pt x="6972" y="3276"/>
                </a:lnTo>
                <a:lnTo>
                  <a:pt x="6979" y="3211"/>
                </a:lnTo>
                <a:lnTo>
                  <a:pt x="6987" y="3143"/>
                </a:lnTo>
                <a:lnTo>
                  <a:pt x="7009" y="3153"/>
                </a:lnTo>
                <a:lnTo>
                  <a:pt x="7036" y="3161"/>
                </a:lnTo>
                <a:lnTo>
                  <a:pt x="7042" y="3077"/>
                </a:lnTo>
                <a:lnTo>
                  <a:pt x="7051" y="2992"/>
                </a:lnTo>
                <a:lnTo>
                  <a:pt x="7027" y="2969"/>
                </a:lnTo>
                <a:lnTo>
                  <a:pt x="7000" y="2948"/>
                </a:lnTo>
                <a:lnTo>
                  <a:pt x="7167" y="2851"/>
                </a:lnTo>
                <a:lnTo>
                  <a:pt x="7335" y="2759"/>
                </a:lnTo>
                <a:lnTo>
                  <a:pt x="7358" y="2791"/>
                </a:lnTo>
                <a:lnTo>
                  <a:pt x="7386" y="2827"/>
                </a:lnTo>
                <a:lnTo>
                  <a:pt x="7651" y="2712"/>
                </a:lnTo>
                <a:lnTo>
                  <a:pt x="7919" y="2597"/>
                </a:lnTo>
                <a:lnTo>
                  <a:pt x="7900" y="2502"/>
                </a:lnTo>
                <a:lnTo>
                  <a:pt x="7883" y="2408"/>
                </a:lnTo>
                <a:lnTo>
                  <a:pt x="7825" y="2376"/>
                </a:lnTo>
                <a:lnTo>
                  <a:pt x="7769" y="2344"/>
                </a:lnTo>
                <a:lnTo>
                  <a:pt x="7788" y="2323"/>
                </a:lnTo>
                <a:lnTo>
                  <a:pt x="7808" y="2298"/>
                </a:lnTo>
                <a:lnTo>
                  <a:pt x="7861" y="2327"/>
                </a:lnTo>
                <a:lnTo>
                  <a:pt x="7919" y="2355"/>
                </a:lnTo>
                <a:lnTo>
                  <a:pt x="7953" y="2314"/>
                </a:lnTo>
                <a:lnTo>
                  <a:pt x="7987" y="2270"/>
                </a:lnTo>
                <a:lnTo>
                  <a:pt x="7967" y="2227"/>
                </a:lnTo>
                <a:lnTo>
                  <a:pt x="7946" y="2186"/>
                </a:lnTo>
                <a:lnTo>
                  <a:pt x="7960" y="2147"/>
                </a:lnTo>
                <a:lnTo>
                  <a:pt x="7974" y="2110"/>
                </a:lnTo>
                <a:lnTo>
                  <a:pt x="8005" y="2179"/>
                </a:lnTo>
                <a:lnTo>
                  <a:pt x="8030" y="2248"/>
                </a:lnTo>
                <a:lnTo>
                  <a:pt x="8067" y="2229"/>
                </a:lnTo>
                <a:lnTo>
                  <a:pt x="8103" y="2210"/>
                </a:lnTo>
                <a:lnTo>
                  <a:pt x="8207" y="2310"/>
                </a:lnTo>
                <a:lnTo>
                  <a:pt x="8315" y="2408"/>
                </a:lnTo>
                <a:lnTo>
                  <a:pt x="8332" y="2343"/>
                </a:lnTo>
                <a:lnTo>
                  <a:pt x="8355" y="2276"/>
                </a:lnTo>
                <a:lnTo>
                  <a:pt x="8419" y="2222"/>
                </a:lnTo>
                <a:lnTo>
                  <a:pt x="8482" y="2166"/>
                </a:lnTo>
                <a:lnTo>
                  <a:pt x="8009" y="1865"/>
                </a:lnTo>
                <a:lnTo>
                  <a:pt x="7537" y="1563"/>
                </a:lnTo>
                <a:lnTo>
                  <a:pt x="7523" y="1659"/>
                </a:lnTo>
                <a:lnTo>
                  <a:pt x="7509" y="1757"/>
                </a:lnTo>
                <a:lnTo>
                  <a:pt x="7472" y="1764"/>
                </a:lnTo>
                <a:lnTo>
                  <a:pt x="7436" y="1771"/>
                </a:lnTo>
                <a:lnTo>
                  <a:pt x="7386" y="1692"/>
                </a:lnTo>
                <a:lnTo>
                  <a:pt x="7340" y="1615"/>
                </a:lnTo>
                <a:lnTo>
                  <a:pt x="7220" y="1605"/>
                </a:lnTo>
                <a:lnTo>
                  <a:pt x="7098" y="1589"/>
                </a:lnTo>
                <a:lnTo>
                  <a:pt x="6998" y="1488"/>
                </a:lnTo>
                <a:lnTo>
                  <a:pt x="6895" y="1389"/>
                </a:lnTo>
                <a:lnTo>
                  <a:pt x="6650" y="1331"/>
                </a:lnTo>
                <a:lnTo>
                  <a:pt x="6399" y="1269"/>
                </a:lnTo>
                <a:lnTo>
                  <a:pt x="6419" y="1220"/>
                </a:lnTo>
                <a:lnTo>
                  <a:pt x="6440" y="1168"/>
                </a:lnTo>
                <a:lnTo>
                  <a:pt x="6210" y="1106"/>
                </a:lnTo>
                <a:lnTo>
                  <a:pt x="5978" y="1042"/>
                </a:lnTo>
                <a:lnTo>
                  <a:pt x="5945" y="1159"/>
                </a:lnTo>
                <a:lnTo>
                  <a:pt x="5909" y="1275"/>
                </a:lnTo>
                <a:lnTo>
                  <a:pt x="5718" y="1237"/>
                </a:lnTo>
                <a:lnTo>
                  <a:pt x="5523" y="1196"/>
                </a:lnTo>
                <a:lnTo>
                  <a:pt x="5490" y="1295"/>
                </a:lnTo>
                <a:lnTo>
                  <a:pt x="5457" y="1392"/>
                </a:lnTo>
                <a:lnTo>
                  <a:pt x="5400" y="1148"/>
                </a:lnTo>
                <a:lnTo>
                  <a:pt x="5342" y="904"/>
                </a:lnTo>
                <a:lnTo>
                  <a:pt x="5223" y="864"/>
                </a:lnTo>
                <a:lnTo>
                  <a:pt x="5102" y="823"/>
                </a:lnTo>
                <a:lnTo>
                  <a:pt x="5097" y="905"/>
                </a:lnTo>
                <a:lnTo>
                  <a:pt x="5089" y="992"/>
                </a:lnTo>
                <a:lnTo>
                  <a:pt x="4758" y="864"/>
                </a:lnTo>
                <a:lnTo>
                  <a:pt x="4425" y="736"/>
                </a:lnTo>
                <a:lnTo>
                  <a:pt x="4425" y="779"/>
                </a:lnTo>
                <a:lnTo>
                  <a:pt x="4425" y="823"/>
                </a:lnTo>
                <a:lnTo>
                  <a:pt x="4294" y="865"/>
                </a:lnTo>
                <a:lnTo>
                  <a:pt x="4162" y="905"/>
                </a:lnTo>
                <a:lnTo>
                  <a:pt x="4213" y="841"/>
                </a:lnTo>
                <a:lnTo>
                  <a:pt x="4274" y="793"/>
                </a:lnTo>
                <a:lnTo>
                  <a:pt x="4346" y="744"/>
                </a:lnTo>
                <a:lnTo>
                  <a:pt x="4382" y="676"/>
                </a:lnTo>
                <a:lnTo>
                  <a:pt x="4439" y="618"/>
                </a:lnTo>
                <a:lnTo>
                  <a:pt x="4481" y="541"/>
                </a:lnTo>
                <a:lnTo>
                  <a:pt x="4547" y="505"/>
                </a:lnTo>
                <a:lnTo>
                  <a:pt x="4602" y="446"/>
                </a:lnTo>
                <a:lnTo>
                  <a:pt x="4627" y="420"/>
                </a:lnTo>
                <a:lnTo>
                  <a:pt x="4630" y="377"/>
                </a:lnTo>
                <a:lnTo>
                  <a:pt x="4613" y="330"/>
                </a:lnTo>
                <a:lnTo>
                  <a:pt x="4592" y="286"/>
                </a:lnTo>
                <a:lnTo>
                  <a:pt x="4495" y="262"/>
                </a:lnTo>
                <a:lnTo>
                  <a:pt x="4539" y="242"/>
                </a:lnTo>
                <a:lnTo>
                  <a:pt x="4414" y="137"/>
                </a:lnTo>
                <a:lnTo>
                  <a:pt x="4373" y="157"/>
                </a:lnTo>
                <a:lnTo>
                  <a:pt x="4342" y="126"/>
                </a:lnTo>
                <a:lnTo>
                  <a:pt x="4321" y="139"/>
                </a:lnTo>
                <a:lnTo>
                  <a:pt x="4283" y="148"/>
                </a:lnTo>
                <a:lnTo>
                  <a:pt x="4263" y="174"/>
                </a:lnTo>
                <a:lnTo>
                  <a:pt x="4210" y="163"/>
                </a:lnTo>
                <a:lnTo>
                  <a:pt x="4223" y="201"/>
                </a:lnTo>
                <a:lnTo>
                  <a:pt x="4168" y="207"/>
                </a:lnTo>
                <a:lnTo>
                  <a:pt x="4150" y="163"/>
                </a:lnTo>
                <a:lnTo>
                  <a:pt x="4145" y="112"/>
                </a:lnTo>
                <a:lnTo>
                  <a:pt x="4079" y="86"/>
                </a:lnTo>
                <a:lnTo>
                  <a:pt x="4041" y="52"/>
                </a:lnTo>
                <a:lnTo>
                  <a:pt x="4086" y="14"/>
                </a:lnTo>
                <a:lnTo>
                  <a:pt x="4041" y="0"/>
                </a:lnTo>
                <a:lnTo>
                  <a:pt x="4000" y="15"/>
                </a:lnTo>
                <a:lnTo>
                  <a:pt x="3968" y="61"/>
                </a:lnTo>
                <a:lnTo>
                  <a:pt x="3947" y="94"/>
                </a:lnTo>
                <a:lnTo>
                  <a:pt x="3988" y="125"/>
                </a:lnTo>
                <a:lnTo>
                  <a:pt x="3918" y="125"/>
                </a:lnTo>
                <a:lnTo>
                  <a:pt x="3871" y="148"/>
                </a:lnTo>
                <a:lnTo>
                  <a:pt x="3847" y="174"/>
                </a:lnTo>
                <a:lnTo>
                  <a:pt x="3878" y="211"/>
                </a:lnTo>
                <a:lnTo>
                  <a:pt x="3881" y="278"/>
                </a:lnTo>
                <a:lnTo>
                  <a:pt x="3865" y="233"/>
                </a:lnTo>
                <a:lnTo>
                  <a:pt x="3840" y="237"/>
                </a:lnTo>
                <a:lnTo>
                  <a:pt x="3816" y="283"/>
                </a:lnTo>
                <a:lnTo>
                  <a:pt x="3784" y="253"/>
                </a:lnTo>
                <a:lnTo>
                  <a:pt x="3746" y="270"/>
                </a:lnTo>
                <a:lnTo>
                  <a:pt x="3751" y="241"/>
                </a:lnTo>
                <a:lnTo>
                  <a:pt x="3689" y="248"/>
                </a:lnTo>
                <a:lnTo>
                  <a:pt x="3643" y="262"/>
                </a:lnTo>
                <a:lnTo>
                  <a:pt x="3629" y="293"/>
                </a:lnTo>
                <a:lnTo>
                  <a:pt x="3551" y="323"/>
                </a:lnTo>
                <a:lnTo>
                  <a:pt x="3487" y="333"/>
                </a:lnTo>
                <a:lnTo>
                  <a:pt x="3428" y="363"/>
                </a:lnTo>
                <a:lnTo>
                  <a:pt x="3366" y="420"/>
                </a:lnTo>
                <a:lnTo>
                  <a:pt x="3309" y="446"/>
                </a:lnTo>
                <a:lnTo>
                  <a:pt x="3183" y="530"/>
                </a:lnTo>
                <a:lnTo>
                  <a:pt x="3104" y="537"/>
                </a:lnTo>
                <a:lnTo>
                  <a:pt x="3143" y="563"/>
                </a:lnTo>
                <a:lnTo>
                  <a:pt x="3147" y="601"/>
                </a:lnTo>
                <a:lnTo>
                  <a:pt x="3199" y="646"/>
                </a:lnTo>
                <a:lnTo>
                  <a:pt x="3197" y="709"/>
                </a:lnTo>
                <a:lnTo>
                  <a:pt x="3172" y="676"/>
                </a:lnTo>
                <a:lnTo>
                  <a:pt x="3146" y="664"/>
                </a:lnTo>
                <a:lnTo>
                  <a:pt x="3068" y="686"/>
                </a:lnTo>
                <a:lnTo>
                  <a:pt x="3025" y="726"/>
                </a:lnTo>
                <a:lnTo>
                  <a:pt x="2946" y="750"/>
                </a:lnTo>
                <a:lnTo>
                  <a:pt x="2850" y="775"/>
                </a:lnTo>
                <a:lnTo>
                  <a:pt x="2856" y="850"/>
                </a:lnTo>
                <a:lnTo>
                  <a:pt x="2862" y="924"/>
                </a:lnTo>
                <a:lnTo>
                  <a:pt x="2946" y="989"/>
                </a:lnTo>
                <a:lnTo>
                  <a:pt x="3032" y="1055"/>
                </a:lnTo>
                <a:lnTo>
                  <a:pt x="3023" y="1165"/>
                </a:lnTo>
                <a:lnTo>
                  <a:pt x="3014" y="1273"/>
                </a:lnTo>
                <a:lnTo>
                  <a:pt x="2972" y="1227"/>
                </a:lnTo>
                <a:lnTo>
                  <a:pt x="2946" y="1239"/>
                </a:lnTo>
                <a:lnTo>
                  <a:pt x="2962" y="1150"/>
                </a:lnTo>
                <a:lnTo>
                  <a:pt x="2979" y="1062"/>
                </a:lnTo>
                <a:lnTo>
                  <a:pt x="2941" y="1043"/>
                </a:lnTo>
                <a:lnTo>
                  <a:pt x="2898" y="1048"/>
                </a:lnTo>
                <a:lnTo>
                  <a:pt x="2865" y="985"/>
                </a:lnTo>
                <a:lnTo>
                  <a:pt x="2828" y="939"/>
                </a:lnTo>
                <a:lnTo>
                  <a:pt x="2778" y="896"/>
                </a:lnTo>
                <a:lnTo>
                  <a:pt x="2721" y="883"/>
                </a:lnTo>
                <a:lnTo>
                  <a:pt x="2705" y="912"/>
                </a:lnTo>
                <a:lnTo>
                  <a:pt x="2688" y="932"/>
                </a:lnTo>
                <a:lnTo>
                  <a:pt x="2711" y="964"/>
                </a:lnTo>
                <a:lnTo>
                  <a:pt x="2672" y="1008"/>
                </a:lnTo>
                <a:lnTo>
                  <a:pt x="2672" y="1065"/>
                </a:lnTo>
                <a:lnTo>
                  <a:pt x="2695" y="1131"/>
                </a:lnTo>
                <a:lnTo>
                  <a:pt x="2746" y="1146"/>
                </a:lnTo>
                <a:lnTo>
                  <a:pt x="2751" y="1192"/>
                </a:lnTo>
                <a:lnTo>
                  <a:pt x="2680" y="1170"/>
                </a:lnTo>
                <a:lnTo>
                  <a:pt x="2613" y="1146"/>
                </a:lnTo>
                <a:lnTo>
                  <a:pt x="2619" y="1049"/>
                </a:lnTo>
                <a:lnTo>
                  <a:pt x="2625" y="954"/>
                </a:lnTo>
                <a:lnTo>
                  <a:pt x="2594" y="912"/>
                </a:lnTo>
                <a:lnTo>
                  <a:pt x="2586" y="864"/>
                </a:lnTo>
                <a:lnTo>
                  <a:pt x="2568" y="850"/>
                </a:lnTo>
                <a:lnTo>
                  <a:pt x="2582" y="949"/>
                </a:lnTo>
                <a:lnTo>
                  <a:pt x="2578" y="989"/>
                </a:lnTo>
                <a:lnTo>
                  <a:pt x="2532" y="1020"/>
                </a:lnTo>
                <a:lnTo>
                  <a:pt x="2508" y="1049"/>
                </a:lnTo>
                <a:lnTo>
                  <a:pt x="2499" y="1092"/>
                </a:lnTo>
                <a:lnTo>
                  <a:pt x="2513" y="1154"/>
                </a:lnTo>
                <a:lnTo>
                  <a:pt x="2524" y="1209"/>
                </a:lnTo>
                <a:lnTo>
                  <a:pt x="2526" y="1269"/>
                </a:lnTo>
                <a:lnTo>
                  <a:pt x="2519" y="1328"/>
                </a:lnTo>
                <a:lnTo>
                  <a:pt x="2509" y="1371"/>
                </a:lnTo>
                <a:lnTo>
                  <a:pt x="2514" y="1412"/>
                </a:lnTo>
                <a:lnTo>
                  <a:pt x="2556" y="1397"/>
                </a:lnTo>
                <a:lnTo>
                  <a:pt x="2615" y="1397"/>
                </a:lnTo>
                <a:lnTo>
                  <a:pt x="2667" y="1423"/>
                </a:lnTo>
                <a:lnTo>
                  <a:pt x="2692" y="1454"/>
                </a:lnTo>
                <a:lnTo>
                  <a:pt x="2688" y="1495"/>
                </a:lnTo>
                <a:lnTo>
                  <a:pt x="2680" y="1568"/>
                </a:lnTo>
                <a:lnTo>
                  <a:pt x="2721" y="1585"/>
                </a:lnTo>
                <a:lnTo>
                  <a:pt x="2682" y="1612"/>
                </a:lnTo>
                <a:lnTo>
                  <a:pt x="2657" y="1654"/>
                </a:lnTo>
                <a:lnTo>
                  <a:pt x="2657" y="1605"/>
                </a:lnTo>
                <a:lnTo>
                  <a:pt x="2643" y="1581"/>
                </a:lnTo>
                <a:lnTo>
                  <a:pt x="2653" y="1528"/>
                </a:lnTo>
                <a:lnTo>
                  <a:pt x="2624" y="1469"/>
                </a:lnTo>
                <a:lnTo>
                  <a:pt x="2589" y="1497"/>
                </a:lnTo>
                <a:lnTo>
                  <a:pt x="2546" y="1506"/>
                </a:lnTo>
                <a:lnTo>
                  <a:pt x="2531" y="1531"/>
                </a:lnTo>
                <a:lnTo>
                  <a:pt x="2531" y="1570"/>
                </a:lnTo>
                <a:lnTo>
                  <a:pt x="2516" y="1609"/>
                </a:lnTo>
                <a:lnTo>
                  <a:pt x="2506" y="1666"/>
                </a:lnTo>
                <a:lnTo>
                  <a:pt x="2478" y="1697"/>
                </a:lnTo>
                <a:lnTo>
                  <a:pt x="2424" y="1744"/>
                </a:lnTo>
                <a:lnTo>
                  <a:pt x="2352" y="1792"/>
                </a:lnTo>
                <a:lnTo>
                  <a:pt x="2356" y="1822"/>
                </a:lnTo>
                <a:lnTo>
                  <a:pt x="2305" y="1822"/>
                </a:lnTo>
                <a:lnTo>
                  <a:pt x="2264" y="1808"/>
                </a:lnTo>
                <a:lnTo>
                  <a:pt x="2223" y="1786"/>
                </a:lnTo>
                <a:lnTo>
                  <a:pt x="2257" y="1771"/>
                </a:lnTo>
                <a:lnTo>
                  <a:pt x="2276" y="1743"/>
                </a:lnTo>
                <a:lnTo>
                  <a:pt x="2335" y="1734"/>
                </a:lnTo>
                <a:lnTo>
                  <a:pt x="2374" y="1703"/>
                </a:lnTo>
                <a:lnTo>
                  <a:pt x="2421" y="1659"/>
                </a:lnTo>
                <a:lnTo>
                  <a:pt x="2465" y="1560"/>
                </a:lnTo>
                <a:lnTo>
                  <a:pt x="2469" y="1502"/>
                </a:lnTo>
                <a:lnTo>
                  <a:pt x="2440" y="1407"/>
                </a:lnTo>
                <a:lnTo>
                  <a:pt x="2445" y="1322"/>
                </a:lnTo>
                <a:lnTo>
                  <a:pt x="2463" y="1259"/>
                </a:lnTo>
                <a:lnTo>
                  <a:pt x="2456" y="1186"/>
                </a:lnTo>
                <a:lnTo>
                  <a:pt x="2430" y="1138"/>
                </a:lnTo>
                <a:lnTo>
                  <a:pt x="2413" y="1073"/>
                </a:lnTo>
                <a:lnTo>
                  <a:pt x="2440" y="986"/>
                </a:lnTo>
                <a:lnTo>
                  <a:pt x="2435" y="922"/>
                </a:lnTo>
                <a:lnTo>
                  <a:pt x="2450" y="864"/>
                </a:lnTo>
                <a:lnTo>
                  <a:pt x="2418" y="877"/>
                </a:lnTo>
                <a:lnTo>
                  <a:pt x="2371" y="843"/>
                </a:lnTo>
                <a:lnTo>
                  <a:pt x="2332" y="834"/>
                </a:lnTo>
                <a:lnTo>
                  <a:pt x="2290" y="841"/>
                </a:lnTo>
                <a:lnTo>
                  <a:pt x="2274" y="880"/>
                </a:lnTo>
                <a:lnTo>
                  <a:pt x="2272" y="948"/>
                </a:lnTo>
                <a:lnTo>
                  <a:pt x="2241" y="989"/>
                </a:lnTo>
                <a:lnTo>
                  <a:pt x="2229" y="1028"/>
                </a:lnTo>
                <a:lnTo>
                  <a:pt x="2200" y="1053"/>
                </a:lnTo>
                <a:lnTo>
                  <a:pt x="2177" y="1062"/>
                </a:lnTo>
                <a:lnTo>
                  <a:pt x="2153" y="1069"/>
                </a:lnTo>
                <a:lnTo>
                  <a:pt x="2127" y="1096"/>
                </a:lnTo>
                <a:lnTo>
                  <a:pt x="2114" y="1146"/>
                </a:lnTo>
                <a:lnTo>
                  <a:pt x="2098" y="1216"/>
                </a:lnTo>
                <a:lnTo>
                  <a:pt x="2110" y="1286"/>
                </a:lnTo>
                <a:lnTo>
                  <a:pt x="2110" y="1317"/>
                </a:lnTo>
                <a:lnTo>
                  <a:pt x="2139" y="1349"/>
                </a:lnTo>
                <a:lnTo>
                  <a:pt x="2153" y="1348"/>
                </a:lnTo>
                <a:lnTo>
                  <a:pt x="2184" y="1392"/>
                </a:lnTo>
                <a:lnTo>
                  <a:pt x="2215" y="1452"/>
                </a:lnTo>
                <a:lnTo>
                  <a:pt x="2239" y="1438"/>
                </a:lnTo>
                <a:lnTo>
                  <a:pt x="2248" y="1522"/>
                </a:lnTo>
                <a:lnTo>
                  <a:pt x="2184" y="1480"/>
                </a:lnTo>
                <a:lnTo>
                  <a:pt x="2120" y="1465"/>
                </a:lnTo>
                <a:lnTo>
                  <a:pt x="2015" y="1392"/>
                </a:lnTo>
                <a:lnTo>
                  <a:pt x="1999" y="1407"/>
                </a:lnTo>
                <a:lnTo>
                  <a:pt x="1910" y="1363"/>
                </a:lnTo>
                <a:lnTo>
                  <a:pt x="1850" y="1281"/>
                </a:lnTo>
                <a:lnTo>
                  <a:pt x="1798" y="1254"/>
                </a:lnTo>
                <a:lnTo>
                  <a:pt x="1798" y="1294"/>
                </a:lnTo>
                <a:lnTo>
                  <a:pt x="1773" y="1313"/>
                </a:lnTo>
                <a:lnTo>
                  <a:pt x="1807" y="1412"/>
                </a:lnTo>
                <a:lnTo>
                  <a:pt x="1752" y="1432"/>
                </a:lnTo>
                <a:lnTo>
                  <a:pt x="1668" y="1397"/>
                </a:lnTo>
                <a:lnTo>
                  <a:pt x="1582" y="1441"/>
                </a:lnTo>
                <a:lnTo>
                  <a:pt x="1547" y="1491"/>
                </a:lnTo>
                <a:lnTo>
                  <a:pt x="1497" y="1502"/>
                </a:lnTo>
                <a:lnTo>
                  <a:pt x="1502" y="1448"/>
                </a:lnTo>
                <a:lnTo>
                  <a:pt x="1483" y="1397"/>
                </a:lnTo>
                <a:lnTo>
                  <a:pt x="1439" y="1447"/>
                </a:lnTo>
                <a:lnTo>
                  <a:pt x="1398" y="1433"/>
                </a:lnTo>
                <a:lnTo>
                  <a:pt x="1324" y="1491"/>
                </a:lnTo>
                <a:lnTo>
                  <a:pt x="1290" y="1508"/>
                </a:lnTo>
                <a:lnTo>
                  <a:pt x="1204" y="1560"/>
                </a:lnTo>
                <a:lnTo>
                  <a:pt x="1131" y="1575"/>
                </a:lnTo>
                <a:lnTo>
                  <a:pt x="1114" y="1605"/>
                </a:lnTo>
                <a:lnTo>
                  <a:pt x="1123" y="1634"/>
                </a:lnTo>
                <a:lnTo>
                  <a:pt x="1105" y="1665"/>
                </a:lnTo>
                <a:lnTo>
                  <a:pt x="1076" y="1692"/>
                </a:lnTo>
                <a:lnTo>
                  <a:pt x="1068" y="1629"/>
                </a:lnTo>
                <a:lnTo>
                  <a:pt x="1012" y="1510"/>
                </a:lnTo>
                <a:lnTo>
                  <a:pt x="1046" y="1458"/>
                </a:lnTo>
                <a:lnTo>
                  <a:pt x="1025" y="1426"/>
                </a:lnTo>
                <a:lnTo>
                  <a:pt x="992" y="1426"/>
                </a:lnTo>
                <a:lnTo>
                  <a:pt x="971" y="1401"/>
                </a:lnTo>
                <a:lnTo>
                  <a:pt x="929" y="1415"/>
                </a:lnTo>
                <a:lnTo>
                  <a:pt x="888" y="1426"/>
                </a:lnTo>
                <a:lnTo>
                  <a:pt x="903" y="1442"/>
                </a:lnTo>
                <a:lnTo>
                  <a:pt x="916" y="1458"/>
                </a:lnTo>
                <a:lnTo>
                  <a:pt x="935" y="1499"/>
                </a:lnTo>
                <a:lnTo>
                  <a:pt x="935" y="1536"/>
                </a:lnTo>
                <a:lnTo>
                  <a:pt x="932" y="1582"/>
                </a:lnTo>
                <a:lnTo>
                  <a:pt x="976" y="1615"/>
                </a:lnTo>
                <a:lnTo>
                  <a:pt x="979" y="1659"/>
                </a:lnTo>
                <a:lnTo>
                  <a:pt x="989" y="1716"/>
                </a:lnTo>
                <a:lnTo>
                  <a:pt x="987" y="1764"/>
                </a:lnTo>
                <a:lnTo>
                  <a:pt x="936" y="1759"/>
                </a:lnTo>
                <a:lnTo>
                  <a:pt x="879" y="1710"/>
                </a:lnTo>
                <a:lnTo>
                  <a:pt x="835" y="1718"/>
                </a:lnTo>
                <a:lnTo>
                  <a:pt x="799" y="1749"/>
                </a:lnTo>
                <a:lnTo>
                  <a:pt x="753" y="1767"/>
                </a:lnTo>
                <a:lnTo>
                  <a:pt x="731" y="1796"/>
                </a:lnTo>
                <a:lnTo>
                  <a:pt x="693" y="1824"/>
                </a:lnTo>
                <a:lnTo>
                  <a:pt x="705" y="1854"/>
                </a:lnTo>
                <a:lnTo>
                  <a:pt x="716" y="1894"/>
                </a:lnTo>
                <a:lnTo>
                  <a:pt x="752" y="1931"/>
                </a:lnTo>
                <a:lnTo>
                  <a:pt x="626" y="1887"/>
                </a:lnTo>
                <a:lnTo>
                  <a:pt x="608" y="1913"/>
                </a:lnTo>
                <a:lnTo>
                  <a:pt x="594" y="1879"/>
                </a:lnTo>
                <a:lnTo>
                  <a:pt x="535" y="1841"/>
                </a:lnTo>
                <a:lnTo>
                  <a:pt x="532" y="1871"/>
                </a:lnTo>
                <a:lnTo>
                  <a:pt x="515" y="1894"/>
                </a:lnTo>
                <a:lnTo>
                  <a:pt x="553" y="1945"/>
                </a:lnTo>
                <a:lnTo>
                  <a:pt x="579" y="1932"/>
                </a:lnTo>
                <a:lnTo>
                  <a:pt x="588" y="1992"/>
                </a:lnTo>
                <a:lnTo>
                  <a:pt x="556" y="2008"/>
                </a:lnTo>
                <a:lnTo>
                  <a:pt x="519" y="1996"/>
                </a:lnTo>
                <a:lnTo>
                  <a:pt x="466" y="1924"/>
                </a:lnTo>
                <a:lnTo>
                  <a:pt x="426" y="1804"/>
                </a:lnTo>
                <a:lnTo>
                  <a:pt x="432" y="1734"/>
                </a:lnTo>
                <a:lnTo>
                  <a:pt x="389" y="1680"/>
                </a:lnTo>
                <a:lnTo>
                  <a:pt x="348" y="1600"/>
                </a:lnTo>
                <a:lnTo>
                  <a:pt x="403" y="1642"/>
                </a:lnTo>
                <a:lnTo>
                  <a:pt x="462" y="1659"/>
                </a:lnTo>
                <a:lnTo>
                  <a:pt x="545" y="1676"/>
                </a:lnTo>
                <a:lnTo>
                  <a:pt x="614" y="1716"/>
                </a:lnTo>
                <a:lnTo>
                  <a:pt x="674" y="1701"/>
                </a:lnTo>
                <a:lnTo>
                  <a:pt x="741" y="1687"/>
                </a:lnTo>
                <a:lnTo>
                  <a:pt x="798" y="1638"/>
                </a:lnTo>
                <a:lnTo>
                  <a:pt x="811" y="1580"/>
                </a:lnTo>
                <a:lnTo>
                  <a:pt x="782" y="1529"/>
                </a:lnTo>
                <a:lnTo>
                  <a:pt x="761" y="1486"/>
                </a:lnTo>
                <a:lnTo>
                  <a:pt x="688" y="1453"/>
                </a:lnTo>
                <a:lnTo>
                  <a:pt x="636" y="1401"/>
                </a:lnTo>
                <a:lnTo>
                  <a:pt x="579" y="1360"/>
                </a:lnTo>
                <a:lnTo>
                  <a:pt x="497" y="1331"/>
                </a:lnTo>
                <a:lnTo>
                  <a:pt x="462" y="1317"/>
                </a:lnTo>
                <a:lnTo>
                  <a:pt x="456" y="1336"/>
                </a:lnTo>
                <a:lnTo>
                  <a:pt x="438" y="1336"/>
                </a:lnTo>
                <a:lnTo>
                  <a:pt x="440" y="1316"/>
                </a:lnTo>
                <a:lnTo>
                  <a:pt x="458" y="1310"/>
                </a:lnTo>
                <a:lnTo>
                  <a:pt x="462" y="1275"/>
                </a:lnTo>
                <a:lnTo>
                  <a:pt x="405" y="1265"/>
                </a:lnTo>
                <a:lnTo>
                  <a:pt x="408" y="1243"/>
                </a:lnTo>
                <a:lnTo>
                  <a:pt x="435" y="1246"/>
                </a:lnTo>
                <a:lnTo>
                  <a:pt x="418" y="1213"/>
                </a:lnTo>
                <a:lnTo>
                  <a:pt x="387" y="1206"/>
                </a:lnTo>
                <a:lnTo>
                  <a:pt x="341" y="1239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60" name="Freeform 106"/>
          <p:cNvSpPr>
            <a:spLocks/>
          </p:cNvSpPr>
          <p:nvPr/>
        </p:nvSpPr>
        <p:spPr bwMode="auto">
          <a:xfrm>
            <a:off x="5192775" y="2991718"/>
            <a:ext cx="952500" cy="584065"/>
          </a:xfrm>
          <a:custGeom>
            <a:avLst/>
            <a:gdLst/>
            <a:ahLst/>
            <a:cxnLst>
              <a:cxn ang="0">
                <a:pos x="2080" y="1231"/>
              </a:cxn>
              <a:cxn ang="0">
                <a:pos x="1950" y="1281"/>
              </a:cxn>
              <a:cxn ang="0">
                <a:pos x="1930" y="1236"/>
              </a:cxn>
              <a:cxn ang="0">
                <a:pos x="1882" y="1233"/>
              </a:cxn>
              <a:cxn ang="0">
                <a:pos x="1738" y="1196"/>
              </a:cxn>
              <a:cxn ang="0">
                <a:pos x="1644" y="1227"/>
              </a:cxn>
              <a:cxn ang="0">
                <a:pos x="1527" y="1299"/>
              </a:cxn>
              <a:cxn ang="0">
                <a:pos x="1402" y="1331"/>
              </a:cxn>
              <a:cxn ang="0">
                <a:pos x="1300" y="1221"/>
              </a:cxn>
              <a:cxn ang="0">
                <a:pos x="1252" y="1060"/>
              </a:cxn>
              <a:cxn ang="0">
                <a:pos x="1110" y="951"/>
              </a:cxn>
              <a:cxn ang="0">
                <a:pos x="982" y="855"/>
              </a:cxn>
              <a:cxn ang="0">
                <a:pos x="1052" y="800"/>
              </a:cxn>
              <a:cxn ang="0">
                <a:pos x="1035" y="679"/>
              </a:cxn>
              <a:cxn ang="0">
                <a:pos x="1074" y="585"/>
              </a:cxn>
              <a:cxn ang="0">
                <a:pos x="1006" y="580"/>
              </a:cxn>
              <a:cxn ang="0">
                <a:pos x="984" y="609"/>
              </a:cxn>
              <a:cxn ang="0">
                <a:pos x="937" y="622"/>
              </a:cxn>
              <a:cxn ang="0">
                <a:pos x="893" y="617"/>
              </a:cxn>
              <a:cxn ang="0">
                <a:pos x="835" y="684"/>
              </a:cxn>
              <a:cxn ang="0">
                <a:pos x="631" y="1177"/>
              </a:cxn>
              <a:cxn ang="0">
                <a:pos x="543" y="1038"/>
              </a:cxn>
              <a:cxn ang="0">
                <a:pos x="399" y="1104"/>
              </a:cxn>
              <a:cxn ang="0">
                <a:pos x="322" y="972"/>
              </a:cxn>
              <a:cxn ang="0">
                <a:pos x="382" y="879"/>
              </a:cxn>
              <a:cxn ang="0">
                <a:pos x="377" y="742"/>
              </a:cxn>
              <a:cxn ang="0">
                <a:pos x="453" y="637"/>
              </a:cxn>
              <a:cxn ang="0">
                <a:pos x="431" y="501"/>
              </a:cxn>
              <a:cxn ang="0">
                <a:pos x="308" y="546"/>
              </a:cxn>
              <a:cxn ang="0">
                <a:pos x="200" y="669"/>
              </a:cxn>
              <a:cxn ang="0">
                <a:pos x="31" y="389"/>
              </a:cxn>
              <a:cxn ang="0">
                <a:pos x="94" y="252"/>
              </a:cxn>
              <a:cxn ang="0">
                <a:pos x="216" y="226"/>
              </a:cxn>
              <a:cxn ang="0">
                <a:pos x="387" y="217"/>
              </a:cxn>
              <a:cxn ang="0">
                <a:pos x="490" y="299"/>
              </a:cxn>
              <a:cxn ang="0">
                <a:pos x="703" y="310"/>
              </a:cxn>
              <a:cxn ang="0">
                <a:pos x="889" y="389"/>
              </a:cxn>
              <a:cxn ang="0">
                <a:pos x="989" y="303"/>
              </a:cxn>
              <a:cxn ang="0">
                <a:pos x="921" y="222"/>
              </a:cxn>
              <a:cxn ang="0">
                <a:pos x="1046" y="132"/>
              </a:cxn>
              <a:cxn ang="0">
                <a:pos x="1058" y="69"/>
              </a:cxn>
              <a:cxn ang="0">
                <a:pos x="1246" y="22"/>
              </a:cxn>
              <a:cxn ang="0">
                <a:pos x="1367" y="45"/>
              </a:cxn>
              <a:cxn ang="0">
                <a:pos x="1469" y="156"/>
              </a:cxn>
              <a:cxn ang="0">
                <a:pos x="1572" y="230"/>
              </a:cxn>
              <a:cxn ang="0">
                <a:pos x="1677" y="179"/>
              </a:cxn>
              <a:cxn ang="0">
                <a:pos x="1759" y="310"/>
              </a:cxn>
              <a:cxn ang="0">
                <a:pos x="1894" y="600"/>
              </a:cxn>
              <a:cxn ang="0">
                <a:pos x="2019" y="716"/>
              </a:cxn>
              <a:cxn ang="0">
                <a:pos x="2163" y="853"/>
              </a:cxn>
              <a:cxn ang="0">
                <a:pos x="2267" y="1064"/>
              </a:cxn>
              <a:cxn ang="0">
                <a:pos x="2335" y="1191"/>
              </a:cxn>
            </a:cxnLst>
            <a:rect l="0" t="0" r="r" b="b"/>
            <a:pathLst>
              <a:path w="2335" h="1348">
                <a:moveTo>
                  <a:pt x="2335" y="1191"/>
                </a:moveTo>
                <a:lnTo>
                  <a:pt x="2287" y="1143"/>
                </a:lnTo>
                <a:lnTo>
                  <a:pt x="2080" y="1231"/>
                </a:lnTo>
                <a:lnTo>
                  <a:pt x="2063" y="1290"/>
                </a:lnTo>
                <a:lnTo>
                  <a:pt x="1980" y="1290"/>
                </a:lnTo>
                <a:lnTo>
                  <a:pt x="1950" y="1281"/>
                </a:lnTo>
                <a:lnTo>
                  <a:pt x="1942" y="1264"/>
                </a:lnTo>
                <a:lnTo>
                  <a:pt x="1932" y="1261"/>
                </a:lnTo>
                <a:lnTo>
                  <a:pt x="1930" y="1236"/>
                </a:lnTo>
                <a:lnTo>
                  <a:pt x="1916" y="1215"/>
                </a:lnTo>
                <a:lnTo>
                  <a:pt x="1906" y="1215"/>
                </a:lnTo>
                <a:lnTo>
                  <a:pt x="1882" y="1233"/>
                </a:lnTo>
                <a:lnTo>
                  <a:pt x="1759" y="1218"/>
                </a:lnTo>
                <a:lnTo>
                  <a:pt x="1755" y="1207"/>
                </a:lnTo>
                <a:lnTo>
                  <a:pt x="1738" y="1196"/>
                </a:lnTo>
                <a:lnTo>
                  <a:pt x="1731" y="1191"/>
                </a:lnTo>
                <a:lnTo>
                  <a:pt x="1689" y="1230"/>
                </a:lnTo>
                <a:lnTo>
                  <a:pt x="1644" y="1227"/>
                </a:lnTo>
                <a:lnTo>
                  <a:pt x="1611" y="1259"/>
                </a:lnTo>
                <a:lnTo>
                  <a:pt x="1560" y="1272"/>
                </a:lnTo>
                <a:lnTo>
                  <a:pt x="1527" y="1299"/>
                </a:lnTo>
                <a:lnTo>
                  <a:pt x="1496" y="1318"/>
                </a:lnTo>
                <a:lnTo>
                  <a:pt x="1455" y="1348"/>
                </a:lnTo>
                <a:lnTo>
                  <a:pt x="1402" y="1331"/>
                </a:lnTo>
                <a:lnTo>
                  <a:pt x="1339" y="1333"/>
                </a:lnTo>
                <a:lnTo>
                  <a:pt x="1293" y="1290"/>
                </a:lnTo>
                <a:lnTo>
                  <a:pt x="1300" y="1221"/>
                </a:lnTo>
                <a:lnTo>
                  <a:pt x="1310" y="1132"/>
                </a:lnTo>
                <a:lnTo>
                  <a:pt x="1283" y="1137"/>
                </a:lnTo>
                <a:lnTo>
                  <a:pt x="1252" y="1060"/>
                </a:lnTo>
                <a:lnTo>
                  <a:pt x="1241" y="1021"/>
                </a:lnTo>
                <a:lnTo>
                  <a:pt x="1164" y="989"/>
                </a:lnTo>
                <a:lnTo>
                  <a:pt x="1110" y="951"/>
                </a:lnTo>
                <a:lnTo>
                  <a:pt x="1066" y="951"/>
                </a:lnTo>
                <a:lnTo>
                  <a:pt x="964" y="917"/>
                </a:lnTo>
                <a:lnTo>
                  <a:pt x="982" y="855"/>
                </a:lnTo>
                <a:lnTo>
                  <a:pt x="989" y="831"/>
                </a:lnTo>
                <a:lnTo>
                  <a:pt x="1015" y="812"/>
                </a:lnTo>
                <a:lnTo>
                  <a:pt x="1052" y="800"/>
                </a:lnTo>
                <a:lnTo>
                  <a:pt x="1066" y="769"/>
                </a:lnTo>
                <a:lnTo>
                  <a:pt x="1040" y="731"/>
                </a:lnTo>
                <a:lnTo>
                  <a:pt x="1035" y="679"/>
                </a:lnTo>
                <a:lnTo>
                  <a:pt x="1046" y="672"/>
                </a:lnTo>
                <a:lnTo>
                  <a:pt x="1056" y="619"/>
                </a:lnTo>
                <a:lnTo>
                  <a:pt x="1074" y="585"/>
                </a:lnTo>
                <a:lnTo>
                  <a:pt x="1068" y="578"/>
                </a:lnTo>
                <a:lnTo>
                  <a:pt x="1037" y="567"/>
                </a:lnTo>
                <a:lnTo>
                  <a:pt x="1006" y="580"/>
                </a:lnTo>
                <a:lnTo>
                  <a:pt x="998" y="593"/>
                </a:lnTo>
                <a:lnTo>
                  <a:pt x="998" y="603"/>
                </a:lnTo>
                <a:lnTo>
                  <a:pt x="984" y="609"/>
                </a:lnTo>
                <a:lnTo>
                  <a:pt x="973" y="615"/>
                </a:lnTo>
                <a:lnTo>
                  <a:pt x="957" y="609"/>
                </a:lnTo>
                <a:lnTo>
                  <a:pt x="937" y="622"/>
                </a:lnTo>
                <a:lnTo>
                  <a:pt x="932" y="610"/>
                </a:lnTo>
                <a:lnTo>
                  <a:pt x="915" y="604"/>
                </a:lnTo>
                <a:lnTo>
                  <a:pt x="893" y="617"/>
                </a:lnTo>
                <a:lnTo>
                  <a:pt x="855" y="648"/>
                </a:lnTo>
                <a:lnTo>
                  <a:pt x="845" y="664"/>
                </a:lnTo>
                <a:lnTo>
                  <a:pt x="835" y="684"/>
                </a:lnTo>
                <a:lnTo>
                  <a:pt x="641" y="789"/>
                </a:lnTo>
                <a:lnTo>
                  <a:pt x="669" y="1184"/>
                </a:lnTo>
                <a:lnTo>
                  <a:pt x="631" y="1177"/>
                </a:lnTo>
                <a:lnTo>
                  <a:pt x="626" y="1109"/>
                </a:lnTo>
                <a:lnTo>
                  <a:pt x="573" y="1074"/>
                </a:lnTo>
                <a:lnTo>
                  <a:pt x="543" y="1038"/>
                </a:lnTo>
                <a:lnTo>
                  <a:pt x="498" y="1025"/>
                </a:lnTo>
                <a:lnTo>
                  <a:pt x="443" y="1042"/>
                </a:lnTo>
                <a:lnTo>
                  <a:pt x="399" y="1104"/>
                </a:lnTo>
                <a:lnTo>
                  <a:pt x="384" y="1080"/>
                </a:lnTo>
                <a:lnTo>
                  <a:pt x="394" y="995"/>
                </a:lnTo>
                <a:lnTo>
                  <a:pt x="322" y="972"/>
                </a:lnTo>
                <a:lnTo>
                  <a:pt x="315" y="938"/>
                </a:lnTo>
                <a:lnTo>
                  <a:pt x="284" y="904"/>
                </a:lnTo>
                <a:lnTo>
                  <a:pt x="382" y="879"/>
                </a:lnTo>
                <a:lnTo>
                  <a:pt x="340" y="853"/>
                </a:lnTo>
                <a:lnTo>
                  <a:pt x="340" y="805"/>
                </a:lnTo>
                <a:lnTo>
                  <a:pt x="377" y="742"/>
                </a:lnTo>
                <a:lnTo>
                  <a:pt x="427" y="706"/>
                </a:lnTo>
                <a:lnTo>
                  <a:pt x="474" y="659"/>
                </a:lnTo>
                <a:lnTo>
                  <a:pt x="453" y="637"/>
                </a:lnTo>
                <a:lnTo>
                  <a:pt x="461" y="588"/>
                </a:lnTo>
                <a:lnTo>
                  <a:pt x="453" y="542"/>
                </a:lnTo>
                <a:lnTo>
                  <a:pt x="431" y="501"/>
                </a:lnTo>
                <a:lnTo>
                  <a:pt x="399" y="510"/>
                </a:lnTo>
                <a:lnTo>
                  <a:pt x="347" y="510"/>
                </a:lnTo>
                <a:lnTo>
                  <a:pt x="308" y="546"/>
                </a:lnTo>
                <a:lnTo>
                  <a:pt x="268" y="551"/>
                </a:lnTo>
                <a:lnTo>
                  <a:pt x="237" y="585"/>
                </a:lnTo>
                <a:lnTo>
                  <a:pt x="200" y="669"/>
                </a:lnTo>
                <a:lnTo>
                  <a:pt x="114" y="494"/>
                </a:lnTo>
                <a:lnTo>
                  <a:pt x="0" y="430"/>
                </a:lnTo>
                <a:lnTo>
                  <a:pt x="31" y="389"/>
                </a:lnTo>
                <a:lnTo>
                  <a:pt x="20" y="358"/>
                </a:lnTo>
                <a:lnTo>
                  <a:pt x="56" y="332"/>
                </a:lnTo>
                <a:lnTo>
                  <a:pt x="94" y="252"/>
                </a:lnTo>
                <a:lnTo>
                  <a:pt x="179" y="272"/>
                </a:lnTo>
                <a:lnTo>
                  <a:pt x="174" y="217"/>
                </a:lnTo>
                <a:lnTo>
                  <a:pt x="216" y="226"/>
                </a:lnTo>
                <a:lnTo>
                  <a:pt x="298" y="177"/>
                </a:lnTo>
                <a:lnTo>
                  <a:pt x="372" y="167"/>
                </a:lnTo>
                <a:lnTo>
                  <a:pt x="387" y="217"/>
                </a:lnTo>
                <a:lnTo>
                  <a:pt x="436" y="259"/>
                </a:lnTo>
                <a:lnTo>
                  <a:pt x="464" y="340"/>
                </a:lnTo>
                <a:lnTo>
                  <a:pt x="490" y="299"/>
                </a:lnTo>
                <a:lnTo>
                  <a:pt x="520" y="331"/>
                </a:lnTo>
                <a:lnTo>
                  <a:pt x="624" y="331"/>
                </a:lnTo>
                <a:lnTo>
                  <a:pt x="703" y="310"/>
                </a:lnTo>
                <a:lnTo>
                  <a:pt x="772" y="365"/>
                </a:lnTo>
                <a:lnTo>
                  <a:pt x="832" y="365"/>
                </a:lnTo>
                <a:lnTo>
                  <a:pt x="889" y="389"/>
                </a:lnTo>
                <a:lnTo>
                  <a:pt x="999" y="396"/>
                </a:lnTo>
                <a:lnTo>
                  <a:pt x="1035" y="335"/>
                </a:lnTo>
                <a:lnTo>
                  <a:pt x="989" y="303"/>
                </a:lnTo>
                <a:lnTo>
                  <a:pt x="957" y="303"/>
                </a:lnTo>
                <a:lnTo>
                  <a:pt x="942" y="268"/>
                </a:lnTo>
                <a:lnTo>
                  <a:pt x="921" y="222"/>
                </a:lnTo>
                <a:lnTo>
                  <a:pt x="988" y="214"/>
                </a:lnTo>
                <a:lnTo>
                  <a:pt x="1035" y="152"/>
                </a:lnTo>
                <a:lnTo>
                  <a:pt x="1046" y="132"/>
                </a:lnTo>
                <a:lnTo>
                  <a:pt x="1060" y="113"/>
                </a:lnTo>
                <a:lnTo>
                  <a:pt x="1083" y="110"/>
                </a:lnTo>
                <a:lnTo>
                  <a:pt x="1058" y="69"/>
                </a:lnTo>
                <a:lnTo>
                  <a:pt x="1110" y="64"/>
                </a:lnTo>
                <a:lnTo>
                  <a:pt x="1134" y="67"/>
                </a:lnTo>
                <a:lnTo>
                  <a:pt x="1246" y="22"/>
                </a:lnTo>
                <a:lnTo>
                  <a:pt x="1253" y="0"/>
                </a:lnTo>
                <a:lnTo>
                  <a:pt x="1331" y="8"/>
                </a:lnTo>
                <a:lnTo>
                  <a:pt x="1367" y="45"/>
                </a:lnTo>
                <a:lnTo>
                  <a:pt x="1378" y="114"/>
                </a:lnTo>
                <a:lnTo>
                  <a:pt x="1458" y="125"/>
                </a:lnTo>
                <a:lnTo>
                  <a:pt x="1469" y="156"/>
                </a:lnTo>
                <a:lnTo>
                  <a:pt x="1498" y="162"/>
                </a:lnTo>
                <a:lnTo>
                  <a:pt x="1503" y="216"/>
                </a:lnTo>
                <a:lnTo>
                  <a:pt x="1572" y="230"/>
                </a:lnTo>
                <a:lnTo>
                  <a:pt x="1587" y="205"/>
                </a:lnTo>
                <a:lnTo>
                  <a:pt x="1638" y="196"/>
                </a:lnTo>
                <a:lnTo>
                  <a:pt x="1677" y="179"/>
                </a:lnTo>
                <a:lnTo>
                  <a:pt x="1672" y="226"/>
                </a:lnTo>
                <a:lnTo>
                  <a:pt x="1718" y="254"/>
                </a:lnTo>
                <a:lnTo>
                  <a:pt x="1759" y="310"/>
                </a:lnTo>
                <a:lnTo>
                  <a:pt x="1806" y="442"/>
                </a:lnTo>
                <a:lnTo>
                  <a:pt x="1848" y="609"/>
                </a:lnTo>
                <a:lnTo>
                  <a:pt x="1894" y="600"/>
                </a:lnTo>
                <a:lnTo>
                  <a:pt x="1922" y="679"/>
                </a:lnTo>
                <a:lnTo>
                  <a:pt x="1998" y="672"/>
                </a:lnTo>
                <a:lnTo>
                  <a:pt x="2019" y="716"/>
                </a:lnTo>
                <a:lnTo>
                  <a:pt x="2020" y="754"/>
                </a:lnTo>
                <a:lnTo>
                  <a:pt x="2087" y="793"/>
                </a:lnTo>
                <a:lnTo>
                  <a:pt x="2163" y="853"/>
                </a:lnTo>
                <a:lnTo>
                  <a:pt x="2206" y="911"/>
                </a:lnTo>
                <a:lnTo>
                  <a:pt x="2242" y="947"/>
                </a:lnTo>
                <a:lnTo>
                  <a:pt x="2267" y="1064"/>
                </a:lnTo>
                <a:lnTo>
                  <a:pt x="2314" y="1099"/>
                </a:lnTo>
                <a:lnTo>
                  <a:pt x="2327" y="1147"/>
                </a:lnTo>
                <a:lnTo>
                  <a:pt x="2335" y="1191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61" name="Freeform 156"/>
          <p:cNvSpPr>
            <a:spLocks/>
          </p:cNvSpPr>
          <p:nvPr/>
        </p:nvSpPr>
        <p:spPr bwMode="auto">
          <a:xfrm>
            <a:off x="5818250" y="3378979"/>
            <a:ext cx="1143000" cy="818960"/>
          </a:xfrm>
          <a:custGeom>
            <a:avLst/>
            <a:gdLst/>
            <a:ahLst/>
            <a:cxnLst>
              <a:cxn ang="0">
                <a:pos x="117" y="995"/>
              </a:cxn>
              <a:cxn ang="0">
                <a:pos x="225" y="1063"/>
              </a:cxn>
              <a:cxn ang="0">
                <a:pos x="159" y="1100"/>
              </a:cxn>
              <a:cxn ang="0">
                <a:pos x="135" y="1146"/>
              </a:cxn>
              <a:cxn ang="0">
                <a:pos x="235" y="1272"/>
              </a:cxn>
              <a:cxn ang="0">
                <a:pos x="435" y="1333"/>
              </a:cxn>
              <a:cxn ang="0">
                <a:pos x="479" y="1400"/>
              </a:cxn>
              <a:cxn ang="0">
                <a:pos x="628" y="1409"/>
              </a:cxn>
              <a:cxn ang="0">
                <a:pos x="835" y="1405"/>
              </a:cxn>
              <a:cxn ang="0">
                <a:pos x="864" y="1382"/>
              </a:cxn>
              <a:cxn ang="0">
                <a:pos x="1062" y="1405"/>
              </a:cxn>
              <a:cxn ang="0">
                <a:pos x="1101" y="1582"/>
              </a:cxn>
              <a:cxn ang="0">
                <a:pos x="1210" y="1689"/>
              </a:cxn>
              <a:cxn ang="0">
                <a:pos x="1222" y="1777"/>
              </a:cxn>
              <a:cxn ang="0">
                <a:pos x="1294" y="1796"/>
              </a:cxn>
              <a:cxn ang="0">
                <a:pos x="1409" y="1714"/>
              </a:cxn>
              <a:cxn ang="0">
                <a:pos x="1532" y="1817"/>
              </a:cxn>
              <a:cxn ang="0">
                <a:pos x="1685" y="1833"/>
              </a:cxn>
              <a:cxn ang="0">
                <a:pos x="1751" y="1831"/>
              </a:cxn>
              <a:cxn ang="0">
                <a:pos x="2006" y="1817"/>
              </a:cxn>
              <a:cxn ang="0">
                <a:pos x="2149" y="1689"/>
              </a:cxn>
              <a:cxn ang="0">
                <a:pos x="2282" y="1538"/>
              </a:cxn>
              <a:cxn ang="0">
                <a:pos x="2354" y="1446"/>
              </a:cxn>
              <a:cxn ang="0">
                <a:pos x="2364" y="1299"/>
              </a:cxn>
              <a:cxn ang="0">
                <a:pos x="2264" y="1066"/>
              </a:cxn>
              <a:cxn ang="0">
                <a:pos x="2354" y="947"/>
              </a:cxn>
              <a:cxn ang="0">
                <a:pos x="2332" y="911"/>
              </a:cxn>
              <a:cxn ang="0">
                <a:pos x="2232" y="919"/>
              </a:cxn>
              <a:cxn ang="0">
                <a:pos x="2154" y="815"/>
              </a:cxn>
              <a:cxn ang="0">
                <a:pos x="2342" y="695"/>
              </a:cxn>
              <a:cxn ang="0">
                <a:pos x="2395" y="740"/>
              </a:cxn>
              <a:cxn ang="0">
                <a:pos x="2342" y="815"/>
              </a:cxn>
              <a:cxn ang="0">
                <a:pos x="2404" y="796"/>
              </a:cxn>
              <a:cxn ang="0">
                <a:pos x="2532" y="729"/>
              </a:cxn>
              <a:cxn ang="0">
                <a:pos x="2654" y="644"/>
              </a:cxn>
              <a:cxn ang="0">
                <a:pos x="2752" y="542"/>
              </a:cxn>
              <a:cxn ang="0">
                <a:pos x="2692" y="283"/>
              </a:cxn>
              <a:cxn ang="0">
                <a:pos x="2233" y="0"/>
              </a:cxn>
              <a:cxn ang="0">
                <a:pos x="2069" y="277"/>
              </a:cxn>
              <a:cxn ang="0">
                <a:pos x="2064" y="398"/>
              </a:cxn>
              <a:cxn ang="0">
                <a:pos x="2173" y="421"/>
              </a:cxn>
              <a:cxn ang="0">
                <a:pos x="2180" y="468"/>
              </a:cxn>
              <a:cxn ang="0">
                <a:pos x="2011" y="552"/>
              </a:cxn>
              <a:cxn ang="0">
                <a:pos x="1905" y="626"/>
              </a:cxn>
              <a:cxn ang="0">
                <a:pos x="1867" y="741"/>
              </a:cxn>
              <a:cxn ang="0">
                <a:pos x="1572" y="796"/>
              </a:cxn>
              <a:cxn ang="0">
                <a:pos x="1231" y="747"/>
              </a:cxn>
              <a:cxn ang="0">
                <a:pos x="1089" y="638"/>
              </a:cxn>
              <a:cxn ang="0">
                <a:pos x="910" y="520"/>
              </a:cxn>
              <a:cxn ang="0">
                <a:pos x="884" y="368"/>
              </a:cxn>
              <a:cxn ang="0">
                <a:pos x="752" y="255"/>
              </a:cxn>
              <a:cxn ang="0">
                <a:pos x="446" y="402"/>
              </a:cxn>
              <a:cxn ang="0">
                <a:pos x="62" y="809"/>
              </a:cxn>
              <a:cxn ang="0">
                <a:pos x="27" y="980"/>
              </a:cxn>
            </a:cxnLst>
            <a:rect l="0" t="0" r="r" b="b"/>
            <a:pathLst>
              <a:path w="2800" h="1893">
                <a:moveTo>
                  <a:pt x="27" y="980"/>
                </a:moveTo>
                <a:lnTo>
                  <a:pt x="44" y="1019"/>
                </a:lnTo>
                <a:lnTo>
                  <a:pt x="117" y="995"/>
                </a:lnTo>
                <a:lnTo>
                  <a:pt x="135" y="943"/>
                </a:lnTo>
                <a:lnTo>
                  <a:pt x="204" y="957"/>
                </a:lnTo>
                <a:lnTo>
                  <a:pt x="225" y="1063"/>
                </a:lnTo>
                <a:lnTo>
                  <a:pt x="191" y="1063"/>
                </a:lnTo>
                <a:lnTo>
                  <a:pt x="191" y="1093"/>
                </a:lnTo>
                <a:lnTo>
                  <a:pt x="159" y="1100"/>
                </a:lnTo>
                <a:lnTo>
                  <a:pt x="175" y="1141"/>
                </a:lnTo>
                <a:lnTo>
                  <a:pt x="172" y="1163"/>
                </a:lnTo>
                <a:lnTo>
                  <a:pt x="135" y="1146"/>
                </a:lnTo>
                <a:lnTo>
                  <a:pt x="152" y="1208"/>
                </a:lnTo>
                <a:lnTo>
                  <a:pt x="208" y="1208"/>
                </a:lnTo>
                <a:lnTo>
                  <a:pt x="235" y="1272"/>
                </a:lnTo>
                <a:lnTo>
                  <a:pt x="342" y="1272"/>
                </a:lnTo>
                <a:lnTo>
                  <a:pt x="347" y="1321"/>
                </a:lnTo>
                <a:lnTo>
                  <a:pt x="435" y="1333"/>
                </a:lnTo>
                <a:lnTo>
                  <a:pt x="435" y="1373"/>
                </a:lnTo>
                <a:lnTo>
                  <a:pt x="454" y="1379"/>
                </a:lnTo>
                <a:lnTo>
                  <a:pt x="479" y="1400"/>
                </a:lnTo>
                <a:lnTo>
                  <a:pt x="524" y="1379"/>
                </a:lnTo>
                <a:lnTo>
                  <a:pt x="589" y="1409"/>
                </a:lnTo>
                <a:lnTo>
                  <a:pt x="628" y="1409"/>
                </a:lnTo>
                <a:lnTo>
                  <a:pt x="715" y="1373"/>
                </a:lnTo>
                <a:lnTo>
                  <a:pt x="810" y="1413"/>
                </a:lnTo>
                <a:lnTo>
                  <a:pt x="835" y="1405"/>
                </a:lnTo>
                <a:lnTo>
                  <a:pt x="862" y="1442"/>
                </a:lnTo>
                <a:lnTo>
                  <a:pt x="880" y="1435"/>
                </a:lnTo>
                <a:lnTo>
                  <a:pt x="864" y="1382"/>
                </a:lnTo>
                <a:lnTo>
                  <a:pt x="923" y="1333"/>
                </a:lnTo>
                <a:lnTo>
                  <a:pt x="1025" y="1333"/>
                </a:lnTo>
                <a:lnTo>
                  <a:pt x="1062" y="1405"/>
                </a:lnTo>
                <a:lnTo>
                  <a:pt x="1146" y="1393"/>
                </a:lnTo>
                <a:lnTo>
                  <a:pt x="1183" y="1522"/>
                </a:lnTo>
                <a:lnTo>
                  <a:pt x="1101" y="1582"/>
                </a:lnTo>
                <a:lnTo>
                  <a:pt x="1093" y="1659"/>
                </a:lnTo>
                <a:lnTo>
                  <a:pt x="1154" y="1668"/>
                </a:lnTo>
                <a:lnTo>
                  <a:pt x="1210" y="1689"/>
                </a:lnTo>
                <a:lnTo>
                  <a:pt x="1196" y="1747"/>
                </a:lnTo>
                <a:lnTo>
                  <a:pt x="1188" y="1777"/>
                </a:lnTo>
                <a:lnTo>
                  <a:pt x="1222" y="1777"/>
                </a:lnTo>
                <a:lnTo>
                  <a:pt x="1222" y="1801"/>
                </a:lnTo>
                <a:lnTo>
                  <a:pt x="1251" y="1817"/>
                </a:lnTo>
                <a:lnTo>
                  <a:pt x="1294" y="1796"/>
                </a:lnTo>
                <a:lnTo>
                  <a:pt x="1294" y="1762"/>
                </a:lnTo>
                <a:lnTo>
                  <a:pt x="1407" y="1762"/>
                </a:lnTo>
                <a:lnTo>
                  <a:pt x="1409" y="1714"/>
                </a:lnTo>
                <a:lnTo>
                  <a:pt x="1516" y="1714"/>
                </a:lnTo>
                <a:lnTo>
                  <a:pt x="1548" y="1745"/>
                </a:lnTo>
                <a:lnTo>
                  <a:pt x="1532" y="1817"/>
                </a:lnTo>
                <a:lnTo>
                  <a:pt x="1563" y="1817"/>
                </a:lnTo>
                <a:lnTo>
                  <a:pt x="1584" y="1831"/>
                </a:lnTo>
                <a:lnTo>
                  <a:pt x="1685" y="1833"/>
                </a:lnTo>
                <a:lnTo>
                  <a:pt x="1702" y="1893"/>
                </a:lnTo>
                <a:lnTo>
                  <a:pt x="1749" y="1893"/>
                </a:lnTo>
                <a:lnTo>
                  <a:pt x="1751" y="1831"/>
                </a:lnTo>
                <a:lnTo>
                  <a:pt x="1864" y="1823"/>
                </a:lnTo>
                <a:lnTo>
                  <a:pt x="1962" y="1794"/>
                </a:lnTo>
                <a:lnTo>
                  <a:pt x="2006" y="1817"/>
                </a:lnTo>
                <a:lnTo>
                  <a:pt x="2056" y="1763"/>
                </a:lnTo>
                <a:lnTo>
                  <a:pt x="2126" y="1732"/>
                </a:lnTo>
                <a:lnTo>
                  <a:pt x="2149" y="1689"/>
                </a:lnTo>
                <a:lnTo>
                  <a:pt x="2229" y="1614"/>
                </a:lnTo>
                <a:lnTo>
                  <a:pt x="2219" y="1583"/>
                </a:lnTo>
                <a:lnTo>
                  <a:pt x="2282" y="1538"/>
                </a:lnTo>
                <a:lnTo>
                  <a:pt x="2304" y="1473"/>
                </a:lnTo>
                <a:lnTo>
                  <a:pt x="2340" y="1480"/>
                </a:lnTo>
                <a:lnTo>
                  <a:pt x="2354" y="1446"/>
                </a:lnTo>
                <a:lnTo>
                  <a:pt x="2359" y="1400"/>
                </a:lnTo>
                <a:lnTo>
                  <a:pt x="2342" y="1356"/>
                </a:lnTo>
                <a:lnTo>
                  <a:pt x="2364" y="1299"/>
                </a:lnTo>
                <a:lnTo>
                  <a:pt x="2316" y="1178"/>
                </a:lnTo>
                <a:lnTo>
                  <a:pt x="2298" y="1110"/>
                </a:lnTo>
                <a:lnTo>
                  <a:pt x="2264" y="1066"/>
                </a:lnTo>
                <a:lnTo>
                  <a:pt x="2257" y="1042"/>
                </a:lnTo>
                <a:lnTo>
                  <a:pt x="2282" y="995"/>
                </a:lnTo>
                <a:lnTo>
                  <a:pt x="2354" y="947"/>
                </a:lnTo>
                <a:lnTo>
                  <a:pt x="2409" y="947"/>
                </a:lnTo>
                <a:lnTo>
                  <a:pt x="2409" y="919"/>
                </a:lnTo>
                <a:lnTo>
                  <a:pt x="2332" y="911"/>
                </a:lnTo>
                <a:lnTo>
                  <a:pt x="2282" y="892"/>
                </a:lnTo>
                <a:lnTo>
                  <a:pt x="2268" y="919"/>
                </a:lnTo>
                <a:lnTo>
                  <a:pt x="2232" y="919"/>
                </a:lnTo>
                <a:lnTo>
                  <a:pt x="2219" y="883"/>
                </a:lnTo>
                <a:lnTo>
                  <a:pt x="2191" y="883"/>
                </a:lnTo>
                <a:lnTo>
                  <a:pt x="2154" y="815"/>
                </a:lnTo>
                <a:lnTo>
                  <a:pt x="2195" y="789"/>
                </a:lnTo>
                <a:lnTo>
                  <a:pt x="2237" y="796"/>
                </a:lnTo>
                <a:lnTo>
                  <a:pt x="2342" y="695"/>
                </a:lnTo>
                <a:lnTo>
                  <a:pt x="2372" y="695"/>
                </a:lnTo>
                <a:lnTo>
                  <a:pt x="2395" y="726"/>
                </a:lnTo>
                <a:lnTo>
                  <a:pt x="2395" y="740"/>
                </a:lnTo>
                <a:lnTo>
                  <a:pt x="2354" y="768"/>
                </a:lnTo>
                <a:lnTo>
                  <a:pt x="2366" y="796"/>
                </a:lnTo>
                <a:lnTo>
                  <a:pt x="2342" y="815"/>
                </a:lnTo>
                <a:lnTo>
                  <a:pt x="2342" y="830"/>
                </a:lnTo>
                <a:lnTo>
                  <a:pt x="2382" y="830"/>
                </a:lnTo>
                <a:lnTo>
                  <a:pt x="2404" y="796"/>
                </a:lnTo>
                <a:lnTo>
                  <a:pt x="2480" y="783"/>
                </a:lnTo>
                <a:lnTo>
                  <a:pt x="2490" y="729"/>
                </a:lnTo>
                <a:lnTo>
                  <a:pt x="2532" y="729"/>
                </a:lnTo>
                <a:lnTo>
                  <a:pt x="2567" y="677"/>
                </a:lnTo>
                <a:lnTo>
                  <a:pt x="2654" y="678"/>
                </a:lnTo>
                <a:lnTo>
                  <a:pt x="2654" y="644"/>
                </a:lnTo>
                <a:lnTo>
                  <a:pt x="2689" y="616"/>
                </a:lnTo>
                <a:lnTo>
                  <a:pt x="2732" y="618"/>
                </a:lnTo>
                <a:lnTo>
                  <a:pt x="2752" y="542"/>
                </a:lnTo>
                <a:lnTo>
                  <a:pt x="2751" y="506"/>
                </a:lnTo>
                <a:lnTo>
                  <a:pt x="2800" y="231"/>
                </a:lnTo>
                <a:lnTo>
                  <a:pt x="2692" y="283"/>
                </a:lnTo>
                <a:lnTo>
                  <a:pt x="2491" y="183"/>
                </a:lnTo>
                <a:lnTo>
                  <a:pt x="2399" y="0"/>
                </a:lnTo>
                <a:lnTo>
                  <a:pt x="2233" y="0"/>
                </a:lnTo>
                <a:lnTo>
                  <a:pt x="2147" y="77"/>
                </a:lnTo>
                <a:lnTo>
                  <a:pt x="2122" y="278"/>
                </a:lnTo>
                <a:lnTo>
                  <a:pt x="2069" y="277"/>
                </a:lnTo>
                <a:lnTo>
                  <a:pt x="2068" y="337"/>
                </a:lnTo>
                <a:lnTo>
                  <a:pt x="2053" y="383"/>
                </a:lnTo>
                <a:lnTo>
                  <a:pt x="2064" y="398"/>
                </a:lnTo>
                <a:lnTo>
                  <a:pt x="2096" y="405"/>
                </a:lnTo>
                <a:lnTo>
                  <a:pt x="2165" y="390"/>
                </a:lnTo>
                <a:lnTo>
                  <a:pt x="2173" y="421"/>
                </a:lnTo>
                <a:lnTo>
                  <a:pt x="2191" y="423"/>
                </a:lnTo>
                <a:lnTo>
                  <a:pt x="2217" y="447"/>
                </a:lnTo>
                <a:lnTo>
                  <a:pt x="2180" y="468"/>
                </a:lnTo>
                <a:lnTo>
                  <a:pt x="2130" y="468"/>
                </a:lnTo>
                <a:lnTo>
                  <a:pt x="2068" y="542"/>
                </a:lnTo>
                <a:lnTo>
                  <a:pt x="2011" y="552"/>
                </a:lnTo>
                <a:lnTo>
                  <a:pt x="1991" y="620"/>
                </a:lnTo>
                <a:lnTo>
                  <a:pt x="1932" y="605"/>
                </a:lnTo>
                <a:lnTo>
                  <a:pt x="1905" y="626"/>
                </a:lnTo>
                <a:lnTo>
                  <a:pt x="1878" y="634"/>
                </a:lnTo>
                <a:lnTo>
                  <a:pt x="1867" y="669"/>
                </a:lnTo>
                <a:lnTo>
                  <a:pt x="1867" y="741"/>
                </a:lnTo>
                <a:lnTo>
                  <a:pt x="1805" y="761"/>
                </a:lnTo>
                <a:lnTo>
                  <a:pt x="1652" y="796"/>
                </a:lnTo>
                <a:lnTo>
                  <a:pt x="1572" y="796"/>
                </a:lnTo>
                <a:lnTo>
                  <a:pt x="1554" y="741"/>
                </a:lnTo>
                <a:lnTo>
                  <a:pt x="1453" y="746"/>
                </a:lnTo>
                <a:lnTo>
                  <a:pt x="1231" y="747"/>
                </a:lnTo>
                <a:lnTo>
                  <a:pt x="1184" y="693"/>
                </a:lnTo>
                <a:lnTo>
                  <a:pt x="1146" y="693"/>
                </a:lnTo>
                <a:lnTo>
                  <a:pt x="1089" y="638"/>
                </a:lnTo>
                <a:lnTo>
                  <a:pt x="973" y="510"/>
                </a:lnTo>
                <a:lnTo>
                  <a:pt x="948" y="526"/>
                </a:lnTo>
                <a:lnTo>
                  <a:pt x="910" y="520"/>
                </a:lnTo>
                <a:lnTo>
                  <a:pt x="872" y="488"/>
                </a:lnTo>
                <a:lnTo>
                  <a:pt x="896" y="419"/>
                </a:lnTo>
                <a:lnTo>
                  <a:pt x="884" y="368"/>
                </a:lnTo>
                <a:lnTo>
                  <a:pt x="819" y="339"/>
                </a:lnTo>
                <a:lnTo>
                  <a:pt x="799" y="303"/>
                </a:lnTo>
                <a:lnTo>
                  <a:pt x="752" y="255"/>
                </a:lnTo>
                <a:lnTo>
                  <a:pt x="546" y="342"/>
                </a:lnTo>
                <a:lnTo>
                  <a:pt x="528" y="402"/>
                </a:lnTo>
                <a:lnTo>
                  <a:pt x="446" y="402"/>
                </a:lnTo>
                <a:lnTo>
                  <a:pt x="274" y="567"/>
                </a:lnTo>
                <a:lnTo>
                  <a:pt x="95" y="706"/>
                </a:lnTo>
                <a:lnTo>
                  <a:pt x="62" y="809"/>
                </a:lnTo>
                <a:lnTo>
                  <a:pt x="110" y="869"/>
                </a:lnTo>
                <a:lnTo>
                  <a:pt x="0" y="933"/>
                </a:lnTo>
                <a:lnTo>
                  <a:pt x="27" y="98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62" name="Freeform 245"/>
          <p:cNvSpPr>
            <a:spLocks/>
          </p:cNvSpPr>
          <p:nvPr/>
        </p:nvSpPr>
        <p:spPr bwMode="auto">
          <a:xfrm>
            <a:off x="2767075" y="5129587"/>
            <a:ext cx="120650" cy="382498"/>
          </a:xfrm>
          <a:custGeom>
            <a:avLst/>
            <a:gdLst>
              <a:gd name="connsiteX0" fmla="*/ 3874 w 11446"/>
              <a:gd name="connsiteY0" fmla="*/ 10000 h 12463"/>
              <a:gd name="connsiteX1" fmla="*/ 428 w 11446"/>
              <a:gd name="connsiteY1" fmla="*/ 10000 h 12463"/>
              <a:gd name="connsiteX2" fmla="*/ 270 w 11446"/>
              <a:gd name="connsiteY2" fmla="*/ 9424 h 12463"/>
              <a:gd name="connsiteX3" fmla="*/ 90 w 11446"/>
              <a:gd name="connsiteY3" fmla="*/ 9113 h 12463"/>
              <a:gd name="connsiteX4" fmla="*/ 270 w 11446"/>
              <a:gd name="connsiteY4" fmla="*/ 8716 h 12463"/>
              <a:gd name="connsiteX5" fmla="*/ 180 w 11446"/>
              <a:gd name="connsiteY5" fmla="*/ 8716 h 12463"/>
              <a:gd name="connsiteX6" fmla="*/ 518 w 11446"/>
              <a:gd name="connsiteY6" fmla="*/ 8381 h 12463"/>
              <a:gd name="connsiteX7" fmla="*/ 586 w 11446"/>
              <a:gd name="connsiteY7" fmla="*/ 8272 h 12463"/>
              <a:gd name="connsiteX8" fmla="*/ 631 w 11446"/>
              <a:gd name="connsiteY8" fmla="*/ 8132 h 12463"/>
              <a:gd name="connsiteX9" fmla="*/ 631 w 11446"/>
              <a:gd name="connsiteY9" fmla="*/ 7969 h 12463"/>
              <a:gd name="connsiteX10" fmla="*/ 586 w 11446"/>
              <a:gd name="connsiteY10" fmla="*/ 7829 h 12463"/>
              <a:gd name="connsiteX11" fmla="*/ 270 w 11446"/>
              <a:gd name="connsiteY11" fmla="*/ 7665 h 12463"/>
              <a:gd name="connsiteX12" fmla="*/ 0 w 11446"/>
              <a:gd name="connsiteY12" fmla="*/ 7556 h 12463"/>
              <a:gd name="connsiteX13" fmla="*/ 180 w 11446"/>
              <a:gd name="connsiteY13" fmla="*/ 7385 h 12463"/>
              <a:gd name="connsiteX14" fmla="*/ 338 w 11446"/>
              <a:gd name="connsiteY14" fmla="*/ 7307 h 12463"/>
              <a:gd name="connsiteX15" fmla="*/ 518 w 11446"/>
              <a:gd name="connsiteY15" fmla="*/ 7105 h 12463"/>
              <a:gd name="connsiteX16" fmla="*/ 721 w 11446"/>
              <a:gd name="connsiteY16" fmla="*/ 6942 h 12463"/>
              <a:gd name="connsiteX17" fmla="*/ 1937 w 11446"/>
              <a:gd name="connsiteY17" fmla="*/ 4887 h 12463"/>
              <a:gd name="connsiteX18" fmla="*/ 1779 w 11446"/>
              <a:gd name="connsiteY18" fmla="*/ 4078 h 12463"/>
              <a:gd name="connsiteX19" fmla="*/ 2095 w 11446"/>
              <a:gd name="connsiteY19" fmla="*/ 3440 h 12463"/>
              <a:gd name="connsiteX20" fmla="*/ 2297 w 11446"/>
              <a:gd name="connsiteY20" fmla="*/ 2825 h 12463"/>
              <a:gd name="connsiteX21" fmla="*/ 2500 w 11446"/>
              <a:gd name="connsiteY21" fmla="*/ 1798 h 12463"/>
              <a:gd name="connsiteX22" fmla="*/ 2500 w 11446"/>
              <a:gd name="connsiteY22" fmla="*/ 1105 h 12463"/>
              <a:gd name="connsiteX23" fmla="*/ 2027 w 11446"/>
              <a:gd name="connsiteY23" fmla="*/ 521 h 12463"/>
              <a:gd name="connsiteX24" fmla="*/ 4212 w 11446"/>
              <a:gd name="connsiteY24" fmla="*/ 0 h 12463"/>
              <a:gd name="connsiteX25" fmla="*/ 4932 w 11446"/>
              <a:gd name="connsiteY25" fmla="*/ 272 h 12463"/>
              <a:gd name="connsiteX26" fmla="*/ 5338 w 11446"/>
              <a:gd name="connsiteY26" fmla="*/ 545 h 12463"/>
              <a:gd name="connsiteX27" fmla="*/ 5563 w 11446"/>
              <a:gd name="connsiteY27" fmla="*/ 903 h 12463"/>
              <a:gd name="connsiteX28" fmla="*/ 6149 w 11446"/>
              <a:gd name="connsiteY28" fmla="*/ 1082 h 12463"/>
              <a:gd name="connsiteX29" fmla="*/ 6869 w 11446"/>
              <a:gd name="connsiteY29" fmla="*/ 1276 h 12463"/>
              <a:gd name="connsiteX30" fmla="*/ 7027 w 11446"/>
              <a:gd name="connsiteY30" fmla="*/ 1603 h 12463"/>
              <a:gd name="connsiteX31" fmla="*/ 6712 w 11446"/>
              <a:gd name="connsiteY31" fmla="*/ 1743 h 12463"/>
              <a:gd name="connsiteX32" fmla="*/ 6622 w 11446"/>
              <a:gd name="connsiteY32" fmla="*/ 2016 h 12463"/>
              <a:gd name="connsiteX33" fmla="*/ 7658 w 11446"/>
              <a:gd name="connsiteY33" fmla="*/ 2428 h 12463"/>
              <a:gd name="connsiteX34" fmla="*/ 8131 w 11446"/>
              <a:gd name="connsiteY34" fmla="*/ 2825 h 12463"/>
              <a:gd name="connsiteX35" fmla="*/ 8694 w 11446"/>
              <a:gd name="connsiteY35" fmla="*/ 3362 h 12463"/>
              <a:gd name="connsiteX36" fmla="*/ 9437 w 11446"/>
              <a:gd name="connsiteY36" fmla="*/ 3494 h 12463"/>
              <a:gd name="connsiteX37" fmla="*/ 9842 w 11446"/>
              <a:gd name="connsiteY37" fmla="*/ 3362 h 12463"/>
              <a:gd name="connsiteX38" fmla="*/ 9842 w 11446"/>
              <a:gd name="connsiteY38" fmla="*/ 3494 h 12463"/>
              <a:gd name="connsiteX39" fmla="*/ 9842 w 11446"/>
              <a:gd name="connsiteY39" fmla="*/ 3907 h 12463"/>
              <a:gd name="connsiteX40" fmla="*/ 10000 w 11446"/>
              <a:gd name="connsiteY40" fmla="*/ 4335 h 12463"/>
              <a:gd name="connsiteX41" fmla="*/ 9932 w 11446"/>
              <a:gd name="connsiteY41" fmla="*/ 4405 h 12463"/>
              <a:gd name="connsiteX42" fmla="*/ 9685 w 11446"/>
              <a:gd name="connsiteY42" fmla="*/ 4498 h 12463"/>
              <a:gd name="connsiteX43" fmla="*/ 9122 w 11446"/>
              <a:gd name="connsiteY43" fmla="*/ 4607 h 12463"/>
              <a:gd name="connsiteX44" fmla="*/ 7658 w 11446"/>
              <a:gd name="connsiteY44" fmla="*/ 4747 h 12463"/>
              <a:gd name="connsiteX45" fmla="*/ 7342 w 11446"/>
              <a:gd name="connsiteY45" fmla="*/ 4825 h 12463"/>
              <a:gd name="connsiteX46" fmla="*/ 7185 w 11446"/>
              <a:gd name="connsiteY46" fmla="*/ 4965 h 12463"/>
              <a:gd name="connsiteX47" fmla="*/ 7590 w 11446"/>
              <a:gd name="connsiteY47" fmla="*/ 5183 h 12463"/>
              <a:gd name="connsiteX48" fmla="*/ 7748 w 11446"/>
              <a:gd name="connsiteY48" fmla="*/ 5300 h 12463"/>
              <a:gd name="connsiteX49" fmla="*/ 7748 w 11446"/>
              <a:gd name="connsiteY49" fmla="*/ 5385 h 12463"/>
              <a:gd name="connsiteX50" fmla="*/ 7658 w 11446"/>
              <a:gd name="connsiteY50" fmla="*/ 5471 h 12463"/>
              <a:gd name="connsiteX51" fmla="*/ 7185 w 11446"/>
              <a:gd name="connsiteY51" fmla="*/ 5774 h 12463"/>
              <a:gd name="connsiteX52" fmla="*/ 7590 w 11446"/>
              <a:gd name="connsiteY52" fmla="*/ 5969 h 12463"/>
              <a:gd name="connsiteX53" fmla="*/ 8131 w 11446"/>
              <a:gd name="connsiteY53" fmla="*/ 6109 h 12463"/>
              <a:gd name="connsiteX54" fmla="*/ 7748 w 11446"/>
              <a:gd name="connsiteY54" fmla="*/ 6272 h 12463"/>
              <a:gd name="connsiteX55" fmla="*/ 7095 w 11446"/>
              <a:gd name="connsiteY55" fmla="*/ 6381 h 12463"/>
              <a:gd name="connsiteX56" fmla="*/ 7500 w 11446"/>
              <a:gd name="connsiteY56" fmla="*/ 6693 h 12463"/>
              <a:gd name="connsiteX57" fmla="*/ 6059 w 11446"/>
              <a:gd name="connsiteY57" fmla="*/ 6669 h 12463"/>
              <a:gd name="connsiteX58" fmla="*/ 5721 w 11446"/>
              <a:gd name="connsiteY58" fmla="*/ 6965 h 12463"/>
              <a:gd name="connsiteX59" fmla="*/ 5901 w 11446"/>
              <a:gd name="connsiteY59" fmla="*/ 7105 h 12463"/>
              <a:gd name="connsiteX60" fmla="*/ 6149 w 11446"/>
              <a:gd name="connsiteY60" fmla="*/ 7268 h 12463"/>
              <a:gd name="connsiteX61" fmla="*/ 6149 w 11446"/>
              <a:gd name="connsiteY61" fmla="*/ 7354 h 12463"/>
              <a:gd name="connsiteX62" fmla="*/ 5721 w 11446"/>
              <a:gd name="connsiteY62" fmla="*/ 7502 h 12463"/>
              <a:gd name="connsiteX63" fmla="*/ 5338 w 11446"/>
              <a:gd name="connsiteY63" fmla="*/ 7626 h 12463"/>
              <a:gd name="connsiteX64" fmla="*/ 4797 w 11446"/>
              <a:gd name="connsiteY64" fmla="*/ 7774 h 12463"/>
              <a:gd name="connsiteX65" fmla="*/ 4527 w 11446"/>
              <a:gd name="connsiteY65" fmla="*/ 8218 h 12463"/>
              <a:gd name="connsiteX66" fmla="*/ 4685 w 11446"/>
              <a:gd name="connsiteY66" fmla="*/ 8833 h 12463"/>
              <a:gd name="connsiteX67" fmla="*/ 4279 w 11446"/>
              <a:gd name="connsiteY67" fmla="*/ 9276 h 12463"/>
              <a:gd name="connsiteX68" fmla="*/ 11446 w 11446"/>
              <a:gd name="connsiteY68" fmla="*/ 12463 h 12463"/>
              <a:gd name="connsiteX0" fmla="*/ 3874 w 10000"/>
              <a:gd name="connsiteY0" fmla="*/ 10000 h 10000"/>
              <a:gd name="connsiteX1" fmla="*/ 428 w 10000"/>
              <a:gd name="connsiteY1" fmla="*/ 10000 h 10000"/>
              <a:gd name="connsiteX2" fmla="*/ 270 w 10000"/>
              <a:gd name="connsiteY2" fmla="*/ 9424 h 10000"/>
              <a:gd name="connsiteX3" fmla="*/ 90 w 10000"/>
              <a:gd name="connsiteY3" fmla="*/ 9113 h 10000"/>
              <a:gd name="connsiteX4" fmla="*/ 270 w 10000"/>
              <a:gd name="connsiteY4" fmla="*/ 8716 h 10000"/>
              <a:gd name="connsiteX5" fmla="*/ 180 w 10000"/>
              <a:gd name="connsiteY5" fmla="*/ 8716 h 10000"/>
              <a:gd name="connsiteX6" fmla="*/ 518 w 10000"/>
              <a:gd name="connsiteY6" fmla="*/ 8381 h 10000"/>
              <a:gd name="connsiteX7" fmla="*/ 586 w 10000"/>
              <a:gd name="connsiteY7" fmla="*/ 8272 h 10000"/>
              <a:gd name="connsiteX8" fmla="*/ 631 w 10000"/>
              <a:gd name="connsiteY8" fmla="*/ 8132 h 10000"/>
              <a:gd name="connsiteX9" fmla="*/ 631 w 10000"/>
              <a:gd name="connsiteY9" fmla="*/ 7969 h 10000"/>
              <a:gd name="connsiteX10" fmla="*/ 586 w 10000"/>
              <a:gd name="connsiteY10" fmla="*/ 7829 h 10000"/>
              <a:gd name="connsiteX11" fmla="*/ 270 w 10000"/>
              <a:gd name="connsiteY11" fmla="*/ 7665 h 10000"/>
              <a:gd name="connsiteX12" fmla="*/ 0 w 10000"/>
              <a:gd name="connsiteY12" fmla="*/ 7556 h 10000"/>
              <a:gd name="connsiteX13" fmla="*/ 180 w 10000"/>
              <a:gd name="connsiteY13" fmla="*/ 7385 h 10000"/>
              <a:gd name="connsiteX14" fmla="*/ 338 w 10000"/>
              <a:gd name="connsiteY14" fmla="*/ 7307 h 10000"/>
              <a:gd name="connsiteX15" fmla="*/ 518 w 10000"/>
              <a:gd name="connsiteY15" fmla="*/ 7105 h 10000"/>
              <a:gd name="connsiteX16" fmla="*/ 721 w 10000"/>
              <a:gd name="connsiteY16" fmla="*/ 6942 h 10000"/>
              <a:gd name="connsiteX17" fmla="*/ 1937 w 10000"/>
              <a:gd name="connsiteY17" fmla="*/ 4887 h 10000"/>
              <a:gd name="connsiteX18" fmla="*/ 1779 w 10000"/>
              <a:gd name="connsiteY18" fmla="*/ 4078 h 10000"/>
              <a:gd name="connsiteX19" fmla="*/ 2095 w 10000"/>
              <a:gd name="connsiteY19" fmla="*/ 3440 h 10000"/>
              <a:gd name="connsiteX20" fmla="*/ 2297 w 10000"/>
              <a:gd name="connsiteY20" fmla="*/ 2825 h 10000"/>
              <a:gd name="connsiteX21" fmla="*/ 2500 w 10000"/>
              <a:gd name="connsiteY21" fmla="*/ 1798 h 10000"/>
              <a:gd name="connsiteX22" fmla="*/ 2500 w 10000"/>
              <a:gd name="connsiteY22" fmla="*/ 1105 h 10000"/>
              <a:gd name="connsiteX23" fmla="*/ 2027 w 10000"/>
              <a:gd name="connsiteY23" fmla="*/ 521 h 10000"/>
              <a:gd name="connsiteX24" fmla="*/ 4212 w 10000"/>
              <a:gd name="connsiteY24" fmla="*/ 0 h 10000"/>
              <a:gd name="connsiteX25" fmla="*/ 4932 w 10000"/>
              <a:gd name="connsiteY25" fmla="*/ 272 h 10000"/>
              <a:gd name="connsiteX26" fmla="*/ 5338 w 10000"/>
              <a:gd name="connsiteY26" fmla="*/ 545 h 10000"/>
              <a:gd name="connsiteX27" fmla="*/ 5563 w 10000"/>
              <a:gd name="connsiteY27" fmla="*/ 903 h 10000"/>
              <a:gd name="connsiteX28" fmla="*/ 6149 w 10000"/>
              <a:gd name="connsiteY28" fmla="*/ 1082 h 10000"/>
              <a:gd name="connsiteX29" fmla="*/ 6869 w 10000"/>
              <a:gd name="connsiteY29" fmla="*/ 1276 h 10000"/>
              <a:gd name="connsiteX30" fmla="*/ 7027 w 10000"/>
              <a:gd name="connsiteY30" fmla="*/ 1603 h 10000"/>
              <a:gd name="connsiteX31" fmla="*/ 6712 w 10000"/>
              <a:gd name="connsiteY31" fmla="*/ 1743 h 10000"/>
              <a:gd name="connsiteX32" fmla="*/ 6622 w 10000"/>
              <a:gd name="connsiteY32" fmla="*/ 2016 h 10000"/>
              <a:gd name="connsiteX33" fmla="*/ 7658 w 10000"/>
              <a:gd name="connsiteY33" fmla="*/ 2428 h 10000"/>
              <a:gd name="connsiteX34" fmla="*/ 8131 w 10000"/>
              <a:gd name="connsiteY34" fmla="*/ 2825 h 10000"/>
              <a:gd name="connsiteX35" fmla="*/ 8694 w 10000"/>
              <a:gd name="connsiteY35" fmla="*/ 3362 h 10000"/>
              <a:gd name="connsiteX36" fmla="*/ 9437 w 10000"/>
              <a:gd name="connsiteY36" fmla="*/ 3494 h 10000"/>
              <a:gd name="connsiteX37" fmla="*/ 9842 w 10000"/>
              <a:gd name="connsiteY37" fmla="*/ 3362 h 10000"/>
              <a:gd name="connsiteX38" fmla="*/ 9842 w 10000"/>
              <a:gd name="connsiteY38" fmla="*/ 3494 h 10000"/>
              <a:gd name="connsiteX39" fmla="*/ 9842 w 10000"/>
              <a:gd name="connsiteY39" fmla="*/ 3907 h 10000"/>
              <a:gd name="connsiteX40" fmla="*/ 10000 w 10000"/>
              <a:gd name="connsiteY40" fmla="*/ 4335 h 10000"/>
              <a:gd name="connsiteX41" fmla="*/ 9932 w 10000"/>
              <a:gd name="connsiteY41" fmla="*/ 4405 h 10000"/>
              <a:gd name="connsiteX42" fmla="*/ 9685 w 10000"/>
              <a:gd name="connsiteY42" fmla="*/ 4498 h 10000"/>
              <a:gd name="connsiteX43" fmla="*/ 9122 w 10000"/>
              <a:gd name="connsiteY43" fmla="*/ 4607 h 10000"/>
              <a:gd name="connsiteX44" fmla="*/ 7658 w 10000"/>
              <a:gd name="connsiteY44" fmla="*/ 4747 h 10000"/>
              <a:gd name="connsiteX45" fmla="*/ 7342 w 10000"/>
              <a:gd name="connsiteY45" fmla="*/ 4825 h 10000"/>
              <a:gd name="connsiteX46" fmla="*/ 7185 w 10000"/>
              <a:gd name="connsiteY46" fmla="*/ 4965 h 10000"/>
              <a:gd name="connsiteX47" fmla="*/ 7590 w 10000"/>
              <a:gd name="connsiteY47" fmla="*/ 5183 h 10000"/>
              <a:gd name="connsiteX48" fmla="*/ 7748 w 10000"/>
              <a:gd name="connsiteY48" fmla="*/ 5300 h 10000"/>
              <a:gd name="connsiteX49" fmla="*/ 7748 w 10000"/>
              <a:gd name="connsiteY49" fmla="*/ 5385 h 10000"/>
              <a:gd name="connsiteX50" fmla="*/ 7658 w 10000"/>
              <a:gd name="connsiteY50" fmla="*/ 5471 h 10000"/>
              <a:gd name="connsiteX51" fmla="*/ 7185 w 10000"/>
              <a:gd name="connsiteY51" fmla="*/ 5774 h 10000"/>
              <a:gd name="connsiteX52" fmla="*/ 7590 w 10000"/>
              <a:gd name="connsiteY52" fmla="*/ 5969 h 10000"/>
              <a:gd name="connsiteX53" fmla="*/ 8131 w 10000"/>
              <a:gd name="connsiteY53" fmla="*/ 6109 h 10000"/>
              <a:gd name="connsiteX54" fmla="*/ 7748 w 10000"/>
              <a:gd name="connsiteY54" fmla="*/ 6272 h 10000"/>
              <a:gd name="connsiteX55" fmla="*/ 7095 w 10000"/>
              <a:gd name="connsiteY55" fmla="*/ 6381 h 10000"/>
              <a:gd name="connsiteX56" fmla="*/ 7500 w 10000"/>
              <a:gd name="connsiteY56" fmla="*/ 6693 h 10000"/>
              <a:gd name="connsiteX57" fmla="*/ 6059 w 10000"/>
              <a:gd name="connsiteY57" fmla="*/ 6669 h 10000"/>
              <a:gd name="connsiteX58" fmla="*/ 5721 w 10000"/>
              <a:gd name="connsiteY58" fmla="*/ 6965 h 10000"/>
              <a:gd name="connsiteX59" fmla="*/ 5901 w 10000"/>
              <a:gd name="connsiteY59" fmla="*/ 7105 h 10000"/>
              <a:gd name="connsiteX60" fmla="*/ 6149 w 10000"/>
              <a:gd name="connsiteY60" fmla="*/ 7268 h 10000"/>
              <a:gd name="connsiteX61" fmla="*/ 6149 w 10000"/>
              <a:gd name="connsiteY61" fmla="*/ 7354 h 10000"/>
              <a:gd name="connsiteX62" fmla="*/ 5721 w 10000"/>
              <a:gd name="connsiteY62" fmla="*/ 7502 h 10000"/>
              <a:gd name="connsiteX63" fmla="*/ 5338 w 10000"/>
              <a:gd name="connsiteY63" fmla="*/ 7626 h 10000"/>
              <a:gd name="connsiteX64" fmla="*/ 4797 w 10000"/>
              <a:gd name="connsiteY64" fmla="*/ 7774 h 10000"/>
              <a:gd name="connsiteX65" fmla="*/ 4527 w 10000"/>
              <a:gd name="connsiteY65" fmla="*/ 8218 h 10000"/>
              <a:gd name="connsiteX66" fmla="*/ 4685 w 10000"/>
              <a:gd name="connsiteY66" fmla="*/ 8833 h 10000"/>
              <a:gd name="connsiteX67" fmla="*/ 4279 w 10000"/>
              <a:gd name="connsiteY67" fmla="*/ 9276 h 10000"/>
              <a:gd name="connsiteX0" fmla="*/ 428 w 10000"/>
              <a:gd name="connsiteY0" fmla="*/ 10000 h 10000"/>
              <a:gd name="connsiteX1" fmla="*/ 270 w 10000"/>
              <a:gd name="connsiteY1" fmla="*/ 9424 h 10000"/>
              <a:gd name="connsiteX2" fmla="*/ 90 w 10000"/>
              <a:gd name="connsiteY2" fmla="*/ 9113 h 10000"/>
              <a:gd name="connsiteX3" fmla="*/ 270 w 10000"/>
              <a:gd name="connsiteY3" fmla="*/ 8716 h 10000"/>
              <a:gd name="connsiteX4" fmla="*/ 180 w 10000"/>
              <a:gd name="connsiteY4" fmla="*/ 8716 h 10000"/>
              <a:gd name="connsiteX5" fmla="*/ 518 w 10000"/>
              <a:gd name="connsiteY5" fmla="*/ 8381 h 10000"/>
              <a:gd name="connsiteX6" fmla="*/ 586 w 10000"/>
              <a:gd name="connsiteY6" fmla="*/ 8272 h 10000"/>
              <a:gd name="connsiteX7" fmla="*/ 631 w 10000"/>
              <a:gd name="connsiteY7" fmla="*/ 8132 h 10000"/>
              <a:gd name="connsiteX8" fmla="*/ 631 w 10000"/>
              <a:gd name="connsiteY8" fmla="*/ 7969 h 10000"/>
              <a:gd name="connsiteX9" fmla="*/ 586 w 10000"/>
              <a:gd name="connsiteY9" fmla="*/ 7829 h 10000"/>
              <a:gd name="connsiteX10" fmla="*/ 270 w 10000"/>
              <a:gd name="connsiteY10" fmla="*/ 7665 h 10000"/>
              <a:gd name="connsiteX11" fmla="*/ 0 w 10000"/>
              <a:gd name="connsiteY11" fmla="*/ 7556 h 10000"/>
              <a:gd name="connsiteX12" fmla="*/ 180 w 10000"/>
              <a:gd name="connsiteY12" fmla="*/ 7385 h 10000"/>
              <a:gd name="connsiteX13" fmla="*/ 338 w 10000"/>
              <a:gd name="connsiteY13" fmla="*/ 7307 h 10000"/>
              <a:gd name="connsiteX14" fmla="*/ 518 w 10000"/>
              <a:gd name="connsiteY14" fmla="*/ 7105 h 10000"/>
              <a:gd name="connsiteX15" fmla="*/ 721 w 10000"/>
              <a:gd name="connsiteY15" fmla="*/ 6942 h 10000"/>
              <a:gd name="connsiteX16" fmla="*/ 1937 w 10000"/>
              <a:gd name="connsiteY16" fmla="*/ 4887 h 10000"/>
              <a:gd name="connsiteX17" fmla="*/ 1779 w 10000"/>
              <a:gd name="connsiteY17" fmla="*/ 4078 h 10000"/>
              <a:gd name="connsiteX18" fmla="*/ 2095 w 10000"/>
              <a:gd name="connsiteY18" fmla="*/ 3440 h 10000"/>
              <a:gd name="connsiteX19" fmla="*/ 2297 w 10000"/>
              <a:gd name="connsiteY19" fmla="*/ 2825 h 10000"/>
              <a:gd name="connsiteX20" fmla="*/ 2500 w 10000"/>
              <a:gd name="connsiteY20" fmla="*/ 1798 h 10000"/>
              <a:gd name="connsiteX21" fmla="*/ 2500 w 10000"/>
              <a:gd name="connsiteY21" fmla="*/ 1105 h 10000"/>
              <a:gd name="connsiteX22" fmla="*/ 2027 w 10000"/>
              <a:gd name="connsiteY22" fmla="*/ 521 h 10000"/>
              <a:gd name="connsiteX23" fmla="*/ 4212 w 10000"/>
              <a:gd name="connsiteY23" fmla="*/ 0 h 10000"/>
              <a:gd name="connsiteX24" fmla="*/ 4932 w 10000"/>
              <a:gd name="connsiteY24" fmla="*/ 272 h 10000"/>
              <a:gd name="connsiteX25" fmla="*/ 5338 w 10000"/>
              <a:gd name="connsiteY25" fmla="*/ 545 h 10000"/>
              <a:gd name="connsiteX26" fmla="*/ 5563 w 10000"/>
              <a:gd name="connsiteY26" fmla="*/ 903 h 10000"/>
              <a:gd name="connsiteX27" fmla="*/ 6149 w 10000"/>
              <a:gd name="connsiteY27" fmla="*/ 1082 h 10000"/>
              <a:gd name="connsiteX28" fmla="*/ 6869 w 10000"/>
              <a:gd name="connsiteY28" fmla="*/ 1276 h 10000"/>
              <a:gd name="connsiteX29" fmla="*/ 7027 w 10000"/>
              <a:gd name="connsiteY29" fmla="*/ 1603 h 10000"/>
              <a:gd name="connsiteX30" fmla="*/ 6712 w 10000"/>
              <a:gd name="connsiteY30" fmla="*/ 1743 h 10000"/>
              <a:gd name="connsiteX31" fmla="*/ 6622 w 10000"/>
              <a:gd name="connsiteY31" fmla="*/ 2016 h 10000"/>
              <a:gd name="connsiteX32" fmla="*/ 7658 w 10000"/>
              <a:gd name="connsiteY32" fmla="*/ 2428 h 10000"/>
              <a:gd name="connsiteX33" fmla="*/ 8131 w 10000"/>
              <a:gd name="connsiteY33" fmla="*/ 2825 h 10000"/>
              <a:gd name="connsiteX34" fmla="*/ 8694 w 10000"/>
              <a:gd name="connsiteY34" fmla="*/ 3362 h 10000"/>
              <a:gd name="connsiteX35" fmla="*/ 9437 w 10000"/>
              <a:gd name="connsiteY35" fmla="*/ 3494 h 10000"/>
              <a:gd name="connsiteX36" fmla="*/ 9842 w 10000"/>
              <a:gd name="connsiteY36" fmla="*/ 3362 h 10000"/>
              <a:gd name="connsiteX37" fmla="*/ 9842 w 10000"/>
              <a:gd name="connsiteY37" fmla="*/ 3494 h 10000"/>
              <a:gd name="connsiteX38" fmla="*/ 9842 w 10000"/>
              <a:gd name="connsiteY38" fmla="*/ 3907 h 10000"/>
              <a:gd name="connsiteX39" fmla="*/ 10000 w 10000"/>
              <a:gd name="connsiteY39" fmla="*/ 4335 h 10000"/>
              <a:gd name="connsiteX40" fmla="*/ 9932 w 10000"/>
              <a:gd name="connsiteY40" fmla="*/ 4405 h 10000"/>
              <a:gd name="connsiteX41" fmla="*/ 9685 w 10000"/>
              <a:gd name="connsiteY41" fmla="*/ 4498 h 10000"/>
              <a:gd name="connsiteX42" fmla="*/ 9122 w 10000"/>
              <a:gd name="connsiteY42" fmla="*/ 4607 h 10000"/>
              <a:gd name="connsiteX43" fmla="*/ 7658 w 10000"/>
              <a:gd name="connsiteY43" fmla="*/ 4747 h 10000"/>
              <a:gd name="connsiteX44" fmla="*/ 7342 w 10000"/>
              <a:gd name="connsiteY44" fmla="*/ 4825 h 10000"/>
              <a:gd name="connsiteX45" fmla="*/ 7185 w 10000"/>
              <a:gd name="connsiteY45" fmla="*/ 4965 h 10000"/>
              <a:gd name="connsiteX46" fmla="*/ 7590 w 10000"/>
              <a:gd name="connsiteY46" fmla="*/ 5183 h 10000"/>
              <a:gd name="connsiteX47" fmla="*/ 7748 w 10000"/>
              <a:gd name="connsiteY47" fmla="*/ 5300 h 10000"/>
              <a:gd name="connsiteX48" fmla="*/ 7748 w 10000"/>
              <a:gd name="connsiteY48" fmla="*/ 5385 h 10000"/>
              <a:gd name="connsiteX49" fmla="*/ 7658 w 10000"/>
              <a:gd name="connsiteY49" fmla="*/ 5471 h 10000"/>
              <a:gd name="connsiteX50" fmla="*/ 7185 w 10000"/>
              <a:gd name="connsiteY50" fmla="*/ 5774 h 10000"/>
              <a:gd name="connsiteX51" fmla="*/ 7590 w 10000"/>
              <a:gd name="connsiteY51" fmla="*/ 5969 h 10000"/>
              <a:gd name="connsiteX52" fmla="*/ 8131 w 10000"/>
              <a:gd name="connsiteY52" fmla="*/ 6109 h 10000"/>
              <a:gd name="connsiteX53" fmla="*/ 7748 w 10000"/>
              <a:gd name="connsiteY53" fmla="*/ 6272 h 10000"/>
              <a:gd name="connsiteX54" fmla="*/ 7095 w 10000"/>
              <a:gd name="connsiteY54" fmla="*/ 6381 h 10000"/>
              <a:gd name="connsiteX55" fmla="*/ 7500 w 10000"/>
              <a:gd name="connsiteY55" fmla="*/ 6693 h 10000"/>
              <a:gd name="connsiteX56" fmla="*/ 6059 w 10000"/>
              <a:gd name="connsiteY56" fmla="*/ 6669 h 10000"/>
              <a:gd name="connsiteX57" fmla="*/ 5721 w 10000"/>
              <a:gd name="connsiteY57" fmla="*/ 6965 h 10000"/>
              <a:gd name="connsiteX58" fmla="*/ 5901 w 10000"/>
              <a:gd name="connsiteY58" fmla="*/ 7105 h 10000"/>
              <a:gd name="connsiteX59" fmla="*/ 6149 w 10000"/>
              <a:gd name="connsiteY59" fmla="*/ 7268 h 10000"/>
              <a:gd name="connsiteX60" fmla="*/ 6149 w 10000"/>
              <a:gd name="connsiteY60" fmla="*/ 7354 h 10000"/>
              <a:gd name="connsiteX61" fmla="*/ 5721 w 10000"/>
              <a:gd name="connsiteY61" fmla="*/ 7502 h 10000"/>
              <a:gd name="connsiteX62" fmla="*/ 5338 w 10000"/>
              <a:gd name="connsiteY62" fmla="*/ 7626 h 10000"/>
              <a:gd name="connsiteX63" fmla="*/ 4797 w 10000"/>
              <a:gd name="connsiteY63" fmla="*/ 7774 h 10000"/>
              <a:gd name="connsiteX64" fmla="*/ 4527 w 10000"/>
              <a:gd name="connsiteY64" fmla="*/ 8218 h 10000"/>
              <a:gd name="connsiteX65" fmla="*/ 4685 w 10000"/>
              <a:gd name="connsiteY65" fmla="*/ 8833 h 10000"/>
              <a:gd name="connsiteX66" fmla="*/ 4279 w 10000"/>
              <a:gd name="connsiteY66" fmla="*/ 9276 h 10000"/>
              <a:gd name="connsiteX0" fmla="*/ 428 w 10000"/>
              <a:gd name="connsiteY0" fmla="*/ 10000 h 10238"/>
              <a:gd name="connsiteX1" fmla="*/ 270 w 10000"/>
              <a:gd name="connsiteY1" fmla="*/ 9424 h 10238"/>
              <a:gd name="connsiteX2" fmla="*/ 90 w 10000"/>
              <a:gd name="connsiteY2" fmla="*/ 9113 h 10238"/>
              <a:gd name="connsiteX3" fmla="*/ 270 w 10000"/>
              <a:gd name="connsiteY3" fmla="*/ 8716 h 10238"/>
              <a:gd name="connsiteX4" fmla="*/ 180 w 10000"/>
              <a:gd name="connsiteY4" fmla="*/ 8716 h 10238"/>
              <a:gd name="connsiteX5" fmla="*/ 518 w 10000"/>
              <a:gd name="connsiteY5" fmla="*/ 8381 h 10238"/>
              <a:gd name="connsiteX6" fmla="*/ 586 w 10000"/>
              <a:gd name="connsiteY6" fmla="*/ 8272 h 10238"/>
              <a:gd name="connsiteX7" fmla="*/ 631 w 10000"/>
              <a:gd name="connsiteY7" fmla="*/ 8132 h 10238"/>
              <a:gd name="connsiteX8" fmla="*/ 631 w 10000"/>
              <a:gd name="connsiteY8" fmla="*/ 7969 h 10238"/>
              <a:gd name="connsiteX9" fmla="*/ 586 w 10000"/>
              <a:gd name="connsiteY9" fmla="*/ 7829 h 10238"/>
              <a:gd name="connsiteX10" fmla="*/ 270 w 10000"/>
              <a:gd name="connsiteY10" fmla="*/ 7665 h 10238"/>
              <a:gd name="connsiteX11" fmla="*/ 0 w 10000"/>
              <a:gd name="connsiteY11" fmla="*/ 7556 h 10238"/>
              <a:gd name="connsiteX12" fmla="*/ 180 w 10000"/>
              <a:gd name="connsiteY12" fmla="*/ 7385 h 10238"/>
              <a:gd name="connsiteX13" fmla="*/ 338 w 10000"/>
              <a:gd name="connsiteY13" fmla="*/ 7307 h 10238"/>
              <a:gd name="connsiteX14" fmla="*/ 518 w 10000"/>
              <a:gd name="connsiteY14" fmla="*/ 7105 h 10238"/>
              <a:gd name="connsiteX15" fmla="*/ 721 w 10000"/>
              <a:gd name="connsiteY15" fmla="*/ 6942 h 10238"/>
              <a:gd name="connsiteX16" fmla="*/ 1937 w 10000"/>
              <a:gd name="connsiteY16" fmla="*/ 4887 h 10238"/>
              <a:gd name="connsiteX17" fmla="*/ 1779 w 10000"/>
              <a:gd name="connsiteY17" fmla="*/ 4078 h 10238"/>
              <a:gd name="connsiteX18" fmla="*/ 2095 w 10000"/>
              <a:gd name="connsiteY18" fmla="*/ 3440 h 10238"/>
              <a:gd name="connsiteX19" fmla="*/ 2297 w 10000"/>
              <a:gd name="connsiteY19" fmla="*/ 2825 h 10238"/>
              <a:gd name="connsiteX20" fmla="*/ 2500 w 10000"/>
              <a:gd name="connsiteY20" fmla="*/ 1798 h 10238"/>
              <a:gd name="connsiteX21" fmla="*/ 2500 w 10000"/>
              <a:gd name="connsiteY21" fmla="*/ 1105 h 10238"/>
              <a:gd name="connsiteX22" fmla="*/ 2027 w 10000"/>
              <a:gd name="connsiteY22" fmla="*/ 521 h 10238"/>
              <a:gd name="connsiteX23" fmla="*/ 4212 w 10000"/>
              <a:gd name="connsiteY23" fmla="*/ 0 h 10238"/>
              <a:gd name="connsiteX24" fmla="*/ 4932 w 10000"/>
              <a:gd name="connsiteY24" fmla="*/ 272 h 10238"/>
              <a:gd name="connsiteX25" fmla="*/ 5338 w 10000"/>
              <a:gd name="connsiteY25" fmla="*/ 545 h 10238"/>
              <a:gd name="connsiteX26" fmla="*/ 5563 w 10000"/>
              <a:gd name="connsiteY26" fmla="*/ 903 h 10238"/>
              <a:gd name="connsiteX27" fmla="*/ 6149 w 10000"/>
              <a:gd name="connsiteY27" fmla="*/ 1082 h 10238"/>
              <a:gd name="connsiteX28" fmla="*/ 6869 w 10000"/>
              <a:gd name="connsiteY28" fmla="*/ 1276 h 10238"/>
              <a:gd name="connsiteX29" fmla="*/ 7027 w 10000"/>
              <a:gd name="connsiteY29" fmla="*/ 1603 h 10238"/>
              <a:gd name="connsiteX30" fmla="*/ 6712 w 10000"/>
              <a:gd name="connsiteY30" fmla="*/ 1743 h 10238"/>
              <a:gd name="connsiteX31" fmla="*/ 6622 w 10000"/>
              <a:gd name="connsiteY31" fmla="*/ 2016 h 10238"/>
              <a:gd name="connsiteX32" fmla="*/ 7658 w 10000"/>
              <a:gd name="connsiteY32" fmla="*/ 2428 h 10238"/>
              <a:gd name="connsiteX33" fmla="*/ 8131 w 10000"/>
              <a:gd name="connsiteY33" fmla="*/ 2825 h 10238"/>
              <a:gd name="connsiteX34" fmla="*/ 8694 w 10000"/>
              <a:gd name="connsiteY34" fmla="*/ 3362 h 10238"/>
              <a:gd name="connsiteX35" fmla="*/ 9437 w 10000"/>
              <a:gd name="connsiteY35" fmla="*/ 3494 h 10238"/>
              <a:gd name="connsiteX36" fmla="*/ 9842 w 10000"/>
              <a:gd name="connsiteY36" fmla="*/ 3362 h 10238"/>
              <a:gd name="connsiteX37" fmla="*/ 9842 w 10000"/>
              <a:gd name="connsiteY37" fmla="*/ 3494 h 10238"/>
              <a:gd name="connsiteX38" fmla="*/ 9842 w 10000"/>
              <a:gd name="connsiteY38" fmla="*/ 3907 h 10238"/>
              <a:gd name="connsiteX39" fmla="*/ 10000 w 10000"/>
              <a:gd name="connsiteY39" fmla="*/ 4335 h 10238"/>
              <a:gd name="connsiteX40" fmla="*/ 9932 w 10000"/>
              <a:gd name="connsiteY40" fmla="*/ 4405 h 10238"/>
              <a:gd name="connsiteX41" fmla="*/ 9685 w 10000"/>
              <a:gd name="connsiteY41" fmla="*/ 4498 h 10238"/>
              <a:gd name="connsiteX42" fmla="*/ 9122 w 10000"/>
              <a:gd name="connsiteY42" fmla="*/ 4607 h 10238"/>
              <a:gd name="connsiteX43" fmla="*/ 7658 w 10000"/>
              <a:gd name="connsiteY43" fmla="*/ 4747 h 10238"/>
              <a:gd name="connsiteX44" fmla="*/ 7342 w 10000"/>
              <a:gd name="connsiteY44" fmla="*/ 4825 h 10238"/>
              <a:gd name="connsiteX45" fmla="*/ 7185 w 10000"/>
              <a:gd name="connsiteY45" fmla="*/ 4965 h 10238"/>
              <a:gd name="connsiteX46" fmla="*/ 7590 w 10000"/>
              <a:gd name="connsiteY46" fmla="*/ 5183 h 10238"/>
              <a:gd name="connsiteX47" fmla="*/ 7748 w 10000"/>
              <a:gd name="connsiteY47" fmla="*/ 5300 h 10238"/>
              <a:gd name="connsiteX48" fmla="*/ 7748 w 10000"/>
              <a:gd name="connsiteY48" fmla="*/ 5385 h 10238"/>
              <a:gd name="connsiteX49" fmla="*/ 7658 w 10000"/>
              <a:gd name="connsiteY49" fmla="*/ 5471 h 10238"/>
              <a:gd name="connsiteX50" fmla="*/ 7185 w 10000"/>
              <a:gd name="connsiteY50" fmla="*/ 5774 h 10238"/>
              <a:gd name="connsiteX51" fmla="*/ 7590 w 10000"/>
              <a:gd name="connsiteY51" fmla="*/ 5969 h 10238"/>
              <a:gd name="connsiteX52" fmla="*/ 8131 w 10000"/>
              <a:gd name="connsiteY52" fmla="*/ 6109 h 10238"/>
              <a:gd name="connsiteX53" fmla="*/ 7748 w 10000"/>
              <a:gd name="connsiteY53" fmla="*/ 6272 h 10238"/>
              <a:gd name="connsiteX54" fmla="*/ 7095 w 10000"/>
              <a:gd name="connsiteY54" fmla="*/ 6381 h 10238"/>
              <a:gd name="connsiteX55" fmla="*/ 7500 w 10000"/>
              <a:gd name="connsiteY55" fmla="*/ 6693 h 10238"/>
              <a:gd name="connsiteX56" fmla="*/ 6059 w 10000"/>
              <a:gd name="connsiteY56" fmla="*/ 6669 h 10238"/>
              <a:gd name="connsiteX57" fmla="*/ 5721 w 10000"/>
              <a:gd name="connsiteY57" fmla="*/ 6965 h 10238"/>
              <a:gd name="connsiteX58" fmla="*/ 5901 w 10000"/>
              <a:gd name="connsiteY58" fmla="*/ 7105 h 10238"/>
              <a:gd name="connsiteX59" fmla="*/ 6149 w 10000"/>
              <a:gd name="connsiteY59" fmla="*/ 7268 h 10238"/>
              <a:gd name="connsiteX60" fmla="*/ 6149 w 10000"/>
              <a:gd name="connsiteY60" fmla="*/ 7354 h 10238"/>
              <a:gd name="connsiteX61" fmla="*/ 5721 w 10000"/>
              <a:gd name="connsiteY61" fmla="*/ 7502 h 10238"/>
              <a:gd name="connsiteX62" fmla="*/ 5338 w 10000"/>
              <a:gd name="connsiteY62" fmla="*/ 7626 h 10238"/>
              <a:gd name="connsiteX63" fmla="*/ 4797 w 10000"/>
              <a:gd name="connsiteY63" fmla="*/ 7774 h 10238"/>
              <a:gd name="connsiteX64" fmla="*/ 4527 w 10000"/>
              <a:gd name="connsiteY64" fmla="*/ 8218 h 10238"/>
              <a:gd name="connsiteX65" fmla="*/ 4685 w 10000"/>
              <a:gd name="connsiteY65" fmla="*/ 8833 h 10238"/>
              <a:gd name="connsiteX66" fmla="*/ 3687 w 10000"/>
              <a:gd name="connsiteY66" fmla="*/ 10238 h 10238"/>
              <a:gd name="connsiteX0" fmla="*/ 822 w 10000"/>
              <a:gd name="connsiteY0" fmla="*/ 10192 h 10238"/>
              <a:gd name="connsiteX1" fmla="*/ 270 w 10000"/>
              <a:gd name="connsiteY1" fmla="*/ 9424 h 10238"/>
              <a:gd name="connsiteX2" fmla="*/ 90 w 10000"/>
              <a:gd name="connsiteY2" fmla="*/ 9113 h 10238"/>
              <a:gd name="connsiteX3" fmla="*/ 270 w 10000"/>
              <a:gd name="connsiteY3" fmla="*/ 8716 h 10238"/>
              <a:gd name="connsiteX4" fmla="*/ 180 w 10000"/>
              <a:gd name="connsiteY4" fmla="*/ 8716 h 10238"/>
              <a:gd name="connsiteX5" fmla="*/ 518 w 10000"/>
              <a:gd name="connsiteY5" fmla="*/ 8381 h 10238"/>
              <a:gd name="connsiteX6" fmla="*/ 586 w 10000"/>
              <a:gd name="connsiteY6" fmla="*/ 8272 h 10238"/>
              <a:gd name="connsiteX7" fmla="*/ 631 w 10000"/>
              <a:gd name="connsiteY7" fmla="*/ 8132 h 10238"/>
              <a:gd name="connsiteX8" fmla="*/ 631 w 10000"/>
              <a:gd name="connsiteY8" fmla="*/ 7969 h 10238"/>
              <a:gd name="connsiteX9" fmla="*/ 586 w 10000"/>
              <a:gd name="connsiteY9" fmla="*/ 7829 h 10238"/>
              <a:gd name="connsiteX10" fmla="*/ 270 w 10000"/>
              <a:gd name="connsiteY10" fmla="*/ 7665 h 10238"/>
              <a:gd name="connsiteX11" fmla="*/ 0 w 10000"/>
              <a:gd name="connsiteY11" fmla="*/ 7556 h 10238"/>
              <a:gd name="connsiteX12" fmla="*/ 180 w 10000"/>
              <a:gd name="connsiteY12" fmla="*/ 7385 h 10238"/>
              <a:gd name="connsiteX13" fmla="*/ 338 w 10000"/>
              <a:gd name="connsiteY13" fmla="*/ 7307 h 10238"/>
              <a:gd name="connsiteX14" fmla="*/ 518 w 10000"/>
              <a:gd name="connsiteY14" fmla="*/ 7105 h 10238"/>
              <a:gd name="connsiteX15" fmla="*/ 721 w 10000"/>
              <a:gd name="connsiteY15" fmla="*/ 6942 h 10238"/>
              <a:gd name="connsiteX16" fmla="*/ 1937 w 10000"/>
              <a:gd name="connsiteY16" fmla="*/ 4887 h 10238"/>
              <a:gd name="connsiteX17" fmla="*/ 1779 w 10000"/>
              <a:gd name="connsiteY17" fmla="*/ 4078 h 10238"/>
              <a:gd name="connsiteX18" fmla="*/ 2095 w 10000"/>
              <a:gd name="connsiteY18" fmla="*/ 3440 h 10238"/>
              <a:gd name="connsiteX19" fmla="*/ 2297 w 10000"/>
              <a:gd name="connsiteY19" fmla="*/ 2825 h 10238"/>
              <a:gd name="connsiteX20" fmla="*/ 2500 w 10000"/>
              <a:gd name="connsiteY20" fmla="*/ 1798 h 10238"/>
              <a:gd name="connsiteX21" fmla="*/ 2500 w 10000"/>
              <a:gd name="connsiteY21" fmla="*/ 1105 h 10238"/>
              <a:gd name="connsiteX22" fmla="*/ 2027 w 10000"/>
              <a:gd name="connsiteY22" fmla="*/ 521 h 10238"/>
              <a:gd name="connsiteX23" fmla="*/ 4212 w 10000"/>
              <a:gd name="connsiteY23" fmla="*/ 0 h 10238"/>
              <a:gd name="connsiteX24" fmla="*/ 4932 w 10000"/>
              <a:gd name="connsiteY24" fmla="*/ 272 h 10238"/>
              <a:gd name="connsiteX25" fmla="*/ 5338 w 10000"/>
              <a:gd name="connsiteY25" fmla="*/ 545 h 10238"/>
              <a:gd name="connsiteX26" fmla="*/ 5563 w 10000"/>
              <a:gd name="connsiteY26" fmla="*/ 903 h 10238"/>
              <a:gd name="connsiteX27" fmla="*/ 6149 w 10000"/>
              <a:gd name="connsiteY27" fmla="*/ 1082 h 10238"/>
              <a:gd name="connsiteX28" fmla="*/ 6869 w 10000"/>
              <a:gd name="connsiteY28" fmla="*/ 1276 h 10238"/>
              <a:gd name="connsiteX29" fmla="*/ 7027 w 10000"/>
              <a:gd name="connsiteY29" fmla="*/ 1603 h 10238"/>
              <a:gd name="connsiteX30" fmla="*/ 6712 w 10000"/>
              <a:gd name="connsiteY30" fmla="*/ 1743 h 10238"/>
              <a:gd name="connsiteX31" fmla="*/ 6622 w 10000"/>
              <a:gd name="connsiteY31" fmla="*/ 2016 h 10238"/>
              <a:gd name="connsiteX32" fmla="*/ 7658 w 10000"/>
              <a:gd name="connsiteY32" fmla="*/ 2428 h 10238"/>
              <a:gd name="connsiteX33" fmla="*/ 8131 w 10000"/>
              <a:gd name="connsiteY33" fmla="*/ 2825 h 10238"/>
              <a:gd name="connsiteX34" fmla="*/ 8694 w 10000"/>
              <a:gd name="connsiteY34" fmla="*/ 3362 h 10238"/>
              <a:gd name="connsiteX35" fmla="*/ 9437 w 10000"/>
              <a:gd name="connsiteY35" fmla="*/ 3494 h 10238"/>
              <a:gd name="connsiteX36" fmla="*/ 9842 w 10000"/>
              <a:gd name="connsiteY36" fmla="*/ 3362 h 10238"/>
              <a:gd name="connsiteX37" fmla="*/ 9842 w 10000"/>
              <a:gd name="connsiteY37" fmla="*/ 3494 h 10238"/>
              <a:gd name="connsiteX38" fmla="*/ 9842 w 10000"/>
              <a:gd name="connsiteY38" fmla="*/ 3907 h 10238"/>
              <a:gd name="connsiteX39" fmla="*/ 10000 w 10000"/>
              <a:gd name="connsiteY39" fmla="*/ 4335 h 10238"/>
              <a:gd name="connsiteX40" fmla="*/ 9932 w 10000"/>
              <a:gd name="connsiteY40" fmla="*/ 4405 h 10238"/>
              <a:gd name="connsiteX41" fmla="*/ 9685 w 10000"/>
              <a:gd name="connsiteY41" fmla="*/ 4498 h 10238"/>
              <a:gd name="connsiteX42" fmla="*/ 9122 w 10000"/>
              <a:gd name="connsiteY42" fmla="*/ 4607 h 10238"/>
              <a:gd name="connsiteX43" fmla="*/ 7658 w 10000"/>
              <a:gd name="connsiteY43" fmla="*/ 4747 h 10238"/>
              <a:gd name="connsiteX44" fmla="*/ 7342 w 10000"/>
              <a:gd name="connsiteY44" fmla="*/ 4825 h 10238"/>
              <a:gd name="connsiteX45" fmla="*/ 7185 w 10000"/>
              <a:gd name="connsiteY45" fmla="*/ 4965 h 10238"/>
              <a:gd name="connsiteX46" fmla="*/ 7590 w 10000"/>
              <a:gd name="connsiteY46" fmla="*/ 5183 h 10238"/>
              <a:gd name="connsiteX47" fmla="*/ 7748 w 10000"/>
              <a:gd name="connsiteY47" fmla="*/ 5300 h 10238"/>
              <a:gd name="connsiteX48" fmla="*/ 7748 w 10000"/>
              <a:gd name="connsiteY48" fmla="*/ 5385 h 10238"/>
              <a:gd name="connsiteX49" fmla="*/ 7658 w 10000"/>
              <a:gd name="connsiteY49" fmla="*/ 5471 h 10238"/>
              <a:gd name="connsiteX50" fmla="*/ 7185 w 10000"/>
              <a:gd name="connsiteY50" fmla="*/ 5774 h 10238"/>
              <a:gd name="connsiteX51" fmla="*/ 7590 w 10000"/>
              <a:gd name="connsiteY51" fmla="*/ 5969 h 10238"/>
              <a:gd name="connsiteX52" fmla="*/ 8131 w 10000"/>
              <a:gd name="connsiteY52" fmla="*/ 6109 h 10238"/>
              <a:gd name="connsiteX53" fmla="*/ 7748 w 10000"/>
              <a:gd name="connsiteY53" fmla="*/ 6272 h 10238"/>
              <a:gd name="connsiteX54" fmla="*/ 7095 w 10000"/>
              <a:gd name="connsiteY54" fmla="*/ 6381 h 10238"/>
              <a:gd name="connsiteX55" fmla="*/ 7500 w 10000"/>
              <a:gd name="connsiteY55" fmla="*/ 6693 h 10238"/>
              <a:gd name="connsiteX56" fmla="*/ 6059 w 10000"/>
              <a:gd name="connsiteY56" fmla="*/ 6669 h 10238"/>
              <a:gd name="connsiteX57" fmla="*/ 5721 w 10000"/>
              <a:gd name="connsiteY57" fmla="*/ 6965 h 10238"/>
              <a:gd name="connsiteX58" fmla="*/ 5901 w 10000"/>
              <a:gd name="connsiteY58" fmla="*/ 7105 h 10238"/>
              <a:gd name="connsiteX59" fmla="*/ 6149 w 10000"/>
              <a:gd name="connsiteY59" fmla="*/ 7268 h 10238"/>
              <a:gd name="connsiteX60" fmla="*/ 6149 w 10000"/>
              <a:gd name="connsiteY60" fmla="*/ 7354 h 10238"/>
              <a:gd name="connsiteX61" fmla="*/ 5721 w 10000"/>
              <a:gd name="connsiteY61" fmla="*/ 7502 h 10238"/>
              <a:gd name="connsiteX62" fmla="*/ 5338 w 10000"/>
              <a:gd name="connsiteY62" fmla="*/ 7626 h 10238"/>
              <a:gd name="connsiteX63" fmla="*/ 4797 w 10000"/>
              <a:gd name="connsiteY63" fmla="*/ 7774 h 10238"/>
              <a:gd name="connsiteX64" fmla="*/ 4527 w 10000"/>
              <a:gd name="connsiteY64" fmla="*/ 8218 h 10238"/>
              <a:gd name="connsiteX65" fmla="*/ 4685 w 10000"/>
              <a:gd name="connsiteY65" fmla="*/ 8833 h 10238"/>
              <a:gd name="connsiteX66" fmla="*/ 3687 w 10000"/>
              <a:gd name="connsiteY66" fmla="*/ 10238 h 10238"/>
              <a:gd name="connsiteX0" fmla="*/ 822 w 10000"/>
              <a:gd name="connsiteY0" fmla="*/ 10192 h 10316"/>
              <a:gd name="connsiteX1" fmla="*/ 567 w 10000"/>
              <a:gd name="connsiteY1" fmla="*/ 10188 h 10316"/>
              <a:gd name="connsiteX2" fmla="*/ 270 w 10000"/>
              <a:gd name="connsiteY2" fmla="*/ 9424 h 10316"/>
              <a:gd name="connsiteX3" fmla="*/ 90 w 10000"/>
              <a:gd name="connsiteY3" fmla="*/ 9113 h 10316"/>
              <a:gd name="connsiteX4" fmla="*/ 270 w 10000"/>
              <a:gd name="connsiteY4" fmla="*/ 8716 h 10316"/>
              <a:gd name="connsiteX5" fmla="*/ 180 w 10000"/>
              <a:gd name="connsiteY5" fmla="*/ 8716 h 10316"/>
              <a:gd name="connsiteX6" fmla="*/ 518 w 10000"/>
              <a:gd name="connsiteY6" fmla="*/ 8381 h 10316"/>
              <a:gd name="connsiteX7" fmla="*/ 586 w 10000"/>
              <a:gd name="connsiteY7" fmla="*/ 8272 h 10316"/>
              <a:gd name="connsiteX8" fmla="*/ 631 w 10000"/>
              <a:gd name="connsiteY8" fmla="*/ 8132 h 10316"/>
              <a:gd name="connsiteX9" fmla="*/ 631 w 10000"/>
              <a:gd name="connsiteY9" fmla="*/ 7969 h 10316"/>
              <a:gd name="connsiteX10" fmla="*/ 586 w 10000"/>
              <a:gd name="connsiteY10" fmla="*/ 7829 h 10316"/>
              <a:gd name="connsiteX11" fmla="*/ 270 w 10000"/>
              <a:gd name="connsiteY11" fmla="*/ 7665 h 10316"/>
              <a:gd name="connsiteX12" fmla="*/ 0 w 10000"/>
              <a:gd name="connsiteY12" fmla="*/ 7556 h 10316"/>
              <a:gd name="connsiteX13" fmla="*/ 180 w 10000"/>
              <a:gd name="connsiteY13" fmla="*/ 7385 h 10316"/>
              <a:gd name="connsiteX14" fmla="*/ 338 w 10000"/>
              <a:gd name="connsiteY14" fmla="*/ 7307 h 10316"/>
              <a:gd name="connsiteX15" fmla="*/ 518 w 10000"/>
              <a:gd name="connsiteY15" fmla="*/ 7105 h 10316"/>
              <a:gd name="connsiteX16" fmla="*/ 721 w 10000"/>
              <a:gd name="connsiteY16" fmla="*/ 6942 h 10316"/>
              <a:gd name="connsiteX17" fmla="*/ 1937 w 10000"/>
              <a:gd name="connsiteY17" fmla="*/ 4887 h 10316"/>
              <a:gd name="connsiteX18" fmla="*/ 1779 w 10000"/>
              <a:gd name="connsiteY18" fmla="*/ 4078 h 10316"/>
              <a:gd name="connsiteX19" fmla="*/ 2095 w 10000"/>
              <a:gd name="connsiteY19" fmla="*/ 3440 h 10316"/>
              <a:gd name="connsiteX20" fmla="*/ 2297 w 10000"/>
              <a:gd name="connsiteY20" fmla="*/ 2825 h 10316"/>
              <a:gd name="connsiteX21" fmla="*/ 2500 w 10000"/>
              <a:gd name="connsiteY21" fmla="*/ 1798 h 10316"/>
              <a:gd name="connsiteX22" fmla="*/ 2500 w 10000"/>
              <a:gd name="connsiteY22" fmla="*/ 1105 h 10316"/>
              <a:gd name="connsiteX23" fmla="*/ 2027 w 10000"/>
              <a:gd name="connsiteY23" fmla="*/ 521 h 10316"/>
              <a:gd name="connsiteX24" fmla="*/ 4212 w 10000"/>
              <a:gd name="connsiteY24" fmla="*/ 0 h 10316"/>
              <a:gd name="connsiteX25" fmla="*/ 4932 w 10000"/>
              <a:gd name="connsiteY25" fmla="*/ 272 h 10316"/>
              <a:gd name="connsiteX26" fmla="*/ 5338 w 10000"/>
              <a:gd name="connsiteY26" fmla="*/ 545 h 10316"/>
              <a:gd name="connsiteX27" fmla="*/ 5563 w 10000"/>
              <a:gd name="connsiteY27" fmla="*/ 903 h 10316"/>
              <a:gd name="connsiteX28" fmla="*/ 6149 w 10000"/>
              <a:gd name="connsiteY28" fmla="*/ 1082 h 10316"/>
              <a:gd name="connsiteX29" fmla="*/ 6869 w 10000"/>
              <a:gd name="connsiteY29" fmla="*/ 1276 h 10316"/>
              <a:gd name="connsiteX30" fmla="*/ 7027 w 10000"/>
              <a:gd name="connsiteY30" fmla="*/ 1603 h 10316"/>
              <a:gd name="connsiteX31" fmla="*/ 6712 w 10000"/>
              <a:gd name="connsiteY31" fmla="*/ 1743 h 10316"/>
              <a:gd name="connsiteX32" fmla="*/ 6622 w 10000"/>
              <a:gd name="connsiteY32" fmla="*/ 2016 h 10316"/>
              <a:gd name="connsiteX33" fmla="*/ 7658 w 10000"/>
              <a:gd name="connsiteY33" fmla="*/ 2428 h 10316"/>
              <a:gd name="connsiteX34" fmla="*/ 8131 w 10000"/>
              <a:gd name="connsiteY34" fmla="*/ 2825 h 10316"/>
              <a:gd name="connsiteX35" fmla="*/ 8694 w 10000"/>
              <a:gd name="connsiteY35" fmla="*/ 3362 h 10316"/>
              <a:gd name="connsiteX36" fmla="*/ 9437 w 10000"/>
              <a:gd name="connsiteY36" fmla="*/ 3494 h 10316"/>
              <a:gd name="connsiteX37" fmla="*/ 9842 w 10000"/>
              <a:gd name="connsiteY37" fmla="*/ 3362 h 10316"/>
              <a:gd name="connsiteX38" fmla="*/ 9842 w 10000"/>
              <a:gd name="connsiteY38" fmla="*/ 3494 h 10316"/>
              <a:gd name="connsiteX39" fmla="*/ 9842 w 10000"/>
              <a:gd name="connsiteY39" fmla="*/ 3907 h 10316"/>
              <a:gd name="connsiteX40" fmla="*/ 10000 w 10000"/>
              <a:gd name="connsiteY40" fmla="*/ 4335 h 10316"/>
              <a:gd name="connsiteX41" fmla="*/ 9932 w 10000"/>
              <a:gd name="connsiteY41" fmla="*/ 4405 h 10316"/>
              <a:gd name="connsiteX42" fmla="*/ 9685 w 10000"/>
              <a:gd name="connsiteY42" fmla="*/ 4498 h 10316"/>
              <a:gd name="connsiteX43" fmla="*/ 9122 w 10000"/>
              <a:gd name="connsiteY43" fmla="*/ 4607 h 10316"/>
              <a:gd name="connsiteX44" fmla="*/ 7658 w 10000"/>
              <a:gd name="connsiteY44" fmla="*/ 4747 h 10316"/>
              <a:gd name="connsiteX45" fmla="*/ 7342 w 10000"/>
              <a:gd name="connsiteY45" fmla="*/ 4825 h 10316"/>
              <a:gd name="connsiteX46" fmla="*/ 7185 w 10000"/>
              <a:gd name="connsiteY46" fmla="*/ 4965 h 10316"/>
              <a:gd name="connsiteX47" fmla="*/ 7590 w 10000"/>
              <a:gd name="connsiteY47" fmla="*/ 5183 h 10316"/>
              <a:gd name="connsiteX48" fmla="*/ 7748 w 10000"/>
              <a:gd name="connsiteY48" fmla="*/ 5300 h 10316"/>
              <a:gd name="connsiteX49" fmla="*/ 7748 w 10000"/>
              <a:gd name="connsiteY49" fmla="*/ 5385 h 10316"/>
              <a:gd name="connsiteX50" fmla="*/ 7658 w 10000"/>
              <a:gd name="connsiteY50" fmla="*/ 5471 h 10316"/>
              <a:gd name="connsiteX51" fmla="*/ 7185 w 10000"/>
              <a:gd name="connsiteY51" fmla="*/ 5774 h 10316"/>
              <a:gd name="connsiteX52" fmla="*/ 7590 w 10000"/>
              <a:gd name="connsiteY52" fmla="*/ 5969 h 10316"/>
              <a:gd name="connsiteX53" fmla="*/ 8131 w 10000"/>
              <a:gd name="connsiteY53" fmla="*/ 6109 h 10316"/>
              <a:gd name="connsiteX54" fmla="*/ 7748 w 10000"/>
              <a:gd name="connsiteY54" fmla="*/ 6272 h 10316"/>
              <a:gd name="connsiteX55" fmla="*/ 7095 w 10000"/>
              <a:gd name="connsiteY55" fmla="*/ 6381 h 10316"/>
              <a:gd name="connsiteX56" fmla="*/ 7500 w 10000"/>
              <a:gd name="connsiteY56" fmla="*/ 6693 h 10316"/>
              <a:gd name="connsiteX57" fmla="*/ 6059 w 10000"/>
              <a:gd name="connsiteY57" fmla="*/ 6669 h 10316"/>
              <a:gd name="connsiteX58" fmla="*/ 5721 w 10000"/>
              <a:gd name="connsiteY58" fmla="*/ 6965 h 10316"/>
              <a:gd name="connsiteX59" fmla="*/ 5901 w 10000"/>
              <a:gd name="connsiteY59" fmla="*/ 7105 h 10316"/>
              <a:gd name="connsiteX60" fmla="*/ 6149 w 10000"/>
              <a:gd name="connsiteY60" fmla="*/ 7268 h 10316"/>
              <a:gd name="connsiteX61" fmla="*/ 6149 w 10000"/>
              <a:gd name="connsiteY61" fmla="*/ 7354 h 10316"/>
              <a:gd name="connsiteX62" fmla="*/ 5721 w 10000"/>
              <a:gd name="connsiteY62" fmla="*/ 7502 h 10316"/>
              <a:gd name="connsiteX63" fmla="*/ 5338 w 10000"/>
              <a:gd name="connsiteY63" fmla="*/ 7626 h 10316"/>
              <a:gd name="connsiteX64" fmla="*/ 4797 w 10000"/>
              <a:gd name="connsiteY64" fmla="*/ 7774 h 10316"/>
              <a:gd name="connsiteX65" fmla="*/ 4527 w 10000"/>
              <a:gd name="connsiteY65" fmla="*/ 8218 h 10316"/>
              <a:gd name="connsiteX66" fmla="*/ 4685 w 10000"/>
              <a:gd name="connsiteY66" fmla="*/ 8833 h 10316"/>
              <a:gd name="connsiteX67" fmla="*/ 3687 w 10000"/>
              <a:gd name="connsiteY67" fmla="*/ 10238 h 10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10000" h="10316">
                <a:moveTo>
                  <a:pt x="822" y="10192"/>
                </a:moveTo>
                <a:cubicBezTo>
                  <a:pt x="780" y="10191"/>
                  <a:pt x="659" y="10316"/>
                  <a:pt x="567" y="10188"/>
                </a:cubicBezTo>
                <a:cubicBezTo>
                  <a:pt x="475" y="10060"/>
                  <a:pt x="349" y="9603"/>
                  <a:pt x="270" y="9424"/>
                </a:cubicBezTo>
                <a:lnTo>
                  <a:pt x="90" y="9113"/>
                </a:lnTo>
                <a:lnTo>
                  <a:pt x="270" y="8716"/>
                </a:lnTo>
                <a:lnTo>
                  <a:pt x="180" y="8716"/>
                </a:lnTo>
                <a:lnTo>
                  <a:pt x="518" y="8381"/>
                </a:lnTo>
                <a:cubicBezTo>
                  <a:pt x="541" y="8345"/>
                  <a:pt x="563" y="8308"/>
                  <a:pt x="586" y="8272"/>
                </a:cubicBezTo>
                <a:cubicBezTo>
                  <a:pt x="601" y="8225"/>
                  <a:pt x="616" y="8179"/>
                  <a:pt x="631" y="8132"/>
                </a:cubicBezTo>
                <a:lnTo>
                  <a:pt x="631" y="7969"/>
                </a:lnTo>
                <a:cubicBezTo>
                  <a:pt x="616" y="7922"/>
                  <a:pt x="601" y="7876"/>
                  <a:pt x="586" y="7829"/>
                </a:cubicBezTo>
                <a:lnTo>
                  <a:pt x="270" y="7665"/>
                </a:lnTo>
                <a:lnTo>
                  <a:pt x="0" y="7556"/>
                </a:lnTo>
                <a:lnTo>
                  <a:pt x="180" y="7385"/>
                </a:lnTo>
                <a:lnTo>
                  <a:pt x="338" y="7307"/>
                </a:lnTo>
                <a:lnTo>
                  <a:pt x="518" y="7105"/>
                </a:lnTo>
                <a:lnTo>
                  <a:pt x="721" y="6942"/>
                </a:lnTo>
                <a:lnTo>
                  <a:pt x="1937" y="4887"/>
                </a:lnTo>
                <a:cubicBezTo>
                  <a:pt x="1884" y="4617"/>
                  <a:pt x="1832" y="4348"/>
                  <a:pt x="1779" y="4078"/>
                </a:cubicBezTo>
                <a:lnTo>
                  <a:pt x="2095" y="3440"/>
                </a:lnTo>
                <a:cubicBezTo>
                  <a:pt x="2162" y="3235"/>
                  <a:pt x="2230" y="3030"/>
                  <a:pt x="2297" y="2825"/>
                </a:cubicBezTo>
                <a:cubicBezTo>
                  <a:pt x="2365" y="2483"/>
                  <a:pt x="2432" y="2140"/>
                  <a:pt x="2500" y="1798"/>
                </a:cubicBezTo>
                <a:lnTo>
                  <a:pt x="2500" y="1105"/>
                </a:lnTo>
                <a:lnTo>
                  <a:pt x="2027" y="521"/>
                </a:lnTo>
                <a:lnTo>
                  <a:pt x="4212" y="0"/>
                </a:lnTo>
                <a:lnTo>
                  <a:pt x="4932" y="272"/>
                </a:lnTo>
                <a:lnTo>
                  <a:pt x="5338" y="545"/>
                </a:lnTo>
                <a:lnTo>
                  <a:pt x="5563" y="903"/>
                </a:lnTo>
                <a:lnTo>
                  <a:pt x="6149" y="1082"/>
                </a:lnTo>
                <a:lnTo>
                  <a:pt x="6869" y="1276"/>
                </a:lnTo>
                <a:cubicBezTo>
                  <a:pt x="6922" y="1385"/>
                  <a:pt x="6974" y="1494"/>
                  <a:pt x="7027" y="1603"/>
                </a:cubicBezTo>
                <a:lnTo>
                  <a:pt x="6712" y="1743"/>
                </a:lnTo>
                <a:lnTo>
                  <a:pt x="6622" y="2016"/>
                </a:lnTo>
                <a:lnTo>
                  <a:pt x="7658" y="2428"/>
                </a:lnTo>
                <a:lnTo>
                  <a:pt x="8131" y="2825"/>
                </a:lnTo>
                <a:lnTo>
                  <a:pt x="8694" y="3362"/>
                </a:lnTo>
                <a:lnTo>
                  <a:pt x="9437" y="3494"/>
                </a:lnTo>
                <a:lnTo>
                  <a:pt x="9842" y="3362"/>
                </a:lnTo>
                <a:lnTo>
                  <a:pt x="9842" y="3494"/>
                </a:lnTo>
                <a:lnTo>
                  <a:pt x="9842" y="3907"/>
                </a:lnTo>
                <a:cubicBezTo>
                  <a:pt x="9895" y="4050"/>
                  <a:pt x="9947" y="4192"/>
                  <a:pt x="10000" y="4335"/>
                </a:cubicBezTo>
                <a:cubicBezTo>
                  <a:pt x="9977" y="4358"/>
                  <a:pt x="9955" y="4382"/>
                  <a:pt x="9932" y="4405"/>
                </a:cubicBezTo>
                <a:lnTo>
                  <a:pt x="9685" y="4498"/>
                </a:lnTo>
                <a:lnTo>
                  <a:pt x="9122" y="4607"/>
                </a:lnTo>
                <a:lnTo>
                  <a:pt x="7658" y="4747"/>
                </a:lnTo>
                <a:lnTo>
                  <a:pt x="7342" y="4825"/>
                </a:lnTo>
                <a:cubicBezTo>
                  <a:pt x="7290" y="4872"/>
                  <a:pt x="7237" y="4918"/>
                  <a:pt x="7185" y="4965"/>
                </a:cubicBezTo>
                <a:lnTo>
                  <a:pt x="7590" y="5183"/>
                </a:lnTo>
                <a:lnTo>
                  <a:pt x="7748" y="5300"/>
                </a:lnTo>
                <a:lnTo>
                  <a:pt x="7748" y="5385"/>
                </a:lnTo>
                <a:cubicBezTo>
                  <a:pt x="7718" y="5414"/>
                  <a:pt x="7688" y="5442"/>
                  <a:pt x="7658" y="5471"/>
                </a:cubicBezTo>
                <a:lnTo>
                  <a:pt x="7185" y="5774"/>
                </a:lnTo>
                <a:lnTo>
                  <a:pt x="7590" y="5969"/>
                </a:lnTo>
                <a:lnTo>
                  <a:pt x="8131" y="6109"/>
                </a:lnTo>
                <a:lnTo>
                  <a:pt x="7748" y="6272"/>
                </a:lnTo>
                <a:lnTo>
                  <a:pt x="7095" y="6381"/>
                </a:lnTo>
                <a:lnTo>
                  <a:pt x="7500" y="6693"/>
                </a:lnTo>
                <a:lnTo>
                  <a:pt x="6059" y="6669"/>
                </a:lnTo>
                <a:lnTo>
                  <a:pt x="5721" y="6965"/>
                </a:lnTo>
                <a:lnTo>
                  <a:pt x="5901" y="7105"/>
                </a:lnTo>
                <a:lnTo>
                  <a:pt x="6149" y="7268"/>
                </a:lnTo>
                <a:lnTo>
                  <a:pt x="6149" y="7354"/>
                </a:lnTo>
                <a:lnTo>
                  <a:pt x="5721" y="7502"/>
                </a:lnTo>
                <a:lnTo>
                  <a:pt x="5338" y="7626"/>
                </a:lnTo>
                <a:lnTo>
                  <a:pt x="4797" y="7774"/>
                </a:lnTo>
                <a:lnTo>
                  <a:pt x="4527" y="8218"/>
                </a:lnTo>
                <a:cubicBezTo>
                  <a:pt x="4580" y="8423"/>
                  <a:pt x="4632" y="8628"/>
                  <a:pt x="4685" y="8833"/>
                </a:cubicBezTo>
                <a:lnTo>
                  <a:pt x="3687" y="10238"/>
                </a:lnTo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63" name="Freeform 244"/>
          <p:cNvSpPr>
            <a:spLocks/>
          </p:cNvSpPr>
          <p:nvPr/>
        </p:nvSpPr>
        <p:spPr bwMode="auto">
          <a:xfrm>
            <a:off x="2706751" y="5500975"/>
            <a:ext cx="122237" cy="501534"/>
          </a:xfrm>
          <a:custGeom>
            <a:avLst/>
            <a:gdLst>
              <a:gd name="connsiteX0" fmla="*/ 5166 w 12637"/>
              <a:gd name="connsiteY0" fmla="*/ 0 h 10000"/>
              <a:gd name="connsiteX1" fmla="*/ 8647 w 12637"/>
              <a:gd name="connsiteY1" fmla="*/ 0 h 10000"/>
              <a:gd name="connsiteX2" fmla="*/ 8736 w 12637"/>
              <a:gd name="connsiteY2" fmla="*/ 468 h 10000"/>
              <a:gd name="connsiteX3" fmla="*/ 9468 w 12637"/>
              <a:gd name="connsiteY3" fmla="*/ 785 h 10000"/>
              <a:gd name="connsiteX4" fmla="*/ 9667 w 12637"/>
              <a:gd name="connsiteY4" fmla="*/ 906 h 10000"/>
              <a:gd name="connsiteX5" fmla="*/ 9756 w 12637"/>
              <a:gd name="connsiteY5" fmla="*/ 1016 h 10000"/>
              <a:gd name="connsiteX6" fmla="*/ 9601 w 12637"/>
              <a:gd name="connsiteY6" fmla="*/ 1149 h 10000"/>
              <a:gd name="connsiteX7" fmla="*/ 9113 w 12637"/>
              <a:gd name="connsiteY7" fmla="*/ 1363 h 10000"/>
              <a:gd name="connsiteX8" fmla="*/ 9113 w 12637"/>
              <a:gd name="connsiteY8" fmla="*/ 1998 h 10000"/>
              <a:gd name="connsiteX9" fmla="*/ 8182 w 12637"/>
              <a:gd name="connsiteY9" fmla="*/ 2038 h 10000"/>
              <a:gd name="connsiteX10" fmla="*/ 7539 w 12637"/>
              <a:gd name="connsiteY10" fmla="*/ 2148 h 10000"/>
              <a:gd name="connsiteX11" fmla="*/ 7295 w 12637"/>
              <a:gd name="connsiteY11" fmla="*/ 2206 h 10000"/>
              <a:gd name="connsiteX12" fmla="*/ 7206 w 12637"/>
              <a:gd name="connsiteY12" fmla="*/ 2333 h 10000"/>
              <a:gd name="connsiteX13" fmla="*/ 7206 w 12637"/>
              <a:gd name="connsiteY13" fmla="*/ 2413 h 10000"/>
              <a:gd name="connsiteX14" fmla="*/ 7472 w 12637"/>
              <a:gd name="connsiteY14" fmla="*/ 2517 h 10000"/>
              <a:gd name="connsiteX15" fmla="*/ 8027 w 12637"/>
              <a:gd name="connsiteY15" fmla="*/ 2719 h 10000"/>
              <a:gd name="connsiteX16" fmla="*/ 8093 w 12637"/>
              <a:gd name="connsiteY16" fmla="*/ 2962 h 10000"/>
              <a:gd name="connsiteX17" fmla="*/ 7627 w 12637"/>
              <a:gd name="connsiteY17" fmla="*/ 3176 h 10000"/>
              <a:gd name="connsiteX18" fmla="*/ 6896 w 12637"/>
              <a:gd name="connsiteY18" fmla="*/ 3337 h 10000"/>
              <a:gd name="connsiteX19" fmla="*/ 6652 w 12637"/>
              <a:gd name="connsiteY19" fmla="*/ 3505 h 10000"/>
              <a:gd name="connsiteX20" fmla="*/ 6497 w 12637"/>
              <a:gd name="connsiteY20" fmla="*/ 3736 h 10000"/>
              <a:gd name="connsiteX21" fmla="*/ 6652 w 12637"/>
              <a:gd name="connsiteY21" fmla="*/ 3978 h 10000"/>
              <a:gd name="connsiteX22" fmla="*/ 6585 w 12637"/>
              <a:gd name="connsiteY22" fmla="*/ 4244 h 10000"/>
              <a:gd name="connsiteX23" fmla="*/ 6275 w 12637"/>
              <a:gd name="connsiteY23" fmla="*/ 4376 h 10000"/>
              <a:gd name="connsiteX24" fmla="*/ 5876 w 12637"/>
              <a:gd name="connsiteY24" fmla="*/ 4452 h 10000"/>
              <a:gd name="connsiteX25" fmla="*/ 5721 w 12637"/>
              <a:gd name="connsiteY25" fmla="*/ 4555 h 10000"/>
              <a:gd name="connsiteX26" fmla="*/ 5787 w 12637"/>
              <a:gd name="connsiteY26" fmla="*/ 4659 h 10000"/>
              <a:gd name="connsiteX27" fmla="*/ 6186 w 12637"/>
              <a:gd name="connsiteY27" fmla="*/ 4763 h 10000"/>
              <a:gd name="connsiteX28" fmla="*/ 6275 w 12637"/>
              <a:gd name="connsiteY28" fmla="*/ 4867 h 10000"/>
              <a:gd name="connsiteX29" fmla="*/ 6186 w 12637"/>
              <a:gd name="connsiteY29" fmla="*/ 4948 h 10000"/>
              <a:gd name="connsiteX30" fmla="*/ 5876 w 12637"/>
              <a:gd name="connsiteY30" fmla="*/ 5092 h 10000"/>
              <a:gd name="connsiteX31" fmla="*/ 5721 w 12637"/>
              <a:gd name="connsiteY31" fmla="*/ 5300 h 10000"/>
              <a:gd name="connsiteX32" fmla="*/ 5942 w 12637"/>
              <a:gd name="connsiteY32" fmla="*/ 5485 h 10000"/>
              <a:gd name="connsiteX33" fmla="*/ 6275 w 12637"/>
              <a:gd name="connsiteY33" fmla="*/ 5566 h 10000"/>
              <a:gd name="connsiteX34" fmla="*/ 6275 w 12637"/>
              <a:gd name="connsiteY34" fmla="*/ 5774 h 10000"/>
              <a:gd name="connsiteX35" fmla="*/ 7073 w 12637"/>
              <a:gd name="connsiteY35" fmla="*/ 5791 h 10000"/>
              <a:gd name="connsiteX36" fmla="*/ 7472 w 12637"/>
              <a:gd name="connsiteY36" fmla="*/ 5872 h 10000"/>
              <a:gd name="connsiteX37" fmla="*/ 7295 w 12637"/>
              <a:gd name="connsiteY37" fmla="*/ 6068 h 10000"/>
              <a:gd name="connsiteX38" fmla="*/ 7007 w 12637"/>
              <a:gd name="connsiteY38" fmla="*/ 6068 h 10000"/>
              <a:gd name="connsiteX39" fmla="*/ 6275 w 12637"/>
              <a:gd name="connsiteY39" fmla="*/ 5976 h 10000"/>
              <a:gd name="connsiteX40" fmla="*/ 5721 w 12637"/>
              <a:gd name="connsiteY40" fmla="*/ 6045 h 10000"/>
              <a:gd name="connsiteX41" fmla="*/ 5565 w 12637"/>
              <a:gd name="connsiteY41" fmla="*/ 6184 h 10000"/>
              <a:gd name="connsiteX42" fmla="*/ 5632 w 12637"/>
              <a:gd name="connsiteY42" fmla="*/ 6391 h 10000"/>
              <a:gd name="connsiteX43" fmla="*/ 5942 w 12637"/>
              <a:gd name="connsiteY43" fmla="*/ 6582 h 10000"/>
              <a:gd name="connsiteX44" fmla="*/ 6741 w 12637"/>
              <a:gd name="connsiteY44" fmla="*/ 6617 h 10000"/>
              <a:gd name="connsiteX45" fmla="*/ 7140 w 12637"/>
              <a:gd name="connsiteY45" fmla="*/ 6778 h 10000"/>
              <a:gd name="connsiteX46" fmla="*/ 7007 w 12637"/>
              <a:gd name="connsiteY46" fmla="*/ 7032 h 10000"/>
              <a:gd name="connsiteX47" fmla="*/ 6341 w 12637"/>
              <a:gd name="connsiteY47" fmla="*/ 7194 h 10000"/>
              <a:gd name="connsiteX48" fmla="*/ 5565 w 12637"/>
              <a:gd name="connsiteY48" fmla="*/ 7298 h 10000"/>
              <a:gd name="connsiteX49" fmla="*/ 5255 w 12637"/>
              <a:gd name="connsiteY49" fmla="*/ 7512 h 10000"/>
              <a:gd name="connsiteX50" fmla="*/ 5255 w 12637"/>
              <a:gd name="connsiteY50" fmla="*/ 7714 h 10000"/>
              <a:gd name="connsiteX51" fmla="*/ 5632 w 12637"/>
              <a:gd name="connsiteY51" fmla="*/ 7835 h 10000"/>
              <a:gd name="connsiteX52" fmla="*/ 5632 w 12637"/>
              <a:gd name="connsiteY52" fmla="*/ 7979 h 10000"/>
              <a:gd name="connsiteX53" fmla="*/ 5255 w 12637"/>
              <a:gd name="connsiteY53" fmla="*/ 8100 h 10000"/>
              <a:gd name="connsiteX54" fmla="*/ 4612 w 12637"/>
              <a:gd name="connsiteY54" fmla="*/ 8124 h 10000"/>
              <a:gd name="connsiteX55" fmla="*/ 4279 w 12637"/>
              <a:gd name="connsiteY55" fmla="*/ 8204 h 10000"/>
              <a:gd name="connsiteX56" fmla="*/ 4124 w 12637"/>
              <a:gd name="connsiteY56" fmla="*/ 8314 h 10000"/>
              <a:gd name="connsiteX57" fmla="*/ 4124 w 12637"/>
              <a:gd name="connsiteY57" fmla="*/ 8620 h 10000"/>
              <a:gd name="connsiteX58" fmla="*/ 4191 w 12637"/>
              <a:gd name="connsiteY58" fmla="*/ 8741 h 10000"/>
              <a:gd name="connsiteX59" fmla="*/ 4457 w 12637"/>
              <a:gd name="connsiteY59" fmla="*/ 8828 h 10000"/>
              <a:gd name="connsiteX60" fmla="*/ 4612 w 12637"/>
              <a:gd name="connsiteY60" fmla="*/ 8845 h 10000"/>
              <a:gd name="connsiteX61" fmla="*/ 4834 w 12637"/>
              <a:gd name="connsiteY61" fmla="*/ 8828 h 10000"/>
              <a:gd name="connsiteX62" fmla="*/ 5255 w 12637"/>
              <a:gd name="connsiteY62" fmla="*/ 8788 h 10000"/>
              <a:gd name="connsiteX63" fmla="*/ 5455 w 12637"/>
              <a:gd name="connsiteY63" fmla="*/ 8828 h 10000"/>
              <a:gd name="connsiteX64" fmla="*/ 5632 w 12637"/>
              <a:gd name="connsiteY64" fmla="*/ 9221 h 10000"/>
              <a:gd name="connsiteX65" fmla="*/ 5942 w 12637"/>
              <a:gd name="connsiteY65" fmla="*/ 9319 h 10000"/>
              <a:gd name="connsiteX66" fmla="*/ 7472 w 12637"/>
              <a:gd name="connsiteY66" fmla="*/ 9301 h 10000"/>
              <a:gd name="connsiteX67" fmla="*/ 10000 w 12637"/>
              <a:gd name="connsiteY67" fmla="*/ 9319 h 10000"/>
              <a:gd name="connsiteX68" fmla="*/ 10000 w 12637"/>
              <a:gd name="connsiteY68" fmla="*/ 9423 h 10000"/>
              <a:gd name="connsiteX69" fmla="*/ 9933 w 12637"/>
              <a:gd name="connsiteY69" fmla="*/ 9509 h 10000"/>
              <a:gd name="connsiteX70" fmla="*/ 9601 w 12637"/>
              <a:gd name="connsiteY70" fmla="*/ 9527 h 10000"/>
              <a:gd name="connsiteX71" fmla="*/ 8027 w 12637"/>
              <a:gd name="connsiteY71" fmla="*/ 9671 h 10000"/>
              <a:gd name="connsiteX72" fmla="*/ 7539 w 12637"/>
              <a:gd name="connsiteY72" fmla="*/ 9775 h 10000"/>
              <a:gd name="connsiteX73" fmla="*/ 7140 w 12637"/>
              <a:gd name="connsiteY73" fmla="*/ 9873 h 10000"/>
              <a:gd name="connsiteX74" fmla="*/ 6741 w 12637"/>
              <a:gd name="connsiteY74" fmla="*/ 9977 h 10000"/>
              <a:gd name="connsiteX75" fmla="*/ 6341 w 12637"/>
              <a:gd name="connsiteY75" fmla="*/ 10000 h 10000"/>
              <a:gd name="connsiteX76" fmla="*/ 5565 w 12637"/>
              <a:gd name="connsiteY76" fmla="*/ 9896 h 10000"/>
              <a:gd name="connsiteX77" fmla="*/ 4678 w 12637"/>
              <a:gd name="connsiteY77" fmla="*/ 9873 h 10000"/>
              <a:gd name="connsiteX78" fmla="*/ 4191 w 12637"/>
              <a:gd name="connsiteY78" fmla="*/ 9792 h 10000"/>
              <a:gd name="connsiteX79" fmla="*/ 3902 w 12637"/>
              <a:gd name="connsiteY79" fmla="*/ 9758 h 10000"/>
              <a:gd name="connsiteX80" fmla="*/ 3836 w 12637"/>
              <a:gd name="connsiteY80" fmla="*/ 9694 h 10000"/>
              <a:gd name="connsiteX81" fmla="*/ 3725 w 12637"/>
              <a:gd name="connsiteY81" fmla="*/ 9567 h 10000"/>
              <a:gd name="connsiteX82" fmla="*/ 3415 w 12637"/>
              <a:gd name="connsiteY82" fmla="*/ 9486 h 10000"/>
              <a:gd name="connsiteX83" fmla="*/ 2949 w 12637"/>
              <a:gd name="connsiteY83" fmla="*/ 9446 h 10000"/>
              <a:gd name="connsiteX84" fmla="*/ 2550 w 12637"/>
              <a:gd name="connsiteY84" fmla="*/ 9469 h 10000"/>
              <a:gd name="connsiteX85" fmla="*/ 2239 w 12637"/>
              <a:gd name="connsiteY85" fmla="*/ 9365 h 10000"/>
              <a:gd name="connsiteX86" fmla="*/ 2084 w 12637"/>
              <a:gd name="connsiteY86" fmla="*/ 9284 h 10000"/>
              <a:gd name="connsiteX87" fmla="*/ 1574 w 12637"/>
              <a:gd name="connsiteY87" fmla="*/ 9174 h 10000"/>
              <a:gd name="connsiteX88" fmla="*/ 1375 w 12637"/>
              <a:gd name="connsiteY88" fmla="*/ 9140 h 10000"/>
              <a:gd name="connsiteX89" fmla="*/ 1197 w 12637"/>
              <a:gd name="connsiteY89" fmla="*/ 8955 h 10000"/>
              <a:gd name="connsiteX90" fmla="*/ 1197 w 12637"/>
              <a:gd name="connsiteY90" fmla="*/ 8845 h 10000"/>
              <a:gd name="connsiteX91" fmla="*/ 1197 w 12637"/>
              <a:gd name="connsiteY91" fmla="*/ 8724 h 10000"/>
              <a:gd name="connsiteX92" fmla="*/ 1109 w 12637"/>
              <a:gd name="connsiteY92" fmla="*/ 8516 h 10000"/>
              <a:gd name="connsiteX93" fmla="*/ 798 w 12637"/>
              <a:gd name="connsiteY93" fmla="*/ 8389 h 10000"/>
              <a:gd name="connsiteX94" fmla="*/ 865 w 12637"/>
              <a:gd name="connsiteY94" fmla="*/ 8314 h 10000"/>
              <a:gd name="connsiteX95" fmla="*/ 1109 w 12637"/>
              <a:gd name="connsiteY95" fmla="*/ 8285 h 10000"/>
              <a:gd name="connsiteX96" fmla="*/ 1530 w 12637"/>
              <a:gd name="connsiteY96" fmla="*/ 8187 h 10000"/>
              <a:gd name="connsiteX97" fmla="*/ 1663 w 12637"/>
              <a:gd name="connsiteY97" fmla="*/ 8100 h 10000"/>
              <a:gd name="connsiteX98" fmla="*/ 1729 w 12637"/>
              <a:gd name="connsiteY98" fmla="*/ 8060 h 10000"/>
              <a:gd name="connsiteX99" fmla="*/ 1441 w 12637"/>
              <a:gd name="connsiteY99" fmla="*/ 7979 h 10000"/>
              <a:gd name="connsiteX100" fmla="*/ 1375 w 12637"/>
              <a:gd name="connsiteY100" fmla="*/ 7754 h 10000"/>
              <a:gd name="connsiteX101" fmla="*/ 1530 w 12637"/>
              <a:gd name="connsiteY101" fmla="*/ 7627 h 10000"/>
              <a:gd name="connsiteX102" fmla="*/ 1818 w 12637"/>
              <a:gd name="connsiteY102" fmla="*/ 7529 h 10000"/>
              <a:gd name="connsiteX103" fmla="*/ 1996 w 12637"/>
              <a:gd name="connsiteY103" fmla="*/ 7442 h 10000"/>
              <a:gd name="connsiteX104" fmla="*/ 2151 w 12637"/>
              <a:gd name="connsiteY104" fmla="*/ 7419 h 10000"/>
              <a:gd name="connsiteX105" fmla="*/ 1818 w 12637"/>
              <a:gd name="connsiteY105" fmla="*/ 7338 h 10000"/>
              <a:gd name="connsiteX106" fmla="*/ 1441 w 12637"/>
              <a:gd name="connsiteY106" fmla="*/ 7298 h 10000"/>
              <a:gd name="connsiteX107" fmla="*/ 1197 w 12637"/>
              <a:gd name="connsiteY107" fmla="*/ 7194 h 10000"/>
              <a:gd name="connsiteX108" fmla="*/ 1729 w 12637"/>
              <a:gd name="connsiteY108" fmla="*/ 7096 h 10000"/>
              <a:gd name="connsiteX109" fmla="*/ 1375 w 12637"/>
              <a:gd name="connsiteY109" fmla="*/ 6986 h 10000"/>
              <a:gd name="connsiteX110" fmla="*/ 554 w 12637"/>
              <a:gd name="connsiteY110" fmla="*/ 6963 h 10000"/>
              <a:gd name="connsiteX111" fmla="*/ 244 w 12637"/>
              <a:gd name="connsiteY111" fmla="*/ 6946 h 10000"/>
              <a:gd name="connsiteX112" fmla="*/ 89 w 12637"/>
              <a:gd name="connsiteY112" fmla="*/ 6888 h 10000"/>
              <a:gd name="connsiteX113" fmla="*/ 0 w 12637"/>
              <a:gd name="connsiteY113" fmla="*/ 6778 h 10000"/>
              <a:gd name="connsiteX114" fmla="*/ 89 w 12637"/>
              <a:gd name="connsiteY114" fmla="*/ 6657 h 10000"/>
              <a:gd name="connsiteX115" fmla="*/ 244 w 12637"/>
              <a:gd name="connsiteY115" fmla="*/ 6582 h 10000"/>
              <a:gd name="connsiteX116" fmla="*/ 488 w 12637"/>
              <a:gd name="connsiteY116" fmla="*/ 6582 h 10000"/>
              <a:gd name="connsiteX117" fmla="*/ 865 w 12637"/>
              <a:gd name="connsiteY117" fmla="*/ 6582 h 10000"/>
              <a:gd name="connsiteX118" fmla="*/ 1020 w 12637"/>
              <a:gd name="connsiteY118" fmla="*/ 6657 h 10000"/>
              <a:gd name="connsiteX119" fmla="*/ 1663 w 12637"/>
              <a:gd name="connsiteY119" fmla="*/ 6657 h 10000"/>
              <a:gd name="connsiteX120" fmla="*/ 2151 w 12637"/>
              <a:gd name="connsiteY120" fmla="*/ 6657 h 10000"/>
              <a:gd name="connsiteX121" fmla="*/ 2461 w 12637"/>
              <a:gd name="connsiteY121" fmla="*/ 6617 h 10000"/>
              <a:gd name="connsiteX122" fmla="*/ 2550 w 12637"/>
              <a:gd name="connsiteY122" fmla="*/ 6432 h 10000"/>
              <a:gd name="connsiteX123" fmla="*/ 2461 w 12637"/>
              <a:gd name="connsiteY123" fmla="*/ 6207 h 10000"/>
              <a:gd name="connsiteX124" fmla="*/ 2550 w 12637"/>
              <a:gd name="connsiteY124" fmla="*/ 6126 h 10000"/>
              <a:gd name="connsiteX125" fmla="*/ 2949 w 12637"/>
              <a:gd name="connsiteY125" fmla="*/ 5976 h 10000"/>
              <a:gd name="connsiteX126" fmla="*/ 3259 w 12637"/>
              <a:gd name="connsiteY126" fmla="*/ 5941 h 10000"/>
              <a:gd name="connsiteX127" fmla="*/ 2794 w 12637"/>
              <a:gd name="connsiteY127" fmla="*/ 5710 h 10000"/>
              <a:gd name="connsiteX128" fmla="*/ 2705 w 12637"/>
              <a:gd name="connsiteY128" fmla="*/ 5468 h 10000"/>
              <a:gd name="connsiteX129" fmla="*/ 2949 w 12637"/>
              <a:gd name="connsiteY129" fmla="*/ 5237 h 10000"/>
              <a:gd name="connsiteX130" fmla="*/ 3171 w 12637"/>
              <a:gd name="connsiteY130" fmla="*/ 5012 h 10000"/>
              <a:gd name="connsiteX131" fmla="*/ 3104 w 12637"/>
              <a:gd name="connsiteY131" fmla="*/ 4786 h 10000"/>
              <a:gd name="connsiteX132" fmla="*/ 3016 w 12637"/>
              <a:gd name="connsiteY132" fmla="*/ 4682 h 10000"/>
              <a:gd name="connsiteX133" fmla="*/ 3171 w 12637"/>
              <a:gd name="connsiteY133" fmla="*/ 4573 h 10000"/>
              <a:gd name="connsiteX134" fmla="*/ 3104 w 12637"/>
              <a:gd name="connsiteY134" fmla="*/ 4538 h 10000"/>
              <a:gd name="connsiteX135" fmla="*/ 2860 w 12637"/>
              <a:gd name="connsiteY135" fmla="*/ 4555 h 10000"/>
              <a:gd name="connsiteX136" fmla="*/ 2550 w 12637"/>
              <a:gd name="connsiteY136" fmla="*/ 4642 h 10000"/>
              <a:gd name="connsiteX137" fmla="*/ 1929 w 12637"/>
              <a:gd name="connsiteY137" fmla="*/ 4682 h 10000"/>
              <a:gd name="connsiteX138" fmla="*/ 1663 w 12637"/>
              <a:gd name="connsiteY138" fmla="*/ 4659 h 10000"/>
              <a:gd name="connsiteX139" fmla="*/ 1574 w 12637"/>
              <a:gd name="connsiteY139" fmla="*/ 4452 h 10000"/>
              <a:gd name="connsiteX140" fmla="*/ 1574 w 12637"/>
              <a:gd name="connsiteY140" fmla="*/ 4244 h 10000"/>
              <a:gd name="connsiteX141" fmla="*/ 1663 w 12637"/>
              <a:gd name="connsiteY141" fmla="*/ 4042 h 10000"/>
              <a:gd name="connsiteX142" fmla="*/ 1818 w 12637"/>
              <a:gd name="connsiteY142" fmla="*/ 3839 h 10000"/>
              <a:gd name="connsiteX143" fmla="*/ 1929 w 12637"/>
              <a:gd name="connsiteY143" fmla="*/ 3736 h 10000"/>
              <a:gd name="connsiteX144" fmla="*/ 2084 w 12637"/>
              <a:gd name="connsiteY144" fmla="*/ 3672 h 10000"/>
              <a:gd name="connsiteX145" fmla="*/ 2151 w 12637"/>
              <a:gd name="connsiteY145" fmla="*/ 3603 h 10000"/>
              <a:gd name="connsiteX146" fmla="*/ 2239 w 12637"/>
              <a:gd name="connsiteY146" fmla="*/ 3482 h 10000"/>
              <a:gd name="connsiteX147" fmla="*/ 2550 w 12637"/>
              <a:gd name="connsiteY147" fmla="*/ 3279 h 10000"/>
              <a:gd name="connsiteX148" fmla="*/ 2395 w 12637"/>
              <a:gd name="connsiteY148" fmla="*/ 3112 h 10000"/>
              <a:gd name="connsiteX149" fmla="*/ 2239 w 12637"/>
              <a:gd name="connsiteY149" fmla="*/ 2950 h 10000"/>
              <a:gd name="connsiteX150" fmla="*/ 2084 w 12637"/>
              <a:gd name="connsiteY150" fmla="*/ 2789 h 10000"/>
              <a:gd name="connsiteX151" fmla="*/ 2084 w 12637"/>
              <a:gd name="connsiteY151" fmla="*/ 2639 h 10000"/>
              <a:gd name="connsiteX152" fmla="*/ 2239 w 12637"/>
              <a:gd name="connsiteY152" fmla="*/ 2494 h 10000"/>
              <a:gd name="connsiteX153" fmla="*/ 2461 w 12637"/>
              <a:gd name="connsiteY153" fmla="*/ 2390 h 10000"/>
              <a:gd name="connsiteX154" fmla="*/ 2860 w 12637"/>
              <a:gd name="connsiteY154" fmla="*/ 2309 h 10000"/>
              <a:gd name="connsiteX155" fmla="*/ 3259 w 12637"/>
              <a:gd name="connsiteY155" fmla="*/ 2292 h 10000"/>
              <a:gd name="connsiteX156" fmla="*/ 3659 w 12637"/>
              <a:gd name="connsiteY156" fmla="*/ 1963 h 10000"/>
              <a:gd name="connsiteX157" fmla="*/ 3725 w 12637"/>
              <a:gd name="connsiteY157" fmla="*/ 1853 h 10000"/>
              <a:gd name="connsiteX158" fmla="*/ 4124 w 12637"/>
              <a:gd name="connsiteY158" fmla="*/ 1547 h 10000"/>
              <a:gd name="connsiteX159" fmla="*/ 4346 w 12637"/>
              <a:gd name="connsiteY159" fmla="*/ 1467 h 10000"/>
              <a:gd name="connsiteX160" fmla="*/ 4745 w 12637"/>
              <a:gd name="connsiteY160" fmla="*/ 1201 h 10000"/>
              <a:gd name="connsiteX161" fmla="*/ 5011 w 12637"/>
              <a:gd name="connsiteY161" fmla="*/ 803 h 10000"/>
              <a:gd name="connsiteX162" fmla="*/ 5011 w 12637"/>
              <a:gd name="connsiteY162" fmla="*/ 785 h 10000"/>
              <a:gd name="connsiteX163" fmla="*/ 5078 w 12637"/>
              <a:gd name="connsiteY163" fmla="*/ 427 h 10000"/>
              <a:gd name="connsiteX164" fmla="*/ 12637 w 12637"/>
              <a:gd name="connsiteY164" fmla="*/ 1824 h 10000"/>
              <a:gd name="connsiteX0" fmla="*/ 5166 w 10000"/>
              <a:gd name="connsiteY0" fmla="*/ 0 h 10000"/>
              <a:gd name="connsiteX1" fmla="*/ 8647 w 10000"/>
              <a:gd name="connsiteY1" fmla="*/ 0 h 10000"/>
              <a:gd name="connsiteX2" fmla="*/ 8736 w 10000"/>
              <a:gd name="connsiteY2" fmla="*/ 468 h 10000"/>
              <a:gd name="connsiteX3" fmla="*/ 9468 w 10000"/>
              <a:gd name="connsiteY3" fmla="*/ 785 h 10000"/>
              <a:gd name="connsiteX4" fmla="*/ 9667 w 10000"/>
              <a:gd name="connsiteY4" fmla="*/ 906 h 10000"/>
              <a:gd name="connsiteX5" fmla="*/ 9756 w 10000"/>
              <a:gd name="connsiteY5" fmla="*/ 1016 h 10000"/>
              <a:gd name="connsiteX6" fmla="*/ 9601 w 10000"/>
              <a:gd name="connsiteY6" fmla="*/ 1149 h 10000"/>
              <a:gd name="connsiteX7" fmla="*/ 9113 w 10000"/>
              <a:gd name="connsiteY7" fmla="*/ 1363 h 10000"/>
              <a:gd name="connsiteX8" fmla="*/ 9113 w 10000"/>
              <a:gd name="connsiteY8" fmla="*/ 1998 h 10000"/>
              <a:gd name="connsiteX9" fmla="*/ 8182 w 10000"/>
              <a:gd name="connsiteY9" fmla="*/ 2038 h 10000"/>
              <a:gd name="connsiteX10" fmla="*/ 7539 w 10000"/>
              <a:gd name="connsiteY10" fmla="*/ 2148 h 10000"/>
              <a:gd name="connsiteX11" fmla="*/ 7295 w 10000"/>
              <a:gd name="connsiteY11" fmla="*/ 2206 h 10000"/>
              <a:gd name="connsiteX12" fmla="*/ 7206 w 10000"/>
              <a:gd name="connsiteY12" fmla="*/ 2333 h 10000"/>
              <a:gd name="connsiteX13" fmla="*/ 7206 w 10000"/>
              <a:gd name="connsiteY13" fmla="*/ 2413 h 10000"/>
              <a:gd name="connsiteX14" fmla="*/ 7472 w 10000"/>
              <a:gd name="connsiteY14" fmla="*/ 2517 h 10000"/>
              <a:gd name="connsiteX15" fmla="*/ 8027 w 10000"/>
              <a:gd name="connsiteY15" fmla="*/ 2719 h 10000"/>
              <a:gd name="connsiteX16" fmla="*/ 8093 w 10000"/>
              <a:gd name="connsiteY16" fmla="*/ 2962 h 10000"/>
              <a:gd name="connsiteX17" fmla="*/ 7627 w 10000"/>
              <a:gd name="connsiteY17" fmla="*/ 3176 h 10000"/>
              <a:gd name="connsiteX18" fmla="*/ 6896 w 10000"/>
              <a:gd name="connsiteY18" fmla="*/ 3337 h 10000"/>
              <a:gd name="connsiteX19" fmla="*/ 6652 w 10000"/>
              <a:gd name="connsiteY19" fmla="*/ 3505 h 10000"/>
              <a:gd name="connsiteX20" fmla="*/ 6497 w 10000"/>
              <a:gd name="connsiteY20" fmla="*/ 3736 h 10000"/>
              <a:gd name="connsiteX21" fmla="*/ 6652 w 10000"/>
              <a:gd name="connsiteY21" fmla="*/ 3978 h 10000"/>
              <a:gd name="connsiteX22" fmla="*/ 6585 w 10000"/>
              <a:gd name="connsiteY22" fmla="*/ 4244 h 10000"/>
              <a:gd name="connsiteX23" fmla="*/ 6275 w 10000"/>
              <a:gd name="connsiteY23" fmla="*/ 4376 h 10000"/>
              <a:gd name="connsiteX24" fmla="*/ 5876 w 10000"/>
              <a:gd name="connsiteY24" fmla="*/ 4452 h 10000"/>
              <a:gd name="connsiteX25" fmla="*/ 5721 w 10000"/>
              <a:gd name="connsiteY25" fmla="*/ 4555 h 10000"/>
              <a:gd name="connsiteX26" fmla="*/ 5787 w 10000"/>
              <a:gd name="connsiteY26" fmla="*/ 4659 h 10000"/>
              <a:gd name="connsiteX27" fmla="*/ 6186 w 10000"/>
              <a:gd name="connsiteY27" fmla="*/ 4763 h 10000"/>
              <a:gd name="connsiteX28" fmla="*/ 6275 w 10000"/>
              <a:gd name="connsiteY28" fmla="*/ 4867 h 10000"/>
              <a:gd name="connsiteX29" fmla="*/ 6186 w 10000"/>
              <a:gd name="connsiteY29" fmla="*/ 4948 h 10000"/>
              <a:gd name="connsiteX30" fmla="*/ 5876 w 10000"/>
              <a:gd name="connsiteY30" fmla="*/ 5092 h 10000"/>
              <a:gd name="connsiteX31" fmla="*/ 5721 w 10000"/>
              <a:gd name="connsiteY31" fmla="*/ 5300 h 10000"/>
              <a:gd name="connsiteX32" fmla="*/ 5942 w 10000"/>
              <a:gd name="connsiteY32" fmla="*/ 5485 h 10000"/>
              <a:gd name="connsiteX33" fmla="*/ 6275 w 10000"/>
              <a:gd name="connsiteY33" fmla="*/ 5566 h 10000"/>
              <a:gd name="connsiteX34" fmla="*/ 6275 w 10000"/>
              <a:gd name="connsiteY34" fmla="*/ 5774 h 10000"/>
              <a:gd name="connsiteX35" fmla="*/ 7073 w 10000"/>
              <a:gd name="connsiteY35" fmla="*/ 5791 h 10000"/>
              <a:gd name="connsiteX36" fmla="*/ 7472 w 10000"/>
              <a:gd name="connsiteY36" fmla="*/ 5872 h 10000"/>
              <a:gd name="connsiteX37" fmla="*/ 7295 w 10000"/>
              <a:gd name="connsiteY37" fmla="*/ 6068 h 10000"/>
              <a:gd name="connsiteX38" fmla="*/ 7007 w 10000"/>
              <a:gd name="connsiteY38" fmla="*/ 6068 h 10000"/>
              <a:gd name="connsiteX39" fmla="*/ 6275 w 10000"/>
              <a:gd name="connsiteY39" fmla="*/ 5976 h 10000"/>
              <a:gd name="connsiteX40" fmla="*/ 5721 w 10000"/>
              <a:gd name="connsiteY40" fmla="*/ 6045 h 10000"/>
              <a:gd name="connsiteX41" fmla="*/ 5565 w 10000"/>
              <a:gd name="connsiteY41" fmla="*/ 6184 h 10000"/>
              <a:gd name="connsiteX42" fmla="*/ 5632 w 10000"/>
              <a:gd name="connsiteY42" fmla="*/ 6391 h 10000"/>
              <a:gd name="connsiteX43" fmla="*/ 5942 w 10000"/>
              <a:gd name="connsiteY43" fmla="*/ 6582 h 10000"/>
              <a:gd name="connsiteX44" fmla="*/ 6741 w 10000"/>
              <a:gd name="connsiteY44" fmla="*/ 6617 h 10000"/>
              <a:gd name="connsiteX45" fmla="*/ 7140 w 10000"/>
              <a:gd name="connsiteY45" fmla="*/ 6778 h 10000"/>
              <a:gd name="connsiteX46" fmla="*/ 7007 w 10000"/>
              <a:gd name="connsiteY46" fmla="*/ 7032 h 10000"/>
              <a:gd name="connsiteX47" fmla="*/ 6341 w 10000"/>
              <a:gd name="connsiteY47" fmla="*/ 7194 h 10000"/>
              <a:gd name="connsiteX48" fmla="*/ 5565 w 10000"/>
              <a:gd name="connsiteY48" fmla="*/ 7298 h 10000"/>
              <a:gd name="connsiteX49" fmla="*/ 5255 w 10000"/>
              <a:gd name="connsiteY49" fmla="*/ 7512 h 10000"/>
              <a:gd name="connsiteX50" fmla="*/ 5255 w 10000"/>
              <a:gd name="connsiteY50" fmla="*/ 7714 h 10000"/>
              <a:gd name="connsiteX51" fmla="*/ 5632 w 10000"/>
              <a:gd name="connsiteY51" fmla="*/ 7835 h 10000"/>
              <a:gd name="connsiteX52" fmla="*/ 5632 w 10000"/>
              <a:gd name="connsiteY52" fmla="*/ 7979 h 10000"/>
              <a:gd name="connsiteX53" fmla="*/ 5255 w 10000"/>
              <a:gd name="connsiteY53" fmla="*/ 8100 h 10000"/>
              <a:gd name="connsiteX54" fmla="*/ 4612 w 10000"/>
              <a:gd name="connsiteY54" fmla="*/ 8124 h 10000"/>
              <a:gd name="connsiteX55" fmla="*/ 4279 w 10000"/>
              <a:gd name="connsiteY55" fmla="*/ 8204 h 10000"/>
              <a:gd name="connsiteX56" fmla="*/ 4124 w 10000"/>
              <a:gd name="connsiteY56" fmla="*/ 8314 h 10000"/>
              <a:gd name="connsiteX57" fmla="*/ 4124 w 10000"/>
              <a:gd name="connsiteY57" fmla="*/ 8620 h 10000"/>
              <a:gd name="connsiteX58" fmla="*/ 4191 w 10000"/>
              <a:gd name="connsiteY58" fmla="*/ 8741 h 10000"/>
              <a:gd name="connsiteX59" fmla="*/ 4457 w 10000"/>
              <a:gd name="connsiteY59" fmla="*/ 8828 h 10000"/>
              <a:gd name="connsiteX60" fmla="*/ 4612 w 10000"/>
              <a:gd name="connsiteY60" fmla="*/ 8845 h 10000"/>
              <a:gd name="connsiteX61" fmla="*/ 4834 w 10000"/>
              <a:gd name="connsiteY61" fmla="*/ 8828 h 10000"/>
              <a:gd name="connsiteX62" fmla="*/ 5255 w 10000"/>
              <a:gd name="connsiteY62" fmla="*/ 8788 h 10000"/>
              <a:gd name="connsiteX63" fmla="*/ 5455 w 10000"/>
              <a:gd name="connsiteY63" fmla="*/ 8828 h 10000"/>
              <a:gd name="connsiteX64" fmla="*/ 5632 w 10000"/>
              <a:gd name="connsiteY64" fmla="*/ 9221 h 10000"/>
              <a:gd name="connsiteX65" fmla="*/ 5942 w 10000"/>
              <a:gd name="connsiteY65" fmla="*/ 9319 h 10000"/>
              <a:gd name="connsiteX66" fmla="*/ 7472 w 10000"/>
              <a:gd name="connsiteY66" fmla="*/ 9301 h 10000"/>
              <a:gd name="connsiteX67" fmla="*/ 10000 w 10000"/>
              <a:gd name="connsiteY67" fmla="*/ 9319 h 10000"/>
              <a:gd name="connsiteX68" fmla="*/ 10000 w 10000"/>
              <a:gd name="connsiteY68" fmla="*/ 9423 h 10000"/>
              <a:gd name="connsiteX69" fmla="*/ 9933 w 10000"/>
              <a:gd name="connsiteY69" fmla="*/ 9509 h 10000"/>
              <a:gd name="connsiteX70" fmla="*/ 9601 w 10000"/>
              <a:gd name="connsiteY70" fmla="*/ 9527 h 10000"/>
              <a:gd name="connsiteX71" fmla="*/ 8027 w 10000"/>
              <a:gd name="connsiteY71" fmla="*/ 9671 h 10000"/>
              <a:gd name="connsiteX72" fmla="*/ 7539 w 10000"/>
              <a:gd name="connsiteY72" fmla="*/ 9775 h 10000"/>
              <a:gd name="connsiteX73" fmla="*/ 7140 w 10000"/>
              <a:gd name="connsiteY73" fmla="*/ 9873 h 10000"/>
              <a:gd name="connsiteX74" fmla="*/ 6741 w 10000"/>
              <a:gd name="connsiteY74" fmla="*/ 9977 h 10000"/>
              <a:gd name="connsiteX75" fmla="*/ 6341 w 10000"/>
              <a:gd name="connsiteY75" fmla="*/ 10000 h 10000"/>
              <a:gd name="connsiteX76" fmla="*/ 5565 w 10000"/>
              <a:gd name="connsiteY76" fmla="*/ 9896 h 10000"/>
              <a:gd name="connsiteX77" fmla="*/ 4678 w 10000"/>
              <a:gd name="connsiteY77" fmla="*/ 9873 h 10000"/>
              <a:gd name="connsiteX78" fmla="*/ 4191 w 10000"/>
              <a:gd name="connsiteY78" fmla="*/ 9792 h 10000"/>
              <a:gd name="connsiteX79" fmla="*/ 3902 w 10000"/>
              <a:gd name="connsiteY79" fmla="*/ 9758 h 10000"/>
              <a:gd name="connsiteX80" fmla="*/ 3836 w 10000"/>
              <a:gd name="connsiteY80" fmla="*/ 9694 h 10000"/>
              <a:gd name="connsiteX81" fmla="*/ 3725 w 10000"/>
              <a:gd name="connsiteY81" fmla="*/ 9567 h 10000"/>
              <a:gd name="connsiteX82" fmla="*/ 3415 w 10000"/>
              <a:gd name="connsiteY82" fmla="*/ 9486 h 10000"/>
              <a:gd name="connsiteX83" fmla="*/ 2949 w 10000"/>
              <a:gd name="connsiteY83" fmla="*/ 9446 h 10000"/>
              <a:gd name="connsiteX84" fmla="*/ 2550 w 10000"/>
              <a:gd name="connsiteY84" fmla="*/ 9469 h 10000"/>
              <a:gd name="connsiteX85" fmla="*/ 2239 w 10000"/>
              <a:gd name="connsiteY85" fmla="*/ 9365 h 10000"/>
              <a:gd name="connsiteX86" fmla="*/ 2084 w 10000"/>
              <a:gd name="connsiteY86" fmla="*/ 9284 h 10000"/>
              <a:gd name="connsiteX87" fmla="*/ 1574 w 10000"/>
              <a:gd name="connsiteY87" fmla="*/ 9174 h 10000"/>
              <a:gd name="connsiteX88" fmla="*/ 1375 w 10000"/>
              <a:gd name="connsiteY88" fmla="*/ 9140 h 10000"/>
              <a:gd name="connsiteX89" fmla="*/ 1197 w 10000"/>
              <a:gd name="connsiteY89" fmla="*/ 8955 h 10000"/>
              <a:gd name="connsiteX90" fmla="*/ 1197 w 10000"/>
              <a:gd name="connsiteY90" fmla="*/ 8845 h 10000"/>
              <a:gd name="connsiteX91" fmla="*/ 1197 w 10000"/>
              <a:gd name="connsiteY91" fmla="*/ 8724 h 10000"/>
              <a:gd name="connsiteX92" fmla="*/ 1109 w 10000"/>
              <a:gd name="connsiteY92" fmla="*/ 8516 h 10000"/>
              <a:gd name="connsiteX93" fmla="*/ 798 w 10000"/>
              <a:gd name="connsiteY93" fmla="*/ 8389 h 10000"/>
              <a:gd name="connsiteX94" fmla="*/ 865 w 10000"/>
              <a:gd name="connsiteY94" fmla="*/ 8314 h 10000"/>
              <a:gd name="connsiteX95" fmla="*/ 1109 w 10000"/>
              <a:gd name="connsiteY95" fmla="*/ 8285 h 10000"/>
              <a:gd name="connsiteX96" fmla="*/ 1530 w 10000"/>
              <a:gd name="connsiteY96" fmla="*/ 8187 h 10000"/>
              <a:gd name="connsiteX97" fmla="*/ 1663 w 10000"/>
              <a:gd name="connsiteY97" fmla="*/ 8100 h 10000"/>
              <a:gd name="connsiteX98" fmla="*/ 1729 w 10000"/>
              <a:gd name="connsiteY98" fmla="*/ 8060 h 10000"/>
              <a:gd name="connsiteX99" fmla="*/ 1441 w 10000"/>
              <a:gd name="connsiteY99" fmla="*/ 7979 h 10000"/>
              <a:gd name="connsiteX100" fmla="*/ 1375 w 10000"/>
              <a:gd name="connsiteY100" fmla="*/ 7754 h 10000"/>
              <a:gd name="connsiteX101" fmla="*/ 1530 w 10000"/>
              <a:gd name="connsiteY101" fmla="*/ 7627 h 10000"/>
              <a:gd name="connsiteX102" fmla="*/ 1818 w 10000"/>
              <a:gd name="connsiteY102" fmla="*/ 7529 h 10000"/>
              <a:gd name="connsiteX103" fmla="*/ 1996 w 10000"/>
              <a:gd name="connsiteY103" fmla="*/ 7442 h 10000"/>
              <a:gd name="connsiteX104" fmla="*/ 2151 w 10000"/>
              <a:gd name="connsiteY104" fmla="*/ 7419 h 10000"/>
              <a:gd name="connsiteX105" fmla="*/ 1818 w 10000"/>
              <a:gd name="connsiteY105" fmla="*/ 7338 h 10000"/>
              <a:gd name="connsiteX106" fmla="*/ 1441 w 10000"/>
              <a:gd name="connsiteY106" fmla="*/ 7298 h 10000"/>
              <a:gd name="connsiteX107" fmla="*/ 1197 w 10000"/>
              <a:gd name="connsiteY107" fmla="*/ 7194 h 10000"/>
              <a:gd name="connsiteX108" fmla="*/ 1729 w 10000"/>
              <a:gd name="connsiteY108" fmla="*/ 7096 h 10000"/>
              <a:gd name="connsiteX109" fmla="*/ 1375 w 10000"/>
              <a:gd name="connsiteY109" fmla="*/ 6986 h 10000"/>
              <a:gd name="connsiteX110" fmla="*/ 554 w 10000"/>
              <a:gd name="connsiteY110" fmla="*/ 6963 h 10000"/>
              <a:gd name="connsiteX111" fmla="*/ 244 w 10000"/>
              <a:gd name="connsiteY111" fmla="*/ 6946 h 10000"/>
              <a:gd name="connsiteX112" fmla="*/ 89 w 10000"/>
              <a:gd name="connsiteY112" fmla="*/ 6888 h 10000"/>
              <a:gd name="connsiteX113" fmla="*/ 0 w 10000"/>
              <a:gd name="connsiteY113" fmla="*/ 6778 h 10000"/>
              <a:gd name="connsiteX114" fmla="*/ 89 w 10000"/>
              <a:gd name="connsiteY114" fmla="*/ 6657 h 10000"/>
              <a:gd name="connsiteX115" fmla="*/ 244 w 10000"/>
              <a:gd name="connsiteY115" fmla="*/ 6582 h 10000"/>
              <a:gd name="connsiteX116" fmla="*/ 488 w 10000"/>
              <a:gd name="connsiteY116" fmla="*/ 6582 h 10000"/>
              <a:gd name="connsiteX117" fmla="*/ 865 w 10000"/>
              <a:gd name="connsiteY117" fmla="*/ 6582 h 10000"/>
              <a:gd name="connsiteX118" fmla="*/ 1020 w 10000"/>
              <a:gd name="connsiteY118" fmla="*/ 6657 h 10000"/>
              <a:gd name="connsiteX119" fmla="*/ 1663 w 10000"/>
              <a:gd name="connsiteY119" fmla="*/ 6657 h 10000"/>
              <a:gd name="connsiteX120" fmla="*/ 2151 w 10000"/>
              <a:gd name="connsiteY120" fmla="*/ 6657 h 10000"/>
              <a:gd name="connsiteX121" fmla="*/ 2461 w 10000"/>
              <a:gd name="connsiteY121" fmla="*/ 6617 h 10000"/>
              <a:gd name="connsiteX122" fmla="*/ 2550 w 10000"/>
              <a:gd name="connsiteY122" fmla="*/ 6432 h 10000"/>
              <a:gd name="connsiteX123" fmla="*/ 2461 w 10000"/>
              <a:gd name="connsiteY123" fmla="*/ 6207 h 10000"/>
              <a:gd name="connsiteX124" fmla="*/ 2550 w 10000"/>
              <a:gd name="connsiteY124" fmla="*/ 6126 h 10000"/>
              <a:gd name="connsiteX125" fmla="*/ 2949 w 10000"/>
              <a:gd name="connsiteY125" fmla="*/ 5976 h 10000"/>
              <a:gd name="connsiteX126" fmla="*/ 3259 w 10000"/>
              <a:gd name="connsiteY126" fmla="*/ 5941 h 10000"/>
              <a:gd name="connsiteX127" fmla="*/ 2794 w 10000"/>
              <a:gd name="connsiteY127" fmla="*/ 5710 h 10000"/>
              <a:gd name="connsiteX128" fmla="*/ 2705 w 10000"/>
              <a:gd name="connsiteY128" fmla="*/ 5468 h 10000"/>
              <a:gd name="connsiteX129" fmla="*/ 2949 w 10000"/>
              <a:gd name="connsiteY129" fmla="*/ 5237 h 10000"/>
              <a:gd name="connsiteX130" fmla="*/ 3171 w 10000"/>
              <a:gd name="connsiteY130" fmla="*/ 5012 h 10000"/>
              <a:gd name="connsiteX131" fmla="*/ 3104 w 10000"/>
              <a:gd name="connsiteY131" fmla="*/ 4786 h 10000"/>
              <a:gd name="connsiteX132" fmla="*/ 3016 w 10000"/>
              <a:gd name="connsiteY132" fmla="*/ 4682 h 10000"/>
              <a:gd name="connsiteX133" fmla="*/ 3171 w 10000"/>
              <a:gd name="connsiteY133" fmla="*/ 4573 h 10000"/>
              <a:gd name="connsiteX134" fmla="*/ 3104 w 10000"/>
              <a:gd name="connsiteY134" fmla="*/ 4538 h 10000"/>
              <a:gd name="connsiteX135" fmla="*/ 2860 w 10000"/>
              <a:gd name="connsiteY135" fmla="*/ 4555 h 10000"/>
              <a:gd name="connsiteX136" fmla="*/ 2550 w 10000"/>
              <a:gd name="connsiteY136" fmla="*/ 4642 h 10000"/>
              <a:gd name="connsiteX137" fmla="*/ 1929 w 10000"/>
              <a:gd name="connsiteY137" fmla="*/ 4682 h 10000"/>
              <a:gd name="connsiteX138" fmla="*/ 1663 w 10000"/>
              <a:gd name="connsiteY138" fmla="*/ 4659 h 10000"/>
              <a:gd name="connsiteX139" fmla="*/ 1574 w 10000"/>
              <a:gd name="connsiteY139" fmla="*/ 4452 h 10000"/>
              <a:gd name="connsiteX140" fmla="*/ 1574 w 10000"/>
              <a:gd name="connsiteY140" fmla="*/ 4244 h 10000"/>
              <a:gd name="connsiteX141" fmla="*/ 1663 w 10000"/>
              <a:gd name="connsiteY141" fmla="*/ 4042 h 10000"/>
              <a:gd name="connsiteX142" fmla="*/ 1818 w 10000"/>
              <a:gd name="connsiteY142" fmla="*/ 3839 h 10000"/>
              <a:gd name="connsiteX143" fmla="*/ 1929 w 10000"/>
              <a:gd name="connsiteY143" fmla="*/ 3736 h 10000"/>
              <a:gd name="connsiteX144" fmla="*/ 2084 w 10000"/>
              <a:gd name="connsiteY144" fmla="*/ 3672 h 10000"/>
              <a:gd name="connsiteX145" fmla="*/ 2151 w 10000"/>
              <a:gd name="connsiteY145" fmla="*/ 3603 h 10000"/>
              <a:gd name="connsiteX146" fmla="*/ 2239 w 10000"/>
              <a:gd name="connsiteY146" fmla="*/ 3482 h 10000"/>
              <a:gd name="connsiteX147" fmla="*/ 2550 w 10000"/>
              <a:gd name="connsiteY147" fmla="*/ 3279 h 10000"/>
              <a:gd name="connsiteX148" fmla="*/ 2395 w 10000"/>
              <a:gd name="connsiteY148" fmla="*/ 3112 h 10000"/>
              <a:gd name="connsiteX149" fmla="*/ 2239 w 10000"/>
              <a:gd name="connsiteY149" fmla="*/ 2950 h 10000"/>
              <a:gd name="connsiteX150" fmla="*/ 2084 w 10000"/>
              <a:gd name="connsiteY150" fmla="*/ 2789 h 10000"/>
              <a:gd name="connsiteX151" fmla="*/ 2084 w 10000"/>
              <a:gd name="connsiteY151" fmla="*/ 2639 h 10000"/>
              <a:gd name="connsiteX152" fmla="*/ 2239 w 10000"/>
              <a:gd name="connsiteY152" fmla="*/ 2494 h 10000"/>
              <a:gd name="connsiteX153" fmla="*/ 2461 w 10000"/>
              <a:gd name="connsiteY153" fmla="*/ 2390 h 10000"/>
              <a:gd name="connsiteX154" fmla="*/ 2860 w 10000"/>
              <a:gd name="connsiteY154" fmla="*/ 2309 h 10000"/>
              <a:gd name="connsiteX155" fmla="*/ 3259 w 10000"/>
              <a:gd name="connsiteY155" fmla="*/ 2292 h 10000"/>
              <a:gd name="connsiteX156" fmla="*/ 3659 w 10000"/>
              <a:gd name="connsiteY156" fmla="*/ 1963 h 10000"/>
              <a:gd name="connsiteX157" fmla="*/ 3725 w 10000"/>
              <a:gd name="connsiteY157" fmla="*/ 1853 h 10000"/>
              <a:gd name="connsiteX158" fmla="*/ 4124 w 10000"/>
              <a:gd name="connsiteY158" fmla="*/ 1547 h 10000"/>
              <a:gd name="connsiteX159" fmla="*/ 4346 w 10000"/>
              <a:gd name="connsiteY159" fmla="*/ 1467 h 10000"/>
              <a:gd name="connsiteX160" fmla="*/ 4745 w 10000"/>
              <a:gd name="connsiteY160" fmla="*/ 1201 h 10000"/>
              <a:gd name="connsiteX161" fmla="*/ 5011 w 10000"/>
              <a:gd name="connsiteY161" fmla="*/ 803 h 10000"/>
              <a:gd name="connsiteX162" fmla="*/ 5011 w 10000"/>
              <a:gd name="connsiteY162" fmla="*/ 785 h 10000"/>
              <a:gd name="connsiteX163" fmla="*/ 5078 w 10000"/>
              <a:gd name="connsiteY163" fmla="*/ 427 h 10000"/>
              <a:gd name="connsiteX0" fmla="*/ 5166 w 10000"/>
              <a:gd name="connsiteY0" fmla="*/ 0 h 10000"/>
              <a:gd name="connsiteX1" fmla="*/ 8647 w 10000"/>
              <a:gd name="connsiteY1" fmla="*/ 0 h 10000"/>
              <a:gd name="connsiteX2" fmla="*/ 8736 w 10000"/>
              <a:gd name="connsiteY2" fmla="*/ 468 h 10000"/>
              <a:gd name="connsiteX3" fmla="*/ 9468 w 10000"/>
              <a:gd name="connsiteY3" fmla="*/ 785 h 10000"/>
              <a:gd name="connsiteX4" fmla="*/ 9667 w 10000"/>
              <a:gd name="connsiteY4" fmla="*/ 906 h 10000"/>
              <a:gd name="connsiteX5" fmla="*/ 9756 w 10000"/>
              <a:gd name="connsiteY5" fmla="*/ 1016 h 10000"/>
              <a:gd name="connsiteX6" fmla="*/ 9601 w 10000"/>
              <a:gd name="connsiteY6" fmla="*/ 1149 h 10000"/>
              <a:gd name="connsiteX7" fmla="*/ 9113 w 10000"/>
              <a:gd name="connsiteY7" fmla="*/ 1363 h 10000"/>
              <a:gd name="connsiteX8" fmla="*/ 9113 w 10000"/>
              <a:gd name="connsiteY8" fmla="*/ 1998 h 10000"/>
              <a:gd name="connsiteX9" fmla="*/ 8182 w 10000"/>
              <a:gd name="connsiteY9" fmla="*/ 2038 h 10000"/>
              <a:gd name="connsiteX10" fmla="*/ 7539 w 10000"/>
              <a:gd name="connsiteY10" fmla="*/ 2148 h 10000"/>
              <a:gd name="connsiteX11" fmla="*/ 7295 w 10000"/>
              <a:gd name="connsiteY11" fmla="*/ 2206 h 10000"/>
              <a:gd name="connsiteX12" fmla="*/ 7206 w 10000"/>
              <a:gd name="connsiteY12" fmla="*/ 2333 h 10000"/>
              <a:gd name="connsiteX13" fmla="*/ 7206 w 10000"/>
              <a:gd name="connsiteY13" fmla="*/ 2413 h 10000"/>
              <a:gd name="connsiteX14" fmla="*/ 7472 w 10000"/>
              <a:gd name="connsiteY14" fmla="*/ 2517 h 10000"/>
              <a:gd name="connsiteX15" fmla="*/ 8027 w 10000"/>
              <a:gd name="connsiteY15" fmla="*/ 2719 h 10000"/>
              <a:gd name="connsiteX16" fmla="*/ 8093 w 10000"/>
              <a:gd name="connsiteY16" fmla="*/ 2962 h 10000"/>
              <a:gd name="connsiteX17" fmla="*/ 7627 w 10000"/>
              <a:gd name="connsiteY17" fmla="*/ 3176 h 10000"/>
              <a:gd name="connsiteX18" fmla="*/ 6896 w 10000"/>
              <a:gd name="connsiteY18" fmla="*/ 3337 h 10000"/>
              <a:gd name="connsiteX19" fmla="*/ 6652 w 10000"/>
              <a:gd name="connsiteY19" fmla="*/ 3505 h 10000"/>
              <a:gd name="connsiteX20" fmla="*/ 6497 w 10000"/>
              <a:gd name="connsiteY20" fmla="*/ 3736 h 10000"/>
              <a:gd name="connsiteX21" fmla="*/ 6652 w 10000"/>
              <a:gd name="connsiteY21" fmla="*/ 3978 h 10000"/>
              <a:gd name="connsiteX22" fmla="*/ 6585 w 10000"/>
              <a:gd name="connsiteY22" fmla="*/ 4244 h 10000"/>
              <a:gd name="connsiteX23" fmla="*/ 6275 w 10000"/>
              <a:gd name="connsiteY23" fmla="*/ 4376 h 10000"/>
              <a:gd name="connsiteX24" fmla="*/ 5876 w 10000"/>
              <a:gd name="connsiteY24" fmla="*/ 4452 h 10000"/>
              <a:gd name="connsiteX25" fmla="*/ 5721 w 10000"/>
              <a:gd name="connsiteY25" fmla="*/ 4555 h 10000"/>
              <a:gd name="connsiteX26" fmla="*/ 5787 w 10000"/>
              <a:gd name="connsiteY26" fmla="*/ 4659 h 10000"/>
              <a:gd name="connsiteX27" fmla="*/ 6186 w 10000"/>
              <a:gd name="connsiteY27" fmla="*/ 4763 h 10000"/>
              <a:gd name="connsiteX28" fmla="*/ 6275 w 10000"/>
              <a:gd name="connsiteY28" fmla="*/ 4867 h 10000"/>
              <a:gd name="connsiteX29" fmla="*/ 6186 w 10000"/>
              <a:gd name="connsiteY29" fmla="*/ 4948 h 10000"/>
              <a:gd name="connsiteX30" fmla="*/ 5876 w 10000"/>
              <a:gd name="connsiteY30" fmla="*/ 5092 h 10000"/>
              <a:gd name="connsiteX31" fmla="*/ 5721 w 10000"/>
              <a:gd name="connsiteY31" fmla="*/ 5300 h 10000"/>
              <a:gd name="connsiteX32" fmla="*/ 5942 w 10000"/>
              <a:gd name="connsiteY32" fmla="*/ 5485 h 10000"/>
              <a:gd name="connsiteX33" fmla="*/ 6275 w 10000"/>
              <a:gd name="connsiteY33" fmla="*/ 5566 h 10000"/>
              <a:gd name="connsiteX34" fmla="*/ 6275 w 10000"/>
              <a:gd name="connsiteY34" fmla="*/ 5774 h 10000"/>
              <a:gd name="connsiteX35" fmla="*/ 7073 w 10000"/>
              <a:gd name="connsiteY35" fmla="*/ 5791 h 10000"/>
              <a:gd name="connsiteX36" fmla="*/ 7472 w 10000"/>
              <a:gd name="connsiteY36" fmla="*/ 5872 h 10000"/>
              <a:gd name="connsiteX37" fmla="*/ 7295 w 10000"/>
              <a:gd name="connsiteY37" fmla="*/ 6068 h 10000"/>
              <a:gd name="connsiteX38" fmla="*/ 7007 w 10000"/>
              <a:gd name="connsiteY38" fmla="*/ 6068 h 10000"/>
              <a:gd name="connsiteX39" fmla="*/ 6275 w 10000"/>
              <a:gd name="connsiteY39" fmla="*/ 5976 h 10000"/>
              <a:gd name="connsiteX40" fmla="*/ 5721 w 10000"/>
              <a:gd name="connsiteY40" fmla="*/ 6045 h 10000"/>
              <a:gd name="connsiteX41" fmla="*/ 5565 w 10000"/>
              <a:gd name="connsiteY41" fmla="*/ 6184 h 10000"/>
              <a:gd name="connsiteX42" fmla="*/ 5632 w 10000"/>
              <a:gd name="connsiteY42" fmla="*/ 6391 h 10000"/>
              <a:gd name="connsiteX43" fmla="*/ 5942 w 10000"/>
              <a:gd name="connsiteY43" fmla="*/ 6582 h 10000"/>
              <a:gd name="connsiteX44" fmla="*/ 6741 w 10000"/>
              <a:gd name="connsiteY44" fmla="*/ 6617 h 10000"/>
              <a:gd name="connsiteX45" fmla="*/ 7140 w 10000"/>
              <a:gd name="connsiteY45" fmla="*/ 6778 h 10000"/>
              <a:gd name="connsiteX46" fmla="*/ 7007 w 10000"/>
              <a:gd name="connsiteY46" fmla="*/ 7032 h 10000"/>
              <a:gd name="connsiteX47" fmla="*/ 6341 w 10000"/>
              <a:gd name="connsiteY47" fmla="*/ 7194 h 10000"/>
              <a:gd name="connsiteX48" fmla="*/ 5565 w 10000"/>
              <a:gd name="connsiteY48" fmla="*/ 7298 h 10000"/>
              <a:gd name="connsiteX49" fmla="*/ 5255 w 10000"/>
              <a:gd name="connsiteY49" fmla="*/ 7512 h 10000"/>
              <a:gd name="connsiteX50" fmla="*/ 5255 w 10000"/>
              <a:gd name="connsiteY50" fmla="*/ 7714 h 10000"/>
              <a:gd name="connsiteX51" fmla="*/ 5632 w 10000"/>
              <a:gd name="connsiteY51" fmla="*/ 7835 h 10000"/>
              <a:gd name="connsiteX52" fmla="*/ 5632 w 10000"/>
              <a:gd name="connsiteY52" fmla="*/ 7979 h 10000"/>
              <a:gd name="connsiteX53" fmla="*/ 5255 w 10000"/>
              <a:gd name="connsiteY53" fmla="*/ 8100 h 10000"/>
              <a:gd name="connsiteX54" fmla="*/ 4612 w 10000"/>
              <a:gd name="connsiteY54" fmla="*/ 8124 h 10000"/>
              <a:gd name="connsiteX55" fmla="*/ 4279 w 10000"/>
              <a:gd name="connsiteY55" fmla="*/ 8204 h 10000"/>
              <a:gd name="connsiteX56" fmla="*/ 4124 w 10000"/>
              <a:gd name="connsiteY56" fmla="*/ 8314 h 10000"/>
              <a:gd name="connsiteX57" fmla="*/ 4124 w 10000"/>
              <a:gd name="connsiteY57" fmla="*/ 8620 h 10000"/>
              <a:gd name="connsiteX58" fmla="*/ 4191 w 10000"/>
              <a:gd name="connsiteY58" fmla="*/ 8741 h 10000"/>
              <a:gd name="connsiteX59" fmla="*/ 4457 w 10000"/>
              <a:gd name="connsiteY59" fmla="*/ 8828 h 10000"/>
              <a:gd name="connsiteX60" fmla="*/ 4612 w 10000"/>
              <a:gd name="connsiteY60" fmla="*/ 8845 h 10000"/>
              <a:gd name="connsiteX61" fmla="*/ 4834 w 10000"/>
              <a:gd name="connsiteY61" fmla="*/ 8828 h 10000"/>
              <a:gd name="connsiteX62" fmla="*/ 5255 w 10000"/>
              <a:gd name="connsiteY62" fmla="*/ 8788 h 10000"/>
              <a:gd name="connsiteX63" fmla="*/ 5455 w 10000"/>
              <a:gd name="connsiteY63" fmla="*/ 8828 h 10000"/>
              <a:gd name="connsiteX64" fmla="*/ 5632 w 10000"/>
              <a:gd name="connsiteY64" fmla="*/ 9221 h 10000"/>
              <a:gd name="connsiteX65" fmla="*/ 5942 w 10000"/>
              <a:gd name="connsiteY65" fmla="*/ 9319 h 10000"/>
              <a:gd name="connsiteX66" fmla="*/ 7472 w 10000"/>
              <a:gd name="connsiteY66" fmla="*/ 9301 h 10000"/>
              <a:gd name="connsiteX67" fmla="*/ 10000 w 10000"/>
              <a:gd name="connsiteY67" fmla="*/ 9319 h 10000"/>
              <a:gd name="connsiteX68" fmla="*/ 10000 w 10000"/>
              <a:gd name="connsiteY68" fmla="*/ 9423 h 10000"/>
              <a:gd name="connsiteX69" fmla="*/ 9933 w 10000"/>
              <a:gd name="connsiteY69" fmla="*/ 9509 h 10000"/>
              <a:gd name="connsiteX70" fmla="*/ 9601 w 10000"/>
              <a:gd name="connsiteY70" fmla="*/ 9527 h 10000"/>
              <a:gd name="connsiteX71" fmla="*/ 8027 w 10000"/>
              <a:gd name="connsiteY71" fmla="*/ 9671 h 10000"/>
              <a:gd name="connsiteX72" fmla="*/ 7539 w 10000"/>
              <a:gd name="connsiteY72" fmla="*/ 9775 h 10000"/>
              <a:gd name="connsiteX73" fmla="*/ 7140 w 10000"/>
              <a:gd name="connsiteY73" fmla="*/ 9873 h 10000"/>
              <a:gd name="connsiteX74" fmla="*/ 6741 w 10000"/>
              <a:gd name="connsiteY74" fmla="*/ 9977 h 10000"/>
              <a:gd name="connsiteX75" fmla="*/ 6341 w 10000"/>
              <a:gd name="connsiteY75" fmla="*/ 10000 h 10000"/>
              <a:gd name="connsiteX76" fmla="*/ 5565 w 10000"/>
              <a:gd name="connsiteY76" fmla="*/ 9896 h 10000"/>
              <a:gd name="connsiteX77" fmla="*/ 4678 w 10000"/>
              <a:gd name="connsiteY77" fmla="*/ 9873 h 10000"/>
              <a:gd name="connsiteX78" fmla="*/ 4191 w 10000"/>
              <a:gd name="connsiteY78" fmla="*/ 9792 h 10000"/>
              <a:gd name="connsiteX79" fmla="*/ 3902 w 10000"/>
              <a:gd name="connsiteY79" fmla="*/ 9758 h 10000"/>
              <a:gd name="connsiteX80" fmla="*/ 3836 w 10000"/>
              <a:gd name="connsiteY80" fmla="*/ 9694 h 10000"/>
              <a:gd name="connsiteX81" fmla="*/ 3725 w 10000"/>
              <a:gd name="connsiteY81" fmla="*/ 9567 h 10000"/>
              <a:gd name="connsiteX82" fmla="*/ 3415 w 10000"/>
              <a:gd name="connsiteY82" fmla="*/ 9486 h 10000"/>
              <a:gd name="connsiteX83" fmla="*/ 2949 w 10000"/>
              <a:gd name="connsiteY83" fmla="*/ 9446 h 10000"/>
              <a:gd name="connsiteX84" fmla="*/ 2550 w 10000"/>
              <a:gd name="connsiteY84" fmla="*/ 9469 h 10000"/>
              <a:gd name="connsiteX85" fmla="*/ 2239 w 10000"/>
              <a:gd name="connsiteY85" fmla="*/ 9365 h 10000"/>
              <a:gd name="connsiteX86" fmla="*/ 2084 w 10000"/>
              <a:gd name="connsiteY86" fmla="*/ 9284 h 10000"/>
              <a:gd name="connsiteX87" fmla="*/ 1574 w 10000"/>
              <a:gd name="connsiteY87" fmla="*/ 9174 h 10000"/>
              <a:gd name="connsiteX88" fmla="*/ 1375 w 10000"/>
              <a:gd name="connsiteY88" fmla="*/ 9140 h 10000"/>
              <a:gd name="connsiteX89" fmla="*/ 1197 w 10000"/>
              <a:gd name="connsiteY89" fmla="*/ 8955 h 10000"/>
              <a:gd name="connsiteX90" fmla="*/ 1197 w 10000"/>
              <a:gd name="connsiteY90" fmla="*/ 8845 h 10000"/>
              <a:gd name="connsiteX91" fmla="*/ 1197 w 10000"/>
              <a:gd name="connsiteY91" fmla="*/ 8724 h 10000"/>
              <a:gd name="connsiteX92" fmla="*/ 1109 w 10000"/>
              <a:gd name="connsiteY92" fmla="*/ 8516 h 10000"/>
              <a:gd name="connsiteX93" fmla="*/ 798 w 10000"/>
              <a:gd name="connsiteY93" fmla="*/ 8389 h 10000"/>
              <a:gd name="connsiteX94" fmla="*/ 865 w 10000"/>
              <a:gd name="connsiteY94" fmla="*/ 8314 h 10000"/>
              <a:gd name="connsiteX95" fmla="*/ 1109 w 10000"/>
              <a:gd name="connsiteY95" fmla="*/ 8285 h 10000"/>
              <a:gd name="connsiteX96" fmla="*/ 1530 w 10000"/>
              <a:gd name="connsiteY96" fmla="*/ 8187 h 10000"/>
              <a:gd name="connsiteX97" fmla="*/ 1663 w 10000"/>
              <a:gd name="connsiteY97" fmla="*/ 8100 h 10000"/>
              <a:gd name="connsiteX98" fmla="*/ 1729 w 10000"/>
              <a:gd name="connsiteY98" fmla="*/ 8060 h 10000"/>
              <a:gd name="connsiteX99" fmla="*/ 1441 w 10000"/>
              <a:gd name="connsiteY99" fmla="*/ 7979 h 10000"/>
              <a:gd name="connsiteX100" fmla="*/ 1375 w 10000"/>
              <a:gd name="connsiteY100" fmla="*/ 7754 h 10000"/>
              <a:gd name="connsiteX101" fmla="*/ 1530 w 10000"/>
              <a:gd name="connsiteY101" fmla="*/ 7627 h 10000"/>
              <a:gd name="connsiteX102" fmla="*/ 1818 w 10000"/>
              <a:gd name="connsiteY102" fmla="*/ 7529 h 10000"/>
              <a:gd name="connsiteX103" fmla="*/ 1996 w 10000"/>
              <a:gd name="connsiteY103" fmla="*/ 7442 h 10000"/>
              <a:gd name="connsiteX104" fmla="*/ 2151 w 10000"/>
              <a:gd name="connsiteY104" fmla="*/ 7419 h 10000"/>
              <a:gd name="connsiteX105" fmla="*/ 1818 w 10000"/>
              <a:gd name="connsiteY105" fmla="*/ 7338 h 10000"/>
              <a:gd name="connsiteX106" fmla="*/ 1441 w 10000"/>
              <a:gd name="connsiteY106" fmla="*/ 7298 h 10000"/>
              <a:gd name="connsiteX107" fmla="*/ 1197 w 10000"/>
              <a:gd name="connsiteY107" fmla="*/ 7194 h 10000"/>
              <a:gd name="connsiteX108" fmla="*/ 1729 w 10000"/>
              <a:gd name="connsiteY108" fmla="*/ 7096 h 10000"/>
              <a:gd name="connsiteX109" fmla="*/ 1375 w 10000"/>
              <a:gd name="connsiteY109" fmla="*/ 6986 h 10000"/>
              <a:gd name="connsiteX110" fmla="*/ 554 w 10000"/>
              <a:gd name="connsiteY110" fmla="*/ 6963 h 10000"/>
              <a:gd name="connsiteX111" fmla="*/ 244 w 10000"/>
              <a:gd name="connsiteY111" fmla="*/ 6946 h 10000"/>
              <a:gd name="connsiteX112" fmla="*/ 89 w 10000"/>
              <a:gd name="connsiteY112" fmla="*/ 6888 h 10000"/>
              <a:gd name="connsiteX113" fmla="*/ 0 w 10000"/>
              <a:gd name="connsiteY113" fmla="*/ 6778 h 10000"/>
              <a:gd name="connsiteX114" fmla="*/ 89 w 10000"/>
              <a:gd name="connsiteY114" fmla="*/ 6657 h 10000"/>
              <a:gd name="connsiteX115" fmla="*/ 244 w 10000"/>
              <a:gd name="connsiteY115" fmla="*/ 6582 h 10000"/>
              <a:gd name="connsiteX116" fmla="*/ 488 w 10000"/>
              <a:gd name="connsiteY116" fmla="*/ 6582 h 10000"/>
              <a:gd name="connsiteX117" fmla="*/ 865 w 10000"/>
              <a:gd name="connsiteY117" fmla="*/ 6582 h 10000"/>
              <a:gd name="connsiteX118" fmla="*/ 1020 w 10000"/>
              <a:gd name="connsiteY118" fmla="*/ 6657 h 10000"/>
              <a:gd name="connsiteX119" fmla="*/ 1663 w 10000"/>
              <a:gd name="connsiteY119" fmla="*/ 6657 h 10000"/>
              <a:gd name="connsiteX120" fmla="*/ 2151 w 10000"/>
              <a:gd name="connsiteY120" fmla="*/ 6657 h 10000"/>
              <a:gd name="connsiteX121" fmla="*/ 2461 w 10000"/>
              <a:gd name="connsiteY121" fmla="*/ 6617 h 10000"/>
              <a:gd name="connsiteX122" fmla="*/ 2550 w 10000"/>
              <a:gd name="connsiteY122" fmla="*/ 6432 h 10000"/>
              <a:gd name="connsiteX123" fmla="*/ 2461 w 10000"/>
              <a:gd name="connsiteY123" fmla="*/ 6207 h 10000"/>
              <a:gd name="connsiteX124" fmla="*/ 2550 w 10000"/>
              <a:gd name="connsiteY124" fmla="*/ 6126 h 10000"/>
              <a:gd name="connsiteX125" fmla="*/ 2949 w 10000"/>
              <a:gd name="connsiteY125" fmla="*/ 5976 h 10000"/>
              <a:gd name="connsiteX126" fmla="*/ 3259 w 10000"/>
              <a:gd name="connsiteY126" fmla="*/ 5941 h 10000"/>
              <a:gd name="connsiteX127" fmla="*/ 2794 w 10000"/>
              <a:gd name="connsiteY127" fmla="*/ 5710 h 10000"/>
              <a:gd name="connsiteX128" fmla="*/ 2705 w 10000"/>
              <a:gd name="connsiteY128" fmla="*/ 5468 h 10000"/>
              <a:gd name="connsiteX129" fmla="*/ 2949 w 10000"/>
              <a:gd name="connsiteY129" fmla="*/ 5237 h 10000"/>
              <a:gd name="connsiteX130" fmla="*/ 3171 w 10000"/>
              <a:gd name="connsiteY130" fmla="*/ 5012 h 10000"/>
              <a:gd name="connsiteX131" fmla="*/ 3104 w 10000"/>
              <a:gd name="connsiteY131" fmla="*/ 4786 h 10000"/>
              <a:gd name="connsiteX132" fmla="*/ 3016 w 10000"/>
              <a:gd name="connsiteY132" fmla="*/ 4682 h 10000"/>
              <a:gd name="connsiteX133" fmla="*/ 3171 w 10000"/>
              <a:gd name="connsiteY133" fmla="*/ 4573 h 10000"/>
              <a:gd name="connsiteX134" fmla="*/ 3104 w 10000"/>
              <a:gd name="connsiteY134" fmla="*/ 4538 h 10000"/>
              <a:gd name="connsiteX135" fmla="*/ 2860 w 10000"/>
              <a:gd name="connsiteY135" fmla="*/ 4555 h 10000"/>
              <a:gd name="connsiteX136" fmla="*/ 2550 w 10000"/>
              <a:gd name="connsiteY136" fmla="*/ 4642 h 10000"/>
              <a:gd name="connsiteX137" fmla="*/ 1929 w 10000"/>
              <a:gd name="connsiteY137" fmla="*/ 4682 h 10000"/>
              <a:gd name="connsiteX138" fmla="*/ 1663 w 10000"/>
              <a:gd name="connsiteY138" fmla="*/ 4659 h 10000"/>
              <a:gd name="connsiteX139" fmla="*/ 1574 w 10000"/>
              <a:gd name="connsiteY139" fmla="*/ 4452 h 10000"/>
              <a:gd name="connsiteX140" fmla="*/ 1574 w 10000"/>
              <a:gd name="connsiteY140" fmla="*/ 4244 h 10000"/>
              <a:gd name="connsiteX141" fmla="*/ 1663 w 10000"/>
              <a:gd name="connsiteY141" fmla="*/ 4042 h 10000"/>
              <a:gd name="connsiteX142" fmla="*/ 1818 w 10000"/>
              <a:gd name="connsiteY142" fmla="*/ 3839 h 10000"/>
              <a:gd name="connsiteX143" fmla="*/ 1929 w 10000"/>
              <a:gd name="connsiteY143" fmla="*/ 3736 h 10000"/>
              <a:gd name="connsiteX144" fmla="*/ 2084 w 10000"/>
              <a:gd name="connsiteY144" fmla="*/ 3672 h 10000"/>
              <a:gd name="connsiteX145" fmla="*/ 2151 w 10000"/>
              <a:gd name="connsiteY145" fmla="*/ 3603 h 10000"/>
              <a:gd name="connsiteX146" fmla="*/ 2239 w 10000"/>
              <a:gd name="connsiteY146" fmla="*/ 3482 h 10000"/>
              <a:gd name="connsiteX147" fmla="*/ 2550 w 10000"/>
              <a:gd name="connsiteY147" fmla="*/ 3279 h 10000"/>
              <a:gd name="connsiteX148" fmla="*/ 2395 w 10000"/>
              <a:gd name="connsiteY148" fmla="*/ 3112 h 10000"/>
              <a:gd name="connsiteX149" fmla="*/ 2239 w 10000"/>
              <a:gd name="connsiteY149" fmla="*/ 2950 h 10000"/>
              <a:gd name="connsiteX150" fmla="*/ 2084 w 10000"/>
              <a:gd name="connsiteY150" fmla="*/ 2789 h 10000"/>
              <a:gd name="connsiteX151" fmla="*/ 2084 w 10000"/>
              <a:gd name="connsiteY151" fmla="*/ 2639 h 10000"/>
              <a:gd name="connsiteX152" fmla="*/ 2239 w 10000"/>
              <a:gd name="connsiteY152" fmla="*/ 2494 h 10000"/>
              <a:gd name="connsiteX153" fmla="*/ 2461 w 10000"/>
              <a:gd name="connsiteY153" fmla="*/ 2390 h 10000"/>
              <a:gd name="connsiteX154" fmla="*/ 2860 w 10000"/>
              <a:gd name="connsiteY154" fmla="*/ 2309 h 10000"/>
              <a:gd name="connsiteX155" fmla="*/ 3259 w 10000"/>
              <a:gd name="connsiteY155" fmla="*/ 2292 h 10000"/>
              <a:gd name="connsiteX156" fmla="*/ 3659 w 10000"/>
              <a:gd name="connsiteY156" fmla="*/ 1963 h 10000"/>
              <a:gd name="connsiteX157" fmla="*/ 3725 w 10000"/>
              <a:gd name="connsiteY157" fmla="*/ 1853 h 10000"/>
              <a:gd name="connsiteX158" fmla="*/ 4124 w 10000"/>
              <a:gd name="connsiteY158" fmla="*/ 1547 h 10000"/>
              <a:gd name="connsiteX159" fmla="*/ 4346 w 10000"/>
              <a:gd name="connsiteY159" fmla="*/ 1467 h 10000"/>
              <a:gd name="connsiteX160" fmla="*/ 4745 w 10000"/>
              <a:gd name="connsiteY160" fmla="*/ 1201 h 10000"/>
              <a:gd name="connsiteX161" fmla="*/ 5011 w 10000"/>
              <a:gd name="connsiteY161" fmla="*/ 803 h 10000"/>
              <a:gd name="connsiteX162" fmla="*/ 5011 w 10000"/>
              <a:gd name="connsiteY162" fmla="*/ 785 h 10000"/>
              <a:gd name="connsiteX163" fmla="*/ 5078 w 10000"/>
              <a:gd name="connsiteY163" fmla="*/ 427 h 10000"/>
              <a:gd name="connsiteX164" fmla="*/ 5166 w 10000"/>
              <a:gd name="connsiteY164" fmla="*/ 0 h 10000"/>
              <a:gd name="connsiteX0" fmla="*/ 5166 w 12637"/>
              <a:gd name="connsiteY0" fmla="*/ 0 h 10000"/>
              <a:gd name="connsiteX1" fmla="*/ 8647 w 12637"/>
              <a:gd name="connsiteY1" fmla="*/ 0 h 10000"/>
              <a:gd name="connsiteX2" fmla="*/ 8736 w 12637"/>
              <a:gd name="connsiteY2" fmla="*/ 468 h 10000"/>
              <a:gd name="connsiteX3" fmla="*/ 9468 w 12637"/>
              <a:gd name="connsiteY3" fmla="*/ 785 h 10000"/>
              <a:gd name="connsiteX4" fmla="*/ 9667 w 12637"/>
              <a:gd name="connsiteY4" fmla="*/ 906 h 10000"/>
              <a:gd name="connsiteX5" fmla="*/ 9756 w 12637"/>
              <a:gd name="connsiteY5" fmla="*/ 1016 h 10000"/>
              <a:gd name="connsiteX6" fmla="*/ 9601 w 12637"/>
              <a:gd name="connsiteY6" fmla="*/ 1149 h 10000"/>
              <a:gd name="connsiteX7" fmla="*/ 9113 w 12637"/>
              <a:gd name="connsiteY7" fmla="*/ 1363 h 10000"/>
              <a:gd name="connsiteX8" fmla="*/ 9113 w 12637"/>
              <a:gd name="connsiteY8" fmla="*/ 1998 h 10000"/>
              <a:gd name="connsiteX9" fmla="*/ 8182 w 12637"/>
              <a:gd name="connsiteY9" fmla="*/ 2038 h 10000"/>
              <a:gd name="connsiteX10" fmla="*/ 7539 w 12637"/>
              <a:gd name="connsiteY10" fmla="*/ 2148 h 10000"/>
              <a:gd name="connsiteX11" fmla="*/ 7295 w 12637"/>
              <a:gd name="connsiteY11" fmla="*/ 2206 h 10000"/>
              <a:gd name="connsiteX12" fmla="*/ 7206 w 12637"/>
              <a:gd name="connsiteY12" fmla="*/ 2333 h 10000"/>
              <a:gd name="connsiteX13" fmla="*/ 7206 w 12637"/>
              <a:gd name="connsiteY13" fmla="*/ 2413 h 10000"/>
              <a:gd name="connsiteX14" fmla="*/ 7472 w 12637"/>
              <a:gd name="connsiteY14" fmla="*/ 2517 h 10000"/>
              <a:gd name="connsiteX15" fmla="*/ 8027 w 12637"/>
              <a:gd name="connsiteY15" fmla="*/ 2719 h 10000"/>
              <a:gd name="connsiteX16" fmla="*/ 8093 w 12637"/>
              <a:gd name="connsiteY16" fmla="*/ 2962 h 10000"/>
              <a:gd name="connsiteX17" fmla="*/ 7627 w 12637"/>
              <a:gd name="connsiteY17" fmla="*/ 3176 h 10000"/>
              <a:gd name="connsiteX18" fmla="*/ 6896 w 12637"/>
              <a:gd name="connsiteY18" fmla="*/ 3337 h 10000"/>
              <a:gd name="connsiteX19" fmla="*/ 6652 w 12637"/>
              <a:gd name="connsiteY19" fmla="*/ 3505 h 10000"/>
              <a:gd name="connsiteX20" fmla="*/ 6497 w 12637"/>
              <a:gd name="connsiteY20" fmla="*/ 3736 h 10000"/>
              <a:gd name="connsiteX21" fmla="*/ 6652 w 12637"/>
              <a:gd name="connsiteY21" fmla="*/ 3978 h 10000"/>
              <a:gd name="connsiteX22" fmla="*/ 6585 w 12637"/>
              <a:gd name="connsiteY22" fmla="*/ 4244 h 10000"/>
              <a:gd name="connsiteX23" fmla="*/ 6275 w 12637"/>
              <a:gd name="connsiteY23" fmla="*/ 4376 h 10000"/>
              <a:gd name="connsiteX24" fmla="*/ 5876 w 12637"/>
              <a:gd name="connsiteY24" fmla="*/ 4452 h 10000"/>
              <a:gd name="connsiteX25" fmla="*/ 5721 w 12637"/>
              <a:gd name="connsiteY25" fmla="*/ 4555 h 10000"/>
              <a:gd name="connsiteX26" fmla="*/ 5787 w 12637"/>
              <a:gd name="connsiteY26" fmla="*/ 4659 h 10000"/>
              <a:gd name="connsiteX27" fmla="*/ 6186 w 12637"/>
              <a:gd name="connsiteY27" fmla="*/ 4763 h 10000"/>
              <a:gd name="connsiteX28" fmla="*/ 6275 w 12637"/>
              <a:gd name="connsiteY28" fmla="*/ 4867 h 10000"/>
              <a:gd name="connsiteX29" fmla="*/ 6186 w 12637"/>
              <a:gd name="connsiteY29" fmla="*/ 4948 h 10000"/>
              <a:gd name="connsiteX30" fmla="*/ 5876 w 12637"/>
              <a:gd name="connsiteY30" fmla="*/ 5092 h 10000"/>
              <a:gd name="connsiteX31" fmla="*/ 5721 w 12637"/>
              <a:gd name="connsiteY31" fmla="*/ 5300 h 10000"/>
              <a:gd name="connsiteX32" fmla="*/ 5942 w 12637"/>
              <a:gd name="connsiteY32" fmla="*/ 5485 h 10000"/>
              <a:gd name="connsiteX33" fmla="*/ 6275 w 12637"/>
              <a:gd name="connsiteY33" fmla="*/ 5566 h 10000"/>
              <a:gd name="connsiteX34" fmla="*/ 6275 w 12637"/>
              <a:gd name="connsiteY34" fmla="*/ 5774 h 10000"/>
              <a:gd name="connsiteX35" fmla="*/ 7073 w 12637"/>
              <a:gd name="connsiteY35" fmla="*/ 5791 h 10000"/>
              <a:gd name="connsiteX36" fmla="*/ 7472 w 12637"/>
              <a:gd name="connsiteY36" fmla="*/ 5872 h 10000"/>
              <a:gd name="connsiteX37" fmla="*/ 7295 w 12637"/>
              <a:gd name="connsiteY37" fmla="*/ 6068 h 10000"/>
              <a:gd name="connsiteX38" fmla="*/ 7007 w 12637"/>
              <a:gd name="connsiteY38" fmla="*/ 6068 h 10000"/>
              <a:gd name="connsiteX39" fmla="*/ 6275 w 12637"/>
              <a:gd name="connsiteY39" fmla="*/ 5976 h 10000"/>
              <a:gd name="connsiteX40" fmla="*/ 5721 w 12637"/>
              <a:gd name="connsiteY40" fmla="*/ 6045 h 10000"/>
              <a:gd name="connsiteX41" fmla="*/ 5565 w 12637"/>
              <a:gd name="connsiteY41" fmla="*/ 6184 h 10000"/>
              <a:gd name="connsiteX42" fmla="*/ 5632 w 12637"/>
              <a:gd name="connsiteY42" fmla="*/ 6391 h 10000"/>
              <a:gd name="connsiteX43" fmla="*/ 5942 w 12637"/>
              <a:gd name="connsiteY43" fmla="*/ 6582 h 10000"/>
              <a:gd name="connsiteX44" fmla="*/ 6741 w 12637"/>
              <a:gd name="connsiteY44" fmla="*/ 6617 h 10000"/>
              <a:gd name="connsiteX45" fmla="*/ 7140 w 12637"/>
              <a:gd name="connsiteY45" fmla="*/ 6778 h 10000"/>
              <a:gd name="connsiteX46" fmla="*/ 7007 w 12637"/>
              <a:gd name="connsiteY46" fmla="*/ 7032 h 10000"/>
              <a:gd name="connsiteX47" fmla="*/ 6341 w 12637"/>
              <a:gd name="connsiteY47" fmla="*/ 7194 h 10000"/>
              <a:gd name="connsiteX48" fmla="*/ 5565 w 12637"/>
              <a:gd name="connsiteY48" fmla="*/ 7298 h 10000"/>
              <a:gd name="connsiteX49" fmla="*/ 5255 w 12637"/>
              <a:gd name="connsiteY49" fmla="*/ 7512 h 10000"/>
              <a:gd name="connsiteX50" fmla="*/ 5255 w 12637"/>
              <a:gd name="connsiteY50" fmla="*/ 7714 h 10000"/>
              <a:gd name="connsiteX51" fmla="*/ 5632 w 12637"/>
              <a:gd name="connsiteY51" fmla="*/ 7835 h 10000"/>
              <a:gd name="connsiteX52" fmla="*/ 5632 w 12637"/>
              <a:gd name="connsiteY52" fmla="*/ 7979 h 10000"/>
              <a:gd name="connsiteX53" fmla="*/ 5255 w 12637"/>
              <a:gd name="connsiteY53" fmla="*/ 8100 h 10000"/>
              <a:gd name="connsiteX54" fmla="*/ 4612 w 12637"/>
              <a:gd name="connsiteY54" fmla="*/ 8124 h 10000"/>
              <a:gd name="connsiteX55" fmla="*/ 4279 w 12637"/>
              <a:gd name="connsiteY55" fmla="*/ 8204 h 10000"/>
              <a:gd name="connsiteX56" fmla="*/ 4124 w 12637"/>
              <a:gd name="connsiteY56" fmla="*/ 8314 h 10000"/>
              <a:gd name="connsiteX57" fmla="*/ 4124 w 12637"/>
              <a:gd name="connsiteY57" fmla="*/ 8620 h 10000"/>
              <a:gd name="connsiteX58" fmla="*/ 4191 w 12637"/>
              <a:gd name="connsiteY58" fmla="*/ 8741 h 10000"/>
              <a:gd name="connsiteX59" fmla="*/ 4457 w 12637"/>
              <a:gd name="connsiteY59" fmla="*/ 8828 h 10000"/>
              <a:gd name="connsiteX60" fmla="*/ 4612 w 12637"/>
              <a:gd name="connsiteY60" fmla="*/ 8845 h 10000"/>
              <a:gd name="connsiteX61" fmla="*/ 4834 w 12637"/>
              <a:gd name="connsiteY61" fmla="*/ 8828 h 10000"/>
              <a:gd name="connsiteX62" fmla="*/ 5255 w 12637"/>
              <a:gd name="connsiteY62" fmla="*/ 8788 h 10000"/>
              <a:gd name="connsiteX63" fmla="*/ 5455 w 12637"/>
              <a:gd name="connsiteY63" fmla="*/ 8828 h 10000"/>
              <a:gd name="connsiteX64" fmla="*/ 5632 w 12637"/>
              <a:gd name="connsiteY64" fmla="*/ 9221 h 10000"/>
              <a:gd name="connsiteX65" fmla="*/ 5942 w 12637"/>
              <a:gd name="connsiteY65" fmla="*/ 9319 h 10000"/>
              <a:gd name="connsiteX66" fmla="*/ 7472 w 12637"/>
              <a:gd name="connsiteY66" fmla="*/ 9301 h 10000"/>
              <a:gd name="connsiteX67" fmla="*/ 10000 w 12637"/>
              <a:gd name="connsiteY67" fmla="*/ 9319 h 10000"/>
              <a:gd name="connsiteX68" fmla="*/ 10000 w 12637"/>
              <a:gd name="connsiteY68" fmla="*/ 9423 h 10000"/>
              <a:gd name="connsiteX69" fmla="*/ 9933 w 12637"/>
              <a:gd name="connsiteY69" fmla="*/ 9509 h 10000"/>
              <a:gd name="connsiteX70" fmla="*/ 9601 w 12637"/>
              <a:gd name="connsiteY70" fmla="*/ 9527 h 10000"/>
              <a:gd name="connsiteX71" fmla="*/ 8027 w 12637"/>
              <a:gd name="connsiteY71" fmla="*/ 9671 h 10000"/>
              <a:gd name="connsiteX72" fmla="*/ 7539 w 12637"/>
              <a:gd name="connsiteY72" fmla="*/ 9775 h 10000"/>
              <a:gd name="connsiteX73" fmla="*/ 7140 w 12637"/>
              <a:gd name="connsiteY73" fmla="*/ 9873 h 10000"/>
              <a:gd name="connsiteX74" fmla="*/ 6741 w 12637"/>
              <a:gd name="connsiteY74" fmla="*/ 9977 h 10000"/>
              <a:gd name="connsiteX75" fmla="*/ 6341 w 12637"/>
              <a:gd name="connsiteY75" fmla="*/ 10000 h 10000"/>
              <a:gd name="connsiteX76" fmla="*/ 5565 w 12637"/>
              <a:gd name="connsiteY76" fmla="*/ 9896 h 10000"/>
              <a:gd name="connsiteX77" fmla="*/ 4678 w 12637"/>
              <a:gd name="connsiteY77" fmla="*/ 9873 h 10000"/>
              <a:gd name="connsiteX78" fmla="*/ 4191 w 12637"/>
              <a:gd name="connsiteY78" fmla="*/ 9792 h 10000"/>
              <a:gd name="connsiteX79" fmla="*/ 3902 w 12637"/>
              <a:gd name="connsiteY79" fmla="*/ 9758 h 10000"/>
              <a:gd name="connsiteX80" fmla="*/ 3836 w 12637"/>
              <a:gd name="connsiteY80" fmla="*/ 9694 h 10000"/>
              <a:gd name="connsiteX81" fmla="*/ 3725 w 12637"/>
              <a:gd name="connsiteY81" fmla="*/ 9567 h 10000"/>
              <a:gd name="connsiteX82" fmla="*/ 3415 w 12637"/>
              <a:gd name="connsiteY82" fmla="*/ 9486 h 10000"/>
              <a:gd name="connsiteX83" fmla="*/ 2949 w 12637"/>
              <a:gd name="connsiteY83" fmla="*/ 9446 h 10000"/>
              <a:gd name="connsiteX84" fmla="*/ 2550 w 12637"/>
              <a:gd name="connsiteY84" fmla="*/ 9469 h 10000"/>
              <a:gd name="connsiteX85" fmla="*/ 2239 w 12637"/>
              <a:gd name="connsiteY85" fmla="*/ 9365 h 10000"/>
              <a:gd name="connsiteX86" fmla="*/ 2084 w 12637"/>
              <a:gd name="connsiteY86" fmla="*/ 9284 h 10000"/>
              <a:gd name="connsiteX87" fmla="*/ 1574 w 12637"/>
              <a:gd name="connsiteY87" fmla="*/ 9174 h 10000"/>
              <a:gd name="connsiteX88" fmla="*/ 1375 w 12637"/>
              <a:gd name="connsiteY88" fmla="*/ 9140 h 10000"/>
              <a:gd name="connsiteX89" fmla="*/ 1197 w 12637"/>
              <a:gd name="connsiteY89" fmla="*/ 8955 h 10000"/>
              <a:gd name="connsiteX90" fmla="*/ 1197 w 12637"/>
              <a:gd name="connsiteY90" fmla="*/ 8845 h 10000"/>
              <a:gd name="connsiteX91" fmla="*/ 1197 w 12637"/>
              <a:gd name="connsiteY91" fmla="*/ 8724 h 10000"/>
              <a:gd name="connsiteX92" fmla="*/ 1109 w 12637"/>
              <a:gd name="connsiteY92" fmla="*/ 8516 h 10000"/>
              <a:gd name="connsiteX93" fmla="*/ 798 w 12637"/>
              <a:gd name="connsiteY93" fmla="*/ 8389 h 10000"/>
              <a:gd name="connsiteX94" fmla="*/ 865 w 12637"/>
              <a:gd name="connsiteY94" fmla="*/ 8314 h 10000"/>
              <a:gd name="connsiteX95" fmla="*/ 1109 w 12637"/>
              <a:gd name="connsiteY95" fmla="*/ 8285 h 10000"/>
              <a:gd name="connsiteX96" fmla="*/ 1530 w 12637"/>
              <a:gd name="connsiteY96" fmla="*/ 8187 h 10000"/>
              <a:gd name="connsiteX97" fmla="*/ 1663 w 12637"/>
              <a:gd name="connsiteY97" fmla="*/ 8100 h 10000"/>
              <a:gd name="connsiteX98" fmla="*/ 1729 w 12637"/>
              <a:gd name="connsiteY98" fmla="*/ 8060 h 10000"/>
              <a:gd name="connsiteX99" fmla="*/ 1441 w 12637"/>
              <a:gd name="connsiteY99" fmla="*/ 7979 h 10000"/>
              <a:gd name="connsiteX100" fmla="*/ 1375 w 12637"/>
              <a:gd name="connsiteY100" fmla="*/ 7754 h 10000"/>
              <a:gd name="connsiteX101" fmla="*/ 1530 w 12637"/>
              <a:gd name="connsiteY101" fmla="*/ 7627 h 10000"/>
              <a:gd name="connsiteX102" fmla="*/ 1818 w 12637"/>
              <a:gd name="connsiteY102" fmla="*/ 7529 h 10000"/>
              <a:gd name="connsiteX103" fmla="*/ 1996 w 12637"/>
              <a:gd name="connsiteY103" fmla="*/ 7442 h 10000"/>
              <a:gd name="connsiteX104" fmla="*/ 2151 w 12637"/>
              <a:gd name="connsiteY104" fmla="*/ 7419 h 10000"/>
              <a:gd name="connsiteX105" fmla="*/ 1818 w 12637"/>
              <a:gd name="connsiteY105" fmla="*/ 7338 h 10000"/>
              <a:gd name="connsiteX106" fmla="*/ 1441 w 12637"/>
              <a:gd name="connsiteY106" fmla="*/ 7298 h 10000"/>
              <a:gd name="connsiteX107" fmla="*/ 1197 w 12637"/>
              <a:gd name="connsiteY107" fmla="*/ 7194 h 10000"/>
              <a:gd name="connsiteX108" fmla="*/ 1729 w 12637"/>
              <a:gd name="connsiteY108" fmla="*/ 7096 h 10000"/>
              <a:gd name="connsiteX109" fmla="*/ 1375 w 12637"/>
              <a:gd name="connsiteY109" fmla="*/ 6986 h 10000"/>
              <a:gd name="connsiteX110" fmla="*/ 554 w 12637"/>
              <a:gd name="connsiteY110" fmla="*/ 6963 h 10000"/>
              <a:gd name="connsiteX111" fmla="*/ 244 w 12637"/>
              <a:gd name="connsiteY111" fmla="*/ 6946 h 10000"/>
              <a:gd name="connsiteX112" fmla="*/ 89 w 12637"/>
              <a:gd name="connsiteY112" fmla="*/ 6888 h 10000"/>
              <a:gd name="connsiteX113" fmla="*/ 0 w 12637"/>
              <a:gd name="connsiteY113" fmla="*/ 6778 h 10000"/>
              <a:gd name="connsiteX114" fmla="*/ 89 w 12637"/>
              <a:gd name="connsiteY114" fmla="*/ 6657 h 10000"/>
              <a:gd name="connsiteX115" fmla="*/ 244 w 12637"/>
              <a:gd name="connsiteY115" fmla="*/ 6582 h 10000"/>
              <a:gd name="connsiteX116" fmla="*/ 488 w 12637"/>
              <a:gd name="connsiteY116" fmla="*/ 6582 h 10000"/>
              <a:gd name="connsiteX117" fmla="*/ 865 w 12637"/>
              <a:gd name="connsiteY117" fmla="*/ 6582 h 10000"/>
              <a:gd name="connsiteX118" fmla="*/ 1020 w 12637"/>
              <a:gd name="connsiteY118" fmla="*/ 6657 h 10000"/>
              <a:gd name="connsiteX119" fmla="*/ 1663 w 12637"/>
              <a:gd name="connsiteY119" fmla="*/ 6657 h 10000"/>
              <a:gd name="connsiteX120" fmla="*/ 2151 w 12637"/>
              <a:gd name="connsiteY120" fmla="*/ 6657 h 10000"/>
              <a:gd name="connsiteX121" fmla="*/ 2461 w 12637"/>
              <a:gd name="connsiteY121" fmla="*/ 6617 h 10000"/>
              <a:gd name="connsiteX122" fmla="*/ 2550 w 12637"/>
              <a:gd name="connsiteY122" fmla="*/ 6432 h 10000"/>
              <a:gd name="connsiteX123" fmla="*/ 2461 w 12637"/>
              <a:gd name="connsiteY123" fmla="*/ 6207 h 10000"/>
              <a:gd name="connsiteX124" fmla="*/ 2550 w 12637"/>
              <a:gd name="connsiteY124" fmla="*/ 6126 h 10000"/>
              <a:gd name="connsiteX125" fmla="*/ 2949 w 12637"/>
              <a:gd name="connsiteY125" fmla="*/ 5976 h 10000"/>
              <a:gd name="connsiteX126" fmla="*/ 3259 w 12637"/>
              <a:gd name="connsiteY126" fmla="*/ 5941 h 10000"/>
              <a:gd name="connsiteX127" fmla="*/ 2794 w 12637"/>
              <a:gd name="connsiteY127" fmla="*/ 5710 h 10000"/>
              <a:gd name="connsiteX128" fmla="*/ 2705 w 12637"/>
              <a:gd name="connsiteY128" fmla="*/ 5468 h 10000"/>
              <a:gd name="connsiteX129" fmla="*/ 2949 w 12637"/>
              <a:gd name="connsiteY129" fmla="*/ 5237 h 10000"/>
              <a:gd name="connsiteX130" fmla="*/ 3171 w 12637"/>
              <a:gd name="connsiteY130" fmla="*/ 5012 h 10000"/>
              <a:gd name="connsiteX131" fmla="*/ 3104 w 12637"/>
              <a:gd name="connsiteY131" fmla="*/ 4786 h 10000"/>
              <a:gd name="connsiteX132" fmla="*/ 3016 w 12637"/>
              <a:gd name="connsiteY132" fmla="*/ 4682 h 10000"/>
              <a:gd name="connsiteX133" fmla="*/ 3171 w 12637"/>
              <a:gd name="connsiteY133" fmla="*/ 4573 h 10000"/>
              <a:gd name="connsiteX134" fmla="*/ 3104 w 12637"/>
              <a:gd name="connsiteY134" fmla="*/ 4538 h 10000"/>
              <a:gd name="connsiteX135" fmla="*/ 2860 w 12637"/>
              <a:gd name="connsiteY135" fmla="*/ 4555 h 10000"/>
              <a:gd name="connsiteX136" fmla="*/ 2550 w 12637"/>
              <a:gd name="connsiteY136" fmla="*/ 4642 h 10000"/>
              <a:gd name="connsiteX137" fmla="*/ 1929 w 12637"/>
              <a:gd name="connsiteY137" fmla="*/ 4682 h 10000"/>
              <a:gd name="connsiteX138" fmla="*/ 1663 w 12637"/>
              <a:gd name="connsiteY138" fmla="*/ 4659 h 10000"/>
              <a:gd name="connsiteX139" fmla="*/ 1574 w 12637"/>
              <a:gd name="connsiteY139" fmla="*/ 4452 h 10000"/>
              <a:gd name="connsiteX140" fmla="*/ 1574 w 12637"/>
              <a:gd name="connsiteY140" fmla="*/ 4244 h 10000"/>
              <a:gd name="connsiteX141" fmla="*/ 1663 w 12637"/>
              <a:gd name="connsiteY141" fmla="*/ 4042 h 10000"/>
              <a:gd name="connsiteX142" fmla="*/ 1818 w 12637"/>
              <a:gd name="connsiteY142" fmla="*/ 3839 h 10000"/>
              <a:gd name="connsiteX143" fmla="*/ 1929 w 12637"/>
              <a:gd name="connsiteY143" fmla="*/ 3736 h 10000"/>
              <a:gd name="connsiteX144" fmla="*/ 2084 w 12637"/>
              <a:gd name="connsiteY144" fmla="*/ 3672 h 10000"/>
              <a:gd name="connsiteX145" fmla="*/ 2151 w 12637"/>
              <a:gd name="connsiteY145" fmla="*/ 3603 h 10000"/>
              <a:gd name="connsiteX146" fmla="*/ 2239 w 12637"/>
              <a:gd name="connsiteY146" fmla="*/ 3482 h 10000"/>
              <a:gd name="connsiteX147" fmla="*/ 2550 w 12637"/>
              <a:gd name="connsiteY147" fmla="*/ 3279 h 10000"/>
              <a:gd name="connsiteX148" fmla="*/ 2395 w 12637"/>
              <a:gd name="connsiteY148" fmla="*/ 3112 h 10000"/>
              <a:gd name="connsiteX149" fmla="*/ 2239 w 12637"/>
              <a:gd name="connsiteY149" fmla="*/ 2950 h 10000"/>
              <a:gd name="connsiteX150" fmla="*/ 2084 w 12637"/>
              <a:gd name="connsiteY150" fmla="*/ 2789 h 10000"/>
              <a:gd name="connsiteX151" fmla="*/ 2084 w 12637"/>
              <a:gd name="connsiteY151" fmla="*/ 2639 h 10000"/>
              <a:gd name="connsiteX152" fmla="*/ 2239 w 12637"/>
              <a:gd name="connsiteY152" fmla="*/ 2494 h 10000"/>
              <a:gd name="connsiteX153" fmla="*/ 2461 w 12637"/>
              <a:gd name="connsiteY153" fmla="*/ 2390 h 10000"/>
              <a:gd name="connsiteX154" fmla="*/ 2860 w 12637"/>
              <a:gd name="connsiteY154" fmla="*/ 2309 h 10000"/>
              <a:gd name="connsiteX155" fmla="*/ 3259 w 12637"/>
              <a:gd name="connsiteY155" fmla="*/ 2292 h 10000"/>
              <a:gd name="connsiteX156" fmla="*/ 3659 w 12637"/>
              <a:gd name="connsiteY156" fmla="*/ 1963 h 10000"/>
              <a:gd name="connsiteX157" fmla="*/ 3725 w 12637"/>
              <a:gd name="connsiteY157" fmla="*/ 1853 h 10000"/>
              <a:gd name="connsiteX158" fmla="*/ 4124 w 12637"/>
              <a:gd name="connsiteY158" fmla="*/ 1547 h 10000"/>
              <a:gd name="connsiteX159" fmla="*/ 4346 w 12637"/>
              <a:gd name="connsiteY159" fmla="*/ 1467 h 10000"/>
              <a:gd name="connsiteX160" fmla="*/ 4745 w 12637"/>
              <a:gd name="connsiteY160" fmla="*/ 1201 h 10000"/>
              <a:gd name="connsiteX161" fmla="*/ 5011 w 12637"/>
              <a:gd name="connsiteY161" fmla="*/ 803 h 10000"/>
              <a:gd name="connsiteX162" fmla="*/ 5011 w 12637"/>
              <a:gd name="connsiteY162" fmla="*/ 785 h 10000"/>
              <a:gd name="connsiteX163" fmla="*/ 5078 w 12637"/>
              <a:gd name="connsiteY163" fmla="*/ 427 h 10000"/>
              <a:gd name="connsiteX164" fmla="*/ 12637 w 12637"/>
              <a:gd name="connsiteY164" fmla="*/ 1824 h 10000"/>
              <a:gd name="connsiteX0" fmla="*/ 8647 w 12637"/>
              <a:gd name="connsiteY0" fmla="*/ 0 h 10000"/>
              <a:gd name="connsiteX1" fmla="*/ 8736 w 12637"/>
              <a:gd name="connsiteY1" fmla="*/ 468 h 10000"/>
              <a:gd name="connsiteX2" fmla="*/ 9468 w 12637"/>
              <a:gd name="connsiteY2" fmla="*/ 785 h 10000"/>
              <a:gd name="connsiteX3" fmla="*/ 9667 w 12637"/>
              <a:gd name="connsiteY3" fmla="*/ 906 h 10000"/>
              <a:gd name="connsiteX4" fmla="*/ 9756 w 12637"/>
              <a:gd name="connsiteY4" fmla="*/ 1016 h 10000"/>
              <a:gd name="connsiteX5" fmla="*/ 9601 w 12637"/>
              <a:gd name="connsiteY5" fmla="*/ 1149 h 10000"/>
              <a:gd name="connsiteX6" fmla="*/ 9113 w 12637"/>
              <a:gd name="connsiteY6" fmla="*/ 1363 h 10000"/>
              <a:gd name="connsiteX7" fmla="*/ 9113 w 12637"/>
              <a:gd name="connsiteY7" fmla="*/ 1998 h 10000"/>
              <a:gd name="connsiteX8" fmla="*/ 8182 w 12637"/>
              <a:gd name="connsiteY8" fmla="*/ 2038 h 10000"/>
              <a:gd name="connsiteX9" fmla="*/ 7539 w 12637"/>
              <a:gd name="connsiteY9" fmla="*/ 2148 h 10000"/>
              <a:gd name="connsiteX10" fmla="*/ 7295 w 12637"/>
              <a:gd name="connsiteY10" fmla="*/ 2206 h 10000"/>
              <a:gd name="connsiteX11" fmla="*/ 7206 w 12637"/>
              <a:gd name="connsiteY11" fmla="*/ 2333 h 10000"/>
              <a:gd name="connsiteX12" fmla="*/ 7206 w 12637"/>
              <a:gd name="connsiteY12" fmla="*/ 2413 h 10000"/>
              <a:gd name="connsiteX13" fmla="*/ 7472 w 12637"/>
              <a:gd name="connsiteY13" fmla="*/ 2517 h 10000"/>
              <a:gd name="connsiteX14" fmla="*/ 8027 w 12637"/>
              <a:gd name="connsiteY14" fmla="*/ 2719 h 10000"/>
              <a:gd name="connsiteX15" fmla="*/ 8093 w 12637"/>
              <a:gd name="connsiteY15" fmla="*/ 2962 h 10000"/>
              <a:gd name="connsiteX16" fmla="*/ 7627 w 12637"/>
              <a:gd name="connsiteY16" fmla="*/ 3176 h 10000"/>
              <a:gd name="connsiteX17" fmla="*/ 6896 w 12637"/>
              <a:gd name="connsiteY17" fmla="*/ 3337 h 10000"/>
              <a:gd name="connsiteX18" fmla="*/ 6652 w 12637"/>
              <a:gd name="connsiteY18" fmla="*/ 3505 h 10000"/>
              <a:gd name="connsiteX19" fmla="*/ 6497 w 12637"/>
              <a:gd name="connsiteY19" fmla="*/ 3736 h 10000"/>
              <a:gd name="connsiteX20" fmla="*/ 6652 w 12637"/>
              <a:gd name="connsiteY20" fmla="*/ 3978 h 10000"/>
              <a:gd name="connsiteX21" fmla="*/ 6585 w 12637"/>
              <a:gd name="connsiteY21" fmla="*/ 4244 h 10000"/>
              <a:gd name="connsiteX22" fmla="*/ 6275 w 12637"/>
              <a:gd name="connsiteY22" fmla="*/ 4376 h 10000"/>
              <a:gd name="connsiteX23" fmla="*/ 5876 w 12637"/>
              <a:gd name="connsiteY23" fmla="*/ 4452 h 10000"/>
              <a:gd name="connsiteX24" fmla="*/ 5721 w 12637"/>
              <a:gd name="connsiteY24" fmla="*/ 4555 h 10000"/>
              <a:gd name="connsiteX25" fmla="*/ 5787 w 12637"/>
              <a:gd name="connsiteY25" fmla="*/ 4659 h 10000"/>
              <a:gd name="connsiteX26" fmla="*/ 6186 w 12637"/>
              <a:gd name="connsiteY26" fmla="*/ 4763 h 10000"/>
              <a:gd name="connsiteX27" fmla="*/ 6275 w 12637"/>
              <a:gd name="connsiteY27" fmla="*/ 4867 h 10000"/>
              <a:gd name="connsiteX28" fmla="*/ 6186 w 12637"/>
              <a:gd name="connsiteY28" fmla="*/ 4948 h 10000"/>
              <a:gd name="connsiteX29" fmla="*/ 5876 w 12637"/>
              <a:gd name="connsiteY29" fmla="*/ 5092 h 10000"/>
              <a:gd name="connsiteX30" fmla="*/ 5721 w 12637"/>
              <a:gd name="connsiteY30" fmla="*/ 5300 h 10000"/>
              <a:gd name="connsiteX31" fmla="*/ 5942 w 12637"/>
              <a:gd name="connsiteY31" fmla="*/ 5485 h 10000"/>
              <a:gd name="connsiteX32" fmla="*/ 6275 w 12637"/>
              <a:gd name="connsiteY32" fmla="*/ 5566 h 10000"/>
              <a:gd name="connsiteX33" fmla="*/ 6275 w 12637"/>
              <a:gd name="connsiteY33" fmla="*/ 5774 h 10000"/>
              <a:gd name="connsiteX34" fmla="*/ 7073 w 12637"/>
              <a:gd name="connsiteY34" fmla="*/ 5791 h 10000"/>
              <a:gd name="connsiteX35" fmla="*/ 7472 w 12637"/>
              <a:gd name="connsiteY35" fmla="*/ 5872 h 10000"/>
              <a:gd name="connsiteX36" fmla="*/ 7295 w 12637"/>
              <a:gd name="connsiteY36" fmla="*/ 6068 h 10000"/>
              <a:gd name="connsiteX37" fmla="*/ 7007 w 12637"/>
              <a:gd name="connsiteY37" fmla="*/ 6068 h 10000"/>
              <a:gd name="connsiteX38" fmla="*/ 6275 w 12637"/>
              <a:gd name="connsiteY38" fmla="*/ 5976 h 10000"/>
              <a:gd name="connsiteX39" fmla="*/ 5721 w 12637"/>
              <a:gd name="connsiteY39" fmla="*/ 6045 h 10000"/>
              <a:gd name="connsiteX40" fmla="*/ 5565 w 12637"/>
              <a:gd name="connsiteY40" fmla="*/ 6184 h 10000"/>
              <a:gd name="connsiteX41" fmla="*/ 5632 w 12637"/>
              <a:gd name="connsiteY41" fmla="*/ 6391 h 10000"/>
              <a:gd name="connsiteX42" fmla="*/ 5942 w 12637"/>
              <a:gd name="connsiteY42" fmla="*/ 6582 h 10000"/>
              <a:gd name="connsiteX43" fmla="*/ 6741 w 12637"/>
              <a:gd name="connsiteY43" fmla="*/ 6617 h 10000"/>
              <a:gd name="connsiteX44" fmla="*/ 7140 w 12637"/>
              <a:gd name="connsiteY44" fmla="*/ 6778 h 10000"/>
              <a:gd name="connsiteX45" fmla="*/ 7007 w 12637"/>
              <a:gd name="connsiteY45" fmla="*/ 7032 h 10000"/>
              <a:gd name="connsiteX46" fmla="*/ 6341 w 12637"/>
              <a:gd name="connsiteY46" fmla="*/ 7194 h 10000"/>
              <a:gd name="connsiteX47" fmla="*/ 5565 w 12637"/>
              <a:gd name="connsiteY47" fmla="*/ 7298 h 10000"/>
              <a:gd name="connsiteX48" fmla="*/ 5255 w 12637"/>
              <a:gd name="connsiteY48" fmla="*/ 7512 h 10000"/>
              <a:gd name="connsiteX49" fmla="*/ 5255 w 12637"/>
              <a:gd name="connsiteY49" fmla="*/ 7714 h 10000"/>
              <a:gd name="connsiteX50" fmla="*/ 5632 w 12637"/>
              <a:gd name="connsiteY50" fmla="*/ 7835 h 10000"/>
              <a:gd name="connsiteX51" fmla="*/ 5632 w 12637"/>
              <a:gd name="connsiteY51" fmla="*/ 7979 h 10000"/>
              <a:gd name="connsiteX52" fmla="*/ 5255 w 12637"/>
              <a:gd name="connsiteY52" fmla="*/ 8100 h 10000"/>
              <a:gd name="connsiteX53" fmla="*/ 4612 w 12637"/>
              <a:gd name="connsiteY53" fmla="*/ 8124 h 10000"/>
              <a:gd name="connsiteX54" fmla="*/ 4279 w 12637"/>
              <a:gd name="connsiteY54" fmla="*/ 8204 h 10000"/>
              <a:gd name="connsiteX55" fmla="*/ 4124 w 12637"/>
              <a:gd name="connsiteY55" fmla="*/ 8314 h 10000"/>
              <a:gd name="connsiteX56" fmla="*/ 4124 w 12637"/>
              <a:gd name="connsiteY56" fmla="*/ 8620 h 10000"/>
              <a:gd name="connsiteX57" fmla="*/ 4191 w 12637"/>
              <a:gd name="connsiteY57" fmla="*/ 8741 h 10000"/>
              <a:gd name="connsiteX58" fmla="*/ 4457 w 12637"/>
              <a:gd name="connsiteY58" fmla="*/ 8828 h 10000"/>
              <a:gd name="connsiteX59" fmla="*/ 4612 w 12637"/>
              <a:gd name="connsiteY59" fmla="*/ 8845 h 10000"/>
              <a:gd name="connsiteX60" fmla="*/ 4834 w 12637"/>
              <a:gd name="connsiteY60" fmla="*/ 8828 h 10000"/>
              <a:gd name="connsiteX61" fmla="*/ 5255 w 12637"/>
              <a:gd name="connsiteY61" fmla="*/ 8788 h 10000"/>
              <a:gd name="connsiteX62" fmla="*/ 5455 w 12637"/>
              <a:gd name="connsiteY62" fmla="*/ 8828 h 10000"/>
              <a:gd name="connsiteX63" fmla="*/ 5632 w 12637"/>
              <a:gd name="connsiteY63" fmla="*/ 9221 h 10000"/>
              <a:gd name="connsiteX64" fmla="*/ 5942 w 12637"/>
              <a:gd name="connsiteY64" fmla="*/ 9319 h 10000"/>
              <a:gd name="connsiteX65" fmla="*/ 7472 w 12637"/>
              <a:gd name="connsiteY65" fmla="*/ 9301 h 10000"/>
              <a:gd name="connsiteX66" fmla="*/ 10000 w 12637"/>
              <a:gd name="connsiteY66" fmla="*/ 9319 h 10000"/>
              <a:gd name="connsiteX67" fmla="*/ 10000 w 12637"/>
              <a:gd name="connsiteY67" fmla="*/ 9423 h 10000"/>
              <a:gd name="connsiteX68" fmla="*/ 9933 w 12637"/>
              <a:gd name="connsiteY68" fmla="*/ 9509 h 10000"/>
              <a:gd name="connsiteX69" fmla="*/ 9601 w 12637"/>
              <a:gd name="connsiteY69" fmla="*/ 9527 h 10000"/>
              <a:gd name="connsiteX70" fmla="*/ 8027 w 12637"/>
              <a:gd name="connsiteY70" fmla="*/ 9671 h 10000"/>
              <a:gd name="connsiteX71" fmla="*/ 7539 w 12637"/>
              <a:gd name="connsiteY71" fmla="*/ 9775 h 10000"/>
              <a:gd name="connsiteX72" fmla="*/ 7140 w 12637"/>
              <a:gd name="connsiteY72" fmla="*/ 9873 h 10000"/>
              <a:gd name="connsiteX73" fmla="*/ 6741 w 12637"/>
              <a:gd name="connsiteY73" fmla="*/ 9977 h 10000"/>
              <a:gd name="connsiteX74" fmla="*/ 6341 w 12637"/>
              <a:gd name="connsiteY74" fmla="*/ 10000 h 10000"/>
              <a:gd name="connsiteX75" fmla="*/ 5565 w 12637"/>
              <a:gd name="connsiteY75" fmla="*/ 9896 h 10000"/>
              <a:gd name="connsiteX76" fmla="*/ 4678 w 12637"/>
              <a:gd name="connsiteY76" fmla="*/ 9873 h 10000"/>
              <a:gd name="connsiteX77" fmla="*/ 4191 w 12637"/>
              <a:gd name="connsiteY77" fmla="*/ 9792 h 10000"/>
              <a:gd name="connsiteX78" fmla="*/ 3902 w 12637"/>
              <a:gd name="connsiteY78" fmla="*/ 9758 h 10000"/>
              <a:gd name="connsiteX79" fmla="*/ 3836 w 12637"/>
              <a:gd name="connsiteY79" fmla="*/ 9694 h 10000"/>
              <a:gd name="connsiteX80" fmla="*/ 3725 w 12637"/>
              <a:gd name="connsiteY80" fmla="*/ 9567 h 10000"/>
              <a:gd name="connsiteX81" fmla="*/ 3415 w 12637"/>
              <a:gd name="connsiteY81" fmla="*/ 9486 h 10000"/>
              <a:gd name="connsiteX82" fmla="*/ 2949 w 12637"/>
              <a:gd name="connsiteY82" fmla="*/ 9446 h 10000"/>
              <a:gd name="connsiteX83" fmla="*/ 2550 w 12637"/>
              <a:gd name="connsiteY83" fmla="*/ 9469 h 10000"/>
              <a:gd name="connsiteX84" fmla="*/ 2239 w 12637"/>
              <a:gd name="connsiteY84" fmla="*/ 9365 h 10000"/>
              <a:gd name="connsiteX85" fmla="*/ 2084 w 12637"/>
              <a:gd name="connsiteY85" fmla="*/ 9284 h 10000"/>
              <a:gd name="connsiteX86" fmla="*/ 1574 w 12637"/>
              <a:gd name="connsiteY86" fmla="*/ 9174 h 10000"/>
              <a:gd name="connsiteX87" fmla="*/ 1375 w 12637"/>
              <a:gd name="connsiteY87" fmla="*/ 9140 h 10000"/>
              <a:gd name="connsiteX88" fmla="*/ 1197 w 12637"/>
              <a:gd name="connsiteY88" fmla="*/ 8955 h 10000"/>
              <a:gd name="connsiteX89" fmla="*/ 1197 w 12637"/>
              <a:gd name="connsiteY89" fmla="*/ 8845 h 10000"/>
              <a:gd name="connsiteX90" fmla="*/ 1197 w 12637"/>
              <a:gd name="connsiteY90" fmla="*/ 8724 h 10000"/>
              <a:gd name="connsiteX91" fmla="*/ 1109 w 12637"/>
              <a:gd name="connsiteY91" fmla="*/ 8516 h 10000"/>
              <a:gd name="connsiteX92" fmla="*/ 798 w 12637"/>
              <a:gd name="connsiteY92" fmla="*/ 8389 h 10000"/>
              <a:gd name="connsiteX93" fmla="*/ 865 w 12637"/>
              <a:gd name="connsiteY93" fmla="*/ 8314 h 10000"/>
              <a:gd name="connsiteX94" fmla="*/ 1109 w 12637"/>
              <a:gd name="connsiteY94" fmla="*/ 8285 h 10000"/>
              <a:gd name="connsiteX95" fmla="*/ 1530 w 12637"/>
              <a:gd name="connsiteY95" fmla="*/ 8187 h 10000"/>
              <a:gd name="connsiteX96" fmla="*/ 1663 w 12637"/>
              <a:gd name="connsiteY96" fmla="*/ 8100 h 10000"/>
              <a:gd name="connsiteX97" fmla="*/ 1729 w 12637"/>
              <a:gd name="connsiteY97" fmla="*/ 8060 h 10000"/>
              <a:gd name="connsiteX98" fmla="*/ 1441 w 12637"/>
              <a:gd name="connsiteY98" fmla="*/ 7979 h 10000"/>
              <a:gd name="connsiteX99" fmla="*/ 1375 w 12637"/>
              <a:gd name="connsiteY99" fmla="*/ 7754 h 10000"/>
              <a:gd name="connsiteX100" fmla="*/ 1530 w 12637"/>
              <a:gd name="connsiteY100" fmla="*/ 7627 h 10000"/>
              <a:gd name="connsiteX101" fmla="*/ 1818 w 12637"/>
              <a:gd name="connsiteY101" fmla="*/ 7529 h 10000"/>
              <a:gd name="connsiteX102" fmla="*/ 1996 w 12637"/>
              <a:gd name="connsiteY102" fmla="*/ 7442 h 10000"/>
              <a:gd name="connsiteX103" fmla="*/ 2151 w 12637"/>
              <a:gd name="connsiteY103" fmla="*/ 7419 h 10000"/>
              <a:gd name="connsiteX104" fmla="*/ 1818 w 12637"/>
              <a:gd name="connsiteY104" fmla="*/ 7338 h 10000"/>
              <a:gd name="connsiteX105" fmla="*/ 1441 w 12637"/>
              <a:gd name="connsiteY105" fmla="*/ 7298 h 10000"/>
              <a:gd name="connsiteX106" fmla="*/ 1197 w 12637"/>
              <a:gd name="connsiteY106" fmla="*/ 7194 h 10000"/>
              <a:gd name="connsiteX107" fmla="*/ 1729 w 12637"/>
              <a:gd name="connsiteY107" fmla="*/ 7096 h 10000"/>
              <a:gd name="connsiteX108" fmla="*/ 1375 w 12637"/>
              <a:gd name="connsiteY108" fmla="*/ 6986 h 10000"/>
              <a:gd name="connsiteX109" fmla="*/ 554 w 12637"/>
              <a:gd name="connsiteY109" fmla="*/ 6963 h 10000"/>
              <a:gd name="connsiteX110" fmla="*/ 244 w 12637"/>
              <a:gd name="connsiteY110" fmla="*/ 6946 h 10000"/>
              <a:gd name="connsiteX111" fmla="*/ 89 w 12637"/>
              <a:gd name="connsiteY111" fmla="*/ 6888 h 10000"/>
              <a:gd name="connsiteX112" fmla="*/ 0 w 12637"/>
              <a:gd name="connsiteY112" fmla="*/ 6778 h 10000"/>
              <a:gd name="connsiteX113" fmla="*/ 89 w 12637"/>
              <a:gd name="connsiteY113" fmla="*/ 6657 h 10000"/>
              <a:gd name="connsiteX114" fmla="*/ 244 w 12637"/>
              <a:gd name="connsiteY114" fmla="*/ 6582 h 10000"/>
              <a:gd name="connsiteX115" fmla="*/ 488 w 12637"/>
              <a:gd name="connsiteY115" fmla="*/ 6582 h 10000"/>
              <a:gd name="connsiteX116" fmla="*/ 865 w 12637"/>
              <a:gd name="connsiteY116" fmla="*/ 6582 h 10000"/>
              <a:gd name="connsiteX117" fmla="*/ 1020 w 12637"/>
              <a:gd name="connsiteY117" fmla="*/ 6657 h 10000"/>
              <a:gd name="connsiteX118" fmla="*/ 1663 w 12637"/>
              <a:gd name="connsiteY118" fmla="*/ 6657 h 10000"/>
              <a:gd name="connsiteX119" fmla="*/ 2151 w 12637"/>
              <a:gd name="connsiteY119" fmla="*/ 6657 h 10000"/>
              <a:gd name="connsiteX120" fmla="*/ 2461 w 12637"/>
              <a:gd name="connsiteY120" fmla="*/ 6617 h 10000"/>
              <a:gd name="connsiteX121" fmla="*/ 2550 w 12637"/>
              <a:gd name="connsiteY121" fmla="*/ 6432 h 10000"/>
              <a:gd name="connsiteX122" fmla="*/ 2461 w 12637"/>
              <a:gd name="connsiteY122" fmla="*/ 6207 h 10000"/>
              <a:gd name="connsiteX123" fmla="*/ 2550 w 12637"/>
              <a:gd name="connsiteY123" fmla="*/ 6126 h 10000"/>
              <a:gd name="connsiteX124" fmla="*/ 2949 w 12637"/>
              <a:gd name="connsiteY124" fmla="*/ 5976 h 10000"/>
              <a:gd name="connsiteX125" fmla="*/ 3259 w 12637"/>
              <a:gd name="connsiteY125" fmla="*/ 5941 h 10000"/>
              <a:gd name="connsiteX126" fmla="*/ 2794 w 12637"/>
              <a:gd name="connsiteY126" fmla="*/ 5710 h 10000"/>
              <a:gd name="connsiteX127" fmla="*/ 2705 w 12637"/>
              <a:gd name="connsiteY127" fmla="*/ 5468 h 10000"/>
              <a:gd name="connsiteX128" fmla="*/ 2949 w 12637"/>
              <a:gd name="connsiteY128" fmla="*/ 5237 h 10000"/>
              <a:gd name="connsiteX129" fmla="*/ 3171 w 12637"/>
              <a:gd name="connsiteY129" fmla="*/ 5012 h 10000"/>
              <a:gd name="connsiteX130" fmla="*/ 3104 w 12637"/>
              <a:gd name="connsiteY130" fmla="*/ 4786 h 10000"/>
              <a:gd name="connsiteX131" fmla="*/ 3016 w 12637"/>
              <a:gd name="connsiteY131" fmla="*/ 4682 h 10000"/>
              <a:gd name="connsiteX132" fmla="*/ 3171 w 12637"/>
              <a:gd name="connsiteY132" fmla="*/ 4573 h 10000"/>
              <a:gd name="connsiteX133" fmla="*/ 3104 w 12637"/>
              <a:gd name="connsiteY133" fmla="*/ 4538 h 10000"/>
              <a:gd name="connsiteX134" fmla="*/ 2860 w 12637"/>
              <a:gd name="connsiteY134" fmla="*/ 4555 h 10000"/>
              <a:gd name="connsiteX135" fmla="*/ 2550 w 12637"/>
              <a:gd name="connsiteY135" fmla="*/ 4642 h 10000"/>
              <a:gd name="connsiteX136" fmla="*/ 1929 w 12637"/>
              <a:gd name="connsiteY136" fmla="*/ 4682 h 10000"/>
              <a:gd name="connsiteX137" fmla="*/ 1663 w 12637"/>
              <a:gd name="connsiteY137" fmla="*/ 4659 h 10000"/>
              <a:gd name="connsiteX138" fmla="*/ 1574 w 12637"/>
              <a:gd name="connsiteY138" fmla="*/ 4452 h 10000"/>
              <a:gd name="connsiteX139" fmla="*/ 1574 w 12637"/>
              <a:gd name="connsiteY139" fmla="*/ 4244 h 10000"/>
              <a:gd name="connsiteX140" fmla="*/ 1663 w 12637"/>
              <a:gd name="connsiteY140" fmla="*/ 4042 h 10000"/>
              <a:gd name="connsiteX141" fmla="*/ 1818 w 12637"/>
              <a:gd name="connsiteY141" fmla="*/ 3839 h 10000"/>
              <a:gd name="connsiteX142" fmla="*/ 1929 w 12637"/>
              <a:gd name="connsiteY142" fmla="*/ 3736 h 10000"/>
              <a:gd name="connsiteX143" fmla="*/ 2084 w 12637"/>
              <a:gd name="connsiteY143" fmla="*/ 3672 h 10000"/>
              <a:gd name="connsiteX144" fmla="*/ 2151 w 12637"/>
              <a:gd name="connsiteY144" fmla="*/ 3603 h 10000"/>
              <a:gd name="connsiteX145" fmla="*/ 2239 w 12637"/>
              <a:gd name="connsiteY145" fmla="*/ 3482 h 10000"/>
              <a:gd name="connsiteX146" fmla="*/ 2550 w 12637"/>
              <a:gd name="connsiteY146" fmla="*/ 3279 h 10000"/>
              <a:gd name="connsiteX147" fmla="*/ 2395 w 12637"/>
              <a:gd name="connsiteY147" fmla="*/ 3112 h 10000"/>
              <a:gd name="connsiteX148" fmla="*/ 2239 w 12637"/>
              <a:gd name="connsiteY148" fmla="*/ 2950 h 10000"/>
              <a:gd name="connsiteX149" fmla="*/ 2084 w 12637"/>
              <a:gd name="connsiteY149" fmla="*/ 2789 h 10000"/>
              <a:gd name="connsiteX150" fmla="*/ 2084 w 12637"/>
              <a:gd name="connsiteY150" fmla="*/ 2639 h 10000"/>
              <a:gd name="connsiteX151" fmla="*/ 2239 w 12637"/>
              <a:gd name="connsiteY151" fmla="*/ 2494 h 10000"/>
              <a:gd name="connsiteX152" fmla="*/ 2461 w 12637"/>
              <a:gd name="connsiteY152" fmla="*/ 2390 h 10000"/>
              <a:gd name="connsiteX153" fmla="*/ 2860 w 12637"/>
              <a:gd name="connsiteY153" fmla="*/ 2309 h 10000"/>
              <a:gd name="connsiteX154" fmla="*/ 3259 w 12637"/>
              <a:gd name="connsiteY154" fmla="*/ 2292 h 10000"/>
              <a:gd name="connsiteX155" fmla="*/ 3659 w 12637"/>
              <a:gd name="connsiteY155" fmla="*/ 1963 h 10000"/>
              <a:gd name="connsiteX156" fmla="*/ 3725 w 12637"/>
              <a:gd name="connsiteY156" fmla="*/ 1853 h 10000"/>
              <a:gd name="connsiteX157" fmla="*/ 4124 w 12637"/>
              <a:gd name="connsiteY157" fmla="*/ 1547 h 10000"/>
              <a:gd name="connsiteX158" fmla="*/ 4346 w 12637"/>
              <a:gd name="connsiteY158" fmla="*/ 1467 h 10000"/>
              <a:gd name="connsiteX159" fmla="*/ 4745 w 12637"/>
              <a:gd name="connsiteY159" fmla="*/ 1201 h 10000"/>
              <a:gd name="connsiteX160" fmla="*/ 5011 w 12637"/>
              <a:gd name="connsiteY160" fmla="*/ 803 h 10000"/>
              <a:gd name="connsiteX161" fmla="*/ 5011 w 12637"/>
              <a:gd name="connsiteY161" fmla="*/ 785 h 10000"/>
              <a:gd name="connsiteX162" fmla="*/ 5078 w 12637"/>
              <a:gd name="connsiteY162" fmla="*/ 427 h 10000"/>
              <a:gd name="connsiteX163" fmla="*/ 12637 w 12637"/>
              <a:gd name="connsiteY163" fmla="*/ 1824 h 10000"/>
              <a:gd name="connsiteX0" fmla="*/ 10709 w 12062"/>
              <a:gd name="connsiteY0" fmla="*/ 1663 h 11663"/>
              <a:gd name="connsiteX1" fmla="*/ 10798 w 12062"/>
              <a:gd name="connsiteY1" fmla="*/ 2131 h 11663"/>
              <a:gd name="connsiteX2" fmla="*/ 11530 w 12062"/>
              <a:gd name="connsiteY2" fmla="*/ 2448 h 11663"/>
              <a:gd name="connsiteX3" fmla="*/ 11729 w 12062"/>
              <a:gd name="connsiteY3" fmla="*/ 2569 h 11663"/>
              <a:gd name="connsiteX4" fmla="*/ 11818 w 12062"/>
              <a:gd name="connsiteY4" fmla="*/ 2679 h 11663"/>
              <a:gd name="connsiteX5" fmla="*/ 11663 w 12062"/>
              <a:gd name="connsiteY5" fmla="*/ 2812 h 11663"/>
              <a:gd name="connsiteX6" fmla="*/ 11175 w 12062"/>
              <a:gd name="connsiteY6" fmla="*/ 3026 h 11663"/>
              <a:gd name="connsiteX7" fmla="*/ 11175 w 12062"/>
              <a:gd name="connsiteY7" fmla="*/ 3661 h 11663"/>
              <a:gd name="connsiteX8" fmla="*/ 10244 w 12062"/>
              <a:gd name="connsiteY8" fmla="*/ 3701 h 11663"/>
              <a:gd name="connsiteX9" fmla="*/ 9601 w 12062"/>
              <a:gd name="connsiteY9" fmla="*/ 3811 h 11663"/>
              <a:gd name="connsiteX10" fmla="*/ 9357 w 12062"/>
              <a:gd name="connsiteY10" fmla="*/ 3869 h 11663"/>
              <a:gd name="connsiteX11" fmla="*/ 9268 w 12062"/>
              <a:gd name="connsiteY11" fmla="*/ 3996 h 11663"/>
              <a:gd name="connsiteX12" fmla="*/ 9268 w 12062"/>
              <a:gd name="connsiteY12" fmla="*/ 4076 h 11663"/>
              <a:gd name="connsiteX13" fmla="*/ 9534 w 12062"/>
              <a:gd name="connsiteY13" fmla="*/ 4180 h 11663"/>
              <a:gd name="connsiteX14" fmla="*/ 10089 w 12062"/>
              <a:gd name="connsiteY14" fmla="*/ 4382 h 11663"/>
              <a:gd name="connsiteX15" fmla="*/ 10155 w 12062"/>
              <a:gd name="connsiteY15" fmla="*/ 4625 h 11663"/>
              <a:gd name="connsiteX16" fmla="*/ 9689 w 12062"/>
              <a:gd name="connsiteY16" fmla="*/ 4839 h 11663"/>
              <a:gd name="connsiteX17" fmla="*/ 8958 w 12062"/>
              <a:gd name="connsiteY17" fmla="*/ 5000 h 11663"/>
              <a:gd name="connsiteX18" fmla="*/ 8714 w 12062"/>
              <a:gd name="connsiteY18" fmla="*/ 5168 h 11663"/>
              <a:gd name="connsiteX19" fmla="*/ 8559 w 12062"/>
              <a:gd name="connsiteY19" fmla="*/ 5399 h 11663"/>
              <a:gd name="connsiteX20" fmla="*/ 8714 w 12062"/>
              <a:gd name="connsiteY20" fmla="*/ 5641 h 11663"/>
              <a:gd name="connsiteX21" fmla="*/ 8647 w 12062"/>
              <a:gd name="connsiteY21" fmla="*/ 5907 h 11663"/>
              <a:gd name="connsiteX22" fmla="*/ 8337 w 12062"/>
              <a:gd name="connsiteY22" fmla="*/ 6039 h 11663"/>
              <a:gd name="connsiteX23" fmla="*/ 7938 w 12062"/>
              <a:gd name="connsiteY23" fmla="*/ 6115 h 11663"/>
              <a:gd name="connsiteX24" fmla="*/ 7783 w 12062"/>
              <a:gd name="connsiteY24" fmla="*/ 6218 h 11663"/>
              <a:gd name="connsiteX25" fmla="*/ 7849 w 12062"/>
              <a:gd name="connsiteY25" fmla="*/ 6322 h 11663"/>
              <a:gd name="connsiteX26" fmla="*/ 8248 w 12062"/>
              <a:gd name="connsiteY26" fmla="*/ 6426 h 11663"/>
              <a:gd name="connsiteX27" fmla="*/ 8337 w 12062"/>
              <a:gd name="connsiteY27" fmla="*/ 6530 h 11663"/>
              <a:gd name="connsiteX28" fmla="*/ 8248 w 12062"/>
              <a:gd name="connsiteY28" fmla="*/ 6611 h 11663"/>
              <a:gd name="connsiteX29" fmla="*/ 7938 w 12062"/>
              <a:gd name="connsiteY29" fmla="*/ 6755 h 11663"/>
              <a:gd name="connsiteX30" fmla="*/ 7783 w 12062"/>
              <a:gd name="connsiteY30" fmla="*/ 6963 h 11663"/>
              <a:gd name="connsiteX31" fmla="*/ 8004 w 12062"/>
              <a:gd name="connsiteY31" fmla="*/ 7148 h 11663"/>
              <a:gd name="connsiteX32" fmla="*/ 8337 w 12062"/>
              <a:gd name="connsiteY32" fmla="*/ 7229 h 11663"/>
              <a:gd name="connsiteX33" fmla="*/ 8337 w 12062"/>
              <a:gd name="connsiteY33" fmla="*/ 7437 h 11663"/>
              <a:gd name="connsiteX34" fmla="*/ 9135 w 12062"/>
              <a:gd name="connsiteY34" fmla="*/ 7454 h 11663"/>
              <a:gd name="connsiteX35" fmla="*/ 9534 w 12062"/>
              <a:gd name="connsiteY35" fmla="*/ 7535 h 11663"/>
              <a:gd name="connsiteX36" fmla="*/ 9357 w 12062"/>
              <a:gd name="connsiteY36" fmla="*/ 7731 h 11663"/>
              <a:gd name="connsiteX37" fmla="*/ 9069 w 12062"/>
              <a:gd name="connsiteY37" fmla="*/ 7731 h 11663"/>
              <a:gd name="connsiteX38" fmla="*/ 8337 w 12062"/>
              <a:gd name="connsiteY38" fmla="*/ 7639 h 11663"/>
              <a:gd name="connsiteX39" fmla="*/ 7783 w 12062"/>
              <a:gd name="connsiteY39" fmla="*/ 7708 h 11663"/>
              <a:gd name="connsiteX40" fmla="*/ 7627 w 12062"/>
              <a:gd name="connsiteY40" fmla="*/ 7847 h 11663"/>
              <a:gd name="connsiteX41" fmla="*/ 7694 w 12062"/>
              <a:gd name="connsiteY41" fmla="*/ 8054 h 11663"/>
              <a:gd name="connsiteX42" fmla="*/ 8004 w 12062"/>
              <a:gd name="connsiteY42" fmla="*/ 8245 h 11663"/>
              <a:gd name="connsiteX43" fmla="*/ 8803 w 12062"/>
              <a:gd name="connsiteY43" fmla="*/ 8280 h 11663"/>
              <a:gd name="connsiteX44" fmla="*/ 9202 w 12062"/>
              <a:gd name="connsiteY44" fmla="*/ 8441 h 11663"/>
              <a:gd name="connsiteX45" fmla="*/ 9069 w 12062"/>
              <a:gd name="connsiteY45" fmla="*/ 8695 h 11663"/>
              <a:gd name="connsiteX46" fmla="*/ 8403 w 12062"/>
              <a:gd name="connsiteY46" fmla="*/ 8857 h 11663"/>
              <a:gd name="connsiteX47" fmla="*/ 7627 w 12062"/>
              <a:gd name="connsiteY47" fmla="*/ 8961 h 11663"/>
              <a:gd name="connsiteX48" fmla="*/ 7317 w 12062"/>
              <a:gd name="connsiteY48" fmla="*/ 9175 h 11663"/>
              <a:gd name="connsiteX49" fmla="*/ 7317 w 12062"/>
              <a:gd name="connsiteY49" fmla="*/ 9377 h 11663"/>
              <a:gd name="connsiteX50" fmla="*/ 7694 w 12062"/>
              <a:gd name="connsiteY50" fmla="*/ 9498 h 11663"/>
              <a:gd name="connsiteX51" fmla="*/ 7694 w 12062"/>
              <a:gd name="connsiteY51" fmla="*/ 9642 h 11663"/>
              <a:gd name="connsiteX52" fmla="*/ 7317 w 12062"/>
              <a:gd name="connsiteY52" fmla="*/ 9763 h 11663"/>
              <a:gd name="connsiteX53" fmla="*/ 6674 w 12062"/>
              <a:gd name="connsiteY53" fmla="*/ 9787 h 11663"/>
              <a:gd name="connsiteX54" fmla="*/ 6341 w 12062"/>
              <a:gd name="connsiteY54" fmla="*/ 9867 h 11663"/>
              <a:gd name="connsiteX55" fmla="*/ 6186 w 12062"/>
              <a:gd name="connsiteY55" fmla="*/ 9977 h 11663"/>
              <a:gd name="connsiteX56" fmla="*/ 6186 w 12062"/>
              <a:gd name="connsiteY56" fmla="*/ 10283 h 11663"/>
              <a:gd name="connsiteX57" fmla="*/ 6253 w 12062"/>
              <a:gd name="connsiteY57" fmla="*/ 10404 h 11663"/>
              <a:gd name="connsiteX58" fmla="*/ 6519 w 12062"/>
              <a:gd name="connsiteY58" fmla="*/ 10491 h 11663"/>
              <a:gd name="connsiteX59" fmla="*/ 6674 w 12062"/>
              <a:gd name="connsiteY59" fmla="*/ 10508 h 11663"/>
              <a:gd name="connsiteX60" fmla="*/ 6896 w 12062"/>
              <a:gd name="connsiteY60" fmla="*/ 10491 h 11663"/>
              <a:gd name="connsiteX61" fmla="*/ 7317 w 12062"/>
              <a:gd name="connsiteY61" fmla="*/ 10451 h 11663"/>
              <a:gd name="connsiteX62" fmla="*/ 7517 w 12062"/>
              <a:gd name="connsiteY62" fmla="*/ 10491 h 11663"/>
              <a:gd name="connsiteX63" fmla="*/ 7694 w 12062"/>
              <a:gd name="connsiteY63" fmla="*/ 10884 h 11663"/>
              <a:gd name="connsiteX64" fmla="*/ 8004 w 12062"/>
              <a:gd name="connsiteY64" fmla="*/ 10982 h 11663"/>
              <a:gd name="connsiteX65" fmla="*/ 9534 w 12062"/>
              <a:gd name="connsiteY65" fmla="*/ 10964 h 11663"/>
              <a:gd name="connsiteX66" fmla="*/ 12062 w 12062"/>
              <a:gd name="connsiteY66" fmla="*/ 10982 h 11663"/>
              <a:gd name="connsiteX67" fmla="*/ 12062 w 12062"/>
              <a:gd name="connsiteY67" fmla="*/ 11086 h 11663"/>
              <a:gd name="connsiteX68" fmla="*/ 11995 w 12062"/>
              <a:gd name="connsiteY68" fmla="*/ 11172 h 11663"/>
              <a:gd name="connsiteX69" fmla="*/ 11663 w 12062"/>
              <a:gd name="connsiteY69" fmla="*/ 11190 h 11663"/>
              <a:gd name="connsiteX70" fmla="*/ 10089 w 12062"/>
              <a:gd name="connsiteY70" fmla="*/ 11334 h 11663"/>
              <a:gd name="connsiteX71" fmla="*/ 9601 w 12062"/>
              <a:gd name="connsiteY71" fmla="*/ 11438 h 11663"/>
              <a:gd name="connsiteX72" fmla="*/ 9202 w 12062"/>
              <a:gd name="connsiteY72" fmla="*/ 11536 h 11663"/>
              <a:gd name="connsiteX73" fmla="*/ 8803 w 12062"/>
              <a:gd name="connsiteY73" fmla="*/ 11640 h 11663"/>
              <a:gd name="connsiteX74" fmla="*/ 8403 w 12062"/>
              <a:gd name="connsiteY74" fmla="*/ 11663 h 11663"/>
              <a:gd name="connsiteX75" fmla="*/ 7627 w 12062"/>
              <a:gd name="connsiteY75" fmla="*/ 11559 h 11663"/>
              <a:gd name="connsiteX76" fmla="*/ 6740 w 12062"/>
              <a:gd name="connsiteY76" fmla="*/ 11536 h 11663"/>
              <a:gd name="connsiteX77" fmla="*/ 6253 w 12062"/>
              <a:gd name="connsiteY77" fmla="*/ 11455 h 11663"/>
              <a:gd name="connsiteX78" fmla="*/ 5964 w 12062"/>
              <a:gd name="connsiteY78" fmla="*/ 11421 h 11663"/>
              <a:gd name="connsiteX79" fmla="*/ 5898 w 12062"/>
              <a:gd name="connsiteY79" fmla="*/ 11357 h 11663"/>
              <a:gd name="connsiteX80" fmla="*/ 5787 w 12062"/>
              <a:gd name="connsiteY80" fmla="*/ 11230 h 11663"/>
              <a:gd name="connsiteX81" fmla="*/ 5477 w 12062"/>
              <a:gd name="connsiteY81" fmla="*/ 11149 h 11663"/>
              <a:gd name="connsiteX82" fmla="*/ 5011 w 12062"/>
              <a:gd name="connsiteY82" fmla="*/ 11109 h 11663"/>
              <a:gd name="connsiteX83" fmla="*/ 4612 w 12062"/>
              <a:gd name="connsiteY83" fmla="*/ 11132 h 11663"/>
              <a:gd name="connsiteX84" fmla="*/ 4301 w 12062"/>
              <a:gd name="connsiteY84" fmla="*/ 11028 h 11663"/>
              <a:gd name="connsiteX85" fmla="*/ 4146 w 12062"/>
              <a:gd name="connsiteY85" fmla="*/ 10947 h 11663"/>
              <a:gd name="connsiteX86" fmla="*/ 3636 w 12062"/>
              <a:gd name="connsiteY86" fmla="*/ 10837 h 11663"/>
              <a:gd name="connsiteX87" fmla="*/ 3437 w 12062"/>
              <a:gd name="connsiteY87" fmla="*/ 10803 h 11663"/>
              <a:gd name="connsiteX88" fmla="*/ 3259 w 12062"/>
              <a:gd name="connsiteY88" fmla="*/ 10618 h 11663"/>
              <a:gd name="connsiteX89" fmla="*/ 3259 w 12062"/>
              <a:gd name="connsiteY89" fmla="*/ 10508 h 11663"/>
              <a:gd name="connsiteX90" fmla="*/ 3259 w 12062"/>
              <a:gd name="connsiteY90" fmla="*/ 10387 h 11663"/>
              <a:gd name="connsiteX91" fmla="*/ 3171 w 12062"/>
              <a:gd name="connsiteY91" fmla="*/ 10179 h 11663"/>
              <a:gd name="connsiteX92" fmla="*/ 2860 w 12062"/>
              <a:gd name="connsiteY92" fmla="*/ 10052 h 11663"/>
              <a:gd name="connsiteX93" fmla="*/ 2927 w 12062"/>
              <a:gd name="connsiteY93" fmla="*/ 9977 h 11663"/>
              <a:gd name="connsiteX94" fmla="*/ 3171 w 12062"/>
              <a:gd name="connsiteY94" fmla="*/ 9948 h 11663"/>
              <a:gd name="connsiteX95" fmla="*/ 3592 w 12062"/>
              <a:gd name="connsiteY95" fmla="*/ 9850 h 11663"/>
              <a:gd name="connsiteX96" fmla="*/ 3725 w 12062"/>
              <a:gd name="connsiteY96" fmla="*/ 9763 h 11663"/>
              <a:gd name="connsiteX97" fmla="*/ 3791 w 12062"/>
              <a:gd name="connsiteY97" fmla="*/ 9723 h 11663"/>
              <a:gd name="connsiteX98" fmla="*/ 3503 w 12062"/>
              <a:gd name="connsiteY98" fmla="*/ 9642 h 11663"/>
              <a:gd name="connsiteX99" fmla="*/ 3437 w 12062"/>
              <a:gd name="connsiteY99" fmla="*/ 9417 h 11663"/>
              <a:gd name="connsiteX100" fmla="*/ 3592 w 12062"/>
              <a:gd name="connsiteY100" fmla="*/ 9290 h 11663"/>
              <a:gd name="connsiteX101" fmla="*/ 3880 w 12062"/>
              <a:gd name="connsiteY101" fmla="*/ 9192 h 11663"/>
              <a:gd name="connsiteX102" fmla="*/ 4058 w 12062"/>
              <a:gd name="connsiteY102" fmla="*/ 9105 h 11663"/>
              <a:gd name="connsiteX103" fmla="*/ 4213 w 12062"/>
              <a:gd name="connsiteY103" fmla="*/ 9082 h 11663"/>
              <a:gd name="connsiteX104" fmla="*/ 3880 w 12062"/>
              <a:gd name="connsiteY104" fmla="*/ 9001 h 11663"/>
              <a:gd name="connsiteX105" fmla="*/ 3503 w 12062"/>
              <a:gd name="connsiteY105" fmla="*/ 8961 h 11663"/>
              <a:gd name="connsiteX106" fmla="*/ 3259 w 12062"/>
              <a:gd name="connsiteY106" fmla="*/ 8857 h 11663"/>
              <a:gd name="connsiteX107" fmla="*/ 3791 w 12062"/>
              <a:gd name="connsiteY107" fmla="*/ 8759 h 11663"/>
              <a:gd name="connsiteX108" fmla="*/ 3437 w 12062"/>
              <a:gd name="connsiteY108" fmla="*/ 8649 h 11663"/>
              <a:gd name="connsiteX109" fmla="*/ 2616 w 12062"/>
              <a:gd name="connsiteY109" fmla="*/ 8626 h 11663"/>
              <a:gd name="connsiteX110" fmla="*/ 2306 w 12062"/>
              <a:gd name="connsiteY110" fmla="*/ 8609 h 11663"/>
              <a:gd name="connsiteX111" fmla="*/ 2151 w 12062"/>
              <a:gd name="connsiteY111" fmla="*/ 8551 h 11663"/>
              <a:gd name="connsiteX112" fmla="*/ 2062 w 12062"/>
              <a:gd name="connsiteY112" fmla="*/ 8441 h 11663"/>
              <a:gd name="connsiteX113" fmla="*/ 2151 w 12062"/>
              <a:gd name="connsiteY113" fmla="*/ 8320 h 11663"/>
              <a:gd name="connsiteX114" fmla="*/ 2306 w 12062"/>
              <a:gd name="connsiteY114" fmla="*/ 8245 h 11663"/>
              <a:gd name="connsiteX115" fmla="*/ 2550 w 12062"/>
              <a:gd name="connsiteY115" fmla="*/ 8245 h 11663"/>
              <a:gd name="connsiteX116" fmla="*/ 2927 w 12062"/>
              <a:gd name="connsiteY116" fmla="*/ 8245 h 11663"/>
              <a:gd name="connsiteX117" fmla="*/ 3082 w 12062"/>
              <a:gd name="connsiteY117" fmla="*/ 8320 h 11663"/>
              <a:gd name="connsiteX118" fmla="*/ 3725 w 12062"/>
              <a:gd name="connsiteY118" fmla="*/ 8320 h 11663"/>
              <a:gd name="connsiteX119" fmla="*/ 4213 w 12062"/>
              <a:gd name="connsiteY119" fmla="*/ 8320 h 11663"/>
              <a:gd name="connsiteX120" fmla="*/ 4523 w 12062"/>
              <a:gd name="connsiteY120" fmla="*/ 8280 h 11663"/>
              <a:gd name="connsiteX121" fmla="*/ 4612 w 12062"/>
              <a:gd name="connsiteY121" fmla="*/ 8095 h 11663"/>
              <a:gd name="connsiteX122" fmla="*/ 4523 w 12062"/>
              <a:gd name="connsiteY122" fmla="*/ 7870 h 11663"/>
              <a:gd name="connsiteX123" fmla="*/ 4612 w 12062"/>
              <a:gd name="connsiteY123" fmla="*/ 7789 h 11663"/>
              <a:gd name="connsiteX124" fmla="*/ 5011 w 12062"/>
              <a:gd name="connsiteY124" fmla="*/ 7639 h 11663"/>
              <a:gd name="connsiteX125" fmla="*/ 5321 w 12062"/>
              <a:gd name="connsiteY125" fmla="*/ 7604 h 11663"/>
              <a:gd name="connsiteX126" fmla="*/ 4856 w 12062"/>
              <a:gd name="connsiteY126" fmla="*/ 7373 h 11663"/>
              <a:gd name="connsiteX127" fmla="*/ 4767 w 12062"/>
              <a:gd name="connsiteY127" fmla="*/ 7131 h 11663"/>
              <a:gd name="connsiteX128" fmla="*/ 5011 w 12062"/>
              <a:gd name="connsiteY128" fmla="*/ 6900 h 11663"/>
              <a:gd name="connsiteX129" fmla="*/ 5233 w 12062"/>
              <a:gd name="connsiteY129" fmla="*/ 6675 h 11663"/>
              <a:gd name="connsiteX130" fmla="*/ 5166 w 12062"/>
              <a:gd name="connsiteY130" fmla="*/ 6449 h 11663"/>
              <a:gd name="connsiteX131" fmla="*/ 5078 w 12062"/>
              <a:gd name="connsiteY131" fmla="*/ 6345 h 11663"/>
              <a:gd name="connsiteX132" fmla="*/ 5233 w 12062"/>
              <a:gd name="connsiteY132" fmla="*/ 6236 h 11663"/>
              <a:gd name="connsiteX133" fmla="*/ 5166 w 12062"/>
              <a:gd name="connsiteY133" fmla="*/ 6201 h 11663"/>
              <a:gd name="connsiteX134" fmla="*/ 4922 w 12062"/>
              <a:gd name="connsiteY134" fmla="*/ 6218 h 11663"/>
              <a:gd name="connsiteX135" fmla="*/ 4612 w 12062"/>
              <a:gd name="connsiteY135" fmla="*/ 6305 h 11663"/>
              <a:gd name="connsiteX136" fmla="*/ 3991 w 12062"/>
              <a:gd name="connsiteY136" fmla="*/ 6345 h 11663"/>
              <a:gd name="connsiteX137" fmla="*/ 3725 w 12062"/>
              <a:gd name="connsiteY137" fmla="*/ 6322 h 11663"/>
              <a:gd name="connsiteX138" fmla="*/ 3636 w 12062"/>
              <a:gd name="connsiteY138" fmla="*/ 6115 h 11663"/>
              <a:gd name="connsiteX139" fmla="*/ 3636 w 12062"/>
              <a:gd name="connsiteY139" fmla="*/ 5907 h 11663"/>
              <a:gd name="connsiteX140" fmla="*/ 3725 w 12062"/>
              <a:gd name="connsiteY140" fmla="*/ 5705 h 11663"/>
              <a:gd name="connsiteX141" fmla="*/ 3880 w 12062"/>
              <a:gd name="connsiteY141" fmla="*/ 5502 h 11663"/>
              <a:gd name="connsiteX142" fmla="*/ 3991 w 12062"/>
              <a:gd name="connsiteY142" fmla="*/ 5399 h 11663"/>
              <a:gd name="connsiteX143" fmla="*/ 4146 w 12062"/>
              <a:gd name="connsiteY143" fmla="*/ 5335 h 11663"/>
              <a:gd name="connsiteX144" fmla="*/ 4213 w 12062"/>
              <a:gd name="connsiteY144" fmla="*/ 5266 h 11663"/>
              <a:gd name="connsiteX145" fmla="*/ 4301 w 12062"/>
              <a:gd name="connsiteY145" fmla="*/ 5145 h 11663"/>
              <a:gd name="connsiteX146" fmla="*/ 4612 w 12062"/>
              <a:gd name="connsiteY146" fmla="*/ 4942 h 11663"/>
              <a:gd name="connsiteX147" fmla="*/ 4457 w 12062"/>
              <a:gd name="connsiteY147" fmla="*/ 4775 h 11663"/>
              <a:gd name="connsiteX148" fmla="*/ 4301 w 12062"/>
              <a:gd name="connsiteY148" fmla="*/ 4613 h 11663"/>
              <a:gd name="connsiteX149" fmla="*/ 4146 w 12062"/>
              <a:gd name="connsiteY149" fmla="*/ 4452 h 11663"/>
              <a:gd name="connsiteX150" fmla="*/ 4146 w 12062"/>
              <a:gd name="connsiteY150" fmla="*/ 4302 h 11663"/>
              <a:gd name="connsiteX151" fmla="*/ 4301 w 12062"/>
              <a:gd name="connsiteY151" fmla="*/ 4157 h 11663"/>
              <a:gd name="connsiteX152" fmla="*/ 4523 w 12062"/>
              <a:gd name="connsiteY152" fmla="*/ 4053 h 11663"/>
              <a:gd name="connsiteX153" fmla="*/ 4922 w 12062"/>
              <a:gd name="connsiteY153" fmla="*/ 3972 h 11663"/>
              <a:gd name="connsiteX154" fmla="*/ 5321 w 12062"/>
              <a:gd name="connsiteY154" fmla="*/ 3955 h 11663"/>
              <a:gd name="connsiteX155" fmla="*/ 5721 w 12062"/>
              <a:gd name="connsiteY155" fmla="*/ 3626 h 11663"/>
              <a:gd name="connsiteX156" fmla="*/ 5787 w 12062"/>
              <a:gd name="connsiteY156" fmla="*/ 3516 h 11663"/>
              <a:gd name="connsiteX157" fmla="*/ 6186 w 12062"/>
              <a:gd name="connsiteY157" fmla="*/ 3210 h 11663"/>
              <a:gd name="connsiteX158" fmla="*/ 6408 w 12062"/>
              <a:gd name="connsiteY158" fmla="*/ 3130 h 11663"/>
              <a:gd name="connsiteX159" fmla="*/ 6807 w 12062"/>
              <a:gd name="connsiteY159" fmla="*/ 2864 h 11663"/>
              <a:gd name="connsiteX160" fmla="*/ 7073 w 12062"/>
              <a:gd name="connsiteY160" fmla="*/ 2466 h 11663"/>
              <a:gd name="connsiteX161" fmla="*/ 7073 w 12062"/>
              <a:gd name="connsiteY161" fmla="*/ 2448 h 11663"/>
              <a:gd name="connsiteX162" fmla="*/ 7140 w 12062"/>
              <a:gd name="connsiteY162" fmla="*/ 2090 h 11663"/>
              <a:gd name="connsiteX163" fmla="*/ 7500 w 12062"/>
              <a:gd name="connsiteY163" fmla="*/ 1682 h 11663"/>
              <a:gd name="connsiteX0" fmla="*/ 8647 w 10000"/>
              <a:gd name="connsiteY0" fmla="*/ 0 h 10000"/>
              <a:gd name="connsiteX1" fmla="*/ 8736 w 10000"/>
              <a:gd name="connsiteY1" fmla="*/ 468 h 10000"/>
              <a:gd name="connsiteX2" fmla="*/ 9468 w 10000"/>
              <a:gd name="connsiteY2" fmla="*/ 785 h 10000"/>
              <a:gd name="connsiteX3" fmla="*/ 9667 w 10000"/>
              <a:gd name="connsiteY3" fmla="*/ 906 h 10000"/>
              <a:gd name="connsiteX4" fmla="*/ 9756 w 10000"/>
              <a:gd name="connsiteY4" fmla="*/ 1016 h 10000"/>
              <a:gd name="connsiteX5" fmla="*/ 9601 w 10000"/>
              <a:gd name="connsiteY5" fmla="*/ 1149 h 10000"/>
              <a:gd name="connsiteX6" fmla="*/ 9113 w 10000"/>
              <a:gd name="connsiteY6" fmla="*/ 1363 h 10000"/>
              <a:gd name="connsiteX7" fmla="*/ 9113 w 10000"/>
              <a:gd name="connsiteY7" fmla="*/ 1998 h 10000"/>
              <a:gd name="connsiteX8" fmla="*/ 8182 w 10000"/>
              <a:gd name="connsiteY8" fmla="*/ 2038 h 10000"/>
              <a:gd name="connsiteX9" fmla="*/ 7539 w 10000"/>
              <a:gd name="connsiteY9" fmla="*/ 2148 h 10000"/>
              <a:gd name="connsiteX10" fmla="*/ 7295 w 10000"/>
              <a:gd name="connsiteY10" fmla="*/ 2206 h 10000"/>
              <a:gd name="connsiteX11" fmla="*/ 7206 w 10000"/>
              <a:gd name="connsiteY11" fmla="*/ 2333 h 10000"/>
              <a:gd name="connsiteX12" fmla="*/ 7206 w 10000"/>
              <a:gd name="connsiteY12" fmla="*/ 2413 h 10000"/>
              <a:gd name="connsiteX13" fmla="*/ 7472 w 10000"/>
              <a:gd name="connsiteY13" fmla="*/ 2517 h 10000"/>
              <a:gd name="connsiteX14" fmla="*/ 8027 w 10000"/>
              <a:gd name="connsiteY14" fmla="*/ 2719 h 10000"/>
              <a:gd name="connsiteX15" fmla="*/ 8093 w 10000"/>
              <a:gd name="connsiteY15" fmla="*/ 2962 h 10000"/>
              <a:gd name="connsiteX16" fmla="*/ 7627 w 10000"/>
              <a:gd name="connsiteY16" fmla="*/ 3176 h 10000"/>
              <a:gd name="connsiteX17" fmla="*/ 6896 w 10000"/>
              <a:gd name="connsiteY17" fmla="*/ 3337 h 10000"/>
              <a:gd name="connsiteX18" fmla="*/ 6652 w 10000"/>
              <a:gd name="connsiteY18" fmla="*/ 3505 h 10000"/>
              <a:gd name="connsiteX19" fmla="*/ 6497 w 10000"/>
              <a:gd name="connsiteY19" fmla="*/ 3736 h 10000"/>
              <a:gd name="connsiteX20" fmla="*/ 6652 w 10000"/>
              <a:gd name="connsiteY20" fmla="*/ 3978 h 10000"/>
              <a:gd name="connsiteX21" fmla="*/ 6585 w 10000"/>
              <a:gd name="connsiteY21" fmla="*/ 4244 h 10000"/>
              <a:gd name="connsiteX22" fmla="*/ 6275 w 10000"/>
              <a:gd name="connsiteY22" fmla="*/ 4376 h 10000"/>
              <a:gd name="connsiteX23" fmla="*/ 5876 w 10000"/>
              <a:gd name="connsiteY23" fmla="*/ 4452 h 10000"/>
              <a:gd name="connsiteX24" fmla="*/ 5721 w 10000"/>
              <a:gd name="connsiteY24" fmla="*/ 4555 h 10000"/>
              <a:gd name="connsiteX25" fmla="*/ 5787 w 10000"/>
              <a:gd name="connsiteY25" fmla="*/ 4659 h 10000"/>
              <a:gd name="connsiteX26" fmla="*/ 6186 w 10000"/>
              <a:gd name="connsiteY26" fmla="*/ 4763 h 10000"/>
              <a:gd name="connsiteX27" fmla="*/ 6275 w 10000"/>
              <a:gd name="connsiteY27" fmla="*/ 4867 h 10000"/>
              <a:gd name="connsiteX28" fmla="*/ 6186 w 10000"/>
              <a:gd name="connsiteY28" fmla="*/ 4948 h 10000"/>
              <a:gd name="connsiteX29" fmla="*/ 5876 w 10000"/>
              <a:gd name="connsiteY29" fmla="*/ 5092 h 10000"/>
              <a:gd name="connsiteX30" fmla="*/ 5721 w 10000"/>
              <a:gd name="connsiteY30" fmla="*/ 5300 h 10000"/>
              <a:gd name="connsiteX31" fmla="*/ 5942 w 10000"/>
              <a:gd name="connsiteY31" fmla="*/ 5485 h 10000"/>
              <a:gd name="connsiteX32" fmla="*/ 6275 w 10000"/>
              <a:gd name="connsiteY32" fmla="*/ 5566 h 10000"/>
              <a:gd name="connsiteX33" fmla="*/ 6275 w 10000"/>
              <a:gd name="connsiteY33" fmla="*/ 5774 h 10000"/>
              <a:gd name="connsiteX34" fmla="*/ 7073 w 10000"/>
              <a:gd name="connsiteY34" fmla="*/ 5791 h 10000"/>
              <a:gd name="connsiteX35" fmla="*/ 7472 w 10000"/>
              <a:gd name="connsiteY35" fmla="*/ 5872 h 10000"/>
              <a:gd name="connsiteX36" fmla="*/ 7295 w 10000"/>
              <a:gd name="connsiteY36" fmla="*/ 6068 h 10000"/>
              <a:gd name="connsiteX37" fmla="*/ 7007 w 10000"/>
              <a:gd name="connsiteY37" fmla="*/ 6068 h 10000"/>
              <a:gd name="connsiteX38" fmla="*/ 6275 w 10000"/>
              <a:gd name="connsiteY38" fmla="*/ 5976 h 10000"/>
              <a:gd name="connsiteX39" fmla="*/ 5721 w 10000"/>
              <a:gd name="connsiteY39" fmla="*/ 6045 h 10000"/>
              <a:gd name="connsiteX40" fmla="*/ 5565 w 10000"/>
              <a:gd name="connsiteY40" fmla="*/ 6184 h 10000"/>
              <a:gd name="connsiteX41" fmla="*/ 5632 w 10000"/>
              <a:gd name="connsiteY41" fmla="*/ 6391 h 10000"/>
              <a:gd name="connsiteX42" fmla="*/ 5942 w 10000"/>
              <a:gd name="connsiteY42" fmla="*/ 6582 h 10000"/>
              <a:gd name="connsiteX43" fmla="*/ 6741 w 10000"/>
              <a:gd name="connsiteY43" fmla="*/ 6617 h 10000"/>
              <a:gd name="connsiteX44" fmla="*/ 7140 w 10000"/>
              <a:gd name="connsiteY44" fmla="*/ 6778 h 10000"/>
              <a:gd name="connsiteX45" fmla="*/ 7007 w 10000"/>
              <a:gd name="connsiteY45" fmla="*/ 7032 h 10000"/>
              <a:gd name="connsiteX46" fmla="*/ 6341 w 10000"/>
              <a:gd name="connsiteY46" fmla="*/ 7194 h 10000"/>
              <a:gd name="connsiteX47" fmla="*/ 5565 w 10000"/>
              <a:gd name="connsiteY47" fmla="*/ 7298 h 10000"/>
              <a:gd name="connsiteX48" fmla="*/ 5255 w 10000"/>
              <a:gd name="connsiteY48" fmla="*/ 7512 h 10000"/>
              <a:gd name="connsiteX49" fmla="*/ 5255 w 10000"/>
              <a:gd name="connsiteY49" fmla="*/ 7714 h 10000"/>
              <a:gd name="connsiteX50" fmla="*/ 5632 w 10000"/>
              <a:gd name="connsiteY50" fmla="*/ 7835 h 10000"/>
              <a:gd name="connsiteX51" fmla="*/ 5632 w 10000"/>
              <a:gd name="connsiteY51" fmla="*/ 7979 h 10000"/>
              <a:gd name="connsiteX52" fmla="*/ 5255 w 10000"/>
              <a:gd name="connsiteY52" fmla="*/ 8100 h 10000"/>
              <a:gd name="connsiteX53" fmla="*/ 4612 w 10000"/>
              <a:gd name="connsiteY53" fmla="*/ 8124 h 10000"/>
              <a:gd name="connsiteX54" fmla="*/ 4279 w 10000"/>
              <a:gd name="connsiteY54" fmla="*/ 8204 h 10000"/>
              <a:gd name="connsiteX55" fmla="*/ 4124 w 10000"/>
              <a:gd name="connsiteY55" fmla="*/ 8314 h 10000"/>
              <a:gd name="connsiteX56" fmla="*/ 4124 w 10000"/>
              <a:gd name="connsiteY56" fmla="*/ 8620 h 10000"/>
              <a:gd name="connsiteX57" fmla="*/ 4191 w 10000"/>
              <a:gd name="connsiteY57" fmla="*/ 8741 h 10000"/>
              <a:gd name="connsiteX58" fmla="*/ 4457 w 10000"/>
              <a:gd name="connsiteY58" fmla="*/ 8828 h 10000"/>
              <a:gd name="connsiteX59" fmla="*/ 4612 w 10000"/>
              <a:gd name="connsiteY59" fmla="*/ 8845 h 10000"/>
              <a:gd name="connsiteX60" fmla="*/ 4834 w 10000"/>
              <a:gd name="connsiteY60" fmla="*/ 8828 h 10000"/>
              <a:gd name="connsiteX61" fmla="*/ 5255 w 10000"/>
              <a:gd name="connsiteY61" fmla="*/ 8788 h 10000"/>
              <a:gd name="connsiteX62" fmla="*/ 5455 w 10000"/>
              <a:gd name="connsiteY62" fmla="*/ 8828 h 10000"/>
              <a:gd name="connsiteX63" fmla="*/ 5632 w 10000"/>
              <a:gd name="connsiteY63" fmla="*/ 9221 h 10000"/>
              <a:gd name="connsiteX64" fmla="*/ 5942 w 10000"/>
              <a:gd name="connsiteY64" fmla="*/ 9319 h 10000"/>
              <a:gd name="connsiteX65" fmla="*/ 7472 w 10000"/>
              <a:gd name="connsiteY65" fmla="*/ 9301 h 10000"/>
              <a:gd name="connsiteX66" fmla="*/ 10000 w 10000"/>
              <a:gd name="connsiteY66" fmla="*/ 9319 h 10000"/>
              <a:gd name="connsiteX67" fmla="*/ 10000 w 10000"/>
              <a:gd name="connsiteY67" fmla="*/ 9423 h 10000"/>
              <a:gd name="connsiteX68" fmla="*/ 9933 w 10000"/>
              <a:gd name="connsiteY68" fmla="*/ 9509 h 10000"/>
              <a:gd name="connsiteX69" fmla="*/ 9601 w 10000"/>
              <a:gd name="connsiteY69" fmla="*/ 9527 h 10000"/>
              <a:gd name="connsiteX70" fmla="*/ 8027 w 10000"/>
              <a:gd name="connsiteY70" fmla="*/ 9671 h 10000"/>
              <a:gd name="connsiteX71" fmla="*/ 7539 w 10000"/>
              <a:gd name="connsiteY71" fmla="*/ 9775 h 10000"/>
              <a:gd name="connsiteX72" fmla="*/ 7140 w 10000"/>
              <a:gd name="connsiteY72" fmla="*/ 9873 h 10000"/>
              <a:gd name="connsiteX73" fmla="*/ 6741 w 10000"/>
              <a:gd name="connsiteY73" fmla="*/ 9977 h 10000"/>
              <a:gd name="connsiteX74" fmla="*/ 6341 w 10000"/>
              <a:gd name="connsiteY74" fmla="*/ 10000 h 10000"/>
              <a:gd name="connsiteX75" fmla="*/ 5565 w 10000"/>
              <a:gd name="connsiteY75" fmla="*/ 9896 h 10000"/>
              <a:gd name="connsiteX76" fmla="*/ 4678 w 10000"/>
              <a:gd name="connsiteY76" fmla="*/ 9873 h 10000"/>
              <a:gd name="connsiteX77" fmla="*/ 4191 w 10000"/>
              <a:gd name="connsiteY77" fmla="*/ 9792 h 10000"/>
              <a:gd name="connsiteX78" fmla="*/ 3902 w 10000"/>
              <a:gd name="connsiteY78" fmla="*/ 9758 h 10000"/>
              <a:gd name="connsiteX79" fmla="*/ 3836 w 10000"/>
              <a:gd name="connsiteY79" fmla="*/ 9694 h 10000"/>
              <a:gd name="connsiteX80" fmla="*/ 3725 w 10000"/>
              <a:gd name="connsiteY80" fmla="*/ 9567 h 10000"/>
              <a:gd name="connsiteX81" fmla="*/ 3415 w 10000"/>
              <a:gd name="connsiteY81" fmla="*/ 9486 h 10000"/>
              <a:gd name="connsiteX82" fmla="*/ 2949 w 10000"/>
              <a:gd name="connsiteY82" fmla="*/ 9446 h 10000"/>
              <a:gd name="connsiteX83" fmla="*/ 2550 w 10000"/>
              <a:gd name="connsiteY83" fmla="*/ 9469 h 10000"/>
              <a:gd name="connsiteX84" fmla="*/ 2239 w 10000"/>
              <a:gd name="connsiteY84" fmla="*/ 9365 h 10000"/>
              <a:gd name="connsiteX85" fmla="*/ 2084 w 10000"/>
              <a:gd name="connsiteY85" fmla="*/ 9284 h 10000"/>
              <a:gd name="connsiteX86" fmla="*/ 1574 w 10000"/>
              <a:gd name="connsiteY86" fmla="*/ 9174 h 10000"/>
              <a:gd name="connsiteX87" fmla="*/ 1375 w 10000"/>
              <a:gd name="connsiteY87" fmla="*/ 9140 h 10000"/>
              <a:gd name="connsiteX88" fmla="*/ 1197 w 10000"/>
              <a:gd name="connsiteY88" fmla="*/ 8955 h 10000"/>
              <a:gd name="connsiteX89" fmla="*/ 1197 w 10000"/>
              <a:gd name="connsiteY89" fmla="*/ 8845 h 10000"/>
              <a:gd name="connsiteX90" fmla="*/ 1197 w 10000"/>
              <a:gd name="connsiteY90" fmla="*/ 8724 h 10000"/>
              <a:gd name="connsiteX91" fmla="*/ 1109 w 10000"/>
              <a:gd name="connsiteY91" fmla="*/ 8516 h 10000"/>
              <a:gd name="connsiteX92" fmla="*/ 798 w 10000"/>
              <a:gd name="connsiteY92" fmla="*/ 8389 h 10000"/>
              <a:gd name="connsiteX93" fmla="*/ 865 w 10000"/>
              <a:gd name="connsiteY93" fmla="*/ 8314 h 10000"/>
              <a:gd name="connsiteX94" fmla="*/ 1109 w 10000"/>
              <a:gd name="connsiteY94" fmla="*/ 8285 h 10000"/>
              <a:gd name="connsiteX95" fmla="*/ 1530 w 10000"/>
              <a:gd name="connsiteY95" fmla="*/ 8187 h 10000"/>
              <a:gd name="connsiteX96" fmla="*/ 1663 w 10000"/>
              <a:gd name="connsiteY96" fmla="*/ 8100 h 10000"/>
              <a:gd name="connsiteX97" fmla="*/ 1729 w 10000"/>
              <a:gd name="connsiteY97" fmla="*/ 8060 h 10000"/>
              <a:gd name="connsiteX98" fmla="*/ 1441 w 10000"/>
              <a:gd name="connsiteY98" fmla="*/ 7979 h 10000"/>
              <a:gd name="connsiteX99" fmla="*/ 1375 w 10000"/>
              <a:gd name="connsiteY99" fmla="*/ 7754 h 10000"/>
              <a:gd name="connsiteX100" fmla="*/ 1530 w 10000"/>
              <a:gd name="connsiteY100" fmla="*/ 7627 h 10000"/>
              <a:gd name="connsiteX101" fmla="*/ 1818 w 10000"/>
              <a:gd name="connsiteY101" fmla="*/ 7529 h 10000"/>
              <a:gd name="connsiteX102" fmla="*/ 1996 w 10000"/>
              <a:gd name="connsiteY102" fmla="*/ 7442 h 10000"/>
              <a:gd name="connsiteX103" fmla="*/ 2151 w 10000"/>
              <a:gd name="connsiteY103" fmla="*/ 7419 h 10000"/>
              <a:gd name="connsiteX104" fmla="*/ 1818 w 10000"/>
              <a:gd name="connsiteY104" fmla="*/ 7338 h 10000"/>
              <a:gd name="connsiteX105" fmla="*/ 1441 w 10000"/>
              <a:gd name="connsiteY105" fmla="*/ 7298 h 10000"/>
              <a:gd name="connsiteX106" fmla="*/ 1197 w 10000"/>
              <a:gd name="connsiteY106" fmla="*/ 7194 h 10000"/>
              <a:gd name="connsiteX107" fmla="*/ 1729 w 10000"/>
              <a:gd name="connsiteY107" fmla="*/ 7096 h 10000"/>
              <a:gd name="connsiteX108" fmla="*/ 1375 w 10000"/>
              <a:gd name="connsiteY108" fmla="*/ 6986 h 10000"/>
              <a:gd name="connsiteX109" fmla="*/ 554 w 10000"/>
              <a:gd name="connsiteY109" fmla="*/ 6963 h 10000"/>
              <a:gd name="connsiteX110" fmla="*/ 244 w 10000"/>
              <a:gd name="connsiteY110" fmla="*/ 6946 h 10000"/>
              <a:gd name="connsiteX111" fmla="*/ 89 w 10000"/>
              <a:gd name="connsiteY111" fmla="*/ 6888 h 10000"/>
              <a:gd name="connsiteX112" fmla="*/ 0 w 10000"/>
              <a:gd name="connsiteY112" fmla="*/ 6778 h 10000"/>
              <a:gd name="connsiteX113" fmla="*/ 89 w 10000"/>
              <a:gd name="connsiteY113" fmla="*/ 6657 h 10000"/>
              <a:gd name="connsiteX114" fmla="*/ 244 w 10000"/>
              <a:gd name="connsiteY114" fmla="*/ 6582 h 10000"/>
              <a:gd name="connsiteX115" fmla="*/ 488 w 10000"/>
              <a:gd name="connsiteY115" fmla="*/ 6582 h 10000"/>
              <a:gd name="connsiteX116" fmla="*/ 865 w 10000"/>
              <a:gd name="connsiteY116" fmla="*/ 6582 h 10000"/>
              <a:gd name="connsiteX117" fmla="*/ 1020 w 10000"/>
              <a:gd name="connsiteY117" fmla="*/ 6657 h 10000"/>
              <a:gd name="connsiteX118" fmla="*/ 1663 w 10000"/>
              <a:gd name="connsiteY118" fmla="*/ 6657 h 10000"/>
              <a:gd name="connsiteX119" fmla="*/ 2151 w 10000"/>
              <a:gd name="connsiteY119" fmla="*/ 6657 h 10000"/>
              <a:gd name="connsiteX120" fmla="*/ 2461 w 10000"/>
              <a:gd name="connsiteY120" fmla="*/ 6617 h 10000"/>
              <a:gd name="connsiteX121" fmla="*/ 2550 w 10000"/>
              <a:gd name="connsiteY121" fmla="*/ 6432 h 10000"/>
              <a:gd name="connsiteX122" fmla="*/ 2461 w 10000"/>
              <a:gd name="connsiteY122" fmla="*/ 6207 h 10000"/>
              <a:gd name="connsiteX123" fmla="*/ 2550 w 10000"/>
              <a:gd name="connsiteY123" fmla="*/ 6126 h 10000"/>
              <a:gd name="connsiteX124" fmla="*/ 2949 w 10000"/>
              <a:gd name="connsiteY124" fmla="*/ 5976 h 10000"/>
              <a:gd name="connsiteX125" fmla="*/ 3259 w 10000"/>
              <a:gd name="connsiteY125" fmla="*/ 5941 h 10000"/>
              <a:gd name="connsiteX126" fmla="*/ 2794 w 10000"/>
              <a:gd name="connsiteY126" fmla="*/ 5710 h 10000"/>
              <a:gd name="connsiteX127" fmla="*/ 2705 w 10000"/>
              <a:gd name="connsiteY127" fmla="*/ 5468 h 10000"/>
              <a:gd name="connsiteX128" fmla="*/ 2949 w 10000"/>
              <a:gd name="connsiteY128" fmla="*/ 5237 h 10000"/>
              <a:gd name="connsiteX129" fmla="*/ 3171 w 10000"/>
              <a:gd name="connsiteY129" fmla="*/ 5012 h 10000"/>
              <a:gd name="connsiteX130" fmla="*/ 3104 w 10000"/>
              <a:gd name="connsiteY130" fmla="*/ 4786 h 10000"/>
              <a:gd name="connsiteX131" fmla="*/ 3016 w 10000"/>
              <a:gd name="connsiteY131" fmla="*/ 4682 h 10000"/>
              <a:gd name="connsiteX132" fmla="*/ 3171 w 10000"/>
              <a:gd name="connsiteY132" fmla="*/ 4573 h 10000"/>
              <a:gd name="connsiteX133" fmla="*/ 3104 w 10000"/>
              <a:gd name="connsiteY133" fmla="*/ 4538 h 10000"/>
              <a:gd name="connsiteX134" fmla="*/ 2860 w 10000"/>
              <a:gd name="connsiteY134" fmla="*/ 4555 h 10000"/>
              <a:gd name="connsiteX135" fmla="*/ 2550 w 10000"/>
              <a:gd name="connsiteY135" fmla="*/ 4642 h 10000"/>
              <a:gd name="connsiteX136" fmla="*/ 1929 w 10000"/>
              <a:gd name="connsiteY136" fmla="*/ 4682 h 10000"/>
              <a:gd name="connsiteX137" fmla="*/ 1663 w 10000"/>
              <a:gd name="connsiteY137" fmla="*/ 4659 h 10000"/>
              <a:gd name="connsiteX138" fmla="*/ 1574 w 10000"/>
              <a:gd name="connsiteY138" fmla="*/ 4452 h 10000"/>
              <a:gd name="connsiteX139" fmla="*/ 1574 w 10000"/>
              <a:gd name="connsiteY139" fmla="*/ 4244 h 10000"/>
              <a:gd name="connsiteX140" fmla="*/ 1663 w 10000"/>
              <a:gd name="connsiteY140" fmla="*/ 4042 h 10000"/>
              <a:gd name="connsiteX141" fmla="*/ 1818 w 10000"/>
              <a:gd name="connsiteY141" fmla="*/ 3839 h 10000"/>
              <a:gd name="connsiteX142" fmla="*/ 1929 w 10000"/>
              <a:gd name="connsiteY142" fmla="*/ 3736 h 10000"/>
              <a:gd name="connsiteX143" fmla="*/ 2084 w 10000"/>
              <a:gd name="connsiteY143" fmla="*/ 3672 h 10000"/>
              <a:gd name="connsiteX144" fmla="*/ 2151 w 10000"/>
              <a:gd name="connsiteY144" fmla="*/ 3603 h 10000"/>
              <a:gd name="connsiteX145" fmla="*/ 2239 w 10000"/>
              <a:gd name="connsiteY145" fmla="*/ 3482 h 10000"/>
              <a:gd name="connsiteX146" fmla="*/ 2550 w 10000"/>
              <a:gd name="connsiteY146" fmla="*/ 3279 h 10000"/>
              <a:gd name="connsiteX147" fmla="*/ 2395 w 10000"/>
              <a:gd name="connsiteY147" fmla="*/ 3112 h 10000"/>
              <a:gd name="connsiteX148" fmla="*/ 2239 w 10000"/>
              <a:gd name="connsiteY148" fmla="*/ 2950 h 10000"/>
              <a:gd name="connsiteX149" fmla="*/ 2084 w 10000"/>
              <a:gd name="connsiteY149" fmla="*/ 2789 h 10000"/>
              <a:gd name="connsiteX150" fmla="*/ 2084 w 10000"/>
              <a:gd name="connsiteY150" fmla="*/ 2639 h 10000"/>
              <a:gd name="connsiteX151" fmla="*/ 2239 w 10000"/>
              <a:gd name="connsiteY151" fmla="*/ 2494 h 10000"/>
              <a:gd name="connsiteX152" fmla="*/ 2461 w 10000"/>
              <a:gd name="connsiteY152" fmla="*/ 2390 h 10000"/>
              <a:gd name="connsiteX153" fmla="*/ 2860 w 10000"/>
              <a:gd name="connsiteY153" fmla="*/ 2309 h 10000"/>
              <a:gd name="connsiteX154" fmla="*/ 3259 w 10000"/>
              <a:gd name="connsiteY154" fmla="*/ 2292 h 10000"/>
              <a:gd name="connsiteX155" fmla="*/ 3659 w 10000"/>
              <a:gd name="connsiteY155" fmla="*/ 1963 h 10000"/>
              <a:gd name="connsiteX156" fmla="*/ 3725 w 10000"/>
              <a:gd name="connsiteY156" fmla="*/ 1853 h 10000"/>
              <a:gd name="connsiteX157" fmla="*/ 4124 w 10000"/>
              <a:gd name="connsiteY157" fmla="*/ 1547 h 10000"/>
              <a:gd name="connsiteX158" fmla="*/ 4346 w 10000"/>
              <a:gd name="connsiteY158" fmla="*/ 1467 h 10000"/>
              <a:gd name="connsiteX159" fmla="*/ 4745 w 10000"/>
              <a:gd name="connsiteY159" fmla="*/ 1201 h 10000"/>
              <a:gd name="connsiteX160" fmla="*/ 5011 w 10000"/>
              <a:gd name="connsiteY160" fmla="*/ 803 h 10000"/>
              <a:gd name="connsiteX161" fmla="*/ 5011 w 10000"/>
              <a:gd name="connsiteY161" fmla="*/ 785 h 10000"/>
              <a:gd name="connsiteX162" fmla="*/ 5078 w 10000"/>
              <a:gd name="connsiteY162" fmla="*/ 427 h 10000"/>
              <a:gd name="connsiteX163" fmla="*/ 5438 w 10000"/>
              <a:gd name="connsiteY163" fmla="*/ 1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</a:cxnLst>
            <a:rect l="l" t="t" r="r" b="b"/>
            <a:pathLst>
              <a:path w="10000" h="10000">
                <a:moveTo>
                  <a:pt x="8647" y="0"/>
                </a:moveTo>
                <a:cubicBezTo>
                  <a:pt x="8677" y="156"/>
                  <a:pt x="8706" y="312"/>
                  <a:pt x="8736" y="468"/>
                </a:cubicBezTo>
                <a:lnTo>
                  <a:pt x="9468" y="785"/>
                </a:lnTo>
                <a:lnTo>
                  <a:pt x="9667" y="906"/>
                </a:lnTo>
                <a:lnTo>
                  <a:pt x="9756" y="1016"/>
                </a:lnTo>
                <a:cubicBezTo>
                  <a:pt x="9704" y="1060"/>
                  <a:pt x="9653" y="1105"/>
                  <a:pt x="9601" y="1149"/>
                </a:cubicBezTo>
                <a:lnTo>
                  <a:pt x="9113" y="1363"/>
                </a:lnTo>
                <a:lnTo>
                  <a:pt x="9113" y="1998"/>
                </a:lnTo>
                <a:lnTo>
                  <a:pt x="8182" y="2038"/>
                </a:lnTo>
                <a:lnTo>
                  <a:pt x="7539" y="2148"/>
                </a:lnTo>
                <a:lnTo>
                  <a:pt x="7295" y="2206"/>
                </a:lnTo>
                <a:cubicBezTo>
                  <a:pt x="7265" y="2248"/>
                  <a:pt x="7236" y="2291"/>
                  <a:pt x="7206" y="2333"/>
                </a:cubicBezTo>
                <a:lnTo>
                  <a:pt x="7206" y="2413"/>
                </a:lnTo>
                <a:lnTo>
                  <a:pt x="7472" y="2517"/>
                </a:lnTo>
                <a:lnTo>
                  <a:pt x="8027" y="2719"/>
                </a:lnTo>
                <a:lnTo>
                  <a:pt x="8093" y="2962"/>
                </a:lnTo>
                <a:lnTo>
                  <a:pt x="7627" y="3176"/>
                </a:lnTo>
                <a:lnTo>
                  <a:pt x="6896" y="3337"/>
                </a:lnTo>
                <a:lnTo>
                  <a:pt x="6652" y="3505"/>
                </a:lnTo>
                <a:lnTo>
                  <a:pt x="6497" y="3736"/>
                </a:lnTo>
                <a:lnTo>
                  <a:pt x="6652" y="3978"/>
                </a:lnTo>
                <a:cubicBezTo>
                  <a:pt x="6630" y="4067"/>
                  <a:pt x="6607" y="4155"/>
                  <a:pt x="6585" y="4244"/>
                </a:cubicBezTo>
                <a:lnTo>
                  <a:pt x="6275" y="4376"/>
                </a:lnTo>
                <a:lnTo>
                  <a:pt x="5876" y="4452"/>
                </a:lnTo>
                <a:cubicBezTo>
                  <a:pt x="5824" y="4486"/>
                  <a:pt x="5773" y="4521"/>
                  <a:pt x="5721" y="4555"/>
                </a:cubicBezTo>
                <a:cubicBezTo>
                  <a:pt x="5743" y="4590"/>
                  <a:pt x="5765" y="4624"/>
                  <a:pt x="5787" y="4659"/>
                </a:cubicBezTo>
                <a:lnTo>
                  <a:pt x="6186" y="4763"/>
                </a:lnTo>
                <a:lnTo>
                  <a:pt x="6275" y="4867"/>
                </a:lnTo>
                <a:cubicBezTo>
                  <a:pt x="6245" y="4894"/>
                  <a:pt x="6216" y="4921"/>
                  <a:pt x="6186" y="4948"/>
                </a:cubicBezTo>
                <a:lnTo>
                  <a:pt x="5876" y="5092"/>
                </a:lnTo>
                <a:cubicBezTo>
                  <a:pt x="5824" y="5161"/>
                  <a:pt x="5773" y="5231"/>
                  <a:pt x="5721" y="5300"/>
                </a:cubicBezTo>
                <a:lnTo>
                  <a:pt x="5942" y="5485"/>
                </a:lnTo>
                <a:lnTo>
                  <a:pt x="6275" y="5566"/>
                </a:lnTo>
                <a:lnTo>
                  <a:pt x="6275" y="5774"/>
                </a:lnTo>
                <a:lnTo>
                  <a:pt x="7073" y="5791"/>
                </a:lnTo>
                <a:lnTo>
                  <a:pt x="7472" y="5872"/>
                </a:lnTo>
                <a:lnTo>
                  <a:pt x="7295" y="6068"/>
                </a:lnTo>
                <a:lnTo>
                  <a:pt x="7007" y="6068"/>
                </a:lnTo>
                <a:lnTo>
                  <a:pt x="6275" y="5976"/>
                </a:lnTo>
                <a:lnTo>
                  <a:pt x="5721" y="6045"/>
                </a:lnTo>
                <a:lnTo>
                  <a:pt x="5565" y="6184"/>
                </a:lnTo>
                <a:cubicBezTo>
                  <a:pt x="5587" y="6253"/>
                  <a:pt x="5610" y="6322"/>
                  <a:pt x="5632" y="6391"/>
                </a:cubicBezTo>
                <a:lnTo>
                  <a:pt x="5942" y="6582"/>
                </a:lnTo>
                <a:lnTo>
                  <a:pt x="6741" y="6617"/>
                </a:lnTo>
                <a:lnTo>
                  <a:pt x="7140" y="6778"/>
                </a:lnTo>
                <a:cubicBezTo>
                  <a:pt x="7096" y="6863"/>
                  <a:pt x="7051" y="6947"/>
                  <a:pt x="7007" y="7032"/>
                </a:cubicBezTo>
                <a:lnTo>
                  <a:pt x="6341" y="7194"/>
                </a:lnTo>
                <a:lnTo>
                  <a:pt x="5565" y="7298"/>
                </a:lnTo>
                <a:lnTo>
                  <a:pt x="5255" y="7512"/>
                </a:lnTo>
                <a:lnTo>
                  <a:pt x="5255" y="7714"/>
                </a:lnTo>
                <a:lnTo>
                  <a:pt x="5632" y="7835"/>
                </a:lnTo>
                <a:lnTo>
                  <a:pt x="5632" y="7979"/>
                </a:lnTo>
                <a:lnTo>
                  <a:pt x="5255" y="8100"/>
                </a:lnTo>
                <a:lnTo>
                  <a:pt x="4612" y="8124"/>
                </a:lnTo>
                <a:lnTo>
                  <a:pt x="4279" y="8204"/>
                </a:lnTo>
                <a:lnTo>
                  <a:pt x="4124" y="8314"/>
                </a:lnTo>
                <a:lnTo>
                  <a:pt x="4124" y="8620"/>
                </a:lnTo>
                <a:cubicBezTo>
                  <a:pt x="4146" y="8660"/>
                  <a:pt x="4169" y="8701"/>
                  <a:pt x="4191" y="8741"/>
                </a:cubicBezTo>
                <a:lnTo>
                  <a:pt x="4457" y="8828"/>
                </a:lnTo>
                <a:lnTo>
                  <a:pt x="4612" y="8845"/>
                </a:lnTo>
                <a:lnTo>
                  <a:pt x="4834" y="8828"/>
                </a:lnTo>
                <a:lnTo>
                  <a:pt x="5255" y="8788"/>
                </a:lnTo>
                <a:lnTo>
                  <a:pt x="5455" y="8828"/>
                </a:lnTo>
                <a:lnTo>
                  <a:pt x="5632" y="9221"/>
                </a:lnTo>
                <a:lnTo>
                  <a:pt x="5942" y="9319"/>
                </a:lnTo>
                <a:lnTo>
                  <a:pt x="7472" y="9301"/>
                </a:lnTo>
                <a:lnTo>
                  <a:pt x="10000" y="9319"/>
                </a:lnTo>
                <a:lnTo>
                  <a:pt x="10000" y="9423"/>
                </a:lnTo>
                <a:cubicBezTo>
                  <a:pt x="9978" y="9452"/>
                  <a:pt x="9955" y="9480"/>
                  <a:pt x="9933" y="9509"/>
                </a:cubicBezTo>
                <a:lnTo>
                  <a:pt x="9601" y="9527"/>
                </a:lnTo>
                <a:lnTo>
                  <a:pt x="8027" y="9671"/>
                </a:lnTo>
                <a:lnTo>
                  <a:pt x="7539" y="9775"/>
                </a:lnTo>
                <a:lnTo>
                  <a:pt x="7140" y="9873"/>
                </a:lnTo>
                <a:lnTo>
                  <a:pt x="6741" y="9977"/>
                </a:lnTo>
                <a:lnTo>
                  <a:pt x="6341" y="10000"/>
                </a:lnTo>
                <a:lnTo>
                  <a:pt x="5565" y="9896"/>
                </a:lnTo>
                <a:lnTo>
                  <a:pt x="4678" y="9873"/>
                </a:lnTo>
                <a:lnTo>
                  <a:pt x="4191" y="9792"/>
                </a:lnTo>
                <a:lnTo>
                  <a:pt x="3902" y="9758"/>
                </a:lnTo>
                <a:cubicBezTo>
                  <a:pt x="3880" y="9737"/>
                  <a:pt x="3858" y="9715"/>
                  <a:pt x="3836" y="9694"/>
                </a:cubicBezTo>
                <a:lnTo>
                  <a:pt x="3725" y="9567"/>
                </a:lnTo>
                <a:lnTo>
                  <a:pt x="3415" y="9486"/>
                </a:lnTo>
                <a:lnTo>
                  <a:pt x="2949" y="9446"/>
                </a:lnTo>
                <a:lnTo>
                  <a:pt x="2550" y="9469"/>
                </a:lnTo>
                <a:lnTo>
                  <a:pt x="2239" y="9365"/>
                </a:lnTo>
                <a:lnTo>
                  <a:pt x="2084" y="9284"/>
                </a:lnTo>
                <a:lnTo>
                  <a:pt x="1574" y="9174"/>
                </a:lnTo>
                <a:lnTo>
                  <a:pt x="1375" y="9140"/>
                </a:lnTo>
                <a:cubicBezTo>
                  <a:pt x="1316" y="9078"/>
                  <a:pt x="1256" y="9017"/>
                  <a:pt x="1197" y="8955"/>
                </a:cubicBezTo>
                <a:lnTo>
                  <a:pt x="1197" y="8845"/>
                </a:lnTo>
                <a:lnTo>
                  <a:pt x="1197" y="8724"/>
                </a:lnTo>
                <a:cubicBezTo>
                  <a:pt x="1168" y="8655"/>
                  <a:pt x="1138" y="8585"/>
                  <a:pt x="1109" y="8516"/>
                </a:cubicBezTo>
                <a:lnTo>
                  <a:pt x="798" y="8389"/>
                </a:lnTo>
                <a:cubicBezTo>
                  <a:pt x="820" y="8364"/>
                  <a:pt x="843" y="8339"/>
                  <a:pt x="865" y="8314"/>
                </a:cubicBezTo>
                <a:lnTo>
                  <a:pt x="1109" y="8285"/>
                </a:lnTo>
                <a:lnTo>
                  <a:pt x="1530" y="8187"/>
                </a:lnTo>
                <a:lnTo>
                  <a:pt x="1663" y="8100"/>
                </a:lnTo>
                <a:cubicBezTo>
                  <a:pt x="1685" y="8087"/>
                  <a:pt x="1707" y="8073"/>
                  <a:pt x="1729" y="8060"/>
                </a:cubicBezTo>
                <a:lnTo>
                  <a:pt x="1441" y="7979"/>
                </a:lnTo>
                <a:lnTo>
                  <a:pt x="1375" y="7754"/>
                </a:lnTo>
                <a:cubicBezTo>
                  <a:pt x="1427" y="7712"/>
                  <a:pt x="1478" y="7669"/>
                  <a:pt x="1530" y="7627"/>
                </a:cubicBezTo>
                <a:lnTo>
                  <a:pt x="1818" y="7529"/>
                </a:lnTo>
                <a:lnTo>
                  <a:pt x="1996" y="7442"/>
                </a:lnTo>
                <a:lnTo>
                  <a:pt x="2151" y="7419"/>
                </a:lnTo>
                <a:lnTo>
                  <a:pt x="1818" y="7338"/>
                </a:lnTo>
                <a:lnTo>
                  <a:pt x="1441" y="7298"/>
                </a:lnTo>
                <a:lnTo>
                  <a:pt x="1197" y="7194"/>
                </a:lnTo>
                <a:lnTo>
                  <a:pt x="1729" y="7096"/>
                </a:lnTo>
                <a:lnTo>
                  <a:pt x="1375" y="6986"/>
                </a:lnTo>
                <a:lnTo>
                  <a:pt x="554" y="6963"/>
                </a:lnTo>
                <a:lnTo>
                  <a:pt x="244" y="6946"/>
                </a:lnTo>
                <a:lnTo>
                  <a:pt x="89" y="6888"/>
                </a:lnTo>
                <a:lnTo>
                  <a:pt x="0" y="6778"/>
                </a:lnTo>
                <a:cubicBezTo>
                  <a:pt x="30" y="6738"/>
                  <a:pt x="59" y="6697"/>
                  <a:pt x="89" y="6657"/>
                </a:cubicBezTo>
                <a:lnTo>
                  <a:pt x="244" y="6582"/>
                </a:lnTo>
                <a:lnTo>
                  <a:pt x="488" y="6582"/>
                </a:lnTo>
                <a:lnTo>
                  <a:pt x="865" y="6582"/>
                </a:lnTo>
                <a:lnTo>
                  <a:pt x="1020" y="6657"/>
                </a:lnTo>
                <a:lnTo>
                  <a:pt x="1663" y="6657"/>
                </a:lnTo>
                <a:lnTo>
                  <a:pt x="2151" y="6657"/>
                </a:lnTo>
                <a:lnTo>
                  <a:pt x="2461" y="6617"/>
                </a:lnTo>
                <a:cubicBezTo>
                  <a:pt x="2491" y="6555"/>
                  <a:pt x="2520" y="6494"/>
                  <a:pt x="2550" y="6432"/>
                </a:cubicBezTo>
                <a:cubicBezTo>
                  <a:pt x="2520" y="6357"/>
                  <a:pt x="2491" y="6282"/>
                  <a:pt x="2461" y="6207"/>
                </a:cubicBezTo>
                <a:cubicBezTo>
                  <a:pt x="2491" y="6180"/>
                  <a:pt x="2520" y="6153"/>
                  <a:pt x="2550" y="6126"/>
                </a:cubicBezTo>
                <a:lnTo>
                  <a:pt x="2949" y="5976"/>
                </a:lnTo>
                <a:lnTo>
                  <a:pt x="3259" y="5941"/>
                </a:lnTo>
                <a:lnTo>
                  <a:pt x="2794" y="5710"/>
                </a:lnTo>
                <a:cubicBezTo>
                  <a:pt x="2764" y="5629"/>
                  <a:pt x="2735" y="5549"/>
                  <a:pt x="2705" y="5468"/>
                </a:cubicBezTo>
                <a:lnTo>
                  <a:pt x="2949" y="5237"/>
                </a:lnTo>
                <a:lnTo>
                  <a:pt x="3171" y="5012"/>
                </a:lnTo>
                <a:cubicBezTo>
                  <a:pt x="3149" y="4937"/>
                  <a:pt x="3126" y="4861"/>
                  <a:pt x="3104" y="4786"/>
                </a:cubicBezTo>
                <a:cubicBezTo>
                  <a:pt x="3075" y="4751"/>
                  <a:pt x="3045" y="4717"/>
                  <a:pt x="3016" y="4682"/>
                </a:cubicBezTo>
                <a:cubicBezTo>
                  <a:pt x="3068" y="4646"/>
                  <a:pt x="3119" y="4609"/>
                  <a:pt x="3171" y="4573"/>
                </a:cubicBezTo>
                <a:cubicBezTo>
                  <a:pt x="3149" y="4561"/>
                  <a:pt x="3126" y="4550"/>
                  <a:pt x="3104" y="4538"/>
                </a:cubicBezTo>
                <a:lnTo>
                  <a:pt x="2860" y="4555"/>
                </a:lnTo>
                <a:lnTo>
                  <a:pt x="2550" y="4642"/>
                </a:lnTo>
                <a:lnTo>
                  <a:pt x="1929" y="4682"/>
                </a:lnTo>
                <a:lnTo>
                  <a:pt x="1663" y="4659"/>
                </a:lnTo>
                <a:cubicBezTo>
                  <a:pt x="1633" y="4590"/>
                  <a:pt x="1604" y="4521"/>
                  <a:pt x="1574" y="4452"/>
                </a:cubicBezTo>
                <a:lnTo>
                  <a:pt x="1574" y="4244"/>
                </a:lnTo>
                <a:cubicBezTo>
                  <a:pt x="1604" y="4177"/>
                  <a:pt x="1633" y="4109"/>
                  <a:pt x="1663" y="4042"/>
                </a:cubicBezTo>
                <a:lnTo>
                  <a:pt x="1818" y="3839"/>
                </a:lnTo>
                <a:lnTo>
                  <a:pt x="1929" y="3736"/>
                </a:lnTo>
                <a:lnTo>
                  <a:pt x="2084" y="3672"/>
                </a:lnTo>
                <a:cubicBezTo>
                  <a:pt x="2106" y="3649"/>
                  <a:pt x="2129" y="3626"/>
                  <a:pt x="2151" y="3603"/>
                </a:cubicBezTo>
                <a:lnTo>
                  <a:pt x="2239" y="3482"/>
                </a:lnTo>
                <a:lnTo>
                  <a:pt x="2550" y="3279"/>
                </a:lnTo>
                <a:lnTo>
                  <a:pt x="2395" y="3112"/>
                </a:lnTo>
                <a:lnTo>
                  <a:pt x="2239" y="2950"/>
                </a:lnTo>
                <a:lnTo>
                  <a:pt x="2084" y="2789"/>
                </a:lnTo>
                <a:lnTo>
                  <a:pt x="2084" y="2639"/>
                </a:lnTo>
                <a:cubicBezTo>
                  <a:pt x="2136" y="2591"/>
                  <a:pt x="2187" y="2542"/>
                  <a:pt x="2239" y="2494"/>
                </a:cubicBezTo>
                <a:lnTo>
                  <a:pt x="2461" y="2390"/>
                </a:lnTo>
                <a:lnTo>
                  <a:pt x="2860" y="2309"/>
                </a:lnTo>
                <a:lnTo>
                  <a:pt x="3259" y="2292"/>
                </a:lnTo>
                <a:lnTo>
                  <a:pt x="3659" y="1963"/>
                </a:lnTo>
                <a:cubicBezTo>
                  <a:pt x="3681" y="1926"/>
                  <a:pt x="3703" y="1890"/>
                  <a:pt x="3725" y="1853"/>
                </a:cubicBezTo>
                <a:lnTo>
                  <a:pt x="4124" y="1547"/>
                </a:lnTo>
                <a:lnTo>
                  <a:pt x="4346" y="1467"/>
                </a:lnTo>
                <a:lnTo>
                  <a:pt x="4745" y="1201"/>
                </a:lnTo>
                <a:lnTo>
                  <a:pt x="5011" y="803"/>
                </a:lnTo>
                <a:lnTo>
                  <a:pt x="5011" y="785"/>
                </a:lnTo>
                <a:cubicBezTo>
                  <a:pt x="5033" y="666"/>
                  <a:pt x="5056" y="546"/>
                  <a:pt x="5078" y="427"/>
                </a:cubicBezTo>
                <a:lnTo>
                  <a:pt x="5438" y="19"/>
                </a:lnTo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64" name="Freeform 195"/>
          <p:cNvSpPr>
            <a:spLocks/>
          </p:cNvSpPr>
          <p:nvPr/>
        </p:nvSpPr>
        <p:spPr bwMode="auto">
          <a:xfrm>
            <a:off x="4724463" y="2350517"/>
            <a:ext cx="231775" cy="536451"/>
          </a:xfrm>
          <a:custGeom>
            <a:avLst/>
            <a:gdLst/>
            <a:ahLst/>
            <a:cxnLst>
              <a:cxn ang="0">
                <a:pos x="806" y="1730"/>
              </a:cxn>
              <a:cxn ang="0">
                <a:pos x="799" y="1415"/>
              </a:cxn>
              <a:cxn ang="0">
                <a:pos x="828" y="1245"/>
              </a:cxn>
              <a:cxn ang="0">
                <a:pos x="771" y="1156"/>
              </a:cxn>
              <a:cxn ang="0">
                <a:pos x="834" y="1024"/>
              </a:cxn>
              <a:cxn ang="0">
                <a:pos x="753" y="810"/>
              </a:cxn>
              <a:cxn ang="0">
                <a:pos x="796" y="690"/>
              </a:cxn>
              <a:cxn ang="0">
                <a:pos x="834" y="634"/>
              </a:cxn>
              <a:cxn ang="0">
                <a:pos x="799" y="497"/>
              </a:cxn>
              <a:cxn ang="0">
                <a:pos x="743" y="350"/>
              </a:cxn>
              <a:cxn ang="0">
                <a:pos x="778" y="211"/>
              </a:cxn>
              <a:cxn ang="0">
                <a:pos x="816" y="114"/>
              </a:cxn>
              <a:cxn ang="0">
                <a:pos x="673" y="0"/>
              </a:cxn>
              <a:cxn ang="0">
                <a:pos x="560" y="31"/>
              </a:cxn>
              <a:cxn ang="0">
                <a:pos x="522" y="261"/>
              </a:cxn>
              <a:cxn ang="0">
                <a:pos x="432" y="313"/>
              </a:cxn>
              <a:cxn ang="0">
                <a:pos x="277" y="313"/>
              </a:cxn>
              <a:cxn ang="0">
                <a:pos x="160" y="171"/>
              </a:cxn>
              <a:cxn ang="0">
                <a:pos x="66" y="203"/>
              </a:cxn>
              <a:cxn ang="0">
                <a:pos x="255" y="380"/>
              </a:cxn>
              <a:cxn ang="0">
                <a:pos x="283" y="534"/>
              </a:cxn>
              <a:cxn ang="0">
                <a:pos x="308" y="626"/>
              </a:cxn>
              <a:cxn ang="0">
                <a:pos x="308" y="733"/>
              </a:cxn>
              <a:cxn ang="0">
                <a:pos x="279" y="865"/>
              </a:cxn>
              <a:cxn ang="0">
                <a:pos x="313" y="957"/>
              </a:cxn>
              <a:cxn ang="0">
                <a:pos x="424" y="1076"/>
              </a:cxn>
              <a:cxn ang="0">
                <a:pos x="432" y="1177"/>
              </a:cxn>
              <a:cxn ang="0">
                <a:pos x="84" y="1481"/>
              </a:cxn>
              <a:cxn ang="0">
                <a:pos x="0" y="1541"/>
              </a:cxn>
              <a:cxn ang="0">
                <a:pos x="27" y="1797"/>
              </a:cxn>
              <a:cxn ang="0">
                <a:pos x="41" y="1944"/>
              </a:cxn>
              <a:cxn ang="0">
                <a:pos x="127" y="1980"/>
              </a:cxn>
              <a:cxn ang="0">
                <a:pos x="313" y="1993"/>
              </a:cxn>
              <a:cxn ang="0">
                <a:pos x="427" y="1972"/>
              </a:cxn>
              <a:cxn ang="0">
                <a:pos x="602" y="1909"/>
              </a:cxn>
            </a:cxnLst>
            <a:rect l="0" t="0" r="r" b="b"/>
            <a:pathLst>
              <a:path w="930" h="2032">
                <a:moveTo>
                  <a:pt x="602" y="1909"/>
                </a:moveTo>
                <a:lnTo>
                  <a:pt x="806" y="1730"/>
                </a:lnTo>
                <a:lnTo>
                  <a:pt x="930" y="1628"/>
                </a:lnTo>
                <a:lnTo>
                  <a:pt x="799" y="1415"/>
                </a:lnTo>
                <a:lnTo>
                  <a:pt x="848" y="1348"/>
                </a:lnTo>
                <a:lnTo>
                  <a:pt x="828" y="1245"/>
                </a:lnTo>
                <a:lnTo>
                  <a:pt x="823" y="1162"/>
                </a:lnTo>
                <a:lnTo>
                  <a:pt x="771" y="1156"/>
                </a:lnTo>
                <a:lnTo>
                  <a:pt x="783" y="1042"/>
                </a:lnTo>
                <a:lnTo>
                  <a:pt x="834" y="1024"/>
                </a:lnTo>
                <a:lnTo>
                  <a:pt x="816" y="911"/>
                </a:lnTo>
                <a:lnTo>
                  <a:pt x="753" y="810"/>
                </a:lnTo>
                <a:lnTo>
                  <a:pt x="778" y="690"/>
                </a:lnTo>
                <a:lnTo>
                  <a:pt x="796" y="690"/>
                </a:lnTo>
                <a:lnTo>
                  <a:pt x="806" y="628"/>
                </a:lnTo>
                <a:lnTo>
                  <a:pt x="834" y="634"/>
                </a:lnTo>
                <a:lnTo>
                  <a:pt x="838" y="570"/>
                </a:lnTo>
                <a:lnTo>
                  <a:pt x="799" y="497"/>
                </a:lnTo>
                <a:lnTo>
                  <a:pt x="746" y="410"/>
                </a:lnTo>
                <a:lnTo>
                  <a:pt x="743" y="350"/>
                </a:lnTo>
                <a:lnTo>
                  <a:pt x="793" y="300"/>
                </a:lnTo>
                <a:lnTo>
                  <a:pt x="778" y="211"/>
                </a:lnTo>
                <a:lnTo>
                  <a:pt x="783" y="151"/>
                </a:lnTo>
                <a:lnTo>
                  <a:pt x="816" y="114"/>
                </a:lnTo>
                <a:lnTo>
                  <a:pt x="735" y="26"/>
                </a:lnTo>
                <a:lnTo>
                  <a:pt x="673" y="0"/>
                </a:lnTo>
                <a:lnTo>
                  <a:pt x="660" y="35"/>
                </a:lnTo>
                <a:lnTo>
                  <a:pt x="560" y="31"/>
                </a:lnTo>
                <a:lnTo>
                  <a:pt x="542" y="65"/>
                </a:lnTo>
                <a:lnTo>
                  <a:pt x="522" y="261"/>
                </a:lnTo>
                <a:lnTo>
                  <a:pt x="467" y="261"/>
                </a:lnTo>
                <a:lnTo>
                  <a:pt x="432" y="313"/>
                </a:lnTo>
                <a:lnTo>
                  <a:pt x="338" y="285"/>
                </a:lnTo>
                <a:lnTo>
                  <a:pt x="277" y="313"/>
                </a:lnTo>
                <a:lnTo>
                  <a:pt x="185" y="236"/>
                </a:lnTo>
                <a:lnTo>
                  <a:pt x="160" y="171"/>
                </a:lnTo>
                <a:lnTo>
                  <a:pt x="103" y="168"/>
                </a:lnTo>
                <a:lnTo>
                  <a:pt x="66" y="203"/>
                </a:lnTo>
                <a:lnTo>
                  <a:pt x="181" y="355"/>
                </a:lnTo>
                <a:lnTo>
                  <a:pt x="255" y="380"/>
                </a:lnTo>
                <a:lnTo>
                  <a:pt x="329" y="489"/>
                </a:lnTo>
                <a:lnTo>
                  <a:pt x="283" y="534"/>
                </a:lnTo>
                <a:lnTo>
                  <a:pt x="308" y="592"/>
                </a:lnTo>
                <a:lnTo>
                  <a:pt x="308" y="626"/>
                </a:lnTo>
                <a:lnTo>
                  <a:pt x="295" y="683"/>
                </a:lnTo>
                <a:lnTo>
                  <a:pt x="308" y="733"/>
                </a:lnTo>
                <a:lnTo>
                  <a:pt x="302" y="810"/>
                </a:lnTo>
                <a:lnTo>
                  <a:pt x="279" y="865"/>
                </a:lnTo>
                <a:lnTo>
                  <a:pt x="302" y="895"/>
                </a:lnTo>
                <a:lnTo>
                  <a:pt x="313" y="957"/>
                </a:lnTo>
                <a:lnTo>
                  <a:pt x="399" y="989"/>
                </a:lnTo>
                <a:lnTo>
                  <a:pt x="424" y="1076"/>
                </a:lnTo>
                <a:lnTo>
                  <a:pt x="402" y="1123"/>
                </a:lnTo>
                <a:lnTo>
                  <a:pt x="432" y="1177"/>
                </a:lnTo>
                <a:lnTo>
                  <a:pt x="356" y="1169"/>
                </a:lnTo>
                <a:lnTo>
                  <a:pt x="84" y="1481"/>
                </a:lnTo>
                <a:lnTo>
                  <a:pt x="41" y="1489"/>
                </a:lnTo>
                <a:lnTo>
                  <a:pt x="0" y="1541"/>
                </a:lnTo>
                <a:lnTo>
                  <a:pt x="0" y="1655"/>
                </a:lnTo>
                <a:lnTo>
                  <a:pt x="27" y="1797"/>
                </a:lnTo>
                <a:lnTo>
                  <a:pt x="0" y="1879"/>
                </a:lnTo>
                <a:lnTo>
                  <a:pt x="41" y="1944"/>
                </a:lnTo>
                <a:lnTo>
                  <a:pt x="84" y="2011"/>
                </a:lnTo>
                <a:lnTo>
                  <a:pt x="127" y="1980"/>
                </a:lnTo>
                <a:lnTo>
                  <a:pt x="175" y="2032"/>
                </a:lnTo>
                <a:lnTo>
                  <a:pt x="313" y="1993"/>
                </a:lnTo>
                <a:lnTo>
                  <a:pt x="314" y="1966"/>
                </a:lnTo>
                <a:lnTo>
                  <a:pt x="427" y="1972"/>
                </a:lnTo>
                <a:lnTo>
                  <a:pt x="542" y="1944"/>
                </a:lnTo>
                <a:lnTo>
                  <a:pt x="602" y="1909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65" name="Freeform 197"/>
          <p:cNvSpPr>
            <a:spLocks/>
          </p:cNvSpPr>
          <p:nvPr/>
        </p:nvSpPr>
        <p:spPr bwMode="auto">
          <a:xfrm>
            <a:off x="4675250" y="3336127"/>
            <a:ext cx="195262" cy="147603"/>
          </a:xfrm>
          <a:custGeom>
            <a:avLst/>
            <a:gdLst/>
            <a:ahLst/>
            <a:cxnLst>
              <a:cxn ang="0">
                <a:pos x="211" y="28"/>
              </a:cxn>
              <a:cxn ang="0">
                <a:pos x="195" y="59"/>
              </a:cxn>
              <a:cxn ang="0">
                <a:pos x="126" y="145"/>
              </a:cxn>
              <a:cxn ang="0">
                <a:pos x="122" y="169"/>
              </a:cxn>
              <a:cxn ang="0">
                <a:pos x="62" y="226"/>
              </a:cxn>
              <a:cxn ang="0">
                <a:pos x="0" y="251"/>
              </a:cxn>
              <a:cxn ang="0">
                <a:pos x="27" y="279"/>
              </a:cxn>
              <a:cxn ang="0">
                <a:pos x="25" y="337"/>
              </a:cxn>
              <a:cxn ang="0">
                <a:pos x="72" y="353"/>
              </a:cxn>
              <a:cxn ang="0">
                <a:pos x="79" y="405"/>
              </a:cxn>
              <a:cxn ang="0">
                <a:pos x="129" y="405"/>
              </a:cxn>
              <a:cxn ang="0">
                <a:pos x="176" y="433"/>
              </a:cxn>
              <a:cxn ang="0">
                <a:pos x="182" y="469"/>
              </a:cxn>
              <a:cxn ang="0">
                <a:pos x="207" y="530"/>
              </a:cxn>
              <a:cxn ang="0">
                <a:pos x="273" y="507"/>
              </a:cxn>
              <a:cxn ang="0">
                <a:pos x="440" y="557"/>
              </a:cxn>
              <a:cxn ang="0">
                <a:pos x="508" y="501"/>
              </a:cxn>
              <a:cxn ang="0">
                <a:pos x="619" y="507"/>
              </a:cxn>
              <a:cxn ang="0">
                <a:pos x="637" y="543"/>
              </a:cxn>
              <a:cxn ang="0">
                <a:pos x="702" y="546"/>
              </a:cxn>
              <a:cxn ang="0">
                <a:pos x="705" y="519"/>
              </a:cxn>
              <a:cxn ang="0">
                <a:pos x="687" y="494"/>
              </a:cxn>
              <a:cxn ang="0">
                <a:pos x="702" y="416"/>
              </a:cxn>
              <a:cxn ang="0">
                <a:pos x="723" y="444"/>
              </a:cxn>
              <a:cxn ang="0">
                <a:pos x="762" y="447"/>
              </a:cxn>
              <a:cxn ang="0">
                <a:pos x="779" y="380"/>
              </a:cxn>
              <a:cxn ang="0">
                <a:pos x="782" y="362"/>
              </a:cxn>
              <a:cxn ang="0">
                <a:pos x="677" y="377"/>
              </a:cxn>
              <a:cxn ang="0">
                <a:pos x="662" y="353"/>
              </a:cxn>
              <a:cxn ang="0">
                <a:pos x="662" y="282"/>
              </a:cxn>
              <a:cxn ang="0">
                <a:pos x="677" y="258"/>
              </a:cxn>
              <a:cxn ang="0">
                <a:pos x="668" y="177"/>
              </a:cxn>
              <a:cxn ang="0">
                <a:pos x="645" y="156"/>
              </a:cxn>
              <a:cxn ang="0">
                <a:pos x="566" y="8"/>
              </a:cxn>
              <a:cxn ang="0">
                <a:pos x="524" y="4"/>
              </a:cxn>
              <a:cxn ang="0">
                <a:pos x="450" y="58"/>
              </a:cxn>
              <a:cxn ang="0">
                <a:pos x="322" y="47"/>
              </a:cxn>
              <a:cxn ang="0">
                <a:pos x="279" y="0"/>
              </a:cxn>
              <a:cxn ang="0">
                <a:pos x="214" y="28"/>
              </a:cxn>
              <a:cxn ang="0">
                <a:pos x="211" y="28"/>
              </a:cxn>
            </a:cxnLst>
            <a:rect l="0" t="0" r="r" b="b"/>
            <a:pathLst>
              <a:path w="782" h="557">
                <a:moveTo>
                  <a:pt x="211" y="28"/>
                </a:moveTo>
                <a:lnTo>
                  <a:pt x="195" y="59"/>
                </a:lnTo>
                <a:lnTo>
                  <a:pt x="126" y="145"/>
                </a:lnTo>
                <a:lnTo>
                  <a:pt x="122" y="169"/>
                </a:lnTo>
                <a:lnTo>
                  <a:pt x="62" y="226"/>
                </a:lnTo>
                <a:lnTo>
                  <a:pt x="0" y="251"/>
                </a:lnTo>
                <a:lnTo>
                  <a:pt x="27" y="279"/>
                </a:lnTo>
                <a:lnTo>
                  <a:pt x="25" y="337"/>
                </a:lnTo>
                <a:lnTo>
                  <a:pt x="72" y="353"/>
                </a:lnTo>
                <a:lnTo>
                  <a:pt x="79" y="405"/>
                </a:lnTo>
                <a:lnTo>
                  <a:pt x="129" y="405"/>
                </a:lnTo>
                <a:lnTo>
                  <a:pt x="176" y="433"/>
                </a:lnTo>
                <a:lnTo>
                  <a:pt x="182" y="469"/>
                </a:lnTo>
                <a:lnTo>
                  <a:pt x="207" y="530"/>
                </a:lnTo>
                <a:lnTo>
                  <a:pt x="273" y="507"/>
                </a:lnTo>
                <a:lnTo>
                  <a:pt x="440" y="557"/>
                </a:lnTo>
                <a:lnTo>
                  <a:pt x="508" y="501"/>
                </a:lnTo>
                <a:lnTo>
                  <a:pt x="619" y="507"/>
                </a:lnTo>
                <a:lnTo>
                  <a:pt x="637" y="543"/>
                </a:lnTo>
                <a:lnTo>
                  <a:pt x="702" y="546"/>
                </a:lnTo>
                <a:lnTo>
                  <a:pt x="705" y="519"/>
                </a:lnTo>
                <a:lnTo>
                  <a:pt x="687" y="494"/>
                </a:lnTo>
                <a:lnTo>
                  <a:pt x="702" y="416"/>
                </a:lnTo>
                <a:lnTo>
                  <a:pt x="723" y="444"/>
                </a:lnTo>
                <a:lnTo>
                  <a:pt x="762" y="447"/>
                </a:lnTo>
                <a:lnTo>
                  <a:pt x="779" y="380"/>
                </a:lnTo>
                <a:lnTo>
                  <a:pt x="782" y="362"/>
                </a:lnTo>
                <a:lnTo>
                  <a:pt x="677" y="377"/>
                </a:lnTo>
                <a:lnTo>
                  <a:pt x="662" y="353"/>
                </a:lnTo>
                <a:lnTo>
                  <a:pt x="662" y="282"/>
                </a:lnTo>
                <a:lnTo>
                  <a:pt x="677" y="258"/>
                </a:lnTo>
                <a:lnTo>
                  <a:pt x="668" y="177"/>
                </a:lnTo>
                <a:lnTo>
                  <a:pt x="645" y="156"/>
                </a:lnTo>
                <a:lnTo>
                  <a:pt x="566" y="8"/>
                </a:lnTo>
                <a:lnTo>
                  <a:pt x="524" y="4"/>
                </a:lnTo>
                <a:lnTo>
                  <a:pt x="450" y="58"/>
                </a:lnTo>
                <a:lnTo>
                  <a:pt x="322" y="47"/>
                </a:lnTo>
                <a:lnTo>
                  <a:pt x="279" y="0"/>
                </a:lnTo>
                <a:lnTo>
                  <a:pt x="214" y="28"/>
                </a:lnTo>
                <a:lnTo>
                  <a:pt x="211" y="28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66" name="Freeform 206"/>
          <p:cNvSpPr>
            <a:spLocks/>
          </p:cNvSpPr>
          <p:nvPr/>
        </p:nvSpPr>
        <p:spPr bwMode="auto">
          <a:xfrm>
            <a:off x="4506976" y="3229789"/>
            <a:ext cx="219075" cy="104751"/>
          </a:xfrm>
          <a:custGeom>
            <a:avLst/>
            <a:gdLst/>
            <a:ahLst/>
            <a:cxnLst>
              <a:cxn ang="0">
                <a:pos x="265" y="0"/>
              </a:cxn>
              <a:cxn ang="0">
                <a:pos x="288" y="24"/>
              </a:cxn>
              <a:cxn ang="0">
                <a:pos x="353" y="33"/>
              </a:cxn>
              <a:cxn ang="0">
                <a:pos x="353" y="66"/>
              </a:cxn>
              <a:cxn ang="0">
                <a:pos x="377" y="91"/>
              </a:cxn>
              <a:cxn ang="0">
                <a:pos x="466" y="91"/>
              </a:cxn>
              <a:cxn ang="0">
                <a:pos x="524" y="138"/>
              </a:cxn>
              <a:cxn ang="0">
                <a:pos x="539" y="194"/>
              </a:cxn>
              <a:cxn ang="0">
                <a:pos x="607" y="194"/>
              </a:cxn>
              <a:cxn ang="0">
                <a:pos x="622" y="241"/>
              </a:cxn>
              <a:cxn ang="0">
                <a:pos x="652" y="244"/>
              </a:cxn>
              <a:cxn ang="0">
                <a:pos x="699" y="219"/>
              </a:cxn>
              <a:cxn ang="0">
                <a:pos x="856" y="252"/>
              </a:cxn>
              <a:cxn ang="0">
                <a:pos x="881" y="308"/>
              </a:cxn>
              <a:cxn ang="0">
                <a:pos x="843" y="345"/>
              </a:cxn>
              <a:cxn ang="0">
                <a:pos x="854" y="396"/>
              </a:cxn>
              <a:cxn ang="0">
                <a:pos x="793" y="392"/>
              </a:cxn>
              <a:cxn ang="0">
                <a:pos x="783" y="367"/>
              </a:cxn>
              <a:cxn ang="0">
                <a:pos x="710" y="364"/>
              </a:cxn>
              <a:cxn ang="0">
                <a:pos x="646" y="392"/>
              </a:cxn>
              <a:cxn ang="0">
                <a:pos x="514" y="403"/>
              </a:cxn>
              <a:cxn ang="0">
                <a:pos x="416" y="392"/>
              </a:cxn>
              <a:cxn ang="0">
                <a:pos x="353" y="315"/>
              </a:cxn>
              <a:cxn ang="0">
                <a:pos x="288" y="308"/>
              </a:cxn>
              <a:cxn ang="0">
                <a:pos x="244" y="276"/>
              </a:cxn>
              <a:cxn ang="0">
                <a:pos x="215" y="265"/>
              </a:cxn>
              <a:cxn ang="0">
                <a:pos x="183" y="301"/>
              </a:cxn>
              <a:cxn ang="0">
                <a:pos x="139" y="296"/>
              </a:cxn>
              <a:cxn ang="0">
                <a:pos x="139" y="252"/>
              </a:cxn>
              <a:cxn ang="0">
                <a:pos x="22" y="192"/>
              </a:cxn>
              <a:cxn ang="0">
                <a:pos x="12" y="109"/>
              </a:cxn>
              <a:cxn ang="0">
                <a:pos x="0" y="91"/>
              </a:cxn>
              <a:cxn ang="0">
                <a:pos x="0" y="72"/>
              </a:cxn>
              <a:cxn ang="0">
                <a:pos x="199" y="41"/>
              </a:cxn>
              <a:cxn ang="0">
                <a:pos x="265" y="0"/>
              </a:cxn>
            </a:cxnLst>
            <a:rect l="0" t="0" r="r" b="b"/>
            <a:pathLst>
              <a:path w="881" h="403">
                <a:moveTo>
                  <a:pt x="265" y="0"/>
                </a:moveTo>
                <a:lnTo>
                  <a:pt x="288" y="24"/>
                </a:lnTo>
                <a:lnTo>
                  <a:pt x="353" y="33"/>
                </a:lnTo>
                <a:lnTo>
                  <a:pt x="353" y="66"/>
                </a:lnTo>
                <a:lnTo>
                  <a:pt x="377" y="91"/>
                </a:lnTo>
                <a:lnTo>
                  <a:pt x="466" y="91"/>
                </a:lnTo>
                <a:lnTo>
                  <a:pt x="524" y="138"/>
                </a:lnTo>
                <a:lnTo>
                  <a:pt x="539" y="194"/>
                </a:lnTo>
                <a:lnTo>
                  <a:pt x="607" y="194"/>
                </a:lnTo>
                <a:lnTo>
                  <a:pt x="622" y="241"/>
                </a:lnTo>
                <a:lnTo>
                  <a:pt x="652" y="244"/>
                </a:lnTo>
                <a:lnTo>
                  <a:pt x="699" y="219"/>
                </a:lnTo>
                <a:lnTo>
                  <a:pt x="856" y="252"/>
                </a:lnTo>
                <a:lnTo>
                  <a:pt x="881" y="308"/>
                </a:lnTo>
                <a:lnTo>
                  <a:pt x="843" y="345"/>
                </a:lnTo>
                <a:lnTo>
                  <a:pt x="854" y="396"/>
                </a:lnTo>
                <a:lnTo>
                  <a:pt x="793" y="392"/>
                </a:lnTo>
                <a:lnTo>
                  <a:pt x="783" y="367"/>
                </a:lnTo>
                <a:lnTo>
                  <a:pt x="710" y="364"/>
                </a:lnTo>
                <a:lnTo>
                  <a:pt x="646" y="392"/>
                </a:lnTo>
                <a:lnTo>
                  <a:pt x="514" y="403"/>
                </a:lnTo>
                <a:lnTo>
                  <a:pt x="416" y="392"/>
                </a:lnTo>
                <a:lnTo>
                  <a:pt x="353" y="315"/>
                </a:lnTo>
                <a:lnTo>
                  <a:pt x="288" y="308"/>
                </a:lnTo>
                <a:lnTo>
                  <a:pt x="244" y="276"/>
                </a:lnTo>
                <a:lnTo>
                  <a:pt x="215" y="265"/>
                </a:lnTo>
                <a:lnTo>
                  <a:pt x="183" y="301"/>
                </a:lnTo>
                <a:lnTo>
                  <a:pt x="139" y="296"/>
                </a:lnTo>
                <a:lnTo>
                  <a:pt x="139" y="252"/>
                </a:lnTo>
                <a:lnTo>
                  <a:pt x="22" y="192"/>
                </a:lnTo>
                <a:lnTo>
                  <a:pt x="12" y="109"/>
                </a:lnTo>
                <a:lnTo>
                  <a:pt x="0" y="91"/>
                </a:lnTo>
                <a:lnTo>
                  <a:pt x="0" y="72"/>
                </a:lnTo>
                <a:lnTo>
                  <a:pt x="199" y="41"/>
                </a:lnTo>
                <a:lnTo>
                  <a:pt x="265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67" name="Freeform 216"/>
          <p:cNvSpPr>
            <a:spLocks/>
          </p:cNvSpPr>
          <p:nvPr/>
        </p:nvSpPr>
        <p:spPr bwMode="auto">
          <a:xfrm>
            <a:off x="4532376" y="3380567"/>
            <a:ext cx="192087" cy="185694"/>
          </a:xfrm>
          <a:custGeom>
            <a:avLst/>
            <a:gdLst/>
            <a:ahLst/>
            <a:cxnLst>
              <a:cxn ang="0">
                <a:pos x="43" y="18"/>
              </a:cxn>
              <a:cxn ang="0">
                <a:pos x="21" y="27"/>
              </a:cxn>
              <a:cxn ang="0">
                <a:pos x="49" y="78"/>
              </a:cxn>
              <a:cxn ang="0">
                <a:pos x="46" y="116"/>
              </a:cxn>
              <a:cxn ang="0">
                <a:pos x="18" y="110"/>
              </a:cxn>
              <a:cxn ang="0">
                <a:pos x="0" y="137"/>
              </a:cxn>
              <a:cxn ang="0">
                <a:pos x="21" y="214"/>
              </a:cxn>
              <a:cxn ang="0">
                <a:pos x="61" y="144"/>
              </a:cxn>
              <a:cxn ang="0">
                <a:pos x="97" y="176"/>
              </a:cxn>
              <a:cxn ang="0">
                <a:pos x="105" y="243"/>
              </a:cxn>
              <a:cxn ang="0">
                <a:pos x="140" y="278"/>
              </a:cxn>
              <a:cxn ang="0">
                <a:pos x="97" y="306"/>
              </a:cxn>
              <a:cxn ang="0">
                <a:pos x="155" y="346"/>
              </a:cxn>
              <a:cxn ang="0">
                <a:pos x="173" y="388"/>
              </a:cxn>
              <a:cxn ang="0">
                <a:pos x="232" y="383"/>
              </a:cxn>
              <a:cxn ang="0">
                <a:pos x="443" y="588"/>
              </a:cxn>
              <a:cxn ang="0">
                <a:pos x="446" y="535"/>
              </a:cxn>
              <a:cxn ang="0">
                <a:pos x="476" y="525"/>
              </a:cxn>
              <a:cxn ang="0">
                <a:pos x="476" y="478"/>
              </a:cxn>
              <a:cxn ang="0">
                <a:pos x="546" y="492"/>
              </a:cxn>
              <a:cxn ang="0">
                <a:pos x="578" y="546"/>
              </a:cxn>
              <a:cxn ang="0">
                <a:pos x="556" y="645"/>
              </a:cxn>
              <a:cxn ang="0">
                <a:pos x="590" y="695"/>
              </a:cxn>
              <a:cxn ang="0">
                <a:pos x="621" y="699"/>
              </a:cxn>
              <a:cxn ang="0">
                <a:pos x="640" y="683"/>
              </a:cxn>
              <a:cxn ang="0">
                <a:pos x="700" y="677"/>
              </a:cxn>
              <a:cxn ang="0">
                <a:pos x="704" y="631"/>
              </a:cxn>
              <a:cxn ang="0">
                <a:pos x="732" y="609"/>
              </a:cxn>
              <a:cxn ang="0">
                <a:pos x="740" y="588"/>
              </a:cxn>
              <a:cxn ang="0">
                <a:pos x="743" y="539"/>
              </a:cxn>
              <a:cxn ang="0">
                <a:pos x="732" y="469"/>
              </a:cxn>
              <a:cxn ang="0">
                <a:pos x="773" y="469"/>
              </a:cxn>
              <a:cxn ang="0">
                <a:pos x="773" y="445"/>
              </a:cxn>
              <a:cxn ang="0">
                <a:pos x="743" y="410"/>
              </a:cxn>
              <a:cxn ang="0">
                <a:pos x="718" y="395"/>
              </a:cxn>
              <a:cxn ang="0">
                <a:pos x="743" y="306"/>
              </a:cxn>
              <a:cxn ang="0">
                <a:pos x="760" y="303"/>
              </a:cxn>
              <a:cxn ang="0">
                <a:pos x="754" y="267"/>
              </a:cxn>
              <a:cxn ang="0">
                <a:pos x="707" y="239"/>
              </a:cxn>
              <a:cxn ang="0">
                <a:pos x="657" y="239"/>
              </a:cxn>
              <a:cxn ang="0">
                <a:pos x="650" y="187"/>
              </a:cxn>
              <a:cxn ang="0">
                <a:pos x="603" y="171"/>
              </a:cxn>
              <a:cxn ang="0">
                <a:pos x="605" y="113"/>
              </a:cxn>
              <a:cxn ang="0">
                <a:pos x="578" y="85"/>
              </a:cxn>
              <a:cxn ang="0">
                <a:pos x="514" y="78"/>
              </a:cxn>
              <a:cxn ang="0">
                <a:pos x="476" y="103"/>
              </a:cxn>
              <a:cxn ang="0">
                <a:pos x="327" y="89"/>
              </a:cxn>
              <a:cxn ang="0">
                <a:pos x="235" y="3"/>
              </a:cxn>
              <a:cxn ang="0">
                <a:pos x="137" y="0"/>
              </a:cxn>
              <a:cxn ang="0">
                <a:pos x="115" y="35"/>
              </a:cxn>
              <a:cxn ang="0">
                <a:pos x="43" y="18"/>
              </a:cxn>
            </a:cxnLst>
            <a:rect l="0" t="0" r="r" b="b"/>
            <a:pathLst>
              <a:path w="773" h="699">
                <a:moveTo>
                  <a:pt x="43" y="18"/>
                </a:moveTo>
                <a:lnTo>
                  <a:pt x="21" y="27"/>
                </a:lnTo>
                <a:lnTo>
                  <a:pt x="49" y="78"/>
                </a:lnTo>
                <a:lnTo>
                  <a:pt x="46" y="116"/>
                </a:lnTo>
                <a:lnTo>
                  <a:pt x="18" y="110"/>
                </a:lnTo>
                <a:lnTo>
                  <a:pt x="0" y="137"/>
                </a:lnTo>
                <a:lnTo>
                  <a:pt x="21" y="214"/>
                </a:lnTo>
                <a:lnTo>
                  <a:pt x="61" y="144"/>
                </a:lnTo>
                <a:lnTo>
                  <a:pt x="97" y="176"/>
                </a:lnTo>
                <a:lnTo>
                  <a:pt x="105" y="243"/>
                </a:lnTo>
                <a:lnTo>
                  <a:pt x="140" y="278"/>
                </a:lnTo>
                <a:lnTo>
                  <a:pt x="97" y="306"/>
                </a:lnTo>
                <a:lnTo>
                  <a:pt x="155" y="346"/>
                </a:lnTo>
                <a:lnTo>
                  <a:pt x="173" y="388"/>
                </a:lnTo>
                <a:lnTo>
                  <a:pt x="232" y="383"/>
                </a:lnTo>
                <a:lnTo>
                  <a:pt x="443" y="588"/>
                </a:lnTo>
                <a:lnTo>
                  <a:pt x="446" y="535"/>
                </a:lnTo>
                <a:lnTo>
                  <a:pt x="476" y="525"/>
                </a:lnTo>
                <a:lnTo>
                  <a:pt x="476" y="478"/>
                </a:lnTo>
                <a:lnTo>
                  <a:pt x="546" y="492"/>
                </a:lnTo>
                <a:lnTo>
                  <a:pt x="578" y="546"/>
                </a:lnTo>
                <a:lnTo>
                  <a:pt x="556" y="645"/>
                </a:lnTo>
                <a:lnTo>
                  <a:pt x="590" y="695"/>
                </a:lnTo>
                <a:lnTo>
                  <a:pt x="621" y="699"/>
                </a:lnTo>
                <a:lnTo>
                  <a:pt x="640" y="683"/>
                </a:lnTo>
                <a:lnTo>
                  <a:pt x="700" y="677"/>
                </a:lnTo>
                <a:lnTo>
                  <a:pt x="704" y="631"/>
                </a:lnTo>
                <a:lnTo>
                  <a:pt x="732" y="609"/>
                </a:lnTo>
                <a:lnTo>
                  <a:pt x="740" y="588"/>
                </a:lnTo>
                <a:lnTo>
                  <a:pt x="743" y="539"/>
                </a:lnTo>
                <a:lnTo>
                  <a:pt x="732" y="469"/>
                </a:lnTo>
                <a:lnTo>
                  <a:pt x="773" y="469"/>
                </a:lnTo>
                <a:lnTo>
                  <a:pt x="773" y="445"/>
                </a:lnTo>
                <a:lnTo>
                  <a:pt x="743" y="410"/>
                </a:lnTo>
                <a:lnTo>
                  <a:pt x="718" y="395"/>
                </a:lnTo>
                <a:lnTo>
                  <a:pt x="743" y="306"/>
                </a:lnTo>
                <a:lnTo>
                  <a:pt x="760" y="303"/>
                </a:lnTo>
                <a:lnTo>
                  <a:pt x="754" y="267"/>
                </a:lnTo>
                <a:lnTo>
                  <a:pt x="707" y="239"/>
                </a:lnTo>
                <a:lnTo>
                  <a:pt x="657" y="239"/>
                </a:lnTo>
                <a:lnTo>
                  <a:pt x="650" y="187"/>
                </a:lnTo>
                <a:lnTo>
                  <a:pt x="603" y="171"/>
                </a:lnTo>
                <a:lnTo>
                  <a:pt x="605" y="113"/>
                </a:lnTo>
                <a:lnTo>
                  <a:pt x="578" y="85"/>
                </a:lnTo>
                <a:lnTo>
                  <a:pt x="514" y="78"/>
                </a:lnTo>
                <a:lnTo>
                  <a:pt x="476" y="103"/>
                </a:lnTo>
                <a:lnTo>
                  <a:pt x="327" y="89"/>
                </a:lnTo>
                <a:lnTo>
                  <a:pt x="235" y="3"/>
                </a:lnTo>
                <a:lnTo>
                  <a:pt x="137" y="0"/>
                </a:lnTo>
                <a:lnTo>
                  <a:pt x="115" y="35"/>
                </a:lnTo>
                <a:lnTo>
                  <a:pt x="43" y="18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68" name="Freeform 221"/>
          <p:cNvSpPr>
            <a:spLocks/>
          </p:cNvSpPr>
          <p:nvPr/>
        </p:nvSpPr>
        <p:spPr bwMode="auto">
          <a:xfrm>
            <a:off x="4383150" y="3359933"/>
            <a:ext cx="234950" cy="287271"/>
          </a:xfrm>
          <a:custGeom>
            <a:avLst/>
            <a:gdLst/>
            <a:ahLst/>
            <a:cxnLst>
              <a:cxn ang="0">
                <a:pos x="40" y="143"/>
              </a:cxn>
              <a:cxn ang="0">
                <a:pos x="7" y="223"/>
              </a:cxn>
              <a:cxn ang="0">
                <a:pos x="4" y="276"/>
              </a:cxn>
              <a:cxn ang="0">
                <a:pos x="50" y="319"/>
              </a:cxn>
              <a:cxn ang="0">
                <a:pos x="32" y="355"/>
              </a:cxn>
              <a:cxn ang="0">
                <a:pos x="89" y="333"/>
              </a:cxn>
              <a:cxn ang="0">
                <a:pos x="233" y="350"/>
              </a:cxn>
              <a:cxn ang="0">
                <a:pos x="299" y="389"/>
              </a:cxn>
              <a:cxn ang="0">
                <a:pos x="403" y="536"/>
              </a:cxn>
              <a:cxn ang="0">
                <a:pos x="494" y="643"/>
              </a:cxn>
              <a:cxn ang="0">
                <a:pos x="533" y="689"/>
              </a:cxn>
              <a:cxn ang="0">
                <a:pos x="617" y="753"/>
              </a:cxn>
              <a:cxn ang="0">
                <a:pos x="632" y="833"/>
              </a:cxn>
              <a:cxn ang="0">
                <a:pos x="724" y="880"/>
              </a:cxn>
              <a:cxn ang="0">
                <a:pos x="701" y="1009"/>
              </a:cxn>
              <a:cxn ang="0">
                <a:pos x="701" y="1085"/>
              </a:cxn>
              <a:cxn ang="0">
                <a:pos x="828" y="971"/>
              </a:cxn>
              <a:cxn ang="0">
                <a:pos x="778" y="900"/>
              </a:cxn>
              <a:cxn ang="0">
                <a:pos x="825" y="808"/>
              </a:cxn>
              <a:cxn ang="0">
                <a:pos x="856" y="845"/>
              </a:cxn>
              <a:cxn ang="0">
                <a:pos x="923" y="890"/>
              </a:cxn>
              <a:cxn ang="0">
                <a:pos x="935" y="797"/>
              </a:cxn>
              <a:cxn ang="0">
                <a:pos x="813" y="739"/>
              </a:cxn>
              <a:cxn ang="0">
                <a:pos x="751" y="654"/>
              </a:cxn>
              <a:cxn ang="0">
                <a:pos x="772" y="640"/>
              </a:cxn>
              <a:cxn ang="0">
                <a:pos x="711" y="597"/>
              </a:cxn>
              <a:cxn ang="0">
                <a:pos x="632" y="548"/>
              </a:cxn>
              <a:cxn ang="0">
                <a:pos x="602" y="447"/>
              </a:cxn>
              <a:cxn ang="0">
                <a:pos x="482" y="333"/>
              </a:cxn>
              <a:cxn ang="0">
                <a:pos x="500" y="203"/>
              </a:cxn>
              <a:cxn ang="0">
                <a:pos x="600" y="168"/>
              </a:cxn>
              <a:cxn ang="0">
                <a:pos x="642" y="199"/>
              </a:cxn>
              <a:cxn ang="0">
                <a:pos x="617" y="110"/>
              </a:cxn>
              <a:cxn ang="0">
                <a:pos x="602" y="73"/>
              </a:cxn>
              <a:cxn ang="0">
                <a:pos x="515" y="55"/>
              </a:cxn>
              <a:cxn ang="0">
                <a:pos x="424" y="0"/>
              </a:cxn>
              <a:cxn ang="0">
                <a:pos x="360" y="8"/>
              </a:cxn>
              <a:cxn ang="0">
                <a:pos x="328" y="48"/>
              </a:cxn>
              <a:cxn ang="0">
                <a:pos x="313" y="86"/>
              </a:cxn>
              <a:cxn ang="0">
                <a:pos x="261" y="62"/>
              </a:cxn>
              <a:cxn ang="0">
                <a:pos x="233" y="94"/>
              </a:cxn>
              <a:cxn ang="0">
                <a:pos x="154" y="58"/>
              </a:cxn>
              <a:cxn ang="0">
                <a:pos x="120" y="86"/>
              </a:cxn>
              <a:cxn ang="0">
                <a:pos x="29" y="110"/>
              </a:cxn>
            </a:cxnLst>
            <a:rect l="0" t="0" r="r" b="b"/>
            <a:pathLst>
              <a:path w="944" h="1085">
                <a:moveTo>
                  <a:pt x="29" y="110"/>
                </a:moveTo>
                <a:lnTo>
                  <a:pt x="40" y="143"/>
                </a:lnTo>
                <a:lnTo>
                  <a:pt x="0" y="193"/>
                </a:lnTo>
                <a:lnTo>
                  <a:pt x="7" y="223"/>
                </a:lnTo>
                <a:lnTo>
                  <a:pt x="17" y="245"/>
                </a:lnTo>
                <a:lnTo>
                  <a:pt x="4" y="276"/>
                </a:lnTo>
                <a:lnTo>
                  <a:pt x="50" y="307"/>
                </a:lnTo>
                <a:lnTo>
                  <a:pt x="50" y="319"/>
                </a:lnTo>
                <a:lnTo>
                  <a:pt x="29" y="333"/>
                </a:lnTo>
                <a:lnTo>
                  <a:pt x="32" y="355"/>
                </a:lnTo>
                <a:lnTo>
                  <a:pt x="92" y="358"/>
                </a:lnTo>
                <a:lnTo>
                  <a:pt x="89" y="333"/>
                </a:lnTo>
                <a:lnTo>
                  <a:pt x="179" y="301"/>
                </a:lnTo>
                <a:lnTo>
                  <a:pt x="233" y="350"/>
                </a:lnTo>
                <a:lnTo>
                  <a:pt x="261" y="339"/>
                </a:lnTo>
                <a:lnTo>
                  <a:pt x="299" y="389"/>
                </a:lnTo>
                <a:lnTo>
                  <a:pt x="311" y="512"/>
                </a:lnTo>
                <a:lnTo>
                  <a:pt x="403" y="536"/>
                </a:lnTo>
                <a:lnTo>
                  <a:pt x="427" y="615"/>
                </a:lnTo>
                <a:lnTo>
                  <a:pt x="494" y="643"/>
                </a:lnTo>
                <a:lnTo>
                  <a:pt x="487" y="689"/>
                </a:lnTo>
                <a:lnTo>
                  <a:pt x="533" y="689"/>
                </a:lnTo>
                <a:lnTo>
                  <a:pt x="567" y="753"/>
                </a:lnTo>
                <a:lnTo>
                  <a:pt x="617" y="753"/>
                </a:lnTo>
                <a:lnTo>
                  <a:pt x="614" y="778"/>
                </a:lnTo>
                <a:lnTo>
                  <a:pt x="632" y="833"/>
                </a:lnTo>
                <a:lnTo>
                  <a:pt x="687" y="840"/>
                </a:lnTo>
                <a:lnTo>
                  <a:pt x="724" y="880"/>
                </a:lnTo>
                <a:lnTo>
                  <a:pt x="744" y="935"/>
                </a:lnTo>
                <a:lnTo>
                  <a:pt x="701" y="1009"/>
                </a:lnTo>
                <a:lnTo>
                  <a:pt x="690" y="1057"/>
                </a:lnTo>
                <a:lnTo>
                  <a:pt x="701" y="1085"/>
                </a:lnTo>
                <a:lnTo>
                  <a:pt x="758" y="1048"/>
                </a:lnTo>
                <a:lnTo>
                  <a:pt x="828" y="971"/>
                </a:lnTo>
                <a:lnTo>
                  <a:pt x="800" y="925"/>
                </a:lnTo>
                <a:lnTo>
                  <a:pt x="778" y="900"/>
                </a:lnTo>
                <a:lnTo>
                  <a:pt x="782" y="855"/>
                </a:lnTo>
                <a:lnTo>
                  <a:pt x="825" y="808"/>
                </a:lnTo>
                <a:lnTo>
                  <a:pt x="861" y="831"/>
                </a:lnTo>
                <a:lnTo>
                  <a:pt x="856" y="845"/>
                </a:lnTo>
                <a:lnTo>
                  <a:pt x="898" y="846"/>
                </a:lnTo>
                <a:lnTo>
                  <a:pt x="923" y="890"/>
                </a:lnTo>
                <a:lnTo>
                  <a:pt x="944" y="870"/>
                </a:lnTo>
                <a:lnTo>
                  <a:pt x="935" y="797"/>
                </a:lnTo>
                <a:lnTo>
                  <a:pt x="853" y="742"/>
                </a:lnTo>
                <a:lnTo>
                  <a:pt x="813" y="739"/>
                </a:lnTo>
                <a:lnTo>
                  <a:pt x="813" y="685"/>
                </a:lnTo>
                <a:lnTo>
                  <a:pt x="751" y="654"/>
                </a:lnTo>
                <a:lnTo>
                  <a:pt x="751" y="640"/>
                </a:lnTo>
                <a:lnTo>
                  <a:pt x="772" y="640"/>
                </a:lnTo>
                <a:lnTo>
                  <a:pt x="772" y="629"/>
                </a:lnTo>
                <a:lnTo>
                  <a:pt x="711" y="597"/>
                </a:lnTo>
                <a:lnTo>
                  <a:pt x="651" y="590"/>
                </a:lnTo>
                <a:lnTo>
                  <a:pt x="632" y="548"/>
                </a:lnTo>
                <a:lnTo>
                  <a:pt x="589" y="510"/>
                </a:lnTo>
                <a:lnTo>
                  <a:pt x="602" y="447"/>
                </a:lnTo>
                <a:lnTo>
                  <a:pt x="497" y="386"/>
                </a:lnTo>
                <a:lnTo>
                  <a:pt x="482" y="333"/>
                </a:lnTo>
                <a:lnTo>
                  <a:pt x="482" y="236"/>
                </a:lnTo>
                <a:lnTo>
                  <a:pt x="500" y="203"/>
                </a:lnTo>
                <a:lnTo>
                  <a:pt x="564" y="162"/>
                </a:lnTo>
                <a:lnTo>
                  <a:pt x="600" y="168"/>
                </a:lnTo>
                <a:lnTo>
                  <a:pt x="614" y="193"/>
                </a:lnTo>
                <a:lnTo>
                  <a:pt x="642" y="199"/>
                </a:lnTo>
                <a:lnTo>
                  <a:pt x="645" y="161"/>
                </a:lnTo>
                <a:lnTo>
                  <a:pt x="617" y="110"/>
                </a:lnTo>
                <a:lnTo>
                  <a:pt x="639" y="101"/>
                </a:lnTo>
                <a:lnTo>
                  <a:pt x="602" y="73"/>
                </a:lnTo>
                <a:lnTo>
                  <a:pt x="557" y="80"/>
                </a:lnTo>
                <a:lnTo>
                  <a:pt x="515" y="55"/>
                </a:lnTo>
                <a:lnTo>
                  <a:pt x="497" y="15"/>
                </a:lnTo>
                <a:lnTo>
                  <a:pt x="424" y="0"/>
                </a:lnTo>
                <a:lnTo>
                  <a:pt x="396" y="18"/>
                </a:lnTo>
                <a:lnTo>
                  <a:pt x="360" y="8"/>
                </a:lnTo>
                <a:lnTo>
                  <a:pt x="317" y="5"/>
                </a:lnTo>
                <a:lnTo>
                  <a:pt x="328" y="48"/>
                </a:lnTo>
                <a:lnTo>
                  <a:pt x="301" y="58"/>
                </a:lnTo>
                <a:lnTo>
                  <a:pt x="313" y="86"/>
                </a:lnTo>
                <a:lnTo>
                  <a:pt x="289" y="90"/>
                </a:lnTo>
                <a:lnTo>
                  <a:pt x="261" y="62"/>
                </a:lnTo>
                <a:lnTo>
                  <a:pt x="237" y="58"/>
                </a:lnTo>
                <a:lnTo>
                  <a:pt x="233" y="94"/>
                </a:lnTo>
                <a:lnTo>
                  <a:pt x="160" y="101"/>
                </a:lnTo>
                <a:lnTo>
                  <a:pt x="154" y="58"/>
                </a:lnTo>
                <a:lnTo>
                  <a:pt x="139" y="58"/>
                </a:lnTo>
                <a:lnTo>
                  <a:pt x="120" y="86"/>
                </a:lnTo>
                <a:lnTo>
                  <a:pt x="50" y="94"/>
                </a:lnTo>
                <a:lnTo>
                  <a:pt x="29" y="11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69" name="Freeform 225"/>
          <p:cNvSpPr>
            <a:spLocks/>
          </p:cNvSpPr>
          <p:nvPr/>
        </p:nvSpPr>
        <p:spPr bwMode="auto">
          <a:xfrm>
            <a:off x="4138676" y="3198045"/>
            <a:ext cx="282575" cy="298381"/>
          </a:xfrm>
          <a:custGeom>
            <a:avLst/>
            <a:gdLst/>
            <a:ahLst/>
            <a:cxnLst>
              <a:cxn ang="0">
                <a:pos x="997" y="536"/>
              </a:cxn>
              <a:cxn ang="0">
                <a:pos x="926" y="682"/>
              </a:cxn>
              <a:cxn ang="0">
                <a:pos x="974" y="660"/>
              </a:cxn>
              <a:cxn ang="0">
                <a:pos x="1032" y="703"/>
              </a:cxn>
              <a:cxn ang="0">
                <a:pos x="1022" y="752"/>
              </a:cxn>
              <a:cxn ang="0">
                <a:pos x="989" y="832"/>
              </a:cxn>
              <a:cxn ang="0">
                <a:pos x="986" y="885"/>
              </a:cxn>
              <a:cxn ang="0">
                <a:pos x="1032" y="928"/>
              </a:cxn>
              <a:cxn ang="0">
                <a:pos x="1014" y="967"/>
              </a:cxn>
              <a:cxn ang="0">
                <a:pos x="885" y="1031"/>
              </a:cxn>
              <a:cxn ang="0">
                <a:pos x="842" y="1002"/>
              </a:cxn>
              <a:cxn ang="0">
                <a:pos x="803" y="982"/>
              </a:cxn>
              <a:cxn ang="0">
                <a:pos x="750" y="959"/>
              </a:cxn>
              <a:cxn ang="0">
                <a:pos x="652" y="1075"/>
              </a:cxn>
              <a:cxn ang="0">
                <a:pos x="592" y="1126"/>
              </a:cxn>
              <a:cxn ang="0">
                <a:pos x="469" y="1062"/>
              </a:cxn>
              <a:cxn ang="0">
                <a:pos x="292" y="1020"/>
              </a:cxn>
              <a:cxn ang="0">
                <a:pos x="267" y="973"/>
              </a:cxn>
              <a:cxn ang="0">
                <a:pos x="278" y="928"/>
              </a:cxn>
              <a:cxn ang="0">
                <a:pos x="310" y="727"/>
              </a:cxn>
              <a:cxn ang="0">
                <a:pos x="306" y="671"/>
              </a:cxn>
              <a:cxn ang="0">
                <a:pos x="260" y="593"/>
              </a:cxn>
              <a:cxn ang="0">
                <a:pos x="138" y="481"/>
              </a:cxn>
              <a:cxn ang="0">
                <a:pos x="67" y="446"/>
              </a:cxn>
              <a:cxn ang="0">
                <a:pos x="24" y="373"/>
              </a:cxn>
              <a:cxn ang="0">
                <a:pos x="46" y="343"/>
              </a:cxn>
              <a:cxn ang="0">
                <a:pos x="64" y="296"/>
              </a:cxn>
              <a:cxn ang="0">
                <a:pos x="117" y="271"/>
              </a:cxn>
              <a:cxn ang="0">
                <a:pos x="186" y="318"/>
              </a:cxn>
              <a:cxn ang="0">
                <a:pos x="233" y="325"/>
              </a:cxn>
              <a:cxn ang="0">
                <a:pos x="285" y="264"/>
              </a:cxn>
              <a:cxn ang="0">
                <a:pos x="310" y="204"/>
              </a:cxn>
              <a:cxn ang="0">
                <a:pos x="364" y="258"/>
              </a:cxn>
              <a:cxn ang="0">
                <a:pos x="454" y="258"/>
              </a:cxn>
              <a:cxn ang="0">
                <a:pos x="489" y="211"/>
              </a:cxn>
              <a:cxn ang="0">
                <a:pos x="571" y="31"/>
              </a:cxn>
              <a:cxn ang="0">
                <a:pos x="652" y="1"/>
              </a:cxn>
              <a:cxn ang="0">
                <a:pos x="704" y="66"/>
              </a:cxn>
              <a:cxn ang="0">
                <a:pos x="714" y="102"/>
              </a:cxn>
              <a:cxn ang="0">
                <a:pos x="786" y="140"/>
              </a:cxn>
              <a:cxn ang="0">
                <a:pos x="793" y="192"/>
              </a:cxn>
              <a:cxn ang="0">
                <a:pos x="852" y="204"/>
              </a:cxn>
              <a:cxn ang="0">
                <a:pos x="906" y="235"/>
              </a:cxn>
              <a:cxn ang="0">
                <a:pos x="968" y="258"/>
              </a:cxn>
              <a:cxn ang="0">
                <a:pos x="1042" y="325"/>
              </a:cxn>
              <a:cxn ang="0">
                <a:pos x="1092" y="300"/>
              </a:cxn>
              <a:cxn ang="0">
                <a:pos x="1127" y="325"/>
              </a:cxn>
              <a:cxn ang="0">
                <a:pos x="1121" y="388"/>
              </a:cxn>
              <a:cxn ang="0">
                <a:pos x="1063" y="460"/>
              </a:cxn>
              <a:cxn ang="0">
                <a:pos x="1022" y="502"/>
              </a:cxn>
            </a:cxnLst>
            <a:rect l="0" t="0" r="r" b="b"/>
            <a:pathLst>
              <a:path w="1136" h="1126">
                <a:moveTo>
                  <a:pt x="1022" y="502"/>
                </a:moveTo>
                <a:lnTo>
                  <a:pt x="997" y="536"/>
                </a:lnTo>
                <a:lnTo>
                  <a:pt x="948" y="554"/>
                </a:lnTo>
                <a:lnTo>
                  <a:pt x="926" y="682"/>
                </a:lnTo>
                <a:lnTo>
                  <a:pt x="944" y="689"/>
                </a:lnTo>
                <a:lnTo>
                  <a:pt x="974" y="660"/>
                </a:lnTo>
                <a:lnTo>
                  <a:pt x="1022" y="682"/>
                </a:lnTo>
                <a:lnTo>
                  <a:pt x="1032" y="703"/>
                </a:lnTo>
                <a:lnTo>
                  <a:pt x="1011" y="719"/>
                </a:lnTo>
                <a:lnTo>
                  <a:pt x="1022" y="752"/>
                </a:lnTo>
                <a:lnTo>
                  <a:pt x="982" y="802"/>
                </a:lnTo>
                <a:lnTo>
                  <a:pt x="989" y="832"/>
                </a:lnTo>
                <a:lnTo>
                  <a:pt x="999" y="854"/>
                </a:lnTo>
                <a:lnTo>
                  <a:pt x="986" y="885"/>
                </a:lnTo>
                <a:lnTo>
                  <a:pt x="1032" y="916"/>
                </a:lnTo>
                <a:lnTo>
                  <a:pt x="1032" y="928"/>
                </a:lnTo>
                <a:lnTo>
                  <a:pt x="1011" y="942"/>
                </a:lnTo>
                <a:lnTo>
                  <a:pt x="1014" y="967"/>
                </a:lnTo>
                <a:lnTo>
                  <a:pt x="979" y="998"/>
                </a:lnTo>
                <a:lnTo>
                  <a:pt x="885" y="1031"/>
                </a:lnTo>
                <a:lnTo>
                  <a:pt x="870" y="1006"/>
                </a:lnTo>
                <a:lnTo>
                  <a:pt x="842" y="1002"/>
                </a:lnTo>
                <a:lnTo>
                  <a:pt x="838" y="982"/>
                </a:lnTo>
                <a:lnTo>
                  <a:pt x="803" y="982"/>
                </a:lnTo>
                <a:lnTo>
                  <a:pt x="771" y="982"/>
                </a:lnTo>
                <a:lnTo>
                  <a:pt x="750" y="959"/>
                </a:lnTo>
                <a:lnTo>
                  <a:pt x="659" y="1009"/>
                </a:lnTo>
                <a:lnTo>
                  <a:pt x="652" y="1075"/>
                </a:lnTo>
                <a:lnTo>
                  <a:pt x="666" y="1090"/>
                </a:lnTo>
                <a:lnTo>
                  <a:pt x="592" y="1126"/>
                </a:lnTo>
                <a:lnTo>
                  <a:pt x="478" y="1090"/>
                </a:lnTo>
                <a:lnTo>
                  <a:pt x="469" y="1062"/>
                </a:lnTo>
                <a:lnTo>
                  <a:pt x="423" y="1075"/>
                </a:lnTo>
                <a:lnTo>
                  <a:pt x="292" y="1020"/>
                </a:lnTo>
                <a:lnTo>
                  <a:pt x="267" y="998"/>
                </a:lnTo>
                <a:lnTo>
                  <a:pt x="267" y="973"/>
                </a:lnTo>
                <a:lnTo>
                  <a:pt x="253" y="952"/>
                </a:lnTo>
                <a:lnTo>
                  <a:pt x="278" y="928"/>
                </a:lnTo>
                <a:lnTo>
                  <a:pt x="306" y="838"/>
                </a:lnTo>
                <a:lnTo>
                  <a:pt x="310" y="727"/>
                </a:lnTo>
                <a:lnTo>
                  <a:pt x="285" y="689"/>
                </a:lnTo>
                <a:lnTo>
                  <a:pt x="306" y="671"/>
                </a:lnTo>
                <a:lnTo>
                  <a:pt x="310" y="614"/>
                </a:lnTo>
                <a:lnTo>
                  <a:pt x="260" y="593"/>
                </a:lnTo>
                <a:lnTo>
                  <a:pt x="208" y="484"/>
                </a:lnTo>
                <a:lnTo>
                  <a:pt x="138" y="481"/>
                </a:lnTo>
                <a:lnTo>
                  <a:pt x="99" y="431"/>
                </a:lnTo>
                <a:lnTo>
                  <a:pt x="67" y="446"/>
                </a:lnTo>
                <a:lnTo>
                  <a:pt x="0" y="396"/>
                </a:lnTo>
                <a:lnTo>
                  <a:pt x="24" y="373"/>
                </a:lnTo>
                <a:lnTo>
                  <a:pt x="15" y="350"/>
                </a:lnTo>
                <a:lnTo>
                  <a:pt x="46" y="343"/>
                </a:lnTo>
                <a:lnTo>
                  <a:pt x="28" y="318"/>
                </a:lnTo>
                <a:lnTo>
                  <a:pt x="64" y="296"/>
                </a:lnTo>
                <a:lnTo>
                  <a:pt x="114" y="293"/>
                </a:lnTo>
                <a:lnTo>
                  <a:pt x="117" y="271"/>
                </a:lnTo>
                <a:lnTo>
                  <a:pt x="159" y="280"/>
                </a:lnTo>
                <a:lnTo>
                  <a:pt x="186" y="318"/>
                </a:lnTo>
                <a:lnTo>
                  <a:pt x="229" y="296"/>
                </a:lnTo>
                <a:lnTo>
                  <a:pt x="233" y="325"/>
                </a:lnTo>
                <a:lnTo>
                  <a:pt x="303" y="325"/>
                </a:lnTo>
                <a:lnTo>
                  <a:pt x="285" y="264"/>
                </a:lnTo>
                <a:lnTo>
                  <a:pt x="248" y="202"/>
                </a:lnTo>
                <a:lnTo>
                  <a:pt x="310" y="204"/>
                </a:lnTo>
                <a:lnTo>
                  <a:pt x="321" y="254"/>
                </a:lnTo>
                <a:lnTo>
                  <a:pt x="364" y="258"/>
                </a:lnTo>
                <a:lnTo>
                  <a:pt x="398" y="271"/>
                </a:lnTo>
                <a:lnTo>
                  <a:pt x="454" y="258"/>
                </a:lnTo>
                <a:lnTo>
                  <a:pt x="462" y="211"/>
                </a:lnTo>
                <a:lnTo>
                  <a:pt x="489" y="211"/>
                </a:lnTo>
                <a:lnTo>
                  <a:pt x="560" y="168"/>
                </a:lnTo>
                <a:lnTo>
                  <a:pt x="571" y="31"/>
                </a:lnTo>
                <a:lnTo>
                  <a:pt x="627" y="0"/>
                </a:lnTo>
                <a:lnTo>
                  <a:pt x="652" y="1"/>
                </a:lnTo>
                <a:lnTo>
                  <a:pt x="666" y="43"/>
                </a:lnTo>
                <a:lnTo>
                  <a:pt x="704" y="66"/>
                </a:lnTo>
                <a:lnTo>
                  <a:pt x="719" y="81"/>
                </a:lnTo>
                <a:lnTo>
                  <a:pt x="714" y="102"/>
                </a:lnTo>
                <a:lnTo>
                  <a:pt x="732" y="133"/>
                </a:lnTo>
                <a:lnTo>
                  <a:pt x="786" y="140"/>
                </a:lnTo>
                <a:lnTo>
                  <a:pt x="778" y="182"/>
                </a:lnTo>
                <a:lnTo>
                  <a:pt x="793" y="192"/>
                </a:lnTo>
                <a:lnTo>
                  <a:pt x="852" y="175"/>
                </a:lnTo>
                <a:lnTo>
                  <a:pt x="852" y="204"/>
                </a:lnTo>
                <a:lnTo>
                  <a:pt x="867" y="229"/>
                </a:lnTo>
                <a:lnTo>
                  <a:pt x="906" y="235"/>
                </a:lnTo>
                <a:lnTo>
                  <a:pt x="937" y="241"/>
                </a:lnTo>
                <a:lnTo>
                  <a:pt x="968" y="258"/>
                </a:lnTo>
                <a:lnTo>
                  <a:pt x="997" y="264"/>
                </a:lnTo>
                <a:lnTo>
                  <a:pt x="1042" y="325"/>
                </a:lnTo>
                <a:lnTo>
                  <a:pt x="1074" y="318"/>
                </a:lnTo>
                <a:lnTo>
                  <a:pt x="1092" y="300"/>
                </a:lnTo>
                <a:lnTo>
                  <a:pt x="1102" y="325"/>
                </a:lnTo>
                <a:lnTo>
                  <a:pt x="1127" y="325"/>
                </a:lnTo>
                <a:lnTo>
                  <a:pt x="1136" y="354"/>
                </a:lnTo>
                <a:lnTo>
                  <a:pt x="1121" y="388"/>
                </a:lnTo>
                <a:lnTo>
                  <a:pt x="1067" y="435"/>
                </a:lnTo>
                <a:lnTo>
                  <a:pt x="1063" y="460"/>
                </a:lnTo>
                <a:lnTo>
                  <a:pt x="1078" y="495"/>
                </a:lnTo>
                <a:lnTo>
                  <a:pt x="1022" y="502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70" name="Freeform 226"/>
          <p:cNvSpPr>
            <a:spLocks/>
          </p:cNvSpPr>
          <p:nvPr/>
        </p:nvSpPr>
        <p:spPr bwMode="auto">
          <a:xfrm>
            <a:off x="4033900" y="3428180"/>
            <a:ext cx="271462" cy="226959"/>
          </a:xfrm>
          <a:custGeom>
            <a:avLst/>
            <a:gdLst/>
            <a:ahLst/>
            <a:cxnLst>
              <a:cxn ang="0">
                <a:pos x="1062" y="289"/>
              </a:cxn>
              <a:cxn ang="0">
                <a:pos x="919" y="352"/>
              </a:cxn>
              <a:cxn ang="0">
                <a:pos x="829" y="458"/>
              </a:cxn>
              <a:cxn ang="0">
                <a:pos x="755" y="521"/>
              </a:cxn>
              <a:cxn ang="0">
                <a:pos x="772" y="644"/>
              </a:cxn>
              <a:cxn ang="0">
                <a:pos x="726" y="680"/>
              </a:cxn>
              <a:cxn ang="0">
                <a:pos x="705" y="744"/>
              </a:cxn>
              <a:cxn ang="0">
                <a:pos x="602" y="810"/>
              </a:cxn>
              <a:cxn ang="0">
                <a:pos x="468" y="810"/>
              </a:cxn>
              <a:cxn ang="0">
                <a:pos x="279" y="859"/>
              </a:cxn>
              <a:cxn ang="0">
                <a:pos x="214" y="828"/>
              </a:cxn>
              <a:cxn ang="0">
                <a:pos x="137" y="754"/>
              </a:cxn>
              <a:cxn ang="0">
                <a:pos x="180" y="680"/>
              </a:cxn>
              <a:cxn ang="0">
                <a:pos x="201" y="577"/>
              </a:cxn>
              <a:cxn ang="0">
                <a:pos x="166" y="472"/>
              </a:cxn>
              <a:cxn ang="0">
                <a:pos x="211" y="472"/>
              </a:cxn>
              <a:cxn ang="0">
                <a:pos x="214" y="419"/>
              </a:cxn>
              <a:cxn ang="0">
                <a:pos x="266" y="289"/>
              </a:cxn>
              <a:cxn ang="0">
                <a:pos x="269" y="215"/>
              </a:cxn>
              <a:cxn ang="0">
                <a:pos x="103" y="211"/>
              </a:cxn>
              <a:cxn ang="0">
                <a:pos x="46" y="184"/>
              </a:cxn>
              <a:cxn ang="0">
                <a:pos x="0" y="120"/>
              </a:cxn>
              <a:cxn ang="0">
                <a:pos x="97" y="50"/>
              </a:cxn>
              <a:cxn ang="0">
                <a:pos x="159" y="7"/>
              </a:cxn>
              <a:cxn ang="0">
                <a:pos x="297" y="56"/>
              </a:cxn>
              <a:cxn ang="0">
                <a:pos x="352" y="59"/>
              </a:cxn>
              <a:cxn ang="0">
                <a:pos x="526" y="63"/>
              </a:cxn>
              <a:cxn ang="0">
                <a:pos x="600" y="63"/>
              </a:cxn>
              <a:cxn ang="0">
                <a:pos x="669" y="80"/>
              </a:cxn>
              <a:cxn ang="0">
                <a:pos x="683" y="126"/>
              </a:cxn>
              <a:cxn ang="0">
                <a:pos x="839" y="203"/>
              </a:cxn>
              <a:cxn ang="0">
                <a:pos x="894" y="218"/>
              </a:cxn>
              <a:cxn ang="0">
                <a:pos x="1082" y="218"/>
              </a:cxn>
            </a:cxnLst>
            <a:rect l="0" t="0" r="r" b="b"/>
            <a:pathLst>
              <a:path w="1082" h="859">
                <a:moveTo>
                  <a:pt x="1077" y="274"/>
                </a:moveTo>
                <a:lnTo>
                  <a:pt x="1062" y="289"/>
                </a:lnTo>
                <a:lnTo>
                  <a:pt x="980" y="352"/>
                </a:lnTo>
                <a:lnTo>
                  <a:pt x="919" y="352"/>
                </a:lnTo>
                <a:lnTo>
                  <a:pt x="832" y="399"/>
                </a:lnTo>
                <a:lnTo>
                  <a:pt x="829" y="458"/>
                </a:lnTo>
                <a:lnTo>
                  <a:pt x="796" y="479"/>
                </a:lnTo>
                <a:lnTo>
                  <a:pt x="755" y="521"/>
                </a:lnTo>
                <a:lnTo>
                  <a:pt x="747" y="631"/>
                </a:lnTo>
                <a:lnTo>
                  <a:pt x="772" y="644"/>
                </a:lnTo>
                <a:lnTo>
                  <a:pt x="756" y="672"/>
                </a:lnTo>
                <a:lnTo>
                  <a:pt x="726" y="680"/>
                </a:lnTo>
                <a:lnTo>
                  <a:pt x="726" y="712"/>
                </a:lnTo>
                <a:lnTo>
                  <a:pt x="705" y="744"/>
                </a:lnTo>
                <a:lnTo>
                  <a:pt x="609" y="760"/>
                </a:lnTo>
                <a:lnTo>
                  <a:pt x="602" y="810"/>
                </a:lnTo>
                <a:lnTo>
                  <a:pt x="557" y="828"/>
                </a:lnTo>
                <a:lnTo>
                  <a:pt x="468" y="810"/>
                </a:lnTo>
                <a:lnTo>
                  <a:pt x="311" y="832"/>
                </a:lnTo>
                <a:lnTo>
                  <a:pt x="279" y="859"/>
                </a:lnTo>
                <a:lnTo>
                  <a:pt x="247" y="857"/>
                </a:lnTo>
                <a:lnTo>
                  <a:pt x="214" y="828"/>
                </a:lnTo>
                <a:lnTo>
                  <a:pt x="195" y="764"/>
                </a:lnTo>
                <a:lnTo>
                  <a:pt x="137" y="754"/>
                </a:lnTo>
                <a:lnTo>
                  <a:pt x="141" y="712"/>
                </a:lnTo>
                <a:lnTo>
                  <a:pt x="180" y="680"/>
                </a:lnTo>
                <a:lnTo>
                  <a:pt x="173" y="640"/>
                </a:lnTo>
                <a:lnTo>
                  <a:pt x="201" y="577"/>
                </a:lnTo>
                <a:lnTo>
                  <a:pt x="184" y="543"/>
                </a:lnTo>
                <a:lnTo>
                  <a:pt x="166" y="472"/>
                </a:lnTo>
                <a:lnTo>
                  <a:pt x="199" y="490"/>
                </a:lnTo>
                <a:lnTo>
                  <a:pt x="211" y="472"/>
                </a:lnTo>
                <a:lnTo>
                  <a:pt x="201" y="426"/>
                </a:lnTo>
                <a:lnTo>
                  <a:pt x="214" y="419"/>
                </a:lnTo>
                <a:lnTo>
                  <a:pt x="214" y="323"/>
                </a:lnTo>
                <a:lnTo>
                  <a:pt x="266" y="289"/>
                </a:lnTo>
                <a:lnTo>
                  <a:pt x="258" y="247"/>
                </a:lnTo>
                <a:lnTo>
                  <a:pt x="269" y="215"/>
                </a:lnTo>
                <a:lnTo>
                  <a:pt x="177" y="236"/>
                </a:lnTo>
                <a:lnTo>
                  <a:pt x="103" y="211"/>
                </a:lnTo>
                <a:lnTo>
                  <a:pt x="110" y="184"/>
                </a:lnTo>
                <a:lnTo>
                  <a:pt x="46" y="184"/>
                </a:lnTo>
                <a:lnTo>
                  <a:pt x="46" y="141"/>
                </a:lnTo>
                <a:lnTo>
                  <a:pt x="0" y="120"/>
                </a:lnTo>
                <a:lnTo>
                  <a:pt x="30" y="56"/>
                </a:lnTo>
                <a:lnTo>
                  <a:pt x="97" y="50"/>
                </a:lnTo>
                <a:lnTo>
                  <a:pt x="116" y="0"/>
                </a:lnTo>
                <a:lnTo>
                  <a:pt x="159" y="7"/>
                </a:lnTo>
                <a:lnTo>
                  <a:pt x="195" y="31"/>
                </a:lnTo>
                <a:lnTo>
                  <a:pt x="297" y="56"/>
                </a:lnTo>
                <a:lnTo>
                  <a:pt x="346" y="44"/>
                </a:lnTo>
                <a:lnTo>
                  <a:pt x="352" y="59"/>
                </a:lnTo>
                <a:lnTo>
                  <a:pt x="515" y="76"/>
                </a:lnTo>
                <a:lnTo>
                  <a:pt x="526" y="63"/>
                </a:lnTo>
                <a:lnTo>
                  <a:pt x="564" y="80"/>
                </a:lnTo>
                <a:lnTo>
                  <a:pt x="600" y="63"/>
                </a:lnTo>
                <a:lnTo>
                  <a:pt x="640" y="95"/>
                </a:lnTo>
                <a:lnTo>
                  <a:pt x="669" y="80"/>
                </a:lnTo>
                <a:lnTo>
                  <a:pt x="683" y="101"/>
                </a:lnTo>
                <a:lnTo>
                  <a:pt x="683" y="126"/>
                </a:lnTo>
                <a:lnTo>
                  <a:pt x="708" y="148"/>
                </a:lnTo>
                <a:lnTo>
                  <a:pt x="839" y="203"/>
                </a:lnTo>
                <a:lnTo>
                  <a:pt x="885" y="190"/>
                </a:lnTo>
                <a:lnTo>
                  <a:pt x="894" y="218"/>
                </a:lnTo>
                <a:lnTo>
                  <a:pt x="1008" y="254"/>
                </a:lnTo>
                <a:lnTo>
                  <a:pt x="1082" y="218"/>
                </a:lnTo>
                <a:lnTo>
                  <a:pt x="1077" y="274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71" name="Freeform 227"/>
          <p:cNvSpPr>
            <a:spLocks/>
          </p:cNvSpPr>
          <p:nvPr/>
        </p:nvSpPr>
        <p:spPr bwMode="auto">
          <a:xfrm>
            <a:off x="4022787" y="3477381"/>
            <a:ext cx="77788" cy="152365"/>
          </a:xfrm>
          <a:custGeom>
            <a:avLst/>
            <a:gdLst/>
            <a:ahLst/>
            <a:cxnLst>
              <a:cxn ang="0">
                <a:pos x="91" y="38"/>
              </a:cxn>
              <a:cxn ang="0">
                <a:pos x="70" y="74"/>
              </a:cxn>
              <a:cxn ang="0">
                <a:pos x="88" y="105"/>
              </a:cxn>
              <a:cxn ang="0">
                <a:pos x="91" y="193"/>
              </a:cxn>
              <a:cxn ang="0">
                <a:pos x="75" y="203"/>
              </a:cxn>
              <a:cxn ang="0">
                <a:pos x="63" y="277"/>
              </a:cxn>
              <a:cxn ang="0">
                <a:pos x="32" y="292"/>
              </a:cxn>
              <a:cxn ang="0">
                <a:pos x="28" y="313"/>
              </a:cxn>
              <a:cxn ang="0">
                <a:pos x="13" y="319"/>
              </a:cxn>
              <a:cxn ang="0">
                <a:pos x="0" y="386"/>
              </a:cxn>
              <a:cxn ang="0">
                <a:pos x="32" y="390"/>
              </a:cxn>
              <a:cxn ang="0">
                <a:pos x="32" y="423"/>
              </a:cxn>
              <a:cxn ang="0">
                <a:pos x="63" y="423"/>
              </a:cxn>
              <a:cxn ang="0">
                <a:pos x="60" y="456"/>
              </a:cxn>
              <a:cxn ang="0">
                <a:pos x="28" y="553"/>
              </a:cxn>
              <a:cxn ang="0">
                <a:pos x="45" y="573"/>
              </a:cxn>
              <a:cxn ang="0">
                <a:pos x="118" y="573"/>
              </a:cxn>
              <a:cxn ang="0">
                <a:pos x="182" y="570"/>
              </a:cxn>
              <a:cxn ang="0">
                <a:pos x="186" y="528"/>
              </a:cxn>
              <a:cxn ang="0">
                <a:pos x="225" y="496"/>
              </a:cxn>
              <a:cxn ang="0">
                <a:pos x="218" y="456"/>
              </a:cxn>
              <a:cxn ang="0">
                <a:pos x="246" y="393"/>
              </a:cxn>
              <a:cxn ang="0">
                <a:pos x="229" y="359"/>
              </a:cxn>
              <a:cxn ang="0">
                <a:pos x="211" y="288"/>
              </a:cxn>
              <a:cxn ang="0">
                <a:pos x="244" y="306"/>
              </a:cxn>
              <a:cxn ang="0">
                <a:pos x="256" y="288"/>
              </a:cxn>
              <a:cxn ang="0">
                <a:pos x="246" y="242"/>
              </a:cxn>
              <a:cxn ang="0">
                <a:pos x="259" y="235"/>
              </a:cxn>
              <a:cxn ang="0">
                <a:pos x="259" y="139"/>
              </a:cxn>
              <a:cxn ang="0">
                <a:pos x="311" y="105"/>
              </a:cxn>
              <a:cxn ang="0">
                <a:pos x="303" y="63"/>
              </a:cxn>
              <a:cxn ang="0">
                <a:pos x="314" y="31"/>
              </a:cxn>
              <a:cxn ang="0">
                <a:pos x="222" y="52"/>
              </a:cxn>
              <a:cxn ang="0">
                <a:pos x="148" y="27"/>
              </a:cxn>
              <a:cxn ang="0">
                <a:pos x="155" y="0"/>
              </a:cxn>
              <a:cxn ang="0">
                <a:pos x="91" y="0"/>
              </a:cxn>
              <a:cxn ang="0">
                <a:pos x="91" y="38"/>
              </a:cxn>
            </a:cxnLst>
            <a:rect l="0" t="0" r="r" b="b"/>
            <a:pathLst>
              <a:path w="314" h="573">
                <a:moveTo>
                  <a:pt x="91" y="38"/>
                </a:moveTo>
                <a:lnTo>
                  <a:pt x="70" y="74"/>
                </a:lnTo>
                <a:lnTo>
                  <a:pt x="88" y="105"/>
                </a:lnTo>
                <a:lnTo>
                  <a:pt x="91" y="193"/>
                </a:lnTo>
                <a:lnTo>
                  <a:pt x="75" y="203"/>
                </a:lnTo>
                <a:lnTo>
                  <a:pt x="63" y="277"/>
                </a:lnTo>
                <a:lnTo>
                  <a:pt x="32" y="292"/>
                </a:lnTo>
                <a:lnTo>
                  <a:pt x="28" y="313"/>
                </a:lnTo>
                <a:lnTo>
                  <a:pt x="13" y="319"/>
                </a:lnTo>
                <a:lnTo>
                  <a:pt x="0" y="386"/>
                </a:lnTo>
                <a:lnTo>
                  <a:pt x="32" y="390"/>
                </a:lnTo>
                <a:lnTo>
                  <a:pt x="32" y="423"/>
                </a:lnTo>
                <a:lnTo>
                  <a:pt x="63" y="423"/>
                </a:lnTo>
                <a:lnTo>
                  <a:pt x="60" y="456"/>
                </a:lnTo>
                <a:lnTo>
                  <a:pt x="28" y="553"/>
                </a:lnTo>
                <a:lnTo>
                  <a:pt x="45" y="573"/>
                </a:lnTo>
                <a:lnTo>
                  <a:pt x="118" y="573"/>
                </a:lnTo>
                <a:lnTo>
                  <a:pt x="182" y="570"/>
                </a:lnTo>
                <a:lnTo>
                  <a:pt x="186" y="528"/>
                </a:lnTo>
                <a:lnTo>
                  <a:pt x="225" y="496"/>
                </a:lnTo>
                <a:lnTo>
                  <a:pt x="218" y="456"/>
                </a:lnTo>
                <a:lnTo>
                  <a:pt x="246" y="393"/>
                </a:lnTo>
                <a:lnTo>
                  <a:pt x="229" y="359"/>
                </a:lnTo>
                <a:lnTo>
                  <a:pt x="211" y="288"/>
                </a:lnTo>
                <a:lnTo>
                  <a:pt x="244" y="306"/>
                </a:lnTo>
                <a:lnTo>
                  <a:pt x="256" y="288"/>
                </a:lnTo>
                <a:lnTo>
                  <a:pt x="246" y="242"/>
                </a:lnTo>
                <a:lnTo>
                  <a:pt x="259" y="235"/>
                </a:lnTo>
                <a:lnTo>
                  <a:pt x="259" y="139"/>
                </a:lnTo>
                <a:lnTo>
                  <a:pt x="311" y="105"/>
                </a:lnTo>
                <a:lnTo>
                  <a:pt x="303" y="63"/>
                </a:lnTo>
                <a:lnTo>
                  <a:pt x="314" y="31"/>
                </a:lnTo>
                <a:lnTo>
                  <a:pt x="222" y="52"/>
                </a:lnTo>
                <a:lnTo>
                  <a:pt x="148" y="27"/>
                </a:lnTo>
                <a:lnTo>
                  <a:pt x="155" y="0"/>
                </a:lnTo>
                <a:lnTo>
                  <a:pt x="91" y="0"/>
                </a:lnTo>
                <a:lnTo>
                  <a:pt x="91" y="38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72" name="Freeform 235"/>
          <p:cNvSpPr>
            <a:spLocks/>
          </p:cNvSpPr>
          <p:nvPr/>
        </p:nvSpPr>
        <p:spPr bwMode="auto">
          <a:xfrm>
            <a:off x="4375212" y="3079011"/>
            <a:ext cx="198438" cy="268225"/>
          </a:xfrm>
          <a:custGeom>
            <a:avLst/>
            <a:gdLst/>
            <a:ahLst/>
            <a:cxnLst>
              <a:cxn ang="0">
                <a:pos x="696" y="115"/>
              </a:cxn>
              <a:cxn ang="0">
                <a:pos x="678" y="90"/>
              </a:cxn>
              <a:cxn ang="0">
                <a:pos x="685" y="48"/>
              </a:cxn>
              <a:cxn ang="0">
                <a:pos x="592" y="62"/>
              </a:cxn>
              <a:cxn ang="0">
                <a:pos x="458" y="108"/>
              </a:cxn>
              <a:cxn ang="0">
                <a:pos x="449" y="51"/>
              </a:cxn>
              <a:cxn ang="0">
                <a:pos x="388" y="68"/>
              </a:cxn>
              <a:cxn ang="0">
                <a:pos x="341" y="0"/>
              </a:cxn>
              <a:cxn ang="0">
                <a:pos x="271" y="6"/>
              </a:cxn>
              <a:cxn ang="0">
                <a:pos x="268" y="55"/>
              </a:cxn>
              <a:cxn ang="0">
                <a:pos x="296" y="147"/>
              </a:cxn>
              <a:cxn ang="0">
                <a:pos x="224" y="186"/>
              </a:cxn>
              <a:cxn ang="0">
                <a:pos x="167" y="150"/>
              </a:cxn>
              <a:cxn ang="0">
                <a:pos x="109" y="193"/>
              </a:cxn>
              <a:cxn ang="0">
                <a:pos x="120" y="297"/>
              </a:cxn>
              <a:cxn ang="0">
                <a:pos x="100" y="364"/>
              </a:cxn>
              <a:cxn ang="0">
                <a:pos x="75" y="414"/>
              </a:cxn>
              <a:cxn ang="0">
                <a:pos x="20" y="414"/>
              </a:cxn>
              <a:cxn ang="0">
                <a:pos x="28" y="476"/>
              </a:cxn>
              <a:cxn ang="0">
                <a:pos x="10" y="542"/>
              </a:cxn>
              <a:cxn ang="0">
                <a:pos x="32" y="586"/>
              </a:cxn>
              <a:cxn ang="0">
                <a:pos x="0" y="622"/>
              </a:cxn>
              <a:cxn ang="0">
                <a:pos x="14" y="705"/>
              </a:cxn>
              <a:cxn ang="0">
                <a:pos x="88" y="772"/>
              </a:cxn>
              <a:cxn ang="0">
                <a:pos x="138" y="747"/>
              </a:cxn>
              <a:cxn ang="0">
                <a:pos x="173" y="772"/>
              </a:cxn>
              <a:cxn ang="0">
                <a:pos x="167" y="835"/>
              </a:cxn>
              <a:cxn ang="0">
                <a:pos x="109" y="907"/>
              </a:cxn>
              <a:cxn ang="0">
                <a:pos x="167" y="949"/>
              </a:cxn>
              <a:cxn ang="0">
                <a:pos x="224" y="959"/>
              </a:cxn>
              <a:cxn ang="0">
                <a:pos x="289" y="977"/>
              </a:cxn>
              <a:cxn ang="0">
                <a:pos x="339" y="977"/>
              </a:cxn>
              <a:cxn ang="0">
                <a:pos x="399" y="973"/>
              </a:cxn>
              <a:cxn ang="0">
                <a:pos x="491" y="1006"/>
              </a:cxn>
              <a:cxn ang="0">
                <a:pos x="540" y="983"/>
              </a:cxn>
              <a:cxn ang="0">
                <a:pos x="570" y="1013"/>
              </a:cxn>
              <a:cxn ang="0">
                <a:pos x="588" y="934"/>
              </a:cxn>
              <a:cxn ang="0">
                <a:pos x="570" y="900"/>
              </a:cxn>
              <a:cxn ang="0">
                <a:pos x="617" y="868"/>
              </a:cxn>
              <a:cxn ang="0">
                <a:pos x="667" y="863"/>
              </a:cxn>
              <a:cxn ang="0">
                <a:pos x="550" y="759"/>
              </a:cxn>
              <a:cxn ang="0">
                <a:pos x="528" y="658"/>
              </a:cxn>
              <a:cxn ang="0">
                <a:pos x="727" y="608"/>
              </a:cxn>
              <a:cxn ang="0">
                <a:pos x="777" y="503"/>
              </a:cxn>
              <a:cxn ang="0">
                <a:pos x="715" y="337"/>
              </a:cxn>
              <a:cxn ang="0">
                <a:pos x="729" y="206"/>
              </a:cxn>
              <a:cxn ang="0">
                <a:pos x="693" y="139"/>
              </a:cxn>
            </a:cxnLst>
            <a:rect l="0" t="0" r="r" b="b"/>
            <a:pathLst>
              <a:path w="793" h="1013">
                <a:moveTo>
                  <a:pt x="693" y="139"/>
                </a:moveTo>
                <a:lnTo>
                  <a:pt x="696" y="115"/>
                </a:lnTo>
                <a:lnTo>
                  <a:pt x="678" y="115"/>
                </a:lnTo>
                <a:lnTo>
                  <a:pt x="678" y="90"/>
                </a:lnTo>
                <a:lnTo>
                  <a:pt x="705" y="90"/>
                </a:lnTo>
                <a:lnTo>
                  <a:pt x="685" y="48"/>
                </a:lnTo>
                <a:lnTo>
                  <a:pt x="660" y="65"/>
                </a:lnTo>
                <a:lnTo>
                  <a:pt x="592" y="62"/>
                </a:lnTo>
                <a:lnTo>
                  <a:pt x="543" y="119"/>
                </a:lnTo>
                <a:lnTo>
                  <a:pt x="458" y="108"/>
                </a:lnTo>
                <a:lnTo>
                  <a:pt x="482" y="68"/>
                </a:lnTo>
                <a:lnTo>
                  <a:pt x="449" y="51"/>
                </a:lnTo>
                <a:lnTo>
                  <a:pt x="424" y="73"/>
                </a:lnTo>
                <a:lnTo>
                  <a:pt x="388" y="68"/>
                </a:lnTo>
                <a:lnTo>
                  <a:pt x="356" y="1"/>
                </a:lnTo>
                <a:lnTo>
                  <a:pt x="341" y="0"/>
                </a:lnTo>
                <a:lnTo>
                  <a:pt x="311" y="6"/>
                </a:lnTo>
                <a:lnTo>
                  <a:pt x="271" y="6"/>
                </a:lnTo>
                <a:lnTo>
                  <a:pt x="283" y="43"/>
                </a:lnTo>
                <a:lnTo>
                  <a:pt x="268" y="55"/>
                </a:lnTo>
                <a:lnTo>
                  <a:pt x="274" y="119"/>
                </a:lnTo>
                <a:lnTo>
                  <a:pt x="296" y="147"/>
                </a:lnTo>
                <a:lnTo>
                  <a:pt x="254" y="150"/>
                </a:lnTo>
                <a:lnTo>
                  <a:pt x="224" y="186"/>
                </a:lnTo>
                <a:lnTo>
                  <a:pt x="198" y="181"/>
                </a:lnTo>
                <a:lnTo>
                  <a:pt x="167" y="150"/>
                </a:lnTo>
                <a:lnTo>
                  <a:pt x="124" y="147"/>
                </a:lnTo>
                <a:lnTo>
                  <a:pt x="109" y="193"/>
                </a:lnTo>
                <a:lnTo>
                  <a:pt x="127" y="228"/>
                </a:lnTo>
                <a:lnTo>
                  <a:pt x="120" y="297"/>
                </a:lnTo>
                <a:lnTo>
                  <a:pt x="130" y="322"/>
                </a:lnTo>
                <a:lnTo>
                  <a:pt x="100" y="364"/>
                </a:lnTo>
                <a:lnTo>
                  <a:pt x="96" y="407"/>
                </a:lnTo>
                <a:lnTo>
                  <a:pt x="75" y="414"/>
                </a:lnTo>
                <a:lnTo>
                  <a:pt x="32" y="404"/>
                </a:lnTo>
                <a:lnTo>
                  <a:pt x="20" y="414"/>
                </a:lnTo>
                <a:lnTo>
                  <a:pt x="18" y="447"/>
                </a:lnTo>
                <a:lnTo>
                  <a:pt x="28" y="476"/>
                </a:lnTo>
                <a:lnTo>
                  <a:pt x="14" y="506"/>
                </a:lnTo>
                <a:lnTo>
                  <a:pt x="10" y="542"/>
                </a:lnTo>
                <a:lnTo>
                  <a:pt x="35" y="562"/>
                </a:lnTo>
                <a:lnTo>
                  <a:pt x="32" y="586"/>
                </a:lnTo>
                <a:lnTo>
                  <a:pt x="0" y="604"/>
                </a:lnTo>
                <a:lnTo>
                  <a:pt x="0" y="622"/>
                </a:lnTo>
                <a:lnTo>
                  <a:pt x="0" y="651"/>
                </a:lnTo>
                <a:lnTo>
                  <a:pt x="14" y="705"/>
                </a:lnTo>
                <a:lnTo>
                  <a:pt x="43" y="711"/>
                </a:lnTo>
                <a:lnTo>
                  <a:pt x="88" y="772"/>
                </a:lnTo>
                <a:lnTo>
                  <a:pt x="120" y="765"/>
                </a:lnTo>
                <a:lnTo>
                  <a:pt x="138" y="747"/>
                </a:lnTo>
                <a:lnTo>
                  <a:pt x="148" y="772"/>
                </a:lnTo>
                <a:lnTo>
                  <a:pt x="173" y="772"/>
                </a:lnTo>
                <a:lnTo>
                  <a:pt x="182" y="801"/>
                </a:lnTo>
                <a:lnTo>
                  <a:pt x="167" y="835"/>
                </a:lnTo>
                <a:lnTo>
                  <a:pt x="113" y="882"/>
                </a:lnTo>
                <a:lnTo>
                  <a:pt x="109" y="907"/>
                </a:lnTo>
                <a:lnTo>
                  <a:pt x="124" y="942"/>
                </a:lnTo>
                <a:lnTo>
                  <a:pt x="167" y="949"/>
                </a:lnTo>
                <a:lnTo>
                  <a:pt x="212" y="934"/>
                </a:lnTo>
                <a:lnTo>
                  <a:pt x="224" y="959"/>
                </a:lnTo>
                <a:lnTo>
                  <a:pt x="265" y="963"/>
                </a:lnTo>
                <a:lnTo>
                  <a:pt x="289" y="977"/>
                </a:lnTo>
                <a:lnTo>
                  <a:pt x="317" y="973"/>
                </a:lnTo>
                <a:lnTo>
                  <a:pt x="339" y="977"/>
                </a:lnTo>
                <a:lnTo>
                  <a:pt x="374" y="983"/>
                </a:lnTo>
                <a:lnTo>
                  <a:pt x="399" y="973"/>
                </a:lnTo>
                <a:lnTo>
                  <a:pt x="424" y="1013"/>
                </a:lnTo>
                <a:lnTo>
                  <a:pt x="491" y="1006"/>
                </a:lnTo>
                <a:lnTo>
                  <a:pt x="500" y="983"/>
                </a:lnTo>
                <a:lnTo>
                  <a:pt x="540" y="983"/>
                </a:lnTo>
                <a:lnTo>
                  <a:pt x="557" y="1007"/>
                </a:lnTo>
                <a:lnTo>
                  <a:pt x="570" y="1013"/>
                </a:lnTo>
                <a:lnTo>
                  <a:pt x="585" y="981"/>
                </a:lnTo>
                <a:lnTo>
                  <a:pt x="588" y="934"/>
                </a:lnTo>
                <a:lnTo>
                  <a:pt x="568" y="912"/>
                </a:lnTo>
                <a:lnTo>
                  <a:pt x="570" y="900"/>
                </a:lnTo>
                <a:lnTo>
                  <a:pt x="595" y="860"/>
                </a:lnTo>
                <a:lnTo>
                  <a:pt x="617" y="868"/>
                </a:lnTo>
                <a:lnTo>
                  <a:pt x="653" y="868"/>
                </a:lnTo>
                <a:lnTo>
                  <a:pt x="667" y="863"/>
                </a:lnTo>
                <a:lnTo>
                  <a:pt x="667" y="819"/>
                </a:lnTo>
                <a:lnTo>
                  <a:pt x="550" y="759"/>
                </a:lnTo>
                <a:lnTo>
                  <a:pt x="540" y="676"/>
                </a:lnTo>
                <a:lnTo>
                  <a:pt x="528" y="658"/>
                </a:lnTo>
                <a:lnTo>
                  <a:pt x="528" y="639"/>
                </a:lnTo>
                <a:lnTo>
                  <a:pt x="727" y="608"/>
                </a:lnTo>
                <a:lnTo>
                  <a:pt x="793" y="567"/>
                </a:lnTo>
                <a:lnTo>
                  <a:pt x="777" y="503"/>
                </a:lnTo>
                <a:lnTo>
                  <a:pt x="782" y="411"/>
                </a:lnTo>
                <a:lnTo>
                  <a:pt x="715" y="337"/>
                </a:lnTo>
                <a:lnTo>
                  <a:pt x="752" y="231"/>
                </a:lnTo>
                <a:lnTo>
                  <a:pt x="729" y="206"/>
                </a:lnTo>
                <a:lnTo>
                  <a:pt x="727" y="206"/>
                </a:lnTo>
                <a:lnTo>
                  <a:pt x="693" y="139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73" name="Freeform 62"/>
          <p:cNvSpPr>
            <a:spLocks/>
          </p:cNvSpPr>
          <p:nvPr/>
        </p:nvSpPr>
        <p:spPr bwMode="auto">
          <a:xfrm rot="306148">
            <a:off x="4745100" y="3847183"/>
            <a:ext cx="228600" cy="217437"/>
          </a:xfrm>
          <a:custGeom>
            <a:avLst/>
            <a:gdLst/>
            <a:ahLst/>
            <a:cxnLst>
              <a:cxn ang="0">
                <a:pos x="24" y="22"/>
              </a:cxn>
              <a:cxn ang="0">
                <a:pos x="51" y="22"/>
              </a:cxn>
              <a:cxn ang="0">
                <a:pos x="103" y="27"/>
              </a:cxn>
              <a:cxn ang="0">
                <a:pos x="140" y="40"/>
              </a:cxn>
              <a:cxn ang="0">
                <a:pos x="190" y="60"/>
              </a:cxn>
              <a:cxn ang="0">
                <a:pos x="231" y="58"/>
              </a:cxn>
              <a:cxn ang="0">
                <a:pos x="299" y="22"/>
              </a:cxn>
              <a:cxn ang="0">
                <a:pos x="349" y="11"/>
              </a:cxn>
              <a:cxn ang="0">
                <a:pos x="423" y="27"/>
              </a:cxn>
              <a:cxn ang="0">
                <a:pos x="467" y="24"/>
              </a:cxn>
              <a:cxn ang="0">
                <a:pos x="506" y="0"/>
              </a:cxn>
              <a:cxn ang="0">
                <a:pos x="527" y="7"/>
              </a:cxn>
              <a:cxn ang="0">
                <a:pos x="543" y="33"/>
              </a:cxn>
              <a:cxn ang="0">
                <a:pos x="556" y="66"/>
              </a:cxn>
              <a:cxn ang="0">
                <a:pos x="568" y="112"/>
              </a:cxn>
              <a:cxn ang="0">
                <a:pos x="577" y="167"/>
              </a:cxn>
              <a:cxn ang="0">
                <a:pos x="578" y="213"/>
              </a:cxn>
              <a:cxn ang="0">
                <a:pos x="573" y="245"/>
              </a:cxn>
              <a:cxn ang="0">
                <a:pos x="551" y="256"/>
              </a:cxn>
              <a:cxn ang="0">
                <a:pos x="522" y="242"/>
              </a:cxn>
              <a:cxn ang="0">
                <a:pos x="491" y="207"/>
              </a:cxn>
              <a:cxn ang="0">
                <a:pos x="456" y="155"/>
              </a:cxn>
              <a:cxn ang="0">
                <a:pos x="433" y="150"/>
              </a:cxn>
              <a:cxn ang="0">
                <a:pos x="423" y="179"/>
              </a:cxn>
              <a:cxn ang="0">
                <a:pos x="433" y="209"/>
              </a:cxn>
              <a:cxn ang="0">
                <a:pos x="461" y="239"/>
              </a:cxn>
              <a:cxn ang="0">
                <a:pos x="501" y="262"/>
              </a:cxn>
              <a:cxn ang="0">
                <a:pos x="514" y="283"/>
              </a:cxn>
              <a:cxn ang="0">
                <a:pos x="568" y="357"/>
              </a:cxn>
              <a:cxn ang="0">
                <a:pos x="620" y="462"/>
              </a:cxn>
              <a:cxn ang="0">
                <a:pos x="664" y="509"/>
              </a:cxn>
              <a:cxn ang="0">
                <a:pos x="686" y="553"/>
              </a:cxn>
              <a:cxn ang="0">
                <a:pos x="695" y="617"/>
              </a:cxn>
              <a:cxn ang="0">
                <a:pos x="704" y="627"/>
              </a:cxn>
              <a:cxn ang="0">
                <a:pos x="0" y="19"/>
              </a:cxn>
            </a:cxnLst>
            <a:rect l="0" t="0" r="r" b="b"/>
            <a:pathLst>
              <a:path w="704" h="627">
                <a:moveTo>
                  <a:pt x="9" y="24"/>
                </a:moveTo>
                <a:lnTo>
                  <a:pt x="24" y="22"/>
                </a:lnTo>
                <a:lnTo>
                  <a:pt x="37" y="18"/>
                </a:lnTo>
                <a:lnTo>
                  <a:pt x="51" y="22"/>
                </a:lnTo>
                <a:lnTo>
                  <a:pt x="82" y="22"/>
                </a:lnTo>
                <a:lnTo>
                  <a:pt x="103" y="27"/>
                </a:lnTo>
                <a:lnTo>
                  <a:pt x="126" y="35"/>
                </a:lnTo>
                <a:lnTo>
                  <a:pt x="140" y="40"/>
                </a:lnTo>
                <a:lnTo>
                  <a:pt x="155" y="48"/>
                </a:lnTo>
                <a:lnTo>
                  <a:pt x="190" y="60"/>
                </a:lnTo>
                <a:lnTo>
                  <a:pt x="210" y="62"/>
                </a:lnTo>
                <a:lnTo>
                  <a:pt x="231" y="58"/>
                </a:lnTo>
                <a:lnTo>
                  <a:pt x="258" y="45"/>
                </a:lnTo>
                <a:lnTo>
                  <a:pt x="299" y="22"/>
                </a:lnTo>
                <a:lnTo>
                  <a:pt x="330" y="11"/>
                </a:lnTo>
                <a:lnTo>
                  <a:pt x="349" y="11"/>
                </a:lnTo>
                <a:lnTo>
                  <a:pt x="409" y="27"/>
                </a:lnTo>
                <a:lnTo>
                  <a:pt x="423" y="27"/>
                </a:lnTo>
                <a:lnTo>
                  <a:pt x="451" y="27"/>
                </a:lnTo>
                <a:lnTo>
                  <a:pt x="467" y="24"/>
                </a:lnTo>
                <a:lnTo>
                  <a:pt x="490" y="12"/>
                </a:lnTo>
                <a:lnTo>
                  <a:pt x="506" y="0"/>
                </a:lnTo>
                <a:lnTo>
                  <a:pt x="519" y="0"/>
                </a:lnTo>
                <a:lnTo>
                  <a:pt x="527" y="7"/>
                </a:lnTo>
                <a:lnTo>
                  <a:pt x="535" y="17"/>
                </a:lnTo>
                <a:lnTo>
                  <a:pt x="543" y="33"/>
                </a:lnTo>
                <a:lnTo>
                  <a:pt x="549" y="50"/>
                </a:lnTo>
                <a:lnTo>
                  <a:pt x="556" y="66"/>
                </a:lnTo>
                <a:lnTo>
                  <a:pt x="561" y="82"/>
                </a:lnTo>
                <a:lnTo>
                  <a:pt x="568" y="112"/>
                </a:lnTo>
                <a:lnTo>
                  <a:pt x="574" y="141"/>
                </a:lnTo>
                <a:lnTo>
                  <a:pt x="577" y="167"/>
                </a:lnTo>
                <a:lnTo>
                  <a:pt x="578" y="190"/>
                </a:lnTo>
                <a:lnTo>
                  <a:pt x="578" y="213"/>
                </a:lnTo>
                <a:lnTo>
                  <a:pt x="579" y="231"/>
                </a:lnTo>
                <a:lnTo>
                  <a:pt x="573" y="245"/>
                </a:lnTo>
                <a:lnTo>
                  <a:pt x="560" y="254"/>
                </a:lnTo>
                <a:lnTo>
                  <a:pt x="551" y="256"/>
                </a:lnTo>
                <a:lnTo>
                  <a:pt x="539" y="255"/>
                </a:lnTo>
                <a:lnTo>
                  <a:pt x="522" y="242"/>
                </a:lnTo>
                <a:lnTo>
                  <a:pt x="509" y="225"/>
                </a:lnTo>
                <a:lnTo>
                  <a:pt x="491" y="207"/>
                </a:lnTo>
                <a:lnTo>
                  <a:pt x="477" y="184"/>
                </a:lnTo>
                <a:lnTo>
                  <a:pt x="456" y="155"/>
                </a:lnTo>
                <a:lnTo>
                  <a:pt x="444" y="147"/>
                </a:lnTo>
                <a:lnTo>
                  <a:pt x="433" y="150"/>
                </a:lnTo>
                <a:lnTo>
                  <a:pt x="423" y="159"/>
                </a:lnTo>
                <a:lnTo>
                  <a:pt x="423" y="179"/>
                </a:lnTo>
                <a:lnTo>
                  <a:pt x="423" y="192"/>
                </a:lnTo>
                <a:lnTo>
                  <a:pt x="433" y="209"/>
                </a:lnTo>
                <a:lnTo>
                  <a:pt x="449" y="231"/>
                </a:lnTo>
                <a:lnTo>
                  <a:pt x="461" y="239"/>
                </a:lnTo>
                <a:lnTo>
                  <a:pt x="485" y="252"/>
                </a:lnTo>
                <a:lnTo>
                  <a:pt x="501" y="262"/>
                </a:lnTo>
                <a:lnTo>
                  <a:pt x="509" y="274"/>
                </a:lnTo>
                <a:lnTo>
                  <a:pt x="514" y="283"/>
                </a:lnTo>
                <a:lnTo>
                  <a:pt x="537" y="312"/>
                </a:lnTo>
                <a:lnTo>
                  <a:pt x="568" y="357"/>
                </a:lnTo>
                <a:lnTo>
                  <a:pt x="584" y="386"/>
                </a:lnTo>
                <a:lnTo>
                  <a:pt x="620" y="462"/>
                </a:lnTo>
                <a:lnTo>
                  <a:pt x="638" y="493"/>
                </a:lnTo>
                <a:lnTo>
                  <a:pt x="664" y="509"/>
                </a:lnTo>
                <a:lnTo>
                  <a:pt x="677" y="528"/>
                </a:lnTo>
                <a:lnTo>
                  <a:pt x="686" y="553"/>
                </a:lnTo>
                <a:lnTo>
                  <a:pt x="687" y="587"/>
                </a:lnTo>
                <a:lnTo>
                  <a:pt x="695" y="617"/>
                </a:lnTo>
                <a:lnTo>
                  <a:pt x="699" y="624"/>
                </a:lnTo>
                <a:lnTo>
                  <a:pt x="704" y="627"/>
                </a:lnTo>
                <a:lnTo>
                  <a:pt x="10" y="627"/>
                </a:lnTo>
                <a:lnTo>
                  <a:pt x="0" y="19"/>
                </a:lnTo>
                <a:lnTo>
                  <a:pt x="9" y="24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74" name="Freeform 99"/>
          <p:cNvSpPr>
            <a:spLocks/>
          </p:cNvSpPr>
          <p:nvPr/>
        </p:nvSpPr>
        <p:spPr bwMode="auto">
          <a:xfrm rot="306148">
            <a:off x="4422838" y="5018487"/>
            <a:ext cx="303213" cy="295207"/>
          </a:xfrm>
          <a:custGeom>
            <a:avLst/>
            <a:gdLst/>
            <a:ahLst/>
            <a:cxnLst>
              <a:cxn ang="0">
                <a:pos x="325" y="829"/>
              </a:cxn>
              <a:cxn ang="0">
                <a:pos x="308" y="791"/>
              </a:cxn>
              <a:cxn ang="0">
                <a:pos x="266" y="696"/>
              </a:cxn>
              <a:cxn ang="0">
                <a:pos x="256" y="629"/>
              </a:cxn>
              <a:cxn ang="0">
                <a:pos x="233" y="542"/>
              </a:cxn>
              <a:cxn ang="0">
                <a:pos x="215" y="492"/>
              </a:cxn>
              <a:cxn ang="0">
                <a:pos x="225" y="486"/>
              </a:cxn>
              <a:cxn ang="0">
                <a:pos x="244" y="476"/>
              </a:cxn>
              <a:cxn ang="0">
                <a:pos x="233" y="453"/>
              </a:cxn>
              <a:cxn ang="0">
                <a:pos x="207" y="432"/>
              </a:cxn>
              <a:cxn ang="0">
                <a:pos x="151" y="358"/>
              </a:cxn>
              <a:cxn ang="0">
                <a:pos x="121" y="286"/>
              </a:cxn>
              <a:cxn ang="0">
                <a:pos x="80" y="228"/>
              </a:cxn>
              <a:cxn ang="0">
                <a:pos x="38" y="181"/>
              </a:cxn>
              <a:cxn ang="0">
                <a:pos x="26" y="112"/>
              </a:cxn>
              <a:cxn ang="0">
                <a:pos x="0" y="41"/>
              </a:cxn>
              <a:cxn ang="0">
                <a:pos x="20" y="41"/>
              </a:cxn>
              <a:cxn ang="0">
                <a:pos x="58" y="22"/>
              </a:cxn>
              <a:cxn ang="0">
                <a:pos x="89" y="5"/>
              </a:cxn>
              <a:cxn ang="0">
                <a:pos x="107" y="22"/>
              </a:cxn>
              <a:cxn ang="0">
                <a:pos x="124" y="57"/>
              </a:cxn>
              <a:cxn ang="0">
                <a:pos x="162" y="58"/>
              </a:cxn>
              <a:cxn ang="0">
                <a:pos x="212" y="36"/>
              </a:cxn>
              <a:cxn ang="0">
                <a:pos x="276" y="5"/>
              </a:cxn>
              <a:cxn ang="0">
                <a:pos x="342" y="5"/>
              </a:cxn>
              <a:cxn ang="0">
                <a:pos x="405" y="29"/>
              </a:cxn>
              <a:cxn ang="0">
                <a:pos x="438" y="19"/>
              </a:cxn>
              <a:cxn ang="0">
                <a:pos x="453" y="17"/>
              </a:cxn>
              <a:cxn ang="0">
                <a:pos x="492" y="58"/>
              </a:cxn>
              <a:cxn ang="0">
                <a:pos x="560" y="80"/>
              </a:cxn>
              <a:cxn ang="0">
                <a:pos x="607" y="90"/>
              </a:cxn>
              <a:cxn ang="0">
                <a:pos x="772" y="41"/>
              </a:cxn>
              <a:cxn ang="0">
                <a:pos x="771" y="41"/>
              </a:cxn>
              <a:cxn ang="0">
                <a:pos x="806" y="31"/>
              </a:cxn>
              <a:cxn ang="0">
                <a:pos x="863" y="23"/>
              </a:cxn>
              <a:cxn ang="0">
                <a:pos x="892" y="36"/>
              </a:cxn>
              <a:cxn ang="0">
                <a:pos x="917" y="49"/>
              </a:cxn>
              <a:cxn ang="0">
                <a:pos x="928" y="64"/>
              </a:cxn>
              <a:cxn ang="0">
                <a:pos x="917" y="95"/>
              </a:cxn>
              <a:cxn ang="0">
                <a:pos x="888" y="97"/>
              </a:cxn>
              <a:cxn ang="0">
                <a:pos x="858" y="86"/>
              </a:cxn>
              <a:cxn ang="0">
                <a:pos x="804" y="121"/>
              </a:cxn>
              <a:cxn ang="0">
                <a:pos x="771" y="115"/>
              </a:cxn>
              <a:cxn ang="0">
                <a:pos x="717" y="121"/>
              </a:cxn>
              <a:cxn ang="0">
                <a:pos x="647" y="145"/>
              </a:cxn>
              <a:cxn ang="0">
                <a:pos x="619" y="348"/>
              </a:cxn>
              <a:cxn ang="0">
                <a:pos x="579" y="674"/>
              </a:cxn>
              <a:cxn ang="0">
                <a:pos x="591" y="704"/>
              </a:cxn>
              <a:cxn ang="0">
                <a:pos x="604" y="716"/>
              </a:cxn>
              <a:cxn ang="0">
                <a:pos x="602" y="719"/>
              </a:cxn>
              <a:cxn ang="0">
                <a:pos x="579" y="746"/>
              </a:cxn>
              <a:cxn ang="0">
                <a:pos x="570" y="805"/>
              </a:cxn>
              <a:cxn ang="0">
                <a:pos x="557" y="824"/>
              </a:cxn>
              <a:cxn ang="0">
                <a:pos x="509" y="845"/>
              </a:cxn>
              <a:cxn ang="0">
                <a:pos x="465" y="846"/>
              </a:cxn>
              <a:cxn ang="0">
                <a:pos x="448" y="824"/>
              </a:cxn>
              <a:cxn ang="0">
                <a:pos x="440" y="798"/>
              </a:cxn>
              <a:cxn ang="0">
                <a:pos x="417" y="792"/>
              </a:cxn>
              <a:cxn ang="0">
                <a:pos x="401" y="810"/>
              </a:cxn>
              <a:cxn ang="0">
                <a:pos x="393" y="838"/>
              </a:cxn>
              <a:cxn ang="0">
                <a:pos x="342" y="847"/>
              </a:cxn>
            </a:cxnLst>
            <a:rect l="0" t="0" r="r" b="b"/>
            <a:pathLst>
              <a:path w="928" h="851">
                <a:moveTo>
                  <a:pt x="342" y="846"/>
                </a:moveTo>
                <a:lnTo>
                  <a:pt x="325" y="829"/>
                </a:lnTo>
                <a:lnTo>
                  <a:pt x="316" y="809"/>
                </a:lnTo>
                <a:lnTo>
                  <a:pt x="308" y="791"/>
                </a:lnTo>
                <a:lnTo>
                  <a:pt x="291" y="737"/>
                </a:lnTo>
                <a:lnTo>
                  <a:pt x="266" y="696"/>
                </a:lnTo>
                <a:lnTo>
                  <a:pt x="260" y="671"/>
                </a:lnTo>
                <a:lnTo>
                  <a:pt x="256" y="629"/>
                </a:lnTo>
                <a:lnTo>
                  <a:pt x="247" y="572"/>
                </a:lnTo>
                <a:lnTo>
                  <a:pt x="233" y="542"/>
                </a:lnTo>
                <a:lnTo>
                  <a:pt x="224" y="520"/>
                </a:lnTo>
                <a:lnTo>
                  <a:pt x="215" y="492"/>
                </a:lnTo>
                <a:lnTo>
                  <a:pt x="215" y="488"/>
                </a:lnTo>
                <a:lnTo>
                  <a:pt x="225" y="486"/>
                </a:lnTo>
                <a:lnTo>
                  <a:pt x="235" y="482"/>
                </a:lnTo>
                <a:lnTo>
                  <a:pt x="244" y="476"/>
                </a:lnTo>
                <a:lnTo>
                  <a:pt x="241" y="466"/>
                </a:lnTo>
                <a:lnTo>
                  <a:pt x="233" y="453"/>
                </a:lnTo>
                <a:lnTo>
                  <a:pt x="221" y="445"/>
                </a:lnTo>
                <a:lnTo>
                  <a:pt x="207" y="432"/>
                </a:lnTo>
                <a:lnTo>
                  <a:pt x="179" y="396"/>
                </a:lnTo>
                <a:lnTo>
                  <a:pt x="151" y="358"/>
                </a:lnTo>
                <a:lnTo>
                  <a:pt x="139" y="329"/>
                </a:lnTo>
                <a:lnTo>
                  <a:pt x="121" y="286"/>
                </a:lnTo>
                <a:lnTo>
                  <a:pt x="108" y="259"/>
                </a:lnTo>
                <a:lnTo>
                  <a:pt x="80" y="228"/>
                </a:lnTo>
                <a:lnTo>
                  <a:pt x="64" y="208"/>
                </a:lnTo>
                <a:lnTo>
                  <a:pt x="38" y="181"/>
                </a:lnTo>
                <a:lnTo>
                  <a:pt x="31" y="148"/>
                </a:lnTo>
                <a:lnTo>
                  <a:pt x="26" y="112"/>
                </a:lnTo>
                <a:lnTo>
                  <a:pt x="12" y="69"/>
                </a:lnTo>
                <a:lnTo>
                  <a:pt x="0" y="41"/>
                </a:lnTo>
                <a:lnTo>
                  <a:pt x="4" y="41"/>
                </a:lnTo>
                <a:lnTo>
                  <a:pt x="20" y="41"/>
                </a:lnTo>
                <a:lnTo>
                  <a:pt x="38" y="33"/>
                </a:lnTo>
                <a:lnTo>
                  <a:pt x="58" y="22"/>
                </a:lnTo>
                <a:lnTo>
                  <a:pt x="74" y="8"/>
                </a:lnTo>
                <a:lnTo>
                  <a:pt x="89" y="5"/>
                </a:lnTo>
                <a:lnTo>
                  <a:pt x="99" y="8"/>
                </a:lnTo>
                <a:lnTo>
                  <a:pt x="107" y="22"/>
                </a:lnTo>
                <a:lnTo>
                  <a:pt x="107" y="40"/>
                </a:lnTo>
                <a:lnTo>
                  <a:pt x="124" y="57"/>
                </a:lnTo>
                <a:lnTo>
                  <a:pt x="143" y="59"/>
                </a:lnTo>
                <a:lnTo>
                  <a:pt x="162" y="58"/>
                </a:lnTo>
                <a:lnTo>
                  <a:pt x="178" y="52"/>
                </a:lnTo>
                <a:lnTo>
                  <a:pt x="212" y="36"/>
                </a:lnTo>
                <a:lnTo>
                  <a:pt x="244" y="18"/>
                </a:lnTo>
                <a:lnTo>
                  <a:pt x="276" y="5"/>
                </a:lnTo>
                <a:lnTo>
                  <a:pt x="310" y="0"/>
                </a:lnTo>
                <a:lnTo>
                  <a:pt x="342" y="5"/>
                </a:lnTo>
                <a:lnTo>
                  <a:pt x="368" y="17"/>
                </a:lnTo>
                <a:lnTo>
                  <a:pt x="405" y="29"/>
                </a:lnTo>
                <a:lnTo>
                  <a:pt x="436" y="33"/>
                </a:lnTo>
                <a:lnTo>
                  <a:pt x="438" y="19"/>
                </a:lnTo>
                <a:lnTo>
                  <a:pt x="445" y="10"/>
                </a:lnTo>
                <a:lnTo>
                  <a:pt x="453" y="17"/>
                </a:lnTo>
                <a:lnTo>
                  <a:pt x="468" y="39"/>
                </a:lnTo>
                <a:lnTo>
                  <a:pt x="492" y="58"/>
                </a:lnTo>
                <a:lnTo>
                  <a:pt x="528" y="69"/>
                </a:lnTo>
                <a:lnTo>
                  <a:pt x="560" y="80"/>
                </a:lnTo>
                <a:lnTo>
                  <a:pt x="575" y="83"/>
                </a:lnTo>
                <a:lnTo>
                  <a:pt x="607" y="90"/>
                </a:lnTo>
                <a:lnTo>
                  <a:pt x="633" y="90"/>
                </a:lnTo>
                <a:lnTo>
                  <a:pt x="772" y="41"/>
                </a:lnTo>
                <a:lnTo>
                  <a:pt x="770" y="41"/>
                </a:lnTo>
                <a:lnTo>
                  <a:pt x="771" y="41"/>
                </a:lnTo>
                <a:lnTo>
                  <a:pt x="789" y="36"/>
                </a:lnTo>
                <a:lnTo>
                  <a:pt x="806" y="31"/>
                </a:lnTo>
                <a:lnTo>
                  <a:pt x="842" y="25"/>
                </a:lnTo>
                <a:lnTo>
                  <a:pt x="863" y="23"/>
                </a:lnTo>
                <a:lnTo>
                  <a:pt x="878" y="25"/>
                </a:lnTo>
                <a:lnTo>
                  <a:pt x="892" y="36"/>
                </a:lnTo>
                <a:lnTo>
                  <a:pt x="909" y="43"/>
                </a:lnTo>
                <a:lnTo>
                  <a:pt x="917" y="49"/>
                </a:lnTo>
                <a:lnTo>
                  <a:pt x="924" y="57"/>
                </a:lnTo>
                <a:lnTo>
                  <a:pt x="928" y="64"/>
                </a:lnTo>
                <a:lnTo>
                  <a:pt x="927" y="84"/>
                </a:lnTo>
                <a:lnTo>
                  <a:pt x="917" y="95"/>
                </a:lnTo>
                <a:lnTo>
                  <a:pt x="906" y="97"/>
                </a:lnTo>
                <a:lnTo>
                  <a:pt x="888" y="97"/>
                </a:lnTo>
                <a:lnTo>
                  <a:pt x="872" y="95"/>
                </a:lnTo>
                <a:lnTo>
                  <a:pt x="858" y="86"/>
                </a:lnTo>
                <a:lnTo>
                  <a:pt x="837" y="99"/>
                </a:lnTo>
                <a:lnTo>
                  <a:pt x="804" y="121"/>
                </a:lnTo>
                <a:lnTo>
                  <a:pt x="789" y="123"/>
                </a:lnTo>
                <a:lnTo>
                  <a:pt x="771" y="115"/>
                </a:lnTo>
                <a:lnTo>
                  <a:pt x="754" y="105"/>
                </a:lnTo>
                <a:lnTo>
                  <a:pt x="717" y="121"/>
                </a:lnTo>
                <a:lnTo>
                  <a:pt x="674" y="134"/>
                </a:lnTo>
                <a:lnTo>
                  <a:pt x="647" y="145"/>
                </a:lnTo>
                <a:lnTo>
                  <a:pt x="615" y="156"/>
                </a:lnTo>
                <a:lnTo>
                  <a:pt x="619" y="348"/>
                </a:lnTo>
                <a:lnTo>
                  <a:pt x="572" y="348"/>
                </a:lnTo>
                <a:lnTo>
                  <a:pt x="579" y="674"/>
                </a:lnTo>
                <a:lnTo>
                  <a:pt x="583" y="693"/>
                </a:lnTo>
                <a:lnTo>
                  <a:pt x="591" y="704"/>
                </a:lnTo>
                <a:lnTo>
                  <a:pt x="597" y="711"/>
                </a:lnTo>
                <a:lnTo>
                  <a:pt x="604" y="716"/>
                </a:lnTo>
                <a:lnTo>
                  <a:pt x="608" y="716"/>
                </a:lnTo>
                <a:lnTo>
                  <a:pt x="602" y="719"/>
                </a:lnTo>
                <a:lnTo>
                  <a:pt x="590" y="725"/>
                </a:lnTo>
                <a:lnTo>
                  <a:pt x="579" y="746"/>
                </a:lnTo>
                <a:lnTo>
                  <a:pt x="573" y="771"/>
                </a:lnTo>
                <a:lnTo>
                  <a:pt x="570" y="805"/>
                </a:lnTo>
                <a:lnTo>
                  <a:pt x="567" y="812"/>
                </a:lnTo>
                <a:lnTo>
                  <a:pt x="557" y="824"/>
                </a:lnTo>
                <a:lnTo>
                  <a:pt x="522" y="841"/>
                </a:lnTo>
                <a:lnTo>
                  <a:pt x="509" y="845"/>
                </a:lnTo>
                <a:lnTo>
                  <a:pt x="483" y="851"/>
                </a:lnTo>
                <a:lnTo>
                  <a:pt x="465" y="846"/>
                </a:lnTo>
                <a:lnTo>
                  <a:pt x="456" y="838"/>
                </a:lnTo>
                <a:lnTo>
                  <a:pt x="448" y="824"/>
                </a:lnTo>
                <a:lnTo>
                  <a:pt x="445" y="809"/>
                </a:lnTo>
                <a:lnTo>
                  <a:pt x="440" y="798"/>
                </a:lnTo>
                <a:lnTo>
                  <a:pt x="438" y="794"/>
                </a:lnTo>
                <a:lnTo>
                  <a:pt x="417" y="792"/>
                </a:lnTo>
                <a:lnTo>
                  <a:pt x="407" y="794"/>
                </a:lnTo>
                <a:lnTo>
                  <a:pt x="401" y="810"/>
                </a:lnTo>
                <a:lnTo>
                  <a:pt x="400" y="826"/>
                </a:lnTo>
                <a:lnTo>
                  <a:pt x="393" y="838"/>
                </a:lnTo>
                <a:lnTo>
                  <a:pt x="369" y="843"/>
                </a:lnTo>
                <a:lnTo>
                  <a:pt x="342" y="847"/>
                </a:lnTo>
                <a:lnTo>
                  <a:pt x="342" y="846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75" name="Freeform 65"/>
          <p:cNvSpPr>
            <a:spLocks/>
          </p:cNvSpPr>
          <p:nvPr/>
        </p:nvSpPr>
        <p:spPr bwMode="auto">
          <a:xfrm rot="306148">
            <a:off x="4211700" y="4021768"/>
            <a:ext cx="342900" cy="299968"/>
          </a:xfrm>
          <a:custGeom>
            <a:avLst/>
            <a:gdLst/>
            <a:ahLst/>
            <a:cxnLst>
              <a:cxn ang="0">
                <a:pos x="881" y="670"/>
              </a:cxn>
              <a:cxn ang="0">
                <a:pos x="897" y="613"/>
              </a:cxn>
              <a:cxn ang="0">
                <a:pos x="934" y="550"/>
              </a:cxn>
              <a:cxn ang="0">
                <a:pos x="984" y="499"/>
              </a:cxn>
              <a:cxn ang="0">
                <a:pos x="1026" y="441"/>
              </a:cxn>
              <a:cxn ang="0">
                <a:pos x="1048" y="366"/>
              </a:cxn>
              <a:cxn ang="0">
                <a:pos x="1027" y="194"/>
              </a:cxn>
              <a:cxn ang="0">
                <a:pos x="993" y="128"/>
              </a:cxn>
              <a:cxn ang="0">
                <a:pos x="988" y="103"/>
              </a:cxn>
              <a:cxn ang="0">
                <a:pos x="987" y="37"/>
              </a:cxn>
              <a:cxn ang="0">
                <a:pos x="957" y="54"/>
              </a:cxn>
              <a:cxn ang="0">
                <a:pos x="904" y="65"/>
              </a:cxn>
              <a:cxn ang="0">
                <a:pos x="827" y="37"/>
              </a:cxn>
              <a:cxn ang="0">
                <a:pos x="771" y="5"/>
              </a:cxn>
              <a:cxn ang="0">
                <a:pos x="743" y="5"/>
              </a:cxn>
              <a:cxn ang="0">
                <a:pos x="707" y="35"/>
              </a:cxn>
              <a:cxn ang="0">
                <a:pos x="298" y="343"/>
              </a:cxn>
              <a:cxn ang="0">
                <a:pos x="260" y="361"/>
              </a:cxn>
              <a:cxn ang="0">
                <a:pos x="261" y="432"/>
              </a:cxn>
              <a:cxn ang="0">
                <a:pos x="262" y="489"/>
              </a:cxn>
              <a:cxn ang="0">
                <a:pos x="227" y="501"/>
              </a:cxn>
              <a:cxn ang="0">
                <a:pos x="209" y="532"/>
              </a:cxn>
              <a:cxn ang="0">
                <a:pos x="218" y="575"/>
              </a:cxn>
              <a:cxn ang="0">
                <a:pos x="211" y="607"/>
              </a:cxn>
              <a:cxn ang="0">
                <a:pos x="142" y="610"/>
              </a:cxn>
              <a:cxn ang="0">
                <a:pos x="107" y="610"/>
              </a:cxn>
              <a:cxn ang="0">
                <a:pos x="69" y="629"/>
              </a:cxn>
              <a:cxn ang="0">
                <a:pos x="38" y="649"/>
              </a:cxn>
              <a:cxn ang="0">
                <a:pos x="12" y="647"/>
              </a:cxn>
              <a:cxn ang="0">
                <a:pos x="0" y="699"/>
              </a:cxn>
              <a:cxn ang="0">
                <a:pos x="22" y="734"/>
              </a:cxn>
              <a:cxn ang="0">
                <a:pos x="76" y="756"/>
              </a:cxn>
              <a:cxn ang="0">
                <a:pos x="91" y="769"/>
              </a:cxn>
              <a:cxn ang="0">
                <a:pos x="127" y="823"/>
              </a:cxn>
              <a:cxn ang="0">
                <a:pos x="137" y="853"/>
              </a:cxn>
              <a:cxn ang="0">
                <a:pos x="173" y="853"/>
              </a:cxn>
              <a:cxn ang="0">
                <a:pos x="202" y="862"/>
              </a:cxn>
              <a:cxn ang="0">
                <a:pos x="227" y="852"/>
              </a:cxn>
              <a:cxn ang="0">
                <a:pos x="252" y="820"/>
              </a:cxn>
              <a:cxn ang="0">
                <a:pos x="249" y="765"/>
              </a:cxn>
              <a:cxn ang="0">
                <a:pos x="265" y="730"/>
              </a:cxn>
              <a:cxn ang="0">
                <a:pos x="304" y="715"/>
              </a:cxn>
              <a:cxn ang="0">
                <a:pos x="381" y="705"/>
              </a:cxn>
              <a:cxn ang="0">
                <a:pos x="416" y="712"/>
              </a:cxn>
              <a:cxn ang="0">
                <a:pos x="430" y="753"/>
              </a:cxn>
              <a:cxn ang="0">
                <a:pos x="461" y="762"/>
              </a:cxn>
              <a:cxn ang="0">
                <a:pos x="499" y="734"/>
              </a:cxn>
              <a:cxn ang="0">
                <a:pos x="538" y="730"/>
              </a:cxn>
              <a:cxn ang="0">
                <a:pos x="570" y="745"/>
              </a:cxn>
              <a:cxn ang="0">
                <a:pos x="612" y="762"/>
              </a:cxn>
              <a:cxn ang="0">
                <a:pos x="651" y="748"/>
              </a:cxn>
              <a:cxn ang="0">
                <a:pos x="707" y="706"/>
              </a:cxn>
              <a:cxn ang="0">
                <a:pos x="755" y="689"/>
              </a:cxn>
              <a:cxn ang="0">
                <a:pos x="808" y="705"/>
              </a:cxn>
              <a:cxn ang="0">
                <a:pos x="836" y="710"/>
              </a:cxn>
              <a:cxn ang="0">
                <a:pos x="884" y="701"/>
              </a:cxn>
            </a:cxnLst>
            <a:rect l="0" t="0" r="r" b="b"/>
            <a:pathLst>
              <a:path w="1048" h="864">
                <a:moveTo>
                  <a:pt x="882" y="701"/>
                </a:moveTo>
                <a:lnTo>
                  <a:pt x="881" y="670"/>
                </a:lnTo>
                <a:lnTo>
                  <a:pt x="884" y="648"/>
                </a:lnTo>
                <a:lnTo>
                  <a:pt x="897" y="613"/>
                </a:lnTo>
                <a:lnTo>
                  <a:pt x="907" y="587"/>
                </a:lnTo>
                <a:lnTo>
                  <a:pt x="934" y="550"/>
                </a:lnTo>
                <a:lnTo>
                  <a:pt x="962" y="521"/>
                </a:lnTo>
                <a:lnTo>
                  <a:pt x="984" y="499"/>
                </a:lnTo>
                <a:lnTo>
                  <a:pt x="1006" y="468"/>
                </a:lnTo>
                <a:lnTo>
                  <a:pt x="1026" y="441"/>
                </a:lnTo>
                <a:lnTo>
                  <a:pt x="1042" y="408"/>
                </a:lnTo>
                <a:lnTo>
                  <a:pt x="1048" y="366"/>
                </a:lnTo>
                <a:lnTo>
                  <a:pt x="1038" y="223"/>
                </a:lnTo>
                <a:lnTo>
                  <a:pt x="1027" y="194"/>
                </a:lnTo>
                <a:lnTo>
                  <a:pt x="1022" y="151"/>
                </a:lnTo>
                <a:lnTo>
                  <a:pt x="993" y="128"/>
                </a:lnTo>
                <a:lnTo>
                  <a:pt x="988" y="116"/>
                </a:lnTo>
                <a:lnTo>
                  <a:pt x="988" y="103"/>
                </a:lnTo>
                <a:lnTo>
                  <a:pt x="987" y="40"/>
                </a:lnTo>
                <a:lnTo>
                  <a:pt x="987" y="37"/>
                </a:lnTo>
                <a:lnTo>
                  <a:pt x="974" y="48"/>
                </a:lnTo>
                <a:lnTo>
                  <a:pt x="957" y="54"/>
                </a:lnTo>
                <a:lnTo>
                  <a:pt x="938" y="60"/>
                </a:lnTo>
                <a:lnTo>
                  <a:pt x="904" y="65"/>
                </a:lnTo>
                <a:lnTo>
                  <a:pt x="860" y="53"/>
                </a:lnTo>
                <a:lnTo>
                  <a:pt x="827" y="37"/>
                </a:lnTo>
                <a:lnTo>
                  <a:pt x="791" y="19"/>
                </a:lnTo>
                <a:lnTo>
                  <a:pt x="771" y="5"/>
                </a:lnTo>
                <a:lnTo>
                  <a:pt x="755" y="0"/>
                </a:lnTo>
                <a:lnTo>
                  <a:pt x="743" y="5"/>
                </a:lnTo>
                <a:lnTo>
                  <a:pt x="725" y="16"/>
                </a:lnTo>
                <a:lnTo>
                  <a:pt x="707" y="35"/>
                </a:lnTo>
                <a:lnTo>
                  <a:pt x="323" y="327"/>
                </a:lnTo>
                <a:lnTo>
                  <a:pt x="298" y="343"/>
                </a:lnTo>
                <a:lnTo>
                  <a:pt x="279" y="354"/>
                </a:lnTo>
                <a:lnTo>
                  <a:pt x="260" y="361"/>
                </a:lnTo>
                <a:lnTo>
                  <a:pt x="260" y="414"/>
                </a:lnTo>
                <a:lnTo>
                  <a:pt x="261" y="432"/>
                </a:lnTo>
                <a:lnTo>
                  <a:pt x="261" y="467"/>
                </a:lnTo>
                <a:lnTo>
                  <a:pt x="262" y="489"/>
                </a:lnTo>
                <a:lnTo>
                  <a:pt x="256" y="495"/>
                </a:lnTo>
                <a:lnTo>
                  <a:pt x="227" y="501"/>
                </a:lnTo>
                <a:lnTo>
                  <a:pt x="213" y="518"/>
                </a:lnTo>
                <a:lnTo>
                  <a:pt x="209" y="532"/>
                </a:lnTo>
                <a:lnTo>
                  <a:pt x="215" y="554"/>
                </a:lnTo>
                <a:lnTo>
                  <a:pt x="218" y="575"/>
                </a:lnTo>
                <a:lnTo>
                  <a:pt x="217" y="593"/>
                </a:lnTo>
                <a:lnTo>
                  <a:pt x="211" y="607"/>
                </a:lnTo>
                <a:lnTo>
                  <a:pt x="198" y="613"/>
                </a:lnTo>
                <a:lnTo>
                  <a:pt x="142" y="610"/>
                </a:lnTo>
                <a:lnTo>
                  <a:pt x="124" y="610"/>
                </a:lnTo>
                <a:lnTo>
                  <a:pt x="107" y="610"/>
                </a:lnTo>
                <a:lnTo>
                  <a:pt x="87" y="614"/>
                </a:lnTo>
                <a:lnTo>
                  <a:pt x="69" y="629"/>
                </a:lnTo>
                <a:lnTo>
                  <a:pt x="55" y="646"/>
                </a:lnTo>
                <a:lnTo>
                  <a:pt x="38" y="649"/>
                </a:lnTo>
                <a:lnTo>
                  <a:pt x="15" y="648"/>
                </a:lnTo>
                <a:lnTo>
                  <a:pt x="12" y="647"/>
                </a:lnTo>
                <a:lnTo>
                  <a:pt x="5" y="666"/>
                </a:lnTo>
                <a:lnTo>
                  <a:pt x="0" y="699"/>
                </a:lnTo>
                <a:lnTo>
                  <a:pt x="4" y="718"/>
                </a:lnTo>
                <a:lnTo>
                  <a:pt x="22" y="734"/>
                </a:lnTo>
                <a:lnTo>
                  <a:pt x="50" y="744"/>
                </a:lnTo>
                <a:lnTo>
                  <a:pt x="76" y="756"/>
                </a:lnTo>
                <a:lnTo>
                  <a:pt x="83" y="761"/>
                </a:lnTo>
                <a:lnTo>
                  <a:pt x="91" y="769"/>
                </a:lnTo>
                <a:lnTo>
                  <a:pt x="109" y="788"/>
                </a:lnTo>
                <a:lnTo>
                  <a:pt x="127" y="823"/>
                </a:lnTo>
                <a:lnTo>
                  <a:pt x="134" y="855"/>
                </a:lnTo>
                <a:lnTo>
                  <a:pt x="137" y="853"/>
                </a:lnTo>
                <a:lnTo>
                  <a:pt x="155" y="852"/>
                </a:lnTo>
                <a:lnTo>
                  <a:pt x="173" y="853"/>
                </a:lnTo>
                <a:lnTo>
                  <a:pt x="190" y="859"/>
                </a:lnTo>
                <a:lnTo>
                  <a:pt x="202" y="862"/>
                </a:lnTo>
                <a:lnTo>
                  <a:pt x="197" y="864"/>
                </a:lnTo>
                <a:lnTo>
                  <a:pt x="227" y="852"/>
                </a:lnTo>
                <a:lnTo>
                  <a:pt x="243" y="841"/>
                </a:lnTo>
                <a:lnTo>
                  <a:pt x="252" y="820"/>
                </a:lnTo>
                <a:lnTo>
                  <a:pt x="249" y="800"/>
                </a:lnTo>
                <a:lnTo>
                  <a:pt x="249" y="765"/>
                </a:lnTo>
                <a:lnTo>
                  <a:pt x="249" y="748"/>
                </a:lnTo>
                <a:lnTo>
                  <a:pt x="265" y="730"/>
                </a:lnTo>
                <a:lnTo>
                  <a:pt x="284" y="723"/>
                </a:lnTo>
                <a:lnTo>
                  <a:pt x="304" y="715"/>
                </a:lnTo>
                <a:lnTo>
                  <a:pt x="354" y="707"/>
                </a:lnTo>
                <a:lnTo>
                  <a:pt x="381" y="705"/>
                </a:lnTo>
                <a:lnTo>
                  <a:pt x="397" y="706"/>
                </a:lnTo>
                <a:lnTo>
                  <a:pt x="416" y="712"/>
                </a:lnTo>
                <a:lnTo>
                  <a:pt x="424" y="745"/>
                </a:lnTo>
                <a:lnTo>
                  <a:pt x="430" y="753"/>
                </a:lnTo>
                <a:lnTo>
                  <a:pt x="441" y="762"/>
                </a:lnTo>
                <a:lnTo>
                  <a:pt x="461" y="762"/>
                </a:lnTo>
                <a:lnTo>
                  <a:pt x="479" y="748"/>
                </a:lnTo>
                <a:lnTo>
                  <a:pt x="499" y="734"/>
                </a:lnTo>
                <a:lnTo>
                  <a:pt x="514" y="730"/>
                </a:lnTo>
                <a:lnTo>
                  <a:pt x="538" y="730"/>
                </a:lnTo>
                <a:lnTo>
                  <a:pt x="554" y="736"/>
                </a:lnTo>
                <a:lnTo>
                  <a:pt x="570" y="745"/>
                </a:lnTo>
                <a:lnTo>
                  <a:pt x="583" y="756"/>
                </a:lnTo>
                <a:lnTo>
                  <a:pt x="612" y="762"/>
                </a:lnTo>
                <a:lnTo>
                  <a:pt x="632" y="758"/>
                </a:lnTo>
                <a:lnTo>
                  <a:pt x="651" y="748"/>
                </a:lnTo>
                <a:lnTo>
                  <a:pt x="684" y="723"/>
                </a:lnTo>
                <a:lnTo>
                  <a:pt x="707" y="706"/>
                </a:lnTo>
                <a:lnTo>
                  <a:pt x="721" y="701"/>
                </a:lnTo>
                <a:lnTo>
                  <a:pt x="755" y="689"/>
                </a:lnTo>
                <a:lnTo>
                  <a:pt x="776" y="690"/>
                </a:lnTo>
                <a:lnTo>
                  <a:pt x="808" y="705"/>
                </a:lnTo>
                <a:lnTo>
                  <a:pt x="822" y="712"/>
                </a:lnTo>
                <a:lnTo>
                  <a:pt x="836" y="710"/>
                </a:lnTo>
                <a:lnTo>
                  <a:pt x="858" y="705"/>
                </a:lnTo>
                <a:lnTo>
                  <a:pt x="884" y="701"/>
                </a:lnTo>
                <a:lnTo>
                  <a:pt x="882" y="701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76" name="Freeform 314"/>
          <p:cNvSpPr>
            <a:spLocks/>
          </p:cNvSpPr>
          <p:nvPr/>
        </p:nvSpPr>
        <p:spPr bwMode="auto">
          <a:xfrm rot="21045919">
            <a:off x="1451037" y="1996587"/>
            <a:ext cx="1435100" cy="1234789"/>
          </a:xfrm>
          <a:custGeom>
            <a:avLst/>
            <a:gdLst/>
            <a:ahLst/>
            <a:cxnLst>
              <a:cxn ang="0">
                <a:pos x="2827" y="2781"/>
              </a:cxn>
              <a:cxn ang="0">
                <a:pos x="2605" y="2894"/>
              </a:cxn>
              <a:cxn ang="0">
                <a:pos x="2259" y="3026"/>
              </a:cxn>
              <a:cxn ang="0">
                <a:pos x="2245" y="2890"/>
              </a:cxn>
              <a:cxn ang="0">
                <a:pos x="2107" y="2576"/>
              </a:cxn>
              <a:cxn ang="0">
                <a:pos x="1813" y="2432"/>
              </a:cxn>
              <a:cxn ang="0">
                <a:pos x="737" y="2094"/>
              </a:cxn>
              <a:cxn ang="0">
                <a:pos x="95" y="1646"/>
              </a:cxn>
              <a:cxn ang="0">
                <a:pos x="61" y="1443"/>
              </a:cxn>
              <a:cxn ang="0">
                <a:pos x="85" y="1255"/>
              </a:cxn>
              <a:cxn ang="0">
                <a:pos x="187" y="1045"/>
              </a:cxn>
              <a:cxn ang="0">
                <a:pos x="254" y="808"/>
              </a:cxn>
              <a:cxn ang="0">
                <a:pos x="175" y="540"/>
              </a:cxn>
              <a:cxn ang="0">
                <a:pos x="984" y="154"/>
              </a:cxn>
              <a:cxn ang="0">
                <a:pos x="1097" y="194"/>
              </a:cxn>
              <a:cxn ang="0">
                <a:pos x="1248" y="276"/>
              </a:cxn>
              <a:cxn ang="0">
                <a:pos x="1289" y="355"/>
              </a:cxn>
              <a:cxn ang="0">
                <a:pos x="1452" y="532"/>
              </a:cxn>
              <a:cxn ang="0">
                <a:pos x="1565" y="681"/>
              </a:cxn>
              <a:cxn ang="0">
                <a:pos x="1631" y="695"/>
              </a:cxn>
              <a:cxn ang="0">
                <a:pos x="1651" y="654"/>
              </a:cxn>
              <a:cxn ang="0">
                <a:pos x="1824" y="748"/>
              </a:cxn>
              <a:cxn ang="0">
                <a:pos x="1964" y="889"/>
              </a:cxn>
              <a:cxn ang="0">
                <a:pos x="2049" y="814"/>
              </a:cxn>
              <a:cxn ang="0">
                <a:pos x="2078" y="718"/>
              </a:cxn>
              <a:cxn ang="0">
                <a:pos x="2132" y="535"/>
              </a:cxn>
              <a:cxn ang="0">
                <a:pos x="2240" y="631"/>
              </a:cxn>
              <a:cxn ang="0">
                <a:pos x="2228" y="731"/>
              </a:cxn>
              <a:cxn ang="0">
                <a:pos x="2268" y="763"/>
              </a:cxn>
              <a:cxn ang="0">
                <a:pos x="2322" y="900"/>
              </a:cxn>
              <a:cxn ang="0">
                <a:pos x="2426" y="738"/>
              </a:cxn>
              <a:cxn ang="0">
                <a:pos x="2527" y="790"/>
              </a:cxn>
              <a:cxn ang="0">
                <a:pos x="2483" y="904"/>
              </a:cxn>
              <a:cxn ang="0">
                <a:pos x="2442" y="1000"/>
              </a:cxn>
              <a:cxn ang="0">
                <a:pos x="2323" y="992"/>
              </a:cxn>
              <a:cxn ang="0">
                <a:pos x="2200" y="1004"/>
              </a:cxn>
              <a:cxn ang="0">
                <a:pos x="2128" y="1178"/>
              </a:cxn>
              <a:cxn ang="0">
                <a:pos x="2057" y="1229"/>
              </a:cxn>
              <a:cxn ang="0">
                <a:pos x="1827" y="1386"/>
              </a:cxn>
              <a:cxn ang="0">
                <a:pos x="1884" y="1523"/>
              </a:cxn>
              <a:cxn ang="0">
                <a:pos x="1956" y="1665"/>
              </a:cxn>
              <a:cxn ang="0">
                <a:pos x="2104" y="1802"/>
              </a:cxn>
              <a:cxn ang="0">
                <a:pos x="2368" y="1902"/>
              </a:cxn>
              <a:cxn ang="0">
                <a:pos x="2362" y="2011"/>
              </a:cxn>
              <a:cxn ang="0">
                <a:pos x="2485" y="2245"/>
              </a:cxn>
              <a:cxn ang="0">
                <a:pos x="2537" y="1962"/>
              </a:cxn>
              <a:cxn ang="0">
                <a:pos x="2576" y="1661"/>
              </a:cxn>
              <a:cxn ang="0">
                <a:pos x="2646" y="1505"/>
              </a:cxn>
              <a:cxn ang="0">
                <a:pos x="2654" y="1311"/>
              </a:cxn>
              <a:cxn ang="0">
                <a:pos x="2827" y="1350"/>
              </a:cxn>
              <a:cxn ang="0">
                <a:pos x="2992" y="1476"/>
              </a:cxn>
              <a:cxn ang="0">
                <a:pos x="3027" y="1640"/>
              </a:cxn>
              <a:cxn ang="0">
                <a:pos x="3152" y="1567"/>
              </a:cxn>
              <a:cxn ang="0">
                <a:pos x="3307" y="1610"/>
              </a:cxn>
              <a:cxn ang="0">
                <a:pos x="3508" y="1922"/>
              </a:cxn>
              <a:cxn ang="0">
                <a:pos x="3608" y="1972"/>
              </a:cxn>
              <a:cxn ang="0">
                <a:pos x="3608" y="2016"/>
              </a:cxn>
              <a:cxn ang="0">
                <a:pos x="3706" y="2007"/>
              </a:cxn>
              <a:cxn ang="0">
                <a:pos x="3741" y="2155"/>
              </a:cxn>
              <a:cxn ang="0">
                <a:pos x="3506" y="2322"/>
              </a:cxn>
              <a:cxn ang="0">
                <a:pos x="3135" y="2422"/>
              </a:cxn>
              <a:cxn ang="0">
                <a:pos x="2980" y="2629"/>
              </a:cxn>
            </a:cxnLst>
            <a:rect l="0" t="0" r="r" b="b"/>
            <a:pathLst>
              <a:path w="3753" h="3042">
                <a:moveTo>
                  <a:pt x="3027" y="2638"/>
                </a:moveTo>
                <a:lnTo>
                  <a:pt x="3012" y="2672"/>
                </a:lnTo>
                <a:lnTo>
                  <a:pt x="3001" y="2704"/>
                </a:lnTo>
                <a:lnTo>
                  <a:pt x="2975" y="2734"/>
                </a:lnTo>
                <a:lnTo>
                  <a:pt x="2933" y="2768"/>
                </a:lnTo>
                <a:lnTo>
                  <a:pt x="2882" y="2785"/>
                </a:lnTo>
                <a:lnTo>
                  <a:pt x="2827" y="2781"/>
                </a:lnTo>
                <a:lnTo>
                  <a:pt x="2793" y="2768"/>
                </a:lnTo>
                <a:lnTo>
                  <a:pt x="2754" y="2768"/>
                </a:lnTo>
                <a:lnTo>
                  <a:pt x="2711" y="2784"/>
                </a:lnTo>
                <a:lnTo>
                  <a:pt x="2676" y="2812"/>
                </a:lnTo>
                <a:lnTo>
                  <a:pt x="2643" y="2851"/>
                </a:lnTo>
                <a:lnTo>
                  <a:pt x="2629" y="2880"/>
                </a:lnTo>
                <a:lnTo>
                  <a:pt x="2605" y="2894"/>
                </a:lnTo>
                <a:lnTo>
                  <a:pt x="2503" y="2913"/>
                </a:lnTo>
                <a:lnTo>
                  <a:pt x="2458" y="2926"/>
                </a:lnTo>
                <a:lnTo>
                  <a:pt x="2471" y="2969"/>
                </a:lnTo>
                <a:lnTo>
                  <a:pt x="2421" y="2977"/>
                </a:lnTo>
                <a:lnTo>
                  <a:pt x="2359" y="2992"/>
                </a:lnTo>
                <a:lnTo>
                  <a:pt x="2310" y="3008"/>
                </a:lnTo>
                <a:lnTo>
                  <a:pt x="2259" y="3026"/>
                </a:lnTo>
                <a:lnTo>
                  <a:pt x="2218" y="3042"/>
                </a:lnTo>
                <a:lnTo>
                  <a:pt x="2199" y="3041"/>
                </a:lnTo>
                <a:lnTo>
                  <a:pt x="2185" y="3018"/>
                </a:lnTo>
                <a:lnTo>
                  <a:pt x="2185" y="3008"/>
                </a:lnTo>
                <a:lnTo>
                  <a:pt x="2212" y="2974"/>
                </a:lnTo>
                <a:lnTo>
                  <a:pt x="2231" y="2936"/>
                </a:lnTo>
                <a:lnTo>
                  <a:pt x="2245" y="2890"/>
                </a:lnTo>
                <a:lnTo>
                  <a:pt x="2245" y="2851"/>
                </a:lnTo>
                <a:lnTo>
                  <a:pt x="2234" y="2811"/>
                </a:lnTo>
                <a:lnTo>
                  <a:pt x="2221" y="2750"/>
                </a:lnTo>
                <a:lnTo>
                  <a:pt x="2199" y="2699"/>
                </a:lnTo>
                <a:lnTo>
                  <a:pt x="2171" y="2648"/>
                </a:lnTo>
                <a:lnTo>
                  <a:pt x="2152" y="2620"/>
                </a:lnTo>
                <a:lnTo>
                  <a:pt x="2107" y="2576"/>
                </a:lnTo>
                <a:lnTo>
                  <a:pt x="2053" y="2530"/>
                </a:lnTo>
                <a:lnTo>
                  <a:pt x="2007" y="2483"/>
                </a:lnTo>
                <a:lnTo>
                  <a:pt x="1945" y="2436"/>
                </a:lnTo>
                <a:lnTo>
                  <a:pt x="1932" y="2436"/>
                </a:lnTo>
                <a:lnTo>
                  <a:pt x="1903" y="2450"/>
                </a:lnTo>
                <a:lnTo>
                  <a:pt x="1856" y="2445"/>
                </a:lnTo>
                <a:lnTo>
                  <a:pt x="1813" y="2432"/>
                </a:lnTo>
                <a:lnTo>
                  <a:pt x="1749" y="2422"/>
                </a:lnTo>
                <a:lnTo>
                  <a:pt x="1711" y="2402"/>
                </a:lnTo>
                <a:lnTo>
                  <a:pt x="1693" y="2372"/>
                </a:lnTo>
                <a:lnTo>
                  <a:pt x="1679" y="2364"/>
                </a:lnTo>
                <a:lnTo>
                  <a:pt x="1640" y="2367"/>
                </a:lnTo>
                <a:lnTo>
                  <a:pt x="1198" y="2242"/>
                </a:lnTo>
                <a:lnTo>
                  <a:pt x="737" y="2094"/>
                </a:lnTo>
                <a:lnTo>
                  <a:pt x="354" y="1953"/>
                </a:lnTo>
                <a:lnTo>
                  <a:pt x="113" y="1851"/>
                </a:lnTo>
                <a:lnTo>
                  <a:pt x="99" y="1778"/>
                </a:lnTo>
                <a:lnTo>
                  <a:pt x="89" y="1751"/>
                </a:lnTo>
                <a:lnTo>
                  <a:pt x="104" y="1708"/>
                </a:lnTo>
                <a:lnTo>
                  <a:pt x="104" y="1674"/>
                </a:lnTo>
                <a:lnTo>
                  <a:pt x="95" y="1646"/>
                </a:lnTo>
                <a:lnTo>
                  <a:pt x="66" y="1622"/>
                </a:lnTo>
                <a:lnTo>
                  <a:pt x="38" y="1589"/>
                </a:lnTo>
                <a:lnTo>
                  <a:pt x="15" y="1557"/>
                </a:lnTo>
                <a:lnTo>
                  <a:pt x="0" y="1537"/>
                </a:lnTo>
                <a:lnTo>
                  <a:pt x="6" y="1509"/>
                </a:lnTo>
                <a:lnTo>
                  <a:pt x="43" y="1481"/>
                </a:lnTo>
                <a:lnTo>
                  <a:pt x="61" y="1443"/>
                </a:lnTo>
                <a:lnTo>
                  <a:pt x="61" y="1434"/>
                </a:lnTo>
                <a:lnTo>
                  <a:pt x="71" y="1404"/>
                </a:lnTo>
                <a:lnTo>
                  <a:pt x="89" y="1376"/>
                </a:lnTo>
                <a:lnTo>
                  <a:pt x="113" y="1339"/>
                </a:lnTo>
                <a:lnTo>
                  <a:pt x="89" y="1302"/>
                </a:lnTo>
                <a:lnTo>
                  <a:pt x="81" y="1292"/>
                </a:lnTo>
                <a:lnTo>
                  <a:pt x="85" y="1255"/>
                </a:lnTo>
                <a:lnTo>
                  <a:pt x="104" y="1226"/>
                </a:lnTo>
                <a:lnTo>
                  <a:pt x="132" y="1188"/>
                </a:lnTo>
                <a:lnTo>
                  <a:pt x="152" y="1155"/>
                </a:lnTo>
                <a:lnTo>
                  <a:pt x="155" y="1125"/>
                </a:lnTo>
                <a:lnTo>
                  <a:pt x="164" y="1102"/>
                </a:lnTo>
                <a:lnTo>
                  <a:pt x="175" y="1074"/>
                </a:lnTo>
                <a:lnTo>
                  <a:pt x="187" y="1045"/>
                </a:lnTo>
                <a:lnTo>
                  <a:pt x="208" y="1013"/>
                </a:lnTo>
                <a:lnTo>
                  <a:pt x="216" y="979"/>
                </a:lnTo>
                <a:lnTo>
                  <a:pt x="226" y="942"/>
                </a:lnTo>
                <a:lnTo>
                  <a:pt x="240" y="913"/>
                </a:lnTo>
                <a:lnTo>
                  <a:pt x="249" y="871"/>
                </a:lnTo>
                <a:lnTo>
                  <a:pt x="254" y="837"/>
                </a:lnTo>
                <a:lnTo>
                  <a:pt x="254" y="808"/>
                </a:lnTo>
                <a:lnTo>
                  <a:pt x="245" y="781"/>
                </a:lnTo>
                <a:lnTo>
                  <a:pt x="231" y="752"/>
                </a:lnTo>
                <a:lnTo>
                  <a:pt x="208" y="720"/>
                </a:lnTo>
                <a:lnTo>
                  <a:pt x="208" y="657"/>
                </a:lnTo>
                <a:lnTo>
                  <a:pt x="198" y="601"/>
                </a:lnTo>
                <a:lnTo>
                  <a:pt x="184" y="569"/>
                </a:lnTo>
                <a:lnTo>
                  <a:pt x="175" y="540"/>
                </a:lnTo>
                <a:lnTo>
                  <a:pt x="179" y="521"/>
                </a:lnTo>
                <a:lnTo>
                  <a:pt x="947" y="0"/>
                </a:lnTo>
                <a:lnTo>
                  <a:pt x="951" y="34"/>
                </a:lnTo>
                <a:lnTo>
                  <a:pt x="951" y="85"/>
                </a:lnTo>
                <a:lnTo>
                  <a:pt x="956" y="123"/>
                </a:lnTo>
                <a:lnTo>
                  <a:pt x="965" y="149"/>
                </a:lnTo>
                <a:lnTo>
                  <a:pt x="984" y="154"/>
                </a:lnTo>
                <a:lnTo>
                  <a:pt x="997" y="135"/>
                </a:lnTo>
                <a:lnTo>
                  <a:pt x="1016" y="126"/>
                </a:lnTo>
                <a:lnTo>
                  <a:pt x="1042" y="135"/>
                </a:lnTo>
                <a:lnTo>
                  <a:pt x="1056" y="145"/>
                </a:lnTo>
                <a:lnTo>
                  <a:pt x="1061" y="163"/>
                </a:lnTo>
                <a:lnTo>
                  <a:pt x="1057" y="183"/>
                </a:lnTo>
                <a:lnTo>
                  <a:pt x="1097" y="194"/>
                </a:lnTo>
                <a:lnTo>
                  <a:pt x="1130" y="191"/>
                </a:lnTo>
                <a:lnTo>
                  <a:pt x="1168" y="196"/>
                </a:lnTo>
                <a:lnTo>
                  <a:pt x="1197" y="209"/>
                </a:lnTo>
                <a:lnTo>
                  <a:pt x="1212" y="199"/>
                </a:lnTo>
                <a:lnTo>
                  <a:pt x="1227" y="199"/>
                </a:lnTo>
                <a:lnTo>
                  <a:pt x="1237" y="217"/>
                </a:lnTo>
                <a:lnTo>
                  <a:pt x="1248" y="276"/>
                </a:lnTo>
                <a:lnTo>
                  <a:pt x="1251" y="308"/>
                </a:lnTo>
                <a:lnTo>
                  <a:pt x="1262" y="304"/>
                </a:lnTo>
                <a:lnTo>
                  <a:pt x="1284" y="279"/>
                </a:lnTo>
                <a:lnTo>
                  <a:pt x="1298" y="290"/>
                </a:lnTo>
                <a:lnTo>
                  <a:pt x="1305" y="313"/>
                </a:lnTo>
                <a:lnTo>
                  <a:pt x="1293" y="327"/>
                </a:lnTo>
                <a:lnTo>
                  <a:pt x="1289" y="355"/>
                </a:lnTo>
                <a:lnTo>
                  <a:pt x="1346" y="360"/>
                </a:lnTo>
                <a:lnTo>
                  <a:pt x="1369" y="374"/>
                </a:lnTo>
                <a:lnTo>
                  <a:pt x="1379" y="402"/>
                </a:lnTo>
                <a:lnTo>
                  <a:pt x="1389" y="445"/>
                </a:lnTo>
                <a:lnTo>
                  <a:pt x="1407" y="474"/>
                </a:lnTo>
                <a:lnTo>
                  <a:pt x="1439" y="511"/>
                </a:lnTo>
                <a:lnTo>
                  <a:pt x="1452" y="532"/>
                </a:lnTo>
                <a:lnTo>
                  <a:pt x="1453" y="549"/>
                </a:lnTo>
                <a:lnTo>
                  <a:pt x="1448" y="572"/>
                </a:lnTo>
                <a:lnTo>
                  <a:pt x="1424" y="597"/>
                </a:lnTo>
                <a:lnTo>
                  <a:pt x="1438" y="613"/>
                </a:lnTo>
                <a:lnTo>
                  <a:pt x="1478" y="629"/>
                </a:lnTo>
                <a:lnTo>
                  <a:pt x="1524" y="649"/>
                </a:lnTo>
                <a:lnTo>
                  <a:pt x="1565" y="681"/>
                </a:lnTo>
                <a:lnTo>
                  <a:pt x="1587" y="713"/>
                </a:lnTo>
                <a:lnTo>
                  <a:pt x="1594" y="758"/>
                </a:lnTo>
                <a:lnTo>
                  <a:pt x="1598" y="771"/>
                </a:lnTo>
                <a:lnTo>
                  <a:pt x="1608" y="776"/>
                </a:lnTo>
                <a:lnTo>
                  <a:pt x="1612" y="771"/>
                </a:lnTo>
                <a:lnTo>
                  <a:pt x="1617" y="709"/>
                </a:lnTo>
                <a:lnTo>
                  <a:pt x="1631" y="695"/>
                </a:lnTo>
                <a:lnTo>
                  <a:pt x="1661" y="691"/>
                </a:lnTo>
                <a:lnTo>
                  <a:pt x="1688" y="695"/>
                </a:lnTo>
                <a:lnTo>
                  <a:pt x="1693" y="691"/>
                </a:lnTo>
                <a:lnTo>
                  <a:pt x="1693" y="686"/>
                </a:lnTo>
                <a:lnTo>
                  <a:pt x="1683" y="677"/>
                </a:lnTo>
                <a:lnTo>
                  <a:pt x="1654" y="667"/>
                </a:lnTo>
                <a:lnTo>
                  <a:pt x="1651" y="654"/>
                </a:lnTo>
                <a:lnTo>
                  <a:pt x="1654" y="648"/>
                </a:lnTo>
                <a:lnTo>
                  <a:pt x="1725" y="644"/>
                </a:lnTo>
                <a:lnTo>
                  <a:pt x="1743" y="654"/>
                </a:lnTo>
                <a:lnTo>
                  <a:pt x="1762" y="706"/>
                </a:lnTo>
                <a:lnTo>
                  <a:pt x="1781" y="734"/>
                </a:lnTo>
                <a:lnTo>
                  <a:pt x="1809" y="738"/>
                </a:lnTo>
                <a:lnTo>
                  <a:pt x="1824" y="748"/>
                </a:lnTo>
                <a:lnTo>
                  <a:pt x="1849" y="784"/>
                </a:lnTo>
                <a:lnTo>
                  <a:pt x="1945" y="790"/>
                </a:lnTo>
                <a:lnTo>
                  <a:pt x="1968" y="784"/>
                </a:lnTo>
                <a:lnTo>
                  <a:pt x="1984" y="787"/>
                </a:lnTo>
                <a:lnTo>
                  <a:pt x="1979" y="822"/>
                </a:lnTo>
                <a:lnTo>
                  <a:pt x="1964" y="857"/>
                </a:lnTo>
                <a:lnTo>
                  <a:pt x="1964" y="889"/>
                </a:lnTo>
                <a:lnTo>
                  <a:pt x="1968" y="894"/>
                </a:lnTo>
                <a:lnTo>
                  <a:pt x="1988" y="894"/>
                </a:lnTo>
                <a:lnTo>
                  <a:pt x="1997" y="885"/>
                </a:lnTo>
                <a:lnTo>
                  <a:pt x="2002" y="866"/>
                </a:lnTo>
                <a:lnTo>
                  <a:pt x="2002" y="837"/>
                </a:lnTo>
                <a:lnTo>
                  <a:pt x="2011" y="828"/>
                </a:lnTo>
                <a:lnTo>
                  <a:pt x="2049" y="814"/>
                </a:lnTo>
                <a:lnTo>
                  <a:pt x="2078" y="804"/>
                </a:lnTo>
                <a:lnTo>
                  <a:pt x="2102" y="790"/>
                </a:lnTo>
                <a:lnTo>
                  <a:pt x="2112" y="768"/>
                </a:lnTo>
                <a:lnTo>
                  <a:pt x="2107" y="758"/>
                </a:lnTo>
                <a:lnTo>
                  <a:pt x="2078" y="741"/>
                </a:lnTo>
                <a:lnTo>
                  <a:pt x="2073" y="732"/>
                </a:lnTo>
                <a:lnTo>
                  <a:pt x="2078" y="718"/>
                </a:lnTo>
                <a:lnTo>
                  <a:pt x="2091" y="706"/>
                </a:lnTo>
                <a:lnTo>
                  <a:pt x="2095" y="695"/>
                </a:lnTo>
                <a:lnTo>
                  <a:pt x="2078" y="645"/>
                </a:lnTo>
                <a:lnTo>
                  <a:pt x="2078" y="621"/>
                </a:lnTo>
                <a:lnTo>
                  <a:pt x="2090" y="592"/>
                </a:lnTo>
                <a:lnTo>
                  <a:pt x="2119" y="564"/>
                </a:lnTo>
                <a:lnTo>
                  <a:pt x="2132" y="535"/>
                </a:lnTo>
                <a:lnTo>
                  <a:pt x="2160" y="515"/>
                </a:lnTo>
                <a:lnTo>
                  <a:pt x="2199" y="515"/>
                </a:lnTo>
                <a:lnTo>
                  <a:pt x="2208" y="529"/>
                </a:lnTo>
                <a:lnTo>
                  <a:pt x="2212" y="564"/>
                </a:lnTo>
                <a:lnTo>
                  <a:pt x="2221" y="584"/>
                </a:lnTo>
                <a:lnTo>
                  <a:pt x="2221" y="615"/>
                </a:lnTo>
                <a:lnTo>
                  <a:pt x="2240" y="631"/>
                </a:lnTo>
                <a:lnTo>
                  <a:pt x="2249" y="643"/>
                </a:lnTo>
                <a:lnTo>
                  <a:pt x="2248" y="656"/>
                </a:lnTo>
                <a:lnTo>
                  <a:pt x="2232" y="667"/>
                </a:lnTo>
                <a:lnTo>
                  <a:pt x="2212" y="668"/>
                </a:lnTo>
                <a:lnTo>
                  <a:pt x="2204" y="674"/>
                </a:lnTo>
                <a:lnTo>
                  <a:pt x="2200" y="691"/>
                </a:lnTo>
                <a:lnTo>
                  <a:pt x="2228" y="731"/>
                </a:lnTo>
                <a:lnTo>
                  <a:pt x="2228" y="763"/>
                </a:lnTo>
                <a:lnTo>
                  <a:pt x="2228" y="799"/>
                </a:lnTo>
                <a:lnTo>
                  <a:pt x="2240" y="828"/>
                </a:lnTo>
                <a:lnTo>
                  <a:pt x="2262" y="836"/>
                </a:lnTo>
                <a:lnTo>
                  <a:pt x="2280" y="812"/>
                </a:lnTo>
                <a:lnTo>
                  <a:pt x="2280" y="787"/>
                </a:lnTo>
                <a:lnTo>
                  <a:pt x="2268" y="763"/>
                </a:lnTo>
                <a:lnTo>
                  <a:pt x="2273" y="743"/>
                </a:lnTo>
                <a:lnTo>
                  <a:pt x="2290" y="744"/>
                </a:lnTo>
                <a:lnTo>
                  <a:pt x="2304" y="759"/>
                </a:lnTo>
                <a:lnTo>
                  <a:pt x="2316" y="812"/>
                </a:lnTo>
                <a:lnTo>
                  <a:pt x="2308" y="860"/>
                </a:lnTo>
                <a:lnTo>
                  <a:pt x="2313" y="889"/>
                </a:lnTo>
                <a:lnTo>
                  <a:pt x="2322" y="900"/>
                </a:lnTo>
                <a:lnTo>
                  <a:pt x="2357" y="899"/>
                </a:lnTo>
                <a:lnTo>
                  <a:pt x="2371" y="883"/>
                </a:lnTo>
                <a:lnTo>
                  <a:pt x="2383" y="857"/>
                </a:lnTo>
                <a:lnTo>
                  <a:pt x="2406" y="836"/>
                </a:lnTo>
                <a:lnTo>
                  <a:pt x="2414" y="812"/>
                </a:lnTo>
                <a:lnTo>
                  <a:pt x="2418" y="752"/>
                </a:lnTo>
                <a:lnTo>
                  <a:pt x="2426" y="738"/>
                </a:lnTo>
                <a:lnTo>
                  <a:pt x="2437" y="730"/>
                </a:lnTo>
                <a:lnTo>
                  <a:pt x="2456" y="732"/>
                </a:lnTo>
                <a:lnTo>
                  <a:pt x="2472" y="743"/>
                </a:lnTo>
                <a:lnTo>
                  <a:pt x="2483" y="755"/>
                </a:lnTo>
                <a:lnTo>
                  <a:pt x="2487" y="794"/>
                </a:lnTo>
                <a:lnTo>
                  <a:pt x="2513" y="786"/>
                </a:lnTo>
                <a:lnTo>
                  <a:pt x="2527" y="790"/>
                </a:lnTo>
                <a:lnTo>
                  <a:pt x="2533" y="798"/>
                </a:lnTo>
                <a:lnTo>
                  <a:pt x="2531" y="812"/>
                </a:lnTo>
                <a:lnTo>
                  <a:pt x="2506" y="819"/>
                </a:lnTo>
                <a:lnTo>
                  <a:pt x="2491" y="836"/>
                </a:lnTo>
                <a:lnTo>
                  <a:pt x="2478" y="874"/>
                </a:lnTo>
                <a:lnTo>
                  <a:pt x="2491" y="883"/>
                </a:lnTo>
                <a:lnTo>
                  <a:pt x="2483" y="904"/>
                </a:lnTo>
                <a:lnTo>
                  <a:pt x="2503" y="908"/>
                </a:lnTo>
                <a:lnTo>
                  <a:pt x="2513" y="928"/>
                </a:lnTo>
                <a:lnTo>
                  <a:pt x="2527" y="941"/>
                </a:lnTo>
                <a:lnTo>
                  <a:pt x="2527" y="951"/>
                </a:lnTo>
                <a:lnTo>
                  <a:pt x="2474" y="1000"/>
                </a:lnTo>
                <a:lnTo>
                  <a:pt x="2459" y="1009"/>
                </a:lnTo>
                <a:lnTo>
                  <a:pt x="2442" y="1000"/>
                </a:lnTo>
                <a:lnTo>
                  <a:pt x="2431" y="981"/>
                </a:lnTo>
                <a:lnTo>
                  <a:pt x="2414" y="992"/>
                </a:lnTo>
                <a:lnTo>
                  <a:pt x="2391" y="1009"/>
                </a:lnTo>
                <a:lnTo>
                  <a:pt x="2378" y="1009"/>
                </a:lnTo>
                <a:lnTo>
                  <a:pt x="2348" y="987"/>
                </a:lnTo>
                <a:lnTo>
                  <a:pt x="2331" y="985"/>
                </a:lnTo>
                <a:lnTo>
                  <a:pt x="2323" y="992"/>
                </a:lnTo>
                <a:lnTo>
                  <a:pt x="2327" y="1009"/>
                </a:lnTo>
                <a:lnTo>
                  <a:pt x="2340" y="1024"/>
                </a:lnTo>
                <a:lnTo>
                  <a:pt x="2327" y="1036"/>
                </a:lnTo>
                <a:lnTo>
                  <a:pt x="2289" y="1047"/>
                </a:lnTo>
                <a:lnTo>
                  <a:pt x="2251" y="1041"/>
                </a:lnTo>
                <a:lnTo>
                  <a:pt x="2225" y="1015"/>
                </a:lnTo>
                <a:lnTo>
                  <a:pt x="2200" y="1004"/>
                </a:lnTo>
                <a:lnTo>
                  <a:pt x="2177" y="1009"/>
                </a:lnTo>
                <a:lnTo>
                  <a:pt x="2173" y="1041"/>
                </a:lnTo>
                <a:lnTo>
                  <a:pt x="2208" y="1073"/>
                </a:lnTo>
                <a:lnTo>
                  <a:pt x="2232" y="1084"/>
                </a:lnTo>
                <a:lnTo>
                  <a:pt x="2244" y="1112"/>
                </a:lnTo>
                <a:lnTo>
                  <a:pt x="2216" y="1144"/>
                </a:lnTo>
                <a:lnTo>
                  <a:pt x="2128" y="1178"/>
                </a:lnTo>
                <a:lnTo>
                  <a:pt x="2093" y="1171"/>
                </a:lnTo>
                <a:lnTo>
                  <a:pt x="2068" y="1160"/>
                </a:lnTo>
                <a:lnTo>
                  <a:pt x="2053" y="1165"/>
                </a:lnTo>
                <a:lnTo>
                  <a:pt x="2045" y="1184"/>
                </a:lnTo>
                <a:lnTo>
                  <a:pt x="2057" y="1197"/>
                </a:lnTo>
                <a:lnTo>
                  <a:pt x="2068" y="1214"/>
                </a:lnTo>
                <a:lnTo>
                  <a:pt x="2057" y="1229"/>
                </a:lnTo>
                <a:lnTo>
                  <a:pt x="1958" y="1284"/>
                </a:lnTo>
                <a:lnTo>
                  <a:pt x="1940" y="1302"/>
                </a:lnTo>
                <a:lnTo>
                  <a:pt x="1940" y="1311"/>
                </a:lnTo>
                <a:lnTo>
                  <a:pt x="1917" y="1334"/>
                </a:lnTo>
                <a:lnTo>
                  <a:pt x="1890" y="1353"/>
                </a:lnTo>
                <a:lnTo>
                  <a:pt x="1861" y="1376"/>
                </a:lnTo>
                <a:lnTo>
                  <a:pt x="1827" y="1386"/>
                </a:lnTo>
                <a:lnTo>
                  <a:pt x="1827" y="1397"/>
                </a:lnTo>
                <a:lnTo>
                  <a:pt x="1838" y="1423"/>
                </a:lnTo>
                <a:lnTo>
                  <a:pt x="1824" y="1453"/>
                </a:lnTo>
                <a:lnTo>
                  <a:pt x="1813" y="1490"/>
                </a:lnTo>
                <a:lnTo>
                  <a:pt x="1827" y="1509"/>
                </a:lnTo>
                <a:lnTo>
                  <a:pt x="1870" y="1518"/>
                </a:lnTo>
                <a:lnTo>
                  <a:pt x="1884" y="1523"/>
                </a:lnTo>
                <a:lnTo>
                  <a:pt x="1890" y="1532"/>
                </a:lnTo>
                <a:lnTo>
                  <a:pt x="1894" y="1594"/>
                </a:lnTo>
                <a:lnTo>
                  <a:pt x="1890" y="1632"/>
                </a:lnTo>
                <a:lnTo>
                  <a:pt x="1890" y="1660"/>
                </a:lnTo>
                <a:lnTo>
                  <a:pt x="1903" y="1679"/>
                </a:lnTo>
                <a:lnTo>
                  <a:pt x="1926" y="1679"/>
                </a:lnTo>
                <a:lnTo>
                  <a:pt x="1956" y="1665"/>
                </a:lnTo>
                <a:lnTo>
                  <a:pt x="1973" y="1665"/>
                </a:lnTo>
                <a:lnTo>
                  <a:pt x="2002" y="1684"/>
                </a:lnTo>
                <a:lnTo>
                  <a:pt x="2035" y="1718"/>
                </a:lnTo>
                <a:lnTo>
                  <a:pt x="2063" y="1727"/>
                </a:lnTo>
                <a:lnTo>
                  <a:pt x="2086" y="1746"/>
                </a:lnTo>
                <a:lnTo>
                  <a:pt x="2104" y="1769"/>
                </a:lnTo>
                <a:lnTo>
                  <a:pt x="2104" y="1802"/>
                </a:lnTo>
                <a:lnTo>
                  <a:pt x="2114" y="1811"/>
                </a:lnTo>
                <a:lnTo>
                  <a:pt x="2171" y="1830"/>
                </a:lnTo>
                <a:lnTo>
                  <a:pt x="2236" y="1844"/>
                </a:lnTo>
                <a:lnTo>
                  <a:pt x="2268" y="1864"/>
                </a:lnTo>
                <a:lnTo>
                  <a:pt x="2324" y="1887"/>
                </a:lnTo>
                <a:lnTo>
                  <a:pt x="2354" y="1892"/>
                </a:lnTo>
                <a:lnTo>
                  <a:pt x="2368" y="1902"/>
                </a:lnTo>
                <a:lnTo>
                  <a:pt x="2378" y="1912"/>
                </a:lnTo>
                <a:lnTo>
                  <a:pt x="2378" y="1931"/>
                </a:lnTo>
                <a:lnTo>
                  <a:pt x="2371" y="1942"/>
                </a:lnTo>
                <a:lnTo>
                  <a:pt x="2354" y="1952"/>
                </a:lnTo>
                <a:lnTo>
                  <a:pt x="2350" y="1966"/>
                </a:lnTo>
                <a:lnTo>
                  <a:pt x="2349" y="1980"/>
                </a:lnTo>
                <a:lnTo>
                  <a:pt x="2362" y="2011"/>
                </a:lnTo>
                <a:lnTo>
                  <a:pt x="2362" y="2056"/>
                </a:lnTo>
                <a:lnTo>
                  <a:pt x="2374" y="2144"/>
                </a:lnTo>
                <a:lnTo>
                  <a:pt x="2401" y="2175"/>
                </a:lnTo>
                <a:lnTo>
                  <a:pt x="2423" y="2237"/>
                </a:lnTo>
                <a:lnTo>
                  <a:pt x="2453" y="2240"/>
                </a:lnTo>
                <a:lnTo>
                  <a:pt x="2481" y="2214"/>
                </a:lnTo>
                <a:lnTo>
                  <a:pt x="2485" y="2245"/>
                </a:lnTo>
                <a:lnTo>
                  <a:pt x="2515" y="2245"/>
                </a:lnTo>
                <a:lnTo>
                  <a:pt x="2541" y="2223"/>
                </a:lnTo>
                <a:lnTo>
                  <a:pt x="2559" y="2164"/>
                </a:lnTo>
                <a:lnTo>
                  <a:pt x="2559" y="2126"/>
                </a:lnTo>
                <a:lnTo>
                  <a:pt x="2519" y="2020"/>
                </a:lnTo>
                <a:lnTo>
                  <a:pt x="2519" y="1980"/>
                </a:lnTo>
                <a:lnTo>
                  <a:pt x="2537" y="1962"/>
                </a:lnTo>
                <a:lnTo>
                  <a:pt x="2581" y="1944"/>
                </a:lnTo>
                <a:lnTo>
                  <a:pt x="2629" y="1897"/>
                </a:lnTo>
                <a:lnTo>
                  <a:pt x="2651" y="1830"/>
                </a:lnTo>
                <a:lnTo>
                  <a:pt x="2646" y="1773"/>
                </a:lnTo>
                <a:lnTo>
                  <a:pt x="2629" y="1724"/>
                </a:lnTo>
                <a:lnTo>
                  <a:pt x="2603" y="1681"/>
                </a:lnTo>
                <a:lnTo>
                  <a:pt x="2576" y="1661"/>
                </a:lnTo>
                <a:lnTo>
                  <a:pt x="2570" y="1645"/>
                </a:lnTo>
                <a:lnTo>
                  <a:pt x="2576" y="1614"/>
                </a:lnTo>
                <a:lnTo>
                  <a:pt x="2594" y="1589"/>
                </a:lnTo>
                <a:lnTo>
                  <a:pt x="2633" y="1583"/>
                </a:lnTo>
                <a:lnTo>
                  <a:pt x="2652" y="1563"/>
                </a:lnTo>
                <a:lnTo>
                  <a:pt x="2654" y="1533"/>
                </a:lnTo>
                <a:lnTo>
                  <a:pt x="2646" y="1505"/>
                </a:lnTo>
                <a:lnTo>
                  <a:pt x="2628" y="1476"/>
                </a:lnTo>
                <a:lnTo>
                  <a:pt x="2624" y="1459"/>
                </a:lnTo>
                <a:lnTo>
                  <a:pt x="2626" y="1429"/>
                </a:lnTo>
                <a:lnTo>
                  <a:pt x="2629" y="1393"/>
                </a:lnTo>
                <a:lnTo>
                  <a:pt x="2619" y="1349"/>
                </a:lnTo>
                <a:lnTo>
                  <a:pt x="2633" y="1313"/>
                </a:lnTo>
                <a:lnTo>
                  <a:pt x="2654" y="1311"/>
                </a:lnTo>
                <a:lnTo>
                  <a:pt x="2672" y="1320"/>
                </a:lnTo>
                <a:lnTo>
                  <a:pt x="2697" y="1340"/>
                </a:lnTo>
                <a:lnTo>
                  <a:pt x="2719" y="1347"/>
                </a:lnTo>
                <a:lnTo>
                  <a:pt x="2751" y="1344"/>
                </a:lnTo>
                <a:lnTo>
                  <a:pt x="2774" y="1333"/>
                </a:lnTo>
                <a:lnTo>
                  <a:pt x="2801" y="1334"/>
                </a:lnTo>
                <a:lnTo>
                  <a:pt x="2827" y="1350"/>
                </a:lnTo>
                <a:lnTo>
                  <a:pt x="2847" y="1372"/>
                </a:lnTo>
                <a:lnTo>
                  <a:pt x="2863" y="1411"/>
                </a:lnTo>
                <a:lnTo>
                  <a:pt x="2881" y="1434"/>
                </a:lnTo>
                <a:lnTo>
                  <a:pt x="2911" y="1452"/>
                </a:lnTo>
                <a:lnTo>
                  <a:pt x="2943" y="1459"/>
                </a:lnTo>
                <a:lnTo>
                  <a:pt x="2984" y="1457"/>
                </a:lnTo>
                <a:lnTo>
                  <a:pt x="2992" y="1476"/>
                </a:lnTo>
                <a:lnTo>
                  <a:pt x="2992" y="1491"/>
                </a:lnTo>
                <a:lnTo>
                  <a:pt x="2974" y="1513"/>
                </a:lnTo>
                <a:lnTo>
                  <a:pt x="2992" y="1557"/>
                </a:lnTo>
                <a:lnTo>
                  <a:pt x="2996" y="1578"/>
                </a:lnTo>
                <a:lnTo>
                  <a:pt x="2982" y="1627"/>
                </a:lnTo>
                <a:lnTo>
                  <a:pt x="2996" y="1640"/>
                </a:lnTo>
                <a:lnTo>
                  <a:pt x="3027" y="1640"/>
                </a:lnTo>
                <a:lnTo>
                  <a:pt x="3057" y="1676"/>
                </a:lnTo>
                <a:lnTo>
                  <a:pt x="3083" y="1684"/>
                </a:lnTo>
                <a:lnTo>
                  <a:pt x="3119" y="1684"/>
                </a:lnTo>
                <a:lnTo>
                  <a:pt x="3159" y="1661"/>
                </a:lnTo>
                <a:lnTo>
                  <a:pt x="3179" y="1622"/>
                </a:lnTo>
                <a:lnTo>
                  <a:pt x="3171" y="1583"/>
                </a:lnTo>
                <a:lnTo>
                  <a:pt x="3152" y="1567"/>
                </a:lnTo>
                <a:lnTo>
                  <a:pt x="3164" y="1536"/>
                </a:lnTo>
                <a:lnTo>
                  <a:pt x="3188" y="1509"/>
                </a:lnTo>
                <a:lnTo>
                  <a:pt x="3198" y="1486"/>
                </a:lnTo>
                <a:lnTo>
                  <a:pt x="3223" y="1507"/>
                </a:lnTo>
                <a:lnTo>
                  <a:pt x="3241" y="1531"/>
                </a:lnTo>
                <a:lnTo>
                  <a:pt x="3267" y="1551"/>
                </a:lnTo>
                <a:lnTo>
                  <a:pt x="3307" y="1610"/>
                </a:lnTo>
                <a:lnTo>
                  <a:pt x="3364" y="1661"/>
                </a:lnTo>
                <a:lnTo>
                  <a:pt x="3376" y="1724"/>
                </a:lnTo>
                <a:lnTo>
                  <a:pt x="3412" y="1768"/>
                </a:lnTo>
                <a:lnTo>
                  <a:pt x="3406" y="1843"/>
                </a:lnTo>
                <a:lnTo>
                  <a:pt x="3452" y="1865"/>
                </a:lnTo>
                <a:lnTo>
                  <a:pt x="3492" y="1915"/>
                </a:lnTo>
                <a:lnTo>
                  <a:pt x="3508" y="1922"/>
                </a:lnTo>
                <a:lnTo>
                  <a:pt x="3551" y="1915"/>
                </a:lnTo>
                <a:lnTo>
                  <a:pt x="3590" y="1926"/>
                </a:lnTo>
                <a:lnTo>
                  <a:pt x="3608" y="1921"/>
                </a:lnTo>
                <a:lnTo>
                  <a:pt x="3613" y="1921"/>
                </a:lnTo>
                <a:lnTo>
                  <a:pt x="3627" y="1930"/>
                </a:lnTo>
                <a:lnTo>
                  <a:pt x="3627" y="1944"/>
                </a:lnTo>
                <a:lnTo>
                  <a:pt x="3608" y="1972"/>
                </a:lnTo>
                <a:lnTo>
                  <a:pt x="3580" y="1981"/>
                </a:lnTo>
                <a:lnTo>
                  <a:pt x="3548" y="2006"/>
                </a:lnTo>
                <a:lnTo>
                  <a:pt x="3530" y="2034"/>
                </a:lnTo>
                <a:lnTo>
                  <a:pt x="3531" y="2056"/>
                </a:lnTo>
                <a:lnTo>
                  <a:pt x="3543" y="2062"/>
                </a:lnTo>
                <a:lnTo>
                  <a:pt x="3575" y="2041"/>
                </a:lnTo>
                <a:lnTo>
                  <a:pt x="3608" y="2016"/>
                </a:lnTo>
                <a:lnTo>
                  <a:pt x="3643" y="1985"/>
                </a:lnTo>
                <a:lnTo>
                  <a:pt x="3665" y="1981"/>
                </a:lnTo>
                <a:lnTo>
                  <a:pt x="3674" y="1989"/>
                </a:lnTo>
                <a:lnTo>
                  <a:pt x="3671" y="2008"/>
                </a:lnTo>
                <a:lnTo>
                  <a:pt x="3674" y="2017"/>
                </a:lnTo>
                <a:lnTo>
                  <a:pt x="3685" y="2022"/>
                </a:lnTo>
                <a:lnTo>
                  <a:pt x="3706" y="2007"/>
                </a:lnTo>
                <a:lnTo>
                  <a:pt x="3717" y="2007"/>
                </a:lnTo>
                <a:lnTo>
                  <a:pt x="3726" y="2016"/>
                </a:lnTo>
                <a:lnTo>
                  <a:pt x="3731" y="2041"/>
                </a:lnTo>
                <a:lnTo>
                  <a:pt x="3736" y="2076"/>
                </a:lnTo>
                <a:lnTo>
                  <a:pt x="3753" y="2090"/>
                </a:lnTo>
                <a:lnTo>
                  <a:pt x="3750" y="2130"/>
                </a:lnTo>
                <a:lnTo>
                  <a:pt x="3741" y="2155"/>
                </a:lnTo>
                <a:lnTo>
                  <a:pt x="3726" y="2176"/>
                </a:lnTo>
                <a:lnTo>
                  <a:pt x="3695" y="2195"/>
                </a:lnTo>
                <a:lnTo>
                  <a:pt x="3670" y="2199"/>
                </a:lnTo>
                <a:lnTo>
                  <a:pt x="3651" y="2232"/>
                </a:lnTo>
                <a:lnTo>
                  <a:pt x="3613" y="2290"/>
                </a:lnTo>
                <a:lnTo>
                  <a:pt x="3580" y="2311"/>
                </a:lnTo>
                <a:lnTo>
                  <a:pt x="3506" y="2322"/>
                </a:lnTo>
                <a:lnTo>
                  <a:pt x="3439" y="2327"/>
                </a:lnTo>
                <a:lnTo>
                  <a:pt x="3398" y="2327"/>
                </a:lnTo>
                <a:lnTo>
                  <a:pt x="3315" y="2332"/>
                </a:lnTo>
                <a:lnTo>
                  <a:pt x="3206" y="2337"/>
                </a:lnTo>
                <a:lnTo>
                  <a:pt x="3173" y="2370"/>
                </a:lnTo>
                <a:lnTo>
                  <a:pt x="3164" y="2402"/>
                </a:lnTo>
                <a:lnTo>
                  <a:pt x="3135" y="2422"/>
                </a:lnTo>
                <a:lnTo>
                  <a:pt x="3109" y="2436"/>
                </a:lnTo>
                <a:lnTo>
                  <a:pt x="3093" y="2454"/>
                </a:lnTo>
                <a:lnTo>
                  <a:pt x="3079" y="2487"/>
                </a:lnTo>
                <a:lnTo>
                  <a:pt x="3065" y="2516"/>
                </a:lnTo>
                <a:lnTo>
                  <a:pt x="3023" y="2564"/>
                </a:lnTo>
                <a:lnTo>
                  <a:pt x="2986" y="2620"/>
                </a:lnTo>
                <a:lnTo>
                  <a:pt x="2980" y="2629"/>
                </a:lnTo>
                <a:lnTo>
                  <a:pt x="2986" y="2639"/>
                </a:lnTo>
                <a:lnTo>
                  <a:pt x="2989" y="2644"/>
                </a:lnTo>
                <a:lnTo>
                  <a:pt x="3000" y="2644"/>
                </a:lnTo>
                <a:lnTo>
                  <a:pt x="3014" y="2634"/>
                </a:lnTo>
                <a:lnTo>
                  <a:pt x="3027" y="2638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77" name="Freeform 316"/>
          <p:cNvSpPr>
            <a:spLocks/>
          </p:cNvSpPr>
          <p:nvPr/>
        </p:nvSpPr>
        <p:spPr bwMode="auto">
          <a:xfrm rot="21045919">
            <a:off x="1381187" y="2769520"/>
            <a:ext cx="1403350" cy="1069727"/>
          </a:xfrm>
          <a:custGeom>
            <a:avLst/>
            <a:gdLst/>
            <a:ahLst/>
            <a:cxnLst>
              <a:cxn ang="0">
                <a:pos x="2336" y="2161"/>
              </a:cxn>
              <a:cxn ang="0">
                <a:pos x="2470" y="2188"/>
              </a:cxn>
              <a:cxn ang="0">
                <a:pos x="2556" y="2376"/>
              </a:cxn>
              <a:cxn ang="0">
                <a:pos x="2573" y="2457"/>
              </a:cxn>
              <a:cxn ang="0">
                <a:pos x="2662" y="2612"/>
              </a:cxn>
              <a:cxn ang="0">
                <a:pos x="2761" y="2494"/>
              </a:cxn>
              <a:cxn ang="0">
                <a:pos x="2699" y="2178"/>
              </a:cxn>
              <a:cxn ang="0">
                <a:pos x="2740" y="2003"/>
              </a:cxn>
              <a:cxn ang="0">
                <a:pos x="2905" y="1876"/>
              </a:cxn>
              <a:cxn ang="0">
                <a:pos x="3059" y="1785"/>
              </a:cxn>
              <a:cxn ang="0">
                <a:pos x="3062" y="1702"/>
              </a:cxn>
              <a:cxn ang="0">
                <a:pos x="3046" y="1548"/>
              </a:cxn>
              <a:cxn ang="0">
                <a:pos x="3072" y="1488"/>
              </a:cxn>
              <a:cxn ang="0">
                <a:pos x="3108" y="1587"/>
              </a:cxn>
              <a:cxn ang="0">
                <a:pos x="3117" y="1433"/>
              </a:cxn>
              <a:cxn ang="0">
                <a:pos x="3191" y="1442"/>
              </a:cxn>
              <a:cxn ang="0">
                <a:pos x="3267" y="1280"/>
              </a:cxn>
              <a:cxn ang="0">
                <a:pos x="3440" y="1223"/>
              </a:cxn>
              <a:cxn ang="0">
                <a:pos x="3443" y="1095"/>
              </a:cxn>
              <a:cxn ang="0">
                <a:pos x="3613" y="976"/>
              </a:cxn>
              <a:cxn ang="0">
                <a:pos x="3655" y="924"/>
              </a:cxn>
              <a:cxn ang="0">
                <a:pos x="3559" y="736"/>
              </a:cxn>
              <a:cxn ang="0">
                <a:pos x="3429" y="887"/>
              </a:cxn>
              <a:cxn ang="0">
                <a:pos x="3165" y="937"/>
              </a:cxn>
              <a:cxn ang="0">
                <a:pos x="2912" y="1079"/>
              </a:cxn>
              <a:cxn ang="0">
                <a:pos x="2672" y="1195"/>
              </a:cxn>
              <a:cxn ang="0">
                <a:pos x="2699" y="1043"/>
              </a:cxn>
              <a:cxn ang="0">
                <a:pos x="2606" y="773"/>
              </a:cxn>
              <a:cxn ang="0">
                <a:pos x="2357" y="603"/>
              </a:cxn>
              <a:cxn ang="0">
                <a:pos x="2133" y="517"/>
              </a:cxn>
              <a:cxn ang="0">
                <a:pos x="563" y="36"/>
              </a:cxn>
              <a:cxn ang="0">
                <a:pos x="486" y="139"/>
              </a:cxn>
              <a:cxn ang="0">
                <a:pos x="460" y="18"/>
              </a:cxn>
              <a:cxn ang="0">
                <a:pos x="394" y="106"/>
              </a:cxn>
              <a:cxn ang="0">
                <a:pos x="267" y="276"/>
              </a:cxn>
              <a:cxn ang="0">
                <a:pos x="151" y="453"/>
              </a:cxn>
              <a:cxn ang="0">
                <a:pos x="38" y="640"/>
              </a:cxn>
              <a:cxn ang="0">
                <a:pos x="19" y="825"/>
              </a:cxn>
              <a:cxn ang="0">
                <a:pos x="3" y="928"/>
              </a:cxn>
              <a:cxn ang="0">
                <a:pos x="27" y="1171"/>
              </a:cxn>
              <a:cxn ang="0">
                <a:pos x="132" y="1359"/>
              </a:cxn>
              <a:cxn ang="0">
                <a:pos x="290" y="1510"/>
              </a:cxn>
              <a:cxn ang="0">
                <a:pos x="452" y="1648"/>
              </a:cxn>
              <a:cxn ang="0">
                <a:pos x="633" y="1742"/>
              </a:cxn>
              <a:cxn ang="0">
                <a:pos x="802" y="1738"/>
              </a:cxn>
              <a:cxn ang="0">
                <a:pos x="923" y="1850"/>
              </a:cxn>
              <a:cxn ang="0">
                <a:pos x="1013" y="2036"/>
              </a:cxn>
              <a:cxn ang="0">
                <a:pos x="1167" y="2017"/>
              </a:cxn>
              <a:cxn ang="0">
                <a:pos x="1283" y="2315"/>
              </a:cxn>
              <a:cxn ang="0">
                <a:pos x="1415" y="2394"/>
              </a:cxn>
              <a:cxn ang="0">
                <a:pos x="1490" y="2219"/>
              </a:cxn>
              <a:cxn ang="0">
                <a:pos x="1652" y="2105"/>
              </a:cxn>
              <a:cxn ang="0">
                <a:pos x="1763" y="2124"/>
              </a:cxn>
              <a:cxn ang="0">
                <a:pos x="1912" y="2159"/>
              </a:cxn>
              <a:cxn ang="0">
                <a:pos x="2066" y="2178"/>
              </a:cxn>
              <a:cxn ang="0">
                <a:pos x="2002" y="2122"/>
              </a:cxn>
            </a:cxnLst>
            <a:rect l="0" t="0" r="r" b="b"/>
            <a:pathLst>
              <a:path w="3674" h="2636">
                <a:moveTo>
                  <a:pt x="2097" y="2110"/>
                </a:moveTo>
                <a:lnTo>
                  <a:pt x="2161" y="2108"/>
                </a:lnTo>
                <a:lnTo>
                  <a:pt x="2174" y="2122"/>
                </a:lnTo>
                <a:lnTo>
                  <a:pt x="2190" y="2129"/>
                </a:lnTo>
                <a:lnTo>
                  <a:pt x="2306" y="2133"/>
                </a:lnTo>
                <a:lnTo>
                  <a:pt x="2336" y="2161"/>
                </a:lnTo>
                <a:lnTo>
                  <a:pt x="2352" y="2200"/>
                </a:lnTo>
                <a:lnTo>
                  <a:pt x="2374" y="2211"/>
                </a:lnTo>
                <a:lnTo>
                  <a:pt x="2410" y="2211"/>
                </a:lnTo>
                <a:lnTo>
                  <a:pt x="2433" y="2188"/>
                </a:lnTo>
                <a:lnTo>
                  <a:pt x="2451" y="2178"/>
                </a:lnTo>
                <a:lnTo>
                  <a:pt x="2470" y="2188"/>
                </a:lnTo>
                <a:lnTo>
                  <a:pt x="2498" y="2214"/>
                </a:lnTo>
                <a:lnTo>
                  <a:pt x="2532" y="2259"/>
                </a:lnTo>
                <a:lnTo>
                  <a:pt x="2544" y="2292"/>
                </a:lnTo>
                <a:lnTo>
                  <a:pt x="2544" y="2319"/>
                </a:lnTo>
                <a:lnTo>
                  <a:pt x="2549" y="2371"/>
                </a:lnTo>
                <a:lnTo>
                  <a:pt x="2556" y="2376"/>
                </a:lnTo>
                <a:lnTo>
                  <a:pt x="2572" y="2372"/>
                </a:lnTo>
                <a:lnTo>
                  <a:pt x="2584" y="2384"/>
                </a:lnTo>
                <a:lnTo>
                  <a:pt x="2582" y="2397"/>
                </a:lnTo>
                <a:lnTo>
                  <a:pt x="2563" y="2415"/>
                </a:lnTo>
                <a:lnTo>
                  <a:pt x="2563" y="2429"/>
                </a:lnTo>
                <a:lnTo>
                  <a:pt x="2573" y="2457"/>
                </a:lnTo>
                <a:lnTo>
                  <a:pt x="2599" y="2470"/>
                </a:lnTo>
                <a:lnTo>
                  <a:pt x="2609" y="2485"/>
                </a:lnTo>
                <a:lnTo>
                  <a:pt x="2620" y="2527"/>
                </a:lnTo>
                <a:lnTo>
                  <a:pt x="2639" y="2555"/>
                </a:lnTo>
                <a:lnTo>
                  <a:pt x="2653" y="2578"/>
                </a:lnTo>
                <a:lnTo>
                  <a:pt x="2662" y="2612"/>
                </a:lnTo>
                <a:lnTo>
                  <a:pt x="2694" y="2636"/>
                </a:lnTo>
                <a:lnTo>
                  <a:pt x="2709" y="2636"/>
                </a:lnTo>
                <a:lnTo>
                  <a:pt x="2732" y="2608"/>
                </a:lnTo>
                <a:lnTo>
                  <a:pt x="2740" y="2578"/>
                </a:lnTo>
                <a:lnTo>
                  <a:pt x="2757" y="2529"/>
                </a:lnTo>
                <a:lnTo>
                  <a:pt x="2761" y="2494"/>
                </a:lnTo>
                <a:lnTo>
                  <a:pt x="2746" y="2415"/>
                </a:lnTo>
                <a:lnTo>
                  <a:pt x="2727" y="2358"/>
                </a:lnTo>
                <a:lnTo>
                  <a:pt x="2722" y="2310"/>
                </a:lnTo>
                <a:lnTo>
                  <a:pt x="2718" y="2259"/>
                </a:lnTo>
                <a:lnTo>
                  <a:pt x="2709" y="2214"/>
                </a:lnTo>
                <a:lnTo>
                  <a:pt x="2699" y="2178"/>
                </a:lnTo>
                <a:lnTo>
                  <a:pt x="2685" y="2148"/>
                </a:lnTo>
                <a:lnTo>
                  <a:pt x="2671" y="2116"/>
                </a:lnTo>
                <a:lnTo>
                  <a:pt x="2680" y="2087"/>
                </a:lnTo>
                <a:lnTo>
                  <a:pt x="2694" y="2054"/>
                </a:lnTo>
                <a:lnTo>
                  <a:pt x="2718" y="2027"/>
                </a:lnTo>
                <a:lnTo>
                  <a:pt x="2740" y="2003"/>
                </a:lnTo>
                <a:lnTo>
                  <a:pt x="2787" y="1995"/>
                </a:lnTo>
                <a:lnTo>
                  <a:pt x="2811" y="1982"/>
                </a:lnTo>
                <a:lnTo>
                  <a:pt x="2836" y="1954"/>
                </a:lnTo>
                <a:lnTo>
                  <a:pt x="2893" y="1903"/>
                </a:lnTo>
                <a:lnTo>
                  <a:pt x="2894" y="1891"/>
                </a:lnTo>
                <a:lnTo>
                  <a:pt x="2905" y="1876"/>
                </a:lnTo>
                <a:lnTo>
                  <a:pt x="2928" y="1884"/>
                </a:lnTo>
                <a:lnTo>
                  <a:pt x="2963" y="1864"/>
                </a:lnTo>
                <a:lnTo>
                  <a:pt x="2990" y="1829"/>
                </a:lnTo>
                <a:lnTo>
                  <a:pt x="3018" y="1808"/>
                </a:lnTo>
                <a:lnTo>
                  <a:pt x="3046" y="1808"/>
                </a:lnTo>
                <a:lnTo>
                  <a:pt x="3059" y="1785"/>
                </a:lnTo>
                <a:lnTo>
                  <a:pt x="3041" y="1766"/>
                </a:lnTo>
                <a:lnTo>
                  <a:pt x="3054" y="1751"/>
                </a:lnTo>
                <a:lnTo>
                  <a:pt x="3076" y="1747"/>
                </a:lnTo>
                <a:lnTo>
                  <a:pt x="3080" y="1729"/>
                </a:lnTo>
                <a:lnTo>
                  <a:pt x="3076" y="1708"/>
                </a:lnTo>
                <a:lnTo>
                  <a:pt x="3062" y="1702"/>
                </a:lnTo>
                <a:lnTo>
                  <a:pt x="3065" y="1689"/>
                </a:lnTo>
                <a:lnTo>
                  <a:pt x="3076" y="1680"/>
                </a:lnTo>
                <a:lnTo>
                  <a:pt x="3065" y="1633"/>
                </a:lnTo>
                <a:lnTo>
                  <a:pt x="3051" y="1606"/>
                </a:lnTo>
                <a:lnTo>
                  <a:pt x="3051" y="1576"/>
                </a:lnTo>
                <a:lnTo>
                  <a:pt x="3046" y="1548"/>
                </a:lnTo>
                <a:lnTo>
                  <a:pt x="3032" y="1520"/>
                </a:lnTo>
                <a:lnTo>
                  <a:pt x="3032" y="1488"/>
                </a:lnTo>
                <a:lnTo>
                  <a:pt x="3041" y="1477"/>
                </a:lnTo>
                <a:lnTo>
                  <a:pt x="3051" y="1473"/>
                </a:lnTo>
                <a:lnTo>
                  <a:pt x="3059" y="1477"/>
                </a:lnTo>
                <a:lnTo>
                  <a:pt x="3072" y="1488"/>
                </a:lnTo>
                <a:lnTo>
                  <a:pt x="3078" y="1520"/>
                </a:lnTo>
                <a:lnTo>
                  <a:pt x="3078" y="1547"/>
                </a:lnTo>
                <a:lnTo>
                  <a:pt x="3073" y="1591"/>
                </a:lnTo>
                <a:lnTo>
                  <a:pt x="3078" y="1601"/>
                </a:lnTo>
                <a:lnTo>
                  <a:pt x="3094" y="1606"/>
                </a:lnTo>
                <a:lnTo>
                  <a:pt x="3108" y="1587"/>
                </a:lnTo>
                <a:lnTo>
                  <a:pt x="3112" y="1552"/>
                </a:lnTo>
                <a:lnTo>
                  <a:pt x="3130" y="1524"/>
                </a:lnTo>
                <a:lnTo>
                  <a:pt x="3135" y="1501"/>
                </a:lnTo>
                <a:lnTo>
                  <a:pt x="3126" y="1473"/>
                </a:lnTo>
                <a:lnTo>
                  <a:pt x="3117" y="1464"/>
                </a:lnTo>
                <a:lnTo>
                  <a:pt x="3117" y="1433"/>
                </a:lnTo>
                <a:lnTo>
                  <a:pt x="3127" y="1424"/>
                </a:lnTo>
                <a:lnTo>
                  <a:pt x="3136" y="1431"/>
                </a:lnTo>
                <a:lnTo>
                  <a:pt x="3146" y="1457"/>
                </a:lnTo>
                <a:lnTo>
                  <a:pt x="3155" y="1464"/>
                </a:lnTo>
                <a:lnTo>
                  <a:pt x="3174" y="1456"/>
                </a:lnTo>
                <a:lnTo>
                  <a:pt x="3191" y="1442"/>
                </a:lnTo>
                <a:lnTo>
                  <a:pt x="3196" y="1406"/>
                </a:lnTo>
                <a:lnTo>
                  <a:pt x="3224" y="1382"/>
                </a:lnTo>
                <a:lnTo>
                  <a:pt x="3238" y="1354"/>
                </a:lnTo>
                <a:lnTo>
                  <a:pt x="3228" y="1336"/>
                </a:lnTo>
                <a:lnTo>
                  <a:pt x="3238" y="1308"/>
                </a:lnTo>
                <a:lnTo>
                  <a:pt x="3267" y="1280"/>
                </a:lnTo>
                <a:lnTo>
                  <a:pt x="3295" y="1266"/>
                </a:lnTo>
                <a:lnTo>
                  <a:pt x="3323" y="1260"/>
                </a:lnTo>
                <a:lnTo>
                  <a:pt x="3355" y="1240"/>
                </a:lnTo>
                <a:lnTo>
                  <a:pt x="3383" y="1240"/>
                </a:lnTo>
                <a:lnTo>
                  <a:pt x="3411" y="1236"/>
                </a:lnTo>
                <a:lnTo>
                  <a:pt x="3440" y="1223"/>
                </a:lnTo>
                <a:lnTo>
                  <a:pt x="3450" y="1204"/>
                </a:lnTo>
                <a:lnTo>
                  <a:pt x="3446" y="1184"/>
                </a:lnTo>
                <a:lnTo>
                  <a:pt x="3432" y="1168"/>
                </a:lnTo>
                <a:lnTo>
                  <a:pt x="3436" y="1153"/>
                </a:lnTo>
                <a:lnTo>
                  <a:pt x="3446" y="1136"/>
                </a:lnTo>
                <a:lnTo>
                  <a:pt x="3443" y="1095"/>
                </a:lnTo>
                <a:lnTo>
                  <a:pt x="3458" y="1061"/>
                </a:lnTo>
                <a:lnTo>
                  <a:pt x="3492" y="1029"/>
                </a:lnTo>
                <a:lnTo>
                  <a:pt x="3524" y="1015"/>
                </a:lnTo>
                <a:lnTo>
                  <a:pt x="3551" y="996"/>
                </a:lnTo>
                <a:lnTo>
                  <a:pt x="3584" y="985"/>
                </a:lnTo>
                <a:lnTo>
                  <a:pt x="3613" y="976"/>
                </a:lnTo>
                <a:lnTo>
                  <a:pt x="3646" y="966"/>
                </a:lnTo>
                <a:lnTo>
                  <a:pt x="3664" y="966"/>
                </a:lnTo>
                <a:lnTo>
                  <a:pt x="3669" y="962"/>
                </a:lnTo>
                <a:lnTo>
                  <a:pt x="3674" y="942"/>
                </a:lnTo>
                <a:lnTo>
                  <a:pt x="3669" y="938"/>
                </a:lnTo>
                <a:lnTo>
                  <a:pt x="3655" y="924"/>
                </a:lnTo>
                <a:lnTo>
                  <a:pt x="3641" y="910"/>
                </a:lnTo>
                <a:lnTo>
                  <a:pt x="3622" y="882"/>
                </a:lnTo>
                <a:lnTo>
                  <a:pt x="3604" y="825"/>
                </a:lnTo>
                <a:lnTo>
                  <a:pt x="3604" y="797"/>
                </a:lnTo>
                <a:lnTo>
                  <a:pt x="3587" y="746"/>
                </a:lnTo>
                <a:lnTo>
                  <a:pt x="3559" y="736"/>
                </a:lnTo>
                <a:lnTo>
                  <a:pt x="3528" y="746"/>
                </a:lnTo>
                <a:lnTo>
                  <a:pt x="3501" y="766"/>
                </a:lnTo>
                <a:lnTo>
                  <a:pt x="3481" y="791"/>
                </a:lnTo>
                <a:lnTo>
                  <a:pt x="3466" y="825"/>
                </a:lnTo>
                <a:lnTo>
                  <a:pt x="3455" y="857"/>
                </a:lnTo>
                <a:lnTo>
                  <a:pt x="3429" y="887"/>
                </a:lnTo>
                <a:lnTo>
                  <a:pt x="3387" y="921"/>
                </a:lnTo>
                <a:lnTo>
                  <a:pt x="3336" y="938"/>
                </a:lnTo>
                <a:lnTo>
                  <a:pt x="3281" y="934"/>
                </a:lnTo>
                <a:lnTo>
                  <a:pt x="3247" y="921"/>
                </a:lnTo>
                <a:lnTo>
                  <a:pt x="3208" y="921"/>
                </a:lnTo>
                <a:lnTo>
                  <a:pt x="3165" y="937"/>
                </a:lnTo>
                <a:lnTo>
                  <a:pt x="3130" y="965"/>
                </a:lnTo>
                <a:lnTo>
                  <a:pt x="3097" y="1004"/>
                </a:lnTo>
                <a:lnTo>
                  <a:pt x="3083" y="1033"/>
                </a:lnTo>
                <a:lnTo>
                  <a:pt x="3059" y="1047"/>
                </a:lnTo>
                <a:lnTo>
                  <a:pt x="2957" y="1066"/>
                </a:lnTo>
                <a:lnTo>
                  <a:pt x="2912" y="1079"/>
                </a:lnTo>
                <a:lnTo>
                  <a:pt x="2925" y="1122"/>
                </a:lnTo>
                <a:lnTo>
                  <a:pt x="2875" y="1130"/>
                </a:lnTo>
                <a:lnTo>
                  <a:pt x="2813" y="1145"/>
                </a:lnTo>
                <a:lnTo>
                  <a:pt x="2764" y="1161"/>
                </a:lnTo>
                <a:lnTo>
                  <a:pt x="2713" y="1179"/>
                </a:lnTo>
                <a:lnTo>
                  <a:pt x="2672" y="1195"/>
                </a:lnTo>
                <a:lnTo>
                  <a:pt x="2653" y="1194"/>
                </a:lnTo>
                <a:lnTo>
                  <a:pt x="2639" y="1171"/>
                </a:lnTo>
                <a:lnTo>
                  <a:pt x="2639" y="1161"/>
                </a:lnTo>
                <a:lnTo>
                  <a:pt x="2666" y="1127"/>
                </a:lnTo>
                <a:lnTo>
                  <a:pt x="2685" y="1089"/>
                </a:lnTo>
                <a:lnTo>
                  <a:pt x="2699" y="1043"/>
                </a:lnTo>
                <a:lnTo>
                  <a:pt x="2699" y="1004"/>
                </a:lnTo>
                <a:lnTo>
                  <a:pt x="2688" y="964"/>
                </a:lnTo>
                <a:lnTo>
                  <a:pt x="2675" y="903"/>
                </a:lnTo>
                <a:lnTo>
                  <a:pt x="2653" y="852"/>
                </a:lnTo>
                <a:lnTo>
                  <a:pt x="2625" y="801"/>
                </a:lnTo>
                <a:lnTo>
                  <a:pt x="2606" y="773"/>
                </a:lnTo>
                <a:lnTo>
                  <a:pt x="2561" y="729"/>
                </a:lnTo>
                <a:lnTo>
                  <a:pt x="2507" y="683"/>
                </a:lnTo>
                <a:lnTo>
                  <a:pt x="2461" y="636"/>
                </a:lnTo>
                <a:lnTo>
                  <a:pt x="2399" y="589"/>
                </a:lnTo>
                <a:lnTo>
                  <a:pt x="2386" y="589"/>
                </a:lnTo>
                <a:lnTo>
                  <a:pt x="2357" y="603"/>
                </a:lnTo>
                <a:lnTo>
                  <a:pt x="2310" y="598"/>
                </a:lnTo>
                <a:lnTo>
                  <a:pt x="2267" y="585"/>
                </a:lnTo>
                <a:lnTo>
                  <a:pt x="2203" y="575"/>
                </a:lnTo>
                <a:lnTo>
                  <a:pt x="2165" y="555"/>
                </a:lnTo>
                <a:lnTo>
                  <a:pt x="2147" y="525"/>
                </a:lnTo>
                <a:lnTo>
                  <a:pt x="2133" y="517"/>
                </a:lnTo>
                <a:lnTo>
                  <a:pt x="2094" y="520"/>
                </a:lnTo>
                <a:lnTo>
                  <a:pt x="1652" y="395"/>
                </a:lnTo>
                <a:lnTo>
                  <a:pt x="1191" y="247"/>
                </a:lnTo>
                <a:lnTo>
                  <a:pt x="808" y="106"/>
                </a:lnTo>
                <a:lnTo>
                  <a:pt x="567" y="4"/>
                </a:lnTo>
                <a:lnTo>
                  <a:pt x="563" y="36"/>
                </a:lnTo>
                <a:lnTo>
                  <a:pt x="563" y="40"/>
                </a:lnTo>
                <a:lnTo>
                  <a:pt x="553" y="68"/>
                </a:lnTo>
                <a:lnTo>
                  <a:pt x="539" y="97"/>
                </a:lnTo>
                <a:lnTo>
                  <a:pt x="520" y="120"/>
                </a:lnTo>
                <a:lnTo>
                  <a:pt x="492" y="139"/>
                </a:lnTo>
                <a:lnTo>
                  <a:pt x="486" y="139"/>
                </a:lnTo>
                <a:lnTo>
                  <a:pt x="465" y="131"/>
                </a:lnTo>
                <a:lnTo>
                  <a:pt x="457" y="101"/>
                </a:lnTo>
                <a:lnTo>
                  <a:pt x="466" y="78"/>
                </a:lnTo>
                <a:lnTo>
                  <a:pt x="483" y="67"/>
                </a:lnTo>
                <a:lnTo>
                  <a:pt x="484" y="54"/>
                </a:lnTo>
                <a:lnTo>
                  <a:pt x="460" y="18"/>
                </a:lnTo>
                <a:lnTo>
                  <a:pt x="440" y="4"/>
                </a:lnTo>
                <a:lnTo>
                  <a:pt x="426" y="0"/>
                </a:lnTo>
                <a:lnTo>
                  <a:pt x="412" y="17"/>
                </a:lnTo>
                <a:lnTo>
                  <a:pt x="412" y="36"/>
                </a:lnTo>
                <a:lnTo>
                  <a:pt x="408" y="78"/>
                </a:lnTo>
                <a:lnTo>
                  <a:pt x="394" y="106"/>
                </a:lnTo>
                <a:lnTo>
                  <a:pt x="384" y="139"/>
                </a:lnTo>
                <a:lnTo>
                  <a:pt x="375" y="168"/>
                </a:lnTo>
                <a:lnTo>
                  <a:pt x="356" y="196"/>
                </a:lnTo>
                <a:lnTo>
                  <a:pt x="338" y="220"/>
                </a:lnTo>
                <a:lnTo>
                  <a:pt x="310" y="247"/>
                </a:lnTo>
                <a:lnTo>
                  <a:pt x="267" y="276"/>
                </a:lnTo>
                <a:lnTo>
                  <a:pt x="243" y="310"/>
                </a:lnTo>
                <a:lnTo>
                  <a:pt x="239" y="343"/>
                </a:lnTo>
                <a:lnTo>
                  <a:pt x="211" y="381"/>
                </a:lnTo>
                <a:lnTo>
                  <a:pt x="189" y="409"/>
                </a:lnTo>
                <a:lnTo>
                  <a:pt x="160" y="433"/>
                </a:lnTo>
                <a:lnTo>
                  <a:pt x="151" y="453"/>
                </a:lnTo>
                <a:lnTo>
                  <a:pt x="155" y="471"/>
                </a:lnTo>
                <a:lnTo>
                  <a:pt x="150" y="486"/>
                </a:lnTo>
                <a:lnTo>
                  <a:pt x="105" y="554"/>
                </a:lnTo>
                <a:lnTo>
                  <a:pt x="75" y="617"/>
                </a:lnTo>
                <a:lnTo>
                  <a:pt x="56" y="628"/>
                </a:lnTo>
                <a:lnTo>
                  <a:pt x="38" y="640"/>
                </a:lnTo>
                <a:lnTo>
                  <a:pt x="28" y="659"/>
                </a:lnTo>
                <a:lnTo>
                  <a:pt x="33" y="673"/>
                </a:lnTo>
                <a:lnTo>
                  <a:pt x="38" y="731"/>
                </a:lnTo>
                <a:lnTo>
                  <a:pt x="28" y="768"/>
                </a:lnTo>
                <a:lnTo>
                  <a:pt x="19" y="797"/>
                </a:lnTo>
                <a:lnTo>
                  <a:pt x="19" y="825"/>
                </a:lnTo>
                <a:lnTo>
                  <a:pt x="24" y="848"/>
                </a:lnTo>
                <a:lnTo>
                  <a:pt x="47" y="868"/>
                </a:lnTo>
                <a:lnTo>
                  <a:pt x="47" y="887"/>
                </a:lnTo>
                <a:lnTo>
                  <a:pt x="38" y="896"/>
                </a:lnTo>
                <a:lnTo>
                  <a:pt x="3" y="906"/>
                </a:lnTo>
                <a:lnTo>
                  <a:pt x="3" y="928"/>
                </a:lnTo>
                <a:lnTo>
                  <a:pt x="14" y="957"/>
                </a:lnTo>
                <a:lnTo>
                  <a:pt x="19" y="985"/>
                </a:lnTo>
                <a:lnTo>
                  <a:pt x="3" y="996"/>
                </a:lnTo>
                <a:lnTo>
                  <a:pt x="0" y="1035"/>
                </a:lnTo>
                <a:lnTo>
                  <a:pt x="20" y="1138"/>
                </a:lnTo>
                <a:lnTo>
                  <a:pt x="27" y="1171"/>
                </a:lnTo>
                <a:lnTo>
                  <a:pt x="3" y="1187"/>
                </a:lnTo>
                <a:lnTo>
                  <a:pt x="7" y="1208"/>
                </a:lnTo>
                <a:lnTo>
                  <a:pt x="47" y="1239"/>
                </a:lnTo>
                <a:lnTo>
                  <a:pt x="78" y="1290"/>
                </a:lnTo>
                <a:lnTo>
                  <a:pt x="126" y="1354"/>
                </a:lnTo>
                <a:lnTo>
                  <a:pt x="132" y="1359"/>
                </a:lnTo>
                <a:lnTo>
                  <a:pt x="141" y="1402"/>
                </a:lnTo>
                <a:lnTo>
                  <a:pt x="155" y="1434"/>
                </a:lnTo>
                <a:lnTo>
                  <a:pt x="160" y="1477"/>
                </a:lnTo>
                <a:lnTo>
                  <a:pt x="197" y="1482"/>
                </a:lnTo>
                <a:lnTo>
                  <a:pt x="234" y="1492"/>
                </a:lnTo>
                <a:lnTo>
                  <a:pt x="290" y="1510"/>
                </a:lnTo>
                <a:lnTo>
                  <a:pt x="305" y="1530"/>
                </a:lnTo>
                <a:lnTo>
                  <a:pt x="324" y="1557"/>
                </a:lnTo>
                <a:lnTo>
                  <a:pt x="356" y="1591"/>
                </a:lnTo>
                <a:lnTo>
                  <a:pt x="384" y="1606"/>
                </a:lnTo>
                <a:lnTo>
                  <a:pt x="416" y="1624"/>
                </a:lnTo>
                <a:lnTo>
                  <a:pt x="452" y="1648"/>
                </a:lnTo>
                <a:lnTo>
                  <a:pt x="479" y="1662"/>
                </a:lnTo>
                <a:lnTo>
                  <a:pt x="506" y="1680"/>
                </a:lnTo>
                <a:lnTo>
                  <a:pt x="535" y="1695"/>
                </a:lnTo>
                <a:lnTo>
                  <a:pt x="576" y="1708"/>
                </a:lnTo>
                <a:lnTo>
                  <a:pt x="606" y="1729"/>
                </a:lnTo>
                <a:lnTo>
                  <a:pt x="633" y="1742"/>
                </a:lnTo>
                <a:lnTo>
                  <a:pt x="662" y="1751"/>
                </a:lnTo>
                <a:lnTo>
                  <a:pt x="688" y="1756"/>
                </a:lnTo>
                <a:lnTo>
                  <a:pt x="713" y="1724"/>
                </a:lnTo>
                <a:lnTo>
                  <a:pt x="735" y="1719"/>
                </a:lnTo>
                <a:lnTo>
                  <a:pt x="772" y="1724"/>
                </a:lnTo>
                <a:lnTo>
                  <a:pt x="802" y="1738"/>
                </a:lnTo>
                <a:lnTo>
                  <a:pt x="826" y="1747"/>
                </a:lnTo>
                <a:lnTo>
                  <a:pt x="834" y="1747"/>
                </a:lnTo>
                <a:lnTo>
                  <a:pt x="872" y="1766"/>
                </a:lnTo>
                <a:lnTo>
                  <a:pt x="896" y="1794"/>
                </a:lnTo>
                <a:lnTo>
                  <a:pt x="914" y="1822"/>
                </a:lnTo>
                <a:lnTo>
                  <a:pt x="923" y="1850"/>
                </a:lnTo>
                <a:lnTo>
                  <a:pt x="937" y="1884"/>
                </a:lnTo>
                <a:lnTo>
                  <a:pt x="952" y="1913"/>
                </a:lnTo>
                <a:lnTo>
                  <a:pt x="960" y="1946"/>
                </a:lnTo>
                <a:lnTo>
                  <a:pt x="971" y="1974"/>
                </a:lnTo>
                <a:lnTo>
                  <a:pt x="995" y="2006"/>
                </a:lnTo>
                <a:lnTo>
                  <a:pt x="1013" y="2036"/>
                </a:lnTo>
                <a:lnTo>
                  <a:pt x="1046" y="2041"/>
                </a:lnTo>
                <a:lnTo>
                  <a:pt x="1059" y="2027"/>
                </a:lnTo>
                <a:lnTo>
                  <a:pt x="1087" y="2003"/>
                </a:lnTo>
                <a:lnTo>
                  <a:pt x="1116" y="1997"/>
                </a:lnTo>
                <a:lnTo>
                  <a:pt x="1158" y="2006"/>
                </a:lnTo>
                <a:lnTo>
                  <a:pt x="1167" y="2017"/>
                </a:lnTo>
                <a:lnTo>
                  <a:pt x="1200" y="2054"/>
                </a:lnTo>
                <a:lnTo>
                  <a:pt x="1208" y="2083"/>
                </a:lnTo>
                <a:lnTo>
                  <a:pt x="1218" y="2106"/>
                </a:lnTo>
                <a:lnTo>
                  <a:pt x="1260" y="2224"/>
                </a:lnTo>
                <a:lnTo>
                  <a:pt x="1265" y="2259"/>
                </a:lnTo>
                <a:lnTo>
                  <a:pt x="1283" y="2315"/>
                </a:lnTo>
                <a:lnTo>
                  <a:pt x="1341" y="2371"/>
                </a:lnTo>
                <a:lnTo>
                  <a:pt x="1355" y="2376"/>
                </a:lnTo>
                <a:lnTo>
                  <a:pt x="1387" y="2385"/>
                </a:lnTo>
                <a:lnTo>
                  <a:pt x="1392" y="2390"/>
                </a:lnTo>
                <a:lnTo>
                  <a:pt x="1405" y="2418"/>
                </a:lnTo>
                <a:lnTo>
                  <a:pt x="1415" y="2394"/>
                </a:lnTo>
                <a:lnTo>
                  <a:pt x="1415" y="2365"/>
                </a:lnTo>
                <a:lnTo>
                  <a:pt x="1408" y="2330"/>
                </a:lnTo>
                <a:lnTo>
                  <a:pt x="1413" y="2294"/>
                </a:lnTo>
                <a:lnTo>
                  <a:pt x="1428" y="2270"/>
                </a:lnTo>
                <a:lnTo>
                  <a:pt x="1458" y="2243"/>
                </a:lnTo>
                <a:lnTo>
                  <a:pt x="1490" y="2219"/>
                </a:lnTo>
                <a:lnTo>
                  <a:pt x="1527" y="2197"/>
                </a:lnTo>
                <a:lnTo>
                  <a:pt x="1572" y="2182"/>
                </a:lnTo>
                <a:lnTo>
                  <a:pt x="1631" y="2177"/>
                </a:lnTo>
                <a:lnTo>
                  <a:pt x="1646" y="2168"/>
                </a:lnTo>
                <a:lnTo>
                  <a:pt x="1648" y="2120"/>
                </a:lnTo>
                <a:lnTo>
                  <a:pt x="1652" y="2105"/>
                </a:lnTo>
                <a:lnTo>
                  <a:pt x="1664" y="2092"/>
                </a:lnTo>
                <a:lnTo>
                  <a:pt x="1682" y="2097"/>
                </a:lnTo>
                <a:lnTo>
                  <a:pt x="1687" y="2106"/>
                </a:lnTo>
                <a:lnTo>
                  <a:pt x="1691" y="2134"/>
                </a:lnTo>
                <a:lnTo>
                  <a:pt x="1725" y="2134"/>
                </a:lnTo>
                <a:lnTo>
                  <a:pt x="1763" y="2124"/>
                </a:lnTo>
                <a:lnTo>
                  <a:pt x="1797" y="2129"/>
                </a:lnTo>
                <a:lnTo>
                  <a:pt x="1837" y="2143"/>
                </a:lnTo>
                <a:lnTo>
                  <a:pt x="1865" y="2140"/>
                </a:lnTo>
                <a:lnTo>
                  <a:pt x="1888" y="2137"/>
                </a:lnTo>
                <a:lnTo>
                  <a:pt x="1907" y="2148"/>
                </a:lnTo>
                <a:lnTo>
                  <a:pt x="1912" y="2159"/>
                </a:lnTo>
                <a:lnTo>
                  <a:pt x="1918" y="2188"/>
                </a:lnTo>
                <a:lnTo>
                  <a:pt x="1921" y="2192"/>
                </a:lnTo>
                <a:lnTo>
                  <a:pt x="1950" y="2206"/>
                </a:lnTo>
                <a:lnTo>
                  <a:pt x="1978" y="2206"/>
                </a:lnTo>
                <a:lnTo>
                  <a:pt x="2041" y="2178"/>
                </a:lnTo>
                <a:lnTo>
                  <a:pt x="2066" y="2178"/>
                </a:lnTo>
                <a:lnTo>
                  <a:pt x="2071" y="2169"/>
                </a:lnTo>
                <a:lnTo>
                  <a:pt x="2069" y="2155"/>
                </a:lnTo>
                <a:lnTo>
                  <a:pt x="2055" y="2143"/>
                </a:lnTo>
                <a:lnTo>
                  <a:pt x="2005" y="2138"/>
                </a:lnTo>
                <a:lnTo>
                  <a:pt x="1994" y="2133"/>
                </a:lnTo>
                <a:lnTo>
                  <a:pt x="2002" y="2122"/>
                </a:lnTo>
                <a:lnTo>
                  <a:pt x="2020" y="2116"/>
                </a:lnTo>
                <a:lnTo>
                  <a:pt x="2097" y="211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78" name="Freeform 101"/>
          <p:cNvSpPr>
            <a:spLocks/>
          </p:cNvSpPr>
          <p:nvPr/>
        </p:nvSpPr>
        <p:spPr bwMode="auto">
          <a:xfrm rot="306148">
            <a:off x="4521263" y="5151806"/>
            <a:ext cx="334963" cy="315839"/>
          </a:xfrm>
          <a:custGeom>
            <a:avLst/>
            <a:gdLst/>
            <a:ahLst/>
            <a:cxnLst>
              <a:cxn ang="0">
                <a:pos x="857" y="641"/>
              </a:cxn>
              <a:cxn ang="0">
                <a:pos x="811" y="734"/>
              </a:cxn>
              <a:cxn ang="0">
                <a:pos x="735" y="778"/>
              </a:cxn>
              <a:cxn ang="0">
                <a:pos x="648" y="843"/>
              </a:cxn>
              <a:cxn ang="0">
                <a:pos x="577" y="848"/>
              </a:cxn>
              <a:cxn ang="0">
                <a:pos x="532" y="871"/>
              </a:cxn>
              <a:cxn ang="0">
                <a:pos x="454" y="863"/>
              </a:cxn>
              <a:cxn ang="0">
                <a:pos x="385" y="871"/>
              </a:cxn>
              <a:cxn ang="0">
                <a:pos x="321" y="903"/>
              </a:cxn>
              <a:cxn ang="0">
                <a:pos x="254" y="884"/>
              </a:cxn>
              <a:cxn ang="0">
                <a:pos x="196" y="881"/>
              </a:cxn>
              <a:cxn ang="0">
                <a:pos x="160" y="855"/>
              </a:cxn>
              <a:cxn ang="0">
                <a:pos x="147" y="799"/>
              </a:cxn>
              <a:cxn ang="0">
                <a:pos x="160" y="773"/>
              </a:cxn>
              <a:cxn ang="0">
                <a:pos x="125" y="712"/>
              </a:cxn>
              <a:cxn ang="0">
                <a:pos x="70" y="597"/>
              </a:cxn>
              <a:cxn ang="0">
                <a:pos x="3" y="493"/>
              </a:cxn>
              <a:cxn ang="0">
                <a:pos x="31" y="489"/>
              </a:cxn>
              <a:cxn ang="0">
                <a:pos x="64" y="457"/>
              </a:cxn>
              <a:cxn ang="0">
                <a:pos x="99" y="440"/>
              </a:cxn>
              <a:cxn ang="0">
                <a:pos x="112" y="469"/>
              </a:cxn>
              <a:cxn ang="0">
                <a:pos x="144" y="498"/>
              </a:cxn>
              <a:cxn ang="0">
                <a:pos x="219" y="470"/>
              </a:cxn>
              <a:cxn ang="0">
                <a:pos x="235" y="417"/>
              </a:cxn>
              <a:cxn ang="0">
                <a:pos x="263" y="365"/>
              </a:cxn>
              <a:cxn ang="0">
                <a:pos x="308" y="362"/>
              </a:cxn>
              <a:cxn ang="0">
                <a:pos x="357" y="341"/>
              </a:cxn>
              <a:cxn ang="0">
                <a:pos x="392" y="269"/>
              </a:cxn>
              <a:cxn ang="0">
                <a:pos x="444" y="230"/>
              </a:cxn>
              <a:cxn ang="0">
                <a:pos x="529" y="254"/>
              </a:cxn>
              <a:cxn ang="0">
                <a:pos x="593" y="245"/>
              </a:cxn>
              <a:cxn ang="0">
                <a:pos x="636" y="180"/>
              </a:cxn>
              <a:cxn ang="0">
                <a:pos x="722" y="73"/>
              </a:cxn>
              <a:cxn ang="0">
                <a:pos x="804" y="0"/>
              </a:cxn>
              <a:cxn ang="0">
                <a:pos x="859" y="12"/>
              </a:cxn>
              <a:cxn ang="0">
                <a:pos x="937" y="11"/>
              </a:cxn>
              <a:cxn ang="0">
                <a:pos x="942" y="38"/>
              </a:cxn>
              <a:cxn ang="0">
                <a:pos x="961" y="151"/>
              </a:cxn>
              <a:cxn ang="0">
                <a:pos x="989" y="225"/>
              </a:cxn>
              <a:cxn ang="0">
                <a:pos x="975" y="275"/>
              </a:cxn>
              <a:cxn ang="0">
                <a:pos x="955" y="248"/>
              </a:cxn>
              <a:cxn ang="0">
                <a:pos x="920" y="261"/>
              </a:cxn>
              <a:cxn ang="0">
                <a:pos x="915" y="294"/>
              </a:cxn>
              <a:cxn ang="0">
                <a:pos x="949" y="319"/>
              </a:cxn>
              <a:cxn ang="0">
                <a:pos x="975" y="294"/>
              </a:cxn>
              <a:cxn ang="0">
                <a:pos x="979" y="283"/>
              </a:cxn>
              <a:cxn ang="0">
                <a:pos x="1029" y="343"/>
              </a:cxn>
              <a:cxn ang="0">
                <a:pos x="1006" y="393"/>
              </a:cxn>
              <a:cxn ang="0">
                <a:pos x="955" y="482"/>
              </a:cxn>
              <a:cxn ang="0">
                <a:pos x="897" y="577"/>
              </a:cxn>
              <a:cxn ang="0">
                <a:pos x="844" y="493"/>
              </a:cxn>
              <a:cxn ang="0">
                <a:pos x="841" y="440"/>
              </a:cxn>
              <a:cxn ang="0">
                <a:pos x="793" y="429"/>
              </a:cxn>
              <a:cxn ang="0">
                <a:pos x="763" y="455"/>
              </a:cxn>
              <a:cxn ang="0">
                <a:pos x="705" y="499"/>
              </a:cxn>
              <a:cxn ang="0">
                <a:pos x="694" y="533"/>
              </a:cxn>
              <a:cxn ang="0">
                <a:pos x="724" y="568"/>
              </a:cxn>
              <a:cxn ang="0">
                <a:pos x="760" y="566"/>
              </a:cxn>
              <a:cxn ang="0">
                <a:pos x="833" y="528"/>
              </a:cxn>
            </a:cxnLst>
            <a:rect l="0" t="0" r="r" b="b"/>
            <a:pathLst>
              <a:path w="1029" h="908">
                <a:moveTo>
                  <a:pt x="898" y="576"/>
                </a:moveTo>
                <a:lnTo>
                  <a:pt x="876" y="612"/>
                </a:lnTo>
                <a:lnTo>
                  <a:pt x="857" y="641"/>
                </a:lnTo>
                <a:lnTo>
                  <a:pt x="838" y="670"/>
                </a:lnTo>
                <a:lnTo>
                  <a:pt x="827" y="698"/>
                </a:lnTo>
                <a:lnTo>
                  <a:pt x="811" y="734"/>
                </a:lnTo>
                <a:lnTo>
                  <a:pt x="788" y="746"/>
                </a:lnTo>
                <a:lnTo>
                  <a:pt x="773" y="764"/>
                </a:lnTo>
                <a:lnTo>
                  <a:pt x="735" y="778"/>
                </a:lnTo>
                <a:lnTo>
                  <a:pt x="701" y="794"/>
                </a:lnTo>
                <a:lnTo>
                  <a:pt x="682" y="814"/>
                </a:lnTo>
                <a:lnTo>
                  <a:pt x="648" y="843"/>
                </a:lnTo>
                <a:lnTo>
                  <a:pt x="629" y="857"/>
                </a:lnTo>
                <a:lnTo>
                  <a:pt x="611" y="860"/>
                </a:lnTo>
                <a:lnTo>
                  <a:pt x="577" y="848"/>
                </a:lnTo>
                <a:lnTo>
                  <a:pt x="561" y="849"/>
                </a:lnTo>
                <a:lnTo>
                  <a:pt x="547" y="857"/>
                </a:lnTo>
                <a:lnTo>
                  <a:pt x="532" y="871"/>
                </a:lnTo>
                <a:lnTo>
                  <a:pt x="508" y="873"/>
                </a:lnTo>
                <a:lnTo>
                  <a:pt x="481" y="866"/>
                </a:lnTo>
                <a:lnTo>
                  <a:pt x="454" y="863"/>
                </a:lnTo>
                <a:lnTo>
                  <a:pt x="423" y="860"/>
                </a:lnTo>
                <a:lnTo>
                  <a:pt x="405" y="863"/>
                </a:lnTo>
                <a:lnTo>
                  <a:pt x="385" y="871"/>
                </a:lnTo>
                <a:lnTo>
                  <a:pt x="355" y="892"/>
                </a:lnTo>
                <a:lnTo>
                  <a:pt x="335" y="900"/>
                </a:lnTo>
                <a:lnTo>
                  <a:pt x="321" y="903"/>
                </a:lnTo>
                <a:lnTo>
                  <a:pt x="304" y="908"/>
                </a:lnTo>
                <a:lnTo>
                  <a:pt x="282" y="903"/>
                </a:lnTo>
                <a:lnTo>
                  <a:pt x="254" y="884"/>
                </a:lnTo>
                <a:lnTo>
                  <a:pt x="240" y="881"/>
                </a:lnTo>
                <a:lnTo>
                  <a:pt x="218" y="877"/>
                </a:lnTo>
                <a:lnTo>
                  <a:pt x="196" y="881"/>
                </a:lnTo>
                <a:lnTo>
                  <a:pt x="184" y="878"/>
                </a:lnTo>
                <a:lnTo>
                  <a:pt x="171" y="871"/>
                </a:lnTo>
                <a:lnTo>
                  <a:pt x="160" y="855"/>
                </a:lnTo>
                <a:lnTo>
                  <a:pt x="158" y="839"/>
                </a:lnTo>
                <a:lnTo>
                  <a:pt x="153" y="810"/>
                </a:lnTo>
                <a:lnTo>
                  <a:pt x="147" y="799"/>
                </a:lnTo>
                <a:lnTo>
                  <a:pt x="136" y="790"/>
                </a:lnTo>
                <a:lnTo>
                  <a:pt x="142" y="774"/>
                </a:lnTo>
                <a:lnTo>
                  <a:pt x="160" y="773"/>
                </a:lnTo>
                <a:lnTo>
                  <a:pt x="160" y="769"/>
                </a:lnTo>
                <a:lnTo>
                  <a:pt x="143" y="743"/>
                </a:lnTo>
                <a:lnTo>
                  <a:pt x="125" y="712"/>
                </a:lnTo>
                <a:lnTo>
                  <a:pt x="114" y="693"/>
                </a:lnTo>
                <a:lnTo>
                  <a:pt x="79" y="621"/>
                </a:lnTo>
                <a:lnTo>
                  <a:pt x="70" y="597"/>
                </a:lnTo>
                <a:lnTo>
                  <a:pt x="49" y="560"/>
                </a:lnTo>
                <a:lnTo>
                  <a:pt x="21" y="518"/>
                </a:lnTo>
                <a:lnTo>
                  <a:pt x="3" y="493"/>
                </a:lnTo>
                <a:lnTo>
                  <a:pt x="0" y="493"/>
                </a:lnTo>
                <a:lnTo>
                  <a:pt x="4" y="493"/>
                </a:lnTo>
                <a:lnTo>
                  <a:pt x="31" y="489"/>
                </a:lnTo>
                <a:lnTo>
                  <a:pt x="54" y="483"/>
                </a:lnTo>
                <a:lnTo>
                  <a:pt x="62" y="472"/>
                </a:lnTo>
                <a:lnTo>
                  <a:pt x="64" y="457"/>
                </a:lnTo>
                <a:lnTo>
                  <a:pt x="71" y="441"/>
                </a:lnTo>
                <a:lnTo>
                  <a:pt x="79" y="438"/>
                </a:lnTo>
                <a:lnTo>
                  <a:pt x="99" y="440"/>
                </a:lnTo>
                <a:lnTo>
                  <a:pt x="103" y="443"/>
                </a:lnTo>
                <a:lnTo>
                  <a:pt x="107" y="455"/>
                </a:lnTo>
                <a:lnTo>
                  <a:pt x="112" y="469"/>
                </a:lnTo>
                <a:lnTo>
                  <a:pt x="119" y="484"/>
                </a:lnTo>
                <a:lnTo>
                  <a:pt x="128" y="493"/>
                </a:lnTo>
                <a:lnTo>
                  <a:pt x="144" y="498"/>
                </a:lnTo>
                <a:lnTo>
                  <a:pt x="170" y="490"/>
                </a:lnTo>
                <a:lnTo>
                  <a:pt x="184" y="489"/>
                </a:lnTo>
                <a:lnTo>
                  <a:pt x="219" y="470"/>
                </a:lnTo>
                <a:lnTo>
                  <a:pt x="229" y="458"/>
                </a:lnTo>
                <a:lnTo>
                  <a:pt x="233" y="452"/>
                </a:lnTo>
                <a:lnTo>
                  <a:pt x="235" y="417"/>
                </a:lnTo>
                <a:lnTo>
                  <a:pt x="241" y="391"/>
                </a:lnTo>
                <a:lnTo>
                  <a:pt x="251" y="371"/>
                </a:lnTo>
                <a:lnTo>
                  <a:pt x="263" y="365"/>
                </a:lnTo>
                <a:lnTo>
                  <a:pt x="269" y="364"/>
                </a:lnTo>
                <a:lnTo>
                  <a:pt x="287" y="364"/>
                </a:lnTo>
                <a:lnTo>
                  <a:pt x="308" y="362"/>
                </a:lnTo>
                <a:lnTo>
                  <a:pt x="321" y="359"/>
                </a:lnTo>
                <a:lnTo>
                  <a:pt x="344" y="349"/>
                </a:lnTo>
                <a:lnTo>
                  <a:pt x="357" y="341"/>
                </a:lnTo>
                <a:lnTo>
                  <a:pt x="366" y="321"/>
                </a:lnTo>
                <a:lnTo>
                  <a:pt x="373" y="309"/>
                </a:lnTo>
                <a:lnTo>
                  <a:pt x="392" y="269"/>
                </a:lnTo>
                <a:lnTo>
                  <a:pt x="405" y="251"/>
                </a:lnTo>
                <a:lnTo>
                  <a:pt x="423" y="238"/>
                </a:lnTo>
                <a:lnTo>
                  <a:pt x="444" y="230"/>
                </a:lnTo>
                <a:lnTo>
                  <a:pt x="468" y="230"/>
                </a:lnTo>
                <a:lnTo>
                  <a:pt x="512" y="245"/>
                </a:lnTo>
                <a:lnTo>
                  <a:pt x="529" y="254"/>
                </a:lnTo>
                <a:lnTo>
                  <a:pt x="549" y="255"/>
                </a:lnTo>
                <a:lnTo>
                  <a:pt x="565" y="256"/>
                </a:lnTo>
                <a:lnTo>
                  <a:pt x="593" y="245"/>
                </a:lnTo>
                <a:lnTo>
                  <a:pt x="611" y="222"/>
                </a:lnTo>
                <a:lnTo>
                  <a:pt x="618" y="209"/>
                </a:lnTo>
                <a:lnTo>
                  <a:pt x="636" y="180"/>
                </a:lnTo>
                <a:lnTo>
                  <a:pt x="648" y="161"/>
                </a:lnTo>
                <a:lnTo>
                  <a:pt x="676" y="126"/>
                </a:lnTo>
                <a:lnTo>
                  <a:pt x="722" y="73"/>
                </a:lnTo>
                <a:lnTo>
                  <a:pt x="758" y="42"/>
                </a:lnTo>
                <a:lnTo>
                  <a:pt x="786" y="20"/>
                </a:lnTo>
                <a:lnTo>
                  <a:pt x="804" y="0"/>
                </a:lnTo>
                <a:lnTo>
                  <a:pt x="810" y="0"/>
                </a:lnTo>
                <a:lnTo>
                  <a:pt x="833" y="4"/>
                </a:lnTo>
                <a:lnTo>
                  <a:pt x="859" y="12"/>
                </a:lnTo>
                <a:lnTo>
                  <a:pt x="892" y="16"/>
                </a:lnTo>
                <a:lnTo>
                  <a:pt x="911" y="10"/>
                </a:lnTo>
                <a:lnTo>
                  <a:pt x="937" y="11"/>
                </a:lnTo>
                <a:lnTo>
                  <a:pt x="944" y="15"/>
                </a:lnTo>
                <a:lnTo>
                  <a:pt x="944" y="16"/>
                </a:lnTo>
                <a:lnTo>
                  <a:pt x="942" y="38"/>
                </a:lnTo>
                <a:lnTo>
                  <a:pt x="942" y="64"/>
                </a:lnTo>
                <a:lnTo>
                  <a:pt x="946" y="103"/>
                </a:lnTo>
                <a:lnTo>
                  <a:pt x="961" y="151"/>
                </a:lnTo>
                <a:lnTo>
                  <a:pt x="967" y="173"/>
                </a:lnTo>
                <a:lnTo>
                  <a:pt x="980" y="202"/>
                </a:lnTo>
                <a:lnTo>
                  <a:pt x="989" y="225"/>
                </a:lnTo>
                <a:lnTo>
                  <a:pt x="994" y="249"/>
                </a:lnTo>
                <a:lnTo>
                  <a:pt x="990" y="265"/>
                </a:lnTo>
                <a:lnTo>
                  <a:pt x="975" y="275"/>
                </a:lnTo>
                <a:lnTo>
                  <a:pt x="969" y="257"/>
                </a:lnTo>
                <a:lnTo>
                  <a:pt x="967" y="256"/>
                </a:lnTo>
                <a:lnTo>
                  <a:pt x="955" y="248"/>
                </a:lnTo>
                <a:lnTo>
                  <a:pt x="940" y="238"/>
                </a:lnTo>
                <a:lnTo>
                  <a:pt x="925" y="256"/>
                </a:lnTo>
                <a:lnTo>
                  <a:pt x="920" y="261"/>
                </a:lnTo>
                <a:lnTo>
                  <a:pt x="915" y="271"/>
                </a:lnTo>
                <a:lnTo>
                  <a:pt x="914" y="280"/>
                </a:lnTo>
                <a:lnTo>
                  <a:pt x="915" y="294"/>
                </a:lnTo>
                <a:lnTo>
                  <a:pt x="925" y="313"/>
                </a:lnTo>
                <a:lnTo>
                  <a:pt x="942" y="319"/>
                </a:lnTo>
                <a:lnTo>
                  <a:pt x="949" y="319"/>
                </a:lnTo>
                <a:lnTo>
                  <a:pt x="960" y="316"/>
                </a:lnTo>
                <a:lnTo>
                  <a:pt x="967" y="308"/>
                </a:lnTo>
                <a:lnTo>
                  <a:pt x="975" y="294"/>
                </a:lnTo>
                <a:lnTo>
                  <a:pt x="974" y="279"/>
                </a:lnTo>
                <a:lnTo>
                  <a:pt x="973" y="261"/>
                </a:lnTo>
                <a:lnTo>
                  <a:pt x="979" y="283"/>
                </a:lnTo>
                <a:lnTo>
                  <a:pt x="1025" y="301"/>
                </a:lnTo>
                <a:lnTo>
                  <a:pt x="1029" y="319"/>
                </a:lnTo>
                <a:lnTo>
                  <a:pt x="1029" y="343"/>
                </a:lnTo>
                <a:lnTo>
                  <a:pt x="1018" y="367"/>
                </a:lnTo>
                <a:lnTo>
                  <a:pt x="1012" y="380"/>
                </a:lnTo>
                <a:lnTo>
                  <a:pt x="1006" y="393"/>
                </a:lnTo>
                <a:lnTo>
                  <a:pt x="997" y="415"/>
                </a:lnTo>
                <a:lnTo>
                  <a:pt x="985" y="441"/>
                </a:lnTo>
                <a:lnTo>
                  <a:pt x="955" y="482"/>
                </a:lnTo>
                <a:lnTo>
                  <a:pt x="937" y="505"/>
                </a:lnTo>
                <a:lnTo>
                  <a:pt x="922" y="528"/>
                </a:lnTo>
                <a:lnTo>
                  <a:pt x="897" y="577"/>
                </a:lnTo>
                <a:lnTo>
                  <a:pt x="831" y="527"/>
                </a:lnTo>
                <a:lnTo>
                  <a:pt x="838" y="513"/>
                </a:lnTo>
                <a:lnTo>
                  <a:pt x="844" y="493"/>
                </a:lnTo>
                <a:lnTo>
                  <a:pt x="846" y="477"/>
                </a:lnTo>
                <a:lnTo>
                  <a:pt x="845" y="460"/>
                </a:lnTo>
                <a:lnTo>
                  <a:pt x="841" y="440"/>
                </a:lnTo>
                <a:lnTo>
                  <a:pt x="827" y="424"/>
                </a:lnTo>
                <a:lnTo>
                  <a:pt x="810" y="419"/>
                </a:lnTo>
                <a:lnTo>
                  <a:pt x="793" y="429"/>
                </a:lnTo>
                <a:lnTo>
                  <a:pt x="782" y="440"/>
                </a:lnTo>
                <a:lnTo>
                  <a:pt x="765" y="452"/>
                </a:lnTo>
                <a:lnTo>
                  <a:pt x="763" y="455"/>
                </a:lnTo>
                <a:lnTo>
                  <a:pt x="744" y="464"/>
                </a:lnTo>
                <a:lnTo>
                  <a:pt x="723" y="479"/>
                </a:lnTo>
                <a:lnTo>
                  <a:pt x="705" y="499"/>
                </a:lnTo>
                <a:lnTo>
                  <a:pt x="700" y="506"/>
                </a:lnTo>
                <a:lnTo>
                  <a:pt x="695" y="520"/>
                </a:lnTo>
                <a:lnTo>
                  <a:pt x="694" y="533"/>
                </a:lnTo>
                <a:lnTo>
                  <a:pt x="695" y="545"/>
                </a:lnTo>
                <a:lnTo>
                  <a:pt x="709" y="560"/>
                </a:lnTo>
                <a:lnTo>
                  <a:pt x="724" y="568"/>
                </a:lnTo>
                <a:lnTo>
                  <a:pt x="735" y="569"/>
                </a:lnTo>
                <a:lnTo>
                  <a:pt x="742" y="568"/>
                </a:lnTo>
                <a:lnTo>
                  <a:pt x="760" y="566"/>
                </a:lnTo>
                <a:lnTo>
                  <a:pt x="794" y="554"/>
                </a:lnTo>
                <a:lnTo>
                  <a:pt x="812" y="545"/>
                </a:lnTo>
                <a:lnTo>
                  <a:pt x="833" y="528"/>
                </a:lnTo>
                <a:lnTo>
                  <a:pt x="898" y="576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79" name="Freeform 154"/>
          <p:cNvSpPr>
            <a:spLocks/>
          </p:cNvSpPr>
          <p:nvPr/>
        </p:nvSpPr>
        <p:spPr bwMode="auto">
          <a:xfrm>
            <a:off x="5645213" y="3785285"/>
            <a:ext cx="606425" cy="665009"/>
          </a:xfrm>
          <a:custGeom>
            <a:avLst/>
            <a:gdLst/>
            <a:ahLst/>
            <a:cxnLst>
              <a:cxn ang="0">
                <a:pos x="632" y="264"/>
              </a:cxn>
              <a:cxn ang="0">
                <a:pos x="559" y="202"/>
              </a:cxn>
              <a:cxn ang="0">
                <a:pos x="600" y="197"/>
              </a:cxn>
              <a:cxn ang="0">
                <a:pos x="616" y="149"/>
              </a:cxn>
              <a:cxn ang="0">
                <a:pos x="649" y="120"/>
              </a:cxn>
              <a:cxn ang="0">
                <a:pos x="559" y="0"/>
              </a:cxn>
              <a:cxn ang="0">
                <a:pos x="469" y="75"/>
              </a:cxn>
              <a:cxn ang="0">
                <a:pos x="380" y="44"/>
              </a:cxn>
              <a:cxn ang="0">
                <a:pos x="355" y="153"/>
              </a:cxn>
              <a:cxn ang="0">
                <a:pos x="371" y="196"/>
              </a:cxn>
              <a:cxn ang="0">
                <a:pos x="367" y="270"/>
              </a:cxn>
              <a:cxn ang="0">
                <a:pos x="291" y="307"/>
              </a:cxn>
              <a:cxn ang="0">
                <a:pos x="258" y="371"/>
              </a:cxn>
              <a:cxn ang="0">
                <a:pos x="210" y="407"/>
              </a:cxn>
              <a:cxn ang="0">
                <a:pos x="115" y="434"/>
              </a:cxn>
              <a:cxn ang="0">
                <a:pos x="70" y="489"/>
              </a:cxn>
              <a:cxn ang="0">
                <a:pos x="110" y="515"/>
              </a:cxn>
              <a:cxn ang="0">
                <a:pos x="154" y="580"/>
              </a:cxn>
              <a:cxn ang="0">
                <a:pos x="123" y="570"/>
              </a:cxn>
              <a:cxn ang="0">
                <a:pos x="0" y="623"/>
              </a:cxn>
              <a:cxn ang="0">
                <a:pos x="86" y="714"/>
              </a:cxn>
              <a:cxn ang="0">
                <a:pos x="71" y="822"/>
              </a:cxn>
              <a:cxn ang="0">
                <a:pos x="189" y="800"/>
              </a:cxn>
              <a:cxn ang="0">
                <a:pos x="206" y="839"/>
              </a:cxn>
              <a:cxn ang="0">
                <a:pos x="223" y="1053"/>
              </a:cxn>
              <a:cxn ang="0">
                <a:pos x="354" y="1340"/>
              </a:cxn>
              <a:cxn ang="0">
                <a:pos x="410" y="1480"/>
              </a:cxn>
              <a:cxn ang="0">
                <a:pos x="470" y="1471"/>
              </a:cxn>
              <a:cxn ang="0">
                <a:pos x="507" y="1428"/>
              </a:cxn>
              <a:cxn ang="0">
                <a:pos x="563" y="1323"/>
              </a:cxn>
              <a:cxn ang="0">
                <a:pos x="600" y="1282"/>
              </a:cxn>
              <a:cxn ang="0">
                <a:pos x="653" y="1127"/>
              </a:cxn>
              <a:cxn ang="0">
                <a:pos x="674" y="1089"/>
              </a:cxn>
              <a:cxn ang="0">
                <a:pos x="970" y="887"/>
              </a:cxn>
              <a:cxn ang="0">
                <a:pos x="1001" y="800"/>
              </a:cxn>
              <a:cxn ang="0">
                <a:pos x="1016" y="664"/>
              </a:cxn>
              <a:cxn ang="0">
                <a:pos x="1016" y="590"/>
              </a:cxn>
              <a:cxn ang="0">
                <a:pos x="1048" y="543"/>
              </a:cxn>
              <a:cxn ang="0">
                <a:pos x="1122" y="571"/>
              </a:cxn>
              <a:cxn ang="0">
                <a:pos x="1101" y="618"/>
              </a:cxn>
              <a:cxn ang="0">
                <a:pos x="1159" y="633"/>
              </a:cxn>
              <a:cxn ang="0">
                <a:pos x="1253" y="643"/>
              </a:cxn>
              <a:cxn ang="0">
                <a:pos x="1202" y="664"/>
              </a:cxn>
              <a:cxn ang="0">
                <a:pos x="1206" y="745"/>
              </a:cxn>
              <a:cxn ang="0">
                <a:pos x="1280" y="745"/>
              </a:cxn>
              <a:cxn ang="0">
                <a:pos x="1305" y="822"/>
              </a:cxn>
              <a:cxn ang="0">
                <a:pos x="1286" y="674"/>
              </a:cxn>
              <a:cxn ang="0">
                <a:pos x="1355" y="581"/>
              </a:cxn>
              <a:cxn ang="0">
                <a:pos x="1479" y="518"/>
              </a:cxn>
              <a:cxn ang="0">
                <a:pos x="1449" y="390"/>
              </a:cxn>
              <a:cxn ang="0">
                <a:pos x="1289" y="438"/>
              </a:cxn>
              <a:cxn ang="0">
                <a:pos x="1286" y="499"/>
              </a:cxn>
              <a:cxn ang="0">
                <a:pos x="1234" y="469"/>
              </a:cxn>
              <a:cxn ang="0">
                <a:pos x="1183" y="550"/>
              </a:cxn>
              <a:cxn ang="0">
                <a:pos x="1091" y="533"/>
              </a:cxn>
              <a:cxn ang="0">
                <a:pos x="1053" y="465"/>
              </a:cxn>
              <a:cxn ang="0">
                <a:pos x="991" y="528"/>
              </a:cxn>
              <a:cxn ang="0">
                <a:pos x="890" y="523"/>
              </a:cxn>
              <a:cxn ang="0">
                <a:pos x="810" y="481"/>
              </a:cxn>
              <a:cxn ang="0">
                <a:pos x="705" y="469"/>
              </a:cxn>
              <a:cxn ang="0">
                <a:pos x="613" y="385"/>
              </a:cxn>
            </a:cxnLst>
            <a:rect l="0" t="0" r="r" b="b"/>
            <a:pathLst>
              <a:path w="1486" h="1530">
                <a:moveTo>
                  <a:pt x="659" y="327"/>
                </a:moveTo>
                <a:lnTo>
                  <a:pt x="632" y="264"/>
                </a:lnTo>
                <a:lnTo>
                  <a:pt x="576" y="264"/>
                </a:lnTo>
                <a:lnTo>
                  <a:pt x="559" y="202"/>
                </a:lnTo>
                <a:lnTo>
                  <a:pt x="596" y="220"/>
                </a:lnTo>
                <a:lnTo>
                  <a:pt x="600" y="197"/>
                </a:lnTo>
                <a:lnTo>
                  <a:pt x="584" y="157"/>
                </a:lnTo>
                <a:lnTo>
                  <a:pt x="616" y="149"/>
                </a:lnTo>
                <a:lnTo>
                  <a:pt x="616" y="120"/>
                </a:lnTo>
                <a:lnTo>
                  <a:pt x="649" y="120"/>
                </a:lnTo>
                <a:lnTo>
                  <a:pt x="628" y="13"/>
                </a:lnTo>
                <a:lnTo>
                  <a:pt x="559" y="0"/>
                </a:lnTo>
                <a:lnTo>
                  <a:pt x="543" y="52"/>
                </a:lnTo>
                <a:lnTo>
                  <a:pt x="469" y="75"/>
                </a:lnTo>
                <a:lnTo>
                  <a:pt x="453" y="37"/>
                </a:lnTo>
                <a:lnTo>
                  <a:pt x="380" y="44"/>
                </a:lnTo>
                <a:lnTo>
                  <a:pt x="355" y="69"/>
                </a:lnTo>
                <a:lnTo>
                  <a:pt x="355" y="153"/>
                </a:lnTo>
                <a:lnTo>
                  <a:pt x="407" y="189"/>
                </a:lnTo>
                <a:lnTo>
                  <a:pt x="371" y="196"/>
                </a:lnTo>
                <a:lnTo>
                  <a:pt x="340" y="242"/>
                </a:lnTo>
                <a:lnTo>
                  <a:pt x="367" y="270"/>
                </a:lnTo>
                <a:lnTo>
                  <a:pt x="348" y="295"/>
                </a:lnTo>
                <a:lnTo>
                  <a:pt x="291" y="307"/>
                </a:lnTo>
                <a:lnTo>
                  <a:pt x="258" y="318"/>
                </a:lnTo>
                <a:lnTo>
                  <a:pt x="258" y="371"/>
                </a:lnTo>
                <a:lnTo>
                  <a:pt x="210" y="371"/>
                </a:lnTo>
                <a:lnTo>
                  <a:pt x="210" y="407"/>
                </a:lnTo>
                <a:lnTo>
                  <a:pt x="107" y="415"/>
                </a:lnTo>
                <a:lnTo>
                  <a:pt x="115" y="434"/>
                </a:lnTo>
                <a:lnTo>
                  <a:pt x="70" y="434"/>
                </a:lnTo>
                <a:lnTo>
                  <a:pt x="70" y="489"/>
                </a:lnTo>
                <a:lnTo>
                  <a:pt x="107" y="491"/>
                </a:lnTo>
                <a:lnTo>
                  <a:pt x="110" y="515"/>
                </a:lnTo>
                <a:lnTo>
                  <a:pt x="143" y="523"/>
                </a:lnTo>
                <a:lnTo>
                  <a:pt x="154" y="580"/>
                </a:lnTo>
                <a:lnTo>
                  <a:pt x="148" y="612"/>
                </a:lnTo>
                <a:lnTo>
                  <a:pt x="123" y="570"/>
                </a:lnTo>
                <a:lnTo>
                  <a:pt x="64" y="570"/>
                </a:lnTo>
                <a:lnTo>
                  <a:pt x="0" y="623"/>
                </a:lnTo>
                <a:lnTo>
                  <a:pt x="31" y="691"/>
                </a:lnTo>
                <a:lnTo>
                  <a:pt x="86" y="714"/>
                </a:lnTo>
                <a:lnTo>
                  <a:pt x="64" y="733"/>
                </a:lnTo>
                <a:lnTo>
                  <a:pt x="71" y="822"/>
                </a:lnTo>
                <a:lnTo>
                  <a:pt x="158" y="829"/>
                </a:lnTo>
                <a:lnTo>
                  <a:pt x="189" y="800"/>
                </a:lnTo>
                <a:lnTo>
                  <a:pt x="211" y="813"/>
                </a:lnTo>
                <a:lnTo>
                  <a:pt x="206" y="839"/>
                </a:lnTo>
                <a:lnTo>
                  <a:pt x="223" y="874"/>
                </a:lnTo>
                <a:lnTo>
                  <a:pt x="223" y="1053"/>
                </a:lnTo>
                <a:lnTo>
                  <a:pt x="312" y="1308"/>
                </a:lnTo>
                <a:lnTo>
                  <a:pt x="354" y="1340"/>
                </a:lnTo>
                <a:lnTo>
                  <a:pt x="373" y="1480"/>
                </a:lnTo>
                <a:lnTo>
                  <a:pt x="410" y="1480"/>
                </a:lnTo>
                <a:lnTo>
                  <a:pt x="415" y="1530"/>
                </a:lnTo>
                <a:lnTo>
                  <a:pt x="470" y="1471"/>
                </a:lnTo>
                <a:lnTo>
                  <a:pt x="507" y="1471"/>
                </a:lnTo>
                <a:lnTo>
                  <a:pt x="507" y="1428"/>
                </a:lnTo>
                <a:lnTo>
                  <a:pt x="563" y="1401"/>
                </a:lnTo>
                <a:lnTo>
                  <a:pt x="563" y="1323"/>
                </a:lnTo>
                <a:lnTo>
                  <a:pt x="600" y="1291"/>
                </a:lnTo>
                <a:lnTo>
                  <a:pt x="600" y="1282"/>
                </a:lnTo>
                <a:lnTo>
                  <a:pt x="600" y="1144"/>
                </a:lnTo>
                <a:lnTo>
                  <a:pt x="653" y="1127"/>
                </a:lnTo>
                <a:lnTo>
                  <a:pt x="653" y="1108"/>
                </a:lnTo>
                <a:lnTo>
                  <a:pt x="674" y="1089"/>
                </a:lnTo>
                <a:lnTo>
                  <a:pt x="895" y="927"/>
                </a:lnTo>
                <a:lnTo>
                  <a:pt x="970" y="887"/>
                </a:lnTo>
                <a:lnTo>
                  <a:pt x="952" y="854"/>
                </a:lnTo>
                <a:lnTo>
                  <a:pt x="1001" y="800"/>
                </a:lnTo>
                <a:lnTo>
                  <a:pt x="1022" y="780"/>
                </a:lnTo>
                <a:lnTo>
                  <a:pt x="1016" y="664"/>
                </a:lnTo>
                <a:lnTo>
                  <a:pt x="1045" y="612"/>
                </a:lnTo>
                <a:lnTo>
                  <a:pt x="1016" y="590"/>
                </a:lnTo>
                <a:lnTo>
                  <a:pt x="1016" y="550"/>
                </a:lnTo>
                <a:lnTo>
                  <a:pt x="1048" y="543"/>
                </a:lnTo>
                <a:lnTo>
                  <a:pt x="1074" y="581"/>
                </a:lnTo>
                <a:lnTo>
                  <a:pt x="1122" y="571"/>
                </a:lnTo>
                <a:lnTo>
                  <a:pt x="1123" y="576"/>
                </a:lnTo>
                <a:lnTo>
                  <a:pt x="1101" y="618"/>
                </a:lnTo>
                <a:lnTo>
                  <a:pt x="1122" y="633"/>
                </a:lnTo>
                <a:lnTo>
                  <a:pt x="1159" y="633"/>
                </a:lnTo>
                <a:lnTo>
                  <a:pt x="1228" y="623"/>
                </a:lnTo>
                <a:lnTo>
                  <a:pt x="1253" y="643"/>
                </a:lnTo>
                <a:lnTo>
                  <a:pt x="1253" y="657"/>
                </a:lnTo>
                <a:lnTo>
                  <a:pt x="1202" y="664"/>
                </a:lnTo>
                <a:lnTo>
                  <a:pt x="1192" y="714"/>
                </a:lnTo>
                <a:lnTo>
                  <a:pt x="1206" y="745"/>
                </a:lnTo>
                <a:lnTo>
                  <a:pt x="1243" y="718"/>
                </a:lnTo>
                <a:lnTo>
                  <a:pt x="1280" y="745"/>
                </a:lnTo>
                <a:lnTo>
                  <a:pt x="1274" y="853"/>
                </a:lnTo>
                <a:lnTo>
                  <a:pt x="1305" y="822"/>
                </a:lnTo>
                <a:lnTo>
                  <a:pt x="1318" y="708"/>
                </a:lnTo>
                <a:lnTo>
                  <a:pt x="1286" y="674"/>
                </a:lnTo>
                <a:lnTo>
                  <a:pt x="1367" y="643"/>
                </a:lnTo>
                <a:lnTo>
                  <a:pt x="1355" y="581"/>
                </a:lnTo>
                <a:lnTo>
                  <a:pt x="1418" y="518"/>
                </a:lnTo>
                <a:lnTo>
                  <a:pt x="1479" y="518"/>
                </a:lnTo>
                <a:lnTo>
                  <a:pt x="1486" y="462"/>
                </a:lnTo>
                <a:lnTo>
                  <a:pt x="1449" y="390"/>
                </a:lnTo>
                <a:lnTo>
                  <a:pt x="1348" y="390"/>
                </a:lnTo>
                <a:lnTo>
                  <a:pt x="1289" y="438"/>
                </a:lnTo>
                <a:lnTo>
                  <a:pt x="1305" y="491"/>
                </a:lnTo>
                <a:lnTo>
                  <a:pt x="1286" y="499"/>
                </a:lnTo>
                <a:lnTo>
                  <a:pt x="1259" y="462"/>
                </a:lnTo>
                <a:lnTo>
                  <a:pt x="1234" y="469"/>
                </a:lnTo>
                <a:lnTo>
                  <a:pt x="1234" y="512"/>
                </a:lnTo>
                <a:lnTo>
                  <a:pt x="1183" y="550"/>
                </a:lnTo>
                <a:lnTo>
                  <a:pt x="1134" y="512"/>
                </a:lnTo>
                <a:lnTo>
                  <a:pt x="1091" y="533"/>
                </a:lnTo>
                <a:lnTo>
                  <a:pt x="1053" y="518"/>
                </a:lnTo>
                <a:lnTo>
                  <a:pt x="1053" y="465"/>
                </a:lnTo>
                <a:lnTo>
                  <a:pt x="1013" y="465"/>
                </a:lnTo>
                <a:lnTo>
                  <a:pt x="991" y="528"/>
                </a:lnTo>
                <a:lnTo>
                  <a:pt x="943" y="533"/>
                </a:lnTo>
                <a:lnTo>
                  <a:pt x="890" y="523"/>
                </a:lnTo>
                <a:lnTo>
                  <a:pt x="826" y="523"/>
                </a:lnTo>
                <a:lnTo>
                  <a:pt x="810" y="481"/>
                </a:lnTo>
                <a:lnTo>
                  <a:pt x="781" y="462"/>
                </a:lnTo>
                <a:lnTo>
                  <a:pt x="705" y="469"/>
                </a:lnTo>
                <a:lnTo>
                  <a:pt x="632" y="417"/>
                </a:lnTo>
                <a:lnTo>
                  <a:pt x="613" y="385"/>
                </a:lnTo>
                <a:lnTo>
                  <a:pt x="659" y="327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80" name="Freeform 202"/>
          <p:cNvSpPr>
            <a:spLocks/>
          </p:cNvSpPr>
          <p:nvPr/>
        </p:nvSpPr>
        <p:spPr bwMode="auto">
          <a:xfrm>
            <a:off x="4508562" y="2404480"/>
            <a:ext cx="298450" cy="663421"/>
          </a:xfrm>
          <a:custGeom>
            <a:avLst/>
            <a:gdLst/>
            <a:ahLst/>
            <a:cxnLst>
              <a:cxn ang="0">
                <a:pos x="1046" y="152"/>
              </a:cxn>
              <a:cxn ang="0">
                <a:pos x="1194" y="286"/>
              </a:cxn>
              <a:cxn ang="0">
                <a:pos x="1173" y="389"/>
              </a:cxn>
              <a:cxn ang="0">
                <a:pos x="1160" y="480"/>
              </a:cxn>
              <a:cxn ang="0">
                <a:pos x="1167" y="607"/>
              </a:cxn>
              <a:cxn ang="0">
                <a:pos x="1167" y="692"/>
              </a:cxn>
              <a:cxn ang="0">
                <a:pos x="1071" y="758"/>
              </a:cxn>
              <a:cxn ang="0">
                <a:pos x="1007" y="758"/>
              </a:cxn>
              <a:cxn ang="0">
                <a:pos x="975" y="800"/>
              </a:cxn>
              <a:cxn ang="0">
                <a:pos x="942" y="846"/>
              </a:cxn>
              <a:cxn ang="0">
                <a:pos x="906" y="920"/>
              </a:cxn>
              <a:cxn ang="0">
                <a:pos x="917" y="1082"/>
              </a:cxn>
              <a:cxn ang="0">
                <a:pos x="691" y="1237"/>
              </a:cxn>
              <a:cxn ang="0">
                <a:pos x="610" y="1309"/>
              </a:cxn>
              <a:cxn ang="0">
                <a:pos x="553" y="1351"/>
              </a:cxn>
              <a:cxn ang="0">
                <a:pos x="520" y="1520"/>
              </a:cxn>
              <a:cxn ang="0">
                <a:pos x="634" y="1731"/>
              </a:cxn>
              <a:cxn ang="0">
                <a:pos x="603" y="1844"/>
              </a:cxn>
              <a:cxn ang="0">
                <a:pos x="422" y="1851"/>
              </a:cxn>
              <a:cxn ang="0">
                <a:pos x="532" y="1862"/>
              </a:cxn>
              <a:cxn ang="0">
                <a:pos x="638" y="1888"/>
              </a:cxn>
              <a:cxn ang="0">
                <a:pos x="518" y="1968"/>
              </a:cxn>
              <a:cxn ang="0">
                <a:pos x="452" y="2012"/>
              </a:cxn>
              <a:cxn ang="0">
                <a:pos x="394" y="2336"/>
              </a:cxn>
              <a:cxn ang="0">
                <a:pos x="240" y="2402"/>
              </a:cxn>
              <a:cxn ang="0">
                <a:pos x="232" y="2463"/>
              </a:cxn>
              <a:cxn ang="0">
                <a:pos x="197" y="2510"/>
              </a:cxn>
              <a:cxn ang="0">
                <a:pos x="113" y="2440"/>
              </a:cxn>
              <a:cxn ang="0">
                <a:pos x="113" y="2323"/>
              </a:cxn>
              <a:cxn ang="0">
                <a:pos x="71" y="2260"/>
              </a:cxn>
              <a:cxn ang="0">
                <a:pos x="38" y="2197"/>
              </a:cxn>
              <a:cxn ang="0">
                <a:pos x="60" y="2055"/>
              </a:cxn>
              <a:cxn ang="0">
                <a:pos x="0" y="1907"/>
              </a:cxn>
              <a:cxn ang="0">
                <a:pos x="85" y="1808"/>
              </a:cxn>
              <a:cxn ang="0">
                <a:pos x="141" y="1675"/>
              </a:cxn>
              <a:cxn ang="0">
                <a:pos x="158" y="1523"/>
              </a:cxn>
              <a:cxn ang="0">
                <a:pos x="123" y="1293"/>
              </a:cxn>
              <a:cxn ang="0">
                <a:pos x="146" y="1202"/>
              </a:cxn>
              <a:cxn ang="0">
                <a:pos x="220" y="1032"/>
              </a:cxn>
              <a:cxn ang="0">
                <a:pos x="307" y="992"/>
              </a:cxn>
              <a:cxn ang="0">
                <a:pos x="284" y="913"/>
              </a:cxn>
              <a:cxn ang="0">
                <a:pos x="357" y="818"/>
              </a:cxn>
              <a:cxn ang="0">
                <a:pos x="371" y="649"/>
              </a:cxn>
              <a:cxn ang="0">
                <a:pos x="385" y="589"/>
              </a:cxn>
              <a:cxn ang="0">
                <a:pos x="456" y="515"/>
              </a:cxn>
              <a:cxn ang="0">
                <a:pos x="520" y="480"/>
              </a:cxn>
              <a:cxn ang="0">
                <a:pos x="525" y="352"/>
              </a:cxn>
              <a:cxn ang="0">
                <a:pos x="618" y="211"/>
              </a:cxn>
              <a:cxn ang="0">
                <a:pos x="700" y="207"/>
              </a:cxn>
              <a:cxn ang="0">
                <a:pos x="799" y="144"/>
              </a:cxn>
              <a:cxn ang="0">
                <a:pos x="877" y="180"/>
              </a:cxn>
              <a:cxn ang="0">
                <a:pos x="899" y="116"/>
              </a:cxn>
              <a:cxn ang="0">
                <a:pos x="931" y="0"/>
              </a:cxn>
            </a:cxnLst>
            <a:rect l="0" t="0" r="r" b="b"/>
            <a:pathLst>
              <a:path w="1194" h="2510">
                <a:moveTo>
                  <a:pt x="931" y="0"/>
                </a:moveTo>
                <a:lnTo>
                  <a:pt x="1046" y="152"/>
                </a:lnTo>
                <a:lnTo>
                  <a:pt x="1120" y="177"/>
                </a:lnTo>
                <a:lnTo>
                  <a:pt x="1194" y="286"/>
                </a:lnTo>
                <a:lnTo>
                  <a:pt x="1148" y="331"/>
                </a:lnTo>
                <a:lnTo>
                  <a:pt x="1173" y="389"/>
                </a:lnTo>
                <a:lnTo>
                  <a:pt x="1173" y="423"/>
                </a:lnTo>
                <a:lnTo>
                  <a:pt x="1160" y="480"/>
                </a:lnTo>
                <a:lnTo>
                  <a:pt x="1173" y="530"/>
                </a:lnTo>
                <a:lnTo>
                  <a:pt x="1167" y="607"/>
                </a:lnTo>
                <a:lnTo>
                  <a:pt x="1144" y="662"/>
                </a:lnTo>
                <a:lnTo>
                  <a:pt x="1167" y="692"/>
                </a:lnTo>
                <a:lnTo>
                  <a:pt x="1178" y="754"/>
                </a:lnTo>
                <a:lnTo>
                  <a:pt x="1071" y="758"/>
                </a:lnTo>
                <a:lnTo>
                  <a:pt x="1050" y="724"/>
                </a:lnTo>
                <a:lnTo>
                  <a:pt x="1007" y="758"/>
                </a:lnTo>
                <a:lnTo>
                  <a:pt x="992" y="758"/>
                </a:lnTo>
                <a:lnTo>
                  <a:pt x="975" y="800"/>
                </a:lnTo>
                <a:lnTo>
                  <a:pt x="1000" y="849"/>
                </a:lnTo>
                <a:lnTo>
                  <a:pt x="942" y="846"/>
                </a:lnTo>
                <a:lnTo>
                  <a:pt x="949" y="871"/>
                </a:lnTo>
                <a:lnTo>
                  <a:pt x="906" y="920"/>
                </a:lnTo>
                <a:lnTo>
                  <a:pt x="943" y="1016"/>
                </a:lnTo>
                <a:lnTo>
                  <a:pt x="917" y="1082"/>
                </a:lnTo>
                <a:lnTo>
                  <a:pt x="739" y="1241"/>
                </a:lnTo>
                <a:lnTo>
                  <a:pt x="691" y="1237"/>
                </a:lnTo>
                <a:lnTo>
                  <a:pt x="666" y="1297"/>
                </a:lnTo>
                <a:lnTo>
                  <a:pt x="610" y="1309"/>
                </a:lnTo>
                <a:lnTo>
                  <a:pt x="606" y="1363"/>
                </a:lnTo>
                <a:lnTo>
                  <a:pt x="553" y="1351"/>
                </a:lnTo>
                <a:lnTo>
                  <a:pt x="553" y="1498"/>
                </a:lnTo>
                <a:lnTo>
                  <a:pt x="520" y="1520"/>
                </a:lnTo>
                <a:lnTo>
                  <a:pt x="538" y="1653"/>
                </a:lnTo>
                <a:lnTo>
                  <a:pt x="634" y="1731"/>
                </a:lnTo>
                <a:lnTo>
                  <a:pt x="648" y="1829"/>
                </a:lnTo>
                <a:lnTo>
                  <a:pt x="603" y="1844"/>
                </a:lnTo>
                <a:lnTo>
                  <a:pt x="490" y="1826"/>
                </a:lnTo>
                <a:lnTo>
                  <a:pt x="422" y="1851"/>
                </a:lnTo>
                <a:lnTo>
                  <a:pt x="496" y="1900"/>
                </a:lnTo>
                <a:lnTo>
                  <a:pt x="532" y="1862"/>
                </a:lnTo>
                <a:lnTo>
                  <a:pt x="638" y="1869"/>
                </a:lnTo>
                <a:lnTo>
                  <a:pt x="638" y="1888"/>
                </a:lnTo>
                <a:lnTo>
                  <a:pt x="570" y="1970"/>
                </a:lnTo>
                <a:lnTo>
                  <a:pt x="518" y="1968"/>
                </a:lnTo>
                <a:lnTo>
                  <a:pt x="513" y="2002"/>
                </a:lnTo>
                <a:lnTo>
                  <a:pt x="452" y="2012"/>
                </a:lnTo>
                <a:lnTo>
                  <a:pt x="481" y="2055"/>
                </a:lnTo>
                <a:lnTo>
                  <a:pt x="394" y="2336"/>
                </a:lnTo>
                <a:lnTo>
                  <a:pt x="352" y="2402"/>
                </a:lnTo>
                <a:lnTo>
                  <a:pt x="240" y="2402"/>
                </a:lnTo>
                <a:lnTo>
                  <a:pt x="211" y="2440"/>
                </a:lnTo>
                <a:lnTo>
                  <a:pt x="232" y="2463"/>
                </a:lnTo>
                <a:lnTo>
                  <a:pt x="232" y="2492"/>
                </a:lnTo>
                <a:lnTo>
                  <a:pt x="197" y="2510"/>
                </a:lnTo>
                <a:lnTo>
                  <a:pt x="135" y="2505"/>
                </a:lnTo>
                <a:lnTo>
                  <a:pt x="113" y="2440"/>
                </a:lnTo>
                <a:lnTo>
                  <a:pt x="85" y="2390"/>
                </a:lnTo>
                <a:lnTo>
                  <a:pt x="113" y="2323"/>
                </a:lnTo>
                <a:lnTo>
                  <a:pt x="121" y="2270"/>
                </a:lnTo>
                <a:lnTo>
                  <a:pt x="71" y="2260"/>
                </a:lnTo>
                <a:lnTo>
                  <a:pt x="85" y="2218"/>
                </a:lnTo>
                <a:lnTo>
                  <a:pt x="38" y="2197"/>
                </a:lnTo>
                <a:lnTo>
                  <a:pt x="14" y="2118"/>
                </a:lnTo>
                <a:lnTo>
                  <a:pt x="60" y="2055"/>
                </a:lnTo>
                <a:lnTo>
                  <a:pt x="5" y="2026"/>
                </a:lnTo>
                <a:lnTo>
                  <a:pt x="0" y="1907"/>
                </a:lnTo>
                <a:lnTo>
                  <a:pt x="38" y="1907"/>
                </a:lnTo>
                <a:lnTo>
                  <a:pt x="85" y="1808"/>
                </a:lnTo>
                <a:lnTo>
                  <a:pt x="85" y="1752"/>
                </a:lnTo>
                <a:lnTo>
                  <a:pt x="141" y="1675"/>
                </a:lnTo>
                <a:lnTo>
                  <a:pt x="110" y="1594"/>
                </a:lnTo>
                <a:lnTo>
                  <a:pt x="158" y="1523"/>
                </a:lnTo>
                <a:lnTo>
                  <a:pt x="146" y="1495"/>
                </a:lnTo>
                <a:lnTo>
                  <a:pt x="123" y="1293"/>
                </a:lnTo>
                <a:lnTo>
                  <a:pt x="138" y="1248"/>
                </a:lnTo>
                <a:lnTo>
                  <a:pt x="146" y="1202"/>
                </a:lnTo>
                <a:lnTo>
                  <a:pt x="141" y="1124"/>
                </a:lnTo>
                <a:lnTo>
                  <a:pt x="220" y="1032"/>
                </a:lnTo>
                <a:lnTo>
                  <a:pt x="299" y="1035"/>
                </a:lnTo>
                <a:lnTo>
                  <a:pt x="307" y="992"/>
                </a:lnTo>
                <a:lnTo>
                  <a:pt x="284" y="944"/>
                </a:lnTo>
                <a:lnTo>
                  <a:pt x="284" y="913"/>
                </a:lnTo>
                <a:lnTo>
                  <a:pt x="317" y="888"/>
                </a:lnTo>
                <a:lnTo>
                  <a:pt x="357" y="818"/>
                </a:lnTo>
                <a:lnTo>
                  <a:pt x="367" y="717"/>
                </a:lnTo>
                <a:lnTo>
                  <a:pt x="371" y="649"/>
                </a:lnTo>
                <a:lnTo>
                  <a:pt x="349" y="632"/>
                </a:lnTo>
                <a:lnTo>
                  <a:pt x="385" y="589"/>
                </a:lnTo>
                <a:lnTo>
                  <a:pt x="452" y="575"/>
                </a:lnTo>
                <a:lnTo>
                  <a:pt x="456" y="515"/>
                </a:lnTo>
                <a:lnTo>
                  <a:pt x="481" y="493"/>
                </a:lnTo>
                <a:lnTo>
                  <a:pt x="520" y="480"/>
                </a:lnTo>
                <a:lnTo>
                  <a:pt x="538" y="392"/>
                </a:lnTo>
                <a:lnTo>
                  <a:pt x="525" y="352"/>
                </a:lnTo>
                <a:lnTo>
                  <a:pt x="563" y="261"/>
                </a:lnTo>
                <a:lnTo>
                  <a:pt x="618" y="211"/>
                </a:lnTo>
                <a:lnTo>
                  <a:pt x="666" y="226"/>
                </a:lnTo>
                <a:lnTo>
                  <a:pt x="700" y="207"/>
                </a:lnTo>
                <a:lnTo>
                  <a:pt x="707" y="119"/>
                </a:lnTo>
                <a:lnTo>
                  <a:pt x="799" y="144"/>
                </a:lnTo>
                <a:lnTo>
                  <a:pt x="817" y="172"/>
                </a:lnTo>
                <a:lnTo>
                  <a:pt x="877" y="180"/>
                </a:lnTo>
                <a:lnTo>
                  <a:pt x="881" y="119"/>
                </a:lnTo>
                <a:lnTo>
                  <a:pt x="899" y="116"/>
                </a:lnTo>
                <a:lnTo>
                  <a:pt x="888" y="21"/>
                </a:lnTo>
                <a:lnTo>
                  <a:pt x="931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81" name="Freeform 205"/>
          <p:cNvSpPr>
            <a:spLocks/>
          </p:cNvSpPr>
          <p:nvPr/>
        </p:nvSpPr>
        <p:spPr bwMode="auto">
          <a:xfrm>
            <a:off x="4553012" y="3094882"/>
            <a:ext cx="215900" cy="215850"/>
          </a:xfrm>
          <a:custGeom>
            <a:avLst/>
            <a:gdLst/>
            <a:ahLst/>
            <a:cxnLst>
              <a:cxn ang="0">
                <a:pos x="694" y="810"/>
              </a:cxn>
              <a:cxn ang="0">
                <a:pos x="701" y="788"/>
              </a:cxn>
              <a:cxn ang="0">
                <a:pos x="698" y="725"/>
              </a:cxn>
              <a:cxn ang="0">
                <a:pos x="766" y="707"/>
              </a:cxn>
              <a:cxn ang="0">
                <a:pos x="768" y="633"/>
              </a:cxn>
              <a:cxn ang="0">
                <a:pos x="857" y="653"/>
              </a:cxn>
              <a:cxn ang="0">
                <a:pos x="863" y="609"/>
              </a:cxn>
              <a:cxn ang="0">
                <a:pos x="842" y="557"/>
              </a:cxn>
              <a:cxn ang="0">
                <a:pos x="799" y="416"/>
              </a:cxn>
              <a:cxn ang="0">
                <a:pos x="813" y="223"/>
              </a:cxn>
              <a:cxn ang="0">
                <a:pos x="820" y="172"/>
              </a:cxn>
              <a:cxn ang="0">
                <a:pos x="750" y="92"/>
              </a:cxn>
              <a:cxn ang="0">
                <a:pos x="596" y="82"/>
              </a:cxn>
              <a:cxn ang="0">
                <a:pos x="517" y="43"/>
              </a:cxn>
              <a:cxn ang="0">
                <a:pos x="480" y="65"/>
              </a:cxn>
              <a:cxn ang="0">
                <a:pos x="402" y="50"/>
              </a:cxn>
              <a:cxn ang="0">
                <a:pos x="405" y="3"/>
              </a:cxn>
              <a:cxn ang="0">
                <a:pos x="355" y="0"/>
              </a:cxn>
              <a:cxn ang="0">
                <a:pos x="169" y="15"/>
              </a:cxn>
              <a:cxn ang="0">
                <a:pos x="49" y="134"/>
              </a:cxn>
              <a:cxn ang="0">
                <a:pos x="14" y="141"/>
              </a:cxn>
              <a:cxn ang="0">
                <a:pos x="37" y="166"/>
              </a:cxn>
              <a:cxn ang="0">
                <a:pos x="0" y="272"/>
              </a:cxn>
              <a:cxn ang="0">
                <a:pos x="67" y="346"/>
              </a:cxn>
              <a:cxn ang="0">
                <a:pos x="62" y="438"/>
              </a:cxn>
              <a:cxn ang="0">
                <a:pos x="78" y="502"/>
              </a:cxn>
              <a:cxn ang="0">
                <a:pos x="101" y="526"/>
              </a:cxn>
              <a:cxn ang="0">
                <a:pos x="166" y="535"/>
              </a:cxn>
              <a:cxn ang="0">
                <a:pos x="166" y="568"/>
              </a:cxn>
              <a:cxn ang="0">
                <a:pos x="190" y="593"/>
              </a:cxn>
              <a:cxn ang="0">
                <a:pos x="279" y="593"/>
              </a:cxn>
              <a:cxn ang="0">
                <a:pos x="337" y="640"/>
              </a:cxn>
              <a:cxn ang="0">
                <a:pos x="352" y="696"/>
              </a:cxn>
              <a:cxn ang="0">
                <a:pos x="420" y="696"/>
              </a:cxn>
              <a:cxn ang="0">
                <a:pos x="435" y="743"/>
              </a:cxn>
              <a:cxn ang="0">
                <a:pos x="465" y="746"/>
              </a:cxn>
              <a:cxn ang="0">
                <a:pos x="512" y="721"/>
              </a:cxn>
              <a:cxn ang="0">
                <a:pos x="669" y="754"/>
              </a:cxn>
              <a:cxn ang="0">
                <a:pos x="694" y="810"/>
              </a:cxn>
            </a:cxnLst>
            <a:rect l="0" t="0" r="r" b="b"/>
            <a:pathLst>
              <a:path w="863" h="810">
                <a:moveTo>
                  <a:pt x="694" y="810"/>
                </a:moveTo>
                <a:lnTo>
                  <a:pt x="701" y="788"/>
                </a:lnTo>
                <a:lnTo>
                  <a:pt x="698" y="725"/>
                </a:lnTo>
                <a:lnTo>
                  <a:pt x="766" y="707"/>
                </a:lnTo>
                <a:lnTo>
                  <a:pt x="768" y="633"/>
                </a:lnTo>
                <a:lnTo>
                  <a:pt x="857" y="653"/>
                </a:lnTo>
                <a:lnTo>
                  <a:pt x="863" y="609"/>
                </a:lnTo>
                <a:lnTo>
                  <a:pt x="842" y="557"/>
                </a:lnTo>
                <a:lnTo>
                  <a:pt x="799" y="416"/>
                </a:lnTo>
                <a:lnTo>
                  <a:pt x="813" y="223"/>
                </a:lnTo>
                <a:lnTo>
                  <a:pt x="820" y="172"/>
                </a:lnTo>
                <a:lnTo>
                  <a:pt x="750" y="92"/>
                </a:lnTo>
                <a:lnTo>
                  <a:pt x="596" y="82"/>
                </a:lnTo>
                <a:lnTo>
                  <a:pt x="517" y="43"/>
                </a:lnTo>
                <a:lnTo>
                  <a:pt x="480" y="65"/>
                </a:lnTo>
                <a:lnTo>
                  <a:pt x="402" y="50"/>
                </a:lnTo>
                <a:lnTo>
                  <a:pt x="405" y="3"/>
                </a:lnTo>
                <a:lnTo>
                  <a:pt x="355" y="0"/>
                </a:lnTo>
                <a:lnTo>
                  <a:pt x="169" y="15"/>
                </a:lnTo>
                <a:lnTo>
                  <a:pt x="49" y="134"/>
                </a:lnTo>
                <a:lnTo>
                  <a:pt x="14" y="141"/>
                </a:lnTo>
                <a:lnTo>
                  <a:pt x="37" y="166"/>
                </a:lnTo>
                <a:lnTo>
                  <a:pt x="0" y="272"/>
                </a:lnTo>
                <a:lnTo>
                  <a:pt x="67" y="346"/>
                </a:lnTo>
                <a:lnTo>
                  <a:pt x="62" y="438"/>
                </a:lnTo>
                <a:lnTo>
                  <a:pt x="78" y="502"/>
                </a:lnTo>
                <a:lnTo>
                  <a:pt x="101" y="526"/>
                </a:lnTo>
                <a:lnTo>
                  <a:pt x="166" y="535"/>
                </a:lnTo>
                <a:lnTo>
                  <a:pt x="166" y="568"/>
                </a:lnTo>
                <a:lnTo>
                  <a:pt x="190" y="593"/>
                </a:lnTo>
                <a:lnTo>
                  <a:pt x="279" y="593"/>
                </a:lnTo>
                <a:lnTo>
                  <a:pt x="337" y="640"/>
                </a:lnTo>
                <a:lnTo>
                  <a:pt x="352" y="696"/>
                </a:lnTo>
                <a:lnTo>
                  <a:pt x="420" y="696"/>
                </a:lnTo>
                <a:lnTo>
                  <a:pt x="435" y="743"/>
                </a:lnTo>
                <a:lnTo>
                  <a:pt x="465" y="746"/>
                </a:lnTo>
                <a:lnTo>
                  <a:pt x="512" y="721"/>
                </a:lnTo>
                <a:lnTo>
                  <a:pt x="669" y="754"/>
                </a:lnTo>
                <a:lnTo>
                  <a:pt x="694" y="81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82" name="Freeform 217"/>
          <p:cNvSpPr>
            <a:spLocks/>
          </p:cNvSpPr>
          <p:nvPr/>
        </p:nvSpPr>
        <p:spPr bwMode="auto">
          <a:xfrm>
            <a:off x="4710175" y="3461509"/>
            <a:ext cx="139700" cy="95228"/>
          </a:xfrm>
          <a:custGeom>
            <a:avLst/>
            <a:gdLst/>
            <a:ahLst/>
            <a:cxnLst>
              <a:cxn ang="0">
                <a:pos x="42" y="0"/>
              </a:cxn>
              <a:cxn ang="0">
                <a:pos x="67" y="61"/>
              </a:cxn>
              <a:cxn ang="0">
                <a:pos x="133" y="38"/>
              </a:cxn>
              <a:cxn ang="0">
                <a:pos x="300" y="88"/>
              </a:cxn>
              <a:cxn ang="0">
                <a:pos x="368" y="32"/>
              </a:cxn>
              <a:cxn ang="0">
                <a:pos x="479" y="38"/>
              </a:cxn>
              <a:cxn ang="0">
                <a:pos x="497" y="74"/>
              </a:cxn>
              <a:cxn ang="0">
                <a:pos x="562" y="77"/>
              </a:cxn>
              <a:cxn ang="0">
                <a:pos x="537" y="173"/>
              </a:cxn>
              <a:cxn ang="0">
                <a:pos x="513" y="169"/>
              </a:cxn>
              <a:cxn ang="0">
                <a:pos x="510" y="142"/>
              </a:cxn>
              <a:cxn ang="0">
                <a:pos x="501" y="138"/>
              </a:cxn>
              <a:cxn ang="0">
                <a:pos x="457" y="175"/>
              </a:cxn>
              <a:cxn ang="0">
                <a:pos x="454" y="247"/>
              </a:cxn>
              <a:cxn ang="0">
                <a:pos x="457" y="282"/>
              </a:cxn>
              <a:cxn ang="0">
                <a:pos x="353" y="321"/>
              </a:cxn>
              <a:cxn ang="0">
                <a:pos x="332" y="321"/>
              </a:cxn>
              <a:cxn ang="0">
                <a:pos x="328" y="367"/>
              </a:cxn>
              <a:cxn ang="0">
                <a:pos x="222" y="356"/>
              </a:cxn>
              <a:cxn ang="0">
                <a:pos x="186" y="346"/>
              </a:cxn>
              <a:cxn ang="0">
                <a:pos x="151" y="356"/>
              </a:cxn>
              <a:cxn ang="0">
                <a:pos x="42" y="346"/>
              </a:cxn>
              <a:cxn ang="0">
                <a:pos x="14" y="306"/>
              </a:cxn>
              <a:cxn ang="0">
                <a:pos x="22" y="285"/>
              </a:cxn>
              <a:cxn ang="0">
                <a:pos x="25" y="236"/>
              </a:cxn>
              <a:cxn ang="0">
                <a:pos x="14" y="166"/>
              </a:cxn>
              <a:cxn ang="0">
                <a:pos x="55" y="166"/>
              </a:cxn>
              <a:cxn ang="0">
                <a:pos x="55" y="142"/>
              </a:cxn>
              <a:cxn ang="0">
                <a:pos x="25" y="107"/>
              </a:cxn>
              <a:cxn ang="0">
                <a:pos x="0" y="92"/>
              </a:cxn>
              <a:cxn ang="0">
                <a:pos x="25" y="3"/>
              </a:cxn>
              <a:cxn ang="0">
                <a:pos x="42" y="0"/>
              </a:cxn>
            </a:cxnLst>
            <a:rect l="0" t="0" r="r" b="b"/>
            <a:pathLst>
              <a:path w="562" h="367">
                <a:moveTo>
                  <a:pt x="42" y="0"/>
                </a:moveTo>
                <a:lnTo>
                  <a:pt x="67" y="61"/>
                </a:lnTo>
                <a:lnTo>
                  <a:pt x="133" y="38"/>
                </a:lnTo>
                <a:lnTo>
                  <a:pt x="300" y="88"/>
                </a:lnTo>
                <a:lnTo>
                  <a:pt x="368" y="32"/>
                </a:lnTo>
                <a:lnTo>
                  <a:pt x="479" y="38"/>
                </a:lnTo>
                <a:lnTo>
                  <a:pt x="497" y="74"/>
                </a:lnTo>
                <a:lnTo>
                  <a:pt x="562" y="77"/>
                </a:lnTo>
                <a:lnTo>
                  <a:pt x="537" y="173"/>
                </a:lnTo>
                <a:lnTo>
                  <a:pt x="513" y="169"/>
                </a:lnTo>
                <a:lnTo>
                  <a:pt x="510" y="142"/>
                </a:lnTo>
                <a:lnTo>
                  <a:pt x="501" y="138"/>
                </a:lnTo>
                <a:lnTo>
                  <a:pt x="457" y="175"/>
                </a:lnTo>
                <a:lnTo>
                  <a:pt x="454" y="247"/>
                </a:lnTo>
                <a:lnTo>
                  <a:pt x="457" y="282"/>
                </a:lnTo>
                <a:lnTo>
                  <a:pt x="353" y="321"/>
                </a:lnTo>
                <a:lnTo>
                  <a:pt x="332" y="321"/>
                </a:lnTo>
                <a:lnTo>
                  <a:pt x="328" y="367"/>
                </a:lnTo>
                <a:lnTo>
                  <a:pt x="222" y="356"/>
                </a:lnTo>
                <a:lnTo>
                  <a:pt x="186" y="346"/>
                </a:lnTo>
                <a:lnTo>
                  <a:pt x="151" y="356"/>
                </a:lnTo>
                <a:lnTo>
                  <a:pt x="42" y="346"/>
                </a:lnTo>
                <a:lnTo>
                  <a:pt x="14" y="306"/>
                </a:lnTo>
                <a:lnTo>
                  <a:pt x="22" y="285"/>
                </a:lnTo>
                <a:lnTo>
                  <a:pt x="25" y="236"/>
                </a:lnTo>
                <a:lnTo>
                  <a:pt x="14" y="166"/>
                </a:lnTo>
                <a:lnTo>
                  <a:pt x="55" y="166"/>
                </a:lnTo>
                <a:lnTo>
                  <a:pt x="55" y="142"/>
                </a:lnTo>
                <a:lnTo>
                  <a:pt x="25" y="107"/>
                </a:lnTo>
                <a:lnTo>
                  <a:pt x="0" y="92"/>
                </a:lnTo>
                <a:lnTo>
                  <a:pt x="25" y="3"/>
                </a:lnTo>
                <a:lnTo>
                  <a:pt x="42" y="0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83" name="Freeform 110"/>
          <p:cNvSpPr>
            <a:spLocks/>
          </p:cNvSpPr>
          <p:nvPr/>
        </p:nvSpPr>
        <p:spPr bwMode="auto">
          <a:xfrm>
            <a:off x="5141976" y="3629746"/>
            <a:ext cx="396875" cy="395196"/>
          </a:xfrm>
          <a:custGeom>
            <a:avLst/>
            <a:gdLst/>
            <a:ahLst/>
            <a:cxnLst>
              <a:cxn ang="0">
                <a:pos x="845" y="687"/>
              </a:cxn>
              <a:cxn ang="0">
                <a:pos x="853" y="727"/>
              </a:cxn>
              <a:cxn ang="0">
                <a:pos x="863" y="750"/>
              </a:cxn>
              <a:cxn ang="0">
                <a:pos x="922" y="757"/>
              </a:cxn>
              <a:cxn ang="0">
                <a:pos x="943" y="808"/>
              </a:cxn>
              <a:cxn ang="0">
                <a:pos x="971" y="848"/>
              </a:cxn>
              <a:cxn ang="0">
                <a:pos x="947" y="859"/>
              </a:cxn>
              <a:cxn ang="0">
                <a:pos x="888" y="859"/>
              </a:cxn>
              <a:cxn ang="0">
                <a:pos x="879" y="911"/>
              </a:cxn>
              <a:cxn ang="0">
                <a:pos x="707" y="870"/>
              </a:cxn>
              <a:cxn ang="0">
                <a:pos x="671" y="796"/>
              </a:cxn>
              <a:cxn ang="0">
                <a:pos x="620" y="775"/>
              </a:cxn>
              <a:cxn ang="0">
                <a:pos x="563" y="798"/>
              </a:cxn>
              <a:cxn ang="0">
                <a:pos x="491" y="796"/>
              </a:cxn>
              <a:cxn ang="0">
                <a:pos x="407" y="750"/>
              </a:cxn>
              <a:cxn ang="0">
                <a:pos x="308" y="589"/>
              </a:cxn>
              <a:cxn ang="0">
                <a:pos x="243" y="589"/>
              </a:cxn>
              <a:cxn ang="0">
                <a:pos x="201" y="602"/>
              </a:cxn>
              <a:cxn ang="0">
                <a:pos x="181" y="569"/>
              </a:cxn>
              <a:cxn ang="0">
                <a:pos x="149" y="543"/>
              </a:cxn>
              <a:cxn ang="0">
                <a:pos x="149" y="466"/>
              </a:cxn>
              <a:cxn ang="0">
                <a:pos x="96" y="466"/>
              </a:cxn>
              <a:cxn ang="0">
                <a:pos x="84" y="451"/>
              </a:cxn>
              <a:cxn ang="0">
                <a:pos x="84" y="408"/>
              </a:cxn>
              <a:cxn ang="0">
                <a:pos x="48" y="414"/>
              </a:cxn>
              <a:cxn ang="0">
                <a:pos x="32" y="397"/>
              </a:cxn>
              <a:cxn ang="0">
                <a:pos x="32" y="350"/>
              </a:cxn>
              <a:cxn ang="0">
                <a:pos x="62" y="323"/>
              </a:cxn>
              <a:cxn ang="0">
                <a:pos x="48" y="277"/>
              </a:cxn>
              <a:cxn ang="0">
                <a:pos x="10" y="246"/>
              </a:cxn>
              <a:cxn ang="0">
                <a:pos x="10" y="213"/>
              </a:cxn>
              <a:cxn ang="0">
                <a:pos x="37" y="143"/>
              </a:cxn>
              <a:cxn ang="0">
                <a:pos x="8" y="102"/>
              </a:cxn>
              <a:cxn ang="0">
                <a:pos x="0" y="51"/>
              </a:cxn>
              <a:cxn ang="0">
                <a:pos x="42" y="0"/>
              </a:cxn>
              <a:cxn ang="0">
                <a:pos x="50" y="7"/>
              </a:cxn>
              <a:cxn ang="0">
                <a:pos x="154" y="90"/>
              </a:cxn>
              <a:cxn ang="0">
                <a:pos x="159" y="74"/>
              </a:cxn>
              <a:cxn ang="0">
                <a:pos x="169" y="42"/>
              </a:cxn>
              <a:cxn ang="0">
                <a:pos x="207" y="13"/>
              </a:cxn>
              <a:cxn ang="0">
                <a:pos x="239" y="56"/>
              </a:cxn>
              <a:cxn ang="0">
                <a:pos x="284" y="70"/>
              </a:cxn>
              <a:cxn ang="0">
                <a:pos x="271" y="106"/>
              </a:cxn>
              <a:cxn ang="0">
                <a:pos x="258" y="143"/>
              </a:cxn>
              <a:cxn ang="0">
                <a:pos x="368" y="213"/>
              </a:cxn>
              <a:cxn ang="0">
                <a:pos x="449" y="263"/>
              </a:cxn>
              <a:cxn ang="0">
                <a:pos x="554" y="222"/>
              </a:cxn>
              <a:cxn ang="0">
                <a:pos x="657" y="169"/>
              </a:cxn>
              <a:cxn ang="0">
                <a:pos x="696" y="158"/>
              </a:cxn>
              <a:cxn ang="0">
                <a:pos x="863" y="301"/>
              </a:cxn>
              <a:cxn ang="0">
                <a:pos x="860" y="388"/>
              </a:cxn>
              <a:cxn ang="0">
                <a:pos x="820" y="421"/>
              </a:cxn>
              <a:cxn ang="0">
                <a:pos x="860" y="455"/>
              </a:cxn>
              <a:cxn ang="0">
                <a:pos x="853" y="481"/>
              </a:cxn>
              <a:cxn ang="0">
                <a:pos x="812" y="513"/>
              </a:cxn>
              <a:cxn ang="0">
                <a:pos x="860" y="583"/>
              </a:cxn>
              <a:cxn ang="0">
                <a:pos x="895" y="583"/>
              </a:cxn>
              <a:cxn ang="0">
                <a:pos x="895" y="624"/>
              </a:cxn>
              <a:cxn ang="0">
                <a:pos x="845" y="667"/>
              </a:cxn>
              <a:cxn ang="0">
                <a:pos x="845" y="687"/>
              </a:cxn>
            </a:cxnLst>
            <a:rect l="0" t="0" r="r" b="b"/>
            <a:pathLst>
              <a:path w="971" h="911">
                <a:moveTo>
                  <a:pt x="845" y="687"/>
                </a:moveTo>
                <a:lnTo>
                  <a:pt x="853" y="727"/>
                </a:lnTo>
                <a:lnTo>
                  <a:pt x="863" y="750"/>
                </a:lnTo>
                <a:lnTo>
                  <a:pt x="922" y="757"/>
                </a:lnTo>
                <a:lnTo>
                  <a:pt x="943" y="808"/>
                </a:lnTo>
                <a:lnTo>
                  <a:pt x="971" y="848"/>
                </a:lnTo>
                <a:lnTo>
                  <a:pt x="947" y="859"/>
                </a:lnTo>
                <a:lnTo>
                  <a:pt x="888" y="859"/>
                </a:lnTo>
                <a:lnTo>
                  <a:pt x="879" y="911"/>
                </a:lnTo>
                <a:lnTo>
                  <a:pt x="707" y="870"/>
                </a:lnTo>
                <a:lnTo>
                  <a:pt x="671" y="796"/>
                </a:lnTo>
                <a:lnTo>
                  <a:pt x="620" y="775"/>
                </a:lnTo>
                <a:lnTo>
                  <a:pt x="563" y="798"/>
                </a:lnTo>
                <a:lnTo>
                  <a:pt x="491" y="796"/>
                </a:lnTo>
                <a:lnTo>
                  <a:pt x="407" y="750"/>
                </a:lnTo>
                <a:lnTo>
                  <a:pt x="308" y="589"/>
                </a:lnTo>
                <a:lnTo>
                  <a:pt x="243" y="589"/>
                </a:lnTo>
                <a:lnTo>
                  <a:pt x="201" y="602"/>
                </a:lnTo>
                <a:lnTo>
                  <a:pt x="181" y="569"/>
                </a:lnTo>
                <a:lnTo>
                  <a:pt x="149" y="543"/>
                </a:lnTo>
                <a:lnTo>
                  <a:pt x="149" y="466"/>
                </a:lnTo>
                <a:lnTo>
                  <a:pt x="96" y="466"/>
                </a:lnTo>
                <a:lnTo>
                  <a:pt x="84" y="451"/>
                </a:lnTo>
                <a:lnTo>
                  <a:pt x="84" y="408"/>
                </a:lnTo>
                <a:lnTo>
                  <a:pt x="48" y="414"/>
                </a:lnTo>
                <a:lnTo>
                  <a:pt x="32" y="397"/>
                </a:lnTo>
                <a:lnTo>
                  <a:pt x="32" y="350"/>
                </a:lnTo>
                <a:lnTo>
                  <a:pt x="62" y="323"/>
                </a:lnTo>
                <a:lnTo>
                  <a:pt x="48" y="277"/>
                </a:lnTo>
                <a:lnTo>
                  <a:pt x="10" y="246"/>
                </a:lnTo>
                <a:lnTo>
                  <a:pt x="10" y="213"/>
                </a:lnTo>
                <a:lnTo>
                  <a:pt x="37" y="143"/>
                </a:lnTo>
                <a:lnTo>
                  <a:pt x="8" y="102"/>
                </a:lnTo>
                <a:lnTo>
                  <a:pt x="0" y="51"/>
                </a:lnTo>
                <a:lnTo>
                  <a:pt x="42" y="0"/>
                </a:lnTo>
                <a:lnTo>
                  <a:pt x="50" y="7"/>
                </a:lnTo>
                <a:lnTo>
                  <a:pt x="154" y="90"/>
                </a:lnTo>
                <a:lnTo>
                  <a:pt x="159" y="74"/>
                </a:lnTo>
                <a:lnTo>
                  <a:pt x="169" y="42"/>
                </a:lnTo>
                <a:lnTo>
                  <a:pt x="207" y="13"/>
                </a:lnTo>
                <a:lnTo>
                  <a:pt x="239" y="56"/>
                </a:lnTo>
                <a:lnTo>
                  <a:pt x="284" y="70"/>
                </a:lnTo>
                <a:lnTo>
                  <a:pt x="271" y="106"/>
                </a:lnTo>
                <a:lnTo>
                  <a:pt x="258" y="143"/>
                </a:lnTo>
                <a:lnTo>
                  <a:pt x="368" y="213"/>
                </a:lnTo>
                <a:lnTo>
                  <a:pt x="449" y="263"/>
                </a:lnTo>
                <a:lnTo>
                  <a:pt x="554" y="222"/>
                </a:lnTo>
                <a:lnTo>
                  <a:pt x="657" y="169"/>
                </a:lnTo>
                <a:lnTo>
                  <a:pt x="696" y="158"/>
                </a:lnTo>
                <a:lnTo>
                  <a:pt x="863" y="301"/>
                </a:lnTo>
                <a:lnTo>
                  <a:pt x="860" y="388"/>
                </a:lnTo>
                <a:lnTo>
                  <a:pt x="820" y="421"/>
                </a:lnTo>
                <a:lnTo>
                  <a:pt x="860" y="455"/>
                </a:lnTo>
                <a:lnTo>
                  <a:pt x="853" y="481"/>
                </a:lnTo>
                <a:lnTo>
                  <a:pt x="812" y="513"/>
                </a:lnTo>
                <a:lnTo>
                  <a:pt x="860" y="583"/>
                </a:lnTo>
                <a:lnTo>
                  <a:pt x="895" y="583"/>
                </a:lnTo>
                <a:lnTo>
                  <a:pt x="895" y="624"/>
                </a:lnTo>
                <a:lnTo>
                  <a:pt x="845" y="667"/>
                </a:lnTo>
                <a:lnTo>
                  <a:pt x="845" y="687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85" name="Freeform 43"/>
          <p:cNvSpPr>
            <a:spLocks/>
          </p:cNvSpPr>
          <p:nvPr/>
        </p:nvSpPr>
        <p:spPr bwMode="auto">
          <a:xfrm>
            <a:off x="6927912" y="4650272"/>
            <a:ext cx="198438" cy="214262"/>
          </a:xfrm>
          <a:custGeom>
            <a:avLst/>
            <a:gdLst>
              <a:gd name="T0" fmla="*/ 2147483647 w 963"/>
              <a:gd name="T1" fmla="*/ 2147483647 h 996"/>
              <a:gd name="T2" fmla="*/ 2147483647 w 963"/>
              <a:gd name="T3" fmla="*/ 2147483647 h 996"/>
              <a:gd name="T4" fmla="*/ 2147483647 w 963"/>
              <a:gd name="T5" fmla="*/ 2147483647 h 996"/>
              <a:gd name="T6" fmla="*/ 2147483647 w 963"/>
              <a:gd name="T7" fmla="*/ 2147483647 h 996"/>
              <a:gd name="T8" fmla="*/ 2147483647 w 963"/>
              <a:gd name="T9" fmla="*/ 2147483647 h 996"/>
              <a:gd name="T10" fmla="*/ 2147483647 w 963"/>
              <a:gd name="T11" fmla="*/ 2147483647 h 996"/>
              <a:gd name="T12" fmla="*/ 2147483647 w 963"/>
              <a:gd name="T13" fmla="*/ 2147483647 h 996"/>
              <a:gd name="T14" fmla="*/ 2147483647 w 963"/>
              <a:gd name="T15" fmla="*/ 2147483647 h 996"/>
              <a:gd name="T16" fmla="*/ 2147483647 w 963"/>
              <a:gd name="T17" fmla="*/ 2147483647 h 996"/>
              <a:gd name="T18" fmla="*/ 2147483647 w 963"/>
              <a:gd name="T19" fmla="*/ 2147483647 h 996"/>
              <a:gd name="T20" fmla="*/ 2147483647 w 963"/>
              <a:gd name="T21" fmla="*/ 2147483647 h 996"/>
              <a:gd name="T22" fmla="*/ 2147483647 w 963"/>
              <a:gd name="T23" fmla="*/ 2147483647 h 996"/>
              <a:gd name="T24" fmla="*/ 2147483647 w 963"/>
              <a:gd name="T25" fmla="*/ 2147483647 h 996"/>
              <a:gd name="T26" fmla="*/ 2147483647 w 963"/>
              <a:gd name="T27" fmla="*/ 2147483647 h 996"/>
              <a:gd name="T28" fmla="*/ 2147483647 w 963"/>
              <a:gd name="T29" fmla="*/ 2147483647 h 996"/>
              <a:gd name="T30" fmla="*/ 2147483647 w 963"/>
              <a:gd name="T31" fmla="*/ 2147483647 h 996"/>
              <a:gd name="T32" fmla="*/ 2147483647 w 963"/>
              <a:gd name="T33" fmla="*/ 2147483647 h 996"/>
              <a:gd name="T34" fmla="*/ 2147483647 w 963"/>
              <a:gd name="T35" fmla="*/ 2147483647 h 996"/>
              <a:gd name="T36" fmla="*/ 2147483647 w 963"/>
              <a:gd name="T37" fmla="*/ 2147483647 h 996"/>
              <a:gd name="T38" fmla="*/ 2147483647 w 963"/>
              <a:gd name="T39" fmla="*/ 2147483647 h 996"/>
              <a:gd name="T40" fmla="*/ 2147483647 w 963"/>
              <a:gd name="T41" fmla="*/ 2147483647 h 996"/>
              <a:gd name="T42" fmla="*/ 2147483647 w 963"/>
              <a:gd name="T43" fmla="*/ 2147483647 h 996"/>
              <a:gd name="T44" fmla="*/ 2147483647 w 963"/>
              <a:gd name="T45" fmla="*/ 2147483647 h 996"/>
              <a:gd name="T46" fmla="*/ 2147483647 w 963"/>
              <a:gd name="T47" fmla="*/ 2147483647 h 996"/>
              <a:gd name="T48" fmla="*/ 2147483647 w 963"/>
              <a:gd name="T49" fmla="*/ 2147483647 h 996"/>
              <a:gd name="T50" fmla="*/ 2147483647 w 963"/>
              <a:gd name="T51" fmla="*/ 2147483647 h 996"/>
              <a:gd name="T52" fmla="*/ 2147483647 w 963"/>
              <a:gd name="T53" fmla="*/ 2147483647 h 996"/>
              <a:gd name="T54" fmla="*/ 2147483647 w 963"/>
              <a:gd name="T55" fmla="*/ 2147483647 h 996"/>
              <a:gd name="T56" fmla="*/ 2147483647 w 963"/>
              <a:gd name="T57" fmla="*/ 2147483647 h 996"/>
              <a:gd name="T58" fmla="*/ 2147483647 w 963"/>
              <a:gd name="T59" fmla="*/ 2147483647 h 996"/>
              <a:gd name="T60" fmla="*/ 2147483647 w 963"/>
              <a:gd name="T61" fmla="*/ 2147483647 h 996"/>
              <a:gd name="T62" fmla="*/ 2147483647 w 963"/>
              <a:gd name="T63" fmla="*/ 0 h 996"/>
              <a:gd name="T64" fmla="*/ 2147483647 w 963"/>
              <a:gd name="T65" fmla="*/ 2147483647 h 996"/>
              <a:gd name="T66" fmla="*/ 2147483647 w 963"/>
              <a:gd name="T67" fmla="*/ 2147483647 h 996"/>
              <a:gd name="T68" fmla="*/ 2147483647 w 963"/>
              <a:gd name="T69" fmla="*/ 2147483647 h 996"/>
              <a:gd name="T70" fmla="*/ 2147483647 w 963"/>
              <a:gd name="T71" fmla="*/ 2147483647 h 996"/>
              <a:gd name="T72" fmla="*/ 2147483647 w 963"/>
              <a:gd name="T73" fmla="*/ 2147483647 h 996"/>
              <a:gd name="T74" fmla="*/ 2147483647 w 963"/>
              <a:gd name="T75" fmla="*/ 2147483647 h 996"/>
              <a:gd name="T76" fmla="*/ 2147483647 w 963"/>
              <a:gd name="T77" fmla="*/ 2147483647 h 996"/>
              <a:gd name="T78" fmla="*/ 2147483647 w 963"/>
              <a:gd name="T79" fmla="*/ 2147483647 h 996"/>
              <a:gd name="T80" fmla="*/ 2147483647 w 963"/>
              <a:gd name="T81" fmla="*/ 2147483647 h 996"/>
              <a:gd name="T82" fmla="*/ 2147483647 w 963"/>
              <a:gd name="T83" fmla="*/ 2147483647 h 996"/>
              <a:gd name="T84" fmla="*/ 2147483647 w 963"/>
              <a:gd name="T85" fmla="*/ 2147483647 h 996"/>
              <a:gd name="T86" fmla="*/ 2147483647 w 963"/>
              <a:gd name="T87" fmla="*/ 2147483647 h 996"/>
              <a:gd name="T88" fmla="*/ 2147483647 w 963"/>
              <a:gd name="T89" fmla="*/ 2147483647 h 996"/>
              <a:gd name="T90" fmla="*/ 2147483647 w 963"/>
              <a:gd name="T91" fmla="*/ 2147483647 h 996"/>
              <a:gd name="T92" fmla="*/ 2147483647 w 963"/>
              <a:gd name="T93" fmla="*/ 2147483647 h 99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w 963"/>
              <a:gd name="T142" fmla="*/ 0 h 996"/>
              <a:gd name="T143" fmla="*/ 963 w 963"/>
              <a:gd name="T144" fmla="*/ 996 h 996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T141" t="T142" r="T143" b="T144"/>
            <a:pathLst>
              <a:path w="963" h="996">
                <a:moveTo>
                  <a:pt x="961" y="996"/>
                </a:moveTo>
                <a:lnTo>
                  <a:pt x="932" y="988"/>
                </a:lnTo>
                <a:lnTo>
                  <a:pt x="910" y="972"/>
                </a:lnTo>
                <a:lnTo>
                  <a:pt x="897" y="957"/>
                </a:lnTo>
                <a:lnTo>
                  <a:pt x="886" y="940"/>
                </a:lnTo>
                <a:lnTo>
                  <a:pt x="874" y="915"/>
                </a:lnTo>
                <a:lnTo>
                  <a:pt x="858" y="885"/>
                </a:lnTo>
                <a:lnTo>
                  <a:pt x="851" y="873"/>
                </a:lnTo>
                <a:lnTo>
                  <a:pt x="834" y="868"/>
                </a:lnTo>
                <a:lnTo>
                  <a:pt x="816" y="871"/>
                </a:lnTo>
                <a:lnTo>
                  <a:pt x="800" y="877"/>
                </a:lnTo>
                <a:lnTo>
                  <a:pt x="781" y="887"/>
                </a:lnTo>
                <a:lnTo>
                  <a:pt x="764" y="902"/>
                </a:lnTo>
                <a:lnTo>
                  <a:pt x="731" y="908"/>
                </a:lnTo>
                <a:lnTo>
                  <a:pt x="692" y="912"/>
                </a:lnTo>
                <a:lnTo>
                  <a:pt x="662" y="914"/>
                </a:lnTo>
                <a:lnTo>
                  <a:pt x="637" y="924"/>
                </a:lnTo>
                <a:lnTo>
                  <a:pt x="625" y="924"/>
                </a:lnTo>
                <a:lnTo>
                  <a:pt x="628" y="900"/>
                </a:lnTo>
                <a:lnTo>
                  <a:pt x="637" y="877"/>
                </a:lnTo>
                <a:lnTo>
                  <a:pt x="654" y="829"/>
                </a:lnTo>
                <a:lnTo>
                  <a:pt x="662" y="813"/>
                </a:lnTo>
                <a:lnTo>
                  <a:pt x="676" y="804"/>
                </a:lnTo>
                <a:lnTo>
                  <a:pt x="690" y="802"/>
                </a:lnTo>
                <a:lnTo>
                  <a:pt x="719" y="804"/>
                </a:lnTo>
                <a:lnTo>
                  <a:pt x="722" y="798"/>
                </a:lnTo>
                <a:lnTo>
                  <a:pt x="722" y="772"/>
                </a:lnTo>
                <a:lnTo>
                  <a:pt x="711" y="742"/>
                </a:lnTo>
                <a:lnTo>
                  <a:pt x="705" y="733"/>
                </a:lnTo>
                <a:lnTo>
                  <a:pt x="692" y="729"/>
                </a:lnTo>
                <a:lnTo>
                  <a:pt x="679" y="718"/>
                </a:lnTo>
                <a:lnTo>
                  <a:pt x="673" y="690"/>
                </a:lnTo>
                <a:lnTo>
                  <a:pt x="665" y="667"/>
                </a:lnTo>
                <a:lnTo>
                  <a:pt x="654" y="640"/>
                </a:lnTo>
                <a:lnTo>
                  <a:pt x="634" y="589"/>
                </a:lnTo>
                <a:lnTo>
                  <a:pt x="618" y="570"/>
                </a:lnTo>
                <a:lnTo>
                  <a:pt x="606" y="559"/>
                </a:lnTo>
                <a:lnTo>
                  <a:pt x="587" y="546"/>
                </a:lnTo>
                <a:lnTo>
                  <a:pt x="571" y="534"/>
                </a:lnTo>
                <a:lnTo>
                  <a:pt x="552" y="522"/>
                </a:lnTo>
                <a:lnTo>
                  <a:pt x="468" y="472"/>
                </a:lnTo>
                <a:lnTo>
                  <a:pt x="450" y="465"/>
                </a:lnTo>
                <a:lnTo>
                  <a:pt x="426" y="460"/>
                </a:lnTo>
                <a:lnTo>
                  <a:pt x="403" y="462"/>
                </a:lnTo>
                <a:lnTo>
                  <a:pt x="371" y="462"/>
                </a:lnTo>
                <a:lnTo>
                  <a:pt x="354" y="455"/>
                </a:lnTo>
                <a:lnTo>
                  <a:pt x="330" y="431"/>
                </a:lnTo>
                <a:lnTo>
                  <a:pt x="315" y="420"/>
                </a:lnTo>
                <a:lnTo>
                  <a:pt x="298" y="407"/>
                </a:lnTo>
                <a:lnTo>
                  <a:pt x="270" y="387"/>
                </a:lnTo>
                <a:lnTo>
                  <a:pt x="250" y="377"/>
                </a:lnTo>
                <a:lnTo>
                  <a:pt x="236" y="383"/>
                </a:lnTo>
                <a:lnTo>
                  <a:pt x="230" y="402"/>
                </a:lnTo>
                <a:lnTo>
                  <a:pt x="218" y="428"/>
                </a:lnTo>
                <a:lnTo>
                  <a:pt x="202" y="434"/>
                </a:lnTo>
                <a:lnTo>
                  <a:pt x="182" y="431"/>
                </a:lnTo>
                <a:lnTo>
                  <a:pt x="167" y="414"/>
                </a:lnTo>
                <a:lnTo>
                  <a:pt x="164" y="384"/>
                </a:lnTo>
                <a:lnTo>
                  <a:pt x="160" y="351"/>
                </a:lnTo>
                <a:lnTo>
                  <a:pt x="150" y="327"/>
                </a:lnTo>
                <a:lnTo>
                  <a:pt x="128" y="309"/>
                </a:lnTo>
                <a:lnTo>
                  <a:pt x="105" y="302"/>
                </a:lnTo>
                <a:lnTo>
                  <a:pt x="85" y="296"/>
                </a:lnTo>
                <a:lnTo>
                  <a:pt x="84" y="281"/>
                </a:lnTo>
                <a:lnTo>
                  <a:pt x="85" y="271"/>
                </a:lnTo>
                <a:lnTo>
                  <a:pt x="89" y="268"/>
                </a:lnTo>
                <a:lnTo>
                  <a:pt x="126" y="268"/>
                </a:lnTo>
                <a:lnTo>
                  <a:pt x="135" y="263"/>
                </a:lnTo>
                <a:lnTo>
                  <a:pt x="140" y="251"/>
                </a:lnTo>
                <a:lnTo>
                  <a:pt x="148" y="244"/>
                </a:lnTo>
                <a:lnTo>
                  <a:pt x="186" y="239"/>
                </a:lnTo>
                <a:lnTo>
                  <a:pt x="200" y="233"/>
                </a:lnTo>
                <a:lnTo>
                  <a:pt x="203" y="221"/>
                </a:lnTo>
                <a:lnTo>
                  <a:pt x="199" y="206"/>
                </a:lnTo>
                <a:lnTo>
                  <a:pt x="182" y="205"/>
                </a:lnTo>
                <a:lnTo>
                  <a:pt x="155" y="214"/>
                </a:lnTo>
                <a:lnTo>
                  <a:pt x="134" y="218"/>
                </a:lnTo>
                <a:lnTo>
                  <a:pt x="103" y="211"/>
                </a:lnTo>
                <a:lnTo>
                  <a:pt x="78" y="191"/>
                </a:lnTo>
                <a:lnTo>
                  <a:pt x="67" y="164"/>
                </a:lnTo>
                <a:lnTo>
                  <a:pt x="55" y="146"/>
                </a:lnTo>
                <a:lnTo>
                  <a:pt x="40" y="136"/>
                </a:lnTo>
                <a:lnTo>
                  <a:pt x="20" y="134"/>
                </a:lnTo>
                <a:lnTo>
                  <a:pt x="4" y="131"/>
                </a:lnTo>
                <a:lnTo>
                  <a:pt x="0" y="121"/>
                </a:lnTo>
                <a:lnTo>
                  <a:pt x="1" y="111"/>
                </a:lnTo>
                <a:lnTo>
                  <a:pt x="28" y="97"/>
                </a:lnTo>
                <a:lnTo>
                  <a:pt x="32" y="82"/>
                </a:lnTo>
                <a:lnTo>
                  <a:pt x="20" y="70"/>
                </a:lnTo>
                <a:lnTo>
                  <a:pt x="17" y="52"/>
                </a:lnTo>
                <a:lnTo>
                  <a:pt x="29" y="37"/>
                </a:lnTo>
                <a:lnTo>
                  <a:pt x="51" y="33"/>
                </a:lnTo>
                <a:lnTo>
                  <a:pt x="75" y="36"/>
                </a:lnTo>
                <a:lnTo>
                  <a:pt x="98" y="14"/>
                </a:lnTo>
                <a:lnTo>
                  <a:pt x="123" y="1"/>
                </a:lnTo>
                <a:lnTo>
                  <a:pt x="136" y="0"/>
                </a:lnTo>
                <a:lnTo>
                  <a:pt x="163" y="0"/>
                </a:lnTo>
                <a:lnTo>
                  <a:pt x="183" y="10"/>
                </a:lnTo>
                <a:lnTo>
                  <a:pt x="209" y="37"/>
                </a:lnTo>
                <a:lnTo>
                  <a:pt x="222" y="40"/>
                </a:lnTo>
                <a:lnTo>
                  <a:pt x="234" y="37"/>
                </a:lnTo>
                <a:lnTo>
                  <a:pt x="257" y="40"/>
                </a:lnTo>
                <a:lnTo>
                  <a:pt x="273" y="56"/>
                </a:lnTo>
                <a:lnTo>
                  <a:pt x="277" y="78"/>
                </a:lnTo>
                <a:lnTo>
                  <a:pt x="276" y="97"/>
                </a:lnTo>
                <a:lnTo>
                  <a:pt x="269" y="136"/>
                </a:lnTo>
                <a:lnTo>
                  <a:pt x="270" y="164"/>
                </a:lnTo>
                <a:lnTo>
                  <a:pt x="276" y="194"/>
                </a:lnTo>
                <a:lnTo>
                  <a:pt x="278" y="228"/>
                </a:lnTo>
                <a:lnTo>
                  <a:pt x="285" y="246"/>
                </a:lnTo>
                <a:lnTo>
                  <a:pt x="291" y="251"/>
                </a:lnTo>
                <a:lnTo>
                  <a:pt x="318" y="250"/>
                </a:lnTo>
                <a:lnTo>
                  <a:pt x="340" y="255"/>
                </a:lnTo>
                <a:lnTo>
                  <a:pt x="352" y="272"/>
                </a:lnTo>
                <a:lnTo>
                  <a:pt x="368" y="308"/>
                </a:lnTo>
                <a:lnTo>
                  <a:pt x="386" y="331"/>
                </a:lnTo>
                <a:lnTo>
                  <a:pt x="405" y="335"/>
                </a:lnTo>
                <a:lnTo>
                  <a:pt x="418" y="323"/>
                </a:lnTo>
                <a:lnTo>
                  <a:pt x="430" y="300"/>
                </a:lnTo>
                <a:lnTo>
                  <a:pt x="445" y="277"/>
                </a:lnTo>
                <a:lnTo>
                  <a:pt x="465" y="264"/>
                </a:lnTo>
                <a:lnTo>
                  <a:pt x="485" y="260"/>
                </a:lnTo>
                <a:lnTo>
                  <a:pt x="489" y="254"/>
                </a:lnTo>
                <a:lnTo>
                  <a:pt x="489" y="217"/>
                </a:lnTo>
                <a:lnTo>
                  <a:pt x="498" y="202"/>
                </a:lnTo>
                <a:lnTo>
                  <a:pt x="515" y="194"/>
                </a:lnTo>
                <a:lnTo>
                  <a:pt x="540" y="192"/>
                </a:lnTo>
                <a:lnTo>
                  <a:pt x="553" y="180"/>
                </a:lnTo>
                <a:lnTo>
                  <a:pt x="561" y="157"/>
                </a:lnTo>
                <a:lnTo>
                  <a:pt x="570" y="142"/>
                </a:lnTo>
                <a:lnTo>
                  <a:pt x="585" y="134"/>
                </a:lnTo>
                <a:lnTo>
                  <a:pt x="630" y="139"/>
                </a:lnTo>
                <a:lnTo>
                  <a:pt x="677" y="155"/>
                </a:lnTo>
                <a:lnTo>
                  <a:pt x="703" y="168"/>
                </a:lnTo>
                <a:lnTo>
                  <a:pt x="732" y="186"/>
                </a:lnTo>
                <a:lnTo>
                  <a:pt x="759" y="205"/>
                </a:lnTo>
                <a:lnTo>
                  <a:pt x="785" y="214"/>
                </a:lnTo>
                <a:lnTo>
                  <a:pt x="822" y="217"/>
                </a:lnTo>
                <a:lnTo>
                  <a:pt x="866" y="211"/>
                </a:lnTo>
                <a:lnTo>
                  <a:pt x="898" y="214"/>
                </a:lnTo>
                <a:lnTo>
                  <a:pt x="934" y="222"/>
                </a:lnTo>
                <a:lnTo>
                  <a:pt x="963" y="234"/>
                </a:lnTo>
                <a:lnTo>
                  <a:pt x="961" y="996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86" name="Freeform 167"/>
          <p:cNvSpPr>
            <a:spLocks/>
          </p:cNvSpPr>
          <p:nvPr/>
        </p:nvSpPr>
        <p:spPr bwMode="auto">
          <a:xfrm>
            <a:off x="6167501" y="4477274"/>
            <a:ext cx="236537" cy="279335"/>
          </a:xfrm>
          <a:custGeom>
            <a:avLst/>
            <a:gdLst>
              <a:gd name="T0" fmla="*/ 2147483647 w 579"/>
              <a:gd name="T1" fmla="*/ 2147483647 h 645"/>
              <a:gd name="T2" fmla="*/ 2147483647 w 579"/>
              <a:gd name="T3" fmla="*/ 2147483647 h 645"/>
              <a:gd name="T4" fmla="*/ 2147483647 w 579"/>
              <a:gd name="T5" fmla="*/ 2147483647 h 645"/>
              <a:gd name="T6" fmla="*/ 2147483647 w 579"/>
              <a:gd name="T7" fmla="*/ 2147483647 h 645"/>
              <a:gd name="T8" fmla="*/ 2147483647 w 579"/>
              <a:gd name="T9" fmla="*/ 2147483647 h 645"/>
              <a:gd name="T10" fmla="*/ 2147483647 w 579"/>
              <a:gd name="T11" fmla="*/ 2147483647 h 645"/>
              <a:gd name="T12" fmla="*/ 2147483647 w 579"/>
              <a:gd name="T13" fmla="*/ 2147483647 h 645"/>
              <a:gd name="T14" fmla="*/ 0 w 579"/>
              <a:gd name="T15" fmla="*/ 0 h 645"/>
              <a:gd name="T16" fmla="*/ 2147483647 w 579"/>
              <a:gd name="T17" fmla="*/ 2147483647 h 645"/>
              <a:gd name="T18" fmla="*/ 2147483647 w 579"/>
              <a:gd name="T19" fmla="*/ 2147483647 h 645"/>
              <a:gd name="T20" fmla="*/ 2147483647 w 579"/>
              <a:gd name="T21" fmla="*/ 2147483647 h 645"/>
              <a:gd name="T22" fmla="*/ 2147483647 w 579"/>
              <a:gd name="T23" fmla="*/ 2147483647 h 645"/>
              <a:gd name="T24" fmla="*/ 2147483647 w 579"/>
              <a:gd name="T25" fmla="*/ 2147483647 h 645"/>
              <a:gd name="T26" fmla="*/ 2147483647 w 579"/>
              <a:gd name="T27" fmla="*/ 2147483647 h 645"/>
              <a:gd name="T28" fmla="*/ 2147483647 w 579"/>
              <a:gd name="T29" fmla="*/ 2147483647 h 645"/>
              <a:gd name="T30" fmla="*/ 2147483647 w 579"/>
              <a:gd name="T31" fmla="*/ 2147483647 h 645"/>
              <a:gd name="T32" fmla="*/ 2147483647 w 579"/>
              <a:gd name="T33" fmla="*/ 2147483647 h 645"/>
              <a:gd name="T34" fmla="*/ 2147483647 w 579"/>
              <a:gd name="T35" fmla="*/ 2147483647 h 645"/>
              <a:gd name="T36" fmla="*/ 2147483647 w 579"/>
              <a:gd name="T37" fmla="*/ 2147483647 h 645"/>
              <a:gd name="T38" fmla="*/ 2147483647 w 579"/>
              <a:gd name="T39" fmla="*/ 2147483647 h 645"/>
              <a:gd name="T40" fmla="*/ 2147483647 w 579"/>
              <a:gd name="T41" fmla="*/ 2147483647 h 645"/>
              <a:gd name="T42" fmla="*/ 2147483647 w 579"/>
              <a:gd name="T43" fmla="*/ 2147483647 h 645"/>
              <a:gd name="T44" fmla="*/ 2147483647 w 579"/>
              <a:gd name="T45" fmla="*/ 2147483647 h 645"/>
              <a:gd name="T46" fmla="*/ 2147483647 w 579"/>
              <a:gd name="T47" fmla="*/ 2147483647 h 645"/>
              <a:gd name="T48" fmla="*/ 2147483647 w 579"/>
              <a:gd name="T49" fmla="*/ 2147483647 h 645"/>
              <a:gd name="T50" fmla="*/ 2147483647 w 579"/>
              <a:gd name="T51" fmla="*/ 2147483647 h 645"/>
              <a:gd name="T52" fmla="*/ 2147483647 w 579"/>
              <a:gd name="T53" fmla="*/ 2147483647 h 645"/>
              <a:gd name="T54" fmla="*/ 2147483647 w 579"/>
              <a:gd name="T55" fmla="*/ 2147483647 h 645"/>
              <a:gd name="T56" fmla="*/ 2147483647 w 579"/>
              <a:gd name="T57" fmla="*/ 2147483647 h 645"/>
              <a:gd name="T58" fmla="*/ 2147483647 w 579"/>
              <a:gd name="T59" fmla="*/ 2147483647 h 645"/>
              <a:gd name="T60" fmla="*/ 2147483647 w 579"/>
              <a:gd name="T61" fmla="*/ 2147483647 h 645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w 579"/>
              <a:gd name="T94" fmla="*/ 0 h 645"/>
              <a:gd name="T95" fmla="*/ 579 w 579"/>
              <a:gd name="T96" fmla="*/ 645 h 645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T93" t="T94" r="T95" b="T96"/>
            <a:pathLst>
              <a:path w="579" h="645">
                <a:moveTo>
                  <a:pt x="411" y="282"/>
                </a:moveTo>
                <a:lnTo>
                  <a:pt x="377" y="263"/>
                </a:lnTo>
                <a:lnTo>
                  <a:pt x="329" y="184"/>
                </a:lnTo>
                <a:lnTo>
                  <a:pt x="279" y="191"/>
                </a:lnTo>
                <a:lnTo>
                  <a:pt x="138" y="23"/>
                </a:lnTo>
                <a:lnTo>
                  <a:pt x="62" y="29"/>
                </a:lnTo>
                <a:lnTo>
                  <a:pt x="34" y="8"/>
                </a:lnTo>
                <a:lnTo>
                  <a:pt x="0" y="0"/>
                </a:lnTo>
                <a:lnTo>
                  <a:pt x="34" y="75"/>
                </a:lnTo>
                <a:lnTo>
                  <a:pt x="95" y="117"/>
                </a:lnTo>
                <a:lnTo>
                  <a:pt x="238" y="350"/>
                </a:lnTo>
                <a:lnTo>
                  <a:pt x="238" y="406"/>
                </a:lnTo>
                <a:lnTo>
                  <a:pt x="272" y="471"/>
                </a:lnTo>
                <a:lnTo>
                  <a:pt x="349" y="537"/>
                </a:lnTo>
                <a:lnTo>
                  <a:pt x="349" y="582"/>
                </a:lnTo>
                <a:lnTo>
                  <a:pt x="396" y="597"/>
                </a:lnTo>
                <a:lnTo>
                  <a:pt x="431" y="645"/>
                </a:lnTo>
                <a:lnTo>
                  <a:pt x="499" y="637"/>
                </a:lnTo>
                <a:lnTo>
                  <a:pt x="525" y="645"/>
                </a:lnTo>
                <a:lnTo>
                  <a:pt x="546" y="645"/>
                </a:lnTo>
                <a:lnTo>
                  <a:pt x="537" y="595"/>
                </a:lnTo>
                <a:lnTo>
                  <a:pt x="546" y="575"/>
                </a:lnTo>
                <a:lnTo>
                  <a:pt x="546" y="524"/>
                </a:lnTo>
                <a:lnTo>
                  <a:pt x="579" y="527"/>
                </a:lnTo>
                <a:lnTo>
                  <a:pt x="579" y="471"/>
                </a:lnTo>
                <a:lnTo>
                  <a:pt x="552" y="438"/>
                </a:lnTo>
                <a:lnTo>
                  <a:pt x="494" y="451"/>
                </a:lnTo>
                <a:lnTo>
                  <a:pt x="464" y="410"/>
                </a:lnTo>
                <a:lnTo>
                  <a:pt x="424" y="385"/>
                </a:lnTo>
                <a:lnTo>
                  <a:pt x="405" y="350"/>
                </a:lnTo>
                <a:lnTo>
                  <a:pt x="411" y="282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87" name="Freeform 169"/>
          <p:cNvSpPr>
            <a:spLocks/>
          </p:cNvSpPr>
          <p:nvPr/>
        </p:nvSpPr>
        <p:spPr bwMode="auto">
          <a:xfrm>
            <a:off x="6377051" y="4762958"/>
            <a:ext cx="204787" cy="66660"/>
          </a:xfrm>
          <a:custGeom>
            <a:avLst/>
            <a:gdLst>
              <a:gd name="T0" fmla="*/ 2147483647 w 505"/>
              <a:gd name="T1" fmla="*/ 2147483647 h 152"/>
              <a:gd name="T2" fmla="*/ 2147483647 w 505"/>
              <a:gd name="T3" fmla="*/ 2147483647 h 152"/>
              <a:gd name="T4" fmla="*/ 2147483647 w 505"/>
              <a:gd name="T5" fmla="*/ 2147483647 h 152"/>
              <a:gd name="T6" fmla="*/ 2147483647 w 505"/>
              <a:gd name="T7" fmla="*/ 2147483647 h 152"/>
              <a:gd name="T8" fmla="*/ 2147483647 w 505"/>
              <a:gd name="T9" fmla="*/ 2147483647 h 152"/>
              <a:gd name="T10" fmla="*/ 2147483647 w 505"/>
              <a:gd name="T11" fmla="*/ 2147483647 h 152"/>
              <a:gd name="T12" fmla="*/ 2147483647 w 505"/>
              <a:gd name="T13" fmla="*/ 2147483647 h 152"/>
              <a:gd name="T14" fmla="*/ 2147483647 w 505"/>
              <a:gd name="T15" fmla="*/ 2147483647 h 152"/>
              <a:gd name="T16" fmla="*/ 2147483647 w 505"/>
              <a:gd name="T17" fmla="*/ 2147483647 h 152"/>
              <a:gd name="T18" fmla="*/ 2147483647 w 505"/>
              <a:gd name="T19" fmla="*/ 2147483647 h 152"/>
              <a:gd name="T20" fmla="*/ 2147483647 w 505"/>
              <a:gd name="T21" fmla="*/ 2147483647 h 152"/>
              <a:gd name="T22" fmla="*/ 2147483647 w 505"/>
              <a:gd name="T23" fmla="*/ 2147483647 h 152"/>
              <a:gd name="T24" fmla="*/ 2147483647 w 505"/>
              <a:gd name="T25" fmla="*/ 2147483647 h 152"/>
              <a:gd name="T26" fmla="*/ 2147483647 w 505"/>
              <a:gd name="T27" fmla="*/ 0 h 152"/>
              <a:gd name="T28" fmla="*/ 2147483647 w 505"/>
              <a:gd name="T29" fmla="*/ 2147483647 h 152"/>
              <a:gd name="T30" fmla="*/ 0 w 505"/>
              <a:gd name="T31" fmla="*/ 2147483647 h 152"/>
              <a:gd name="T32" fmla="*/ 2147483647 w 505"/>
              <a:gd name="T33" fmla="*/ 2147483647 h 152"/>
              <a:gd name="T34" fmla="*/ 2147483647 w 505"/>
              <a:gd name="T35" fmla="*/ 2147483647 h 152"/>
              <a:gd name="T36" fmla="*/ 2147483647 w 505"/>
              <a:gd name="T37" fmla="*/ 2147483647 h 152"/>
              <a:gd name="T38" fmla="*/ 2147483647 w 505"/>
              <a:gd name="T39" fmla="*/ 2147483647 h 152"/>
              <a:gd name="T40" fmla="*/ 2147483647 w 505"/>
              <a:gd name="T41" fmla="*/ 2147483647 h 152"/>
              <a:gd name="T42" fmla="*/ 2147483647 w 505"/>
              <a:gd name="T43" fmla="*/ 2147483647 h 152"/>
              <a:gd name="T44" fmla="*/ 2147483647 w 505"/>
              <a:gd name="T45" fmla="*/ 2147483647 h 152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w 505"/>
              <a:gd name="T70" fmla="*/ 0 h 152"/>
              <a:gd name="T71" fmla="*/ 505 w 505"/>
              <a:gd name="T72" fmla="*/ 152 h 152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T69" t="T70" r="T71" b="T72"/>
            <a:pathLst>
              <a:path w="505" h="152">
                <a:moveTo>
                  <a:pt x="505" y="152"/>
                </a:moveTo>
                <a:lnTo>
                  <a:pt x="505" y="122"/>
                </a:lnTo>
                <a:lnTo>
                  <a:pt x="485" y="92"/>
                </a:lnTo>
                <a:lnTo>
                  <a:pt x="437" y="103"/>
                </a:lnTo>
                <a:lnTo>
                  <a:pt x="431" y="47"/>
                </a:lnTo>
                <a:lnTo>
                  <a:pt x="416" y="47"/>
                </a:lnTo>
                <a:lnTo>
                  <a:pt x="407" y="61"/>
                </a:lnTo>
                <a:lnTo>
                  <a:pt x="380" y="61"/>
                </a:lnTo>
                <a:lnTo>
                  <a:pt x="364" y="73"/>
                </a:lnTo>
                <a:lnTo>
                  <a:pt x="270" y="25"/>
                </a:lnTo>
                <a:lnTo>
                  <a:pt x="252" y="47"/>
                </a:lnTo>
                <a:lnTo>
                  <a:pt x="199" y="51"/>
                </a:lnTo>
                <a:lnTo>
                  <a:pt x="109" y="8"/>
                </a:lnTo>
                <a:lnTo>
                  <a:pt x="38" y="0"/>
                </a:lnTo>
                <a:lnTo>
                  <a:pt x="27" y="2"/>
                </a:lnTo>
                <a:lnTo>
                  <a:pt x="0" y="40"/>
                </a:lnTo>
                <a:lnTo>
                  <a:pt x="108" y="103"/>
                </a:lnTo>
                <a:lnTo>
                  <a:pt x="190" y="85"/>
                </a:lnTo>
                <a:lnTo>
                  <a:pt x="221" y="122"/>
                </a:lnTo>
                <a:lnTo>
                  <a:pt x="364" y="122"/>
                </a:lnTo>
                <a:lnTo>
                  <a:pt x="453" y="148"/>
                </a:lnTo>
                <a:lnTo>
                  <a:pt x="453" y="136"/>
                </a:lnTo>
                <a:lnTo>
                  <a:pt x="505" y="152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88" name="Freeform 170"/>
          <p:cNvSpPr>
            <a:spLocks/>
          </p:cNvSpPr>
          <p:nvPr/>
        </p:nvSpPr>
        <p:spPr bwMode="auto">
          <a:xfrm>
            <a:off x="6581838" y="4816920"/>
            <a:ext cx="239713" cy="26982"/>
          </a:xfrm>
          <a:custGeom>
            <a:avLst/>
            <a:gdLst>
              <a:gd name="T0" fmla="*/ 2147483647 w 585"/>
              <a:gd name="T1" fmla="*/ 2147483647 h 67"/>
              <a:gd name="T2" fmla="*/ 2147483647 w 585"/>
              <a:gd name="T3" fmla="*/ 2147483647 h 67"/>
              <a:gd name="T4" fmla="*/ 2147483647 w 585"/>
              <a:gd name="T5" fmla="*/ 2147483647 h 67"/>
              <a:gd name="T6" fmla="*/ 2147483647 w 585"/>
              <a:gd name="T7" fmla="*/ 2147483647 h 67"/>
              <a:gd name="T8" fmla="*/ 2147483647 w 585"/>
              <a:gd name="T9" fmla="*/ 2147483647 h 67"/>
              <a:gd name="T10" fmla="*/ 2147483647 w 585"/>
              <a:gd name="T11" fmla="*/ 2147483647 h 67"/>
              <a:gd name="T12" fmla="*/ 2147483647 w 585"/>
              <a:gd name="T13" fmla="*/ 2147483647 h 67"/>
              <a:gd name="T14" fmla="*/ 2147483647 w 585"/>
              <a:gd name="T15" fmla="*/ 0 h 67"/>
              <a:gd name="T16" fmla="*/ 2147483647 w 585"/>
              <a:gd name="T17" fmla="*/ 0 h 67"/>
              <a:gd name="T18" fmla="*/ 2147483647 w 585"/>
              <a:gd name="T19" fmla="*/ 2147483647 h 67"/>
              <a:gd name="T20" fmla="*/ 2147483647 w 585"/>
              <a:gd name="T21" fmla="*/ 2147483647 h 67"/>
              <a:gd name="T22" fmla="*/ 2147483647 w 585"/>
              <a:gd name="T23" fmla="*/ 2147483647 h 67"/>
              <a:gd name="T24" fmla="*/ 2147483647 w 585"/>
              <a:gd name="T25" fmla="*/ 2147483647 h 67"/>
              <a:gd name="T26" fmla="*/ 2147483647 w 585"/>
              <a:gd name="T27" fmla="*/ 2147483647 h 67"/>
              <a:gd name="T28" fmla="*/ 2147483647 w 585"/>
              <a:gd name="T29" fmla="*/ 2147483647 h 67"/>
              <a:gd name="T30" fmla="*/ 0 w 585"/>
              <a:gd name="T31" fmla="*/ 2147483647 h 67"/>
              <a:gd name="T32" fmla="*/ 0 w 585"/>
              <a:gd name="T33" fmla="*/ 0 h 67"/>
              <a:gd name="T34" fmla="*/ 2147483647 w 585"/>
              <a:gd name="T35" fmla="*/ 2147483647 h 67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585"/>
              <a:gd name="T55" fmla="*/ 0 h 67"/>
              <a:gd name="T56" fmla="*/ 585 w 585"/>
              <a:gd name="T57" fmla="*/ 67 h 67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585" h="67">
                <a:moveTo>
                  <a:pt x="101" y="12"/>
                </a:moveTo>
                <a:lnTo>
                  <a:pt x="138" y="21"/>
                </a:lnTo>
                <a:lnTo>
                  <a:pt x="201" y="1"/>
                </a:lnTo>
                <a:lnTo>
                  <a:pt x="284" y="21"/>
                </a:lnTo>
                <a:lnTo>
                  <a:pt x="349" y="27"/>
                </a:lnTo>
                <a:lnTo>
                  <a:pt x="433" y="21"/>
                </a:lnTo>
                <a:lnTo>
                  <a:pt x="496" y="27"/>
                </a:lnTo>
                <a:lnTo>
                  <a:pt x="507" y="0"/>
                </a:lnTo>
                <a:lnTo>
                  <a:pt x="585" y="0"/>
                </a:lnTo>
                <a:lnTo>
                  <a:pt x="545" y="29"/>
                </a:lnTo>
                <a:lnTo>
                  <a:pt x="452" y="55"/>
                </a:lnTo>
                <a:lnTo>
                  <a:pt x="369" y="67"/>
                </a:lnTo>
                <a:lnTo>
                  <a:pt x="259" y="57"/>
                </a:lnTo>
                <a:lnTo>
                  <a:pt x="123" y="55"/>
                </a:lnTo>
                <a:lnTo>
                  <a:pt x="45" y="64"/>
                </a:lnTo>
                <a:lnTo>
                  <a:pt x="0" y="27"/>
                </a:lnTo>
                <a:lnTo>
                  <a:pt x="0" y="0"/>
                </a:lnTo>
                <a:lnTo>
                  <a:pt x="101" y="12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89" name="Freeform 175"/>
          <p:cNvSpPr>
            <a:spLocks/>
          </p:cNvSpPr>
          <p:nvPr/>
        </p:nvSpPr>
        <p:spPr bwMode="auto">
          <a:xfrm>
            <a:off x="6446901" y="4539173"/>
            <a:ext cx="212725" cy="185694"/>
          </a:xfrm>
          <a:custGeom>
            <a:avLst/>
            <a:gdLst/>
            <a:ahLst/>
            <a:cxnLst>
              <a:cxn ang="0">
                <a:pos x="0" y="124"/>
              </a:cxn>
              <a:cxn ang="0">
                <a:pos x="16" y="272"/>
              </a:cxn>
              <a:cxn ang="0">
                <a:pos x="35" y="272"/>
              </a:cxn>
              <a:cxn ang="0">
                <a:pos x="87" y="365"/>
              </a:cxn>
              <a:cxn ang="0">
                <a:pos x="175" y="361"/>
              </a:cxn>
              <a:cxn ang="0">
                <a:pos x="292" y="382"/>
              </a:cxn>
              <a:cxn ang="0">
                <a:pos x="305" y="429"/>
              </a:cxn>
              <a:cxn ang="0">
                <a:pos x="385" y="410"/>
              </a:cxn>
              <a:cxn ang="0">
                <a:pos x="406" y="350"/>
              </a:cxn>
              <a:cxn ang="0">
                <a:pos x="396" y="308"/>
              </a:cxn>
              <a:cxn ang="0">
                <a:pos x="461" y="262"/>
              </a:cxn>
              <a:cxn ang="0">
                <a:pos x="461" y="210"/>
              </a:cxn>
              <a:cxn ang="0">
                <a:pos x="475" y="191"/>
              </a:cxn>
              <a:cxn ang="0">
                <a:pos x="519" y="191"/>
              </a:cxn>
              <a:cxn ang="0">
                <a:pos x="519" y="152"/>
              </a:cxn>
              <a:cxn ang="0">
                <a:pos x="486" y="134"/>
              </a:cxn>
              <a:cxn ang="0">
                <a:pos x="486" y="120"/>
              </a:cxn>
              <a:cxn ang="0">
                <a:pos x="475" y="104"/>
              </a:cxn>
              <a:cxn ang="0">
                <a:pos x="475" y="8"/>
              </a:cxn>
              <a:cxn ang="0">
                <a:pos x="407" y="0"/>
              </a:cxn>
              <a:cxn ang="0">
                <a:pos x="396" y="33"/>
              </a:cxn>
              <a:cxn ang="0">
                <a:pos x="358" y="41"/>
              </a:cxn>
              <a:cxn ang="0">
                <a:pos x="358" y="83"/>
              </a:cxn>
              <a:cxn ang="0">
                <a:pos x="302" y="92"/>
              </a:cxn>
              <a:cxn ang="0">
                <a:pos x="282" y="134"/>
              </a:cxn>
              <a:cxn ang="0">
                <a:pos x="255" y="135"/>
              </a:cxn>
              <a:cxn ang="0">
                <a:pos x="217" y="160"/>
              </a:cxn>
              <a:cxn ang="0">
                <a:pos x="186" y="139"/>
              </a:cxn>
              <a:cxn ang="0">
                <a:pos x="134" y="173"/>
              </a:cxn>
              <a:cxn ang="0">
                <a:pos x="47" y="173"/>
              </a:cxn>
              <a:cxn ang="0">
                <a:pos x="0" y="124"/>
              </a:cxn>
            </a:cxnLst>
            <a:rect l="0" t="0" r="r" b="b"/>
            <a:pathLst>
              <a:path w="519" h="429">
                <a:moveTo>
                  <a:pt x="0" y="124"/>
                </a:moveTo>
                <a:lnTo>
                  <a:pt x="16" y="272"/>
                </a:lnTo>
                <a:lnTo>
                  <a:pt x="35" y="272"/>
                </a:lnTo>
                <a:lnTo>
                  <a:pt x="87" y="365"/>
                </a:lnTo>
                <a:lnTo>
                  <a:pt x="175" y="361"/>
                </a:lnTo>
                <a:lnTo>
                  <a:pt x="292" y="382"/>
                </a:lnTo>
                <a:lnTo>
                  <a:pt x="305" y="429"/>
                </a:lnTo>
                <a:lnTo>
                  <a:pt x="385" y="410"/>
                </a:lnTo>
                <a:lnTo>
                  <a:pt x="406" y="350"/>
                </a:lnTo>
                <a:lnTo>
                  <a:pt x="396" y="308"/>
                </a:lnTo>
                <a:lnTo>
                  <a:pt x="461" y="262"/>
                </a:lnTo>
                <a:lnTo>
                  <a:pt x="461" y="210"/>
                </a:lnTo>
                <a:lnTo>
                  <a:pt x="475" y="191"/>
                </a:lnTo>
                <a:lnTo>
                  <a:pt x="519" y="191"/>
                </a:lnTo>
                <a:lnTo>
                  <a:pt x="519" y="152"/>
                </a:lnTo>
                <a:lnTo>
                  <a:pt x="486" y="134"/>
                </a:lnTo>
                <a:lnTo>
                  <a:pt x="486" y="120"/>
                </a:lnTo>
                <a:lnTo>
                  <a:pt x="475" y="104"/>
                </a:lnTo>
                <a:lnTo>
                  <a:pt x="475" y="8"/>
                </a:lnTo>
                <a:lnTo>
                  <a:pt x="407" y="0"/>
                </a:lnTo>
                <a:lnTo>
                  <a:pt x="396" y="33"/>
                </a:lnTo>
                <a:lnTo>
                  <a:pt x="358" y="41"/>
                </a:lnTo>
                <a:lnTo>
                  <a:pt x="358" y="83"/>
                </a:lnTo>
                <a:lnTo>
                  <a:pt x="302" y="92"/>
                </a:lnTo>
                <a:lnTo>
                  <a:pt x="282" y="134"/>
                </a:lnTo>
                <a:lnTo>
                  <a:pt x="255" y="135"/>
                </a:lnTo>
                <a:lnTo>
                  <a:pt x="217" y="160"/>
                </a:lnTo>
                <a:lnTo>
                  <a:pt x="186" y="139"/>
                </a:lnTo>
                <a:lnTo>
                  <a:pt x="134" y="173"/>
                </a:lnTo>
                <a:lnTo>
                  <a:pt x="47" y="173"/>
                </a:lnTo>
                <a:lnTo>
                  <a:pt x="0" y="124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GB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90" name="Freeform 182"/>
          <p:cNvSpPr>
            <a:spLocks/>
          </p:cNvSpPr>
          <p:nvPr/>
        </p:nvSpPr>
        <p:spPr bwMode="auto">
          <a:xfrm>
            <a:off x="6659625" y="4601071"/>
            <a:ext cx="131762" cy="160301"/>
          </a:xfrm>
          <a:custGeom>
            <a:avLst/>
            <a:gdLst>
              <a:gd name="T0" fmla="*/ 2147483647 w 323"/>
              <a:gd name="T1" fmla="*/ 2147483647 h 368"/>
              <a:gd name="T2" fmla="*/ 2147483647 w 323"/>
              <a:gd name="T3" fmla="*/ 0 h 368"/>
              <a:gd name="T4" fmla="*/ 2147483647 w 323"/>
              <a:gd name="T5" fmla="*/ 2147483647 h 368"/>
              <a:gd name="T6" fmla="*/ 2147483647 w 323"/>
              <a:gd name="T7" fmla="*/ 2147483647 h 368"/>
              <a:gd name="T8" fmla="*/ 2147483647 w 323"/>
              <a:gd name="T9" fmla="*/ 2147483647 h 368"/>
              <a:gd name="T10" fmla="*/ 2147483647 w 323"/>
              <a:gd name="T11" fmla="*/ 2147483647 h 368"/>
              <a:gd name="T12" fmla="*/ 2147483647 w 323"/>
              <a:gd name="T13" fmla="*/ 2147483647 h 368"/>
              <a:gd name="T14" fmla="*/ 2147483647 w 323"/>
              <a:gd name="T15" fmla="*/ 2147483647 h 368"/>
              <a:gd name="T16" fmla="*/ 2147483647 w 323"/>
              <a:gd name="T17" fmla="*/ 2147483647 h 368"/>
              <a:gd name="T18" fmla="*/ 2147483647 w 323"/>
              <a:gd name="T19" fmla="*/ 2147483647 h 368"/>
              <a:gd name="T20" fmla="*/ 2147483647 w 323"/>
              <a:gd name="T21" fmla="*/ 2147483647 h 368"/>
              <a:gd name="T22" fmla="*/ 2147483647 w 323"/>
              <a:gd name="T23" fmla="*/ 2147483647 h 368"/>
              <a:gd name="T24" fmla="*/ 2147483647 w 323"/>
              <a:gd name="T25" fmla="*/ 2147483647 h 368"/>
              <a:gd name="T26" fmla="*/ 2147483647 w 323"/>
              <a:gd name="T27" fmla="*/ 2147483647 h 368"/>
              <a:gd name="T28" fmla="*/ 2147483647 w 323"/>
              <a:gd name="T29" fmla="*/ 2147483647 h 368"/>
              <a:gd name="T30" fmla="*/ 2147483647 w 323"/>
              <a:gd name="T31" fmla="*/ 2147483647 h 368"/>
              <a:gd name="T32" fmla="*/ 2147483647 w 323"/>
              <a:gd name="T33" fmla="*/ 2147483647 h 368"/>
              <a:gd name="T34" fmla="*/ 2147483647 w 323"/>
              <a:gd name="T35" fmla="*/ 2147483647 h 368"/>
              <a:gd name="T36" fmla="*/ 2147483647 w 323"/>
              <a:gd name="T37" fmla="*/ 2147483647 h 368"/>
              <a:gd name="T38" fmla="*/ 2147483647 w 323"/>
              <a:gd name="T39" fmla="*/ 2147483647 h 368"/>
              <a:gd name="T40" fmla="*/ 2147483647 w 323"/>
              <a:gd name="T41" fmla="*/ 2147483647 h 368"/>
              <a:gd name="T42" fmla="*/ 2147483647 w 323"/>
              <a:gd name="T43" fmla="*/ 2147483647 h 368"/>
              <a:gd name="T44" fmla="*/ 2147483647 w 323"/>
              <a:gd name="T45" fmla="*/ 2147483647 h 368"/>
              <a:gd name="T46" fmla="*/ 2147483647 w 323"/>
              <a:gd name="T47" fmla="*/ 2147483647 h 368"/>
              <a:gd name="T48" fmla="*/ 2147483647 w 323"/>
              <a:gd name="T49" fmla="*/ 2147483647 h 368"/>
              <a:gd name="T50" fmla="*/ 2147483647 w 323"/>
              <a:gd name="T51" fmla="*/ 2147483647 h 368"/>
              <a:gd name="T52" fmla="*/ 2147483647 w 323"/>
              <a:gd name="T53" fmla="*/ 2147483647 h 368"/>
              <a:gd name="T54" fmla="*/ 2147483647 w 323"/>
              <a:gd name="T55" fmla="*/ 2147483647 h 368"/>
              <a:gd name="T56" fmla="*/ 0 w 323"/>
              <a:gd name="T57" fmla="*/ 2147483647 h 368"/>
              <a:gd name="T58" fmla="*/ 2147483647 w 323"/>
              <a:gd name="T59" fmla="*/ 2147483647 h 368"/>
              <a:gd name="T60" fmla="*/ 2147483647 w 323"/>
              <a:gd name="T61" fmla="*/ 2147483647 h 368"/>
              <a:gd name="T62" fmla="*/ 2147483647 w 323"/>
              <a:gd name="T63" fmla="*/ 2147483647 h 368"/>
              <a:gd name="T64" fmla="*/ 2147483647 w 323"/>
              <a:gd name="T65" fmla="*/ 2147483647 h 368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323"/>
              <a:gd name="T100" fmla="*/ 0 h 368"/>
              <a:gd name="T101" fmla="*/ 323 w 323"/>
              <a:gd name="T102" fmla="*/ 368 h 368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323" h="368">
                <a:moveTo>
                  <a:pt x="278" y="47"/>
                </a:moveTo>
                <a:lnTo>
                  <a:pt x="319" y="0"/>
                </a:lnTo>
                <a:lnTo>
                  <a:pt x="323" y="40"/>
                </a:lnTo>
                <a:lnTo>
                  <a:pt x="303" y="70"/>
                </a:lnTo>
                <a:lnTo>
                  <a:pt x="255" y="80"/>
                </a:lnTo>
                <a:lnTo>
                  <a:pt x="210" y="80"/>
                </a:lnTo>
                <a:lnTo>
                  <a:pt x="98" y="47"/>
                </a:lnTo>
                <a:lnTo>
                  <a:pt x="74" y="83"/>
                </a:lnTo>
                <a:lnTo>
                  <a:pt x="74" y="136"/>
                </a:lnTo>
                <a:lnTo>
                  <a:pt x="183" y="116"/>
                </a:lnTo>
                <a:lnTo>
                  <a:pt x="210" y="124"/>
                </a:lnTo>
                <a:lnTo>
                  <a:pt x="220" y="164"/>
                </a:lnTo>
                <a:lnTo>
                  <a:pt x="195" y="183"/>
                </a:lnTo>
                <a:lnTo>
                  <a:pt x="188" y="163"/>
                </a:lnTo>
                <a:lnTo>
                  <a:pt x="158" y="173"/>
                </a:lnTo>
                <a:lnTo>
                  <a:pt x="176" y="216"/>
                </a:lnTo>
                <a:lnTo>
                  <a:pt x="176" y="248"/>
                </a:lnTo>
                <a:lnTo>
                  <a:pt x="221" y="285"/>
                </a:lnTo>
                <a:lnTo>
                  <a:pt x="221" y="368"/>
                </a:lnTo>
                <a:lnTo>
                  <a:pt x="136" y="357"/>
                </a:lnTo>
                <a:lnTo>
                  <a:pt x="136" y="340"/>
                </a:lnTo>
                <a:lnTo>
                  <a:pt x="117" y="325"/>
                </a:lnTo>
                <a:lnTo>
                  <a:pt x="124" y="301"/>
                </a:lnTo>
                <a:lnTo>
                  <a:pt x="98" y="242"/>
                </a:lnTo>
                <a:lnTo>
                  <a:pt x="71" y="248"/>
                </a:lnTo>
                <a:lnTo>
                  <a:pt x="71" y="368"/>
                </a:lnTo>
                <a:lnTo>
                  <a:pt x="21" y="368"/>
                </a:lnTo>
                <a:lnTo>
                  <a:pt x="36" y="267"/>
                </a:lnTo>
                <a:lnTo>
                  <a:pt x="0" y="242"/>
                </a:lnTo>
                <a:lnTo>
                  <a:pt x="36" y="156"/>
                </a:lnTo>
                <a:lnTo>
                  <a:pt x="36" y="76"/>
                </a:lnTo>
                <a:lnTo>
                  <a:pt x="87" y="22"/>
                </a:lnTo>
                <a:lnTo>
                  <a:pt x="278" y="47"/>
                </a:lnTo>
                <a:close/>
              </a:path>
            </a:pathLst>
          </a:custGeom>
          <a:solidFill>
            <a:srgbClr val="D8D8D8"/>
          </a:solidFill>
          <a:ln w="12700" cmpd="sng">
            <a:solidFill>
              <a:srgbClr val="68A4F4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94" name="TextBox 293"/>
          <p:cNvSpPr txBox="1"/>
          <p:nvPr/>
        </p:nvSpPr>
        <p:spPr>
          <a:xfrm>
            <a:off x="3592408" y="3849250"/>
            <a:ext cx="2385309" cy="769441"/>
          </a:xfrm>
          <a:prstGeom prst="rect">
            <a:avLst/>
          </a:prstGeom>
          <a:solidFill>
            <a:schemeClr val="bg1">
              <a:alpha val="69804"/>
            </a:schemeClr>
          </a:solidFill>
          <a:effectLst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lang="zh-CN" altLang="en-US" sz="14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非洲</a:t>
            </a:r>
            <a:r>
              <a:rPr lang="en-GB" sz="14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 marL="228600" indent="-228600">
              <a:buFont typeface="+mj-lt"/>
              <a:buAutoNum type="arabicPeriod"/>
              <a:defRPr/>
            </a:pPr>
            <a:r>
              <a:rPr lang="zh-CN" altLang="en-US" sz="1200" dirty="0" smtClean="0">
                <a:latin typeface="Arial" pitchFamily="34" charset="0"/>
                <a:cs typeface="Arial" pitchFamily="34" charset="0"/>
              </a:rPr>
              <a:t>基础建设落后</a:t>
            </a:r>
            <a:r>
              <a:rPr lang="en-GB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zh-CN" altLang="en-US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电力</a:t>
            </a:r>
            <a:r>
              <a:rPr lang="en-US" altLang="zh-CN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,</a:t>
            </a:r>
            <a:r>
              <a:rPr lang="zh-CN" altLang="en-US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运输</a:t>
            </a:r>
            <a:r>
              <a:rPr lang="en-GB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)</a:t>
            </a:r>
          </a:p>
          <a:p>
            <a:pPr marL="228600" indent="-228600">
              <a:buFont typeface="+mj-lt"/>
              <a:buAutoNum type="arabicPeriod"/>
              <a:defRPr/>
            </a:pPr>
            <a:r>
              <a:rPr lang="zh-CN" altLang="en-US" sz="1200" dirty="0" smtClean="0">
                <a:latin typeface="Arial" pitchFamily="34" charset="0"/>
                <a:cs typeface="Arial" pitchFamily="34" charset="0"/>
              </a:rPr>
              <a:t>税务问题</a:t>
            </a:r>
            <a:endParaRPr lang="en-GB" sz="12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228600" indent="-228600">
              <a:buFont typeface="+mj-lt"/>
              <a:buAutoNum type="arabicPeriod"/>
              <a:defRPr/>
            </a:pPr>
            <a:r>
              <a:rPr lang="zh-CN" altLang="en-US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资源国有化政策</a:t>
            </a:r>
            <a:endParaRPr lang="en-GB" sz="12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0" name="TextBox 299"/>
          <p:cNvSpPr txBox="1"/>
          <p:nvPr/>
        </p:nvSpPr>
        <p:spPr>
          <a:xfrm>
            <a:off x="486384" y="2968041"/>
            <a:ext cx="2480553" cy="584775"/>
          </a:xfrm>
          <a:prstGeom prst="rect">
            <a:avLst/>
          </a:prstGeom>
          <a:solidFill>
            <a:schemeClr val="bg1">
              <a:alpha val="69804"/>
            </a:schemeClr>
          </a:solidFill>
          <a:effectLst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lang="zh-CN" altLang="en-US" sz="14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北美</a:t>
            </a:r>
            <a:r>
              <a:rPr lang="en-GB" sz="14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 marL="228600" indent="-228600">
              <a:buFont typeface="+mj-lt"/>
              <a:buAutoNum type="arabicPeriod"/>
              <a:defRPr/>
            </a:pPr>
            <a:r>
              <a:rPr lang="zh-CN" altLang="en-US" sz="1200" dirty="0" smtClean="0">
                <a:latin typeface="Arial" pitchFamily="34" charset="0"/>
                <a:cs typeface="Arial" pitchFamily="34" charset="0"/>
              </a:rPr>
              <a:t>矿山地处边远区域</a:t>
            </a:r>
            <a:r>
              <a:rPr lang="en-US" altLang="zh-CN" sz="12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zh-CN" altLang="en-US" sz="1200" dirty="0" smtClean="0">
                <a:latin typeface="Arial" pitchFamily="34" charset="0"/>
                <a:cs typeface="Arial" pitchFamily="34" charset="0"/>
              </a:rPr>
              <a:t>基础建设落后</a:t>
            </a:r>
            <a:endParaRPr lang="en-GB" sz="12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228600" indent="-228600">
              <a:buFont typeface="+mj-lt"/>
              <a:buAutoNum type="arabicPeriod"/>
              <a:defRPr/>
            </a:pPr>
            <a:r>
              <a:rPr lang="zh-CN" altLang="en-US" sz="1200" dirty="0" smtClean="0">
                <a:latin typeface="Arial" pitchFamily="34" charset="0"/>
                <a:cs typeface="Arial" pitchFamily="34" charset="0"/>
              </a:rPr>
              <a:t>环保成本增加</a:t>
            </a:r>
            <a:endParaRPr lang="en-GB" sz="12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1" name="TextBox 300"/>
          <p:cNvSpPr txBox="1"/>
          <p:nvPr/>
        </p:nvSpPr>
        <p:spPr>
          <a:xfrm>
            <a:off x="6145914" y="3475037"/>
            <a:ext cx="2957142" cy="769441"/>
          </a:xfrm>
          <a:prstGeom prst="rect">
            <a:avLst/>
          </a:prstGeom>
          <a:solidFill>
            <a:schemeClr val="bg1">
              <a:alpha val="69804"/>
            </a:schemeClr>
          </a:solidFill>
          <a:effectLst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lang="zh-CN" altLang="en-US" sz="14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亚洲和澳大利亚</a:t>
            </a:r>
            <a:endParaRPr lang="en-GB" sz="1400" b="1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pPr marL="228600" indent="-228600">
              <a:buFont typeface="+mj-lt"/>
              <a:buAutoNum type="arabicPeriod"/>
              <a:defRPr/>
            </a:pPr>
            <a:r>
              <a:rPr lang="zh-CN" altLang="en-US" sz="1200" dirty="0" smtClean="0">
                <a:latin typeface="Arial" pitchFamily="34" charset="0"/>
                <a:cs typeface="Arial" pitchFamily="34" charset="0"/>
              </a:rPr>
              <a:t>资源国有化政策</a:t>
            </a:r>
            <a:endParaRPr lang="en-GB" sz="12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228600" indent="-228600">
              <a:buFont typeface="+mj-lt"/>
              <a:buAutoNum type="arabicPeriod"/>
              <a:defRPr/>
            </a:pPr>
            <a:r>
              <a:rPr lang="zh-CN" altLang="en-US" sz="1200" dirty="0" smtClean="0">
                <a:latin typeface="Arial" pitchFamily="34" charset="0"/>
                <a:cs typeface="Arial" pitchFamily="34" charset="0"/>
              </a:rPr>
              <a:t>新的矿区没有开采历史</a:t>
            </a:r>
            <a:endParaRPr lang="en-GB" sz="12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228600" indent="-228600">
              <a:buFont typeface="+mj-lt"/>
              <a:buAutoNum type="arabicPeriod"/>
              <a:defRPr/>
            </a:pPr>
            <a:r>
              <a:rPr lang="zh-CN" altLang="en-US" sz="1200" dirty="0" smtClean="0">
                <a:latin typeface="Arial" pitchFamily="34" charset="0"/>
                <a:cs typeface="Arial" pitchFamily="34" charset="0"/>
              </a:rPr>
              <a:t>矿山地处边远区域</a:t>
            </a:r>
            <a:r>
              <a:rPr lang="en-US" altLang="zh-CN" sz="1200" dirty="0" smtClean="0">
                <a:latin typeface="Arial" pitchFamily="34" charset="0"/>
                <a:cs typeface="Arial" pitchFamily="34" charset="0"/>
              </a:rPr>
              <a:t>,</a:t>
            </a:r>
            <a:r>
              <a:rPr lang="zh-CN" altLang="en-US" sz="1200" dirty="0" smtClean="0">
                <a:latin typeface="Arial" pitchFamily="34" charset="0"/>
                <a:cs typeface="Arial" pitchFamily="34" charset="0"/>
              </a:rPr>
              <a:t>基础建设落后</a:t>
            </a:r>
            <a:endParaRPr lang="en-GB" sz="12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03" name="TextBox 302"/>
          <p:cNvSpPr txBox="1"/>
          <p:nvPr/>
        </p:nvSpPr>
        <p:spPr>
          <a:xfrm>
            <a:off x="479089" y="4723900"/>
            <a:ext cx="2905556" cy="769441"/>
          </a:xfrm>
          <a:prstGeom prst="rect">
            <a:avLst/>
          </a:prstGeom>
          <a:solidFill>
            <a:schemeClr val="bg1">
              <a:alpha val="69804"/>
            </a:schemeClr>
          </a:solidFill>
          <a:effectLst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lang="zh-CN" altLang="en-US" sz="14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中南美</a:t>
            </a:r>
            <a:r>
              <a:rPr lang="en-GB" sz="14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 marL="228600" indent="-228600">
              <a:buFont typeface="+mj-lt"/>
              <a:buAutoNum type="arabicPeriod"/>
              <a:defRPr/>
            </a:pPr>
            <a:r>
              <a:rPr lang="zh-CN" altLang="en-US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新的矿区没有开采历史</a:t>
            </a:r>
            <a:endParaRPr lang="en-GB" sz="12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228600" indent="-228600">
              <a:buFont typeface="+mj-lt"/>
              <a:buAutoNum type="arabicPeriod"/>
              <a:defRPr/>
            </a:pPr>
            <a:r>
              <a:rPr lang="zh-CN" altLang="en-US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当地居民阻挠</a:t>
            </a:r>
            <a:endParaRPr lang="en-GB" sz="12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228600" indent="-228600">
              <a:buFont typeface="+mj-lt"/>
              <a:buAutoNum type="arabicPeriod"/>
              <a:defRPr/>
            </a:pPr>
            <a:r>
              <a:rPr lang="zh-CN" altLang="en-US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基础建设问题</a:t>
            </a:r>
            <a:r>
              <a:rPr lang="en-US" altLang="zh-CN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zh-CN" altLang="en-US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水力</a:t>
            </a:r>
            <a:r>
              <a:rPr lang="en-US" altLang="zh-CN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,</a:t>
            </a:r>
            <a:r>
              <a:rPr lang="zh-CN" altLang="en-US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电力</a:t>
            </a:r>
            <a:r>
              <a:rPr lang="en-US" altLang="zh-CN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)</a:t>
            </a:r>
            <a:endParaRPr lang="en-GB" sz="12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4" name="TextBox 303"/>
          <p:cNvSpPr txBox="1"/>
          <p:nvPr/>
        </p:nvSpPr>
        <p:spPr>
          <a:xfrm>
            <a:off x="3252379" y="1455907"/>
            <a:ext cx="5727848" cy="769441"/>
          </a:xfrm>
          <a:prstGeom prst="rect">
            <a:avLst/>
          </a:prstGeom>
          <a:solidFill>
            <a:schemeClr val="bg1">
              <a:alpha val="69804"/>
            </a:schemeClr>
          </a:solidFill>
          <a:effectLst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lang="zh-CN" altLang="en-US" sz="14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全球</a:t>
            </a:r>
            <a:r>
              <a:rPr lang="en-GB" sz="14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 marL="228600" indent="-228600">
              <a:buFont typeface="+mj-lt"/>
              <a:buAutoNum type="arabicPeriod"/>
              <a:defRPr/>
            </a:pPr>
            <a:r>
              <a:rPr lang="zh-CN" altLang="en-US" sz="1200" dirty="0" smtClean="0">
                <a:latin typeface="Arial" pitchFamily="34" charset="0"/>
                <a:cs typeface="Arial" pitchFamily="34" charset="0"/>
              </a:rPr>
              <a:t>投资成本不断加大</a:t>
            </a:r>
            <a:endParaRPr lang="en-GB" sz="12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228600" indent="-228600">
              <a:buFont typeface="+mj-lt"/>
              <a:buAutoNum type="arabicPeriod"/>
              <a:defRPr/>
            </a:pPr>
            <a:r>
              <a:rPr lang="zh-CN" altLang="en-US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矿山战略重点从加大产量转移</a:t>
            </a:r>
            <a:r>
              <a:rPr lang="zh-CN" altLang="en-US" sz="1200" dirty="0" smtClean="0">
                <a:latin typeface="Arial" pitchFamily="34" charset="0"/>
                <a:cs typeface="Arial" pitchFamily="34" charset="0"/>
              </a:rPr>
              <a:t>到控制成本</a:t>
            </a:r>
            <a:endParaRPr lang="en-GB" sz="12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228600" indent="-228600">
              <a:buFont typeface="+mj-lt"/>
              <a:buAutoNum type="arabicPeriod"/>
              <a:defRPr/>
            </a:pPr>
            <a:r>
              <a:rPr lang="zh-CN" altLang="en-US" sz="1200" dirty="0" smtClean="0">
                <a:latin typeface="Arial" pitchFamily="34" charset="0"/>
                <a:cs typeface="Arial" pitchFamily="34" charset="0"/>
              </a:rPr>
              <a:t>全球并购增加</a:t>
            </a:r>
            <a:r>
              <a:rPr lang="en-US" altLang="zh-CN" sz="12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zh-CN" altLang="en-US" sz="1200" smtClean="0">
                <a:latin typeface="Arial" pitchFamily="34" charset="0"/>
                <a:cs typeface="Arial" pitchFamily="34" charset="0"/>
              </a:rPr>
              <a:t>经营重点发生改变</a:t>
            </a:r>
            <a:endParaRPr lang="en-GB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4" grpId="0" animBg="1"/>
      <p:bldP spid="300" grpId="0" animBg="1"/>
      <p:bldP spid="301" grpId="0" animBg="1"/>
      <p:bldP spid="303" grpId="0" animBg="1"/>
      <p:bldP spid="30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Chart 10"/>
          <p:cNvGraphicFramePr/>
          <p:nvPr/>
        </p:nvGraphicFramePr>
        <p:xfrm>
          <a:off x="257176" y="1721397"/>
          <a:ext cx="8638347" cy="44736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Right Arrow 11"/>
          <p:cNvSpPr/>
          <p:nvPr/>
        </p:nvSpPr>
        <p:spPr bwMode="auto">
          <a:xfrm rot="16200000">
            <a:off x="1223301" y="2193847"/>
            <a:ext cx="413330" cy="233460"/>
          </a:xfrm>
          <a:prstGeom prst="rightArrow">
            <a:avLst/>
          </a:prstGeom>
          <a:solidFill>
            <a:srgbClr val="C00000"/>
          </a:solidFill>
          <a:ln w="12700">
            <a:noFill/>
            <a:round/>
            <a:headEnd/>
            <a:tailEnd type="triangle" w="lg" len="med"/>
          </a:ln>
        </p:spPr>
        <p:txBody>
          <a:bodyPr wrap="none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4" name="Title 5"/>
          <p:cNvSpPr>
            <a:spLocks noGrp="1"/>
          </p:cNvSpPr>
          <p:nvPr>
            <p:ph type="title"/>
          </p:nvPr>
        </p:nvSpPr>
        <p:spPr bwMode="auto">
          <a:xfrm>
            <a:off x="242467" y="988167"/>
            <a:ext cx="8229600" cy="505309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10000"/>
              </a:lnSpc>
            </a:pPr>
            <a:r>
              <a:rPr lang="zh-CN" altLang="en-US" dirty="0" smtClean="0">
                <a:latin typeface="黑体" pitchFamily="2" charset="-122"/>
                <a:ea typeface="黑体" pitchFamily="2" charset="-122"/>
                <a:cs typeface="Arial" pitchFamily="34" charset="0"/>
              </a:rPr>
              <a:t>矿山投资成本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  <a:cs typeface="Arial" pitchFamily="34" charset="0"/>
              </a:rPr>
              <a:t>(</a:t>
            </a:r>
            <a:r>
              <a:rPr lang="en-US" altLang="zh-CN" dirty="0" err="1" smtClean="0">
                <a:latin typeface="黑体" pitchFamily="2" charset="-122"/>
                <a:ea typeface="黑体" pitchFamily="2" charset="-122"/>
                <a:cs typeface="Arial" pitchFamily="34" charset="0"/>
              </a:rPr>
              <a:t>Capex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  <a:cs typeface="Arial" pitchFamily="34" charset="0"/>
              </a:rPr>
              <a:t>) 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  <a:cs typeface="Arial" pitchFamily="34" charset="0"/>
              </a:rPr>
              <a:t>上涨幅度加大 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  <a:cs typeface="Arial" pitchFamily="34" charset="0"/>
              </a:rPr>
              <a:t>2009-2011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  <a:cs typeface="Arial" pitchFamily="34" charset="0"/>
              </a:rPr>
              <a:t>对比 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  <a:cs typeface="Arial" pitchFamily="34" charset="0"/>
              </a:rPr>
              <a:t>2012-2013</a:t>
            </a:r>
            <a:endParaRPr lang="en-GB" altLang="en-US" dirty="0" smtClean="0">
              <a:latin typeface="黑体" pitchFamily="2" charset="-122"/>
              <a:ea typeface="黑体" pitchFamily="2" charset="-122"/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3528" y="6093296"/>
            <a:ext cx="8647889" cy="27693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342900" indent="-342900" algn="ctr" eaLnBrk="0" hangingPunct="0">
              <a:spcBef>
                <a:spcPct val="20000"/>
              </a:spcBef>
            </a:pPr>
            <a:r>
              <a:rPr lang="zh-CN" altLang="en-US" sz="1200" kern="0" dirty="0" smtClean="0">
                <a:latin typeface="Arial" pitchFamily="34" charset="0"/>
                <a:cs typeface="Arial" pitchFamily="34" charset="0"/>
              </a:rPr>
              <a:t>来源于矿业公司矿山预计投资成本</a:t>
            </a:r>
            <a:r>
              <a:rPr lang="en-US" altLang="zh-CN" sz="1200" kern="0" dirty="0" smtClean="0">
                <a:latin typeface="Arial" pitchFamily="34" charset="0"/>
                <a:cs typeface="Arial" pitchFamily="34" charset="0"/>
              </a:rPr>
              <a:t>,</a:t>
            </a:r>
            <a:r>
              <a:rPr lang="en-US" sz="1200" kern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zh-CN" altLang="en-US" sz="1200" kern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时间</a:t>
            </a:r>
            <a:r>
              <a:rPr lang="en-US" altLang="zh-CN" sz="1200" kern="0" dirty="0" smtClean="0">
                <a:latin typeface="Arial" pitchFamily="34" charset="0"/>
                <a:cs typeface="Arial" pitchFamily="34" charset="0"/>
              </a:rPr>
              <a:t>: </a:t>
            </a:r>
            <a:r>
              <a:rPr lang="en-US" sz="1200" kern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2009-11 v. 2012-2013</a:t>
            </a:r>
          </a:p>
        </p:txBody>
      </p:sp>
      <p:sp>
        <p:nvSpPr>
          <p:cNvPr id="7" name="TextBox 12"/>
          <p:cNvSpPr txBox="1">
            <a:spLocks noChangeArrowheads="1"/>
          </p:cNvSpPr>
          <p:nvPr/>
        </p:nvSpPr>
        <p:spPr bwMode="auto">
          <a:xfrm>
            <a:off x="3923934" y="6597362"/>
            <a:ext cx="926857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Data: </a:t>
            </a:r>
            <a:r>
              <a:rPr lang="en-GB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CRU</a:t>
            </a:r>
            <a:endParaRPr lang="en-GB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hart 6"/>
          <p:cNvGraphicFramePr/>
          <p:nvPr/>
        </p:nvGraphicFramePr>
        <p:xfrm>
          <a:off x="234000" y="1906591"/>
          <a:ext cx="8638540" cy="44450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全球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90%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的铜矿成本远低于目前或者未来预计的铜价</a:t>
            </a:r>
            <a:endParaRPr lang="en-GB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2339654" y="6134665"/>
            <a:ext cx="4464698" cy="238125"/>
          </a:xfrm>
        </p:spPr>
        <p:txBody>
          <a:bodyPr/>
          <a:lstStyle/>
          <a:p>
            <a:r>
              <a:rPr lang="zh-CN" altLang="en-US" dirty="0" smtClean="0"/>
              <a:t>数据来源</a:t>
            </a:r>
            <a:r>
              <a:rPr lang="en-US" altLang="zh-CN" dirty="0" smtClean="0"/>
              <a:t>:CRU</a:t>
            </a:r>
            <a:endParaRPr lang="en-GB" dirty="0"/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61170" y="1770082"/>
            <a:ext cx="8229600" cy="377372"/>
          </a:xfrm>
        </p:spPr>
        <p:txBody>
          <a:bodyPr/>
          <a:lstStyle/>
          <a:p>
            <a:r>
              <a:rPr lang="zh-CN" altLang="en-US" dirty="0" smtClean="0">
                <a:latin typeface="黑体" pitchFamily="2" charset="-122"/>
                <a:ea typeface="黑体" pitchFamily="2" charset="-122"/>
                <a:cs typeface="Arial" pitchFamily="34" charset="0"/>
              </a:rPr>
              <a:t>扣除副产品后的现金成本</a:t>
            </a:r>
            <a:r>
              <a:rPr lang="en-GB" dirty="0" smtClean="0">
                <a:latin typeface="黑体" pitchFamily="2" charset="-122"/>
                <a:ea typeface="黑体" pitchFamily="2" charset="-122"/>
                <a:cs typeface="Arial" pitchFamily="34" charset="0"/>
              </a:rPr>
              <a:t> 2012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  <a:cs typeface="Arial" pitchFamily="34" charset="0"/>
              </a:rPr>
              <a:t>年 单位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  <a:cs typeface="Arial" pitchFamily="34" charset="0"/>
              </a:rPr>
              <a:t>: 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  <a:cs typeface="Arial" pitchFamily="34" charset="0"/>
              </a:rPr>
              <a:t>美元每吨</a:t>
            </a:r>
            <a:endParaRPr lang="en-GB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302" y="5602642"/>
            <a:ext cx="792000" cy="2769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GB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-143,000</a:t>
            </a:r>
            <a:endParaRPr lang="en-GB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Box 1"/>
          <p:cNvSpPr txBox="1"/>
          <p:nvPr/>
        </p:nvSpPr>
        <p:spPr>
          <a:xfrm>
            <a:off x="3400093" y="3131487"/>
            <a:ext cx="4104456" cy="294661"/>
          </a:xfrm>
          <a:prstGeom prst="rect">
            <a:avLst/>
          </a:prstGeom>
          <a:solidFill>
            <a:sysClr val="window" lastClr="FFFFFF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 smtClean="0">
                <a:latin typeface="Arial" pitchFamily="34" charset="0"/>
                <a:cs typeface="Arial" pitchFamily="34" charset="0"/>
              </a:rPr>
              <a:t>我们认为</a:t>
            </a:r>
            <a:r>
              <a:rPr lang="en-GB" sz="1400" dirty="0" smtClean="0">
                <a:latin typeface="Arial" pitchFamily="34" charset="0"/>
                <a:cs typeface="Arial" pitchFamily="34" charset="0"/>
              </a:rPr>
              <a:t>90</a:t>
            </a:r>
            <a:r>
              <a:rPr lang="en-US" altLang="zh-CN" sz="1400" dirty="0" smtClean="0">
                <a:latin typeface="Arial" pitchFamily="34" charset="0"/>
                <a:cs typeface="Arial" pitchFamily="34" charset="0"/>
              </a:rPr>
              <a:t>%</a:t>
            </a:r>
            <a:r>
              <a:rPr lang="zh-CN" altLang="en-US" sz="1400" dirty="0" smtClean="0">
                <a:latin typeface="Arial" pitchFamily="34" charset="0"/>
                <a:cs typeface="Arial" pitchFamily="34" charset="0"/>
              </a:rPr>
              <a:t>的现金成本线在</a:t>
            </a:r>
            <a:r>
              <a:rPr lang="en-GB" sz="1400" dirty="0" smtClean="0">
                <a:latin typeface="Arial" pitchFamily="34" charset="0"/>
                <a:cs typeface="Arial" pitchFamily="34" charset="0"/>
              </a:rPr>
              <a:t>4,951</a:t>
            </a:r>
            <a:r>
              <a:rPr lang="zh-CN" altLang="en-US" sz="1400" dirty="0" smtClean="0">
                <a:latin typeface="Arial" pitchFamily="34" charset="0"/>
                <a:cs typeface="Arial" pitchFamily="34" charset="0"/>
              </a:rPr>
              <a:t>美元每吨以下</a:t>
            </a:r>
            <a:endParaRPr lang="en-GB" sz="1400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4" name="Straight Connector 13"/>
          <p:cNvCxnSpPr/>
          <p:nvPr/>
        </p:nvCxnSpPr>
        <p:spPr bwMode="auto">
          <a:xfrm flipV="1">
            <a:off x="2707810" y="5135961"/>
            <a:ext cx="0" cy="683842"/>
          </a:xfrm>
          <a:prstGeom prst="line">
            <a:avLst/>
          </a:prstGeom>
          <a:solidFill>
            <a:srgbClr val="FFFFFF"/>
          </a:solidFill>
          <a:ln w="19050" cap="flat" cmpd="sng" algn="ctr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Straight Connector 14"/>
          <p:cNvCxnSpPr/>
          <p:nvPr/>
        </p:nvCxnSpPr>
        <p:spPr bwMode="auto">
          <a:xfrm flipV="1">
            <a:off x="4573136" y="5135961"/>
            <a:ext cx="0" cy="683842"/>
          </a:xfrm>
          <a:prstGeom prst="line">
            <a:avLst/>
          </a:prstGeom>
          <a:solidFill>
            <a:srgbClr val="FFFFFF"/>
          </a:solidFill>
          <a:ln w="19050" cap="flat" cmpd="sng" algn="ctr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/>
          <p:cNvCxnSpPr/>
          <p:nvPr/>
        </p:nvCxnSpPr>
        <p:spPr bwMode="auto">
          <a:xfrm flipV="1">
            <a:off x="6425789" y="5135961"/>
            <a:ext cx="0" cy="683842"/>
          </a:xfrm>
          <a:prstGeom prst="line">
            <a:avLst/>
          </a:prstGeom>
          <a:solidFill>
            <a:srgbClr val="FFFFFF"/>
          </a:solidFill>
          <a:ln w="19050" cap="flat" cmpd="sng" algn="ctr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/>
          <p:cNvCxnSpPr/>
          <p:nvPr/>
        </p:nvCxnSpPr>
        <p:spPr bwMode="auto">
          <a:xfrm flipV="1">
            <a:off x="8281509" y="5135961"/>
            <a:ext cx="0" cy="683842"/>
          </a:xfrm>
          <a:prstGeom prst="line">
            <a:avLst/>
          </a:prstGeom>
          <a:solidFill>
            <a:srgbClr val="FFFFFF"/>
          </a:solidFill>
          <a:ln w="19050" cap="flat" cmpd="sng" algn="ctr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3618150" y="5214852"/>
            <a:ext cx="1917512" cy="24616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342900" marR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Cumulative production (Mt</a:t>
            </a:r>
            <a:r>
              <a:rPr kumimoji="0" lang="en-GB" sz="10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Cu)</a:t>
            </a:r>
            <a:endParaRPr kumimoji="0" lang="en-GB" sz="1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19" name="Straight Connector 18"/>
          <p:cNvCxnSpPr/>
          <p:nvPr/>
        </p:nvCxnSpPr>
        <p:spPr bwMode="auto">
          <a:xfrm flipV="1">
            <a:off x="7581462" y="2679080"/>
            <a:ext cx="0" cy="1079750"/>
          </a:xfrm>
          <a:prstGeom prst="line">
            <a:avLst/>
          </a:prstGeom>
          <a:solidFill>
            <a:srgbClr val="FFFFFF"/>
          </a:solidFill>
          <a:ln w="19050" cap="flat" cmpd="sng" algn="ctr">
            <a:solidFill>
              <a:srgbClr val="003D7E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1314451" y="5789860"/>
            <a:ext cx="837089" cy="261549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342900" marR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1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1</a:t>
            </a:r>
            <a:r>
              <a:rPr kumimoji="0" lang="en-GB" sz="1100" b="0" i="0" u="none" strike="noStrike" kern="0" cap="none" spc="0" normalizeH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st</a:t>
            </a:r>
            <a:r>
              <a:rPr kumimoji="0" lang="en-GB" sz="11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quartile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72301" y="5789860"/>
            <a:ext cx="843501" cy="261549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342900" marR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1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4</a:t>
            </a:r>
            <a:r>
              <a:rPr kumimoji="0" lang="en-GB" sz="1100" b="0" i="0" u="none" strike="noStrike" kern="0" cap="none" spc="0" normalizeH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</a:t>
            </a:r>
            <a:r>
              <a:rPr kumimoji="0" lang="en-GB" sz="11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quartile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84906" y="5789860"/>
            <a:ext cx="870751" cy="261549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342900" marR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1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2</a:t>
            </a:r>
            <a:r>
              <a:rPr kumimoji="0" lang="en-GB" sz="1100" b="0" i="0" u="none" strike="noStrike" kern="0" cap="none" spc="0" normalizeH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nd</a:t>
            </a:r>
            <a:r>
              <a:rPr kumimoji="0" lang="en-GB" sz="11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quartile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89023" y="5789860"/>
            <a:ext cx="849913" cy="261549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342900" marR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1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3</a:t>
            </a:r>
            <a:r>
              <a:rPr kumimoji="0" lang="en-GB" sz="1100" b="0" i="0" u="none" strike="noStrike" kern="0" cap="none" spc="0" normalizeH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rd</a:t>
            </a:r>
            <a:r>
              <a:rPr kumimoji="0" lang="en-GB" sz="11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quartile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6750" y="4970899"/>
            <a:ext cx="341760" cy="261549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342900" marR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1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17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Chart 10"/>
          <p:cNvGraphicFramePr/>
          <p:nvPr/>
        </p:nvGraphicFramePr>
        <p:xfrm>
          <a:off x="234000" y="1906591"/>
          <a:ext cx="8638540" cy="44450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大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部分智利铜矿处于较低成本水平的第二区间</a:t>
            </a:r>
            <a:endParaRPr lang="en-GB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627901" y="6037452"/>
            <a:ext cx="8267381" cy="349169"/>
          </a:xfrm>
        </p:spPr>
        <p:txBody>
          <a:bodyPr/>
          <a:lstStyle/>
          <a:p>
            <a:pPr algn="l"/>
            <a:r>
              <a:rPr lang="en-GB" dirty="0" smtClean="0"/>
              <a:t>Data: CRU.  </a:t>
            </a:r>
            <a:r>
              <a:rPr lang="en-GB" sz="700" dirty="0" smtClean="0"/>
              <a:t>Note: not identified (production&lt;60,000t and costs&lt;$5,000/t) - SXEW Chile Various, Los </a:t>
            </a:r>
            <a:r>
              <a:rPr lang="en-GB" sz="700" dirty="0" err="1" smtClean="0"/>
              <a:t>Bronces</a:t>
            </a:r>
            <a:r>
              <a:rPr lang="en-GB" sz="700" dirty="0" smtClean="0"/>
              <a:t> (SXEW), Ojos del Salado, </a:t>
            </a:r>
            <a:r>
              <a:rPr lang="es-ES" sz="700" dirty="0" smtClean="0"/>
              <a:t>Ojos del Salado, Mantos de Luna, Mantos Blancos (</a:t>
            </a:r>
            <a:r>
              <a:rPr lang="es-ES" sz="700" dirty="0" err="1" smtClean="0"/>
              <a:t>Concs</a:t>
            </a:r>
            <a:r>
              <a:rPr lang="es-ES" sz="700" dirty="0" smtClean="0"/>
              <a:t>), </a:t>
            </a:r>
            <a:r>
              <a:rPr lang="es-ES" sz="700" dirty="0" err="1" smtClean="0"/>
              <a:t>Michilla</a:t>
            </a:r>
            <a:r>
              <a:rPr lang="es-ES" sz="700" dirty="0" smtClean="0"/>
              <a:t>, </a:t>
            </a:r>
            <a:r>
              <a:rPr lang="es-ES" sz="700" dirty="0" err="1" smtClean="0"/>
              <a:t>Mantoverde</a:t>
            </a:r>
            <a:r>
              <a:rPr lang="es-ES" sz="700" dirty="0" smtClean="0"/>
              <a:t>, El Soldado (</a:t>
            </a:r>
            <a:r>
              <a:rPr lang="es-ES" sz="700" dirty="0" err="1" smtClean="0"/>
              <a:t>Concs</a:t>
            </a:r>
            <a:r>
              <a:rPr lang="es-ES" sz="700" dirty="0" smtClean="0"/>
              <a:t>), </a:t>
            </a:r>
            <a:r>
              <a:rPr lang="es-ES" sz="700" dirty="0" err="1" smtClean="0"/>
              <a:t>Franke</a:t>
            </a:r>
            <a:r>
              <a:rPr lang="es-ES" sz="700" dirty="0" smtClean="0"/>
              <a:t>, Chuquicamata (SXEW), Salvador (</a:t>
            </a:r>
            <a:r>
              <a:rPr lang="es-ES" sz="700" dirty="0" err="1" smtClean="0"/>
              <a:t>concs</a:t>
            </a:r>
            <a:r>
              <a:rPr lang="es-ES" sz="700" dirty="0" smtClean="0"/>
              <a:t>), Mantos Blancos (SXEW), El Bronce de Atacama, El Soldado (SXEW).</a:t>
            </a:r>
          </a:p>
          <a:p>
            <a:pPr algn="l"/>
            <a:endParaRPr lang="en-GB" sz="700" dirty="0"/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61170" y="1770082"/>
            <a:ext cx="8229600" cy="377372"/>
          </a:xfrm>
        </p:spPr>
        <p:txBody>
          <a:bodyPr/>
          <a:lstStyle/>
          <a:p>
            <a:r>
              <a:rPr lang="zh-CN" altLang="en-US" dirty="0" smtClean="0">
                <a:latin typeface="黑体" pitchFamily="2" charset="-122"/>
                <a:ea typeface="黑体" pitchFamily="2" charset="-122"/>
                <a:cs typeface="Arial" pitchFamily="34" charset="0"/>
              </a:rPr>
              <a:t>扣除副产品后的现金成本</a:t>
            </a:r>
            <a:r>
              <a:rPr lang="en-GB" dirty="0" smtClean="0">
                <a:latin typeface="黑体" pitchFamily="2" charset="-122"/>
                <a:ea typeface="黑体" pitchFamily="2" charset="-122"/>
                <a:cs typeface="Arial" pitchFamily="34" charset="0"/>
              </a:rPr>
              <a:t> 2012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  <a:cs typeface="Arial" pitchFamily="34" charset="0"/>
              </a:rPr>
              <a:t>年 单位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  <a:cs typeface="Arial" pitchFamily="34" charset="0"/>
              </a:rPr>
              <a:t>: 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  <a:cs typeface="Arial" pitchFamily="34" charset="0"/>
              </a:rPr>
              <a:t>美元每吨</a:t>
            </a:r>
            <a:endParaRPr lang="en-GB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302" y="5602642"/>
            <a:ext cx="792000" cy="2769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GB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-143,000</a:t>
            </a:r>
            <a:endParaRPr lang="en-GB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61864" y="4382645"/>
            <a:ext cx="678391" cy="21544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342900" marR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Esperanza</a:t>
            </a:r>
          </a:p>
        </p:txBody>
      </p:sp>
      <p:cxnSp>
        <p:nvCxnSpPr>
          <p:cNvPr id="14" name="Straight Connector 13"/>
          <p:cNvCxnSpPr/>
          <p:nvPr/>
        </p:nvCxnSpPr>
        <p:spPr bwMode="auto">
          <a:xfrm flipV="1">
            <a:off x="1801060" y="4577290"/>
            <a:ext cx="0" cy="359917"/>
          </a:xfrm>
          <a:prstGeom prst="lin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1747072" y="3864605"/>
            <a:ext cx="659155" cy="51079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342900" indent="-342900" algn="ctr" eaLnBrk="0" hangingPunct="0">
              <a:spcBef>
                <a:spcPct val="20000"/>
              </a:spcBef>
            </a:pPr>
            <a:r>
              <a:rPr lang="en-GB" sz="800" kern="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Radomiro</a:t>
            </a:r>
            <a:r>
              <a:rPr lang="en-GB" sz="800" kern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 marL="342900" indent="-342900" algn="ctr" eaLnBrk="0" hangingPunct="0">
              <a:spcBef>
                <a:spcPct val="20000"/>
              </a:spcBef>
            </a:pPr>
            <a:r>
              <a:rPr lang="en-GB" sz="800" kern="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Tomic</a:t>
            </a:r>
            <a:endParaRPr lang="en-GB" sz="800" kern="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ctr" eaLnBrk="0" hangingPunct="0">
              <a:spcBef>
                <a:spcPct val="20000"/>
              </a:spcBef>
            </a:pPr>
            <a:r>
              <a:rPr lang="en-GB" sz="800" kern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(SXEW)</a:t>
            </a:r>
            <a:endParaRPr kumimoji="0" lang="en-GB" sz="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16" name="Straight Connector 15"/>
          <p:cNvCxnSpPr/>
          <p:nvPr/>
        </p:nvCxnSpPr>
        <p:spPr bwMode="auto">
          <a:xfrm flipV="1">
            <a:off x="2418278" y="4282718"/>
            <a:ext cx="0" cy="359917"/>
          </a:xfrm>
          <a:prstGeom prst="lin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0" lon="0" rev="2700000"/>
            </a:camera>
            <a:lightRig rig="threePt" dir="t"/>
          </a:scene3d>
        </p:spPr>
      </p:cxnSp>
      <p:sp>
        <p:nvSpPr>
          <p:cNvPr id="17" name="TextBox 16"/>
          <p:cNvSpPr txBox="1"/>
          <p:nvPr/>
        </p:nvSpPr>
        <p:spPr>
          <a:xfrm>
            <a:off x="2308352" y="3999194"/>
            <a:ext cx="506870" cy="21539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342900" indent="-342900" algn="ctr" eaLnBrk="0" hangingPunct="0">
              <a:spcBef>
                <a:spcPct val="20000"/>
              </a:spcBef>
            </a:pPr>
            <a:r>
              <a:rPr lang="en-GB" sz="800" kern="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Andina</a:t>
            </a:r>
            <a:endParaRPr kumimoji="0" lang="en-GB" sz="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18" name="Straight Connector 17"/>
          <p:cNvCxnSpPr/>
          <p:nvPr/>
        </p:nvCxnSpPr>
        <p:spPr bwMode="auto">
          <a:xfrm flipV="1">
            <a:off x="2683707" y="4206536"/>
            <a:ext cx="0" cy="359917"/>
          </a:xfrm>
          <a:prstGeom prst="lin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2646874" y="3831593"/>
            <a:ext cx="591829" cy="51079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342900" indent="-342900" algn="ctr" eaLnBrk="0" hangingPunct="0">
              <a:spcBef>
                <a:spcPct val="20000"/>
              </a:spcBef>
            </a:pPr>
            <a:r>
              <a:rPr lang="en-GB" sz="800" kern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Los</a:t>
            </a:r>
          </a:p>
          <a:p>
            <a:pPr marL="342900" indent="-342900" algn="ctr" eaLnBrk="0" hangingPunct="0">
              <a:spcBef>
                <a:spcPct val="20000"/>
              </a:spcBef>
            </a:pPr>
            <a:r>
              <a:rPr lang="en-GB" sz="800" kern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800" kern="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Bronces</a:t>
            </a:r>
            <a:endParaRPr lang="en-GB" sz="800" kern="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ctr" eaLnBrk="0" hangingPunct="0">
              <a:spcBef>
                <a:spcPct val="20000"/>
              </a:spcBef>
            </a:pPr>
            <a:r>
              <a:rPr kumimoji="0" lang="en-GB" sz="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(</a:t>
            </a:r>
            <a:r>
              <a:rPr kumimoji="0" lang="en-GB" sz="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concs</a:t>
            </a:r>
            <a:r>
              <a:rPr kumimoji="0" lang="en-GB" sz="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)</a:t>
            </a:r>
          </a:p>
        </p:txBody>
      </p:sp>
      <p:cxnSp>
        <p:nvCxnSpPr>
          <p:cNvPr id="20" name="Straight Connector 19"/>
          <p:cNvCxnSpPr/>
          <p:nvPr/>
        </p:nvCxnSpPr>
        <p:spPr bwMode="auto">
          <a:xfrm flipV="1">
            <a:off x="2942787" y="4322634"/>
            <a:ext cx="0" cy="215950"/>
          </a:xfrm>
          <a:prstGeom prst="lin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2855866" y="3603046"/>
            <a:ext cx="707245" cy="21539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342900" indent="-342900" algn="ctr" eaLnBrk="0" hangingPunct="0">
              <a:spcBef>
                <a:spcPct val="20000"/>
              </a:spcBef>
            </a:pPr>
            <a:r>
              <a:rPr lang="en-GB" sz="800" kern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El </a:t>
            </a:r>
            <a:r>
              <a:rPr lang="en-GB" sz="800" kern="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Teniente</a:t>
            </a:r>
            <a:endParaRPr kumimoji="0" lang="en-GB" sz="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22" name="Straight Connector 21"/>
          <p:cNvCxnSpPr/>
          <p:nvPr/>
        </p:nvCxnSpPr>
        <p:spPr bwMode="auto">
          <a:xfrm flipV="1">
            <a:off x="3209487" y="3802770"/>
            <a:ext cx="0" cy="719833"/>
          </a:xfrm>
          <a:prstGeom prst="lin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3157841" y="3817626"/>
            <a:ext cx="667170" cy="363092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342900" indent="-342900" algn="ctr" eaLnBrk="0" hangingPunct="0">
              <a:spcBef>
                <a:spcPct val="20000"/>
              </a:spcBef>
            </a:pPr>
            <a:r>
              <a:rPr lang="en-GB" sz="800" kern="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Escondida</a:t>
            </a:r>
            <a:endParaRPr lang="en-GB" sz="800" kern="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ctr" eaLnBrk="0" hangingPunct="0">
              <a:spcBef>
                <a:spcPct val="20000"/>
              </a:spcBef>
            </a:pPr>
            <a:r>
              <a:rPr kumimoji="0" lang="en-GB" sz="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(</a:t>
            </a:r>
            <a:r>
              <a:rPr kumimoji="0" lang="en-GB" sz="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concs</a:t>
            </a:r>
            <a:r>
              <a:rPr kumimoji="0" lang="en-GB" sz="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)</a:t>
            </a:r>
          </a:p>
        </p:txBody>
      </p:sp>
      <p:cxnSp>
        <p:nvCxnSpPr>
          <p:cNvPr id="24" name="Straight Connector 23"/>
          <p:cNvCxnSpPr/>
          <p:nvPr/>
        </p:nvCxnSpPr>
        <p:spPr bwMode="auto">
          <a:xfrm flipV="1">
            <a:off x="3468567" y="4153208"/>
            <a:ext cx="0" cy="359917"/>
          </a:xfrm>
          <a:prstGeom prst="lin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5" name="TextBox 24"/>
          <p:cNvSpPr txBox="1"/>
          <p:nvPr/>
        </p:nvSpPr>
        <p:spPr>
          <a:xfrm>
            <a:off x="3498294" y="3534482"/>
            <a:ext cx="550151" cy="21539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342900" indent="-342900" algn="ctr" eaLnBrk="0" hangingPunct="0">
              <a:spcBef>
                <a:spcPct val="20000"/>
              </a:spcBef>
            </a:pPr>
            <a:r>
              <a:rPr lang="en-GB" sz="800" kern="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Zalvidar</a:t>
            </a:r>
            <a:endParaRPr kumimoji="0" lang="en-GB" sz="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26" name="Straight Connector 25"/>
          <p:cNvCxnSpPr/>
          <p:nvPr/>
        </p:nvCxnSpPr>
        <p:spPr bwMode="auto">
          <a:xfrm flipV="1">
            <a:off x="3773368" y="3749442"/>
            <a:ext cx="0" cy="719833"/>
          </a:xfrm>
          <a:prstGeom prst="lin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3655954" y="3039296"/>
            <a:ext cx="676788" cy="363092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342900" indent="-342900" algn="ctr" eaLnBrk="0" hangingPunct="0">
              <a:spcBef>
                <a:spcPct val="20000"/>
              </a:spcBef>
            </a:pPr>
            <a:r>
              <a:rPr lang="en-GB" sz="800" kern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Los</a:t>
            </a:r>
          </a:p>
          <a:p>
            <a:pPr marL="342900" indent="-342900" algn="ctr" eaLnBrk="0" hangingPunct="0">
              <a:spcBef>
                <a:spcPct val="20000"/>
              </a:spcBef>
            </a:pPr>
            <a:r>
              <a:rPr lang="en-GB" sz="800" kern="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Pelambras</a:t>
            </a:r>
            <a:endParaRPr kumimoji="0" lang="en-GB" sz="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28" name="Straight Connector 27"/>
          <p:cNvCxnSpPr/>
          <p:nvPr/>
        </p:nvCxnSpPr>
        <p:spPr bwMode="auto">
          <a:xfrm flipV="1">
            <a:off x="3979108" y="3391385"/>
            <a:ext cx="0" cy="1079750"/>
          </a:xfrm>
          <a:prstGeom prst="lin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9" name="TextBox 28"/>
          <p:cNvSpPr txBox="1"/>
          <p:nvPr/>
        </p:nvSpPr>
        <p:spPr>
          <a:xfrm rot="5400000">
            <a:off x="3856088" y="3770622"/>
            <a:ext cx="535600" cy="215444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pPr marL="342900" indent="-342900" algn="ctr" eaLnBrk="0" hangingPunct="0">
              <a:spcBef>
                <a:spcPct val="20000"/>
              </a:spcBef>
            </a:pPr>
            <a:r>
              <a:rPr lang="en-GB" sz="800" kern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Spence</a:t>
            </a:r>
            <a:endParaRPr kumimoji="0" lang="en-GB" sz="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30" name="Straight Connector 29"/>
          <p:cNvCxnSpPr/>
          <p:nvPr/>
        </p:nvCxnSpPr>
        <p:spPr bwMode="auto">
          <a:xfrm flipV="1">
            <a:off x="4108648" y="4069408"/>
            <a:ext cx="0" cy="359917"/>
          </a:xfrm>
          <a:prstGeom prst="lin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1" name="TextBox 30"/>
          <p:cNvSpPr txBox="1"/>
          <p:nvPr/>
        </p:nvSpPr>
        <p:spPr>
          <a:xfrm rot="5400000">
            <a:off x="3794273" y="3772207"/>
            <a:ext cx="899792" cy="215444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pPr marL="342900" indent="-342900" algn="ctr" eaLnBrk="0" hangingPunct="0">
              <a:spcBef>
                <a:spcPct val="20000"/>
              </a:spcBef>
            </a:pPr>
            <a:r>
              <a:rPr lang="en-GB" sz="800" kern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Quadra Blanca</a:t>
            </a:r>
            <a:endParaRPr kumimoji="0" lang="en-GB" sz="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32" name="Straight Connector 31"/>
          <p:cNvCxnSpPr/>
          <p:nvPr/>
        </p:nvCxnSpPr>
        <p:spPr bwMode="auto">
          <a:xfrm flipV="1">
            <a:off x="4187898" y="4244927"/>
            <a:ext cx="0" cy="179958"/>
          </a:xfrm>
          <a:prstGeom prst="lin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0" lon="0" rev="20399999"/>
            </a:camera>
            <a:lightRig rig="threePt" dir="t"/>
          </a:scene3d>
        </p:spPr>
      </p:cxnSp>
      <p:sp>
        <p:nvSpPr>
          <p:cNvPr id="37" name="TextBox 36"/>
          <p:cNvSpPr txBox="1"/>
          <p:nvPr/>
        </p:nvSpPr>
        <p:spPr>
          <a:xfrm>
            <a:off x="3986966" y="2813267"/>
            <a:ext cx="849912" cy="363092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342900" indent="-342900" algn="ctr" eaLnBrk="0" hangingPunct="0">
              <a:spcBef>
                <a:spcPts val="50"/>
              </a:spcBef>
            </a:pPr>
            <a:r>
              <a:rPr kumimoji="0" lang="en-GB" sz="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Chuquicamata</a:t>
            </a:r>
            <a:endParaRPr kumimoji="0" lang="en-GB" sz="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342900" indent="-342900" algn="ctr" eaLnBrk="0" hangingPunct="0">
              <a:spcBef>
                <a:spcPts val="50"/>
              </a:spcBef>
            </a:pPr>
            <a:r>
              <a:rPr kumimoji="0" lang="en-GB" sz="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(</a:t>
            </a:r>
            <a:r>
              <a:rPr kumimoji="0" lang="en-GB" sz="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concs</a:t>
            </a:r>
            <a:r>
              <a:rPr kumimoji="0" lang="en-GB" sz="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)</a:t>
            </a:r>
          </a:p>
        </p:txBody>
      </p:sp>
      <p:cxnSp>
        <p:nvCxnSpPr>
          <p:cNvPr id="38" name="Straight Connector 37"/>
          <p:cNvCxnSpPr/>
          <p:nvPr/>
        </p:nvCxnSpPr>
        <p:spPr bwMode="auto">
          <a:xfrm flipV="1">
            <a:off x="4411922" y="3142730"/>
            <a:ext cx="0" cy="1259708"/>
          </a:xfrm>
          <a:prstGeom prst="lin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9" name="TextBox 38"/>
          <p:cNvSpPr txBox="1"/>
          <p:nvPr/>
        </p:nvSpPr>
        <p:spPr>
          <a:xfrm>
            <a:off x="4357108" y="3681060"/>
            <a:ext cx="665567" cy="363092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342900" indent="-342900" algn="ctr" eaLnBrk="0" hangingPunct="0">
              <a:spcBef>
                <a:spcPct val="20000"/>
              </a:spcBef>
            </a:pPr>
            <a:r>
              <a:rPr lang="en-GB" sz="800" kern="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Collahuasi</a:t>
            </a:r>
            <a:endParaRPr lang="en-GB" sz="800" kern="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ctr" eaLnBrk="0" hangingPunct="0">
              <a:spcBef>
                <a:spcPct val="20000"/>
              </a:spcBef>
            </a:pPr>
            <a:r>
              <a:rPr lang="en-GB" sz="800" kern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n-GB" sz="800" kern="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Concs</a:t>
            </a:r>
            <a:r>
              <a:rPr lang="en-GB" sz="800" kern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)</a:t>
            </a:r>
            <a:endParaRPr kumimoji="0" lang="en-GB" sz="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40" name="Straight Connector 39"/>
          <p:cNvCxnSpPr/>
          <p:nvPr/>
        </p:nvCxnSpPr>
        <p:spPr bwMode="auto">
          <a:xfrm flipV="1">
            <a:off x="4630460" y="4027659"/>
            <a:ext cx="0" cy="359917"/>
          </a:xfrm>
          <a:prstGeom prst="lin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1" name="TextBox 40"/>
          <p:cNvSpPr txBox="1"/>
          <p:nvPr/>
        </p:nvSpPr>
        <p:spPr>
          <a:xfrm>
            <a:off x="4874602" y="3782847"/>
            <a:ext cx="625492" cy="21539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342900" indent="-342900" algn="ctr" eaLnBrk="0" hangingPunct="0">
              <a:spcBef>
                <a:spcPct val="20000"/>
              </a:spcBef>
            </a:pPr>
            <a:r>
              <a:rPr lang="en-GB" sz="800" kern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El Tesoro</a:t>
            </a:r>
            <a:endParaRPr kumimoji="0" lang="en-GB" sz="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42" name="Straight Connector 41"/>
          <p:cNvCxnSpPr/>
          <p:nvPr/>
        </p:nvCxnSpPr>
        <p:spPr bwMode="auto">
          <a:xfrm flipV="1">
            <a:off x="5187349" y="3965928"/>
            <a:ext cx="0" cy="359917"/>
          </a:xfrm>
          <a:prstGeom prst="lin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3" name="TextBox 42"/>
          <p:cNvSpPr txBox="1"/>
          <p:nvPr/>
        </p:nvSpPr>
        <p:spPr>
          <a:xfrm>
            <a:off x="5155297" y="3578921"/>
            <a:ext cx="522899" cy="21539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342900" indent="-342900" algn="ctr" eaLnBrk="0" hangingPunct="0">
              <a:spcBef>
                <a:spcPct val="20000"/>
              </a:spcBef>
            </a:pPr>
            <a:r>
              <a:rPr lang="en-GB" sz="800" kern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El </a:t>
            </a:r>
            <a:r>
              <a:rPr lang="en-GB" sz="800" kern="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Abra</a:t>
            </a:r>
            <a:endParaRPr kumimoji="0" lang="en-GB" sz="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44" name="Straight Connector 43"/>
          <p:cNvCxnSpPr/>
          <p:nvPr/>
        </p:nvCxnSpPr>
        <p:spPr bwMode="auto">
          <a:xfrm flipV="1">
            <a:off x="5414208" y="3772297"/>
            <a:ext cx="0" cy="539875"/>
          </a:xfrm>
          <a:prstGeom prst="lin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5" name="TextBox 44"/>
          <p:cNvSpPr txBox="1"/>
          <p:nvPr/>
        </p:nvSpPr>
        <p:spPr>
          <a:xfrm>
            <a:off x="5280014" y="2867886"/>
            <a:ext cx="667169" cy="363092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342900" indent="-342900" algn="ctr" eaLnBrk="0" hangingPunct="0">
              <a:spcBef>
                <a:spcPct val="20000"/>
              </a:spcBef>
            </a:pPr>
            <a:r>
              <a:rPr lang="en-GB" sz="800" kern="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Escondida</a:t>
            </a:r>
            <a:endParaRPr lang="en-GB" sz="800" kern="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ctr" eaLnBrk="0" hangingPunct="0">
              <a:spcBef>
                <a:spcPct val="20000"/>
              </a:spcBef>
            </a:pPr>
            <a:r>
              <a:rPr lang="en-GB" sz="800" kern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(SXEW)</a:t>
            </a:r>
            <a:endParaRPr kumimoji="0" lang="en-GB" sz="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46" name="Straight Connector 45"/>
          <p:cNvCxnSpPr/>
          <p:nvPr/>
        </p:nvCxnSpPr>
        <p:spPr bwMode="auto">
          <a:xfrm flipV="1">
            <a:off x="5611058" y="3200929"/>
            <a:ext cx="0" cy="1079750"/>
          </a:xfrm>
          <a:prstGeom prst="lin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7" name="TextBox 46"/>
          <p:cNvSpPr txBox="1"/>
          <p:nvPr/>
        </p:nvSpPr>
        <p:spPr>
          <a:xfrm>
            <a:off x="5553266" y="3571509"/>
            <a:ext cx="494046" cy="363092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pPr marL="342900" indent="-342900" algn="ctr" eaLnBrk="0" hangingPunct="0">
              <a:spcBef>
                <a:spcPct val="20000"/>
              </a:spcBef>
            </a:pPr>
            <a:r>
              <a:rPr kumimoji="0" lang="en-GB" sz="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Lomas</a:t>
            </a:r>
          </a:p>
          <a:p>
            <a:pPr marL="342900" indent="-342900" algn="ctr" eaLnBrk="0" hangingPunct="0">
              <a:spcBef>
                <a:spcPct val="20000"/>
              </a:spcBef>
            </a:pPr>
            <a:r>
              <a:rPr kumimoji="0" lang="en-GB" sz="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Bayas</a:t>
            </a:r>
            <a:endParaRPr kumimoji="0" lang="en-GB" sz="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48" name="Straight Connector 47"/>
          <p:cNvCxnSpPr/>
          <p:nvPr/>
        </p:nvCxnSpPr>
        <p:spPr bwMode="auto">
          <a:xfrm flipV="1">
            <a:off x="5791398" y="3904346"/>
            <a:ext cx="0" cy="359917"/>
          </a:xfrm>
          <a:prstGeom prst="lin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9" name="TextBox 48"/>
          <p:cNvSpPr txBox="1"/>
          <p:nvPr/>
        </p:nvSpPr>
        <p:spPr>
          <a:xfrm>
            <a:off x="5928276" y="3649317"/>
            <a:ext cx="431528" cy="21539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342900" indent="-342900" algn="ctr" eaLnBrk="0" hangingPunct="0">
              <a:spcBef>
                <a:spcPct val="20000"/>
              </a:spcBef>
            </a:pPr>
            <a:r>
              <a:rPr lang="en-GB" sz="800" kern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Gaby</a:t>
            </a:r>
            <a:endParaRPr kumimoji="0" lang="en-GB" sz="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50" name="Straight Connector 49"/>
          <p:cNvCxnSpPr/>
          <p:nvPr/>
        </p:nvCxnSpPr>
        <p:spPr bwMode="auto">
          <a:xfrm flipV="1">
            <a:off x="6093240" y="3837203"/>
            <a:ext cx="0" cy="359917"/>
          </a:xfrm>
          <a:prstGeom prst="lin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1" name="TextBox 50"/>
          <p:cNvSpPr txBox="1"/>
          <p:nvPr/>
        </p:nvSpPr>
        <p:spPr>
          <a:xfrm>
            <a:off x="6069341" y="3393750"/>
            <a:ext cx="630301" cy="363092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pPr marL="342900" indent="-342900" algn="ctr" eaLnBrk="0" hangingPunct="0">
              <a:spcBef>
                <a:spcPct val="20000"/>
              </a:spcBef>
            </a:pPr>
            <a:r>
              <a:rPr kumimoji="0" lang="en-GB" sz="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Radomiro</a:t>
            </a:r>
            <a:endParaRPr kumimoji="0" lang="en-GB" sz="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342900" indent="-342900" algn="ctr" eaLnBrk="0" hangingPunct="0">
              <a:spcBef>
                <a:spcPct val="20000"/>
              </a:spcBef>
            </a:pPr>
            <a:r>
              <a:rPr lang="en-GB" sz="800" kern="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Tomic</a:t>
            </a:r>
            <a:endParaRPr kumimoji="0" lang="en-GB" sz="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52" name="Straight Connector 51"/>
          <p:cNvCxnSpPr/>
          <p:nvPr/>
        </p:nvCxnSpPr>
        <p:spPr bwMode="auto">
          <a:xfrm flipV="1">
            <a:off x="6505140" y="3732935"/>
            <a:ext cx="0" cy="359917"/>
          </a:xfrm>
          <a:prstGeom prst="lin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3" name="TextBox 52"/>
          <p:cNvSpPr txBox="1"/>
          <p:nvPr/>
        </p:nvSpPr>
        <p:spPr>
          <a:xfrm>
            <a:off x="6394120" y="2841428"/>
            <a:ext cx="603049" cy="510791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pPr marL="342900" indent="-342900" algn="ctr" eaLnBrk="0" hangingPunct="0">
              <a:spcBef>
                <a:spcPct val="20000"/>
              </a:spcBef>
            </a:pPr>
            <a:r>
              <a:rPr kumimoji="0" lang="en-GB" sz="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Cerro</a:t>
            </a:r>
          </a:p>
          <a:p>
            <a:pPr marL="342900" indent="-342900" algn="ctr" eaLnBrk="0" hangingPunct="0">
              <a:spcBef>
                <a:spcPct val="20000"/>
              </a:spcBef>
            </a:pPr>
            <a:r>
              <a:rPr kumimoji="0" lang="en-GB" sz="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Colorado</a:t>
            </a:r>
          </a:p>
          <a:p>
            <a:pPr marL="342900" indent="-342900" algn="ctr" eaLnBrk="0" hangingPunct="0">
              <a:spcBef>
                <a:spcPct val="20000"/>
              </a:spcBef>
            </a:pPr>
            <a:r>
              <a:rPr lang="en-GB" sz="800" kern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(SXEW)</a:t>
            </a:r>
            <a:endParaRPr kumimoji="0" lang="en-GB" sz="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54" name="Straight Connector 53"/>
          <p:cNvCxnSpPr/>
          <p:nvPr/>
        </p:nvCxnSpPr>
        <p:spPr bwMode="auto">
          <a:xfrm flipV="1">
            <a:off x="6689290" y="3320281"/>
            <a:ext cx="0" cy="719833"/>
          </a:xfrm>
          <a:prstGeom prst="lin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5" name="TextBox 54"/>
          <p:cNvSpPr txBox="1"/>
          <p:nvPr/>
        </p:nvSpPr>
        <p:spPr>
          <a:xfrm>
            <a:off x="6662647" y="3394814"/>
            <a:ext cx="683200" cy="21539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342900" indent="-342900" algn="ctr" eaLnBrk="0" hangingPunct="0">
              <a:spcBef>
                <a:spcPct val="20000"/>
              </a:spcBef>
            </a:pPr>
            <a:r>
              <a:rPr lang="en-GB" sz="800" kern="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Candelaria</a:t>
            </a:r>
            <a:endParaRPr kumimoji="0" lang="en-GB" sz="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56" name="Straight Connector 55"/>
          <p:cNvCxnSpPr/>
          <p:nvPr/>
        </p:nvCxnSpPr>
        <p:spPr bwMode="auto">
          <a:xfrm flipV="1">
            <a:off x="7008058" y="3581840"/>
            <a:ext cx="0" cy="359917"/>
          </a:xfrm>
          <a:prstGeom prst="lin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7" name="TextBox 56"/>
          <p:cNvSpPr txBox="1"/>
          <p:nvPr/>
        </p:nvSpPr>
        <p:spPr>
          <a:xfrm>
            <a:off x="6976838" y="2805671"/>
            <a:ext cx="580608" cy="510791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pPr marL="342900" indent="-342900" algn="ctr" eaLnBrk="0" hangingPunct="0">
              <a:spcBef>
                <a:spcPct val="20000"/>
              </a:spcBef>
            </a:pPr>
            <a:r>
              <a:rPr kumimoji="0" lang="en-GB" sz="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Carmen</a:t>
            </a:r>
          </a:p>
          <a:p>
            <a:pPr marL="342900" indent="-342900" algn="ctr" eaLnBrk="0" hangingPunct="0">
              <a:spcBef>
                <a:spcPct val="20000"/>
              </a:spcBef>
            </a:pPr>
            <a:r>
              <a:rPr kumimoji="0" lang="en-GB" sz="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de </a:t>
            </a:r>
          </a:p>
          <a:p>
            <a:pPr marL="342900" indent="-342900" algn="ctr" eaLnBrk="0" hangingPunct="0">
              <a:spcBef>
                <a:spcPct val="20000"/>
              </a:spcBef>
            </a:pPr>
            <a:r>
              <a:rPr kumimoji="0" lang="en-GB" sz="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Andcollo</a:t>
            </a:r>
            <a:endParaRPr kumimoji="0" lang="en-GB" sz="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58" name="Straight Connector 57"/>
          <p:cNvCxnSpPr/>
          <p:nvPr/>
        </p:nvCxnSpPr>
        <p:spPr bwMode="auto">
          <a:xfrm flipV="1">
            <a:off x="7413192" y="3288539"/>
            <a:ext cx="0" cy="539875"/>
          </a:xfrm>
          <a:prstGeom prst="lin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9" name="TextBox 58"/>
          <p:cNvSpPr txBox="1"/>
          <p:nvPr/>
        </p:nvSpPr>
        <p:spPr>
          <a:xfrm rot="5400000">
            <a:off x="7181541" y="2862074"/>
            <a:ext cx="960298" cy="21544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342900" indent="-342900" algn="ctr" eaLnBrk="0" hangingPunct="0">
              <a:spcBef>
                <a:spcPct val="20000"/>
              </a:spcBef>
            </a:pPr>
            <a:r>
              <a:rPr lang="en-GB" sz="800" kern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Punta del Cobra</a:t>
            </a:r>
            <a:endParaRPr kumimoji="0" lang="en-GB" sz="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60" name="Straight Connector 59"/>
          <p:cNvCxnSpPr/>
          <p:nvPr/>
        </p:nvCxnSpPr>
        <p:spPr bwMode="auto">
          <a:xfrm flipV="1">
            <a:off x="7655340" y="3373761"/>
            <a:ext cx="0" cy="359917"/>
          </a:xfrm>
          <a:prstGeom prst="lin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1" name="TextBox 60"/>
          <p:cNvSpPr txBox="1"/>
          <p:nvPr/>
        </p:nvSpPr>
        <p:spPr>
          <a:xfrm>
            <a:off x="7297157" y="2239943"/>
            <a:ext cx="665567" cy="363092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342900" indent="-342900" algn="ctr" eaLnBrk="0" hangingPunct="0">
              <a:spcBef>
                <a:spcPct val="20000"/>
              </a:spcBef>
            </a:pPr>
            <a:r>
              <a:rPr lang="en-GB" sz="800" kern="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Collahuasi</a:t>
            </a:r>
            <a:endParaRPr lang="en-GB" sz="800" kern="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ctr" eaLnBrk="0" hangingPunct="0">
              <a:spcBef>
                <a:spcPct val="20000"/>
              </a:spcBef>
            </a:pPr>
            <a:r>
              <a:rPr lang="en-GB" sz="800" kern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(SXEW)</a:t>
            </a:r>
            <a:endParaRPr kumimoji="0" lang="en-GB" sz="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62" name="Straight Connector 61"/>
          <p:cNvCxnSpPr/>
          <p:nvPr/>
        </p:nvCxnSpPr>
        <p:spPr bwMode="auto">
          <a:xfrm flipV="1">
            <a:off x="7795039" y="2586543"/>
            <a:ext cx="0" cy="1079750"/>
          </a:xfrm>
          <a:prstGeom prst="lin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3" name="TextBox 62"/>
          <p:cNvSpPr txBox="1"/>
          <p:nvPr/>
        </p:nvSpPr>
        <p:spPr>
          <a:xfrm rot="5400000">
            <a:off x="7452906" y="2672846"/>
            <a:ext cx="990748" cy="21544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342900" indent="-342900" algn="ctr" eaLnBrk="0" hangingPunct="0">
              <a:spcBef>
                <a:spcPct val="20000"/>
              </a:spcBef>
            </a:pPr>
            <a:r>
              <a:rPr lang="en-GB" sz="800" kern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Salvador (SXEW)</a:t>
            </a:r>
            <a:endParaRPr kumimoji="0" lang="en-GB" sz="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64" name="Straight Connector 63"/>
          <p:cNvCxnSpPr/>
          <p:nvPr/>
        </p:nvCxnSpPr>
        <p:spPr bwMode="auto">
          <a:xfrm flipV="1">
            <a:off x="7944522" y="3195412"/>
            <a:ext cx="0" cy="179958"/>
          </a:xfrm>
          <a:prstGeom prst="lin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5" name="TextBox 64"/>
          <p:cNvSpPr txBox="1"/>
          <p:nvPr/>
        </p:nvSpPr>
        <p:spPr>
          <a:xfrm>
            <a:off x="7907254" y="2083623"/>
            <a:ext cx="562975" cy="51079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342900" indent="-342900" algn="ctr" eaLnBrk="0" hangingPunct="0">
              <a:spcBef>
                <a:spcPct val="20000"/>
              </a:spcBef>
            </a:pPr>
            <a:r>
              <a:rPr kumimoji="0" lang="en-GB" sz="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CuConc</a:t>
            </a:r>
            <a:endParaRPr kumimoji="0" lang="en-GB" sz="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342900" indent="-342900" algn="ctr" eaLnBrk="0" hangingPunct="0">
              <a:spcBef>
                <a:spcPct val="20000"/>
              </a:spcBef>
            </a:pPr>
            <a:r>
              <a:rPr kumimoji="0" lang="en-GB" sz="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Chile</a:t>
            </a:r>
          </a:p>
          <a:p>
            <a:pPr marL="342900" indent="-342900" algn="ctr" eaLnBrk="0" hangingPunct="0">
              <a:spcBef>
                <a:spcPct val="20000"/>
              </a:spcBef>
            </a:pPr>
            <a:r>
              <a:rPr kumimoji="0" lang="en-GB" sz="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Various</a:t>
            </a:r>
          </a:p>
        </p:txBody>
      </p:sp>
      <p:cxnSp>
        <p:nvCxnSpPr>
          <p:cNvPr id="66" name="Straight Connector 65"/>
          <p:cNvCxnSpPr/>
          <p:nvPr/>
        </p:nvCxnSpPr>
        <p:spPr bwMode="auto">
          <a:xfrm flipV="1">
            <a:off x="8093489" y="2544220"/>
            <a:ext cx="0" cy="719833"/>
          </a:xfrm>
          <a:prstGeom prst="lin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0" lon="0" rev="20699999"/>
            </a:camera>
            <a:lightRig rig="threePt" dir="t"/>
          </a:scene3d>
        </p:spPr>
      </p:cxnSp>
      <p:sp>
        <p:nvSpPr>
          <p:cNvPr id="67" name="TextBox 66"/>
          <p:cNvSpPr txBox="1"/>
          <p:nvPr/>
        </p:nvSpPr>
        <p:spPr>
          <a:xfrm>
            <a:off x="8081480" y="3098583"/>
            <a:ext cx="809837" cy="51079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342900" indent="-342900" algn="ctr" eaLnBrk="0" hangingPunct="0">
              <a:spcBef>
                <a:spcPct val="20000"/>
              </a:spcBef>
            </a:pPr>
            <a:r>
              <a:rPr lang="en-GB" sz="800" kern="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AuAgCuConc</a:t>
            </a:r>
            <a:endParaRPr lang="en-GB" sz="800" kern="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ctr" eaLnBrk="0" hangingPunct="0">
              <a:spcBef>
                <a:spcPct val="20000"/>
              </a:spcBef>
            </a:pPr>
            <a:r>
              <a:rPr lang="en-GB" sz="800" kern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Chile</a:t>
            </a:r>
          </a:p>
          <a:p>
            <a:pPr marL="342900" indent="-342900" algn="ctr" eaLnBrk="0" hangingPunct="0">
              <a:spcBef>
                <a:spcPct val="20000"/>
              </a:spcBef>
            </a:pPr>
            <a:r>
              <a:rPr lang="en-GB" sz="800" kern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Various</a:t>
            </a:r>
            <a:endParaRPr kumimoji="0" lang="en-GB" sz="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68" name="Straight Connector 67"/>
          <p:cNvCxnSpPr/>
          <p:nvPr/>
        </p:nvCxnSpPr>
        <p:spPr bwMode="auto">
          <a:xfrm rot="5400000" flipV="1">
            <a:off x="8134806" y="3204488"/>
            <a:ext cx="0" cy="180000"/>
          </a:xfrm>
          <a:prstGeom prst="lin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1" name="Straight Connector 70"/>
          <p:cNvCxnSpPr/>
          <p:nvPr/>
        </p:nvCxnSpPr>
        <p:spPr bwMode="auto">
          <a:xfrm flipV="1">
            <a:off x="2707810" y="5135961"/>
            <a:ext cx="0" cy="683842"/>
          </a:xfrm>
          <a:prstGeom prst="line">
            <a:avLst/>
          </a:prstGeom>
          <a:solidFill>
            <a:srgbClr val="FFFFFF"/>
          </a:solidFill>
          <a:ln w="19050" cap="flat" cmpd="sng" algn="ctr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72" name="Straight Connector 71"/>
          <p:cNvCxnSpPr/>
          <p:nvPr/>
        </p:nvCxnSpPr>
        <p:spPr bwMode="auto">
          <a:xfrm flipV="1">
            <a:off x="7581462" y="5135961"/>
            <a:ext cx="0" cy="683842"/>
          </a:xfrm>
          <a:prstGeom prst="line">
            <a:avLst/>
          </a:prstGeom>
          <a:solidFill>
            <a:srgbClr val="FFFFFF"/>
          </a:solidFill>
          <a:ln w="19050" cap="flat" cmpd="sng" algn="ctr">
            <a:solidFill>
              <a:srgbClr val="003D7E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73" name="Straight Connector 72"/>
          <p:cNvCxnSpPr/>
          <p:nvPr/>
        </p:nvCxnSpPr>
        <p:spPr bwMode="auto">
          <a:xfrm flipV="1">
            <a:off x="4573136" y="5135961"/>
            <a:ext cx="0" cy="683842"/>
          </a:xfrm>
          <a:prstGeom prst="line">
            <a:avLst/>
          </a:prstGeom>
          <a:solidFill>
            <a:srgbClr val="FFFFFF"/>
          </a:solidFill>
          <a:ln w="19050" cap="flat" cmpd="sng" algn="ctr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74" name="Straight Connector 73"/>
          <p:cNvCxnSpPr/>
          <p:nvPr/>
        </p:nvCxnSpPr>
        <p:spPr bwMode="auto">
          <a:xfrm flipV="1">
            <a:off x="6425789" y="5135961"/>
            <a:ext cx="0" cy="683842"/>
          </a:xfrm>
          <a:prstGeom prst="line">
            <a:avLst/>
          </a:prstGeom>
          <a:solidFill>
            <a:srgbClr val="FFFFFF"/>
          </a:solidFill>
          <a:ln w="19050" cap="flat" cmpd="sng" algn="ctr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75" name="Straight Connector 74"/>
          <p:cNvCxnSpPr/>
          <p:nvPr/>
        </p:nvCxnSpPr>
        <p:spPr bwMode="auto">
          <a:xfrm flipV="1">
            <a:off x="8281509" y="5135961"/>
            <a:ext cx="0" cy="683842"/>
          </a:xfrm>
          <a:prstGeom prst="line">
            <a:avLst/>
          </a:prstGeom>
          <a:solidFill>
            <a:srgbClr val="FFFFFF"/>
          </a:solidFill>
          <a:ln w="19050" cap="flat" cmpd="sng" algn="ctr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76" name="TextBox 75"/>
          <p:cNvSpPr txBox="1"/>
          <p:nvPr/>
        </p:nvSpPr>
        <p:spPr>
          <a:xfrm>
            <a:off x="7207217" y="5842844"/>
            <a:ext cx="750526" cy="261549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342900" marR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1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9</a:t>
            </a:r>
            <a:r>
              <a:rPr kumimoji="0" lang="en-GB" sz="1100" b="0" i="0" u="none" strike="noStrike" kern="0" cap="none" spc="0" normalizeH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</a:t>
            </a:r>
            <a:r>
              <a:rPr kumimoji="0" lang="en-GB" sz="11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GB" sz="11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decile</a:t>
            </a:r>
            <a:endParaRPr kumimoji="0" lang="en-GB" sz="11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3618150" y="5214852"/>
            <a:ext cx="1917512" cy="24616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342900" marR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Cumulative production (Mt</a:t>
            </a:r>
            <a:r>
              <a:rPr kumimoji="0" lang="en-GB" sz="10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Cu)</a:t>
            </a:r>
            <a:endParaRPr kumimoji="0" lang="en-GB" sz="1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hart 6"/>
          <p:cNvGraphicFramePr/>
          <p:nvPr/>
        </p:nvGraphicFramePr>
        <p:xfrm>
          <a:off x="234000" y="1906592"/>
          <a:ext cx="8638540" cy="44450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黑体" pitchFamily="2" charset="-122"/>
                <a:ea typeface="黑体" pitchFamily="2" charset="-122"/>
                <a:cs typeface="Arial" pitchFamily="34" charset="0"/>
              </a:rPr>
              <a:t>CRU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  <a:cs typeface="Arial" pitchFamily="34" charset="0"/>
              </a:rPr>
              <a:t>的成本模型包含了几乎所有中国的铜矿山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  <a:cs typeface="Arial" pitchFamily="34" charset="0"/>
              </a:rPr>
              <a:t>, 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  <a:cs typeface="Arial" pitchFamily="34" charset="0"/>
              </a:rPr>
              <a:t>大约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  <a:cs typeface="Arial" pitchFamily="34" charset="0"/>
              </a:rPr>
              <a:t>10%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  <a:cs typeface="Arial" pitchFamily="34" charset="0"/>
              </a:rPr>
              <a:t>的中国矿山成本在目前铜价之上</a:t>
            </a:r>
            <a:endParaRPr lang="en-GB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2339654" y="6134665"/>
            <a:ext cx="4464698" cy="238125"/>
          </a:xfrm>
        </p:spPr>
        <p:txBody>
          <a:bodyPr/>
          <a:lstStyle/>
          <a:p>
            <a:r>
              <a:rPr lang="zh-CN" altLang="en-US" dirty="0" smtClean="0"/>
              <a:t>数据来源</a:t>
            </a:r>
            <a:r>
              <a:rPr lang="en-US" altLang="zh-CN" dirty="0" smtClean="0"/>
              <a:t>: CRU</a:t>
            </a:r>
            <a:endParaRPr lang="en-GB" dirty="0"/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61170" y="1770082"/>
            <a:ext cx="8229600" cy="377372"/>
          </a:xfrm>
        </p:spPr>
        <p:txBody>
          <a:bodyPr/>
          <a:lstStyle/>
          <a:p>
            <a:r>
              <a:rPr lang="zh-CN" altLang="en-US" dirty="0" smtClean="0">
                <a:latin typeface="黑体" pitchFamily="2" charset="-122"/>
                <a:ea typeface="黑体" pitchFamily="2" charset="-122"/>
                <a:cs typeface="Arial" pitchFamily="34" charset="0"/>
              </a:rPr>
              <a:t>扣除副产品后的现金成本</a:t>
            </a:r>
            <a:r>
              <a:rPr lang="en-GB" dirty="0" smtClean="0">
                <a:latin typeface="黑体" pitchFamily="2" charset="-122"/>
                <a:ea typeface="黑体" pitchFamily="2" charset="-122"/>
                <a:cs typeface="Arial" pitchFamily="34" charset="0"/>
              </a:rPr>
              <a:t> 2012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  <a:cs typeface="Arial" pitchFamily="34" charset="0"/>
              </a:rPr>
              <a:t>年 单位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  <a:cs typeface="Arial" pitchFamily="34" charset="0"/>
              </a:rPr>
              <a:t>: 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  <a:cs typeface="Arial" pitchFamily="34" charset="0"/>
              </a:rPr>
              <a:t>美元每吨</a:t>
            </a:r>
            <a:endParaRPr lang="en-GB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302" y="5410175"/>
            <a:ext cx="792000" cy="2769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GB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-44,000</a:t>
            </a:r>
            <a:endParaRPr lang="en-GB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59578" y="5861788"/>
            <a:ext cx="2050561" cy="246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marR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Cumulative production (‘000t</a:t>
            </a:r>
            <a:r>
              <a:rPr kumimoji="0" lang="en-GB" sz="10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Cu)</a:t>
            </a:r>
            <a:endParaRPr kumimoji="0" lang="en-GB" sz="1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4" name="TextBox 1"/>
          <p:cNvSpPr txBox="1"/>
          <p:nvPr/>
        </p:nvSpPr>
        <p:spPr>
          <a:xfrm>
            <a:off x="6391650" y="3944099"/>
            <a:ext cx="864000" cy="294661"/>
          </a:xfrm>
          <a:prstGeom prst="rect">
            <a:avLst/>
          </a:prstGeom>
          <a:solidFill>
            <a:sysClr val="window" lastClr="FFFFFF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dirty="0" smtClean="0">
                <a:latin typeface="Arial" pitchFamily="34" charset="0"/>
                <a:cs typeface="Arial" pitchFamily="34" charset="0"/>
              </a:rPr>
              <a:t>9</a:t>
            </a:r>
            <a:r>
              <a:rPr lang="en-GB" sz="1400" baseline="30000" dirty="0" smtClean="0">
                <a:latin typeface="Arial" pitchFamily="34" charset="0"/>
                <a:cs typeface="Arial" pitchFamily="34" charset="0"/>
              </a:rPr>
              <a:t>th</a:t>
            </a:r>
            <a:r>
              <a:rPr lang="en-GB" sz="1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GB" sz="1400" dirty="0" err="1" smtClean="0">
                <a:latin typeface="Arial" pitchFamily="34" charset="0"/>
                <a:cs typeface="Arial" pitchFamily="34" charset="0"/>
              </a:rPr>
              <a:t>decile</a:t>
            </a:r>
            <a:endParaRPr lang="en-GB" sz="1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Chart 10"/>
          <p:cNvGraphicFramePr/>
          <p:nvPr/>
        </p:nvGraphicFramePr>
        <p:xfrm>
          <a:off x="234000" y="1906591"/>
          <a:ext cx="8638540" cy="44450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黑体" pitchFamily="2" charset="-122"/>
                <a:ea typeface="黑体" pitchFamily="2" charset="-122"/>
              </a:rPr>
              <a:t>2007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年以来全球矿山成本增加了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30%, 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未来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?</a:t>
            </a:r>
            <a:endParaRPr lang="en-GB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2339654" y="6134665"/>
            <a:ext cx="4464698" cy="238125"/>
          </a:xfrm>
        </p:spPr>
        <p:txBody>
          <a:bodyPr/>
          <a:lstStyle/>
          <a:p>
            <a:r>
              <a:rPr lang="en-GB" dirty="0" smtClean="0"/>
              <a:t>Data: CRU</a:t>
            </a:r>
            <a:endParaRPr lang="en-GB" dirty="0"/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61170" y="1770082"/>
            <a:ext cx="8229600" cy="377372"/>
          </a:xfrm>
        </p:spPr>
        <p:txBody>
          <a:bodyPr/>
          <a:lstStyle/>
          <a:p>
            <a:r>
              <a:rPr lang="zh-CN" altLang="en-US" dirty="0" smtClean="0">
                <a:latin typeface="黑体" pitchFamily="2" charset="-122"/>
                <a:ea typeface="黑体" pitchFamily="2" charset="-122"/>
                <a:cs typeface="Arial" pitchFamily="34" charset="0"/>
              </a:rPr>
              <a:t>全球铜矿生产成本</a:t>
            </a:r>
            <a:r>
              <a:rPr lang="en-GB" dirty="0" smtClean="0">
                <a:latin typeface="黑体" pitchFamily="2" charset="-122"/>
                <a:ea typeface="黑体" pitchFamily="2" charset="-122"/>
                <a:cs typeface="Arial" pitchFamily="34" charset="0"/>
              </a:rPr>
              <a:t>, 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  <a:cs typeface="Arial" pitchFamily="34" charset="0"/>
              </a:rPr>
              <a:t>美元每吨</a:t>
            </a:r>
            <a:endParaRPr lang="en-GB" dirty="0">
              <a:latin typeface="黑体" pitchFamily="2" charset="-122"/>
              <a:ea typeface="黑体" pitchFamily="2" charset="-122"/>
            </a:endParaRPr>
          </a:p>
        </p:txBody>
      </p:sp>
      <p:cxnSp>
        <p:nvCxnSpPr>
          <p:cNvPr id="13" name="Straight Arrow Connector 12"/>
          <p:cNvCxnSpPr/>
          <p:nvPr/>
        </p:nvCxnSpPr>
        <p:spPr bwMode="auto">
          <a:xfrm flipV="1">
            <a:off x="5410201" y="2409268"/>
            <a:ext cx="1914525" cy="638027"/>
          </a:xfrm>
          <a:prstGeom prst="straightConnector1">
            <a:avLst/>
          </a:prstGeom>
          <a:solidFill>
            <a:srgbClr val="FFFFFF"/>
          </a:solidFill>
          <a:ln w="635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8" name="Straight Arrow Connector 17"/>
          <p:cNvCxnSpPr/>
          <p:nvPr/>
        </p:nvCxnSpPr>
        <p:spPr bwMode="auto">
          <a:xfrm>
            <a:off x="5419725" y="3085386"/>
            <a:ext cx="1924050" cy="0"/>
          </a:xfrm>
          <a:prstGeom prst="straightConnector1">
            <a:avLst/>
          </a:prstGeom>
          <a:solidFill>
            <a:srgbClr val="FFFFFF"/>
          </a:solidFill>
          <a:ln w="635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1" name="Straight Arrow Connector 20"/>
          <p:cNvCxnSpPr/>
          <p:nvPr/>
        </p:nvCxnSpPr>
        <p:spPr bwMode="auto">
          <a:xfrm>
            <a:off x="5419726" y="3142523"/>
            <a:ext cx="1876425" cy="638027"/>
          </a:xfrm>
          <a:prstGeom prst="straightConnector1">
            <a:avLst/>
          </a:prstGeom>
          <a:solidFill>
            <a:srgbClr val="FFFFFF"/>
          </a:solidFill>
          <a:ln w="635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5972869" y="4066233"/>
            <a:ext cx="869149" cy="156929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342900" marR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96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?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hart 9"/>
          <p:cNvGraphicFramePr/>
          <p:nvPr/>
        </p:nvGraphicFramePr>
        <p:xfrm>
          <a:off x="329249" y="2001818"/>
          <a:ext cx="4140000" cy="19795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铜矿成本下跌几乎不可能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但是来自通胀的压力可能会缓解</a:t>
            </a:r>
            <a:endParaRPr lang="en-GB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2" name="Up Arrow 11"/>
          <p:cNvSpPr/>
          <p:nvPr/>
        </p:nvSpPr>
        <p:spPr bwMode="auto">
          <a:xfrm>
            <a:off x="816892" y="2201669"/>
            <a:ext cx="144000" cy="197954"/>
          </a:xfrm>
          <a:prstGeom prst="upArrow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 type="triangle" w="lg" len="med"/>
          </a:ln>
        </p:spPr>
        <p:txBody>
          <a:bodyPr wrap="none" rtlCol="0" anchor="ctr"/>
          <a:lstStyle/>
          <a:p>
            <a:pPr algn="ctr"/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3" name="Down Arrow 12"/>
          <p:cNvSpPr/>
          <p:nvPr/>
        </p:nvSpPr>
        <p:spPr bwMode="auto">
          <a:xfrm>
            <a:off x="829739" y="3295784"/>
            <a:ext cx="144000" cy="197954"/>
          </a:xfrm>
          <a:prstGeom prst="downArrow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 type="triangle" w="lg" len="med"/>
          </a:ln>
        </p:spPr>
        <p:txBody>
          <a:bodyPr wrap="none" rtlCol="0" anchor="ctr"/>
          <a:lstStyle/>
          <a:p>
            <a:pPr algn="ctr"/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73455" y="2205479"/>
            <a:ext cx="2011680" cy="21539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342900" marR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Local currency appreciation v US dollar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6902" y="3278642"/>
            <a:ext cx="2345055" cy="45038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342900" marR="0" indent="-342900" defTabSz="914400" rtl="0" eaLnBrk="0" fontAlgn="base" latinLnBrk="0" hangingPunct="0">
              <a:lnSpc>
                <a:spcPts val="13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Local currency depreciation</a:t>
            </a:r>
          </a:p>
          <a:p>
            <a:pPr marL="342900" marR="0" indent="-342900" defTabSz="914400" rtl="0" eaLnBrk="0" fontAlgn="base" latinLnBrk="0" hangingPunct="0">
              <a:lnSpc>
                <a:spcPts val="13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v US dollar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251620" y="1770082"/>
            <a:ext cx="2834480" cy="215950"/>
          </a:xfrm>
        </p:spPr>
        <p:txBody>
          <a:bodyPr/>
          <a:lstStyle/>
          <a:p>
            <a:r>
              <a:rPr lang="zh-CN" altLang="en-US" sz="900" dirty="0" smtClean="0">
                <a:latin typeface="Arial" pitchFamily="34" charset="0"/>
                <a:cs typeface="Arial" pitchFamily="34" charset="0"/>
              </a:rPr>
              <a:t>各国货币兑美元汇率变化预测 </a:t>
            </a:r>
            <a:r>
              <a:rPr lang="en-US" altLang="zh-CN" sz="900" dirty="0" smtClean="0">
                <a:latin typeface="Arial" pitchFamily="34" charset="0"/>
                <a:cs typeface="Arial" pitchFamily="34" charset="0"/>
              </a:rPr>
              <a:t>2</a:t>
            </a:r>
            <a:r>
              <a:rPr lang="en-GB" sz="900" dirty="0" smtClean="0">
                <a:latin typeface="Arial" pitchFamily="34" charset="0"/>
                <a:cs typeface="Arial" pitchFamily="34" charset="0"/>
              </a:rPr>
              <a:t>012</a:t>
            </a:r>
            <a:r>
              <a:rPr lang="zh-CN" altLang="en-US" sz="900" dirty="0" smtClean="0">
                <a:latin typeface="Arial" pitchFamily="34" charset="0"/>
                <a:cs typeface="Arial" pitchFamily="34" charset="0"/>
              </a:rPr>
              <a:t>基数</a:t>
            </a:r>
            <a:r>
              <a:rPr lang="en-GB" sz="900" dirty="0" smtClean="0">
                <a:latin typeface="Arial" pitchFamily="34" charset="0"/>
                <a:cs typeface="Arial" pitchFamily="34" charset="0"/>
              </a:rPr>
              <a:t>=100</a:t>
            </a:r>
            <a:endParaRPr lang="en-GB" sz="900" dirty="0"/>
          </a:p>
        </p:txBody>
      </p:sp>
      <p:graphicFrame>
        <p:nvGraphicFramePr>
          <p:cNvPr id="20" name="Chart 19"/>
          <p:cNvGraphicFramePr/>
          <p:nvPr/>
        </p:nvGraphicFramePr>
        <p:xfrm>
          <a:off x="4748849" y="2001818"/>
          <a:ext cx="4140000" cy="19795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2" name="Text Placeholder 6"/>
          <p:cNvSpPr txBox="1">
            <a:spLocks/>
          </p:cNvSpPr>
          <p:nvPr/>
        </p:nvSpPr>
        <p:spPr>
          <a:xfrm>
            <a:off x="4671220" y="1770082"/>
            <a:ext cx="2834480" cy="215950"/>
          </a:xfrm>
          <a:prstGeom prst="rect">
            <a:avLst/>
          </a:prstGeom>
        </p:spPr>
        <p:txBody>
          <a:bodyPr/>
          <a:lstStyle/>
          <a:p>
            <a:pPr marL="342900" lvl="0" indent="-342900">
              <a:spcBef>
                <a:spcPct val="20000"/>
              </a:spcBef>
            </a:pPr>
            <a:r>
              <a:rPr lang="zh-CN" altLang="en-US" sz="900" kern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副产品价格走势预测</a:t>
            </a:r>
            <a:r>
              <a:rPr lang="en-US" altLang="zh-CN" sz="900" kern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n-GB" sz="900" kern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2012</a:t>
            </a:r>
            <a:r>
              <a:rPr lang="zh-CN" altLang="en-US" sz="900" kern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基数</a:t>
            </a:r>
            <a:r>
              <a:rPr lang="en-GB" sz="900" kern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=100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MT Md"/>
              <a:ea typeface="+mn-ea"/>
              <a:cs typeface="Arial MT Md"/>
            </a:endParaRPr>
          </a:p>
        </p:txBody>
      </p:sp>
      <p:graphicFrame>
        <p:nvGraphicFramePr>
          <p:cNvPr id="33" name="Chart 32"/>
          <p:cNvGraphicFramePr/>
          <p:nvPr/>
        </p:nvGraphicFramePr>
        <p:xfrm>
          <a:off x="329249" y="4325380"/>
          <a:ext cx="4140000" cy="19795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4" name="Text Placeholder 6"/>
          <p:cNvSpPr txBox="1">
            <a:spLocks/>
          </p:cNvSpPr>
          <p:nvPr/>
        </p:nvSpPr>
        <p:spPr>
          <a:xfrm>
            <a:off x="265067" y="4256063"/>
            <a:ext cx="2834480" cy="215950"/>
          </a:xfrm>
          <a:prstGeom prst="rect">
            <a:avLst/>
          </a:prstGeom>
        </p:spPr>
        <p:txBody>
          <a:bodyPr/>
          <a:lstStyle/>
          <a:p>
            <a:pPr marL="342900" lvl="0" indent="-342900">
              <a:spcBef>
                <a:spcPct val="20000"/>
              </a:spcBef>
            </a:pPr>
            <a:r>
              <a:rPr lang="zh-CN" altLang="en-US" sz="900" kern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布伦特原有价格</a:t>
            </a:r>
            <a:r>
              <a:rPr lang="en-GB" sz="900" kern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zh-CN" altLang="en-US" sz="900" kern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美元每桶</a:t>
            </a:r>
            <a:endParaRPr kumimoji="0" lang="en-GB" sz="9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MT Md"/>
              <a:ea typeface="+mn-ea"/>
              <a:cs typeface="Arial MT Md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598895" y="4325380"/>
            <a:ext cx="4289955" cy="1979542"/>
          </a:xfrm>
          <a:prstGeom prst="rect">
            <a:avLst/>
          </a:prstGeom>
          <a:ln>
            <a:noFill/>
          </a:ln>
        </p:spPr>
        <p:txBody>
          <a:bodyPr wrap="square" rtlCol="0">
            <a:noAutofit/>
          </a:bodyPr>
          <a:lstStyle/>
          <a:p>
            <a:pPr indent="-180000" eaLnBrk="0" hangingPunct="0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zh-CN" altLang="en-US" sz="1400" kern="0" dirty="0" smtClean="0">
                <a:latin typeface="黑体" pitchFamily="2" charset="-122"/>
                <a:ea typeface="黑体" pitchFamily="2" charset="-122"/>
                <a:cs typeface="Arial" pitchFamily="34" charset="0"/>
              </a:rPr>
              <a:t>我们中期预测商品计价货币兑美元汇率将处于减弱的趋势</a:t>
            </a:r>
            <a:endParaRPr lang="en-GB" sz="1400" kern="0" dirty="0" smtClean="0">
              <a:solidFill>
                <a:schemeClr val="tx1"/>
              </a:solidFill>
              <a:latin typeface="黑体" pitchFamily="2" charset="-122"/>
              <a:ea typeface="黑体" pitchFamily="2" charset="-122"/>
              <a:cs typeface="Arial" pitchFamily="34" charset="0"/>
            </a:endParaRPr>
          </a:p>
          <a:p>
            <a:pPr indent="-180000" eaLnBrk="0" hangingPunct="0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zh-CN" altLang="en-US" sz="1400" kern="0" dirty="0" smtClean="0">
                <a:solidFill>
                  <a:schemeClr val="tx1"/>
                </a:solidFill>
                <a:latin typeface="黑体" pitchFamily="2" charset="-122"/>
                <a:ea typeface="黑体" pitchFamily="2" charset="-122"/>
                <a:cs typeface="Arial" pitchFamily="34" charset="0"/>
              </a:rPr>
              <a:t>副产品收益可能增加</a:t>
            </a:r>
            <a:r>
              <a:rPr lang="en-US" altLang="zh-CN" sz="1400" kern="0" dirty="0" smtClean="0">
                <a:solidFill>
                  <a:schemeClr val="tx1"/>
                </a:solidFill>
                <a:latin typeface="黑体" pitchFamily="2" charset="-122"/>
                <a:ea typeface="黑体" pitchFamily="2" charset="-122"/>
                <a:cs typeface="Arial" pitchFamily="34" charset="0"/>
              </a:rPr>
              <a:t>,</a:t>
            </a:r>
            <a:r>
              <a:rPr lang="zh-CN" altLang="en-US" sz="1400" kern="0" dirty="0" smtClean="0">
                <a:solidFill>
                  <a:schemeClr val="tx1"/>
                </a:solidFill>
                <a:latin typeface="黑体" pitchFamily="2" charset="-122"/>
                <a:ea typeface="黑体" pitchFamily="2" charset="-122"/>
                <a:cs typeface="Arial" pitchFamily="34" charset="0"/>
              </a:rPr>
              <a:t>黄金除外</a:t>
            </a:r>
            <a:endParaRPr lang="en-GB" sz="1400" kern="0" dirty="0" smtClean="0">
              <a:solidFill>
                <a:schemeClr val="tx1"/>
              </a:solidFill>
              <a:latin typeface="黑体" pitchFamily="2" charset="-122"/>
              <a:ea typeface="黑体" pitchFamily="2" charset="-122"/>
              <a:cs typeface="Arial" pitchFamily="34" charset="0"/>
            </a:endParaRPr>
          </a:p>
          <a:p>
            <a:pPr indent="-180000" eaLnBrk="0" hangingPunct="0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zh-CN" altLang="en-US" sz="1400" kern="0" dirty="0" smtClean="0">
                <a:latin typeface="黑体" pitchFamily="2" charset="-122"/>
                <a:ea typeface="黑体" pitchFamily="2" charset="-122"/>
                <a:cs typeface="Arial" pitchFamily="34" charset="0"/>
              </a:rPr>
              <a:t>原油价格处于下行趋势</a:t>
            </a:r>
            <a:r>
              <a:rPr lang="en-US" altLang="zh-CN" sz="1400" kern="0" dirty="0" smtClean="0">
                <a:latin typeface="黑体" pitchFamily="2" charset="-122"/>
                <a:ea typeface="黑体" pitchFamily="2" charset="-122"/>
                <a:cs typeface="Arial" pitchFamily="34" charset="0"/>
              </a:rPr>
              <a:t>, </a:t>
            </a:r>
            <a:r>
              <a:rPr lang="zh-CN" altLang="en-US" sz="1400" kern="0" dirty="0" smtClean="0">
                <a:latin typeface="黑体" pitchFamily="2" charset="-122"/>
                <a:ea typeface="黑体" pitchFamily="2" charset="-122"/>
                <a:cs typeface="Arial" pitchFamily="34" charset="0"/>
              </a:rPr>
              <a:t>会降低矿山能源成本</a:t>
            </a:r>
            <a:r>
              <a:rPr lang="en-US" altLang="zh-CN" sz="1400" kern="0" dirty="0" smtClean="0">
                <a:latin typeface="黑体" pitchFamily="2" charset="-122"/>
                <a:ea typeface="黑体" pitchFamily="2" charset="-122"/>
                <a:cs typeface="Arial" pitchFamily="34" charset="0"/>
              </a:rPr>
              <a:t>, </a:t>
            </a:r>
            <a:r>
              <a:rPr lang="zh-CN" altLang="en-US" sz="1400" kern="0" dirty="0" smtClean="0">
                <a:latin typeface="黑体" pitchFamily="2" charset="-122"/>
                <a:ea typeface="黑体" pitchFamily="2" charset="-122"/>
                <a:cs typeface="Arial" pitchFamily="34" charset="0"/>
              </a:rPr>
              <a:t>但是也存在升风险</a:t>
            </a:r>
            <a:endParaRPr lang="en-US" altLang="zh-CN" sz="1400" kern="0" dirty="0" smtClean="0">
              <a:latin typeface="黑体" pitchFamily="2" charset="-122"/>
              <a:ea typeface="黑体" pitchFamily="2" charset="-122"/>
              <a:cs typeface="Arial" pitchFamily="34" charset="0"/>
            </a:endParaRPr>
          </a:p>
          <a:p>
            <a:pPr indent="-180000" eaLnBrk="0" hangingPunct="0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zh-CN" altLang="en-US" sz="1400" kern="0" dirty="0" smtClean="0">
                <a:solidFill>
                  <a:schemeClr val="tx1"/>
                </a:solidFill>
                <a:latin typeface="黑体" pitchFamily="2" charset="-122"/>
                <a:ea typeface="黑体" pitchFamily="2" charset="-122"/>
                <a:cs typeface="Arial" pitchFamily="34" charset="0"/>
              </a:rPr>
              <a:t>总体来说</a:t>
            </a:r>
            <a:r>
              <a:rPr lang="en-US" altLang="zh-CN" sz="1400" kern="0" dirty="0" smtClean="0">
                <a:solidFill>
                  <a:schemeClr val="tx1"/>
                </a:solidFill>
                <a:latin typeface="黑体" pitchFamily="2" charset="-122"/>
                <a:ea typeface="黑体" pitchFamily="2" charset="-122"/>
                <a:cs typeface="Arial" pitchFamily="34" charset="0"/>
              </a:rPr>
              <a:t>, </a:t>
            </a:r>
            <a:r>
              <a:rPr lang="zh-CN" altLang="en-US" sz="1400" kern="0" dirty="0" smtClean="0">
                <a:solidFill>
                  <a:schemeClr val="tx1"/>
                </a:solidFill>
                <a:latin typeface="黑体" pitchFamily="2" charset="-122"/>
                <a:ea typeface="黑体" pitchFamily="2" charset="-122"/>
                <a:cs typeface="Arial" pitchFamily="34" charset="0"/>
              </a:rPr>
              <a:t>铜矿主要成本还在上涨</a:t>
            </a:r>
            <a:r>
              <a:rPr lang="en-US" altLang="zh-CN" sz="1400" kern="0" dirty="0" smtClean="0">
                <a:solidFill>
                  <a:schemeClr val="tx1"/>
                </a:solidFill>
                <a:latin typeface="黑体" pitchFamily="2" charset="-122"/>
                <a:ea typeface="黑体" pitchFamily="2" charset="-122"/>
                <a:cs typeface="Arial" pitchFamily="34" charset="0"/>
              </a:rPr>
              <a:t>, </a:t>
            </a:r>
            <a:r>
              <a:rPr lang="zh-CN" altLang="en-US" sz="1400" kern="0" dirty="0" smtClean="0">
                <a:solidFill>
                  <a:schemeClr val="tx1"/>
                </a:solidFill>
                <a:latin typeface="黑体" pitchFamily="2" charset="-122"/>
                <a:ea typeface="黑体" pitchFamily="2" charset="-122"/>
                <a:cs typeface="Arial" pitchFamily="34" charset="0"/>
              </a:rPr>
              <a:t>但是通胀的压力会有所减轻</a:t>
            </a:r>
            <a:endParaRPr lang="en-GB" sz="1400" kern="0" dirty="0" smtClean="0">
              <a:solidFill>
                <a:schemeClr val="tx1"/>
              </a:solidFill>
              <a:latin typeface="黑体" pitchFamily="2" charset="-122"/>
              <a:ea typeface="黑体" pitchFamily="2" charset="-122"/>
              <a:cs typeface="Arial" pitchFamily="34" charset="0"/>
            </a:endParaRPr>
          </a:p>
          <a:p>
            <a:pPr eaLnBrk="0" hangingPunct="0">
              <a:spcBef>
                <a:spcPct val="20000"/>
              </a:spcBef>
            </a:pPr>
            <a:endParaRPr lang="en-GB" sz="1400" kern="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8"/>
          <p:cNvSpPr txBox="1">
            <a:spLocks/>
          </p:cNvSpPr>
          <p:nvPr/>
        </p:nvSpPr>
        <p:spPr>
          <a:xfrm>
            <a:off x="251520" y="1192238"/>
            <a:ext cx="8712967" cy="436562"/>
          </a:xfrm>
          <a:prstGeom prst="rect">
            <a:avLst/>
          </a:prstGeom>
        </p:spPr>
        <p:txBody>
          <a:bodyPr/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>
                <a:solidFill>
                  <a:srgbClr val="003D7E"/>
                </a:solidFill>
                <a:latin typeface="黑体" pitchFamily="2" charset="-122"/>
                <a:ea typeface="黑体" pitchFamily="2" charset="-122"/>
                <a:cs typeface="Arial MT Md"/>
              </a:rPr>
              <a:t>尽管面临很多挑战</a:t>
            </a:r>
            <a:r>
              <a:rPr lang="en-US" altLang="zh-CN" dirty="0" smtClean="0">
                <a:solidFill>
                  <a:srgbClr val="003D7E"/>
                </a:solidFill>
                <a:latin typeface="黑体" pitchFamily="2" charset="-122"/>
                <a:ea typeface="黑体" pitchFamily="2" charset="-122"/>
                <a:cs typeface="Arial MT Md"/>
              </a:rPr>
              <a:t>,</a:t>
            </a:r>
            <a:r>
              <a:rPr lang="zh-CN" altLang="en-US" dirty="0" smtClean="0">
                <a:solidFill>
                  <a:srgbClr val="003D7E"/>
                </a:solidFill>
                <a:latin typeface="黑体" pitchFamily="2" charset="-122"/>
                <a:ea typeface="黑体" pitchFamily="2" charset="-122"/>
                <a:cs typeface="Arial MT Md"/>
              </a:rPr>
              <a:t>未来新建铜矿的增加产量将进一步显现</a:t>
            </a:r>
            <a:endParaRPr lang="en-GB" dirty="0" smtClean="0">
              <a:solidFill>
                <a:srgbClr val="003D7E"/>
              </a:solidFill>
              <a:latin typeface="黑体" pitchFamily="2" charset="-122"/>
              <a:ea typeface="黑体" pitchFamily="2" charset="-122"/>
              <a:cs typeface="Arial MT Md"/>
            </a:endParaRPr>
          </a:p>
        </p:txBody>
      </p:sp>
      <p:graphicFrame>
        <p:nvGraphicFramePr>
          <p:cNvPr id="3" name="Chart 2"/>
          <p:cNvGraphicFramePr/>
          <p:nvPr/>
        </p:nvGraphicFramePr>
        <p:xfrm>
          <a:off x="300251" y="1978925"/>
          <a:ext cx="8447963" cy="42736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11"/>
          <p:cNvSpPr txBox="1">
            <a:spLocks noChangeArrowheads="1"/>
          </p:cNvSpPr>
          <p:nvPr/>
        </p:nvSpPr>
        <p:spPr bwMode="auto">
          <a:xfrm>
            <a:off x="1060600" y="1774247"/>
            <a:ext cx="332655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400" dirty="0" smtClean="0">
                <a:solidFill>
                  <a:schemeClr val="tx1"/>
                </a:solidFill>
                <a:latin typeface="黑体" pitchFamily="2" charset="-122"/>
                <a:ea typeface="黑体" pitchFamily="2" charset="-122"/>
                <a:cs typeface="Arial" pitchFamily="34" charset="0"/>
              </a:rPr>
              <a:t>全球铜矿产量</a:t>
            </a:r>
            <a:r>
              <a:rPr lang="en-GB" sz="1400" dirty="0" smtClean="0">
                <a:solidFill>
                  <a:schemeClr val="tx1"/>
                </a:solidFill>
                <a:latin typeface="黑体" pitchFamily="2" charset="-122"/>
                <a:ea typeface="黑体" pitchFamily="2" charset="-122"/>
                <a:cs typeface="Arial" pitchFamily="34" charset="0"/>
              </a:rPr>
              <a:t>, 2012-2017, </a:t>
            </a:r>
            <a:r>
              <a:rPr lang="zh-CN" altLang="en-US" sz="1400" dirty="0" smtClean="0">
                <a:latin typeface="黑体" pitchFamily="2" charset="-122"/>
                <a:ea typeface="黑体" pitchFamily="2" charset="-122"/>
                <a:cs typeface="Arial" pitchFamily="34" charset="0"/>
              </a:rPr>
              <a:t>单位</a:t>
            </a:r>
            <a:r>
              <a:rPr lang="en-US" altLang="zh-CN" sz="1400" dirty="0" smtClean="0">
                <a:latin typeface="黑体" pitchFamily="2" charset="-122"/>
                <a:ea typeface="黑体" pitchFamily="2" charset="-122"/>
                <a:cs typeface="Arial" pitchFamily="34" charset="0"/>
              </a:rPr>
              <a:t>: </a:t>
            </a:r>
            <a:r>
              <a:rPr lang="zh-CN" altLang="en-US" sz="1400" dirty="0" smtClean="0">
                <a:latin typeface="黑体" pitchFamily="2" charset="-122"/>
                <a:ea typeface="黑体" pitchFamily="2" charset="-122"/>
                <a:cs typeface="Arial" pitchFamily="34" charset="0"/>
              </a:rPr>
              <a:t>千吨</a:t>
            </a:r>
            <a:endParaRPr lang="en-GB" sz="1400" dirty="0">
              <a:solidFill>
                <a:schemeClr val="tx1"/>
              </a:solidFill>
              <a:latin typeface="黑体" pitchFamily="2" charset="-122"/>
              <a:ea typeface="黑体" pitchFamily="2" charset="-122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/>
        </p:nvSpPr>
        <p:spPr bwMode="auto">
          <a:xfrm>
            <a:off x="251520" y="1484784"/>
            <a:ext cx="8640960" cy="4608512"/>
          </a:xfrm>
          <a:prstGeom prst="ellipse">
            <a:avLst/>
          </a:prstGeom>
          <a:solidFill>
            <a:srgbClr val="C9DEFB"/>
          </a:solidFill>
          <a:ln w="12700">
            <a:noFill/>
            <a:round/>
            <a:headEnd/>
            <a:tailEnd type="triangle" w="lg" len="med"/>
          </a:ln>
        </p:spPr>
        <p:txBody>
          <a:bodyPr wrap="none" rtlCol="0" anchor="ctr"/>
          <a:lstStyle/>
          <a:p>
            <a:pPr algn="ctr"/>
            <a:endParaRPr lang="en-GB"/>
          </a:p>
        </p:txBody>
      </p:sp>
      <p:grpSp>
        <p:nvGrpSpPr>
          <p:cNvPr id="2" name="Group 3"/>
          <p:cNvGrpSpPr/>
          <p:nvPr/>
        </p:nvGrpSpPr>
        <p:grpSpPr>
          <a:xfrm>
            <a:off x="467544" y="2708920"/>
            <a:ext cx="2448272" cy="1979773"/>
            <a:chOff x="4283968" y="2501074"/>
            <a:chExt cx="1008112" cy="1092518"/>
          </a:xfrm>
        </p:grpSpPr>
        <p:pic>
          <p:nvPicPr>
            <p:cNvPr id="5" name="Picture 5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4283968" y="2858706"/>
              <a:ext cx="1008112" cy="7348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7" name="TextBox 6"/>
            <p:cNvSpPr txBox="1"/>
            <p:nvPr/>
          </p:nvSpPr>
          <p:spPr>
            <a:xfrm>
              <a:off x="4427984" y="2501074"/>
              <a:ext cx="792088" cy="286599"/>
            </a:xfrm>
            <a:prstGeom prst="flowChartConnector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zh-CN" altLang="en-US" dirty="0" smtClean="0">
                  <a:latin typeface="黑体" pitchFamily="2" charset="-122"/>
                  <a:ea typeface="黑体" pitchFamily="2" charset="-122"/>
                  <a:cs typeface="Arial" pitchFamily="34" charset="0"/>
                </a:rPr>
                <a:t>供应</a:t>
              </a:r>
              <a:endParaRPr lang="en-GB" dirty="0">
                <a:latin typeface="黑体" pitchFamily="2" charset="-122"/>
                <a:ea typeface="黑体" pitchFamily="2" charset="-122"/>
                <a:cs typeface="Arial" pitchFamily="34" charset="0"/>
              </a:endParaRPr>
            </a:p>
          </p:txBody>
        </p:sp>
      </p:grpSp>
      <p:grpSp>
        <p:nvGrpSpPr>
          <p:cNvPr id="3" name="Group 12"/>
          <p:cNvGrpSpPr/>
          <p:nvPr/>
        </p:nvGrpSpPr>
        <p:grpSpPr>
          <a:xfrm>
            <a:off x="6372200" y="2708920"/>
            <a:ext cx="1923642" cy="2475521"/>
            <a:chOff x="6516216" y="2132856"/>
            <a:chExt cx="1923642" cy="2475521"/>
          </a:xfrm>
        </p:grpSpPr>
        <p:pic>
          <p:nvPicPr>
            <p:cNvPr id="8" name="Picture 30" descr="http://www.bhl.co.uk/images/products/65659/detail/20m-x-50mm-06mm-copper-fixing-strip.jpg"/>
            <p:cNvPicPr>
              <a:picLocks noChangeAspect="1" noChangeArrowheads="1"/>
            </p:cNvPicPr>
            <p:nvPr/>
          </p:nvPicPr>
          <p:blipFill>
            <a:blip r:embed="rId3" cstate="print">
              <a:lum/>
            </a:blip>
            <a:srcRect l="25033" t="2341" r="17523" b="2341"/>
            <a:stretch>
              <a:fillRect/>
            </a:stretch>
          </p:blipFill>
          <p:spPr bwMode="auto">
            <a:xfrm>
              <a:off x="6948264" y="2780928"/>
              <a:ext cx="1029731" cy="1827449"/>
            </a:xfrm>
            <a:prstGeom prst="rect">
              <a:avLst/>
            </a:prstGeom>
            <a:solidFill>
              <a:srgbClr val="C9DEFB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9" name="TextBox 8"/>
            <p:cNvSpPr txBox="1"/>
            <p:nvPr/>
          </p:nvSpPr>
          <p:spPr>
            <a:xfrm>
              <a:off x="6516216" y="2132856"/>
              <a:ext cx="1923642" cy="519351"/>
            </a:xfrm>
            <a:prstGeom prst="flowChartConnector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zh-CN" altLang="en-US" dirty="0" smtClean="0">
                  <a:latin typeface="黑体" pitchFamily="2" charset="-122"/>
                  <a:ea typeface="黑体" pitchFamily="2" charset="-122"/>
                  <a:cs typeface="Arial" pitchFamily="34" charset="0"/>
                </a:rPr>
                <a:t>需求</a:t>
              </a:r>
              <a:endParaRPr lang="en-GB" dirty="0">
                <a:latin typeface="黑体" pitchFamily="2" charset="-122"/>
                <a:ea typeface="黑体" pitchFamily="2" charset="-122"/>
                <a:cs typeface="Arial" pitchFamily="34" charset="0"/>
              </a:endParaRPr>
            </a:p>
          </p:txBody>
        </p:sp>
      </p:grp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全球铜市场展望</a:t>
            </a:r>
            <a:endParaRPr lang="en-GB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63888" y="1988840"/>
            <a:ext cx="1923642" cy="519351"/>
          </a:xfrm>
          <a:prstGeom prst="flowChartConnector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zh-CN" altLang="en-US" dirty="0" smtClean="0">
                <a:latin typeface="黑体" pitchFamily="2" charset="-122"/>
                <a:ea typeface="黑体" pitchFamily="2" charset="-122"/>
                <a:cs typeface="Arial" pitchFamily="34" charset="0"/>
              </a:rPr>
              <a:t>市场</a:t>
            </a:r>
            <a:endParaRPr lang="en-GB" dirty="0">
              <a:latin typeface="黑体" pitchFamily="2" charset="-122"/>
              <a:ea typeface="黑体" pitchFamily="2" charset="-122"/>
              <a:cs typeface="Arial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12146" y="5085184"/>
            <a:ext cx="1923642" cy="519351"/>
          </a:xfrm>
          <a:prstGeom prst="flowChartConnector">
            <a:avLst/>
          </a:prstGeom>
          <a:solidFill>
            <a:srgbClr val="68A4F4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黑体" pitchFamily="2" charset="-122"/>
                <a:ea typeface="黑体" pitchFamily="2" charset="-122"/>
                <a:cs typeface="Arial" pitchFamily="34" charset="0"/>
              </a:rPr>
              <a:t>展望</a:t>
            </a:r>
            <a:endParaRPr lang="en-GB" dirty="0">
              <a:solidFill>
                <a:schemeClr val="bg1"/>
              </a:solidFill>
              <a:latin typeface="黑体" pitchFamily="2" charset="-122"/>
              <a:ea typeface="黑体" pitchFamily="2" charset="-122"/>
              <a:cs typeface="Arial" pitchFamily="34" charset="0"/>
            </a:endParaRPr>
          </a:p>
        </p:txBody>
      </p:sp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95457" y="2805436"/>
            <a:ext cx="3000375" cy="206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全球铜市场 </a:t>
            </a:r>
            <a:r>
              <a:rPr lang="en-GB" dirty="0" smtClean="0">
                <a:latin typeface="黑体" pitchFamily="2" charset="-122"/>
                <a:ea typeface="黑体" pitchFamily="2" charset="-122"/>
              </a:rPr>
              <a:t>2013 &amp; 2014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供需接近平衡</a:t>
            </a:r>
            <a:r>
              <a:rPr lang="en-GB" dirty="0" smtClean="0">
                <a:latin typeface="黑体" pitchFamily="2" charset="-122"/>
                <a:ea typeface="黑体" pitchFamily="2" charset="-122"/>
              </a:rPr>
              <a:t>;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到</a:t>
            </a:r>
            <a:r>
              <a:rPr lang="en-GB" dirty="0" smtClean="0">
                <a:latin typeface="黑体" pitchFamily="2" charset="-122"/>
                <a:ea typeface="黑体" pitchFamily="2" charset="-122"/>
              </a:rPr>
              <a:t>2015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年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精炼铜产量将超过需求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过剩开始显现</a:t>
            </a:r>
            <a:endParaRPr lang="en-GB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精炼铜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,</a:t>
            </a:r>
            <a:r>
              <a:rPr lang="en-GB" dirty="0" smtClean="0">
                <a:latin typeface="黑体" pitchFamily="2" charset="-122"/>
                <a:ea typeface="黑体" pitchFamily="2" charset="-122"/>
              </a:rPr>
              <a:t>2013-2017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, 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单位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: 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千吨</a:t>
            </a:r>
            <a:endParaRPr lang="en-GB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 smtClean="0"/>
              <a:t>Data: CRU</a:t>
            </a:r>
            <a:endParaRPr lang="en-GB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</p:nvPr>
        </p:nvGraphicFramePr>
        <p:xfrm>
          <a:off x="456931" y="2132856"/>
          <a:ext cx="8230138" cy="39925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Rectangle 9"/>
          <p:cNvSpPr/>
          <p:nvPr/>
        </p:nvSpPr>
        <p:spPr bwMode="auto">
          <a:xfrm>
            <a:off x="1608626" y="5279002"/>
            <a:ext cx="403200" cy="114632"/>
          </a:xfrm>
          <a:prstGeom prst="rect">
            <a:avLst/>
          </a:prstGeom>
          <a:solidFill>
            <a:srgbClr val="68A4F4"/>
          </a:solidFill>
          <a:ln w="12700">
            <a:solidFill>
              <a:srgbClr val="153E78"/>
            </a:solidFill>
            <a:round/>
            <a:headEnd/>
            <a:tailEnd type="triangle" w="lg" len="med"/>
          </a:ln>
        </p:spPr>
        <p:txBody>
          <a:bodyPr wrap="none" rtlCol="0" anchor="ctr"/>
          <a:lstStyle/>
          <a:p>
            <a:pPr algn="ctr"/>
            <a:endParaRPr lang="en-GB"/>
          </a:p>
        </p:txBody>
      </p:sp>
      <p:sp>
        <p:nvSpPr>
          <p:cNvPr id="11" name="Rectangle 10"/>
          <p:cNvSpPr/>
          <p:nvPr/>
        </p:nvSpPr>
        <p:spPr bwMode="auto">
          <a:xfrm>
            <a:off x="4151843" y="2576257"/>
            <a:ext cx="86400" cy="93393"/>
          </a:xfrm>
          <a:prstGeom prst="rect">
            <a:avLst/>
          </a:prstGeom>
          <a:solidFill>
            <a:srgbClr val="68A4F4"/>
          </a:solidFill>
          <a:ln w="12700">
            <a:solidFill>
              <a:srgbClr val="153E78"/>
            </a:solidFill>
            <a:round/>
            <a:headEnd/>
            <a:tailEnd type="triangle" w="lg" len="med"/>
          </a:ln>
        </p:spPr>
        <p:txBody>
          <a:bodyPr wrap="none" rtlCol="0" anchor="ctr"/>
          <a:lstStyle/>
          <a:p>
            <a:pPr algn="ctr"/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4162243" y="2460683"/>
            <a:ext cx="3288081" cy="30777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342900" marR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400" kern="0" noProof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Destocked bonded warehouse material</a:t>
            </a:r>
            <a:endParaRPr kumimoji="0" lang="en-GB" sz="1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然而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投机需求对铜价的影响力量不可小视</a:t>
            </a:r>
            <a:endParaRPr lang="en-GB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LME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月度平均现金铜价 </a:t>
            </a:r>
            <a:r>
              <a:rPr lang="en-GB" dirty="0" smtClean="0">
                <a:latin typeface="黑体" pitchFamily="2" charset="-122"/>
                <a:ea typeface="黑体" pitchFamily="2" charset="-122"/>
              </a:rPr>
              <a:t>2012 11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月</a:t>
            </a:r>
            <a:r>
              <a:rPr lang="en-GB" dirty="0" smtClean="0">
                <a:latin typeface="黑体" pitchFamily="2" charset="-122"/>
                <a:ea typeface="黑体" pitchFamily="2" charset="-122"/>
              </a:rPr>
              <a:t> – 2013 4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月 美元每吨</a:t>
            </a:r>
            <a:endParaRPr lang="en-GB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 smtClean="0"/>
              <a:t>数据来源</a:t>
            </a:r>
            <a:r>
              <a:rPr lang="en-US" altLang="zh-CN" dirty="0" smtClean="0"/>
              <a:t>: CRU, </a:t>
            </a:r>
            <a:r>
              <a:rPr lang="zh-CN" altLang="en-US" dirty="0" smtClean="0"/>
              <a:t>伦敦金属交易所</a:t>
            </a:r>
            <a:endParaRPr lang="en-GB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2244725"/>
          <a:ext cx="8229600" cy="3889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0"/>
          <p:cNvSpPr>
            <a:spLocks noGrp="1"/>
          </p:cNvSpPr>
          <p:nvPr>
            <p:ph type="title"/>
          </p:nvPr>
        </p:nvSpPr>
        <p:spPr>
          <a:xfrm>
            <a:off x="323528" y="908720"/>
            <a:ext cx="8229600" cy="578447"/>
          </a:xfrm>
        </p:spPr>
        <p:txBody>
          <a:bodyPr anchor="t">
            <a:noAutofit/>
          </a:bodyPr>
          <a:lstStyle/>
          <a:p>
            <a:r>
              <a:rPr lang="en-GB" dirty="0" smtClean="0">
                <a:latin typeface="黑体" pitchFamily="2" charset="-122"/>
                <a:ea typeface="黑体" pitchFamily="2" charset="-122"/>
              </a:rPr>
              <a:t>…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所以尽管未来两年全球铜市场供需相对平衡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铜价下跌的风险依然存在</a:t>
            </a:r>
            <a:endParaRPr lang="en-GB" dirty="0" smtClean="0"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8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456931" y="2060848"/>
          <a:ext cx="8230138" cy="40645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1748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395536" y="1628800"/>
            <a:ext cx="8229600" cy="377371"/>
          </a:xfrm>
        </p:spPr>
        <p:txBody>
          <a:bodyPr>
            <a:normAutofit/>
          </a:bodyPr>
          <a:lstStyle/>
          <a:p>
            <a:r>
              <a:rPr lang="en-US" altLang="zh-CN" dirty="0" smtClean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LME</a:t>
            </a:r>
            <a:r>
              <a:rPr lang="zh-CN" altLang="en-US" dirty="0" smtClean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现金铜价</a:t>
            </a:r>
            <a:r>
              <a:rPr lang="en-GB" dirty="0" smtClean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(RHS) and </a:t>
            </a:r>
            <a:r>
              <a:rPr lang="zh-CN" altLang="en-US" dirty="0" smtClean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全球铜市场供需平衡表</a:t>
            </a:r>
            <a:r>
              <a:rPr lang="en-GB" dirty="0" smtClean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(LHS), 2012-2017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2339752" y="6021288"/>
            <a:ext cx="4464698" cy="238125"/>
          </a:xfrm>
        </p:spPr>
        <p:txBody>
          <a:bodyPr/>
          <a:lstStyle/>
          <a:p>
            <a:r>
              <a:rPr lang="zh-CN" altLang="en-US" dirty="0" smtClean="0"/>
              <a:t>数据来源</a:t>
            </a:r>
            <a:r>
              <a:rPr lang="en-US" altLang="zh-CN" dirty="0" smtClean="0"/>
              <a:t>: </a:t>
            </a:r>
            <a:r>
              <a:rPr lang="zh-CN" altLang="en-US" dirty="0" smtClean="0"/>
              <a:t>伦敦金属交易所</a:t>
            </a:r>
            <a:r>
              <a:rPr lang="en-US" altLang="zh-CN" dirty="0" smtClean="0"/>
              <a:t>, CRU, </a:t>
            </a:r>
            <a:r>
              <a:rPr lang="zh-CN" altLang="en-US" dirty="0" smtClean="0"/>
              <a:t>根据</a:t>
            </a:r>
            <a:r>
              <a:rPr lang="en-US" altLang="zh-CN" dirty="0" smtClean="0"/>
              <a:t>2009-2010 </a:t>
            </a:r>
            <a:r>
              <a:rPr lang="zh-CN" altLang="en-US" dirty="0" smtClean="0"/>
              <a:t>国储局库存变化和近期保税库的库存变化调整后结果</a:t>
            </a:r>
            <a:endParaRPr lang="en-GB" dirty="0" smtClean="0"/>
          </a:p>
          <a:p>
            <a:endParaRPr lang="en-GB" dirty="0"/>
          </a:p>
        </p:txBody>
      </p:sp>
      <p:sp>
        <p:nvSpPr>
          <p:cNvPr id="31750" name="Text Box 6"/>
          <p:cNvSpPr txBox="1">
            <a:spLocks noChangeArrowheads="1"/>
          </p:cNvSpPr>
          <p:nvPr/>
        </p:nvSpPr>
        <p:spPr bwMode="auto">
          <a:xfrm>
            <a:off x="2339752" y="4941168"/>
            <a:ext cx="2705692" cy="5232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altLang="zh-CN" sz="1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2013-2014 </a:t>
            </a:r>
            <a:r>
              <a:rPr lang="zh-CN" altLang="en-US" sz="1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铜矿供应增幅放缓</a:t>
            </a:r>
            <a:r>
              <a:rPr lang="en-US" altLang="zh-CN" sz="1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zh-CN" altLang="en-US" sz="1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削弱价格下跌风险</a:t>
            </a:r>
            <a:endParaRPr lang="en-GB" sz="1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Text Box 6"/>
          <p:cNvSpPr txBox="1">
            <a:spLocks noChangeArrowheads="1"/>
          </p:cNvSpPr>
          <p:nvPr/>
        </p:nvSpPr>
        <p:spPr bwMode="auto">
          <a:xfrm>
            <a:off x="4788024" y="1988841"/>
            <a:ext cx="2520280" cy="5232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GB" sz="1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...</a:t>
            </a:r>
            <a:r>
              <a:rPr lang="zh-CN" altLang="en-US" sz="1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但是</a:t>
            </a:r>
            <a:r>
              <a:rPr lang="en-US" altLang="zh-CN" sz="1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2015</a:t>
            </a:r>
            <a:r>
              <a:rPr lang="zh-CN" altLang="en-US" sz="1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预计出现的过剩将会给价格带来压力</a:t>
            </a:r>
            <a:endParaRPr lang="en-GB" sz="1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50" grpId="0" animBg="1"/>
      <p:bldP spid="1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1844824"/>
            <a:ext cx="7772400" cy="1142735"/>
          </a:xfrm>
        </p:spPr>
        <p:txBody>
          <a:bodyPr/>
          <a:lstStyle/>
          <a:p>
            <a:r>
              <a:rPr lang="zh-CN" altLang="en-US" sz="5400" dirty="0" smtClean="0">
                <a:latin typeface="黑体" pitchFamily="2" charset="-122"/>
                <a:ea typeface="黑体" pitchFamily="2" charset="-122"/>
              </a:rPr>
              <a:t>谢谢</a:t>
            </a:r>
            <a:endParaRPr lang="en-GB" sz="5400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4005064"/>
            <a:ext cx="7786396" cy="960041"/>
          </a:xfrm>
        </p:spPr>
        <p:txBody>
          <a:bodyPr/>
          <a:lstStyle/>
          <a:p>
            <a:r>
              <a:rPr lang="en-GB" dirty="0" smtClean="0"/>
              <a:t>Vivienne Lloyd – </a:t>
            </a:r>
            <a:r>
              <a:rPr lang="en-US" altLang="zh-CN" dirty="0" smtClean="0"/>
              <a:t>CRU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资深铜业分析师</a:t>
            </a:r>
            <a:endParaRPr lang="en-GB" dirty="0" smtClean="0">
              <a:latin typeface="黑体" pitchFamily="2" charset="-122"/>
              <a:ea typeface="黑体" pitchFamily="2" charset="-122"/>
            </a:endParaRPr>
          </a:p>
          <a:p>
            <a:pPr>
              <a:spcBef>
                <a:spcPts val="600"/>
              </a:spcBef>
            </a:pPr>
            <a:r>
              <a:rPr lang="en-GB" dirty="0" smtClean="0">
                <a:hlinkClick r:id="rId2"/>
              </a:rPr>
              <a:t>vivienne.lloyd@crugroup.com</a:t>
            </a:r>
            <a:endParaRPr lang="en-GB" dirty="0" smtClean="0"/>
          </a:p>
          <a:p>
            <a:r>
              <a:rPr lang="en-GB" dirty="0" smtClean="0"/>
              <a:t>+44 20 7903 2182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RU Analysis - report footer style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>
          <a:solidFill>
            <a:schemeClr val="tx1"/>
          </a:solidFill>
          <a:round/>
          <a:headEnd/>
          <a:tailEnd type="triangle" w="lg" len="med"/>
        </a:ln>
      </a:spPr>
      <a:bodyPr wrap="none" anchor="ctr"/>
      <a:lstStyle>
        <a:defPPr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7620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 Black" pitchFamily="34" charset="0"/>
          </a:defRPr>
        </a:defPPr>
      </a:lstStyle>
    </a:lnDef>
    <a:txDef>
      <a:spPr/>
      <a:bodyPr/>
      <a:lstStyle>
        <a:defPPr marL="342900" marR="0" indent="-342900" algn="ct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sz="1100" b="0" i="0" u="none" strike="noStrike" kern="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Arial" pitchFamily="34" charset="0"/>
            <a:ea typeface="+mn-ea"/>
            <a:cs typeface="Arial" pitchFamily="34" charset="0"/>
          </a:defRPr>
        </a:defPPr>
      </a:lstStyle>
    </a:txDef>
  </a:objectDefaults>
  <a:extraClrSchemeLst>
    <a:extraClrScheme>
      <a:clrScheme name="CRU Analysis - report footer styl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U Analysis - report footer styl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U Analysis - report footer styl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U Analysis - report footer styl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U Analysis - report footer styl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U Analysis - report footer styl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U Analysis - report footer styl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17972</TotalTime>
  <Words>1400</Words>
  <Application>Microsoft Office PowerPoint</Application>
  <PresentationFormat>全屏显示(4:3)</PresentationFormat>
  <Paragraphs>332</Paragraphs>
  <Slides>28</Slides>
  <Notes>9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29" baseType="lpstr">
      <vt:lpstr>Theme1</vt:lpstr>
      <vt:lpstr>全球铜市场展望</vt:lpstr>
      <vt:lpstr>近期LME铜价跌破7,000 美元</vt:lpstr>
      <vt:lpstr>全球铜市场展望</vt:lpstr>
      <vt:lpstr>全球铜市场展望</vt:lpstr>
      <vt:lpstr>Comex 空单持仓量4月初创近年新高</vt:lpstr>
      <vt:lpstr>2012铜价走势稳定,2013铜价震荡频率加大?</vt:lpstr>
      <vt:lpstr>全球铜库存连续三季度增加,引发市场忧虑…</vt:lpstr>
      <vt:lpstr>全球铜市场展望</vt:lpstr>
      <vt:lpstr>2013年全球铜需求继续增长</vt:lpstr>
      <vt:lpstr>2013年1季度中国宏观经济数据表现低于预期, 但是铜相关行业显露复苏迹象</vt:lpstr>
      <vt:lpstr>未来铝代铜的可能性</vt:lpstr>
      <vt:lpstr>.. 2012铜铝比价已经达到高点?</vt:lpstr>
      <vt:lpstr>预计2017年全球精炼铜消费增长至2430万吨</vt:lpstr>
      <vt:lpstr>全球铜市场展望</vt:lpstr>
      <vt:lpstr>2008-2012 计划外矿山铜产量损失情况介绍 </vt:lpstr>
      <vt:lpstr>目前,全球各个地区的铜矿仍面临不同的挑战</vt:lpstr>
      <vt:lpstr>矿山投资成本(Capex) 上涨幅度加大 2009-2011对比 2012-2013</vt:lpstr>
      <vt:lpstr>全球90%的铜矿成本远低于目前或者未来预计的铜价</vt:lpstr>
      <vt:lpstr>大部分智利铜矿处于较低成本水平的第二区间</vt:lpstr>
      <vt:lpstr>CRU的成本模型包含了几乎所有中国的铜矿山, 大约10%的中国矿山成本在目前铜价之上</vt:lpstr>
      <vt:lpstr>2007年以来全球矿山成本增加了30%, 未来?</vt:lpstr>
      <vt:lpstr>铜矿成本下跌几乎不可能,但是来自通胀的压力可能会缓解</vt:lpstr>
      <vt:lpstr>幻灯片 23</vt:lpstr>
      <vt:lpstr>全球铜市场展望</vt:lpstr>
      <vt:lpstr>全球铜市场 2013 &amp; 2014供需接近平衡;到2015年,精炼铜产量将超过需求,过剩开始显现</vt:lpstr>
      <vt:lpstr>然而,投机需求对铜价的影响力量不可小视</vt:lpstr>
      <vt:lpstr>…所以尽管未来两年全球铜市场供需相对平衡,铜价下跌的风险依然存在</vt:lpstr>
      <vt:lpstr>谢谢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CRUGroup</dc:creator>
  <cp:lastModifiedBy>番茄花园</cp:lastModifiedBy>
  <cp:revision>973</cp:revision>
  <dcterms:created xsi:type="dcterms:W3CDTF">2004-12-14T11:15:19Z</dcterms:created>
  <dcterms:modified xsi:type="dcterms:W3CDTF">2013-08-06T03:06:48Z</dcterms:modified>
</cp:coreProperties>
</file>